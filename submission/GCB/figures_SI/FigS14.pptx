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321800" cy="69469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65840" y="262800"/>
            <a:ext cx="8388720" cy="109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65840" y="1541160"/>
            <a:ext cx="8388720" cy="381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9321840" cy="6946920"/>
          </a:xfrm>
          <a:custGeom>
            <a:avLst/>
            <a:gdLst/>
            <a:ahLst/>
            <a:rect l="0" t="0" r="r" b="b"/>
            <a:pathLst>
              <a:path w="25894" h="19297">
                <a:moveTo>
                  <a:pt x="0" y="0"/>
                </a:moveTo>
                <a:lnTo>
                  <a:pt x="25894" y="0"/>
                </a:lnTo>
                <a:lnTo>
                  <a:pt x="25894" y="19297"/>
                </a:lnTo>
                <a:lnTo>
                  <a:pt x="0" y="19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9321840" cy="6946920"/>
          </a:xfrm>
          <a:custGeom>
            <a:avLst/>
            <a:gdLst/>
            <a:ahLst/>
            <a:rect l="0" t="0" r="r" b="b"/>
            <a:pathLst>
              <a:path w="25894" h="19297">
                <a:moveTo>
                  <a:pt x="0" y="0"/>
                </a:moveTo>
                <a:lnTo>
                  <a:pt x="25894" y="0"/>
                </a:lnTo>
                <a:lnTo>
                  <a:pt x="25894" y="19297"/>
                </a:lnTo>
                <a:lnTo>
                  <a:pt x="0" y="19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69480"/>
            <a:ext cx="4629600" cy="3219840"/>
          </a:xfrm>
          <a:custGeom>
            <a:avLst/>
            <a:gdLst/>
            <a:ahLst/>
            <a:rect l="0" t="0" r="r" b="b"/>
            <a:pathLst>
              <a:path w="12860" h="8944">
                <a:moveTo>
                  <a:pt x="0" y="0"/>
                </a:moveTo>
                <a:lnTo>
                  <a:pt x="12860" y="0"/>
                </a:lnTo>
                <a:lnTo>
                  <a:pt x="12860" y="8944"/>
                </a:lnTo>
                <a:lnTo>
                  <a:pt x="0" y="89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69480" y="69480"/>
            <a:ext cx="4629600" cy="3219840"/>
          </a:xfrm>
          <a:custGeom>
            <a:avLst/>
            <a:gdLst/>
            <a:ahLst/>
            <a:rect l="0" t="0" r="r" b="b"/>
            <a:pathLst>
              <a:path w="12860" h="8944">
                <a:moveTo>
                  <a:pt x="0" y="0"/>
                </a:moveTo>
                <a:lnTo>
                  <a:pt x="12860" y="0"/>
                </a:lnTo>
                <a:lnTo>
                  <a:pt x="12860" y="8944"/>
                </a:lnTo>
                <a:lnTo>
                  <a:pt x="0" y="8944"/>
                </a:lnTo>
                <a:lnTo>
                  <a:pt x="0" y="0"/>
                </a:lnTo>
                <a:close/>
              </a:path>
            </a:pathLst>
          </a:custGeom>
          <a:noFill/>
          <a:ln cap="rnd" w="10800">
            <a:solidFill>
              <a:srgbClr val="FFFFFF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4698720" y="69480"/>
            <a:ext cx="4553640" cy="3219840"/>
          </a:xfrm>
          <a:custGeom>
            <a:avLst/>
            <a:gdLst/>
            <a:ahLst/>
            <a:rect l="0" t="0" r="r" b="b"/>
            <a:pathLst>
              <a:path w="12649" h="8944">
                <a:moveTo>
                  <a:pt x="0" y="0"/>
                </a:moveTo>
                <a:lnTo>
                  <a:pt x="12649" y="0"/>
                </a:lnTo>
                <a:lnTo>
                  <a:pt x="12649" y="8944"/>
                </a:lnTo>
                <a:lnTo>
                  <a:pt x="0" y="89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4698720" y="69480"/>
            <a:ext cx="4553640" cy="3219840"/>
          </a:xfrm>
          <a:custGeom>
            <a:avLst/>
            <a:gdLst/>
            <a:ahLst/>
            <a:rect l="0" t="0" r="r" b="b"/>
            <a:pathLst>
              <a:path w="12649" h="8944">
                <a:moveTo>
                  <a:pt x="0" y="0"/>
                </a:moveTo>
                <a:lnTo>
                  <a:pt x="12649" y="0"/>
                </a:lnTo>
                <a:lnTo>
                  <a:pt x="12649" y="8944"/>
                </a:lnTo>
                <a:lnTo>
                  <a:pt x="0" y="8944"/>
                </a:lnTo>
                <a:lnTo>
                  <a:pt x="0" y="0"/>
                </a:lnTo>
                <a:close/>
              </a:path>
            </a:pathLst>
          </a:custGeom>
          <a:noFill/>
          <a:ln cap="rnd" w="10800">
            <a:solidFill>
              <a:srgbClr val="FFFFFF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498240" y="481680"/>
            <a:ext cx="4143960" cy="2455200"/>
          </a:xfrm>
          <a:custGeom>
            <a:avLst/>
            <a:gdLst/>
            <a:ahLst/>
            <a:rect l="0" t="0" r="r" b="b"/>
            <a:pathLst>
              <a:path w="11511" h="6820">
                <a:moveTo>
                  <a:pt x="0" y="0"/>
                </a:moveTo>
                <a:lnTo>
                  <a:pt x="11511" y="0"/>
                </a:lnTo>
                <a:lnTo>
                  <a:pt x="11511" y="6820"/>
                </a:lnTo>
                <a:lnTo>
                  <a:pt x="0" y="68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705240" y="593280"/>
            <a:ext cx="255600" cy="2232000"/>
          </a:xfrm>
          <a:custGeom>
            <a:avLst/>
            <a:gdLst/>
            <a:ahLst/>
            <a:rect l="0" t="0" r="r" b="b"/>
            <a:pathLst>
              <a:path w="710" h="6200">
                <a:moveTo>
                  <a:pt x="0" y="0"/>
                </a:moveTo>
                <a:lnTo>
                  <a:pt x="710" y="0"/>
                </a:lnTo>
                <a:lnTo>
                  <a:pt x="710" y="6200"/>
                </a:lnTo>
                <a:lnTo>
                  <a:pt x="0" y="620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1502280" y="2221200"/>
            <a:ext cx="255240" cy="604080"/>
          </a:xfrm>
          <a:custGeom>
            <a:avLst/>
            <a:gdLst/>
            <a:ahLst/>
            <a:rect l="0" t="0" r="r" b="b"/>
            <a:pathLst>
              <a:path w="709" h="1678">
                <a:moveTo>
                  <a:pt x="0" y="0"/>
                </a:moveTo>
                <a:lnTo>
                  <a:pt x="709" y="0"/>
                </a:lnTo>
                <a:lnTo>
                  <a:pt x="709" y="1678"/>
                </a:lnTo>
                <a:lnTo>
                  <a:pt x="0" y="1678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2298960" y="1871280"/>
            <a:ext cx="255600" cy="954000"/>
          </a:xfrm>
          <a:custGeom>
            <a:avLst/>
            <a:gdLst/>
            <a:ahLst/>
            <a:rect l="0" t="0" r="r" b="b"/>
            <a:pathLst>
              <a:path w="710" h="2650">
                <a:moveTo>
                  <a:pt x="0" y="0"/>
                </a:moveTo>
                <a:lnTo>
                  <a:pt x="710" y="0"/>
                </a:lnTo>
                <a:lnTo>
                  <a:pt x="710" y="2650"/>
                </a:lnTo>
                <a:lnTo>
                  <a:pt x="0" y="265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3096000" y="2001600"/>
            <a:ext cx="255240" cy="823680"/>
          </a:xfrm>
          <a:custGeom>
            <a:avLst/>
            <a:gdLst/>
            <a:ahLst/>
            <a:rect l="0" t="0" r="r" b="b"/>
            <a:pathLst>
              <a:path w="709" h="2288">
                <a:moveTo>
                  <a:pt x="0" y="0"/>
                </a:moveTo>
                <a:lnTo>
                  <a:pt x="709" y="0"/>
                </a:lnTo>
                <a:lnTo>
                  <a:pt x="709" y="2288"/>
                </a:lnTo>
                <a:lnTo>
                  <a:pt x="0" y="2288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3892680" y="2560680"/>
            <a:ext cx="255600" cy="264600"/>
          </a:xfrm>
          <a:custGeom>
            <a:avLst/>
            <a:gdLst/>
            <a:ahLst/>
            <a:rect l="0" t="0" r="r" b="b"/>
            <a:pathLst>
              <a:path w="710" h="735">
                <a:moveTo>
                  <a:pt x="0" y="0"/>
                </a:moveTo>
                <a:lnTo>
                  <a:pt x="710" y="0"/>
                </a:lnTo>
                <a:lnTo>
                  <a:pt x="710" y="735"/>
                </a:lnTo>
                <a:lnTo>
                  <a:pt x="0" y="735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992160" y="1849680"/>
            <a:ext cx="255240" cy="975600"/>
          </a:xfrm>
          <a:custGeom>
            <a:avLst/>
            <a:gdLst/>
            <a:ahLst/>
            <a:rect l="0" t="0" r="r" b="b"/>
            <a:pathLst>
              <a:path w="709" h="2710">
                <a:moveTo>
                  <a:pt x="0" y="0"/>
                </a:moveTo>
                <a:lnTo>
                  <a:pt x="709" y="0"/>
                </a:lnTo>
                <a:lnTo>
                  <a:pt x="709" y="2710"/>
                </a:lnTo>
                <a:lnTo>
                  <a:pt x="0" y="2710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789200" y="1744920"/>
            <a:ext cx="255240" cy="1080360"/>
          </a:xfrm>
          <a:custGeom>
            <a:avLst/>
            <a:gdLst/>
            <a:ahLst/>
            <a:rect l="0" t="0" r="r" b="b"/>
            <a:pathLst>
              <a:path w="709" h="3001">
                <a:moveTo>
                  <a:pt x="0" y="0"/>
                </a:moveTo>
                <a:lnTo>
                  <a:pt x="709" y="0"/>
                </a:lnTo>
                <a:lnTo>
                  <a:pt x="709" y="3001"/>
                </a:lnTo>
                <a:lnTo>
                  <a:pt x="0" y="3001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2585880" y="1806480"/>
            <a:ext cx="255600" cy="1018800"/>
          </a:xfrm>
          <a:custGeom>
            <a:avLst/>
            <a:gdLst/>
            <a:ahLst/>
            <a:rect l="0" t="0" r="r" b="b"/>
            <a:pathLst>
              <a:path w="710" h="2830">
                <a:moveTo>
                  <a:pt x="0" y="0"/>
                </a:moveTo>
                <a:lnTo>
                  <a:pt x="710" y="0"/>
                </a:lnTo>
                <a:lnTo>
                  <a:pt x="710" y="2830"/>
                </a:lnTo>
                <a:lnTo>
                  <a:pt x="0" y="2830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3382920" y="1675800"/>
            <a:ext cx="255240" cy="1149480"/>
          </a:xfrm>
          <a:custGeom>
            <a:avLst/>
            <a:gdLst/>
            <a:ahLst/>
            <a:rect l="0" t="0" r="r" b="b"/>
            <a:pathLst>
              <a:path w="709" h="3193">
                <a:moveTo>
                  <a:pt x="0" y="0"/>
                </a:moveTo>
                <a:lnTo>
                  <a:pt x="709" y="0"/>
                </a:lnTo>
                <a:lnTo>
                  <a:pt x="709" y="3193"/>
                </a:lnTo>
                <a:lnTo>
                  <a:pt x="0" y="3193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4179600" y="2000160"/>
            <a:ext cx="255600" cy="825120"/>
          </a:xfrm>
          <a:custGeom>
            <a:avLst/>
            <a:gdLst/>
            <a:ahLst/>
            <a:rect l="0" t="0" r="r" b="b"/>
            <a:pathLst>
              <a:path w="710" h="2292">
                <a:moveTo>
                  <a:pt x="0" y="0"/>
                </a:moveTo>
                <a:lnTo>
                  <a:pt x="710" y="0"/>
                </a:lnTo>
                <a:lnTo>
                  <a:pt x="710" y="2292"/>
                </a:lnTo>
                <a:lnTo>
                  <a:pt x="0" y="2292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 flipV="1">
            <a:off x="498240" y="481680"/>
            <a:ext cx="0" cy="245484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320040" y="2787120"/>
            <a:ext cx="13284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0%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320040" y="2300760"/>
            <a:ext cx="13284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5%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269280" y="1814400"/>
            <a:ext cx="183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10%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269280" y="1328040"/>
            <a:ext cx="183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15%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469800" y="282492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469800" y="233856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69800" y="185220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469800" y="136584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469800" y="87984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498240" y="2936520"/>
            <a:ext cx="4143600" cy="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 flipV="1">
            <a:off x="976320" y="2936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 flipV="1">
            <a:off x="1773000" y="2936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 flipV="1">
            <a:off x="2570040" y="2936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 flipV="1">
            <a:off x="3367080" y="2936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 flipV="1">
            <a:off x="4163760" y="2936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269280" y="841680"/>
            <a:ext cx="183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20%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912960" y="2988000"/>
            <a:ext cx="1227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Q1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710000" y="2988000"/>
            <a:ext cx="1227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Q2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2506680" y="2988000"/>
            <a:ext cx="1227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Q3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3303720" y="2988000"/>
            <a:ext cx="1227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Q4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100400" y="2988000"/>
            <a:ext cx="1227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Q5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312920" y="3114000"/>
            <a:ext cx="17539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Warming-rate quintile (Q1 slowest 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3116160" y="3080160"/>
            <a:ext cx="1141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UnicodeMS"/>
                <a:ea typeface="ArialUnicodeMS"/>
              </a:rPr>
              <a:t>→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3192480" y="3114000"/>
            <a:ext cx="591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 Q5 fastest)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2653920" y="751320"/>
            <a:ext cx="2153160" cy="344520"/>
          </a:xfrm>
          <a:custGeom>
            <a:avLst/>
            <a:gdLst/>
            <a:ahLst/>
            <a:rect l="0" t="0" r="r" b="b"/>
            <a:pathLst>
              <a:path w="5981" h="957">
                <a:moveTo>
                  <a:pt x="0" y="0"/>
                </a:moveTo>
                <a:lnTo>
                  <a:pt x="5981" y="0"/>
                </a:lnTo>
                <a:lnTo>
                  <a:pt x="5981" y="957"/>
                </a:lnTo>
                <a:lnTo>
                  <a:pt x="0" y="9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2710800" y="80820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2718000" y="815760"/>
            <a:ext cx="100800" cy="100800"/>
          </a:xfrm>
          <a:custGeom>
            <a:avLst/>
            <a:gdLst/>
            <a:ahLst/>
            <a:rect l="0" t="0" r="r" b="b"/>
            <a:pathLst>
              <a:path w="280" h="280">
                <a:moveTo>
                  <a:pt x="0" y="0"/>
                </a:moveTo>
                <a:lnTo>
                  <a:pt x="280" y="0"/>
                </a:lnTo>
                <a:lnTo>
                  <a:pt x="280" y="280"/>
                </a:lnTo>
                <a:lnTo>
                  <a:pt x="0" y="280"/>
                </a:lnTo>
                <a:lnTo>
                  <a:pt x="0" y="0"/>
                </a:lnTo>
                <a:close/>
              </a:path>
            </a:pathLst>
          </a:custGeom>
          <a:solidFill>
            <a:srgbClr val="8C8C8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2710800" y="92340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2718000" y="930960"/>
            <a:ext cx="100800" cy="100800"/>
          </a:xfrm>
          <a:custGeom>
            <a:avLst/>
            <a:gdLst/>
            <a:ahLst/>
            <a:rect l="0" t="0" r="r" b="b"/>
            <a:pathLst>
              <a:path w="280" h="280">
                <a:moveTo>
                  <a:pt x="0" y="0"/>
                </a:moveTo>
                <a:lnTo>
                  <a:pt x="280" y="0"/>
                </a:lnTo>
                <a:lnTo>
                  <a:pt x="280" y="280"/>
                </a:lnTo>
                <a:lnTo>
                  <a:pt x="0" y="280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 rot="16200000">
            <a:off x="-642240" y="1676520"/>
            <a:ext cx="16527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Area-weighted reserve coverage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2882880" y="815400"/>
            <a:ext cx="1703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Provincial broadcast (original grid ﬁle)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2882880" y="930600"/>
            <a:ext cx="19242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Cell-level (recomputed from CRU TS 4.09)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98240" y="310320"/>
            <a:ext cx="32032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Provincial broadcast implies an 8.5-fold spread; cell-level only 1.2-fold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5051520" y="481680"/>
            <a:ext cx="4143960" cy="2455200"/>
          </a:xfrm>
          <a:custGeom>
            <a:avLst/>
            <a:gdLst/>
            <a:ahLst/>
            <a:rect l="0" t="0" r="r" b="b"/>
            <a:pathLst>
              <a:path w="11511" h="6820">
                <a:moveTo>
                  <a:pt x="0" y="0"/>
                </a:moveTo>
                <a:lnTo>
                  <a:pt x="11511" y="0"/>
                </a:lnTo>
                <a:lnTo>
                  <a:pt x="11511" y="6820"/>
                </a:lnTo>
                <a:lnTo>
                  <a:pt x="0" y="68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5239800" y="593280"/>
            <a:ext cx="3767400" cy="2232000"/>
          </a:xfrm>
          <a:custGeom>
            <a:avLst/>
            <a:gdLst/>
            <a:ahLst/>
            <a:rect l="0" t="0" r="r" b="b"/>
            <a:pathLst>
              <a:path w="10465" h="6200">
                <a:moveTo>
                  <a:pt x="0" y="6190"/>
                </a:moveTo>
                <a:lnTo>
                  <a:pt x="20" y="6190"/>
                </a:lnTo>
                <a:lnTo>
                  <a:pt x="41" y="6190"/>
                </a:lnTo>
                <a:lnTo>
                  <a:pt x="82" y="6190"/>
                </a:lnTo>
                <a:lnTo>
                  <a:pt x="102" y="6189"/>
                </a:lnTo>
                <a:lnTo>
                  <a:pt x="123" y="6189"/>
                </a:lnTo>
                <a:lnTo>
                  <a:pt x="143" y="6189"/>
                </a:lnTo>
                <a:lnTo>
                  <a:pt x="184" y="6188"/>
                </a:lnTo>
                <a:lnTo>
                  <a:pt x="205" y="6188"/>
                </a:lnTo>
                <a:lnTo>
                  <a:pt x="225" y="6188"/>
                </a:lnTo>
                <a:lnTo>
                  <a:pt x="245" y="6187"/>
                </a:lnTo>
                <a:lnTo>
                  <a:pt x="266" y="6186"/>
                </a:lnTo>
                <a:lnTo>
                  <a:pt x="287" y="6186"/>
                </a:lnTo>
                <a:lnTo>
                  <a:pt x="307" y="6185"/>
                </a:lnTo>
                <a:lnTo>
                  <a:pt x="327" y="6184"/>
                </a:lnTo>
                <a:lnTo>
                  <a:pt x="348" y="6183"/>
                </a:lnTo>
                <a:lnTo>
                  <a:pt x="389" y="6181"/>
                </a:lnTo>
                <a:lnTo>
                  <a:pt x="409" y="6180"/>
                </a:lnTo>
                <a:lnTo>
                  <a:pt x="430" y="6179"/>
                </a:lnTo>
                <a:lnTo>
                  <a:pt x="450" y="6177"/>
                </a:lnTo>
                <a:lnTo>
                  <a:pt x="471" y="6176"/>
                </a:lnTo>
                <a:lnTo>
                  <a:pt x="491" y="6174"/>
                </a:lnTo>
                <a:lnTo>
                  <a:pt x="512" y="6173"/>
                </a:lnTo>
                <a:lnTo>
                  <a:pt x="532" y="6171"/>
                </a:lnTo>
                <a:lnTo>
                  <a:pt x="553" y="6169"/>
                </a:lnTo>
                <a:lnTo>
                  <a:pt x="573" y="6168"/>
                </a:lnTo>
                <a:lnTo>
                  <a:pt x="594" y="6166"/>
                </a:lnTo>
                <a:lnTo>
                  <a:pt x="614" y="6164"/>
                </a:lnTo>
                <a:lnTo>
                  <a:pt x="635" y="6162"/>
                </a:lnTo>
                <a:lnTo>
                  <a:pt x="655" y="6161"/>
                </a:lnTo>
                <a:lnTo>
                  <a:pt x="676" y="6159"/>
                </a:lnTo>
                <a:lnTo>
                  <a:pt x="696" y="6157"/>
                </a:lnTo>
                <a:lnTo>
                  <a:pt x="737" y="6154"/>
                </a:lnTo>
                <a:lnTo>
                  <a:pt x="757" y="6152"/>
                </a:lnTo>
                <a:lnTo>
                  <a:pt x="778" y="6150"/>
                </a:lnTo>
                <a:lnTo>
                  <a:pt x="798" y="6148"/>
                </a:lnTo>
                <a:lnTo>
                  <a:pt x="819" y="6146"/>
                </a:lnTo>
                <a:lnTo>
                  <a:pt x="839" y="6144"/>
                </a:lnTo>
                <a:lnTo>
                  <a:pt x="860" y="6141"/>
                </a:lnTo>
                <a:lnTo>
                  <a:pt x="880" y="6139"/>
                </a:lnTo>
                <a:lnTo>
                  <a:pt x="901" y="6136"/>
                </a:lnTo>
                <a:lnTo>
                  <a:pt x="921" y="6133"/>
                </a:lnTo>
                <a:lnTo>
                  <a:pt x="942" y="6131"/>
                </a:lnTo>
                <a:lnTo>
                  <a:pt x="962" y="6127"/>
                </a:lnTo>
                <a:lnTo>
                  <a:pt x="983" y="6124"/>
                </a:lnTo>
                <a:lnTo>
                  <a:pt x="1003" y="6120"/>
                </a:lnTo>
                <a:lnTo>
                  <a:pt x="1024" y="6116"/>
                </a:lnTo>
                <a:lnTo>
                  <a:pt x="1044" y="6112"/>
                </a:lnTo>
                <a:lnTo>
                  <a:pt x="1065" y="6107"/>
                </a:lnTo>
                <a:lnTo>
                  <a:pt x="1085" y="6102"/>
                </a:lnTo>
                <a:lnTo>
                  <a:pt x="1106" y="6097"/>
                </a:lnTo>
                <a:lnTo>
                  <a:pt x="1126" y="6092"/>
                </a:lnTo>
                <a:lnTo>
                  <a:pt x="1148" y="6086"/>
                </a:lnTo>
                <a:lnTo>
                  <a:pt x="1168" y="6080"/>
                </a:lnTo>
                <a:lnTo>
                  <a:pt x="1188" y="6073"/>
                </a:lnTo>
                <a:lnTo>
                  <a:pt x="1209" y="6066"/>
                </a:lnTo>
                <a:lnTo>
                  <a:pt x="1229" y="6059"/>
                </a:lnTo>
                <a:lnTo>
                  <a:pt x="1250" y="6052"/>
                </a:lnTo>
                <a:lnTo>
                  <a:pt x="1270" y="6044"/>
                </a:lnTo>
                <a:lnTo>
                  <a:pt x="1291" y="6037"/>
                </a:lnTo>
                <a:lnTo>
                  <a:pt x="1311" y="6028"/>
                </a:lnTo>
                <a:lnTo>
                  <a:pt x="1332" y="6020"/>
                </a:lnTo>
                <a:lnTo>
                  <a:pt x="1352" y="6012"/>
                </a:lnTo>
                <a:lnTo>
                  <a:pt x="1373" y="6003"/>
                </a:lnTo>
                <a:lnTo>
                  <a:pt x="1393" y="5994"/>
                </a:lnTo>
                <a:lnTo>
                  <a:pt x="1414" y="5985"/>
                </a:lnTo>
                <a:lnTo>
                  <a:pt x="1455" y="5967"/>
                </a:lnTo>
                <a:lnTo>
                  <a:pt x="1475" y="5958"/>
                </a:lnTo>
                <a:lnTo>
                  <a:pt x="1496" y="5949"/>
                </a:lnTo>
                <a:lnTo>
                  <a:pt x="1516" y="5939"/>
                </a:lnTo>
                <a:lnTo>
                  <a:pt x="1557" y="5920"/>
                </a:lnTo>
                <a:lnTo>
                  <a:pt x="1577" y="5910"/>
                </a:lnTo>
                <a:lnTo>
                  <a:pt x="1598" y="5900"/>
                </a:lnTo>
                <a:lnTo>
                  <a:pt x="1618" y="5891"/>
                </a:lnTo>
                <a:lnTo>
                  <a:pt x="1639" y="5880"/>
                </a:lnTo>
                <a:lnTo>
                  <a:pt x="1659" y="5870"/>
                </a:lnTo>
                <a:lnTo>
                  <a:pt x="1680" y="5859"/>
                </a:lnTo>
                <a:lnTo>
                  <a:pt x="1700" y="5848"/>
                </a:lnTo>
                <a:lnTo>
                  <a:pt x="1721" y="5837"/>
                </a:lnTo>
                <a:lnTo>
                  <a:pt x="1741" y="5826"/>
                </a:lnTo>
                <a:lnTo>
                  <a:pt x="1762" y="5814"/>
                </a:lnTo>
                <a:lnTo>
                  <a:pt x="1782" y="5801"/>
                </a:lnTo>
                <a:lnTo>
                  <a:pt x="1803" y="5789"/>
                </a:lnTo>
                <a:lnTo>
                  <a:pt x="1823" y="5775"/>
                </a:lnTo>
                <a:lnTo>
                  <a:pt x="1844" y="5762"/>
                </a:lnTo>
                <a:lnTo>
                  <a:pt x="1864" y="5747"/>
                </a:lnTo>
                <a:lnTo>
                  <a:pt x="1885" y="5732"/>
                </a:lnTo>
                <a:lnTo>
                  <a:pt x="1905" y="5717"/>
                </a:lnTo>
                <a:lnTo>
                  <a:pt x="1926" y="5701"/>
                </a:lnTo>
                <a:lnTo>
                  <a:pt x="1946" y="5685"/>
                </a:lnTo>
                <a:lnTo>
                  <a:pt x="1967" y="5668"/>
                </a:lnTo>
                <a:lnTo>
                  <a:pt x="1987" y="5650"/>
                </a:lnTo>
                <a:lnTo>
                  <a:pt x="2008" y="5632"/>
                </a:lnTo>
                <a:lnTo>
                  <a:pt x="2028" y="5613"/>
                </a:lnTo>
                <a:lnTo>
                  <a:pt x="2049" y="5594"/>
                </a:lnTo>
                <a:lnTo>
                  <a:pt x="2069" y="5575"/>
                </a:lnTo>
                <a:lnTo>
                  <a:pt x="2089" y="5555"/>
                </a:lnTo>
                <a:lnTo>
                  <a:pt x="2110" y="5534"/>
                </a:lnTo>
                <a:lnTo>
                  <a:pt x="2130" y="5513"/>
                </a:lnTo>
                <a:lnTo>
                  <a:pt x="2151" y="5493"/>
                </a:lnTo>
                <a:lnTo>
                  <a:pt x="2171" y="5472"/>
                </a:lnTo>
                <a:lnTo>
                  <a:pt x="2192" y="5450"/>
                </a:lnTo>
                <a:lnTo>
                  <a:pt x="2212" y="5429"/>
                </a:lnTo>
                <a:lnTo>
                  <a:pt x="2233" y="5407"/>
                </a:lnTo>
                <a:lnTo>
                  <a:pt x="2274" y="5364"/>
                </a:lnTo>
                <a:lnTo>
                  <a:pt x="2294" y="5342"/>
                </a:lnTo>
                <a:lnTo>
                  <a:pt x="2315" y="5321"/>
                </a:lnTo>
                <a:lnTo>
                  <a:pt x="2335" y="5299"/>
                </a:lnTo>
                <a:lnTo>
                  <a:pt x="2376" y="5254"/>
                </a:lnTo>
                <a:lnTo>
                  <a:pt x="2397" y="5232"/>
                </a:lnTo>
                <a:lnTo>
                  <a:pt x="2417" y="5209"/>
                </a:lnTo>
                <a:lnTo>
                  <a:pt x="2438" y="5186"/>
                </a:lnTo>
                <a:lnTo>
                  <a:pt x="2458" y="5162"/>
                </a:lnTo>
                <a:lnTo>
                  <a:pt x="2479" y="5137"/>
                </a:lnTo>
                <a:lnTo>
                  <a:pt x="2499" y="5112"/>
                </a:lnTo>
                <a:lnTo>
                  <a:pt x="2520" y="5086"/>
                </a:lnTo>
                <a:lnTo>
                  <a:pt x="2540" y="5059"/>
                </a:lnTo>
                <a:lnTo>
                  <a:pt x="2560" y="5031"/>
                </a:lnTo>
                <a:lnTo>
                  <a:pt x="2581" y="5002"/>
                </a:lnTo>
                <a:lnTo>
                  <a:pt x="2601" y="4972"/>
                </a:lnTo>
                <a:lnTo>
                  <a:pt x="2622" y="4940"/>
                </a:lnTo>
                <a:lnTo>
                  <a:pt x="2642" y="4907"/>
                </a:lnTo>
                <a:lnTo>
                  <a:pt x="2663" y="4872"/>
                </a:lnTo>
                <a:lnTo>
                  <a:pt x="2683" y="4836"/>
                </a:lnTo>
                <a:lnTo>
                  <a:pt x="2704" y="4799"/>
                </a:lnTo>
                <a:lnTo>
                  <a:pt x="2724" y="4760"/>
                </a:lnTo>
                <a:lnTo>
                  <a:pt x="2745" y="4720"/>
                </a:lnTo>
                <a:lnTo>
                  <a:pt x="2765" y="4679"/>
                </a:lnTo>
                <a:lnTo>
                  <a:pt x="2786" y="4636"/>
                </a:lnTo>
                <a:lnTo>
                  <a:pt x="2806" y="4592"/>
                </a:lnTo>
                <a:lnTo>
                  <a:pt x="2827" y="4547"/>
                </a:lnTo>
                <a:lnTo>
                  <a:pt x="2847" y="4501"/>
                </a:lnTo>
                <a:lnTo>
                  <a:pt x="2868" y="4455"/>
                </a:lnTo>
                <a:lnTo>
                  <a:pt x="2888" y="4407"/>
                </a:lnTo>
                <a:lnTo>
                  <a:pt x="2909" y="4360"/>
                </a:lnTo>
                <a:lnTo>
                  <a:pt x="2929" y="4312"/>
                </a:lnTo>
                <a:lnTo>
                  <a:pt x="2949" y="4264"/>
                </a:lnTo>
                <a:lnTo>
                  <a:pt x="2970" y="4216"/>
                </a:lnTo>
                <a:lnTo>
                  <a:pt x="2991" y="4168"/>
                </a:lnTo>
                <a:lnTo>
                  <a:pt x="3011" y="4121"/>
                </a:lnTo>
                <a:lnTo>
                  <a:pt x="3031" y="4073"/>
                </a:lnTo>
                <a:lnTo>
                  <a:pt x="3052" y="4027"/>
                </a:lnTo>
                <a:lnTo>
                  <a:pt x="3072" y="3980"/>
                </a:lnTo>
                <a:lnTo>
                  <a:pt x="3093" y="3935"/>
                </a:lnTo>
                <a:lnTo>
                  <a:pt x="3113" y="3890"/>
                </a:lnTo>
                <a:lnTo>
                  <a:pt x="3134" y="3845"/>
                </a:lnTo>
                <a:lnTo>
                  <a:pt x="3154" y="3802"/>
                </a:lnTo>
                <a:lnTo>
                  <a:pt x="3175" y="3758"/>
                </a:lnTo>
                <a:lnTo>
                  <a:pt x="3195" y="3715"/>
                </a:lnTo>
                <a:lnTo>
                  <a:pt x="3216" y="3673"/>
                </a:lnTo>
                <a:lnTo>
                  <a:pt x="3236" y="3631"/>
                </a:lnTo>
                <a:lnTo>
                  <a:pt x="3257" y="3588"/>
                </a:lnTo>
                <a:lnTo>
                  <a:pt x="3277" y="3546"/>
                </a:lnTo>
                <a:lnTo>
                  <a:pt x="3298" y="3504"/>
                </a:lnTo>
                <a:lnTo>
                  <a:pt x="3318" y="3461"/>
                </a:lnTo>
                <a:lnTo>
                  <a:pt x="3339" y="3418"/>
                </a:lnTo>
                <a:lnTo>
                  <a:pt x="3359" y="3374"/>
                </a:lnTo>
                <a:lnTo>
                  <a:pt x="3380" y="3329"/>
                </a:lnTo>
                <a:lnTo>
                  <a:pt x="3400" y="3284"/>
                </a:lnTo>
                <a:lnTo>
                  <a:pt x="3420" y="3238"/>
                </a:lnTo>
                <a:lnTo>
                  <a:pt x="3441" y="3191"/>
                </a:lnTo>
                <a:lnTo>
                  <a:pt x="3461" y="3144"/>
                </a:lnTo>
                <a:lnTo>
                  <a:pt x="3482" y="3095"/>
                </a:lnTo>
                <a:lnTo>
                  <a:pt x="3502" y="3046"/>
                </a:lnTo>
                <a:lnTo>
                  <a:pt x="3523" y="2996"/>
                </a:lnTo>
                <a:lnTo>
                  <a:pt x="3543" y="2945"/>
                </a:lnTo>
                <a:lnTo>
                  <a:pt x="3564" y="2894"/>
                </a:lnTo>
                <a:lnTo>
                  <a:pt x="3584" y="2843"/>
                </a:lnTo>
                <a:lnTo>
                  <a:pt x="3605" y="2792"/>
                </a:lnTo>
                <a:lnTo>
                  <a:pt x="3625" y="2740"/>
                </a:lnTo>
                <a:lnTo>
                  <a:pt x="3646" y="2689"/>
                </a:lnTo>
                <a:lnTo>
                  <a:pt x="3666" y="2638"/>
                </a:lnTo>
                <a:lnTo>
                  <a:pt x="3687" y="2588"/>
                </a:lnTo>
                <a:lnTo>
                  <a:pt x="3707" y="2538"/>
                </a:lnTo>
                <a:lnTo>
                  <a:pt x="3728" y="2490"/>
                </a:lnTo>
                <a:lnTo>
                  <a:pt x="3748" y="2442"/>
                </a:lnTo>
                <a:lnTo>
                  <a:pt x="3769" y="2395"/>
                </a:lnTo>
                <a:lnTo>
                  <a:pt x="3789" y="2350"/>
                </a:lnTo>
                <a:lnTo>
                  <a:pt x="3810" y="2306"/>
                </a:lnTo>
                <a:lnTo>
                  <a:pt x="3830" y="2263"/>
                </a:lnTo>
                <a:lnTo>
                  <a:pt x="3851" y="2222"/>
                </a:lnTo>
                <a:lnTo>
                  <a:pt x="3871" y="2183"/>
                </a:lnTo>
                <a:lnTo>
                  <a:pt x="3892" y="2145"/>
                </a:lnTo>
                <a:lnTo>
                  <a:pt x="3912" y="2108"/>
                </a:lnTo>
                <a:lnTo>
                  <a:pt x="3932" y="2073"/>
                </a:lnTo>
                <a:lnTo>
                  <a:pt x="3953" y="2039"/>
                </a:lnTo>
                <a:lnTo>
                  <a:pt x="3973" y="2006"/>
                </a:lnTo>
                <a:lnTo>
                  <a:pt x="3994" y="1974"/>
                </a:lnTo>
                <a:lnTo>
                  <a:pt x="4014" y="1944"/>
                </a:lnTo>
                <a:lnTo>
                  <a:pt x="4035" y="1914"/>
                </a:lnTo>
                <a:lnTo>
                  <a:pt x="4055" y="1885"/>
                </a:lnTo>
                <a:lnTo>
                  <a:pt x="4076" y="1857"/>
                </a:lnTo>
                <a:lnTo>
                  <a:pt x="4096" y="1829"/>
                </a:lnTo>
                <a:lnTo>
                  <a:pt x="4117" y="1802"/>
                </a:lnTo>
                <a:lnTo>
                  <a:pt x="4137" y="1774"/>
                </a:lnTo>
                <a:lnTo>
                  <a:pt x="4158" y="1747"/>
                </a:lnTo>
                <a:lnTo>
                  <a:pt x="4178" y="1720"/>
                </a:lnTo>
                <a:lnTo>
                  <a:pt x="4199" y="1692"/>
                </a:lnTo>
                <a:lnTo>
                  <a:pt x="4219" y="1664"/>
                </a:lnTo>
                <a:lnTo>
                  <a:pt x="4240" y="1636"/>
                </a:lnTo>
                <a:lnTo>
                  <a:pt x="4260" y="1607"/>
                </a:lnTo>
                <a:lnTo>
                  <a:pt x="4281" y="1578"/>
                </a:lnTo>
                <a:lnTo>
                  <a:pt x="4301" y="1548"/>
                </a:lnTo>
                <a:lnTo>
                  <a:pt x="4321" y="1518"/>
                </a:lnTo>
                <a:lnTo>
                  <a:pt x="4342" y="1487"/>
                </a:lnTo>
                <a:lnTo>
                  <a:pt x="4363" y="1455"/>
                </a:lnTo>
                <a:lnTo>
                  <a:pt x="4383" y="1421"/>
                </a:lnTo>
                <a:lnTo>
                  <a:pt x="4403" y="1388"/>
                </a:lnTo>
                <a:lnTo>
                  <a:pt x="4424" y="1355"/>
                </a:lnTo>
                <a:lnTo>
                  <a:pt x="4444" y="1321"/>
                </a:lnTo>
                <a:lnTo>
                  <a:pt x="4465" y="1286"/>
                </a:lnTo>
                <a:lnTo>
                  <a:pt x="4485" y="1250"/>
                </a:lnTo>
                <a:lnTo>
                  <a:pt x="4506" y="1215"/>
                </a:lnTo>
                <a:lnTo>
                  <a:pt x="4526" y="1178"/>
                </a:lnTo>
                <a:lnTo>
                  <a:pt x="4547" y="1141"/>
                </a:lnTo>
                <a:lnTo>
                  <a:pt x="4567" y="1104"/>
                </a:lnTo>
                <a:lnTo>
                  <a:pt x="4588" y="1067"/>
                </a:lnTo>
                <a:lnTo>
                  <a:pt x="4608" y="1030"/>
                </a:lnTo>
                <a:lnTo>
                  <a:pt x="4629" y="992"/>
                </a:lnTo>
                <a:lnTo>
                  <a:pt x="4649" y="954"/>
                </a:lnTo>
                <a:lnTo>
                  <a:pt x="4670" y="917"/>
                </a:lnTo>
                <a:lnTo>
                  <a:pt x="4690" y="880"/>
                </a:lnTo>
                <a:lnTo>
                  <a:pt x="4711" y="843"/>
                </a:lnTo>
                <a:lnTo>
                  <a:pt x="4731" y="806"/>
                </a:lnTo>
                <a:lnTo>
                  <a:pt x="4752" y="770"/>
                </a:lnTo>
                <a:lnTo>
                  <a:pt x="4772" y="735"/>
                </a:lnTo>
                <a:lnTo>
                  <a:pt x="4792" y="701"/>
                </a:lnTo>
                <a:lnTo>
                  <a:pt x="4813" y="667"/>
                </a:lnTo>
                <a:lnTo>
                  <a:pt x="4833" y="635"/>
                </a:lnTo>
                <a:lnTo>
                  <a:pt x="4854" y="603"/>
                </a:lnTo>
                <a:lnTo>
                  <a:pt x="4874" y="573"/>
                </a:lnTo>
                <a:lnTo>
                  <a:pt x="4895" y="544"/>
                </a:lnTo>
                <a:lnTo>
                  <a:pt x="4915" y="515"/>
                </a:lnTo>
                <a:lnTo>
                  <a:pt x="4936" y="488"/>
                </a:lnTo>
                <a:lnTo>
                  <a:pt x="4956" y="462"/>
                </a:lnTo>
                <a:lnTo>
                  <a:pt x="4977" y="436"/>
                </a:lnTo>
                <a:lnTo>
                  <a:pt x="4997" y="412"/>
                </a:lnTo>
                <a:lnTo>
                  <a:pt x="5018" y="388"/>
                </a:lnTo>
                <a:lnTo>
                  <a:pt x="5038" y="365"/>
                </a:lnTo>
                <a:lnTo>
                  <a:pt x="5059" y="343"/>
                </a:lnTo>
                <a:lnTo>
                  <a:pt x="5079" y="320"/>
                </a:lnTo>
                <a:lnTo>
                  <a:pt x="5100" y="299"/>
                </a:lnTo>
                <a:lnTo>
                  <a:pt x="5120" y="278"/>
                </a:lnTo>
                <a:lnTo>
                  <a:pt x="5141" y="257"/>
                </a:lnTo>
                <a:lnTo>
                  <a:pt x="5161" y="236"/>
                </a:lnTo>
                <a:lnTo>
                  <a:pt x="5182" y="216"/>
                </a:lnTo>
                <a:lnTo>
                  <a:pt x="5202" y="196"/>
                </a:lnTo>
                <a:lnTo>
                  <a:pt x="5223" y="176"/>
                </a:lnTo>
                <a:lnTo>
                  <a:pt x="5243" y="157"/>
                </a:lnTo>
                <a:lnTo>
                  <a:pt x="5263" y="138"/>
                </a:lnTo>
                <a:lnTo>
                  <a:pt x="5284" y="121"/>
                </a:lnTo>
                <a:lnTo>
                  <a:pt x="5304" y="103"/>
                </a:lnTo>
                <a:lnTo>
                  <a:pt x="5325" y="87"/>
                </a:lnTo>
                <a:lnTo>
                  <a:pt x="5345" y="71"/>
                </a:lnTo>
                <a:lnTo>
                  <a:pt x="5366" y="57"/>
                </a:lnTo>
                <a:lnTo>
                  <a:pt x="5386" y="44"/>
                </a:lnTo>
                <a:lnTo>
                  <a:pt x="5407" y="33"/>
                </a:lnTo>
                <a:lnTo>
                  <a:pt x="5427" y="23"/>
                </a:lnTo>
                <a:lnTo>
                  <a:pt x="5448" y="14"/>
                </a:lnTo>
                <a:lnTo>
                  <a:pt x="5468" y="8"/>
                </a:lnTo>
                <a:lnTo>
                  <a:pt x="5489" y="3"/>
                </a:lnTo>
                <a:lnTo>
                  <a:pt x="5509" y="0"/>
                </a:lnTo>
                <a:lnTo>
                  <a:pt x="5530" y="0"/>
                </a:lnTo>
                <a:lnTo>
                  <a:pt x="5550" y="1"/>
                </a:lnTo>
                <a:lnTo>
                  <a:pt x="5571" y="4"/>
                </a:lnTo>
                <a:lnTo>
                  <a:pt x="5591" y="10"/>
                </a:lnTo>
                <a:lnTo>
                  <a:pt x="5612" y="18"/>
                </a:lnTo>
                <a:lnTo>
                  <a:pt x="5632" y="28"/>
                </a:lnTo>
                <a:lnTo>
                  <a:pt x="5653" y="40"/>
                </a:lnTo>
                <a:lnTo>
                  <a:pt x="5673" y="55"/>
                </a:lnTo>
                <a:lnTo>
                  <a:pt x="5693" y="71"/>
                </a:lnTo>
                <a:lnTo>
                  <a:pt x="5714" y="90"/>
                </a:lnTo>
                <a:lnTo>
                  <a:pt x="5734" y="110"/>
                </a:lnTo>
                <a:lnTo>
                  <a:pt x="5755" y="133"/>
                </a:lnTo>
                <a:lnTo>
                  <a:pt x="5775" y="158"/>
                </a:lnTo>
                <a:lnTo>
                  <a:pt x="5796" y="185"/>
                </a:lnTo>
                <a:lnTo>
                  <a:pt x="5816" y="213"/>
                </a:lnTo>
                <a:lnTo>
                  <a:pt x="5837" y="243"/>
                </a:lnTo>
                <a:lnTo>
                  <a:pt x="5857" y="275"/>
                </a:lnTo>
                <a:lnTo>
                  <a:pt x="5878" y="309"/>
                </a:lnTo>
                <a:lnTo>
                  <a:pt x="5898" y="345"/>
                </a:lnTo>
                <a:lnTo>
                  <a:pt x="5919" y="381"/>
                </a:lnTo>
                <a:lnTo>
                  <a:pt x="5939" y="420"/>
                </a:lnTo>
                <a:lnTo>
                  <a:pt x="5960" y="459"/>
                </a:lnTo>
                <a:lnTo>
                  <a:pt x="5980" y="500"/>
                </a:lnTo>
                <a:lnTo>
                  <a:pt x="6001" y="543"/>
                </a:lnTo>
                <a:lnTo>
                  <a:pt x="6021" y="586"/>
                </a:lnTo>
                <a:lnTo>
                  <a:pt x="6042" y="631"/>
                </a:lnTo>
                <a:lnTo>
                  <a:pt x="6062" y="677"/>
                </a:lnTo>
                <a:lnTo>
                  <a:pt x="6083" y="724"/>
                </a:lnTo>
                <a:lnTo>
                  <a:pt x="6103" y="772"/>
                </a:lnTo>
                <a:lnTo>
                  <a:pt x="6123" y="822"/>
                </a:lnTo>
                <a:lnTo>
                  <a:pt x="6144" y="872"/>
                </a:lnTo>
                <a:lnTo>
                  <a:pt x="6164" y="923"/>
                </a:lnTo>
                <a:lnTo>
                  <a:pt x="6185" y="975"/>
                </a:lnTo>
                <a:lnTo>
                  <a:pt x="6205" y="1028"/>
                </a:lnTo>
                <a:lnTo>
                  <a:pt x="6226" y="1082"/>
                </a:lnTo>
                <a:lnTo>
                  <a:pt x="6246" y="1137"/>
                </a:lnTo>
                <a:lnTo>
                  <a:pt x="6267" y="1193"/>
                </a:lnTo>
                <a:lnTo>
                  <a:pt x="6287" y="1250"/>
                </a:lnTo>
                <a:lnTo>
                  <a:pt x="6308" y="1307"/>
                </a:lnTo>
                <a:lnTo>
                  <a:pt x="6328" y="1365"/>
                </a:lnTo>
                <a:lnTo>
                  <a:pt x="6349" y="1423"/>
                </a:lnTo>
                <a:lnTo>
                  <a:pt x="6369" y="1483"/>
                </a:lnTo>
                <a:lnTo>
                  <a:pt x="6390" y="1543"/>
                </a:lnTo>
                <a:lnTo>
                  <a:pt x="6410" y="1603"/>
                </a:lnTo>
                <a:lnTo>
                  <a:pt x="6451" y="1722"/>
                </a:lnTo>
                <a:lnTo>
                  <a:pt x="6472" y="1782"/>
                </a:lnTo>
                <a:lnTo>
                  <a:pt x="6492" y="1842"/>
                </a:lnTo>
                <a:lnTo>
                  <a:pt x="6513" y="1902"/>
                </a:lnTo>
                <a:lnTo>
                  <a:pt x="6533" y="1961"/>
                </a:lnTo>
                <a:lnTo>
                  <a:pt x="6554" y="2020"/>
                </a:lnTo>
                <a:lnTo>
                  <a:pt x="6574" y="2079"/>
                </a:lnTo>
                <a:lnTo>
                  <a:pt x="6595" y="2137"/>
                </a:lnTo>
                <a:lnTo>
                  <a:pt x="6615" y="2195"/>
                </a:lnTo>
                <a:lnTo>
                  <a:pt x="6635" y="2252"/>
                </a:lnTo>
                <a:lnTo>
                  <a:pt x="6656" y="2308"/>
                </a:lnTo>
                <a:lnTo>
                  <a:pt x="6676" y="2364"/>
                </a:lnTo>
                <a:lnTo>
                  <a:pt x="6697" y="2420"/>
                </a:lnTo>
                <a:lnTo>
                  <a:pt x="6717" y="2475"/>
                </a:lnTo>
                <a:lnTo>
                  <a:pt x="6738" y="2529"/>
                </a:lnTo>
                <a:lnTo>
                  <a:pt x="6758" y="2584"/>
                </a:lnTo>
                <a:lnTo>
                  <a:pt x="6779" y="2638"/>
                </a:lnTo>
                <a:lnTo>
                  <a:pt x="6799" y="2692"/>
                </a:lnTo>
                <a:lnTo>
                  <a:pt x="6820" y="2745"/>
                </a:lnTo>
                <a:lnTo>
                  <a:pt x="6861" y="2852"/>
                </a:lnTo>
                <a:lnTo>
                  <a:pt x="6881" y="2906"/>
                </a:lnTo>
                <a:lnTo>
                  <a:pt x="6902" y="2960"/>
                </a:lnTo>
                <a:lnTo>
                  <a:pt x="6922" y="3013"/>
                </a:lnTo>
                <a:lnTo>
                  <a:pt x="6943" y="3067"/>
                </a:lnTo>
                <a:lnTo>
                  <a:pt x="6963" y="3121"/>
                </a:lnTo>
                <a:lnTo>
                  <a:pt x="6984" y="3175"/>
                </a:lnTo>
                <a:lnTo>
                  <a:pt x="7004" y="3228"/>
                </a:lnTo>
                <a:lnTo>
                  <a:pt x="7024" y="3282"/>
                </a:lnTo>
                <a:lnTo>
                  <a:pt x="7045" y="3335"/>
                </a:lnTo>
                <a:lnTo>
                  <a:pt x="7066" y="3388"/>
                </a:lnTo>
                <a:lnTo>
                  <a:pt x="7086" y="3441"/>
                </a:lnTo>
                <a:lnTo>
                  <a:pt x="7106" y="3493"/>
                </a:lnTo>
                <a:lnTo>
                  <a:pt x="7127" y="3545"/>
                </a:lnTo>
                <a:lnTo>
                  <a:pt x="7147" y="3596"/>
                </a:lnTo>
                <a:lnTo>
                  <a:pt x="7168" y="3646"/>
                </a:lnTo>
                <a:lnTo>
                  <a:pt x="7188" y="3696"/>
                </a:lnTo>
                <a:lnTo>
                  <a:pt x="7209" y="3744"/>
                </a:lnTo>
                <a:lnTo>
                  <a:pt x="7229" y="3791"/>
                </a:lnTo>
                <a:lnTo>
                  <a:pt x="7250" y="3838"/>
                </a:lnTo>
                <a:lnTo>
                  <a:pt x="7270" y="3883"/>
                </a:lnTo>
                <a:lnTo>
                  <a:pt x="7291" y="3927"/>
                </a:lnTo>
                <a:lnTo>
                  <a:pt x="7311" y="3969"/>
                </a:lnTo>
                <a:lnTo>
                  <a:pt x="7332" y="4010"/>
                </a:lnTo>
                <a:lnTo>
                  <a:pt x="7352" y="4050"/>
                </a:lnTo>
                <a:lnTo>
                  <a:pt x="7373" y="4089"/>
                </a:lnTo>
                <a:lnTo>
                  <a:pt x="7393" y="4126"/>
                </a:lnTo>
                <a:lnTo>
                  <a:pt x="7414" y="4162"/>
                </a:lnTo>
                <a:lnTo>
                  <a:pt x="7434" y="4197"/>
                </a:lnTo>
                <a:lnTo>
                  <a:pt x="7455" y="4230"/>
                </a:lnTo>
                <a:lnTo>
                  <a:pt x="7475" y="4262"/>
                </a:lnTo>
                <a:lnTo>
                  <a:pt x="7495" y="4293"/>
                </a:lnTo>
                <a:lnTo>
                  <a:pt x="7516" y="4323"/>
                </a:lnTo>
                <a:lnTo>
                  <a:pt x="7536" y="4352"/>
                </a:lnTo>
                <a:lnTo>
                  <a:pt x="7557" y="4380"/>
                </a:lnTo>
                <a:lnTo>
                  <a:pt x="7577" y="4407"/>
                </a:lnTo>
                <a:lnTo>
                  <a:pt x="7598" y="4434"/>
                </a:lnTo>
                <a:lnTo>
                  <a:pt x="7618" y="4460"/>
                </a:lnTo>
                <a:lnTo>
                  <a:pt x="7639" y="4485"/>
                </a:lnTo>
                <a:lnTo>
                  <a:pt x="7659" y="4511"/>
                </a:lnTo>
                <a:lnTo>
                  <a:pt x="7680" y="4535"/>
                </a:lnTo>
                <a:lnTo>
                  <a:pt x="7700" y="4560"/>
                </a:lnTo>
                <a:lnTo>
                  <a:pt x="7721" y="4585"/>
                </a:lnTo>
                <a:lnTo>
                  <a:pt x="7741" y="4610"/>
                </a:lnTo>
                <a:lnTo>
                  <a:pt x="7762" y="4634"/>
                </a:lnTo>
                <a:lnTo>
                  <a:pt x="7782" y="4660"/>
                </a:lnTo>
                <a:lnTo>
                  <a:pt x="7803" y="4685"/>
                </a:lnTo>
                <a:lnTo>
                  <a:pt x="7823" y="4711"/>
                </a:lnTo>
                <a:lnTo>
                  <a:pt x="7844" y="4737"/>
                </a:lnTo>
                <a:lnTo>
                  <a:pt x="7864" y="4764"/>
                </a:lnTo>
                <a:lnTo>
                  <a:pt x="7884" y="4791"/>
                </a:lnTo>
                <a:lnTo>
                  <a:pt x="7905" y="4819"/>
                </a:lnTo>
                <a:lnTo>
                  <a:pt x="7926" y="4847"/>
                </a:lnTo>
                <a:lnTo>
                  <a:pt x="7946" y="4875"/>
                </a:lnTo>
                <a:lnTo>
                  <a:pt x="7967" y="4904"/>
                </a:lnTo>
                <a:lnTo>
                  <a:pt x="7987" y="4933"/>
                </a:lnTo>
                <a:lnTo>
                  <a:pt x="8007" y="4963"/>
                </a:lnTo>
                <a:lnTo>
                  <a:pt x="8028" y="4992"/>
                </a:lnTo>
                <a:lnTo>
                  <a:pt x="8048" y="5022"/>
                </a:lnTo>
                <a:lnTo>
                  <a:pt x="8069" y="5052"/>
                </a:lnTo>
                <a:lnTo>
                  <a:pt x="8089" y="5082"/>
                </a:lnTo>
                <a:lnTo>
                  <a:pt x="8130" y="5143"/>
                </a:lnTo>
                <a:lnTo>
                  <a:pt x="8151" y="5173"/>
                </a:lnTo>
                <a:lnTo>
                  <a:pt x="8171" y="5202"/>
                </a:lnTo>
                <a:lnTo>
                  <a:pt x="8192" y="5232"/>
                </a:lnTo>
                <a:lnTo>
                  <a:pt x="8212" y="5262"/>
                </a:lnTo>
                <a:lnTo>
                  <a:pt x="8233" y="5291"/>
                </a:lnTo>
                <a:lnTo>
                  <a:pt x="8253" y="5319"/>
                </a:lnTo>
                <a:lnTo>
                  <a:pt x="8274" y="5348"/>
                </a:lnTo>
                <a:lnTo>
                  <a:pt x="8294" y="5375"/>
                </a:lnTo>
                <a:lnTo>
                  <a:pt x="8315" y="5403"/>
                </a:lnTo>
                <a:lnTo>
                  <a:pt x="8335" y="5429"/>
                </a:lnTo>
                <a:lnTo>
                  <a:pt x="8356" y="5455"/>
                </a:lnTo>
                <a:lnTo>
                  <a:pt x="8376" y="5480"/>
                </a:lnTo>
                <a:lnTo>
                  <a:pt x="8396" y="5504"/>
                </a:lnTo>
                <a:lnTo>
                  <a:pt x="8417" y="5527"/>
                </a:lnTo>
                <a:lnTo>
                  <a:pt x="8438" y="5550"/>
                </a:lnTo>
                <a:lnTo>
                  <a:pt x="8458" y="5571"/>
                </a:lnTo>
                <a:lnTo>
                  <a:pt x="8478" y="5591"/>
                </a:lnTo>
                <a:lnTo>
                  <a:pt x="8499" y="5611"/>
                </a:lnTo>
                <a:lnTo>
                  <a:pt x="8519" y="5630"/>
                </a:lnTo>
                <a:lnTo>
                  <a:pt x="8540" y="5647"/>
                </a:lnTo>
                <a:lnTo>
                  <a:pt x="8560" y="5664"/>
                </a:lnTo>
                <a:lnTo>
                  <a:pt x="8581" y="5680"/>
                </a:lnTo>
                <a:lnTo>
                  <a:pt x="8601" y="5695"/>
                </a:lnTo>
                <a:lnTo>
                  <a:pt x="8622" y="5709"/>
                </a:lnTo>
                <a:lnTo>
                  <a:pt x="8642" y="5722"/>
                </a:lnTo>
                <a:lnTo>
                  <a:pt x="8663" y="5735"/>
                </a:lnTo>
                <a:lnTo>
                  <a:pt x="8683" y="5747"/>
                </a:lnTo>
                <a:lnTo>
                  <a:pt x="8704" y="5759"/>
                </a:lnTo>
                <a:lnTo>
                  <a:pt x="8724" y="5770"/>
                </a:lnTo>
                <a:lnTo>
                  <a:pt x="8745" y="5781"/>
                </a:lnTo>
                <a:lnTo>
                  <a:pt x="8765" y="5791"/>
                </a:lnTo>
                <a:lnTo>
                  <a:pt x="8786" y="5802"/>
                </a:lnTo>
                <a:lnTo>
                  <a:pt x="8806" y="5812"/>
                </a:lnTo>
                <a:lnTo>
                  <a:pt x="8827" y="5822"/>
                </a:lnTo>
                <a:lnTo>
                  <a:pt x="8847" y="5832"/>
                </a:lnTo>
                <a:lnTo>
                  <a:pt x="8867" y="5842"/>
                </a:lnTo>
                <a:lnTo>
                  <a:pt x="8888" y="5851"/>
                </a:lnTo>
                <a:lnTo>
                  <a:pt x="8908" y="5861"/>
                </a:lnTo>
                <a:lnTo>
                  <a:pt x="8949" y="5882"/>
                </a:lnTo>
                <a:lnTo>
                  <a:pt x="8970" y="5892"/>
                </a:lnTo>
                <a:lnTo>
                  <a:pt x="8990" y="5902"/>
                </a:lnTo>
                <a:lnTo>
                  <a:pt x="9011" y="5912"/>
                </a:lnTo>
                <a:lnTo>
                  <a:pt x="9052" y="5933"/>
                </a:lnTo>
                <a:lnTo>
                  <a:pt x="9072" y="5944"/>
                </a:lnTo>
                <a:lnTo>
                  <a:pt x="9093" y="5954"/>
                </a:lnTo>
                <a:lnTo>
                  <a:pt x="9113" y="5964"/>
                </a:lnTo>
                <a:lnTo>
                  <a:pt x="9134" y="5975"/>
                </a:lnTo>
                <a:lnTo>
                  <a:pt x="9154" y="5985"/>
                </a:lnTo>
                <a:lnTo>
                  <a:pt x="9175" y="5996"/>
                </a:lnTo>
                <a:lnTo>
                  <a:pt x="9195" y="6006"/>
                </a:lnTo>
                <a:lnTo>
                  <a:pt x="9216" y="6016"/>
                </a:lnTo>
                <a:lnTo>
                  <a:pt x="9236" y="6025"/>
                </a:lnTo>
                <a:lnTo>
                  <a:pt x="9257" y="6035"/>
                </a:lnTo>
                <a:lnTo>
                  <a:pt x="9277" y="6044"/>
                </a:lnTo>
                <a:lnTo>
                  <a:pt x="9298" y="6053"/>
                </a:lnTo>
                <a:lnTo>
                  <a:pt x="9318" y="6061"/>
                </a:lnTo>
                <a:lnTo>
                  <a:pt x="9338" y="6070"/>
                </a:lnTo>
                <a:lnTo>
                  <a:pt x="9359" y="6078"/>
                </a:lnTo>
                <a:lnTo>
                  <a:pt x="9379" y="6085"/>
                </a:lnTo>
                <a:lnTo>
                  <a:pt x="9400" y="6092"/>
                </a:lnTo>
                <a:lnTo>
                  <a:pt x="9420" y="6099"/>
                </a:lnTo>
                <a:lnTo>
                  <a:pt x="9441" y="6105"/>
                </a:lnTo>
                <a:lnTo>
                  <a:pt x="9461" y="6111"/>
                </a:lnTo>
                <a:lnTo>
                  <a:pt x="9482" y="6117"/>
                </a:lnTo>
                <a:lnTo>
                  <a:pt x="9502" y="6122"/>
                </a:lnTo>
                <a:lnTo>
                  <a:pt x="9523" y="6127"/>
                </a:lnTo>
                <a:lnTo>
                  <a:pt x="9543" y="6131"/>
                </a:lnTo>
                <a:lnTo>
                  <a:pt x="9564" y="6135"/>
                </a:lnTo>
                <a:lnTo>
                  <a:pt x="9584" y="6139"/>
                </a:lnTo>
                <a:lnTo>
                  <a:pt x="9605" y="6142"/>
                </a:lnTo>
                <a:lnTo>
                  <a:pt x="9625" y="6145"/>
                </a:lnTo>
                <a:lnTo>
                  <a:pt x="9646" y="6148"/>
                </a:lnTo>
                <a:lnTo>
                  <a:pt x="9666" y="6150"/>
                </a:lnTo>
                <a:lnTo>
                  <a:pt x="9687" y="6152"/>
                </a:lnTo>
                <a:lnTo>
                  <a:pt x="9707" y="6154"/>
                </a:lnTo>
                <a:lnTo>
                  <a:pt x="9728" y="6156"/>
                </a:lnTo>
                <a:lnTo>
                  <a:pt x="9748" y="6157"/>
                </a:lnTo>
                <a:lnTo>
                  <a:pt x="9769" y="6159"/>
                </a:lnTo>
                <a:lnTo>
                  <a:pt x="9789" y="6160"/>
                </a:lnTo>
                <a:lnTo>
                  <a:pt x="9809" y="6160"/>
                </a:lnTo>
                <a:lnTo>
                  <a:pt x="9830" y="6161"/>
                </a:lnTo>
                <a:lnTo>
                  <a:pt x="9850" y="6161"/>
                </a:lnTo>
                <a:lnTo>
                  <a:pt x="9871" y="6162"/>
                </a:lnTo>
                <a:lnTo>
                  <a:pt x="9891" y="6162"/>
                </a:lnTo>
                <a:lnTo>
                  <a:pt x="9912" y="6162"/>
                </a:lnTo>
                <a:lnTo>
                  <a:pt x="9932" y="6162"/>
                </a:lnTo>
                <a:lnTo>
                  <a:pt x="9953" y="6162"/>
                </a:lnTo>
                <a:lnTo>
                  <a:pt x="9973" y="6161"/>
                </a:lnTo>
                <a:lnTo>
                  <a:pt x="9994" y="6161"/>
                </a:lnTo>
                <a:lnTo>
                  <a:pt x="10014" y="6161"/>
                </a:lnTo>
                <a:lnTo>
                  <a:pt x="10035" y="6160"/>
                </a:lnTo>
                <a:lnTo>
                  <a:pt x="10076" y="6160"/>
                </a:lnTo>
                <a:lnTo>
                  <a:pt x="10096" y="6159"/>
                </a:lnTo>
                <a:lnTo>
                  <a:pt x="10117" y="6159"/>
                </a:lnTo>
                <a:lnTo>
                  <a:pt x="10137" y="6158"/>
                </a:lnTo>
                <a:lnTo>
                  <a:pt x="10158" y="6158"/>
                </a:lnTo>
                <a:lnTo>
                  <a:pt x="10178" y="6158"/>
                </a:lnTo>
                <a:lnTo>
                  <a:pt x="10219" y="6158"/>
                </a:lnTo>
                <a:lnTo>
                  <a:pt x="10239" y="6158"/>
                </a:lnTo>
                <a:lnTo>
                  <a:pt x="10260" y="6158"/>
                </a:lnTo>
                <a:lnTo>
                  <a:pt x="10280" y="6159"/>
                </a:lnTo>
                <a:lnTo>
                  <a:pt x="10301" y="6159"/>
                </a:lnTo>
                <a:lnTo>
                  <a:pt x="10321" y="6160"/>
                </a:lnTo>
                <a:lnTo>
                  <a:pt x="10342" y="6161"/>
                </a:lnTo>
                <a:lnTo>
                  <a:pt x="10362" y="6162"/>
                </a:lnTo>
                <a:lnTo>
                  <a:pt x="10383" y="6163"/>
                </a:lnTo>
                <a:lnTo>
                  <a:pt x="10424" y="6165"/>
                </a:lnTo>
                <a:lnTo>
                  <a:pt x="10444" y="6167"/>
                </a:lnTo>
                <a:lnTo>
                  <a:pt x="10465" y="6168"/>
                </a:lnTo>
                <a:lnTo>
                  <a:pt x="10465" y="6200"/>
                </a:lnTo>
                <a:lnTo>
                  <a:pt x="0" y="6200"/>
                </a:lnTo>
                <a:lnTo>
                  <a:pt x="0" y="6190"/>
                </a:lnTo>
                <a:close/>
              </a:path>
            </a:pathLst>
          </a:custGeom>
          <a:solidFill>
            <a:srgbClr val="8C8C8C">
              <a:alpha val="2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 flipV="1">
            <a:off x="6124680" y="482400"/>
            <a:ext cx="0" cy="2454120"/>
          </a:xfrm>
          <a:prstGeom prst="line">
            <a:avLst/>
          </a:prstGeom>
          <a:ln w="10800">
            <a:solidFill>
              <a:srgbClr val="737373"/>
            </a:solidFill>
            <a:custDash>
              <a:ds d="100000" sp="30666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 flipV="1">
            <a:off x="8166600" y="482400"/>
            <a:ext cx="0" cy="2454120"/>
          </a:xfrm>
          <a:prstGeom prst="line">
            <a:avLst/>
          </a:prstGeom>
          <a:ln w="10800">
            <a:solidFill>
              <a:srgbClr val="737373"/>
            </a:solidFill>
            <a:custDash>
              <a:ds d="100000" sp="30666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 flipV="1">
            <a:off x="6744600" y="481680"/>
            <a:ext cx="0" cy="2454840"/>
          </a:xfrm>
          <a:prstGeom prst="line">
            <a:avLst/>
          </a:prstGeom>
          <a:ln w="21600">
            <a:solidFill>
              <a:srgbClr val="D55E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" tIns="10800" rIns="10800" bIns="10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98240" y="126360"/>
            <a:ext cx="31752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 'Reserves sit where warming is slow' is an artefact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744960" y="568440"/>
            <a:ext cx="93060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70" b="0" u="none" strike="noStrike">
                <a:solidFill>
                  <a:srgbClr val="D55E00"/>
                </a:solidFill>
                <a:effectLst/>
                <a:uFillTx/>
                <a:latin typeface="Arial"/>
                <a:ea typeface="Arial"/>
              </a:rPr>
              <a:t>  observed ρ = -0.013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 flipV="1">
            <a:off x="5051520" y="481680"/>
            <a:ext cx="0" cy="245484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6744960" y="708840"/>
            <a:ext cx="420840" cy="9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70" b="0" u="none" strike="noStrike">
                <a:solidFill>
                  <a:srgbClr val="D55E00"/>
                </a:solidFill>
                <a:effectLst/>
                <a:uFillTx/>
                <a:latin typeface="Arial"/>
                <a:ea typeface="Arial"/>
              </a:rPr>
              <a:t>  P = 0.48</a:t>
            </a:r>
            <a:endParaRPr lang="en-US" sz="7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949640" y="2787120"/>
            <a:ext cx="910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4949640" y="2328480"/>
            <a:ext cx="910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898880" y="1869840"/>
            <a:ext cx="102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4898880" y="1411560"/>
            <a:ext cx="102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4898880" y="952920"/>
            <a:ext cx="102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5023080" y="282492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5023080" y="236628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5023080" y="190800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5023080" y="144936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5023080" y="99072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5023080" y="53208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5051520" y="2936520"/>
            <a:ext cx="4143600" cy="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 flipV="1">
            <a:off x="5217120" y="2936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 flipV="1">
            <a:off x="6183000" y="2936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 flipV="1">
            <a:off x="7149240" y="2936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 flipV="1">
            <a:off x="8115480" y="2936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 flipV="1">
            <a:off x="9081360" y="293652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4898880" y="494280"/>
            <a:ext cx="102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25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5115600" y="2988000"/>
            <a:ext cx="2091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-0.06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6081840" y="2988000"/>
            <a:ext cx="2091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-0.03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7060320" y="2988000"/>
            <a:ext cx="1785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8026560" y="2988000"/>
            <a:ext cx="1785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0.03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8992800" y="2988000"/>
            <a:ext cx="1785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0.06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5802480" y="3117960"/>
            <a:ext cx="25858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Within-stratum Spearman ρ (coverage vs warming)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 rot="16200000">
            <a:off x="4203000" y="1670040"/>
            <a:ext cx="12204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Permutation null density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5051520" y="310320"/>
            <a:ext cx="354348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999 within-stratum shufﬂes; the observed value lies inside the null distribution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69480" y="3288960"/>
            <a:ext cx="3082680" cy="3588480"/>
          </a:xfrm>
          <a:custGeom>
            <a:avLst/>
            <a:gdLst/>
            <a:ahLst/>
            <a:rect l="0" t="0" r="r" b="b"/>
            <a:pathLst>
              <a:path w="8563" h="9968">
                <a:moveTo>
                  <a:pt x="0" y="0"/>
                </a:moveTo>
                <a:lnTo>
                  <a:pt x="8563" y="0"/>
                </a:lnTo>
                <a:lnTo>
                  <a:pt x="8563" y="9968"/>
                </a:lnTo>
                <a:lnTo>
                  <a:pt x="0" y="99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0800">
            <a:solidFill>
              <a:srgbClr val="FFFFFF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3151800" y="3288960"/>
            <a:ext cx="6100560" cy="3588480"/>
          </a:xfrm>
          <a:custGeom>
            <a:avLst/>
            <a:gdLst/>
            <a:ahLst/>
            <a:rect l="0" t="0" r="r" b="b"/>
            <a:pathLst>
              <a:path w="16946" h="9968">
                <a:moveTo>
                  <a:pt x="0" y="0"/>
                </a:moveTo>
                <a:lnTo>
                  <a:pt x="16946" y="0"/>
                </a:lnTo>
                <a:lnTo>
                  <a:pt x="16946" y="9968"/>
                </a:lnTo>
                <a:lnTo>
                  <a:pt x="0" y="99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0800">
            <a:solidFill>
              <a:srgbClr val="FFFFFF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498240" y="3701160"/>
            <a:ext cx="2597040" cy="2823840"/>
          </a:xfrm>
          <a:custGeom>
            <a:avLst/>
            <a:gdLst/>
            <a:ahLst/>
            <a:rect l="0" t="0" r="r" b="b"/>
            <a:pathLst>
              <a:path w="7214" h="7844">
                <a:moveTo>
                  <a:pt x="0" y="0"/>
                </a:moveTo>
                <a:lnTo>
                  <a:pt x="7214" y="0"/>
                </a:lnTo>
                <a:lnTo>
                  <a:pt x="7214" y="7844"/>
                </a:lnTo>
                <a:lnTo>
                  <a:pt x="0" y="78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2325240" y="4536000"/>
            <a:ext cx="81000" cy="89640"/>
          </a:xfrm>
          <a:custGeom>
            <a:avLst/>
            <a:gdLst/>
            <a:ahLst/>
            <a:rect l="0" t="0" r="r" b="b"/>
            <a:pathLst>
              <a:path w="225" h="249">
                <a:moveTo>
                  <a:pt x="125" y="2"/>
                </a:moveTo>
                <a:lnTo>
                  <a:pt x="125" y="1"/>
                </a:lnTo>
                <a:lnTo>
                  <a:pt x="126" y="2"/>
                </a:lnTo>
                <a:lnTo>
                  <a:pt x="126" y="3"/>
                </a:lnTo>
                <a:lnTo>
                  <a:pt x="126" y="4"/>
                </a:lnTo>
                <a:lnTo>
                  <a:pt x="127" y="5"/>
                </a:lnTo>
                <a:lnTo>
                  <a:pt x="126" y="7"/>
                </a:lnTo>
                <a:lnTo>
                  <a:pt x="126" y="8"/>
                </a:lnTo>
                <a:lnTo>
                  <a:pt x="125" y="8"/>
                </a:lnTo>
                <a:lnTo>
                  <a:pt x="126" y="9"/>
                </a:lnTo>
                <a:lnTo>
                  <a:pt x="126" y="10"/>
                </a:lnTo>
                <a:lnTo>
                  <a:pt x="125" y="12"/>
                </a:lnTo>
                <a:lnTo>
                  <a:pt x="125" y="13"/>
                </a:lnTo>
                <a:lnTo>
                  <a:pt x="126" y="13"/>
                </a:lnTo>
                <a:lnTo>
                  <a:pt x="126" y="14"/>
                </a:lnTo>
                <a:lnTo>
                  <a:pt x="127" y="14"/>
                </a:lnTo>
                <a:lnTo>
                  <a:pt x="127" y="15"/>
                </a:lnTo>
                <a:lnTo>
                  <a:pt x="127" y="16"/>
                </a:lnTo>
                <a:lnTo>
                  <a:pt x="128" y="17"/>
                </a:lnTo>
                <a:lnTo>
                  <a:pt x="129" y="17"/>
                </a:lnTo>
                <a:lnTo>
                  <a:pt x="129" y="18"/>
                </a:lnTo>
                <a:lnTo>
                  <a:pt x="130" y="18"/>
                </a:lnTo>
                <a:lnTo>
                  <a:pt x="131" y="19"/>
                </a:lnTo>
                <a:lnTo>
                  <a:pt x="131" y="20"/>
                </a:lnTo>
                <a:lnTo>
                  <a:pt x="130" y="21"/>
                </a:lnTo>
                <a:lnTo>
                  <a:pt x="131" y="21"/>
                </a:lnTo>
                <a:lnTo>
                  <a:pt x="131" y="22"/>
                </a:lnTo>
                <a:lnTo>
                  <a:pt x="131" y="21"/>
                </a:lnTo>
                <a:lnTo>
                  <a:pt x="131" y="22"/>
                </a:lnTo>
                <a:lnTo>
                  <a:pt x="132" y="22"/>
                </a:lnTo>
                <a:lnTo>
                  <a:pt x="133" y="23"/>
                </a:lnTo>
                <a:lnTo>
                  <a:pt x="134" y="23"/>
                </a:lnTo>
                <a:lnTo>
                  <a:pt x="135" y="24"/>
                </a:lnTo>
                <a:lnTo>
                  <a:pt x="136" y="24"/>
                </a:lnTo>
                <a:lnTo>
                  <a:pt x="136" y="25"/>
                </a:lnTo>
                <a:lnTo>
                  <a:pt x="137" y="25"/>
                </a:lnTo>
                <a:lnTo>
                  <a:pt x="138" y="25"/>
                </a:lnTo>
                <a:lnTo>
                  <a:pt x="139" y="26"/>
                </a:lnTo>
                <a:lnTo>
                  <a:pt x="140" y="27"/>
                </a:lnTo>
                <a:lnTo>
                  <a:pt x="141" y="28"/>
                </a:lnTo>
                <a:lnTo>
                  <a:pt x="141" y="29"/>
                </a:lnTo>
                <a:lnTo>
                  <a:pt x="142" y="30"/>
                </a:lnTo>
                <a:lnTo>
                  <a:pt x="142" y="31"/>
                </a:lnTo>
                <a:lnTo>
                  <a:pt x="142" y="30"/>
                </a:lnTo>
                <a:lnTo>
                  <a:pt x="143" y="30"/>
                </a:lnTo>
                <a:lnTo>
                  <a:pt x="144" y="29"/>
                </a:lnTo>
                <a:lnTo>
                  <a:pt x="144" y="30"/>
                </a:lnTo>
                <a:lnTo>
                  <a:pt x="145" y="30"/>
                </a:lnTo>
                <a:lnTo>
                  <a:pt x="147" y="31"/>
                </a:lnTo>
                <a:lnTo>
                  <a:pt x="148" y="31"/>
                </a:lnTo>
                <a:lnTo>
                  <a:pt x="148" y="32"/>
                </a:lnTo>
                <a:lnTo>
                  <a:pt x="149" y="32"/>
                </a:lnTo>
                <a:lnTo>
                  <a:pt x="150" y="33"/>
                </a:lnTo>
                <a:lnTo>
                  <a:pt x="151" y="34"/>
                </a:lnTo>
                <a:lnTo>
                  <a:pt x="151" y="35"/>
                </a:lnTo>
                <a:lnTo>
                  <a:pt x="152" y="36"/>
                </a:lnTo>
                <a:lnTo>
                  <a:pt x="153" y="36"/>
                </a:lnTo>
                <a:lnTo>
                  <a:pt x="153" y="39"/>
                </a:lnTo>
                <a:lnTo>
                  <a:pt x="153" y="38"/>
                </a:lnTo>
                <a:lnTo>
                  <a:pt x="153" y="39"/>
                </a:lnTo>
                <a:lnTo>
                  <a:pt x="154" y="39"/>
                </a:lnTo>
                <a:lnTo>
                  <a:pt x="155" y="39"/>
                </a:lnTo>
                <a:lnTo>
                  <a:pt x="156" y="39"/>
                </a:lnTo>
                <a:lnTo>
                  <a:pt x="157" y="39"/>
                </a:lnTo>
                <a:lnTo>
                  <a:pt x="157" y="40"/>
                </a:lnTo>
                <a:lnTo>
                  <a:pt x="157" y="41"/>
                </a:lnTo>
                <a:lnTo>
                  <a:pt x="157" y="42"/>
                </a:lnTo>
                <a:lnTo>
                  <a:pt x="157" y="43"/>
                </a:lnTo>
                <a:lnTo>
                  <a:pt x="157" y="44"/>
                </a:lnTo>
                <a:lnTo>
                  <a:pt x="159" y="44"/>
                </a:lnTo>
                <a:lnTo>
                  <a:pt x="159" y="45"/>
                </a:lnTo>
                <a:lnTo>
                  <a:pt x="160" y="46"/>
                </a:lnTo>
                <a:lnTo>
                  <a:pt x="162" y="47"/>
                </a:lnTo>
                <a:lnTo>
                  <a:pt x="163" y="48"/>
                </a:lnTo>
                <a:lnTo>
                  <a:pt x="162" y="48"/>
                </a:lnTo>
                <a:lnTo>
                  <a:pt x="163" y="49"/>
                </a:lnTo>
                <a:lnTo>
                  <a:pt x="164" y="49"/>
                </a:lnTo>
                <a:lnTo>
                  <a:pt x="165" y="49"/>
                </a:lnTo>
                <a:lnTo>
                  <a:pt x="167" y="50"/>
                </a:lnTo>
                <a:lnTo>
                  <a:pt x="170" y="50"/>
                </a:lnTo>
                <a:lnTo>
                  <a:pt x="171" y="49"/>
                </a:lnTo>
                <a:lnTo>
                  <a:pt x="172" y="49"/>
                </a:lnTo>
                <a:lnTo>
                  <a:pt x="173" y="49"/>
                </a:lnTo>
                <a:lnTo>
                  <a:pt x="175" y="48"/>
                </a:lnTo>
                <a:lnTo>
                  <a:pt x="175" y="49"/>
                </a:lnTo>
                <a:lnTo>
                  <a:pt x="175" y="48"/>
                </a:lnTo>
                <a:lnTo>
                  <a:pt x="176" y="48"/>
                </a:lnTo>
                <a:lnTo>
                  <a:pt x="177" y="48"/>
                </a:lnTo>
                <a:lnTo>
                  <a:pt x="177" y="47"/>
                </a:lnTo>
                <a:lnTo>
                  <a:pt x="178" y="47"/>
                </a:lnTo>
                <a:lnTo>
                  <a:pt x="179" y="47"/>
                </a:lnTo>
                <a:lnTo>
                  <a:pt x="179" y="48"/>
                </a:lnTo>
                <a:lnTo>
                  <a:pt x="180" y="48"/>
                </a:lnTo>
                <a:lnTo>
                  <a:pt x="181" y="48"/>
                </a:lnTo>
                <a:lnTo>
                  <a:pt x="182" y="48"/>
                </a:lnTo>
                <a:lnTo>
                  <a:pt x="184" y="48"/>
                </a:lnTo>
                <a:lnTo>
                  <a:pt x="186" y="48"/>
                </a:lnTo>
                <a:lnTo>
                  <a:pt x="188" y="48"/>
                </a:lnTo>
                <a:lnTo>
                  <a:pt x="190" y="48"/>
                </a:lnTo>
                <a:lnTo>
                  <a:pt x="191" y="48"/>
                </a:lnTo>
                <a:lnTo>
                  <a:pt x="192" y="49"/>
                </a:lnTo>
                <a:lnTo>
                  <a:pt x="193" y="49"/>
                </a:lnTo>
                <a:lnTo>
                  <a:pt x="194" y="50"/>
                </a:lnTo>
                <a:lnTo>
                  <a:pt x="195" y="49"/>
                </a:lnTo>
                <a:lnTo>
                  <a:pt x="196" y="49"/>
                </a:lnTo>
                <a:lnTo>
                  <a:pt x="197" y="49"/>
                </a:lnTo>
                <a:lnTo>
                  <a:pt x="198" y="51"/>
                </a:lnTo>
                <a:lnTo>
                  <a:pt x="199" y="51"/>
                </a:lnTo>
                <a:lnTo>
                  <a:pt x="199" y="52"/>
                </a:lnTo>
                <a:lnTo>
                  <a:pt x="203" y="52"/>
                </a:lnTo>
                <a:lnTo>
                  <a:pt x="203" y="51"/>
                </a:lnTo>
                <a:lnTo>
                  <a:pt x="204" y="51"/>
                </a:lnTo>
                <a:lnTo>
                  <a:pt x="205" y="50"/>
                </a:lnTo>
                <a:lnTo>
                  <a:pt x="205" y="49"/>
                </a:lnTo>
                <a:lnTo>
                  <a:pt x="206" y="49"/>
                </a:lnTo>
                <a:lnTo>
                  <a:pt x="207" y="49"/>
                </a:lnTo>
                <a:lnTo>
                  <a:pt x="208" y="48"/>
                </a:lnTo>
                <a:lnTo>
                  <a:pt x="209" y="48"/>
                </a:lnTo>
                <a:lnTo>
                  <a:pt x="211" y="47"/>
                </a:lnTo>
                <a:lnTo>
                  <a:pt x="212" y="46"/>
                </a:lnTo>
                <a:lnTo>
                  <a:pt x="213" y="46"/>
                </a:lnTo>
                <a:lnTo>
                  <a:pt x="215" y="46"/>
                </a:lnTo>
                <a:lnTo>
                  <a:pt x="217" y="47"/>
                </a:lnTo>
                <a:lnTo>
                  <a:pt x="219" y="47"/>
                </a:lnTo>
                <a:lnTo>
                  <a:pt x="220" y="47"/>
                </a:lnTo>
                <a:lnTo>
                  <a:pt x="221" y="46"/>
                </a:lnTo>
                <a:lnTo>
                  <a:pt x="222" y="46"/>
                </a:lnTo>
                <a:lnTo>
                  <a:pt x="222" y="47"/>
                </a:lnTo>
                <a:lnTo>
                  <a:pt x="223" y="47"/>
                </a:lnTo>
                <a:lnTo>
                  <a:pt x="224" y="48"/>
                </a:lnTo>
                <a:lnTo>
                  <a:pt x="225" y="48"/>
                </a:lnTo>
                <a:lnTo>
                  <a:pt x="225" y="49"/>
                </a:lnTo>
                <a:lnTo>
                  <a:pt x="224" y="49"/>
                </a:lnTo>
                <a:lnTo>
                  <a:pt x="224" y="50"/>
                </a:lnTo>
                <a:lnTo>
                  <a:pt x="224" y="49"/>
                </a:lnTo>
                <a:lnTo>
                  <a:pt x="224" y="50"/>
                </a:lnTo>
                <a:lnTo>
                  <a:pt x="224" y="51"/>
                </a:lnTo>
                <a:lnTo>
                  <a:pt x="224" y="52"/>
                </a:lnTo>
                <a:lnTo>
                  <a:pt x="222" y="53"/>
                </a:lnTo>
                <a:lnTo>
                  <a:pt x="221" y="53"/>
                </a:lnTo>
                <a:lnTo>
                  <a:pt x="221" y="52"/>
                </a:lnTo>
                <a:lnTo>
                  <a:pt x="221" y="51"/>
                </a:lnTo>
                <a:lnTo>
                  <a:pt x="220" y="51"/>
                </a:lnTo>
                <a:lnTo>
                  <a:pt x="219" y="50"/>
                </a:lnTo>
                <a:lnTo>
                  <a:pt x="218" y="50"/>
                </a:lnTo>
                <a:lnTo>
                  <a:pt x="218" y="51"/>
                </a:lnTo>
                <a:lnTo>
                  <a:pt x="218" y="53"/>
                </a:lnTo>
                <a:lnTo>
                  <a:pt x="218" y="54"/>
                </a:lnTo>
                <a:lnTo>
                  <a:pt x="217" y="55"/>
                </a:lnTo>
                <a:lnTo>
                  <a:pt x="216" y="55"/>
                </a:lnTo>
                <a:lnTo>
                  <a:pt x="216" y="54"/>
                </a:lnTo>
                <a:lnTo>
                  <a:pt x="216" y="53"/>
                </a:lnTo>
                <a:lnTo>
                  <a:pt x="215" y="53"/>
                </a:lnTo>
                <a:lnTo>
                  <a:pt x="215" y="54"/>
                </a:lnTo>
                <a:lnTo>
                  <a:pt x="215" y="55"/>
                </a:lnTo>
                <a:lnTo>
                  <a:pt x="215" y="56"/>
                </a:lnTo>
                <a:lnTo>
                  <a:pt x="215" y="57"/>
                </a:lnTo>
                <a:lnTo>
                  <a:pt x="214" y="58"/>
                </a:lnTo>
                <a:lnTo>
                  <a:pt x="215" y="58"/>
                </a:lnTo>
                <a:lnTo>
                  <a:pt x="216" y="62"/>
                </a:lnTo>
                <a:lnTo>
                  <a:pt x="217" y="62"/>
                </a:lnTo>
                <a:lnTo>
                  <a:pt x="217" y="63"/>
                </a:lnTo>
                <a:lnTo>
                  <a:pt x="216" y="64"/>
                </a:lnTo>
                <a:lnTo>
                  <a:pt x="215" y="63"/>
                </a:lnTo>
                <a:lnTo>
                  <a:pt x="214" y="64"/>
                </a:lnTo>
                <a:lnTo>
                  <a:pt x="213" y="64"/>
                </a:lnTo>
                <a:lnTo>
                  <a:pt x="213" y="65"/>
                </a:lnTo>
                <a:lnTo>
                  <a:pt x="212" y="65"/>
                </a:lnTo>
                <a:lnTo>
                  <a:pt x="211" y="65"/>
                </a:lnTo>
                <a:lnTo>
                  <a:pt x="209" y="63"/>
                </a:lnTo>
                <a:lnTo>
                  <a:pt x="208" y="63"/>
                </a:lnTo>
                <a:lnTo>
                  <a:pt x="207" y="63"/>
                </a:lnTo>
                <a:lnTo>
                  <a:pt x="205" y="64"/>
                </a:lnTo>
                <a:lnTo>
                  <a:pt x="204" y="64"/>
                </a:lnTo>
                <a:lnTo>
                  <a:pt x="203" y="64"/>
                </a:lnTo>
                <a:lnTo>
                  <a:pt x="203" y="65"/>
                </a:lnTo>
                <a:lnTo>
                  <a:pt x="202" y="65"/>
                </a:lnTo>
                <a:lnTo>
                  <a:pt x="201" y="66"/>
                </a:lnTo>
                <a:lnTo>
                  <a:pt x="200" y="67"/>
                </a:lnTo>
                <a:lnTo>
                  <a:pt x="199" y="67"/>
                </a:lnTo>
                <a:lnTo>
                  <a:pt x="197" y="69"/>
                </a:lnTo>
                <a:lnTo>
                  <a:pt x="197" y="70"/>
                </a:lnTo>
                <a:lnTo>
                  <a:pt x="198" y="72"/>
                </a:lnTo>
                <a:lnTo>
                  <a:pt x="199" y="73"/>
                </a:lnTo>
                <a:lnTo>
                  <a:pt x="199" y="74"/>
                </a:lnTo>
                <a:lnTo>
                  <a:pt x="197" y="74"/>
                </a:lnTo>
                <a:lnTo>
                  <a:pt x="196" y="74"/>
                </a:lnTo>
                <a:lnTo>
                  <a:pt x="196" y="75"/>
                </a:lnTo>
                <a:lnTo>
                  <a:pt x="195" y="75"/>
                </a:lnTo>
                <a:lnTo>
                  <a:pt x="194" y="75"/>
                </a:lnTo>
                <a:lnTo>
                  <a:pt x="193" y="77"/>
                </a:lnTo>
                <a:lnTo>
                  <a:pt x="194" y="77"/>
                </a:lnTo>
                <a:lnTo>
                  <a:pt x="194" y="78"/>
                </a:lnTo>
                <a:lnTo>
                  <a:pt x="195" y="78"/>
                </a:lnTo>
                <a:lnTo>
                  <a:pt x="196" y="80"/>
                </a:lnTo>
                <a:lnTo>
                  <a:pt x="196" y="81"/>
                </a:lnTo>
                <a:lnTo>
                  <a:pt x="197" y="82"/>
                </a:lnTo>
                <a:lnTo>
                  <a:pt x="197" y="83"/>
                </a:lnTo>
                <a:lnTo>
                  <a:pt x="199" y="84"/>
                </a:lnTo>
                <a:lnTo>
                  <a:pt x="201" y="85"/>
                </a:lnTo>
                <a:lnTo>
                  <a:pt x="200" y="86"/>
                </a:lnTo>
                <a:lnTo>
                  <a:pt x="200" y="87"/>
                </a:lnTo>
                <a:lnTo>
                  <a:pt x="198" y="89"/>
                </a:lnTo>
                <a:lnTo>
                  <a:pt x="199" y="92"/>
                </a:lnTo>
                <a:lnTo>
                  <a:pt x="199" y="93"/>
                </a:lnTo>
                <a:lnTo>
                  <a:pt x="198" y="94"/>
                </a:lnTo>
                <a:lnTo>
                  <a:pt x="198" y="96"/>
                </a:lnTo>
                <a:lnTo>
                  <a:pt x="198" y="97"/>
                </a:lnTo>
                <a:lnTo>
                  <a:pt x="199" y="96"/>
                </a:lnTo>
                <a:lnTo>
                  <a:pt x="200" y="96"/>
                </a:lnTo>
                <a:lnTo>
                  <a:pt x="200" y="97"/>
                </a:lnTo>
                <a:lnTo>
                  <a:pt x="201" y="98"/>
                </a:lnTo>
                <a:lnTo>
                  <a:pt x="201" y="99"/>
                </a:lnTo>
                <a:lnTo>
                  <a:pt x="202" y="99"/>
                </a:lnTo>
                <a:lnTo>
                  <a:pt x="202" y="100"/>
                </a:lnTo>
                <a:lnTo>
                  <a:pt x="202" y="101"/>
                </a:lnTo>
                <a:lnTo>
                  <a:pt x="203" y="101"/>
                </a:lnTo>
                <a:lnTo>
                  <a:pt x="204" y="101"/>
                </a:lnTo>
                <a:lnTo>
                  <a:pt x="204" y="102"/>
                </a:lnTo>
                <a:lnTo>
                  <a:pt x="204" y="103"/>
                </a:lnTo>
                <a:lnTo>
                  <a:pt x="204" y="104"/>
                </a:lnTo>
                <a:lnTo>
                  <a:pt x="205" y="105"/>
                </a:lnTo>
                <a:lnTo>
                  <a:pt x="206" y="106"/>
                </a:lnTo>
                <a:lnTo>
                  <a:pt x="207" y="107"/>
                </a:lnTo>
                <a:lnTo>
                  <a:pt x="207" y="109"/>
                </a:lnTo>
                <a:lnTo>
                  <a:pt x="207" y="110"/>
                </a:lnTo>
                <a:lnTo>
                  <a:pt x="208" y="109"/>
                </a:lnTo>
                <a:lnTo>
                  <a:pt x="209" y="109"/>
                </a:lnTo>
                <a:lnTo>
                  <a:pt x="211" y="108"/>
                </a:lnTo>
                <a:lnTo>
                  <a:pt x="211" y="107"/>
                </a:lnTo>
                <a:lnTo>
                  <a:pt x="212" y="108"/>
                </a:lnTo>
                <a:lnTo>
                  <a:pt x="212" y="109"/>
                </a:lnTo>
                <a:lnTo>
                  <a:pt x="212" y="110"/>
                </a:lnTo>
                <a:lnTo>
                  <a:pt x="213" y="112"/>
                </a:lnTo>
                <a:lnTo>
                  <a:pt x="213" y="114"/>
                </a:lnTo>
                <a:lnTo>
                  <a:pt x="214" y="115"/>
                </a:lnTo>
                <a:lnTo>
                  <a:pt x="215" y="116"/>
                </a:lnTo>
                <a:lnTo>
                  <a:pt x="216" y="115"/>
                </a:lnTo>
                <a:lnTo>
                  <a:pt x="217" y="115"/>
                </a:lnTo>
                <a:lnTo>
                  <a:pt x="217" y="116"/>
                </a:lnTo>
                <a:lnTo>
                  <a:pt x="218" y="116"/>
                </a:lnTo>
                <a:lnTo>
                  <a:pt x="219" y="116"/>
                </a:lnTo>
                <a:lnTo>
                  <a:pt x="220" y="117"/>
                </a:lnTo>
                <a:lnTo>
                  <a:pt x="219" y="117"/>
                </a:lnTo>
                <a:lnTo>
                  <a:pt x="218" y="117"/>
                </a:lnTo>
                <a:lnTo>
                  <a:pt x="218" y="119"/>
                </a:lnTo>
                <a:lnTo>
                  <a:pt x="219" y="119"/>
                </a:lnTo>
                <a:lnTo>
                  <a:pt x="220" y="119"/>
                </a:lnTo>
                <a:lnTo>
                  <a:pt x="220" y="120"/>
                </a:lnTo>
                <a:lnTo>
                  <a:pt x="219" y="120"/>
                </a:lnTo>
                <a:lnTo>
                  <a:pt x="219" y="119"/>
                </a:lnTo>
                <a:lnTo>
                  <a:pt x="219" y="120"/>
                </a:lnTo>
                <a:lnTo>
                  <a:pt x="218" y="120"/>
                </a:lnTo>
                <a:lnTo>
                  <a:pt x="219" y="122"/>
                </a:lnTo>
                <a:lnTo>
                  <a:pt x="220" y="122"/>
                </a:lnTo>
                <a:lnTo>
                  <a:pt x="221" y="121"/>
                </a:lnTo>
                <a:lnTo>
                  <a:pt x="222" y="122"/>
                </a:lnTo>
                <a:lnTo>
                  <a:pt x="220" y="123"/>
                </a:lnTo>
                <a:lnTo>
                  <a:pt x="219" y="124"/>
                </a:lnTo>
                <a:lnTo>
                  <a:pt x="218" y="124"/>
                </a:lnTo>
                <a:lnTo>
                  <a:pt x="216" y="125"/>
                </a:lnTo>
                <a:lnTo>
                  <a:pt x="216" y="126"/>
                </a:lnTo>
                <a:lnTo>
                  <a:pt x="217" y="126"/>
                </a:lnTo>
                <a:lnTo>
                  <a:pt x="217" y="127"/>
                </a:lnTo>
                <a:lnTo>
                  <a:pt x="217" y="128"/>
                </a:lnTo>
                <a:lnTo>
                  <a:pt x="217" y="129"/>
                </a:lnTo>
                <a:lnTo>
                  <a:pt x="217" y="130"/>
                </a:lnTo>
                <a:lnTo>
                  <a:pt x="216" y="130"/>
                </a:lnTo>
                <a:lnTo>
                  <a:pt x="216" y="131"/>
                </a:lnTo>
                <a:lnTo>
                  <a:pt x="215" y="131"/>
                </a:lnTo>
                <a:lnTo>
                  <a:pt x="214" y="131"/>
                </a:lnTo>
                <a:lnTo>
                  <a:pt x="213" y="130"/>
                </a:lnTo>
                <a:lnTo>
                  <a:pt x="212" y="130"/>
                </a:lnTo>
                <a:lnTo>
                  <a:pt x="211" y="131"/>
                </a:lnTo>
                <a:lnTo>
                  <a:pt x="211" y="132"/>
                </a:lnTo>
                <a:lnTo>
                  <a:pt x="211" y="133"/>
                </a:lnTo>
                <a:lnTo>
                  <a:pt x="211" y="134"/>
                </a:lnTo>
                <a:lnTo>
                  <a:pt x="210" y="134"/>
                </a:lnTo>
                <a:lnTo>
                  <a:pt x="209" y="134"/>
                </a:lnTo>
                <a:lnTo>
                  <a:pt x="208" y="135"/>
                </a:lnTo>
                <a:lnTo>
                  <a:pt x="207" y="135"/>
                </a:lnTo>
                <a:lnTo>
                  <a:pt x="206" y="135"/>
                </a:lnTo>
                <a:lnTo>
                  <a:pt x="205" y="135"/>
                </a:lnTo>
                <a:lnTo>
                  <a:pt x="204" y="135"/>
                </a:lnTo>
                <a:lnTo>
                  <a:pt x="204" y="136"/>
                </a:lnTo>
                <a:lnTo>
                  <a:pt x="203" y="137"/>
                </a:lnTo>
                <a:lnTo>
                  <a:pt x="203" y="138"/>
                </a:lnTo>
                <a:lnTo>
                  <a:pt x="202" y="138"/>
                </a:lnTo>
                <a:lnTo>
                  <a:pt x="201" y="138"/>
                </a:lnTo>
                <a:lnTo>
                  <a:pt x="201" y="139"/>
                </a:lnTo>
                <a:lnTo>
                  <a:pt x="202" y="139"/>
                </a:lnTo>
                <a:lnTo>
                  <a:pt x="202" y="140"/>
                </a:lnTo>
                <a:lnTo>
                  <a:pt x="202" y="141"/>
                </a:lnTo>
                <a:lnTo>
                  <a:pt x="201" y="140"/>
                </a:lnTo>
                <a:lnTo>
                  <a:pt x="201" y="141"/>
                </a:lnTo>
                <a:lnTo>
                  <a:pt x="201" y="142"/>
                </a:lnTo>
                <a:lnTo>
                  <a:pt x="201" y="143"/>
                </a:lnTo>
                <a:lnTo>
                  <a:pt x="200" y="142"/>
                </a:lnTo>
                <a:lnTo>
                  <a:pt x="199" y="141"/>
                </a:lnTo>
                <a:lnTo>
                  <a:pt x="199" y="140"/>
                </a:lnTo>
                <a:lnTo>
                  <a:pt x="199" y="141"/>
                </a:lnTo>
                <a:lnTo>
                  <a:pt x="198" y="141"/>
                </a:lnTo>
                <a:lnTo>
                  <a:pt x="199" y="141"/>
                </a:lnTo>
                <a:lnTo>
                  <a:pt x="199" y="142"/>
                </a:lnTo>
                <a:lnTo>
                  <a:pt x="199" y="143"/>
                </a:lnTo>
                <a:lnTo>
                  <a:pt x="198" y="143"/>
                </a:lnTo>
                <a:lnTo>
                  <a:pt x="196" y="142"/>
                </a:lnTo>
                <a:lnTo>
                  <a:pt x="196" y="143"/>
                </a:lnTo>
                <a:lnTo>
                  <a:pt x="195" y="144"/>
                </a:lnTo>
                <a:lnTo>
                  <a:pt x="194" y="144"/>
                </a:lnTo>
                <a:lnTo>
                  <a:pt x="193" y="144"/>
                </a:lnTo>
                <a:lnTo>
                  <a:pt x="192" y="144"/>
                </a:lnTo>
                <a:lnTo>
                  <a:pt x="192" y="143"/>
                </a:lnTo>
                <a:lnTo>
                  <a:pt x="189" y="143"/>
                </a:lnTo>
                <a:lnTo>
                  <a:pt x="188" y="143"/>
                </a:lnTo>
                <a:lnTo>
                  <a:pt x="188" y="144"/>
                </a:lnTo>
                <a:lnTo>
                  <a:pt x="187" y="144"/>
                </a:lnTo>
                <a:lnTo>
                  <a:pt x="186" y="145"/>
                </a:lnTo>
                <a:lnTo>
                  <a:pt x="185" y="146"/>
                </a:lnTo>
                <a:lnTo>
                  <a:pt x="184" y="147"/>
                </a:lnTo>
                <a:lnTo>
                  <a:pt x="183" y="148"/>
                </a:lnTo>
                <a:lnTo>
                  <a:pt x="182" y="150"/>
                </a:lnTo>
                <a:lnTo>
                  <a:pt x="182" y="151"/>
                </a:lnTo>
                <a:lnTo>
                  <a:pt x="181" y="151"/>
                </a:lnTo>
                <a:lnTo>
                  <a:pt x="179" y="151"/>
                </a:lnTo>
                <a:lnTo>
                  <a:pt x="178" y="151"/>
                </a:lnTo>
                <a:lnTo>
                  <a:pt x="178" y="150"/>
                </a:lnTo>
                <a:lnTo>
                  <a:pt x="177" y="150"/>
                </a:lnTo>
                <a:lnTo>
                  <a:pt x="176" y="150"/>
                </a:lnTo>
                <a:lnTo>
                  <a:pt x="175" y="149"/>
                </a:lnTo>
                <a:lnTo>
                  <a:pt x="174" y="149"/>
                </a:lnTo>
                <a:lnTo>
                  <a:pt x="173" y="149"/>
                </a:lnTo>
                <a:lnTo>
                  <a:pt x="173" y="150"/>
                </a:lnTo>
                <a:lnTo>
                  <a:pt x="172" y="150"/>
                </a:lnTo>
                <a:lnTo>
                  <a:pt x="171" y="149"/>
                </a:lnTo>
                <a:lnTo>
                  <a:pt x="170" y="149"/>
                </a:lnTo>
                <a:lnTo>
                  <a:pt x="169" y="150"/>
                </a:lnTo>
                <a:lnTo>
                  <a:pt x="169" y="149"/>
                </a:lnTo>
                <a:lnTo>
                  <a:pt x="168" y="149"/>
                </a:lnTo>
                <a:lnTo>
                  <a:pt x="168" y="150"/>
                </a:lnTo>
                <a:lnTo>
                  <a:pt x="167" y="150"/>
                </a:lnTo>
                <a:lnTo>
                  <a:pt x="166" y="150"/>
                </a:lnTo>
                <a:lnTo>
                  <a:pt x="165" y="151"/>
                </a:lnTo>
                <a:lnTo>
                  <a:pt x="164" y="151"/>
                </a:lnTo>
                <a:lnTo>
                  <a:pt x="163" y="151"/>
                </a:lnTo>
                <a:lnTo>
                  <a:pt x="163" y="150"/>
                </a:lnTo>
                <a:lnTo>
                  <a:pt x="162" y="150"/>
                </a:lnTo>
                <a:lnTo>
                  <a:pt x="161" y="150"/>
                </a:lnTo>
                <a:lnTo>
                  <a:pt x="160" y="150"/>
                </a:lnTo>
                <a:lnTo>
                  <a:pt x="159" y="150"/>
                </a:lnTo>
                <a:lnTo>
                  <a:pt x="159" y="152"/>
                </a:lnTo>
                <a:lnTo>
                  <a:pt x="158" y="152"/>
                </a:lnTo>
                <a:lnTo>
                  <a:pt x="158" y="153"/>
                </a:lnTo>
                <a:lnTo>
                  <a:pt x="159" y="153"/>
                </a:lnTo>
                <a:lnTo>
                  <a:pt x="158" y="154"/>
                </a:lnTo>
                <a:lnTo>
                  <a:pt x="156" y="154"/>
                </a:lnTo>
                <a:lnTo>
                  <a:pt x="155" y="154"/>
                </a:lnTo>
                <a:lnTo>
                  <a:pt x="154" y="154"/>
                </a:lnTo>
                <a:lnTo>
                  <a:pt x="153" y="155"/>
                </a:lnTo>
                <a:lnTo>
                  <a:pt x="153" y="157"/>
                </a:lnTo>
                <a:lnTo>
                  <a:pt x="154" y="158"/>
                </a:lnTo>
                <a:lnTo>
                  <a:pt x="154" y="159"/>
                </a:lnTo>
                <a:lnTo>
                  <a:pt x="154" y="160"/>
                </a:lnTo>
                <a:lnTo>
                  <a:pt x="154" y="161"/>
                </a:lnTo>
                <a:lnTo>
                  <a:pt x="153" y="162"/>
                </a:lnTo>
                <a:lnTo>
                  <a:pt x="153" y="163"/>
                </a:lnTo>
                <a:lnTo>
                  <a:pt x="153" y="164"/>
                </a:lnTo>
                <a:lnTo>
                  <a:pt x="152" y="164"/>
                </a:lnTo>
                <a:lnTo>
                  <a:pt x="152" y="165"/>
                </a:lnTo>
                <a:lnTo>
                  <a:pt x="153" y="165"/>
                </a:lnTo>
                <a:lnTo>
                  <a:pt x="153" y="166"/>
                </a:lnTo>
                <a:lnTo>
                  <a:pt x="154" y="166"/>
                </a:lnTo>
                <a:lnTo>
                  <a:pt x="155" y="166"/>
                </a:lnTo>
                <a:lnTo>
                  <a:pt x="156" y="167"/>
                </a:lnTo>
                <a:lnTo>
                  <a:pt x="156" y="168"/>
                </a:lnTo>
                <a:lnTo>
                  <a:pt x="156" y="169"/>
                </a:lnTo>
                <a:lnTo>
                  <a:pt x="156" y="170"/>
                </a:lnTo>
                <a:lnTo>
                  <a:pt x="156" y="171"/>
                </a:lnTo>
                <a:lnTo>
                  <a:pt x="156" y="173"/>
                </a:lnTo>
                <a:lnTo>
                  <a:pt x="156" y="174"/>
                </a:lnTo>
                <a:lnTo>
                  <a:pt x="157" y="174"/>
                </a:lnTo>
                <a:lnTo>
                  <a:pt x="157" y="175"/>
                </a:lnTo>
                <a:lnTo>
                  <a:pt x="157" y="176"/>
                </a:lnTo>
                <a:lnTo>
                  <a:pt x="157" y="177"/>
                </a:lnTo>
                <a:lnTo>
                  <a:pt x="159" y="178"/>
                </a:lnTo>
                <a:lnTo>
                  <a:pt x="159" y="177"/>
                </a:lnTo>
                <a:lnTo>
                  <a:pt x="160" y="177"/>
                </a:lnTo>
                <a:lnTo>
                  <a:pt x="160" y="176"/>
                </a:lnTo>
                <a:lnTo>
                  <a:pt x="160" y="178"/>
                </a:lnTo>
                <a:lnTo>
                  <a:pt x="161" y="178"/>
                </a:lnTo>
                <a:lnTo>
                  <a:pt x="162" y="178"/>
                </a:lnTo>
                <a:lnTo>
                  <a:pt x="163" y="179"/>
                </a:lnTo>
                <a:lnTo>
                  <a:pt x="163" y="180"/>
                </a:lnTo>
                <a:lnTo>
                  <a:pt x="164" y="180"/>
                </a:lnTo>
                <a:lnTo>
                  <a:pt x="165" y="181"/>
                </a:lnTo>
                <a:lnTo>
                  <a:pt x="166" y="182"/>
                </a:lnTo>
                <a:lnTo>
                  <a:pt x="167" y="182"/>
                </a:lnTo>
                <a:lnTo>
                  <a:pt x="169" y="182"/>
                </a:lnTo>
                <a:lnTo>
                  <a:pt x="170" y="183"/>
                </a:lnTo>
                <a:lnTo>
                  <a:pt x="171" y="184"/>
                </a:lnTo>
                <a:lnTo>
                  <a:pt x="172" y="184"/>
                </a:lnTo>
                <a:lnTo>
                  <a:pt x="172" y="183"/>
                </a:lnTo>
                <a:lnTo>
                  <a:pt x="171" y="183"/>
                </a:lnTo>
                <a:lnTo>
                  <a:pt x="171" y="182"/>
                </a:lnTo>
                <a:lnTo>
                  <a:pt x="171" y="181"/>
                </a:lnTo>
                <a:lnTo>
                  <a:pt x="172" y="181"/>
                </a:lnTo>
                <a:lnTo>
                  <a:pt x="173" y="181"/>
                </a:lnTo>
                <a:lnTo>
                  <a:pt x="173" y="182"/>
                </a:lnTo>
                <a:lnTo>
                  <a:pt x="174" y="183"/>
                </a:lnTo>
                <a:lnTo>
                  <a:pt x="174" y="184"/>
                </a:lnTo>
                <a:lnTo>
                  <a:pt x="175" y="185"/>
                </a:lnTo>
                <a:lnTo>
                  <a:pt x="175" y="186"/>
                </a:lnTo>
                <a:lnTo>
                  <a:pt x="175" y="187"/>
                </a:lnTo>
                <a:lnTo>
                  <a:pt x="176" y="187"/>
                </a:lnTo>
                <a:lnTo>
                  <a:pt x="176" y="188"/>
                </a:lnTo>
                <a:lnTo>
                  <a:pt x="176" y="189"/>
                </a:lnTo>
                <a:lnTo>
                  <a:pt x="177" y="190"/>
                </a:lnTo>
                <a:lnTo>
                  <a:pt x="177" y="191"/>
                </a:lnTo>
                <a:lnTo>
                  <a:pt x="177" y="192"/>
                </a:lnTo>
                <a:lnTo>
                  <a:pt x="177" y="191"/>
                </a:lnTo>
                <a:lnTo>
                  <a:pt x="176" y="191"/>
                </a:lnTo>
                <a:lnTo>
                  <a:pt x="175" y="191"/>
                </a:lnTo>
                <a:lnTo>
                  <a:pt x="174" y="191"/>
                </a:lnTo>
                <a:lnTo>
                  <a:pt x="174" y="192"/>
                </a:lnTo>
                <a:lnTo>
                  <a:pt x="174" y="193"/>
                </a:lnTo>
                <a:lnTo>
                  <a:pt x="173" y="194"/>
                </a:lnTo>
                <a:lnTo>
                  <a:pt x="172" y="195"/>
                </a:lnTo>
                <a:lnTo>
                  <a:pt x="173" y="195"/>
                </a:lnTo>
                <a:lnTo>
                  <a:pt x="174" y="196"/>
                </a:lnTo>
                <a:lnTo>
                  <a:pt x="174" y="197"/>
                </a:lnTo>
                <a:lnTo>
                  <a:pt x="174" y="198"/>
                </a:lnTo>
                <a:lnTo>
                  <a:pt x="175" y="198"/>
                </a:lnTo>
                <a:lnTo>
                  <a:pt x="175" y="199"/>
                </a:lnTo>
                <a:lnTo>
                  <a:pt x="174" y="199"/>
                </a:lnTo>
                <a:lnTo>
                  <a:pt x="173" y="199"/>
                </a:lnTo>
                <a:lnTo>
                  <a:pt x="173" y="200"/>
                </a:lnTo>
                <a:lnTo>
                  <a:pt x="172" y="200"/>
                </a:lnTo>
                <a:lnTo>
                  <a:pt x="171" y="201"/>
                </a:lnTo>
                <a:lnTo>
                  <a:pt x="172" y="202"/>
                </a:lnTo>
                <a:lnTo>
                  <a:pt x="172" y="203"/>
                </a:lnTo>
                <a:lnTo>
                  <a:pt x="172" y="204"/>
                </a:lnTo>
                <a:lnTo>
                  <a:pt x="173" y="204"/>
                </a:lnTo>
                <a:lnTo>
                  <a:pt x="173" y="205"/>
                </a:lnTo>
                <a:lnTo>
                  <a:pt x="173" y="206"/>
                </a:lnTo>
                <a:lnTo>
                  <a:pt x="174" y="205"/>
                </a:lnTo>
                <a:lnTo>
                  <a:pt x="174" y="206"/>
                </a:lnTo>
                <a:lnTo>
                  <a:pt x="175" y="206"/>
                </a:lnTo>
                <a:lnTo>
                  <a:pt x="175" y="207"/>
                </a:lnTo>
                <a:lnTo>
                  <a:pt x="174" y="207"/>
                </a:lnTo>
                <a:lnTo>
                  <a:pt x="174" y="208"/>
                </a:lnTo>
                <a:lnTo>
                  <a:pt x="173" y="208"/>
                </a:lnTo>
                <a:lnTo>
                  <a:pt x="172" y="208"/>
                </a:lnTo>
                <a:lnTo>
                  <a:pt x="171" y="208"/>
                </a:lnTo>
                <a:lnTo>
                  <a:pt x="171" y="209"/>
                </a:lnTo>
                <a:lnTo>
                  <a:pt x="170" y="209"/>
                </a:lnTo>
                <a:lnTo>
                  <a:pt x="169" y="210"/>
                </a:lnTo>
                <a:lnTo>
                  <a:pt x="169" y="209"/>
                </a:lnTo>
                <a:lnTo>
                  <a:pt x="169" y="210"/>
                </a:lnTo>
                <a:lnTo>
                  <a:pt x="169" y="211"/>
                </a:lnTo>
                <a:lnTo>
                  <a:pt x="169" y="212"/>
                </a:lnTo>
                <a:lnTo>
                  <a:pt x="168" y="212"/>
                </a:lnTo>
                <a:lnTo>
                  <a:pt x="168" y="213"/>
                </a:lnTo>
                <a:lnTo>
                  <a:pt x="167" y="213"/>
                </a:lnTo>
                <a:lnTo>
                  <a:pt x="167" y="214"/>
                </a:lnTo>
                <a:lnTo>
                  <a:pt x="166" y="214"/>
                </a:lnTo>
                <a:lnTo>
                  <a:pt x="166" y="215"/>
                </a:lnTo>
                <a:lnTo>
                  <a:pt x="167" y="215"/>
                </a:lnTo>
                <a:lnTo>
                  <a:pt x="167" y="216"/>
                </a:lnTo>
                <a:lnTo>
                  <a:pt x="168" y="217"/>
                </a:lnTo>
                <a:lnTo>
                  <a:pt x="167" y="217"/>
                </a:lnTo>
                <a:lnTo>
                  <a:pt x="167" y="218"/>
                </a:lnTo>
                <a:lnTo>
                  <a:pt x="166" y="218"/>
                </a:lnTo>
                <a:lnTo>
                  <a:pt x="166" y="217"/>
                </a:lnTo>
                <a:lnTo>
                  <a:pt x="165" y="217"/>
                </a:lnTo>
                <a:lnTo>
                  <a:pt x="165" y="218"/>
                </a:lnTo>
                <a:lnTo>
                  <a:pt x="164" y="218"/>
                </a:lnTo>
                <a:lnTo>
                  <a:pt x="163" y="219"/>
                </a:lnTo>
                <a:lnTo>
                  <a:pt x="163" y="220"/>
                </a:lnTo>
                <a:lnTo>
                  <a:pt x="163" y="221"/>
                </a:lnTo>
                <a:lnTo>
                  <a:pt x="162" y="222"/>
                </a:lnTo>
                <a:lnTo>
                  <a:pt x="161" y="221"/>
                </a:lnTo>
                <a:lnTo>
                  <a:pt x="161" y="220"/>
                </a:lnTo>
                <a:lnTo>
                  <a:pt x="160" y="220"/>
                </a:lnTo>
                <a:lnTo>
                  <a:pt x="160" y="219"/>
                </a:lnTo>
                <a:lnTo>
                  <a:pt x="159" y="219"/>
                </a:lnTo>
                <a:lnTo>
                  <a:pt x="159" y="218"/>
                </a:lnTo>
                <a:lnTo>
                  <a:pt x="157" y="218"/>
                </a:lnTo>
                <a:lnTo>
                  <a:pt x="157" y="219"/>
                </a:lnTo>
                <a:lnTo>
                  <a:pt x="156" y="219"/>
                </a:lnTo>
                <a:lnTo>
                  <a:pt x="155" y="218"/>
                </a:lnTo>
                <a:lnTo>
                  <a:pt x="154" y="219"/>
                </a:lnTo>
                <a:lnTo>
                  <a:pt x="153" y="219"/>
                </a:lnTo>
                <a:lnTo>
                  <a:pt x="153" y="218"/>
                </a:lnTo>
                <a:lnTo>
                  <a:pt x="152" y="219"/>
                </a:lnTo>
                <a:lnTo>
                  <a:pt x="153" y="220"/>
                </a:lnTo>
                <a:lnTo>
                  <a:pt x="153" y="221"/>
                </a:lnTo>
                <a:lnTo>
                  <a:pt x="154" y="221"/>
                </a:lnTo>
                <a:lnTo>
                  <a:pt x="155" y="221"/>
                </a:lnTo>
                <a:lnTo>
                  <a:pt x="156" y="222"/>
                </a:lnTo>
                <a:lnTo>
                  <a:pt x="156" y="223"/>
                </a:lnTo>
                <a:lnTo>
                  <a:pt x="155" y="223"/>
                </a:lnTo>
                <a:lnTo>
                  <a:pt x="153" y="224"/>
                </a:lnTo>
                <a:lnTo>
                  <a:pt x="153" y="223"/>
                </a:lnTo>
                <a:lnTo>
                  <a:pt x="152" y="222"/>
                </a:lnTo>
                <a:lnTo>
                  <a:pt x="151" y="222"/>
                </a:lnTo>
                <a:lnTo>
                  <a:pt x="150" y="222"/>
                </a:lnTo>
                <a:lnTo>
                  <a:pt x="149" y="222"/>
                </a:lnTo>
                <a:lnTo>
                  <a:pt x="148" y="222"/>
                </a:lnTo>
                <a:lnTo>
                  <a:pt x="147" y="223"/>
                </a:lnTo>
                <a:lnTo>
                  <a:pt x="146" y="222"/>
                </a:lnTo>
                <a:lnTo>
                  <a:pt x="145" y="222"/>
                </a:lnTo>
                <a:lnTo>
                  <a:pt x="145" y="223"/>
                </a:lnTo>
                <a:lnTo>
                  <a:pt x="144" y="223"/>
                </a:lnTo>
                <a:lnTo>
                  <a:pt x="143" y="222"/>
                </a:lnTo>
                <a:lnTo>
                  <a:pt x="143" y="221"/>
                </a:lnTo>
                <a:lnTo>
                  <a:pt x="142" y="220"/>
                </a:lnTo>
                <a:lnTo>
                  <a:pt x="142" y="219"/>
                </a:lnTo>
                <a:lnTo>
                  <a:pt x="141" y="219"/>
                </a:lnTo>
                <a:lnTo>
                  <a:pt x="141" y="220"/>
                </a:lnTo>
                <a:lnTo>
                  <a:pt x="140" y="221"/>
                </a:lnTo>
                <a:lnTo>
                  <a:pt x="140" y="220"/>
                </a:lnTo>
                <a:lnTo>
                  <a:pt x="139" y="220"/>
                </a:lnTo>
                <a:lnTo>
                  <a:pt x="138" y="220"/>
                </a:lnTo>
                <a:lnTo>
                  <a:pt x="137" y="221"/>
                </a:lnTo>
                <a:lnTo>
                  <a:pt x="138" y="222"/>
                </a:lnTo>
                <a:lnTo>
                  <a:pt x="137" y="223"/>
                </a:lnTo>
                <a:lnTo>
                  <a:pt x="136" y="224"/>
                </a:lnTo>
                <a:lnTo>
                  <a:pt x="135" y="225"/>
                </a:lnTo>
                <a:lnTo>
                  <a:pt x="135" y="224"/>
                </a:lnTo>
                <a:lnTo>
                  <a:pt x="135" y="223"/>
                </a:lnTo>
                <a:lnTo>
                  <a:pt x="135" y="224"/>
                </a:lnTo>
                <a:lnTo>
                  <a:pt x="135" y="225"/>
                </a:lnTo>
                <a:lnTo>
                  <a:pt x="134" y="225"/>
                </a:lnTo>
                <a:lnTo>
                  <a:pt x="133" y="225"/>
                </a:lnTo>
                <a:lnTo>
                  <a:pt x="133" y="224"/>
                </a:lnTo>
                <a:lnTo>
                  <a:pt x="133" y="225"/>
                </a:lnTo>
                <a:lnTo>
                  <a:pt x="133" y="226"/>
                </a:lnTo>
                <a:lnTo>
                  <a:pt x="133" y="227"/>
                </a:lnTo>
                <a:lnTo>
                  <a:pt x="133" y="228"/>
                </a:lnTo>
                <a:lnTo>
                  <a:pt x="133" y="229"/>
                </a:lnTo>
                <a:lnTo>
                  <a:pt x="132" y="230"/>
                </a:lnTo>
                <a:lnTo>
                  <a:pt x="132" y="231"/>
                </a:lnTo>
                <a:lnTo>
                  <a:pt x="132" y="232"/>
                </a:lnTo>
                <a:lnTo>
                  <a:pt x="131" y="232"/>
                </a:lnTo>
                <a:lnTo>
                  <a:pt x="130" y="232"/>
                </a:lnTo>
                <a:lnTo>
                  <a:pt x="129" y="232"/>
                </a:lnTo>
                <a:lnTo>
                  <a:pt x="128" y="232"/>
                </a:lnTo>
                <a:lnTo>
                  <a:pt x="128" y="233"/>
                </a:lnTo>
                <a:lnTo>
                  <a:pt x="129" y="234"/>
                </a:lnTo>
                <a:lnTo>
                  <a:pt x="129" y="235"/>
                </a:lnTo>
                <a:lnTo>
                  <a:pt x="128" y="235"/>
                </a:lnTo>
                <a:lnTo>
                  <a:pt x="127" y="235"/>
                </a:lnTo>
                <a:lnTo>
                  <a:pt x="127" y="236"/>
                </a:lnTo>
                <a:lnTo>
                  <a:pt x="126" y="236"/>
                </a:lnTo>
                <a:lnTo>
                  <a:pt x="124" y="236"/>
                </a:lnTo>
                <a:lnTo>
                  <a:pt x="124" y="237"/>
                </a:lnTo>
                <a:lnTo>
                  <a:pt x="125" y="238"/>
                </a:lnTo>
                <a:lnTo>
                  <a:pt x="125" y="239"/>
                </a:lnTo>
                <a:lnTo>
                  <a:pt x="124" y="239"/>
                </a:lnTo>
                <a:lnTo>
                  <a:pt x="124" y="240"/>
                </a:lnTo>
                <a:lnTo>
                  <a:pt x="124" y="239"/>
                </a:lnTo>
                <a:lnTo>
                  <a:pt x="123" y="239"/>
                </a:lnTo>
                <a:lnTo>
                  <a:pt x="123" y="238"/>
                </a:lnTo>
                <a:lnTo>
                  <a:pt x="123" y="237"/>
                </a:lnTo>
                <a:lnTo>
                  <a:pt x="122" y="237"/>
                </a:lnTo>
                <a:lnTo>
                  <a:pt x="121" y="237"/>
                </a:lnTo>
                <a:lnTo>
                  <a:pt x="119" y="237"/>
                </a:lnTo>
                <a:lnTo>
                  <a:pt x="119" y="238"/>
                </a:lnTo>
                <a:lnTo>
                  <a:pt x="121" y="239"/>
                </a:lnTo>
                <a:lnTo>
                  <a:pt x="122" y="240"/>
                </a:lnTo>
                <a:lnTo>
                  <a:pt x="123" y="241"/>
                </a:lnTo>
                <a:lnTo>
                  <a:pt x="122" y="241"/>
                </a:lnTo>
                <a:lnTo>
                  <a:pt x="122" y="242"/>
                </a:lnTo>
                <a:lnTo>
                  <a:pt x="122" y="243"/>
                </a:lnTo>
                <a:lnTo>
                  <a:pt x="122" y="244"/>
                </a:lnTo>
                <a:lnTo>
                  <a:pt x="123" y="243"/>
                </a:lnTo>
                <a:lnTo>
                  <a:pt x="124" y="243"/>
                </a:lnTo>
                <a:lnTo>
                  <a:pt x="124" y="244"/>
                </a:lnTo>
                <a:lnTo>
                  <a:pt x="123" y="244"/>
                </a:lnTo>
                <a:lnTo>
                  <a:pt x="124" y="244"/>
                </a:lnTo>
                <a:lnTo>
                  <a:pt x="125" y="244"/>
                </a:lnTo>
                <a:lnTo>
                  <a:pt x="125" y="243"/>
                </a:lnTo>
                <a:lnTo>
                  <a:pt x="126" y="243"/>
                </a:lnTo>
                <a:lnTo>
                  <a:pt x="126" y="244"/>
                </a:lnTo>
                <a:lnTo>
                  <a:pt x="126" y="245"/>
                </a:lnTo>
                <a:lnTo>
                  <a:pt x="126" y="246"/>
                </a:lnTo>
                <a:lnTo>
                  <a:pt x="127" y="246"/>
                </a:lnTo>
                <a:lnTo>
                  <a:pt x="127" y="247"/>
                </a:lnTo>
                <a:lnTo>
                  <a:pt x="127" y="248"/>
                </a:lnTo>
                <a:lnTo>
                  <a:pt x="126" y="249"/>
                </a:lnTo>
                <a:lnTo>
                  <a:pt x="125" y="249"/>
                </a:lnTo>
                <a:lnTo>
                  <a:pt x="124" y="249"/>
                </a:lnTo>
                <a:lnTo>
                  <a:pt x="123" y="249"/>
                </a:lnTo>
                <a:lnTo>
                  <a:pt x="122" y="248"/>
                </a:lnTo>
                <a:lnTo>
                  <a:pt x="122" y="249"/>
                </a:lnTo>
                <a:lnTo>
                  <a:pt x="121" y="249"/>
                </a:lnTo>
                <a:lnTo>
                  <a:pt x="121" y="248"/>
                </a:lnTo>
                <a:lnTo>
                  <a:pt x="119" y="248"/>
                </a:lnTo>
                <a:lnTo>
                  <a:pt x="119" y="249"/>
                </a:lnTo>
                <a:lnTo>
                  <a:pt x="118" y="249"/>
                </a:lnTo>
                <a:lnTo>
                  <a:pt x="116" y="249"/>
                </a:lnTo>
                <a:lnTo>
                  <a:pt x="116" y="248"/>
                </a:lnTo>
                <a:lnTo>
                  <a:pt x="114" y="248"/>
                </a:lnTo>
                <a:lnTo>
                  <a:pt x="114" y="249"/>
                </a:lnTo>
                <a:lnTo>
                  <a:pt x="113" y="249"/>
                </a:lnTo>
                <a:lnTo>
                  <a:pt x="112" y="248"/>
                </a:lnTo>
                <a:lnTo>
                  <a:pt x="111" y="247"/>
                </a:lnTo>
                <a:lnTo>
                  <a:pt x="111" y="246"/>
                </a:lnTo>
                <a:lnTo>
                  <a:pt x="110" y="246"/>
                </a:lnTo>
                <a:lnTo>
                  <a:pt x="109" y="245"/>
                </a:lnTo>
                <a:lnTo>
                  <a:pt x="109" y="244"/>
                </a:lnTo>
                <a:lnTo>
                  <a:pt x="107" y="244"/>
                </a:lnTo>
                <a:lnTo>
                  <a:pt x="106" y="244"/>
                </a:lnTo>
                <a:lnTo>
                  <a:pt x="104" y="243"/>
                </a:lnTo>
                <a:lnTo>
                  <a:pt x="103" y="243"/>
                </a:lnTo>
                <a:lnTo>
                  <a:pt x="103" y="242"/>
                </a:lnTo>
                <a:lnTo>
                  <a:pt x="102" y="241"/>
                </a:lnTo>
                <a:lnTo>
                  <a:pt x="101" y="241"/>
                </a:lnTo>
                <a:lnTo>
                  <a:pt x="101" y="240"/>
                </a:lnTo>
                <a:lnTo>
                  <a:pt x="101" y="239"/>
                </a:lnTo>
                <a:lnTo>
                  <a:pt x="101" y="238"/>
                </a:lnTo>
                <a:lnTo>
                  <a:pt x="101" y="237"/>
                </a:lnTo>
                <a:lnTo>
                  <a:pt x="101" y="236"/>
                </a:lnTo>
                <a:lnTo>
                  <a:pt x="100" y="235"/>
                </a:lnTo>
                <a:lnTo>
                  <a:pt x="101" y="235"/>
                </a:lnTo>
                <a:lnTo>
                  <a:pt x="101" y="234"/>
                </a:lnTo>
                <a:lnTo>
                  <a:pt x="100" y="233"/>
                </a:lnTo>
                <a:lnTo>
                  <a:pt x="98" y="233"/>
                </a:lnTo>
                <a:lnTo>
                  <a:pt x="97" y="231"/>
                </a:lnTo>
                <a:lnTo>
                  <a:pt x="97" y="232"/>
                </a:lnTo>
                <a:lnTo>
                  <a:pt x="96" y="232"/>
                </a:lnTo>
                <a:lnTo>
                  <a:pt x="96" y="231"/>
                </a:lnTo>
                <a:lnTo>
                  <a:pt x="95" y="230"/>
                </a:lnTo>
                <a:lnTo>
                  <a:pt x="95" y="231"/>
                </a:lnTo>
                <a:lnTo>
                  <a:pt x="95" y="230"/>
                </a:lnTo>
                <a:lnTo>
                  <a:pt x="94" y="230"/>
                </a:lnTo>
                <a:lnTo>
                  <a:pt x="93" y="230"/>
                </a:lnTo>
                <a:lnTo>
                  <a:pt x="92" y="230"/>
                </a:lnTo>
                <a:lnTo>
                  <a:pt x="92" y="231"/>
                </a:lnTo>
                <a:lnTo>
                  <a:pt x="91" y="231"/>
                </a:lnTo>
                <a:lnTo>
                  <a:pt x="91" y="232"/>
                </a:lnTo>
                <a:lnTo>
                  <a:pt x="90" y="232"/>
                </a:lnTo>
                <a:lnTo>
                  <a:pt x="90" y="233"/>
                </a:lnTo>
                <a:lnTo>
                  <a:pt x="89" y="233"/>
                </a:lnTo>
                <a:lnTo>
                  <a:pt x="88" y="234"/>
                </a:lnTo>
                <a:lnTo>
                  <a:pt x="86" y="234"/>
                </a:lnTo>
                <a:lnTo>
                  <a:pt x="86" y="233"/>
                </a:lnTo>
                <a:lnTo>
                  <a:pt x="85" y="234"/>
                </a:lnTo>
                <a:lnTo>
                  <a:pt x="84" y="233"/>
                </a:lnTo>
                <a:lnTo>
                  <a:pt x="83" y="234"/>
                </a:lnTo>
                <a:lnTo>
                  <a:pt x="81" y="234"/>
                </a:lnTo>
                <a:lnTo>
                  <a:pt x="79" y="234"/>
                </a:lnTo>
                <a:lnTo>
                  <a:pt x="77" y="235"/>
                </a:lnTo>
                <a:lnTo>
                  <a:pt x="76" y="235"/>
                </a:lnTo>
                <a:lnTo>
                  <a:pt x="76" y="234"/>
                </a:lnTo>
                <a:lnTo>
                  <a:pt x="75" y="234"/>
                </a:lnTo>
                <a:lnTo>
                  <a:pt x="75" y="233"/>
                </a:lnTo>
                <a:lnTo>
                  <a:pt x="74" y="233"/>
                </a:lnTo>
                <a:lnTo>
                  <a:pt x="74" y="234"/>
                </a:lnTo>
                <a:lnTo>
                  <a:pt x="73" y="234"/>
                </a:lnTo>
                <a:lnTo>
                  <a:pt x="72" y="235"/>
                </a:lnTo>
                <a:lnTo>
                  <a:pt x="72" y="234"/>
                </a:lnTo>
                <a:lnTo>
                  <a:pt x="71" y="234"/>
                </a:lnTo>
                <a:lnTo>
                  <a:pt x="71" y="233"/>
                </a:lnTo>
                <a:lnTo>
                  <a:pt x="71" y="232"/>
                </a:lnTo>
                <a:lnTo>
                  <a:pt x="70" y="232"/>
                </a:lnTo>
                <a:lnTo>
                  <a:pt x="69" y="233"/>
                </a:lnTo>
                <a:lnTo>
                  <a:pt x="70" y="235"/>
                </a:lnTo>
                <a:lnTo>
                  <a:pt x="69" y="236"/>
                </a:lnTo>
                <a:lnTo>
                  <a:pt x="69" y="237"/>
                </a:lnTo>
                <a:lnTo>
                  <a:pt x="68" y="237"/>
                </a:lnTo>
                <a:lnTo>
                  <a:pt x="67" y="237"/>
                </a:lnTo>
                <a:lnTo>
                  <a:pt x="67" y="236"/>
                </a:lnTo>
                <a:lnTo>
                  <a:pt x="66" y="235"/>
                </a:lnTo>
                <a:lnTo>
                  <a:pt x="65" y="235"/>
                </a:lnTo>
                <a:lnTo>
                  <a:pt x="65" y="234"/>
                </a:lnTo>
                <a:lnTo>
                  <a:pt x="64" y="233"/>
                </a:lnTo>
                <a:lnTo>
                  <a:pt x="63" y="232"/>
                </a:lnTo>
                <a:lnTo>
                  <a:pt x="62" y="232"/>
                </a:lnTo>
                <a:lnTo>
                  <a:pt x="62" y="234"/>
                </a:lnTo>
                <a:lnTo>
                  <a:pt x="62" y="235"/>
                </a:lnTo>
                <a:lnTo>
                  <a:pt x="63" y="235"/>
                </a:lnTo>
                <a:lnTo>
                  <a:pt x="62" y="235"/>
                </a:lnTo>
                <a:lnTo>
                  <a:pt x="62" y="236"/>
                </a:lnTo>
                <a:lnTo>
                  <a:pt x="62" y="237"/>
                </a:lnTo>
                <a:lnTo>
                  <a:pt x="61" y="237"/>
                </a:lnTo>
                <a:lnTo>
                  <a:pt x="60" y="237"/>
                </a:lnTo>
                <a:lnTo>
                  <a:pt x="60" y="238"/>
                </a:lnTo>
                <a:lnTo>
                  <a:pt x="61" y="238"/>
                </a:lnTo>
                <a:lnTo>
                  <a:pt x="61" y="239"/>
                </a:lnTo>
                <a:lnTo>
                  <a:pt x="60" y="240"/>
                </a:lnTo>
                <a:lnTo>
                  <a:pt x="59" y="240"/>
                </a:lnTo>
                <a:lnTo>
                  <a:pt x="58" y="241"/>
                </a:lnTo>
                <a:lnTo>
                  <a:pt x="57" y="241"/>
                </a:lnTo>
                <a:lnTo>
                  <a:pt x="56" y="240"/>
                </a:lnTo>
                <a:lnTo>
                  <a:pt x="55" y="241"/>
                </a:lnTo>
                <a:lnTo>
                  <a:pt x="55" y="242"/>
                </a:lnTo>
                <a:lnTo>
                  <a:pt x="54" y="242"/>
                </a:lnTo>
                <a:lnTo>
                  <a:pt x="53" y="242"/>
                </a:lnTo>
                <a:lnTo>
                  <a:pt x="54" y="242"/>
                </a:lnTo>
                <a:lnTo>
                  <a:pt x="54" y="243"/>
                </a:lnTo>
                <a:lnTo>
                  <a:pt x="53" y="243"/>
                </a:lnTo>
                <a:lnTo>
                  <a:pt x="53" y="244"/>
                </a:lnTo>
                <a:lnTo>
                  <a:pt x="53" y="246"/>
                </a:lnTo>
                <a:lnTo>
                  <a:pt x="53" y="247"/>
                </a:lnTo>
                <a:lnTo>
                  <a:pt x="54" y="246"/>
                </a:lnTo>
                <a:lnTo>
                  <a:pt x="54" y="247"/>
                </a:lnTo>
                <a:lnTo>
                  <a:pt x="53" y="247"/>
                </a:lnTo>
                <a:lnTo>
                  <a:pt x="51" y="247"/>
                </a:lnTo>
                <a:lnTo>
                  <a:pt x="50" y="247"/>
                </a:lnTo>
                <a:lnTo>
                  <a:pt x="49" y="247"/>
                </a:lnTo>
                <a:lnTo>
                  <a:pt x="48" y="247"/>
                </a:lnTo>
                <a:lnTo>
                  <a:pt x="47" y="247"/>
                </a:lnTo>
                <a:lnTo>
                  <a:pt x="47" y="248"/>
                </a:lnTo>
                <a:lnTo>
                  <a:pt x="47" y="247"/>
                </a:lnTo>
                <a:lnTo>
                  <a:pt x="46" y="247"/>
                </a:lnTo>
                <a:lnTo>
                  <a:pt x="45" y="247"/>
                </a:lnTo>
                <a:lnTo>
                  <a:pt x="44" y="246"/>
                </a:lnTo>
                <a:lnTo>
                  <a:pt x="44" y="245"/>
                </a:lnTo>
                <a:lnTo>
                  <a:pt x="44" y="244"/>
                </a:lnTo>
                <a:lnTo>
                  <a:pt x="43" y="243"/>
                </a:lnTo>
                <a:lnTo>
                  <a:pt x="43" y="242"/>
                </a:lnTo>
                <a:lnTo>
                  <a:pt x="42" y="242"/>
                </a:lnTo>
                <a:lnTo>
                  <a:pt x="42" y="243"/>
                </a:lnTo>
                <a:lnTo>
                  <a:pt x="41" y="243"/>
                </a:lnTo>
                <a:lnTo>
                  <a:pt x="41" y="242"/>
                </a:lnTo>
                <a:lnTo>
                  <a:pt x="41" y="241"/>
                </a:lnTo>
                <a:lnTo>
                  <a:pt x="40" y="241"/>
                </a:lnTo>
                <a:lnTo>
                  <a:pt x="40" y="240"/>
                </a:lnTo>
                <a:lnTo>
                  <a:pt x="39" y="240"/>
                </a:lnTo>
                <a:lnTo>
                  <a:pt x="38" y="240"/>
                </a:lnTo>
                <a:lnTo>
                  <a:pt x="38" y="239"/>
                </a:lnTo>
                <a:lnTo>
                  <a:pt x="38" y="238"/>
                </a:lnTo>
                <a:lnTo>
                  <a:pt x="37" y="238"/>
                </a:lnTo>
                <a:lnTo>
                  <a:pt x="38" y="237"/>
                </a:lnTo>
                <a:lnTo>
                  <a:pt x="37" y="237"/>
                </a:lnTo>
                <a:lnTo>
                  <a:pt x="37" y="236"/>
                </a:lnTo>
                <a:lnTo>
                  <a:pt x="36" y="235"/>
                </a:lnTo>
                <a:lnTo>
                  <a:pt x="36" y="234"/>
                </a:lnTo>
                <a:lnTo>
                  <a:pt x="35" y="234"/>
                </a:lnTo>
                <a:lnTo>
                  <a:pt x="34" y="233"/>
                </a:lnTo>
                <a:lnTo>
                  <a:pt x="34" y="234"/>
                </a:lnTo>
                <a:lnTo>
                  <a:pt x="33" y="235"/>
                </a:lnTo>
                <a:lnTo>
                  <a:pt x="32" y="236"/>
                </a:lnTo>
                <a:lnTo>
                  <a:pt x="31" y="236"/>
                </a:lnTo>
                <a:lnTo>
                  <a:pt x="31" y="235"/>
                </a:lnTo>
                <a:lnTo>
                  <a:pt x="30" y="235"/>
                </a:lnTo>
                <a:lnTo>
                  <a:pt x="30" y="236"/>
                </a:lnTo>
                <a:lnTo>
                  <a:pt x="29" y="236"/>
                </a:lnTo>
                <a:lnTo>
                  <a:pt x="29" y="235"/>
                </a:lnTo>
                <a:lnTo>
                  <a:pt x="28" y="235"/>
                </a:lnTo>
                <a:lnTo>
                  <a:pt x="28" y="236"/>
                </a:lnTo>
                <a:lnTo>
                  <a:pt x="27" y="236"/>
                </a:lnTo>
                <a:lnTo>
                  <a:pt x="26" y="236"/>
                </a:lnTo>
                <a:lnTo>
                  <a:pt x="26" y="237"/>
                </a:lnTo>
                <a:lnTo>
                  <a:pt x="25" y="237"/>
                </a:lnTo>
                <a:lnTo>
                  <a:pt x="25" y="238"/>
                </a:lnTo>
                <a:lnTo>
                  <a:pt x="24" y="238"/>
                </a:lnTo>
                <a:lnTo>
                  <a:pt x="23" y="238"/>
                </a:lnTo>
                <a:lnTo>
                  <a:pt x="23" y="237"/>
                </a:lnTo>
                <a:lnTo>
                  <a:pt x="23" y="236"/>
                </a:lnTo>
                <a:lnTo>
                  <a:pt x="22" y="236"/>
                </a:lnTo>
                <a:lnTo>
                  <a:pt x="22" y="235"/>
                </a:lnTo>
                <a:lnTo>
                  <a:pt x="20" y="234"/>
                </a:lnTo>
                <a:lnTo>
                  <a:pt x="19" y="234"/>
                </a:lnTo>
                <a:lnTo>
                  <a:pt x="19" y="235"/>
                </a:lnTo>
                <a:lnTo>
                  <a:pt x="18" y="236"/>
                </a:lnTo>
                <a:lnTo>
                  <a:pt x="18" y="237"/>
                </a:lnTo>
                <a:lnTo>
                  <a:pt x="17" y="238"/>
                </a:lnTo>
                <a:lnTo>
                  <a:pt x="17" y="237"/>
                </a:lnTo>
                <a:lnTo>
                  <a:pt x="16" y="236"/>
                </a:lnTo>
                <a:lnTo>
                  <a:pt x="16" y="235"/>
                </a:lnTo>
                <a:lnTo>
                  <a:pt x="17" y="235"/>
                </a:lnTo>
                <a:lnTo>
                  <a:pt x="17" y="234"/>
                </a:lnTo>
                <a:lnTo>
                  <a:pt x="17" y="233"/>
                </a:lnTo>
                <a:lnTo>
                  <a:pt x="17" y="231"/>
                </a:lnTo>
                <a:lnTo>
                  <a:pt x="16" y="231"/>
                </a:lnTo>
                <a:lnTo>
                  <a:pt x="16" y="230"/>
                </a:lnTo>
                <a:lnTo>
                  <a:pt x="15" y="230"/>
                </a:lnTo>
                <a:lnTo>
                  <a:pt x="15" y="229"/>
                </a:lnTo>
                <a:lnTo>
                  <a:pt x="14" y="229"/>
                </a:lnTo>
                <a:lnTo>
                  <a:pt x="14" y="230"/>
                </a:lnTo>
                <a:lnTo>
                  <a:pt x="12" y="230"/>
                </a:lnTo>
                <a:lnTo>
                  <a:pt x="12" y="229"/>
                </a:lnTo>
                <a:lnTo>
                  <a:pt x="12" y="228"/>
                </a:lnTo>
                <a:lnTo>
                  <a:pt x="13" y="227"/>
                </a:lnTo>
                <a:lnTo>
                  <a:pt x="12" y="226"/>
                </a:lnTo>
                <a:lnTo>
                  <a:pt x="12" y="225"/>
                </a:lnTo>
                <a:lnTo>
                  <a:pt x="13" y="225"/>
                </a:lnTo>
                <a:lnTo>
                  <a:pt x="13" y="224"/>
                </a:lnTo>
                <a:lnTo>
                  <a:pt x="13" y="223"/>
                </a:lnTo>
                <a:lnTo>
                  <a:pt x="13" y="222"/>
                </a:lnTo>
                <a:lnTo>
                  <a:pt x="12" y="222"/>
                </a:lnTo>
                <a:lnTo>
                  <a:pt x="12" y="221"/>
                </a:lnTo>
                <a:lnTo>
                  <a:pt x="12" y="220"/>
                </a:lnTo>
                <a:lnTo>
                  <a:pt x="12" y="219"/>
                </a:lnTo>
                <a:lnTo>
                  <a:pt x="12" y="218"/>
                </a:lnTo>
                <a:lnTo>
                  <a:pt x="12" y="217"/>
                </a:lnTo>
                <a:lnTo>
                  <a:pt x="12" y="216"/>
                </a:lnTo>
                <a:lnTo>
                  <a:pt x="11" y="216"/>
                </a:lnTo>
                <a:lnTo>
                  <a:pt x="10" y="216"/>
                </a:lnTo>
                <a:lnTo>
                  <a:pt x="9" y="216"/>
                </a:lnTo>
                <a:lnTo>
                  <a:pt x="8" y="216"/>
                </a:lnTo>
                <a:lnTo>
                  <a:pt x="7" y="215"/>
                </a:lnTo>
                <a:lnTo>
                  <a:pt x="6" y="215"/>
                </a:lnTo>
                <a:lnTo>
                  <a:pt x="5" y="214"/>
                </a:lnTo>
                <a:lnTo>
                  <a:pt x="5" y="213"/>
                </a:lnTo>
                <a:lnTo>
                  <a:pt x="5" y="212"/>
                </a:lnTo>
                <a:lnTo>
                  <a:pt x="4" y="212"/>
                </a:lnTo>
                <a:lnTo>
                  <a:pt x="4" y="211"/>
                </a:lnTo>
                <a:lnTo>
                  <a:pt x="4" y="210"/>
                </a:lnTo>
                <a:lnTo>
                  <a:pt x="5" y="210"/>
                </a:lnTo>
                <a:lnTo>
                  <a:pt x="6" y="210"/>
                </a:lnTo>
                <a:lnTo>
                  <a:pt x="7" y="210"/>
                </a:lnTo>
                <a:lnTo>
                  <a:pt x="8" y="209"/>
                </a:lnTo>
                <a:lnTo>
                  <a:pt x="9" y="209"/>
                </a:lnTo>
                <a:lnTo>
                  <a:pt x="9" y="208"/>
                </a:lnTo>
                <a:lnTo>
                  <a:pt x="10" y="207"/>
                </a:lnTo>
                <a:lnTo>
                  <a:pt x="11" y="207"/>
                </a:lnTo>
                <a:lnTo>
                  <a:pt x="12" y="208"/>
                </a:lnTo>
                <a:lnTo>
                  <a:pt x="12" y="209"/>
                </a:lnTo>
                <a:lnTo>
                  <a:pt x="13" y="209"/>
                </a:lnTo>
                <a:lnTo>
                  <a:pt x="13" y="208"/>
                </a:lnTo>
                <a:lnTo>
                  <a:pt x="14" y="208"/>
                </a:lnTo>
                <a:lnTo>
                  <a:pt x="15" y="208"/>
                </a:lnTo>
                <a:lnTo>
                  <a:pt x="16" y="207"/>
                </a:lnTo>
                <a:lnTo>
                  <a:pt x="17" y="207"/>
                </a:lnTo>
                <a:lnTo>
                  <a:pt x="18" y="207"/>
                </a:lnTo>
                <a:lnTo>
                  <a:pt x="18" y="206"/>
                </a:lnTo>
                <a:lnTo>
                  <a:pt x="19" y="206"/>
                </a:lnTo>
                <a:lnTo>
                  <a:pt x="19" y="205"/>
                </a:lnTo>
                <a:lnTo>
                  <a:pt x="19" y="204"/>
                </a:lnTo>
                <a:lnTo>
                  <a:pt x="19" y="203"/>
                </a:lnTo>
                <a:lnTo>
                  <a:pt x="18" y="203"/>
                </a:lnTo>
                <a:lnTo>
                  <a:pt x="17" y="203"/>
                </a:lnTo>
                <a:lnTo>
                  <a:pt x="16" y="202"/>
                </a:lnTo>
                <a:lnTo>
                  <a:pt x="15" y="202"/>
                </a:lnTo>
                <a:lnTo>
                  <a:pt x="15" y="201"/>
                </a:lnTo>
                <a:lnTo>
                  <a:pt x="14" y="201"/>
                </a:lnTo>
                <a:lnTo>
                  <a:pt x="13" y="201"/>
                </a:lnTo>
                <a:lnTo>
                  <a:pt x="12" y="200"/>
                </a:lnTo>
                <a:lnTo>
                  <a:pt x="13" y="199"/>
                </a:lnTo>
                <a:lnTo>
                  <a:pt x="13" y="198"/>
                </a:lnTo>
                <a:lnTo>
                  <a:pt x="13" y="197"/>
                </a:lnTo>
                <a:lnTo>
                  <a:pt x="13" y="196"/>
                </a:lnTo>
                <a:lnTo>
                  <a:pt x="14" y="196"/>
                </a:lnTo>
                <a:lnTo>
                  <a:pt x="14" y="195"/>
                </a:lnTo>
                <a:lnTo>
                  <a:pt x="13" y="195"/>
                </a:lnTo>
                <a:lnTo>
                  <a:pt x="13" y="194"/>
                </a:lnTo>
                <a:lnTo>
                  <a:pt x="12" y="194"/>
                </a:lnTo>
                <a:lnTo>
                  <a:pt x="12" y="193"/>
                </a:lnTo>
                <a:lnTo>
                  <a:pt x="12" y="192"/>
                </a:lnTo>
                <a:lnTo>
                  <a:pt x="13" y="191"/>
                </a:lnTo>
                <a:lnTo>
                  <a:pt x="12" y="191"/>
                </a:lnTo>
                <a:lnTo>
                  <a:pt x="12" y="190"/>
                </a:lnTo>
                <a:lnTo>
                  <a:pt x="11" y="190"/>
                </a:lnTo>
                <a:lnTo>
                  <a:pt x="11" y="189"/>
                </a:lnTo>
                <a:lnTo>
                  <a:pt x="10" y="189"/>
                </a:lnTo>
                <a:lnTo>
                  <a:pt x="9" y="189"/>
                </a:lnTo>
                <a:lnTo>
                  <a:pt x="8" y="188"/>
                </a:lnTo>
                <a:lnTo>
                  <a:pt x="8" y="187"/>
                </a:lnTo>
                <a:lnTo>
                  <a:pt x="7" y="186"/>
                </a:lnTo>
                <a:lnTo>
                  <a:pt x="6" y="186"/>
                </a:lnTo>
                <a:lnTo>
                  <a:pt x="5" y="186"/>
                </a:lnTo>
                <a:lnTo>
                  <a:pt x="5" y="185"/>
                </a:lnTo>
                <a:lnTo>
                  <a:pt x="4" y="185"/>
                </a:lnTo>
                <a:lnTo>
                  <a:pt x="3" y="184"/>
                </a:lnTo>
                <a:lnTo>
                  <a:pt x="2" y="184"/>
                </a:lnTo>
                <a:lnTo>
                  <a:pt x="1" y="185"/>
                </a:lnTo>
                <a:lnTo>
                  <a:pt x="1" y="184"/>
                </a:lnTo>
                <a:lnTo>
                  <a:pt x="1" y="183"/>
                </a:lnTo>
                <a:lnTo>
                  <a:pt x="1" y="182"/>
                </a:lnTo>
                <a:lnTo>
                  <a:pt x="0" y="182"/>
                </a:lnTo>
                <a:lnTo>
                  <a:pt x="0" y="181"/>
                </a:lnTo>
                <a:lnTo>
                  <a:pt x="0" y="180"/>
                </a:lnTo>
                <a:lnTo>
                  <a:pt x="1" y="180"/>
                </a:lnTo>
                <a:lnTo>
                  <a:pt x="1" y="179"/>
                </a:lnTo>
                <a:lnTo>
                  <a:pt x="1" y="178"/>
                </a:lnTo>
                <a:lnTo>
                  <a:pt x="2" y="178"/>
                </a:lnTo>
                <a:lnTo>
                  <a:pt x="3" y="178"/>
                </a:lnTo>
                <a:lnTo>
                  <a:pt x="3" y="177"/>
                </a:lnTo>
                <a:lnTo>
                  <a:pt x="2" y="176"/>
                </a:lnTo>
                <a:lnTo>
                  <a:pt x="2" y="175"/>
                </a:lnTo>
                <a:lnTo>
                  <a:pt x="2" y="174"/>
                </a:lnTo>
                <a:lnTo>
                  <a:pt x="3" y="174"/>
                </a:lnTo>
                <a:lnTo>
                  <a:pt x="3" y="173"/>
                </a:lnTo>
                <a:lnTo>
                  <a:pt x="3" y="171"/>
                </a:lnTo>
                <a:lnTo>
                  <a:pt x="4" y="171"/>
                </a:lnTo>
                <a:lnTo>
                  <a:pt x="5" y="170"/>
                </a:lnTo>
                <a:lnTo>
                  <a:pt x="6" y="169"/>
                </a:lnTo>
                <a:lnTo>
                  <a:pt x="7" y="169"/>
                </a:lnTo>
                <a:lnTo>
                  <a:pt x="7" y="168"/>
                </a:lnTo>
                <a:lnTo>
                  <a:pt x="7" y="167"/>
                </a:lnTo>
                <a:lnTo>
                  <a:pt x="8" y="167"/>
                </a:lnTo>
                <a:lnTo>
                  <a:pt x="8" y="166"/>
                </a:lnTo>
                <a:lnTo>
                  <a:pt x="9" y="166"/>
                </a:lnTo>
                <a:lnTo>
                  <a:pt x="9" y="165"/>
                </a:lnTo>
                <a:lnTo>
                  <a:pt x="10" y="164"/>
                </a:lnTo>
                <a:lnTo>
                  <a:pt x="10" y="163"/>
                </a:lnTo>
                <a:lnTo>
                  <a:pt x="11" y="163"/>
                </a:lnTo>
                <a:lnTo>
                  <a:pt x="12" y="163"/>
                </a:lnTo>
                <a:lnTo>
                  <a:pt x="13" y="163"/>
                </a:lnTo>
                <a:lnTo>
                  <a:pt x="13" y="162"/>
                </a:lnTo>
                <a:lnTo>
                  <a:pt x="14" y="162"/>
                </a:lnTo>
                <a:lnTo>
                  <a:pt x="13" y="162"/>
                </a:lnTo>
                <a:lnTo>
                  <a:pt x="13" y="161"/>
                </a:lnTo>
                <a:lnTo>
                  <a:pt x="13" y="160"/>
                </a:lnTo>
                <a:lnTo>
                  <a:pt x="14" y="160"/>
                </a:lnTo>
                <a:lnTo>
                  <a:pt x="14" y="159"/>
                </a:lnTo>
                <a:lnTo>
                  <a:pt x="16" y="159"/>
                </a:lnTo>
                <a:lnTo>
                  <a:pt x="16" y="160"/>
                </a:lnTo>
                <a:lnTo>
                  <a:pt x="17" y="160"/>
                </a:lnTo>
                <a:lnTo>
                  <a:pt x="17" y="159"/>
                </a:lnTo>
                <a:lnTo>
                  <a:pt x="17" y="158"/>
                </a:lnTo>
                <a:lnTo>
                  <a:pt x="17" y="156"/>
                </a:lnTo>
                <a:lnTo>
                  <a:pt x="18" y="156"/>
                </a:lnTo>
                <a:lnTo>
                  <a:pt x="19" y="156"/>
                </a:lnTo>
                <a:lnTo>
                  <a:pt x="22" y="156"/>
                </a:lnTo>
                <a:lnTo>
                  <a:pt x="23" y="156"/>
                </a:lnTo>
                <a:lnTo>
                  <a:pt x="23" y="155"/>
                </a:lnTo>
                <a:lnTo>
                  <a:pt x="23" y="154"/>
                </a:lnTo>
                <a:lnTo>
                  <a:pt x="24" y="153"/>
                </a:lnTo>
                <a:lnTo>
                  <a:pt x="24" y="154"/>
                </a:lnTo>
                <a:lnTo>
                  <a:pt x="25" y="154"/>
                </a:lnTo>
                <a:lnTo>
                  <a:pt x="26" y="153"/>
                </a:lnTo>
                <a:lnTo>
                  <a:pt x="27" y="153"/>
                </a:lnTo>
                <a:lnTo>
                  <a:pt x="28" y="153"/>
                </a:lnTo>
                <a:lnTo>
                  <a:pt x="29" y="153"/>
                </a:lnTo>
                <a:lnTo>
                  <a:pt x="30" y="153"/>
                </a:lnTo>
                <a:lnTo>
                  <a:pt x="29" y="153"/>
                </a:lnTo>
                <a:lnTo>
                  <a:pt x="30" y="152"/>
                </a:lnTo>
                <a:lnTo>
                  <a:pt x="31" y="152"/>
                </a:lnTo>
                <a:lnTo>
                  <a:pt x="31" y="153"/>
                </a:lnTo>
                <a:lnTo>
                  <a:pt x="32" y="153"/>
                </a:lnTo>
                <a:lnTo>
                  <a:pt x="33" y="153"/>
                </a:lnTo>
                <a:lnTo>
                  <a:pt x="34" y="152"/>
                </a:lnTo>
                <a:lnTo>
                  <a:pt x="35" y="151"/>
                </a:lnTo>
                <a:lnTo>
                  <a:pt x="35" y="150"/>
                </a:lnTo>
                <a:lnTo>
                  <a:pt x="35" y="149"/>
                </a:lnTo>
                <a:lnTo>
                  <a:pt x="34" y="149"/>
                </a:lnTo>
                <a:lnTo>
                  <a:pt x="35" y="147"/>
                </a:lnTo>
                <a:lnTo>
                  <a:pt x="36" y="146"/>
                </a:lnTo>
                <a:lnTo>
                  <a:pt x="37" y="145"/>
                </a:lnTo>
                <a:lnTo>
                  <a:pt x="38" y="145"/>
                </a:lnTo>
                <a:lnTo>
                  <a:pt x="38" y="146"/>
                </a:lnTo>
                <a:lnTo>
                  <a:pt x="39" y="146"/>
                </a:lnTo>
                <a:lnTo>
                  <a:pt x="39" y="147"/>
                </a:lnTo>
                <a:lnTo>
                  <a:pt x="40" y="147"/>
                </a:lnTo>
                <a:lnTo>
                  <a:pt x="40" y="148"/>
                </a:lnTo>
                <a:lnTo>
                  <a:pt x="41" y="148"/>
                </a:lnTo>
                <a:lnTo>
                  <a:pt x="42" y="148"/>
                </a:lnTo>
                <a:lnTo>
                  <a:pt x="43" y="148"/>
                </a:lnTo>
                <a:lnTo>
                  <a:pt x="44" y="149"/>
                </a:lnTo>
                <a:lnTo>
                  <a:pt x="45" y="149"/>
                </a:lnTo>
                <a:lnTo>
                  <a:pt x="46" y="149"/>
                </a:lnTo>
                <a:lnTo>
                  <a:pt x="46" y="148"/>
                </a:lnTo>
                <a:lnTo>
                  <a:pt x="46" y="147"/>
                </a:lnTo>
                <a:lnTo>
                  <a:pt x="45" y="146"/>
                </a:lnTo>
                <a:lnTo>
                  <a:pt x="45" y="145"/>
                </a:lnTo>
                <a:lnTo>
                  <a:pt x="46" y="143"/>
                </a:lnTo>
                <a:lnTo>
                  <a:pt x="45" y="143"/>
                </a:lnTo>
                <a:lnTo>
                  <a:pt x="46" y="142"/>
                </a:lnTo>
                <a:lnTo>
                  <a:pt x="47" y="142"/>
                </a:lnTo>
                <a:lnTo>
                  <a:pt x="47" y="143"/>
                </a:lnTo>
                <a:lnTo>
                  <a:pt x="47" y="142"/>
                </a:lnTo>
                <a:lnTo>
                  <a:pt x="48" y="142"/>
                </a:lnTo>
                <a:lnTo>
                  <a:pt x="49" y="139"/>
                </a:lnTo>
                <a:lnTo>
                  <a:pt x="48" y="138"/>
                </a:lnTo>
                <a:lnTo>
                  <a:pt x="48" y="137"/>
                </a:lnTo>
                <a:lnTo>
                  <a:pt x="49" y="135"/>
                </a:lnTo>
                <a:lnTo>
                  <a:pt x="50" y="135"/>
                </a:lnTo>
                <a:lnTo>
                  <a:pt x="51" y="134"/>
                </a:lnTo>
                <a:lnTo>
                  <a:pt x="51" y="133"/>
                </a:lnTo>
                <a:lnTo>
                  <a:pt x="52" y="133"/>
                </a:lnTo>
                <a:lnTo>
                  <a:pt x="52" y="132"/>
                </a:lnTo>
                <a:lnTo>
                  <a:pt x="53" y="131"/>
                </a:lnTo>
                <a:lnTo>
                  <a:pt x="54" y="131"/>
                </a:lnTo>
                <a:lnTo>
                  <a:pt x="56" y="131"/>
                </a:lnTo>
                <a:lnTo>
                  <a:pt x="57" y="130"/>
                </a:lnTo>
                <a:lnTo>
                  <a:pt x="57" y="129"/>
                </a:lnTo>
                <a:lnTo>
                  <a:pt x="56" y="129"/>
                </a:lnTo>
                <a:lnTo>
                  <a:pt x="55" y="127"/>
                </a:lnTo>
                <a:lnTo>
                  <a:pt x="54" y="126"/>
                </a:lnTo>
                <a:lnTo>
                  <a:pt x="54" y="124"/>
                </a:lnTo>
                <a:lnTo>
                  <a:pt x="53" y="124"/>
                </a:lnTo>
                <a:lnTo>
                  <a:pt x="53" y="122"/>
                </a:lnTo>
                <a:lnTo>
                  <a:pt x="52" y="121"/>
                </a:lnTo>
                <a:lnTo>
                  <a:pt x="51" y="120"/>
                </a:lnTo>
                <a:lnTo>
                  <a:pt x="51" y="119"/>
                </a:lnTo>
                <a:lnTo>
                  <a:pt x="50" y="117"/>
                </a:lnTo>
                <a:lnTo>
                  <a:pt x="50" y="116"/>
                </a:lnTo>
                <a:lnTo>
                  <a:pt x="49" y="116"/>
                </a:lnTo>
                <a:lnTo>
                  <a:pt x="48" y="116"/>
                </a:lnTo>
                <a:lnTo>
                  <a:pt x="47" y="116"/>
                </a:lnTo>
                <a:lnTo>
                  <a:pt x="45" y="116"/>
                </a:lnTo>
                <a:lnTo>
                  <a:pt x="44" y="116"/>
                </a:lnTo>
                <a:lnTo>
                  <a:pt x="43" y="116"/>
                </a:lnTo>
                <a:lnTo>
                  <a:pt x="43" y="115"/>
                </a:lnTo>
                <a:lnTo>
                  <a:pt x="43" y="114"/>
                </a:lnTo>
                <a:lnTo>
                  <a:pt x="43" y="113"/>
                </a:lnTo>
                <a:lnTo>
                  <a:pt x="42" y="114"/>
                </a:lnTo>
                <a:lnTo>
                  <a:pt x="41" y="114"/>
                </a:lnTo>
                <a:lnTo>
                  <a:pt x="40" y="113"/>
                </a:lnTo>
                <a:lnTo>
                  <a:pt x="40" y="112"/>
                </a:lnTo>
                <a:lnTo>
                  <a:pt x="35" y="107"/>
                </a:lnTo>
                <a:lnTo>
                  <a:pt x="33" y="104"/>
                </a:lnTo>
                <a:lnTo>
                  <a:pt x="32" y="105"/>
                </a:lnTo>
                <a:lnTo>
                  <a:pt x="32" y="104"/>
                </a:lnTo>
                <a:lnTo>
                  <a:pt x="32" y="102"/>
                </a:lnTo>
                <a:lnTo>
                  <a:pt x="32" y="101"/>
                </a:lnTo>
                <a:lnTo>
                  <a:pt x="31" y="101"/>
                </a:lnTo>
                <a:lnTo>
                  <a:pt x="31" y="100"/>
                </a:lnTo>
                <a:lnTo>
                  <a:pt x="32" y="97"/>
                </a:lnTo>
                <a:lnTo>
                  <a:pt x="32" y="96"/>
                </a:lnTo>
                <a:lnTo>
                  <a:pt x="31" y="96"/>
                </a:lnTo>
                <a:lnTo>
                  <a:pt x="30" y="96"/>
                </a:lnTo>
                <a:lnTo>
                  <a:pt x="28" y="97"/>
                </a:lnTo>
                <a:lnTo>
                  <a:pt x="28" y="96"/>
                </a:lnTo>
                <a:lnTo>
                  <a:pt x="27" y="96"/>
                </a:lnTo>
                <a:lnTo>
                  <a:pt x="27" y="95"/>
                </a:lnTo>
                <a:lnTo>
                  <a:pt x="27" y="94"/>
                </a:lnTo>
                <a:lnTo>
                  <a:pt x="28" y="94"/>
                </a:lnTo>
                <a:lnTo>
                  <a:pt x="28" y="93"/>
                </a:lnTo>
                <a:lnTo>
                  <a:pt x="28" y="92"/>
                </a:lnTo>
                <a:lnTo>
                  <a:pt x="28" y="91"/>
                </a:lnTo>
                <a:lnTo>
                  <a:pt x="29" y="90"/>
                </a:lnTo>
                <a:lnTo>
                  <a:pt x="30" y="88"/>
                </a:lnTo>
                <a:lnTo>
                  <a:pt x="31" y="88"/>
                </a:lnTo>
                <a:lnTo>
                  <a:pt x="31" y="87"/>
                </a:lnTo>
                <a:lnTo>
                  <a:pt x="32" y="87"/>
                </a:lnTo>
                <a:lnTo>
                  <a:pt x="32" y="86"/>
                </a:lnTo>
                <a:lnTo>
                  <a:pt x="33" y="86"/>
                </a:lnTo>
                <a:lnTo>
                  <a:pt x="33" y="87"/>
                </a:lnTo>
                <a:lnTo>
                  <a:pt x="35" y="87"/>
                </a:lnTo>
                <a:lnTo>
                  <a:pt x="35" y="86"/>
                </a:lnTo>
                <a:lnTo>
                  <a:pt x="36" y="86"/>
                </a:lnTo>
                <a:lnTo>
                  <a:pt x="36" y="85"/>
                </a:lnTo>
                <a:lnTo>
                  <a:pt x="35" y="85"/>
                </a:lnTo>
                <a:lnTo>
                  <a:pt x="36" y="82"/>
                </a:lnTo>
                <a:lnTo>
                  <a:pt x="37" y="81"/>
                </a:lnTo>
                <a:lnTo>
                  <a:pt x="38" y="81"/>
                </a:lnTo>
                <a:lnTo>
                  <a:pt x="39" y="81"/>
                </a:lnTo>
                <a:lnTo>
                  <a:pt x="40" y="81"/>
                </a:lnTo>
                <a:lnTo>
                  <a:pt x="42" y="80"/>
                </a:lnTo>
                <a:lnTo>
                  <a:pt x="43" y="80"/>
                </a:lnTo>
                <a:lnTo>
                  <a:pt x="43" y="79"/>
                </a:lnTo>
                <a:lnTo>
                  <a:pt x="44" y="76"/>
                </a:lnTo>
                <a:lnTo>
                  <a:pt x="45" y="76"/>
                </a:lnTo>
                <a:lnTo>
                  <a:pt x="46" y="76"/>
                </a:lnTo>
                <a:lnTo>
                  <a:pt x="47" y="76"/>
                </a:lnTo>
                <a:lnTo>
                  <a:pt x="51" y="77"/>
                </a:lnTo>
                <a:lnTo>
                  <a:pt x="52" y="78"/>
                </a:lnTo>
                <a:lnTo>
                  <a:pt x="52" y="79"/>
                </a:lnTo>
                <a:lnTo>
                  <a:pt x="52" y="80"/>
                </a:lnTo>
                <a:lnTo>
                  <a:pt x="53" y="80"/>
                </a:lnTo>
                <a:lnTo>
                  <a:pt x="53" y="81"/>
                </a:lnTo>
                <a:lnTo>
                  <a:pt x="54" y="81"/>
                </a:lnTo>
                <a:lnTo>
                  <a:pt x="55" y="81"/>
                </a:lnTo>
                <a:lnTo>
                  <a:pt x="56" y="79"/>
                </a:lnTo>
                <a:lnTo>
                  <a:pt x="57" y="79"/>
                </a:lnTo>
                <a:lnTo>
                  <a:pt x="57" y="78"/>
                </a:lnTo>
                <a:lnTo>
                  <a:pt x="58" y="77"/>
                </a:lnTo>
                <a:lnTo>
                  <a:pt x="58" y="76"/>
                </a:lnTo>
                <a:lnTo>
                  <a:pt x="58" y="77"/>
                </a:lnTo>
                <a:lnTo>
                  <a:pt x="58" y="78"/>
                </a:lnTo>
                <a:lnTo>
                  <a:pt x="59" y="78"/>
                </a:lnTo>
                <a:lnTo>
                  <a:pt x="60" y="77"/>
                </a:lnTo>
                <a:lnTo>
                  <a:pt x="61" y="76"/>
                </a:lnTo>
                <a:lnTo>
                  <a:pt x="62" y="76"/>
                </a:lnTo>
                <a:lnTo>
                  <a:pt x="62" y="75"/>
                </a:lnTo>
                <a:lnTo>
                  <a:pt x="63" y="74"/>
                </a:lnTo>
                <a:lnTo>
                  <a:pt x="64" y="74"/>
                </a:lnTo>
                <a:lnTo>
                  <a:pt x="65" y="73"/>
                </a:lnTo>
                <a:lnTo>
                  <a:pt x="65" y="72"/>
                </a:lnTo>
                <a:lnTo>
                  <a:pt x="66" y="72"/>
                </a:lnTo>
                <a:lnTo>
                  <a:pt x="67" y="72"/>
                </a:lnTo>
                <a:lnTo>
                  <a:pt x="68" y="72"/>
                </a:lnTo>
                <a:lnTo>
                  <a:pt x="68" y="71"/>
                </a:lnTo>
                <a:lnTo>
                  <a:pt x="67" y="71"/>
                </a:lnTo>
                <a:lnTo>
                  <a:pt x="67" y="70"/>
                </a:lnTo>
                <a:lnTo>
                  <a:pt x="67" y="69"/>
                </a:lnTo>
                <a:lnTo>
                  <a:pt x="67" y="68"/>
                </a:lnTo>
                <a:lnTo>
                  <a:pt x="68" y="68"/>
                </a:lnTo>
                <a:lnTo>
                  <a:pt x="69" y="67"/>
                </a:lnTo>
                <a:lnTo>
                  <a:pt x="69" y="66"/>
                </a:lnTo>
                <a:lnTo>
                  <a:pt x="70" y="66"/>
                </a:lnTo>
                <a:lnTo>
                  <a:pt x="71" y="66"/>
                </a:lnTo>
                <a:lnTo>
                  <a:pt x="72" y="66"/>
                </a:lnTo>
                <a:lnTo>
                  <a:pt x="73" y="63"/>
                </a:lnTo>
                <a:lnTo>
                  <a:pt x="73" y="62"/>
                </a:lnTo>
                <a:lnTo>
                  <a:pt x="73" y="60"/>
                </a:lnTo>
                <a:lnTo>
                  <a:pt x="73" y="59"/>
                </a:lnTo>
                <a:lnTo>
                  <a:pt x="74" y="56"/>
                </a:lnTo>
                <a:lnTo>
                  <a:pt x="75" y="56"/>
                </a:lnTo>
                <a:lnTo>
                  <a:pt x="76" y="55"/>
                </a:lnTo>
                <a:lnTo>
                  <a:pt x="77" y="53"/>
                </a:lnTo>
                <a:lnTo>
                  <a:pt x="77" y="52"/>
                </a:lnTo>
                <a:lnTo>
                  <a:pt x="78" y="52"/>
                </a:lnTo>
                <a:lnTo>
                  <a:pt x="78" y="50"/>
                </a:lnTo>
                <a:lnTo>
                  <a:pt x="78" y="49"/>
                </a:lnTo>
                <a:lnTo>
                  <a:pt x="78" y="47"/>
                </a:lnTo>
                <a:lnTo>
                  <a:pt x="79" y="45"/>
                </a:lnTo>
                <a:lnTo>
                  <a:pt x="80" y="45"/>
                </a:lnTo>
                <a:lnTo>
                  <a:pt x="80" y="46"/>
                </a:lnTo>
                <a:lnTo>
                  <a:pt x="81" y="46"/>
                </a:lnTo>
                <a:lnTo>
                  <a:pt x="82" y="47"/>
                </a:lnTo>
                <a:lnTo>
                  <a:pt x="82" y="48"/>
                </a:lnTo>
                <a:lnTo>
                  <a:pt x="83" y="49"/>
                </a:lnTo>
                <a:lnTo>
                  <a:pt x="84" y="50"/>
                </a:lnTo>
                <a:lnTo>
                  <a:pt x="84" y="49"/>
                </a:lnTo>
                <a:lnTo>
                  <a:pt x="85" y="49"/>
                </a:lnTo>
                <a:lnTo>
                  <a:pt x="85" y="50"/>
                </a:lnTo>
                <a:lnTo>
                  <a:pt x="86" y="50"/>
                </a:lnTo>
                <a:lnTo>
                  <a:pt x="87" y="51"/>
                </a:lnTo>
                <a:lnTo>
                  <a:pt x="87" y="50"/>
                </a:lnTo>
                <a:lnTo>
                  <a:pt x="87" y="49"/>
                </a:lnTo>
                <a:lnTo>
                  <a:pt x="87" y="48"/>
                </a:lnTo>
                <a:lnTo>
                  <a:pt x="88" y="48"/>
                </a:lnTo>
                <a:lnTo>
                  <a:pt x="89" y="47"/>
                </a:lnTo>
                <a:lnTo>
                  <a:pt x="90" y="47"/>
                </a:lnTo>
                <a:lnTo>
                  <a:pt x="91" y="47"/>
                </a:lnTo>
                <a:lnTo>
                  <a:pt x="92" y="47"/>
                </a:lnTo>
                <a:lnTo>
                  <a:pt x="95" y="47"/>
                </a:lnTo>
                <a:lnTo>
                  <a:pt x="95" y="46"/>
                </a:lnTo>
                <a:lnTo>
                  <a:pt x="96" y="46"/>
                </a:lnTo>
                <a:lnTo>
                  <a:pt x="98" y="45"/>
                </a:lnTo>
                <a:lnTo>
                  <a:pt x="99" y="47"/>
                </a:lnTo>
                <a:lnTo>
                  <a:pt x="100" y="47"/>
                </a:lnTo>
                <a:lnTo>
                  <a:pt x="101" y="47"/>
                </a:lnTo>
                <a:lnTo>
                  <a:pt x="102" y="47"/>
                </a:lnTo>
                <a:lnTo>
                  <a:pt x="103" y="47"/>
                </a:lnTo>
                <a:lnTo>
                  <a:pt x="104" y="46"/>
                </a:lnTo>
                <a:lnTo>
                  <a:pt x="104" y="45"/>
                </a:lnTo>
                <a:lnTo>
                  <a:pt x="104" y="44"/>
                </a:lnTo>
                <a:lnTo>
                  <a:pt x="103" y="43"/>
                </a:lnTo>
                <a:lnTo>
                  <a:pt x="103" y="42"/>
                </a:lnTo>
                <a:lnTo>
                  <a:pt x="102" y="41"/>
                </a:lnTo>
                <a:lnTo>
                  <a:pt x="101" y="41"/>
                </a:lnTo>
                <a:lnTo>
                  <a:pt x="101" y="40"/>
                </a:lnTo>
                <a:lnTo>
                  <a:pt x="100" y="39"/>
                </a:lnTo>
                <a:lnTo>
                  <a:pt x="98" y="39"/>
                </a:lnTo>
                <a:lnTo>
                  <a:pt x="97" y="37"/>
                </a:lnTo>
                <a:lnTo>
                  <a:pt x="96" y="36"/>
                </a:lnTo>
                <a:lnTo>
                  <a:pt x="96" y="35"/>
                </a:lnTo>
                <a:lnTo>
                  <a:pt x="94" y="33"/>
                </a:lnTo>
                <a:lnTo>
                  <a:pt x="93" y="33"/>
                </a:lnTo>
                <a:lnTo>
                  <a:pt x="92" y="31"/>
                </a:lnTo>
                <a:lnTo>
                  <a:pt x="91" y="31"/>
                </a:lnTo>
                <a:lnTo>
                  <a:pt x="91" y="30"/>
                </a:lnTo>
                <a:lnTo>
                  <a:pt x="90" y="30"/>
                </a:lnTo>
                <a:lnTo>
                  <a:pt x="89" y="29"/>
                </a:lnTo>
                <a:lnTo>
                  <a:pt x="87" y="27"/>
                </a:lnTo>
                <a:lnTo>
                  <a:pt x="87" y="25"/>
                </a:lnTo>
                <a:lnTo>
                  <a:pt x="88" y="23"/>
                </a:lnTo>
                <a:lnTo>
                  <a:pt x="88" y="22"/>
                </a:lnTo>
                <a:lnTo>
                  <a:pt x="89" y="22"/>
                </a:lnTo>
                <a:lnTo>
                  <a:pt x="90" y="22"/>
                </a:lnTo>
                <a:lnTo>
                  <a:pt x="90" y="21"/>
                </a:lnTo>
                <a:lnTo>
                  <a:pt x="91" y="21"/>
                </a:lnTo>
                <a:lnTo>
                  <a:pt x="92" y="22"/>
                </a:lnTo>
                <a:lnTo>
                  <a:pt x="92" y="23"/>
                </a:lnTo>
                <a:lnTo>
                  <a:pt x="93" y="24"/>
                </a:lnTo>
                <a:lnTo>
                  <a:pt x="93" y="25"/>
                </a:lnTo>
                <a:lnTo>
                  <a:pt x="94" y="26"/>
                </a:lnTo>
                <a:lnTo>
                  <a:pt x="96" y="27"/>
                </a:lnTo>
                <a:lnTo>
                  <a:pt x="97" y="26"/>
                </a:lnTo>
                <a:lnTo>
                  <a:pt x="98" y="26"/>
                </a:lnTo>
                <a:lnTo>
                  <a:pt x="99" y="27"/>
                </a:lnTo>
                <a:lnTo>
                  <a:pt x="100" y="26"/>
                </a:lnTo>
                <a:lnTo>
                  <a:pt x="101" y="26"/>
                </a:lnTo>
                <a:lnTo>
                  <a:pt x="102" y="26"/>
                </a:lnTo>
                <a:lnTo>
                  <a:pt x="102" y="27"/>
                </a:lnTo>
                <a:lnTo>
                  <a:pt x="103" y="27"/>
                </a:lnTo>
                <a:lnTo>
                  <a:pt x="103" y="26"/>
                </a:lnTo>
                <a:lnTo>
                  <a:pt x="103" y="23"/>
                </a:lnTo>
                <a:lnTo>
                  <a:pt x="102" y="23"/>
                </a:lnTo>
                <a:lnTo>
                  <a:pt x="102" y="22"/>
                </a:lnTo>
                <a:lnTo>
                  <a:pt x="101" y="21"/>
                </a:lnTo>
                <a:lnTo>
                  <a:pt x="100" y="19"/>
                </a:lnTo>
                <a:lnTo>
                  <a:pt x="99" y="17"/>
                </a:lnTo>
                <a:lnTo>
                  <a:pt x="99" y="16"/>
                </a:lnTo>
                <a:lnTo>
                  <a:pt x="100" y="14"/>
                </a:lnTo>
                <a:lnTo>
                  <a:pt x="100" y="13"/>
                </a:lnTo>
                <a:lnTo>
                  <a:pt x="101" y="13"/>
                </a:lnTo>
                <a:lnTo>
                  <a:pt x="101" y="14"/>
                </a:lnTo>
                <a:lnTo>
                  <a:pt x="102" y="14"/>
                </a:lnTo>
                <a:lnTo>
                  <a:pt x="103" y="14"/>
                </a:lnTo>
                <a:lnTo>
                  <a:pt x="104" y="14"/>
                </a:lnTo>
                <a:lnTo>
                  <a:pt x="105" y="14"/>
                </a:lnTo>
                <a:lnTo>
                  <a:pt x="106" y="14"/>
                </a:lnTo>
                <a:lnTo>
                  <a:pt x="108" y="12"/>
                </a:lnTo>
                <a:lnTo>
                  <a:pt x="109" y="12"/>
                </a:lnTo>
                <a:lnTo>
                  <a:pt x="110" y="12"/>
                </a:lnTo>
                <a:lnTo>
                  <a:pt x="111" y="12"/>
                </a:lnTo>
                <a:lnTo>
                  <a:pt x="111" y="11"/>
                </a:lnTo>
                <a:lnTo>
                  <a:pt x="112" y="11"/>
                </a:lnTo>
                <a:lnTo>
                  <a:pt x="113" y="12"/>
                </a:lnTo>
                <a:lnTo>
                  <a:pt x="114" y="12"/>
                </a:lnTo>
                <a:lnTo>
                  <a:pt x="114" y="13"/>
                </a:lnTo>
                <a:lnTo>
                  <a:pt x="116" y="13"/>
                </a:lnTo>
                <a:lnTo>
                  <a:pt x="117" y="12"/>
                </a:lnTo>
                <a:lnTo>
                  <a:pt x="117" y="11"/>
                </a:lnTo>
                <a:lnTo>
                  <a:pt x="117" y="9"/>
                </a:lnTo>
                <a:lnTo>
                  <a:pt x="117" y="8"/>
                </a:lnTo>
                <a:lnTo>
                  <a:pt x="117" y="6"/>
                </a:lnTo>
                <a:lnTo>
                  <a:pt x="117" y="5"/>
                </a:lnTo>
                <a:lnTo>
                  <a:pt x="117" y="4"/>
                </a:lnTo>
                <a:lnTo>
                  <a:pt x="116" y="4"/>
                </a:lnTo>
                <a:lnTo>
                  <a:pt x="116" y="3"/>
                </a:lnTo>
                <a:lnTo>
                  <a:pt x="116" y="2"/>
                </a:lnTo>
                <a:lnTo>
                  <a:pt x="116" y="1"/>
                </a:lnTo>
                <a:lnTo>
                  <a:pt x="118" y="0"/>
                </a:lnTo>
                <a:lnTo>
                  <a:pt x="121" y="0"/>
                </a:lnTo>
                <a:lnTo>
                  <a:pt x="122" y="0"/>
                </a:lnTo>
                <a:lnTo>
                  <a:pt x="122" y="1"/>
                </a:lnTo>
                <a:lnTo>
                  <a:pt x="123" y="1"/>
                </a:lnTo>
                <a:lnTo>
                  <a:pt x="124" y="2"/>
                </a:lnTo>
                <a:lnTo>
                  <a:pt x="125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2383560" y="4575960"/>
            <a:ext cx="55080" cy="94320"/>
          </a:xfrm>
          <a:custGeom>
            <a:avLst/>
            <a:gdLst/>
            <a:ahLst/>
            <a:rect l="0" t="0" r="r" b="b"/>
            <a:pathLst>
              <a:path w="153" h="262">
                <a:moveTo>
                  <a:pt x="62" y="0"/>
                </a:moveTo>
                <a:lnTo>
                  <a:pt x="64" y="1"/>
                </a:lnTo>
                <a:lnTo>
                  <a:pt x="65" y="1"/>
                </a:lnTo>
                <a:lnTo>
                  <a:pt x="66" y="1"/>
                </a:lnTo>
                <a:lnTo>
                  <a:pt x="66" y="2"/>
                </a:lnTo>
                <a:lnTo>
                  <a:pt x="68" y="3"/>
                </a:lnTo>
                <a:lnTo>
                  <a:pt x="69" y="3"/>
                </a:lnTo>
                <a:lnTo>
                  <a:pt x="70" y="3"/>
                </a:lnTo>
                <a:lnTo>
                  <a:pt x="72" y="3"/>
                </a:lnTo>
                <a:lnTo>
                  <a:pt x="72" y="2"/>
                </a:lnTo>
                <a:lnTo>
                  <a:pt x="74" y="2"/>
                </a:lnTo>
                <a:lnTo>
                  <a:pt x="74" y="3"/>
                </a:lnTo>
                <a:lnTo>
                  <a:pt x="75" y="2"/>
                </a:lnTo>
                <a:lnTo>
                  <a:pt x="76" y="2"/>
                </a:lnTo>
                <a:lnTo>
                  <a:pt x="76" y="3"/>
                </a:lnTo>
                <a:lnTo>
                  <a:pt x="77" y="4"/>
                </a:lnTo>
                <a:lnTo>
                  <a:pt x="76" y="4"/>
                </a:lnTo>
                <a:lnTo>
                  <a:pt x="76" y="6"/>
                </a:lnTo>
                <a:lnTo>
                  <a:pt x="77" y="7"/>
                </a:lnTo>
                <a:lnTo>
                  <a:pt x="78" y="8"/>
                </a:lnTo>
                <a:lnTo>
                  <a:pt x="77" y="8"/>
                </a:lnTo>
                <a:lnTo>
                  <a:pt x="78" y="9"/>
                </a:lnTo>
                <a:lnTo>
                  <a:pt x="78" y="10"/>
                </a:lnTo>
                <a:lnTo>
                  <a:pt x="79" y="11"/>
                </a:lnTo>
                <a:lnTo>
                  <a:pt x="80" y="11"/>
                </a:lnTo>
                <a:lnTo>
                  <a:pt x="81" y="10"/>
                </a:lnTo>
                <a:lnTo>
                  <a:pt x="82" y="11"/>
                </a:lnTo>
                <a:lnTo>
                  <a:pt x="82" y="12"/>
                </a:lnTo>
                <a:lnTo>
                  <a:pt x="83" y="12"/>
                </a:lnTo>
                <a:lnTo>
                  <a:pt x="83" y="13"/>
                </a:lnTo>
                <a:lnTo>
                  <a:pt x="85" y="14"/>
                </a:lnTo>
                <a:lnTo>
                  <a:pt x="86" y="15"/>
                </a:lnTo>
                <a:lnTo>
                  <a:pt x="86" y="16"/>
                </a:lnTo>
                <a:lnTo>
                  <a:pt x="87" y="16"/>
                </a:lnTo>
                <a:lnTo>
                  <a:pt x="88" y="18"/>
                </a:lnTo>
                <a:lnTo>
                  <a:pt x="88" y="19"/>
                </a:lnTo>
                <a:lnTo>
                  <a:pt x="88" y="20"/>
                </a:lnTo>
                <a:lnTo>
                  <a:pt x="88" y="21"/>
                </a:lnTo>
                <a:lnTo>
                  <a:pt x="87" y="21"/>
                </a:lnTo>
                <a:lnTo>
                  <a:pt x="88" y="22"/>
                </a:lnTo>
                <a:lnTo>
                  <a:pt x="89" y="22"/>
                </a:lnTo>
                <a:lnTo>
                  <a:pt x="89" y="21"/>
                </a:lnTo>
                <a:lnTo>
                  <a:pt x="90" y="20"/>
                </a:lnTo>
                <a:lnTo>
                  <a:pt x="91" y="22"/>
                </a:lnTo>
                <a:lnTo>
                  <a:pt x="91" y="23"/>
                </a:lnTo>
                <a:lnTo>
                  <a:pt x="93" y="23"/>
                </a:lnTo>
                <a:lnTo>
                  <a:pt x="93" y="22"/>
                </a:lnTo>
                <a:lnTo>
                  <a:pt x="92" y="22"/>
                </a:lnTo>
                <a:lnTo>
                  <a:pt x="92" y="21"/>
                </a:lnTo>
                <a:lnTo>
                  <a:pt x="93" y="21"/>
                </a:lnTo>
                <a:lnTo>
                  <a:pt x="95" y="21"/>
                </a:lnTo>
                <a:lnTo>
                  <a:pt x="95" y="22"/>
                </a:lnTo>
                <a:lnTo>
                  <a:pt x="96" y="23"/>
                </a:lnTo>
                <a:lnTo>
                  <a:pt x="98" y="23"/>
                </a:lnTo>
                <a:lnTo>
                  <a:pt x="100" y="23"/>
                </a:lnTo>
                <a:lnTo>
                  <a:pt x="100" y="22"/>
                </a:lnTo>
                <a:lnTo>
                  <a:pt x="101" y="22"/>
                </a:lnTo>
                <a:lnTo>
                  <a:pt x="101" y="23"/>
                </a:lnTo>
                <a:lnTo>
                  <a:pt x="102" y="23"/>
                </a:lnTo>
                <a:lnTo>
                  <a:pt x="101" y="23"/>
                </a:lnTo>
                <a:lnTo>
                  <a:pt x="101" y="24"/>
                </a:lnTo>
                <a:lnTo>
                  <a:pt x="102" y="24"/>
                </a:lnTo>
                <a:lnTo>
                  <a:pt x="103" y="24"/>
                </a:lnTo>
                <a:lnTo>
                  <a:pt x="104" y="25"/>
                </a:lnTo>
                <a:lnTo>
                  <a:pt x="104" y="26"/>
                </a:lnTo>
                <a:lnTo>
                  <a:pt x="103" y="27"/>
                </a:lnTo>
                <a:lnTo>
                  <a:pt x="102" y="27"/>
                </a:lnTo>
                <a:lnTo>
                  <a:pt x="101" y="27"/>
                </a:lnTo>
                <a:lnTo>
                  <a:pt x="101" y="28"/>
                </a:lnTo>
                <a:lnTo>
                  <a:pt x="101" y="29"/>
                </a:lnTo>
                <a:lnTo>
                  <a:pt x="101" y="30"/>
                </a:lnTo>
                <a:lnTo>
                  <a:pt x="101" y="32"/>
                </a:lnTo>
                <a:lnTo>
                  <a:pt x="102" y="32"/>
                </a:lnTo>
                <a:lnTo>
                  <a:pt x="103" y="32"/>
                </a:lnTo>
                <a:lnTo>
                  <a:pt x="103" y="31"/>
                </a:lnTo>
                <a:lnTo>
                  <a:pt x="104" y="30"/>
                </a:lnTo>
                <a:lnTo>
                  <a:pt x="105" y="30"/>
                </a:lnTo>
                <a:lnTo>
                  <a:pt x="106" y="31"/>
                </a:lnTo>
                <a:lnTo>
                  <a:pt x="107" y="31"/>
                </a:lnTo>
                <a:lnTo>
                  <a:pt x="107" y="32"/>
                </a:lnTo>
                <a:lnTo>
                  <a:pt x="107" y="33"/>
                </a:lnTo>
                <a:lnTo>
                  <a:pt x="107" y="34"/>
                </a:lnTo>
                <a:lnTo>
                  <a:pt x="108" y="34"/>
                </a:lnTo>
                <a:lnTo>
                  <a:pt x="107" y="34"/>
                </a:lnTo>
                <a:lnTo>
                  <a:pt x="107" y="35"/>
                </a:lnTo>
                <a:lnTo>
                  <a:pt x="107" y="36"/>
                </a:lnTo>
                <a:lnTo>
                  <a:pt x="107" y="37"/>
                </a:lnTo>
                <a:lnTo>
                  <a:pt x="107" y="38"/>
                </a:lnTo>
                <a:lnTo>
                  <a:pt x="107" y="39"/>
                </a:lnTo>
                <a:lnTo>
                  <a:pt x="106" y="39"/>
                </a:lnTo>
                <a:lnTo>
                  <a:pt x="104" y="38"/>
                </a:lnTo>
                <a:lnTo>
                  <a:pt x="104" y="39"/>
                </a:lnTo>
                <a:lnTo>
                  <a:pt x="103" y="39"/>
                </a:lnTo>
                <a:lnTo>
                  <a:pt x="102" y="39"/>
                </a:lnTo>
                <a:lnTo>
                  <a:pt x="102" y="38"/>
                </a:lnTo>
                <a:lnTo>
                  <a:pt x="101" y="38"/>
                </a:lnTo>
                <a:lnTo>
                  <a:pt x="101" y="39"/>
                </a:lnTo>
                <a:lnTo>
                  <a:pt x="100" y="39"/>
                </a:lnTo>
                <a:lnTo>
                  <a:pt x="98" y="38"/>
                </a:lnTo>
                <a:lnTo>
                  <a:pt x="97" y="37"/>
                </a:lnTo>
                <a:lnTo>
                  <a:pt x="96" y="37"/>
                </a:lnTo>
                <a:lnTo>
                  <a:pt x="95" y="37"/>
                </a:lnTo>
                <a:lnTo>
                  <a:pt x="95" y="38"/>
                </a:lnTo>
                <a:lnTo>
                  <a:pt x="94" y="38"/>
                </a:lnTo>
                <a:lnTo>
                  <a:pt x="94" y="39"/>
                </a:lnTo>
                <a:lnTo>
                  <a:pt x="93" y="40"/>
                </a:lnTo>
                <a:lnTo>
                  <a:pt x="92" y="41"/>
                </a:lnTo>
                <a:lnTo>
                  <a:pt x="91" y="40"/>
                </a:lnTo>
                <a:lnTo>
                  <a:pt x="90" y="40"/>
                </a:lnTo>
                <a:lnTo>
                  <a:pt x="89" y="40"/>
                </a:lnTo>
                <a:lnTo>
                  <a:pt x="89" y="41"/>
                </a:lnTo>
                <a:lnTo>
                  <a:pt x="88" y="41"/>
                </a:lnTo>
                <a:lnTo>
                  <a:pt x="87" y="41"/>
                </a:lnTo>
                <a:lnTo>
                  <a:pt x="86" y="40"/>
                </a:lnTo>
                <a:lnTo>
                  <a:pt x="85" y="39"/>
                </a:lnTo>
                <a:lnTo>
                  <a:pt x="84" y="37"/>
                </a:lnTo>
                <a:lnTo>
                  <a:pt x="83" y="37"/>
                </a:lnTo>
                <a:lnTo>
                  <a:pt x="82" y="38"/>
                </a:lnTo>
                <a:lnTo>
                  <a:pt x="82" y="37"/>
                </a:lnTo>
                <a:lnTo>
                  <a:pt x="81" y="37"/>
                </a:lnTo>
                <a:lnTo>
                  <a:pt x="81" y="38"/>
                </a:lnTo>
                <a:lnTo>
                  <a:pt x="80" y="38"/>
                </a:lnTo>
                <a:lnTo>
                  <a:pt x="78" y="37"/>
                </a:lnTo>
                <a:lnTo>
                  <a:pt x="78" y="38"/>
                </a:lnTo>
                <a:lnTo>
                  <a:pt x="77" y="38"/>
                </a:lnTo>
                <a:lnTo>
                  <a:pt x="77" y="39"/>
                </a:lnTo>
                <a:lnTo>
                  <a:pt x="78" y="39"/>
                </a:lnTo>
                <a:lnTo>
                  <a:pt x="79" y="40"/>
                </a:lnTo>
                <a:lnTo>
                  <a:pt x="79" y="41"/>
                </a:lnTo>
                <a:lnTo>
                  <a:pt x="78" y="41"/>
                </a:lnTo>
                <a:lnTo>
                  <a:pt x="78" y="42"/>
                </a:lnTo>
                <a:lnTo>
                  <a:pt x="78" y="43"/>
                </a:lnTo>
                <a:lnTo>
                  <a:pt x="78" y="44"/>
                </a:lnTo>
                <a:lnTo>
                  <a:pt x="78" y="45"/>
                </a:lnTo>
                <a:lnTo>
                  <a:pt x="77" y="45"/>
                </a:lnTo>
                <a:lnTo>
                  <a:pt x="77" y="46"/>
                </a:lnTo>
                <a:lnTo>
                  <a:pt x="76" y="46"/>
                </a:lnTo>
                <a:lnTo>
                  <a:pt x="76" y="45"/>
                </a:lnTo>
                <a:lnTo>
                  <a:pt x="76" y="46"/>
                </a:lnTo>
                <a:lnTo>
                  <a:pt x="75" y="47"/>
                </a:lnTo>
                <a:lnTo>
                  <a:pt x="75" y="48"/>
                </a:lnTo>
                <a:lnTo>
                  <a:pt x="76" y="48"/>
                </a:lnTo>
                <a:lnTo>
                  <a:pt x="77" y="48"/>
                </a:lnTo>
                <a:lnTo>
                  <a:pt x="77" y="50"/>
                </a:lnTo>
                <a:lnTo>
                  <a:pt x="76" y="50"/>
                </a:lnTo>
                <a:lnTo>
                  <a:pt x="75" y="50"/>
                </a:lnTo>
                <a:lnTo>
                  <a:pt x="75" y="51"/>
                </a:lnTo>
                <a:lnTo>
                  <a:pt x="76" y="50"/>
                </a:lnTo>
                <a:lnTo>
                  <a:pt x="76" y="51"/>
                </a:lnTo>
                <a:lnTo>
                  <a:pt x="76" y="52"/>
                </a:lnTo>
                <a:lnTo>
                  <a:pt x="75" y="52"/>
                </a:lnTo>
                <a:lnTo>
                  <a:pt x="76" y="53"/>
                </a:lnTo>
                <a:lnTo>
                  <a:pt x="76" y="54"/>
                </a:lnTo>
                <a:lnTo>
                  <a:pt x="77" y="54"/>
                </a:lnTo>
                <a:lnTo>
                  <a:pt x="78" y="57"/>
                </a:lnTo>
                <a:lnTo>
                  <a:pt x="78" y="58"/>
                </a:lnTo>
                <a:lnTo>
                  <a:pt x="80" y="60"/>
                </a:lnTo>
                <a:lnTo>
                  <a:pt x="81" y="61"/>
                </a:lnTo>
                <a:lnTo>
                  <a:pt x="81" y="62"/>
                </a:lnTo>
                <a:lnTo>
                  <a:pt x="81" y="63"/>
                </a:lnTo>
                <a:lnTo>
                  <a:pt x="82" y="64"/>
                </a:lnTo>
                <a:lnTo>
                  <a:pt x="83" y="66"/>
                </a:lnTo>
                <a:lnTo>
                  <a:pt x="84" y="67"/>
                </a:lnTo>
                <a:lnTo>
                  <a:pt x="84" y="68"/>
                </a:lnTo>
                <a:lnTo>
                  <a:pt x="83" y="68"/>
                </a:lnTo>
                <a:lnTo>
                  <a:pt x="83" y="69"/>
                </a:lnTo>
                <a:lnTo>
                  <a:pt x="83" y="70"/>
                </a:lnTo>
                <a:lnTo>
                  <a:pt x="83" y="71"/>
                </a:lnTo>
                <a:lnTo>
                  <a:pt x="83" y="72"/>
                </a:lnTo>
                <a:lnTo>
                  <a:pt x="83" y="73"/>
                </a:lnTo>
                <a:lnTo>
                  <a:pt x="82" y="73"/>
                </a:lnTo>
                <a:lnTo>
                  <a:pt x="82" y="74"/>
                </a:lnTo>
                <a:lnTo>
                  <a:pt x="83" y="74"/>
                </a:lnTo>
                <a:lnTo>
                  <a:pt x="83" y="73"/>
                </a:lnTo>
                <a:lnTo>
                  <a:pt x="84" y="73"/>
                </a:lnTo>
                <a:lnTo>
                  <a:pt x="84" y="74"/>
                </a:lnTo>
                <a:lnTo>
                  <a:pt x="85" y="74"/>
                </a:lnTo>
                <a:lnTo>
                  <a:pt x="86" y="74"/>
                </a:lnTo>
                <a:lnTo>
                  <a:pt x="86" y="75"/>
                </a:lnTo>
                <a:lnTo>
                  <a:pt x="87" y="75"/>
                </a:lnTo>
                <a:lnTo>
                  <a:pt x="88" y="75"/>
                </a:lnTo>
                <a:lnTo>
                  <a:pt x="89" y="75"/>
                </a:lnTo>
                <a:lnTo>
                  <a:pt x="88" y="75"/>
                </a:lnTo>
                <a:lnTo>
                  <a:pt x="88" y="76"/>
                </a:lnTo>
                <a:lnTo>
                  <a:pt x="89" y="76"/>
                </a:lnTo>
                <a:lnTo>
                  <a:pt x="89" y="77"/>
                </a:lnTo>
                <a:lnTo>
                  <a:pt x="88" y="77"/>
                </a:lnTo>
                <a:lnTo>
                  <a:pt x="88" y="76"/>
                </a:lnTo>
                <a:lnTo>
                  <a:pt x="88" y="77"/>
                </a:lnTo>
                <a:lnTo>
                  <a:pt x="88" y="78"/>
                </a:lnTo>
                <a:lnTo>
                  <a:pt x="87" y="78"/>
                </a:lnTo>
                <a:lnTo>
                  <a:pt x="87" y="79"/>
                </a:lnTo>
                <a:lnTo>
                  <a:pt x="88" y="79"/>
                </a:lnTo>
                <a:lnTo>
                  <a:pt x="89" y="80"/>
                </a:lnTo>
                <a:lnTo>
                  <a:pt x="89" y="81"/>
                </a:lnTo>
                <a:lnTo>
                  <a:pt x="90" y="81"/>
                </a:lnTo>
                <a:lnTo>
                  <a:pt x="91" y="81"/>
                </a:lnTo>
                <a:lnTo>
                  <a:pt x="92" y="81"/>
                </a:lnTo>
                <a:lnTo>
                  <a:pt x="93" y="81"/>
                </a:lnTo>
                <a:lnTo>
                  <a:pt x="94" y="81"/>
                </a:lnTo>
                <a:lnTo>
                  <a:pt x="94" y="82"/>
                </a:lnTo>
                <a:lnTo>
                  <a:pt x="95" y="82"/>
                </a:lnTo>
                <a:lnTo>
                  <a:pt x="95" y="81"/>
                </a:lnTo>
                <a:lnTo>
                  <a:pt x="95" y="82"/>
                </a:lnTo>
                <a:lnTo>
                  <a:pt x="96" y="82"/>
                </a:lnTo>
                <a:lnTo>
                  <a:pt x="95" y="83"/>
                </a:lnTo>
                <a:lnTo>
                  <a:pt x="96" y="83"/>
                </a:lnTo>
                <a:lnTo>
                  <a:pt x="96" y="84"/>
                </a:lnTo>
                <a:lnTo>
                  <a:pt x="97" y="84"/>
                </a:lnTo>
                <a:lnTo>
                  <a:pt x="97" y="85"/>
                </a:lnTo>
                <a:lnTo>
                  <a:pt x="97" y="86"/>
                </a:lnTo>
                <a:lnTo>
                  <a:pt x="98" y="86"/>
                </a:lnTo>
                <a:lnTo>
                  <a:pt x="98" y="87"/>
                </a:lnTo>
                <a:lnTo>
                  <a:pt x="98" y="88"/>
                </a:lnTo>
                <a:lnTo>
                  <a:pt x="98" y="89"/>
                </a:lnTo>
                <a:lnTo>
                  <a:pt x="100" y="90"/>
                </a:lnTo>
                <a:lnTo>
                  <a:pt x="98" y="91"/>
                </a:lnTo>
                <a:lnTo>
                  <a:pt x="97" y="90"/>
                </a:lnTo>
                <a:lnTo>
                  <a:pt x="97" y="91"/>
                </a:lnTo>
                <a:lnTo>
                  <a:pt x="97" y="92"/>
                </a:lnTo>
                <a:lnTo>
                  <a:pt x="96" y="93"/>
                </a:lnTo>
                <a:lnTo>
                  <a:pt x="97" y="93"/>
                </a:lnTo>
                <a:lnTo>
                  <a:pt x="96" y="93"/>
                </a:lnTo>
                <a:lnTo>
                  <a:pt x="96" y="94"/>
                </a:lnTo>
                <a:lnTo>
                  <a:pt x="96" y="95"/>
                </a:lnTo>
                <a:lnTo>
                  <a:pt x="95" y="95"/>
                </a:lnTo>
                <a:lnTo>
                  <a:pt x="95" y="96"/>
                </a:lnTo>
                <a:lnTo>
                  <a:pt x="94" y="96"/>
                </a:lnTo>
                <a:lnTo>
                  <a:pt x="94" y="97"/>
                </a:lnTo>
                <a:lnTo>
                  <a:pt x="95" y="98"/>
                </a:lnTo>
                <a:lnTo>
                  <a:pt x="95" y="97"/>
                </a:lnTo>
                <a:lnTo>
                  <a:pt x="96" y="96"/>
                </a:lnTo>
                <a:lnTo>
                  <a:pt x="96" y="97"/>
                </a:lnTo>
                <a:lnTo>
                  <a:pt x="97" y="98"/>
                </a:lnTo>
                <a:lnTo>
                  <a:pt x="98" y="97"/>
                </a:lnTo>
                <a:lnTo>
                  <a:pt x="98" y="98"/>
                </a:lnTo>
                <a:lnTo>
                  <a:pt x="98" y="99"/>
                </a:lnTo>
                <a:lnTo>
                  <a:pt x="98" y="100"/>
                </a:lnTo>
                <a:lnTo>
                  <a:pt x="100" y="100"/>
                </a:lnTo>
                <a:lnTo>
                  <a:pt x="101" y="100"/>
                </a:lnTo>
                <a:lnTo>
                  <a:pt x="101" y="99"/>
                </a:lnTo>
                <a:lnTo>
                  <a:pt x="102" y="99"/>
                </a:lnTo>
                <a:lnTo>
                  <a:pt x="102" y="98"/>
                </a:lnTo>
                <a:lnTo>
                  <a:pt x="103" y="98"/>
                </a:lnTo>
                <a:lnTo>
                  <a:pt x="104" y="98"/>
                </a:lnTo>
                <a:lnTo>
                  <a:pt x="104" y="99"/>
                </a:lnTo>
                <a:lnTo>
                  <a:pt x="105" y="99"/>
                </a:lnTo>
                <a:lnTo>
                  <a:pt x="106" y="100"/>
                </a:lnTo>
                <a:lnTo>
                  <a:pt x="106" y="101"/>
                </a:lnTo>
                <a:lnTo>
                  <a:pt x="105" y="101"/>
                </a:lnTo>
                <a:lnTo>
                  <a:pt x="104" y="101"/>
                </a:lnTo>
                <a:lnTo>
                  <a:pt x="103" y="101"/>
                </a:lnTo>
                <a:lnTo>
                  <a:pt x="104" y="102"/>
                </a:lnTo>
                <a:lnTo>
                  <a:pt x="105" y="102"/>
                </a:lnTo>
                <a:lnTo>
                  <a:pt x="106" y="102"/>
                </a:lnTo>
                <a:lnTo>
                  <a:pt x="105" y="103"/>
                </a:lnTo>
                <a:lnTo>
                  <a:pt x="106" y="103"/>
                </a:lnTo>
                <a:lnTo>
                  <a:pt x="106" y="104"/>
                </a:lnTo>
                <a:lnTo>
                  <a:pt x="106" y="105"/>
                </a:lnTo>
                <a:lnTo>
                  <a:pt x="107" y="105"/>
                </a:lnTo>
                <a:lnTo>
                  <a:pt x="107" y="106"/>
                </a:lnTo>
                <a:lnTo>
                  <a:pt x="108" y="106"/>
                </a:lnTo>
                <a:lnTo>
                  <a:pt x="108" y="105"/>
                </a:lnTo>
                <a:lnTo>
                  <a:pt x="109" y="105"/>
                </a:lnTo>
                <a:lnTo>
                  <a:pt x="110" y="104"/>
                </a:lnTo>
                <a:lnTo>
                  <a:pt x="110" y="103"/>
                </a:lnTo>
                <a:lnTo>
                  <a:pt x="110" y="102"/>
                </a:lnTo>
                <a:lnTo>
                  <a:pt x="109" y="101"/>
                </a:lnTo>
                <a:lnTo>
                  <a:pt x="109" y="100"/>
                </a:lnTo>
                <a:lnTo>
                  <a:pt x="109" y="99"/>
                </a:lnTo>
                <a:lnTo>
                  <a:pt x="110" y="99"/>
                </a:lnTo>
                <a:lnTo>
                  <a:pt x="111" y="99"/>
                </a:lnTo>
                <a:lnTo>
                  <a:pt x="111" y="98"/>
                </a:lnTo>
                <a:lnTo>
                  <a:pt x="110" y="96"/>
                </a:lnTo>
                <a:lnTo>
                  <a:pt x="110" y="97"/>
                </a:lnTo>
                <a:lnTo>
                  <a:pt x="111" y="96"/>
                </a:lnTo>
                <a:lnTo>
                  <a:pt x="112" y="95"/>
                </a:lnTo>
                <a:lnTo>
                  <a:pt x="113" y="95"/>
                </a:lnTo>
                <a:lnTo>
                  <a:pt x="115" y="95"/>
                </a:lnTo>
                <a:lnTo>
                  <a:pt x="115" y="94"/>
                </a:lnTo>
                <a:lnTo>
                  <a:pt x="116" y="94"/>
                </a:lnTo>
                <a:lnTo>
                  <a:pt x="117" y="94"/>
                </a:lnTo>
                <a:lnTo>
                  <a:pt x="117" y="95"/>
                </a:lnTo>
                <a:lnTo>
                  <a:pt x="118" y="95"/>
                </a:lnTo>
                <a:lnTo>
                  <a:pt x="119" y="95"/>
                </a:lnTo>
                <a:lnTo>
                  <a:pt x="120" y="95"/>
                </a:lnTo>
                <a:lnTo>
                  <a:pt x="121" y="95"/>
                </a:lnTo>
                <a:lnTo>
                  <a:pt x="122" y="95"/>
                </a:lnTo>
                <a:lnTo>
                  <a:pt x="123" y="94"/>
                </a:lnTo>
                <a:lnTo>
                  <a:pt x="123" y="93"/>
                </a:lnTo>
                <a:lnTo>
                  <a:pt x="124" y="94"/>
                </a:lnTo>
                <a:lnTo>
                  <a:pt x="125" y="94"/>
                </a:lnTo>
                <a:lnTo>
                  <a:pt x="125" y="95"/>
                </a:lnTo>
                <a:lnTo>
                  <a:pt x="126" y="95"/>
                </a:lnTo>
                <a:lnTo>
                  <a:pt x="126" y="94"/>
                </a:lnTo>
                <a:lnTo>
                  <a:pt x="127" y="94"/>
                </a:lnTo>
                <a:lnTo>
                  <a:pt x="128" y="94"/>
                </a:lnTo>
                <a:lnTo>
                  <a:pt x="130" y="95"/>
                </a:lnTo>
                <a:lnTo>
                  <a:pt x="129" y="95"/>
                </a:lnTo>
                <a:lnTo>
                  <a:pt x="130" y="95"/>
                </a:lnTo>
                <a:lnTo>
                  <a:pt x="131" y="96"/>
                </a:lnTo>
                <a:lnTo>
                  <a:pt x="131" y="97"/>
                </a:lnTo>
                <a:lnTo>
                  <a:pt x="131" y="98"/>
                </a:lnTo>
                <a:lnTo>
                  <a:pt x="130" y="99"/>
                </a:lnTo>
                <a:lnTo>
                  <a:pt x="130" y="100"/>
                </a:lnTo>
                <a:lnTo>
                  <a:pt x="130" y="101"/>
                </a:lnTo>
                <a:lnTo>
                  <a:pt x="129" y="103"/>
                </a:lnTo>
                <a:lnTo>
                  <a:pt x="130" y="104"/>
                </a:lnTo>
                <a:lnTo>
                  <a:pt x="130" y="105"/>
                </a:lnTo>
                <a:lnTo>
                  <a:pt x="130" y="106"/>
                </a:lnTo>
                <a:lnTo>
                  <a:pt x="129" y="106"/>
                </a:lnTo>
                <a:lnTo>
                  <a:pt x="129" y="107"/>
                </a:lnTo>
                <a:lnTo>
                  <a:pt x="129" y="108"/>
                </a:lnTo>
                <a:lnTo>
                  <a:pt x="129" y="110"/>
                </a:lnTo>
                <a:lnTo>
                  <a:pt x="128" y="110"/>
                </a:lnTo>
                <a:lnTo>
                  <a:pt x="129" y="110"/>
                </a:lnTo>
                <a:lnTo>
                  <a:pt x="129" y="111"/>
                </a:lnTo>
                <a:lnTo>
                  <a:pt x="129" y="112"/>
                </a:lnTo>
                <a:lnTo>
                  <a:pt x="129" y="113"/>
                </a:lnTo>
                <a:lnTo>
                  <a:pt x="128" y="113"/>
                </a:lnTo>
                <a:lnTo>
                  <a:pt x="127" y="113"/>
                </a:lnTo>
                <a:lnTo>
                  <a:pt x="127" y="115"/>
                </a:lnTo>
                <a:lnTo>
                  <a:pt x="127" y="116"/>
                </a:lnTo>
                <a:lnTo>
                  <a:pt x="127" y="118"/>
                </a:lnTo>
                <a:lnTo>
                  <a:pt x="127" y="119"/>
                </a:lnTo>
                <a:lnTo>
                  <a:pt x="127" y="120"/>
                </a:lnTo>
                <a:lnTo>
                  <a:pt x="127" y="121"/>
                </a:lnTo>
                <a:lnTo>
                  <a:pt x="128" y="122"/>
                </a:lnTo>
                <a:lnTo>
                  <a:pt x="127" y="122"/>
                </a:lnTo>
                <a:lnTo>
                  <a:pt x="126" y="122"/>
                </a:lnTo>
                <a:lnTo>
                  <a:pt x="125" y="123"/>
                </a:lnTo>
                <a:lnTo>
                  <a:pt x="125" y="124"/>
                </a:lnTo>
                <a:lnTo>
                  <a:pt x="126" y="123"/>
                </a:lnTo>
                <a:lnTo>
                  <a:pt x="127" y="124"/>
                </a:lnTo>
                <a:lnTo>
                  <a:pt x="127" y="126"/>
                </a:lnTo>
                <a:lnTo>
                  <a:pt x="127" y="127"/>
                </a:lnTo>
                <a:lnTo>
                  <a:pt x="127" y="128"/>
                </a:lnTo>
                <a:lnTo>
                  <a:pt x="126" y="127"/>
                </a:lnTo>
                <a:lnTo>
                  <a:pt x="125" y="128"/>
                </a:lnTo>
                <a:lnTo>
                  <a:pt x="124" y="128"/>
                </a:lnTo>
                <a:lnTo>
                  <a:pt x="122" y="128"/>
                </a:lnTo>
                <a:lnTo>
                  <a:pt x="121" y="129"/>
                </a:lnTo>
                <a:lnTo>
                  <a:pt x="121" y="130"/>
                </a:lnTo>
                <a:lnTo>
                  <a:pt x="121" y="131"/>
                </a:lnTo>
                <a:lnTo>
                  <a:pt x="122" y="131"/>
                </a:lnTo>
                <a:lnTo>
                  <a:pt x="122" y="132"/>
                </a:lnTo>
                <a:lnTo>
                  <a:pt x="123" y="131"/>
                </a:lnTo>
                <a:lnTo>
                  <a:pt x="124" y="131"/>
                </a:lnTo>
                <a:lnTo>
                  <a:pt x="125" y="131"/>
                </a:lnTo>
                <a:lnTo>
                  <a:pt x="126" y="130"/>
                </a:lnTo>
                <a:lnTo>
                  <a:pt x="126" y="129"/>
                </a:lnTo>
                <a:lnTo>
                  <a:pt x="127" y="129"/>
                </a:lnTo>
                <a:lnTo>
                  <a:pt x="127" y="130"/>
                </a:lnTo>
                <a:lnTo>
                  <a:pt x="127" y="132"/>
                </a:lnTo>
                <a:lnTo>
                  <a:pt x="126" y="133"/>
                </a:lnTo>
                <a:lnTo>
                  <a:pt x="126" y="134"/>
                </a:lnTo>
                <a:lnTo>
                  <a:pt x="127" y="135"/>
                </a:lnTo>
                <a:lnTo>
                  <a:pt x="126" y="135"/>
                </a:lnTo>
                <a:lnTo>
                  <a:pt x="127" y="135"/>
                </a:lnTo>
                <a:lnTo>
                  <a:pt x="127" y="134"/>
                </a:lnTo>
                <a:lnTo>
                  <a:pt x="128" y="134"/>
                </a:lnTo>
                <a:lnTo>
                  <a:pt x="129" y="134"/>
                </a:lnTo>
                <a:lnTo>
                  <a:pt x="130" y="134"/>
                </a:lnTo>
                <a:lnTo>
                  <a:pt x="131" y="134"/>
                </a:lnTo>
                <a:lnTo>
                  <a:pt x="132" y="134"/>
                </a:lnTo>
                <a:lnTo>
                  <a:pt x="132" y="135"/>
                </a:lnTo>
                <a:lnTo>
                  <a:pt x="133" y="135"/>
                </a:lnTo>
                <a:lnTo>
                  <a:pt x="133" y="136"/>
                </a:lnTo>
                <a:lnTo>
                  <a:pt x="134" y="136"/>
                </a:lnTo>
                <a:lnTo>
                  <a:pt x="135" y="135"/>
                </a:lnTo>
                <a:lnTo>
                  <a:pt x="136" y="135"/>
                </a:lnTo>
                <a:lnTo>
                  <a:pt x="138" y="135"/>
                </a:lnTo>
                <a:lnTo>
                  <a:pt x="139" y="135"/>
                </a:lnTo>
                <a:lnTo>
                  <a:pt x="140" y="135"/>
                </a:lnTo>
                <a:lnTo>
                  <a:pt x="141" y="135"/>
                </a:lnTo>
                <a:lnTo>
                  <a:pt x="141" y="136"/>
                </a:lnTo>
                <a:lnTo>
                  <a:pt x="142" y="137"/>
                </a:lnTo>
                <a:lnTo>
                  <a:pt x="143" y="138"/>
                </a:lnTo>
                <a:lnTo>
                  <a:pt x="144" y="138"/>
                </a:lnTo>
                <a:lnTo>
                  <a:pt x="144" y="139"/>
                </a:lnTo>
                <a:lnTo>
                  <a:pt x="145" y="139"/>
                </a:lnTo>
                <a:lnTo>
                  <a:pt x="146" y="139"/>
                </a:lnTo>
                <a:lnTo>
                  <a:pt x="147" y="139"/>
                </a:lnTo>
                <a:lnTo>
                  <a:pt x="147" y="138"/>
                </a:lnTo>
                <a:lnTo>
                  <a:pt x="148" y="138"/>
                </a:lnTo>
                <a:lnTo>
                  <a:pt x="148" y="139"/>
                </a:lnTo>
                <a:lnTo>
                  <a:pt x="148" y="140"/>
                </a:lnTo>
                <a:lnTo>
                  <a:pt x="149" y="140"/>
                </a:lnTo>
                <a:lnTo>
                  <a:pt x="149" y="141"/>
                </a:lnTo>
                <a:lnTo>
                  <a:pt x="149" y="142"/>
                </a:lnTo>
                <a:lnTo>
                  <a:pt x="150" y="142"/>
                </a:lnTo>
                <a:lnTo>
                  <a:pt x="151" y="142"/>
                </a:lnTo>
                <a:lnTo>
                  <a:pt x="152" y="143"/>
                </a:lnTo>
                <a:lnTo>
                  <a:pt x="153" y="143"/>
                </a:lnTo>
                <a:lnTo>
                  <a:pt x="153" y="145"/>
                </a:lnTo>
                <a:lnTo>
                  <a:pt x="153" y="146"/>
                </a:lnTo>
                <a:lnTo>
                  <a:pt x="153" y="147"/>
                </a:lnTo>
                <a:lnTo>
                  <a:pt x="151" y="147"/>
                </a:lnTo>
                <a:lnTo>
                  <a:pt x="150" y="147"/>
                </a:lnTo>
                <a:lnTo>
                  <a:pt x="150" y="148"/>
                </a:lnTo>
                <a:lnTo>
                  <a:pt x="149" y="148"/>
                </a:lnTo>
                <a:lnTo>
                  <a:pt x="148" y="148"/>
                </a:lnTo>
                <a:lnTo>
                  <a:pt x="147" y="149"/>
                </a:lnTo>
                <a:lnTo>
                  <a:pt x="145" y="149"/>
                </a:lnTo>
                <a:lnTo>
                  <a:pt x="144" y="149"/>
                </a:lnTo>
                <a:lnTo>
                  <a:pt x="143" y="150"/>
                </a:lnTo>
                <a:lnTo>
                  <a:pt x="142" y="150"/>
                </a:lnTo>
                <a:lnTo>
                  <a:pt x="140" y="151"/>
                </a:lnTo>
                <a:lnTo>
                  <a:pt x="141" y="151"/>
                </a:lnTo>
                <a:lnTo>
                  <a:pt x="141" y="153"/>
                </a:lnTo>
                <a:lnTo>
                  <a:pt x="142" y="155"/>
                </a:lnTo>
                <a:lnTo>
                  <a:pt x="141" y="156"/>
                </a:lnTo>
                <a:lnTo>
                  <a:pt x="140" y="156"/>
                </a:lnTo>
                <a:lnTo>
                  <a:pt x="138" y="152"/>
                </a:lnTo>
                <a:lnTo>
                  <a:pt x="137" y="152"/>
                </a:lnTo>
                <a:lnTo>
                  <a:pt x="132" y="155"/>
                </a:lnTo>
                <a:lnTo>
                  <a:pt x="134" y="158"/>
                </a:lnTo>
                <a:lnTo>
                  <a:pt x="134" y="160"/>
                </a:lnTo>
                <a:lnTo>
                  <a:pt x="133" y="158"/>
                </a:lnTo>
                <a:lnTo>
                  <a:pt x="133" y="157"/>
                </a:lnTo>
                <a:lnTo>
                  <a:pt x="133" y="156"/>
                </a:lnTo>
                <a:lnTo>
                  <a:pt x="132" y="157"/>
                </a:lnTo>
                <a:lnTo>
                  <a:pt x="133" y="158"/>
                </a:lnTo>
                <a:lnTo>
                  <a:pt x="133" y="160"/>
                </a:lnTo>
                <a:lnTo>
                  <a:pt x="132" y="160"/>
                </a:lnTo>
                <a:lnTo>
                  <a:pt x="132" y="158"/>
                </a:lnTo>
                <a:lnTo>
                  <a:pt x="131" y="157"/>
                </a:lnTo>
                <a:lnTo>
                  <a:pt x="131" y="158"/>
                </a:lnTo>
                <a:lnTo>
                  <a:pt x="132" y="161"/>
                </a:lnTo>
                <a:lnTo>
                  <a:pt x="131" y="160"/>
                </a:lnTo>
                <a:lnTo>
                  <a:pt x="130" y="157"/>
                </a:lnTo>
                <a:lnTo>
                  <a:pt x="129" y="158"/>
                </a:lnTo>
                <a:lnTo>
                  <a:pt x="128" y="160"/>
                </a:lnTo>
                <a:lnTo>
                  <a:pt x="129" y="161"/>
                </a:lnTo>
                <a:lnTo>
                  <a:pt x="128" y="161"/>
                </a:lnTo>
                <a:lnTo>
                  <a:pt x="127" y="161"/>
                </a:lnTo>
                <a:lnTo>
                  <a:pt x="127" y="162"/>
                </a:lnTo>
                <a:lnTo>
                  <a:pt x="127" y="163"/>
                </a:lnTo>
                <a:lnTo>
                  <a:pt x="126" y="164"/>
                </a:lnTo>
                <a:lnTo>
                  <a:pt x="125" y="164"/>
                </a:lnTo>
                <a:lnTo>
                  <a:pt x="124" y="165"/>
                </a:lnTo>
                <a:lnTo>
                  <a:pt x="124" y="166"/>
                </a:lnTo>
                <a:lnTo>
                  <a:pt x="126" y="167"/>
                </a:lnTo>
                <a:lnTo>
                  <a:pt x="131" y="170"/>
                </a:lnTo>
                <a:lnTo>
                  <a:pt x="129" y="175"/>
                </a:lnTo>
                <a:lnTo>
                  <a:pt x="128" y="175"/>
                </a:lnTo>
                <a:lnTo>
                  <a:pt x="126" y="174"/>
                </a:lnTo>
                <a:lnTo>
                  <a:pt x="125" y="174"/>
                </a:lnTo>
                <a:lnTo>
                  <a:pt x="121" y="173"/>
                </a:lnTo>
                <a:lnTo>
                  <a:pt x="120" y="173"/>
                </a:lnTo>
                <a:lnTo>
                  <a:pt x="118" y="173"/>
                </a:lnTo>
                <a:lnTo>
                  <a:pt x="118" y="174"/>
                </a:lnTo>
                <a:lnTo>
                  <a:pt x="119" y="175"/>
                </a:lnTo>
                <a:lnTo>
                  <a:pt x="121" y="176"/>
                </a:lnTo>
                <a:lnTo>
                  <a:pt x="124" y="176"/>
                </a:lnTo>
                <a:lnTo>
                  <a:pt x="125" y="177"/>
                </a:lnTo>
                <a:lnTo>
                  <a:pt x="128" y="177"/>
                </a:lnTo>
                <a:lnTo>
                  <a:pt x="130" y="183"/>
                </a:lnTo>
                <a:lnTo>
                  <a:pt x="130" y="184"/>
                </a:lnTo>
                <a:lnTo>
                  <a:pt x="131" y="184"/>
                </a:lnTo>
                <a:lnTo>
                  <a:pt x="132" y="184"/>
                </a:lnTo>
                <a:lnTo>
                  <a:pt x="132" y="185"/>
                </a:lnTo>
                <a:lnTo>
                  <a:pt x="132" y="186"/>
                </a:lnTo>
                <a:lnTo>
                  <a:pt x="132" y="187"/>
                </a:lnTo>
                <a:lnTo>
                  <a:pt x="131" y="187"/>
                </a:lnTo>
                <a:lnTo>
                  <a:pt x="132" y="189"/>
                </a:lnTo>
                <a:lnTo>
                  <a:pt x="132" y="190"/>
                </a:lnTo>
                <a:lnTo>
                  <a:pt x="131" y="190"/>
                </a:lnTo>
                <a:lnTo>
                  <a:pt x="130" y="190"/>
                </a:lnTo>
                <a:lnTo>
                  <a:pt x="128" y="189"/>
                </a:lnTo>
                <a:lnTo>
                  <a:pt x="127" y="188"/>
                </a:lnTo>
                <a:lnTo>
                  <a:pt x="127" y="187"/>
                </a:lnTo>
                <a:lnTo>
                  <a:pt x="127" y="186"/>
                </a:lnTo>
                <a:lnTo>
                  <a:pt x="126" y="186"/>
                </a:lnTo>
                <a:lnTo>
                  <a:pt x="126" y="185"/>
                </a:lnTo>
                <a:lnTo>
                  <a:pt x="124" y="180"/>
                </a:lnTo>
                <a:lnTo>
                  <a:pt x="123" y="179"/>
                </a:lnTo>
                <a:lnTo>
                  <a:pt x="123" y="180"/>
                </a:lnTo>
                <a:lnTo>
                  <a:pt x="123" y="181"/>
                </a:lnTo>
                <a:lnTo>
                  <a:pt x="124" y="183"/>
                </a:lnTo>
                <a:lnTo>
                  <a:pt x="124" y="184"/>
                </a:lnTo>
                <a:lnTo>
                  <a:pt x="125" y="185"/>
                </a:lnTo>
                <a:lnTo>
                  <a:pt x="125" y="187"/>
                </a:lnTo>
                <a:lnTo>
                  <a:pt x="126" y="188"/>
                </a:lnTo>
                <a:lnTo>
                  <a:pt x="126" y="189"/>
                </a:lnTo>
                <a:lnTo>
                  <a:pt x="127" y="190"/>
                </a:lnTo>
                <a:lnTo>
                  <a:pt x="127" y="191"/>
                </a:lnTo>
                <a:lnTo>
                  <a:pt x="126" y="190"/>
                </a:lnTo>
                <a:lnTo>
                  <a:pt x="125" y="190"/>
                </a:lnTo>
                <a:lnTo>
                  <a:pt x="124" y="190"/>
                </a:lnTo>
                <a:lnTo>
                  <a:pt x="123" y="189"/>
                </a:lnTo>
                <a:lnTo>
                  <a:pt x="122" y="189"/>
                </a:lnTo>
                <a:lnTo>
                  <a:pt x="122" y="190"/>
                </a:lnTo>
                <a:lnTo>
                  <a:pt x="120" y="189"/>
                </a:lnTo>
                <a:lnTo>
                  <a:pt x="119" y="189"/>
                </a:lnTo>
                <a:lnTo>
                  <a:pt x="119" y="190"/>
                </a:lnTo>
                <a:lnTo>
                  <a:pt x="120" y="190"/>
                </a:lnTo>
                <a:lnTo>
                  <a:pt x="122" y="191"/>
                </a:lnTo>
                <a:lnTo>
                  <a:pt x="123" y="191"/>
                </a:lnTo>
                <a:lnTo>
                  <a:pt x="124" y="191"/>
                </a:lnTo>
                <a:lnTo>
                  <a:pt x="125" y="191"/>
                </a:lnTo>
                <a:lnTo>
                  <a:pt x="126" y="191"/>
                </a:lnTo>
                <a:lnTo>
                  <a:pt x="128" y="192"/>
                </a:lnTo>
                <a:lnTo>
                  <a:pt x="129" y="192"/>
                </a:lnTo>
                <a:lnTo>
                  <a:pt x="130" y="192"/>
                </a:lnTo>
                <a:lnTo>
                  <a:pt x="134" y="193"/>
                </a:lnTo>
                <a:lnTo>
                  <a:pt x="138" y="193"/>
                </a:lnTo>
                <a:lnTo>
                  <a:pt x="138" y="194"/>
                </a:lnTo>
                <a:lnTo>
                  <a:pt x="138" y="195"/>
                </a:lnTo>
                <a:lnTo>
                  <a:pt x="138" y="196"/>
                </a:lnTo>
                <a:lnTo>
                  <a:pt x="131" y="195"/>
                </a:lnTo>
                <a:lnTo>
                  <a:pt x="123" y="193"/>
                </a:lnTo>
                <a:lnTo>
                  <a:pt x="122" y="193"/>
                </a:lnTo>
                <a:lnTo>
                  <a:pt x="120" y="192"/>
                </a:lnTo>
                <a:lnTo>
                  <a:pt x="119" y="192"/>
                </a:lnTo>
                <a:lnTo>
                  <a:pt x="119" y="191"/>
                </a:lnTo>
                <a:lnTo>
                  <a:pt x="119" y="190"/>
                </a:lnTo>
                <a:lnTo>
                  <a:pt x="118" y="190"/>
                </a:lnTo>
                <a:lnTo>
                  <a:pt x="118" y="191"/>
                </a:lnTo>
                <a:lnTo>
                  <a:pt x="119" y="192"/>
                </a:lnTo>
                <a:lnTo>
                  <a:pt x="120" y="193"/>
                </a:lnTo>
                <a:lnTo>
                  <a:pt x="121" y="193"/>
                </a:lnTo>
                <a:lnTo>
                  <a:pt x="121" y="194"/>
                </a:lnTo>
                <a:lnTo>
                  <a:pt x="122" y="194"/>
                </a:lnTo>
                <a:lnTo>
                  <a:pt x="124" y="195"/>
                </a:lnTo>
                <a:lnTo>
                  <a:pt x="125" y="195"/>
                </a:lnTo>
                <a:lnTo>
                  <a:pt x="126" y="195"/>
                </a:lnTo>
                <a:lnTo>
                  <a:pt x="125" y="198"/>
                </a:lnTo>
                <a:lnTo>
                  <a:pt x="127" y="198"/>
                </a:lnTo>
                <a:lnTo>
                  <a:pt x="128" y="196"/>
                </a:lnTo>
                <a:lnTo>
                  <a:pt x="132" y="197"/>
                </a:lnTo>
                <a:lnTo>
                  <a:pt x="131" y="199"/>
                </a:lnTo>
                <a:lnTo>
                  <a:pt x="133" y="199"/>
                </a:lnTo>
                <a:lnTo>
                  <a:pt x="133" y="197"/>
                </a:lnTo>
                <a:lnTo>
                  <a:pt x="136" y="198"/>
                </a:lnTo>
                <a:lnTo>
                  <a:pt x="135" y="202"/>
                </a:lnTo>
                <a:lnTo>
                  <a:pt x="134" y="204"/>
                </a:lnTo>
                <a:lnTo>
                  <a:pt x="135" y="205"/>
                </a:lnTo>
                <a:lnTo>
                  <a:pt x="136" y="205"/>
                </a:lnTo>
                <a:lnTo>
                  <a:pt x="135" y="207"/>
                </a:lnTo>
                <a:lnTo>
                  <a:pt x="132" y="205"/>
                </a:lnTo>
                <a:lnTo>
                  <a:pt x="131" y="205"/>
                </a:lnTo>
                <a:lnTo>
                  <a:pt x="130" y="205"/>
                </a:lnTo>
                <a:lnTo>
                  <a:pt x="123" y="203"/>
                </a:lnTo>
                <a:lnTo>
                  <a:pt x="123" y="204"/>
                </a:lnTo>
                <a:lnTo>
                  <a:pt x="121" y="204"/>
                </a:lnTo>
                <a:lnTo>
                  <a:pt x="120" y="204"/>
                </a:lnTo>
                <a:lnTo>
                  <a:pt x="119" y="204"/>
                </a:lnTo>
                <a:lnTo>
                  <a:pt x="117" y="203"/>
                </a:lnTo>
                <a:lnTo>
                  <a:pt x="117" y="205"/>
                </a:lnTo>
                <a:lnTo>
                  <a:pt x="118" y="205"/>
                </a:lnTo>
                <a:lnTo>
                  <a:pt x="119" y="205"/>
                </a:lnTo>
                <a:lnTo>
                  <a:pt x="120" y="205"/>
                </a:lnTo>
                <a:lnTo>
                  <a:pt x="121" y="205"/>
                </a:lnTo>
                <a:lnTo>
                  <a:pt x="122" y="206"/>
                </a:lnTo>
                <a:lnTo>
                  <a:pt x="123" y="206"/>
                </a:lnTo>
                <a:lnTo>
                  <a:pt x="125" y="206"/>
                </a:lnTo>
                <a:lnTo>
                  <a:pt x="125" y="207"/>
                </a:lnTo>
                <a:lnTo>
                  <a:pt x="125" y="209"/>
                </a:lnTo>
                <a:lnTo>
                  <a:pt x="123" y="209"/>
                </a:lnTo>
                <a:lnTo>
                  <a:pt x="123" y="208"/>
                </a:lnTo>
                <a:lnTo>
                  <a:pt x="118" y="208"/>
                </a:lnTo>
                <a:lnTo>
                  <a:pt x="118" y="210"/>
                </a:lnTo>
                <a:lnTo>
                  <a:pt x="124" y="211"/>
                </a:lnTo>
                <a:lnTo>
                  <a:pt x="123" y="214"/>
                </a:lnTo>
                <a:lnTo>
                  <a:pt x="123" y="213"/>
                </a:lnTo>
                <a:lnTo>
                  <a:pt x="120" y="213"/>
                </a:lnTo>
                <a:lnTo>
                  <a:pt x="116" y="212"/>
                </a:lnTo>
                <a:lnTo>
                  <a:pt x="115" y="212"/>
                </a:lnTo>
                <a:lnTo>
                  <a:pt x="114" y="212"/>
                </a:lnTo>
                <a:lnTo>
                  <a:pt x="113" y="211"/>
                </a:lnTo>
                <a:lnTo>
                  <a:pt x="112" y="211"/>
                </a:lnTo>
                <a:lnTo>
                  <a:pt x="112" y="212"/>
                </a:lnTo>
                <a:lnTo>
                  <a:pt x="111" y="212"/>
                </a:lnTo>
                <a:lnTo>
                  <a:pt x="111" y="213"/>
                </a:lnTo>
                <a:lnTo>
                  <a:pt x="109" y="216"/>
                </a:lnTo>
                <a:lnTo>
                  <a:pt x="109" y="217"/>
                </a:lnTo>
                <a:lnTo>
                  <a:pt x="109" y="218"/>
                </a:lnTo>
                <a:lnTo>
                  <a:pt x="108" y="218"/>
                </a:lnTo>
                <a:lnTo>
                  <a:pt x="108" y="219"/>
                </a:lnTo>
                <a:lnTo>
                  <a:pt x="108" y="220"/>
                </a:lnTo>
                <a:lnTo>
                  <a:pt x="108" y="222"/>
                </a:lnTo>
                <a:lnTo>
                  <a:pt x="108" y="223"/>
                </a:lnTo>
                <a:lnTo>
                  <a:pt x="108" y="224"/>
                </a:lnTo>
                <a:lnTo>
                  <a:pt x="109" y="224"/>
                </a:lnTo>
                <a:lnTo>
                  <a:pt x="109" y="225"/>
                </a:lnTo>
                <a:lnTo>
                  <a:pt x="108" y="225"/>
                </a:lnTo>
                <a:lnTo>
                  <a:pt x="108" y="226"/>
                </a:lnTo>
                <a:lnTo>
                  <a:pt x="110" y="226"/>
                </a:lnTo>
                <a:lnTo>
                  <a:pt x="111" y="226"/>
                </a:lnTo>
                <a:lnTo>
                  <a:pt x="111" y="228"/>
                </a:lnTo>
                <a:lnTo>
                  <a:pt x="111" y="229"/>
                </a:lnTo>
                <a:lnTo>
                  <a:pt x="112" y="233"/>
                </a:lnTo>
                <a:lnTo>
                  <a:pt x="114" y="232"/>
                </a:lnTo>
                <a:lnTo>
                  <a:pt x="113" y="229"/>
                </a:lnTo>
                <a:lnTo>
                  <a:pt x="113" y="228"/>
                </a:lnTo>
                <a:lnTo>
                  <a:pt x="115" y="225"/>
                </a:lnTo>
                <a:lnTo>
                  <a:pt x="120" y="225"/>
                </a:lnTo>
                <a:lnTo>
                  <a:pt x="120" y="226"/>
                </a:lnTo>
                <a:lnTo>
                  <a:pt x="121" y="230"/>
                </a:lnTo>
                <a:lnTo>
                  <a:pt x="123" y="230"/>
                </a:lnTo>
                <a:lnTo>
                  <a:pt x="122" y="225"/>
                </a:lnTo>
                <a:lnTo>
                  <a:pt x="123" y="225"/>
                </a:lnTo>
                <a:lnTo>
                  <a:pt x="124" y="225"/>
                </a:lnTo>
                <a:lnTo>
                  <a:pt x="125" y="238"/>
                </a:lnTo>
                <a:lnTo>
                  <a:pt x="126" y="239"/>
                </a:lnTo>
                <a:lnTo>
                  <a:pt x="113" y="240"/>
                </a:lnTo>
                <a:lnTo>
                  <a:pt x="113" y="239"/>
                </a:lnTo>
                <a:lnTo>
                  <a:pt x="112" y="239"/>
                </a:lnTo>
                <a:lnTo>
                  <a:pt x="109" y="239"/>
                </a:lnTo>
                <a:lnTo>
                  <a:pt x="109" y="240"/>
                </a:lnTo>
                <a:lnTo>
                  <a:pt x="110" y="241"/>
                </a:lnTo>
                <a:lnTo>
                  <a:pt x="110" y="242"/>
                </a:lnTo>
                <a:lnTo>
                  <a:pt x="111" y="245"/>
                </a:lnTo>
                <a:lnTo>
                  <a:pt x="112" y="244"/>
                </a:lnTo>
                <a:lnTo>
                  <a:pt x="113" y="245"/>
                </a:lnTo>
                <a:lnTo>
                  <a:pt x="113" y="247"/>
                </a:lnTo>
                <a:lnTo>
                  <a:pt x="112" y="248"/>
                </a:lnTo>
                <a:lnTo>
                  <a:pt x="111" y="248"/>
                </a:lnTo>
                <a:lnTo>
                  <a:pt x="110" y="248"/>
                </a:lnTo>
                <a:lnTo>
                  <a:pt x="110" y="249"/>
                </a:lnTo>
                <a:lnTo>
                  <a:pt x="109" y="249"/>
                </a:lnTo>
                <a:lnTo>
                  <a:pt x="108" y="249"/>
                </a:lnTo>
                <a:lnTo>
                  <a:pt x="107" y="249"/>
                </a:lnTo>
                <a:lnTo>
                  <a:pt x="107" y="248"/>
                </a:lnTo>
                <a:lnTo>
                  <a:pt x="106" y="248"/>
                </a:lnTo>
                <a:lnTo>
                  <a:pt x="106" y="249"/>
                </a:lnTo>
                <a:lnTo>
                  <a:pt x="105" y="249"/>
                </a:lnTo>
                <a:lnTo>
                  <a:pt x="105" y="250"/>
                </a:lnTo>
                <a:lnTo>
                  <a:pt x="106" y="250"/>
                </a:lnTo>
                <a:lnTo>
                  <a:pt x="104" y="251"/>
                </a:lnTo>
                <a:lnTo>
                  <a:pt x="103" y="250"/>
                </a:lnTo>
                <a:lnTo>
                  <a:pt x="103" y="249"/>
                </a:lnTo>
                <a:lnTo>
                  <a:pt x="103" y="250"/>
                </a:lnTo>
                <a:lnTo>
                  <a:pt x="102" y="250"/>
                </a:lnTo>
                <a:lnTo>
                  <a:pt x="101" y="249"/>
                </a:lnTo>
                <a:lnTo>
                  <a:pt x="98" y="249"/>
                </a:lnTo>
                <a:lnTo>
                  <a:pt x="97" y="249"/>
                </a:lnTo>
                <a:lnTo>
                  <a:pt x="97" y="250"/>
                </a:lnTo>
                <a:lnTo>
                  <a:pt x="96" y="250"/>
                </a:lnTo>
                <a:lnTo>
                  <a:pt x="95" y="251"/>
                </a:lnTo>
                <a:lnTo>
                  <a:pt x="94" y="252"/>
                </a:lnTo>
                <a:lnTo>
                  <a:pt x="93" y="252"/>
                </a:lnTo>
                <a:lnTo>
                  <a:pt x="92" y="253"/>
                </a:lnTo>
                <a:lnTo>
                  <a:pt x="91" y="254"/>
                </a:lnTo>
                <a:lnTo>
                  <a:pt x="90" y="254"/>
                </a:lnTo>
                <a:lnTo>
                  <a:pt x="89" y="255"/>
                </a:lnTo>
                <a:lnTo>
                  <a:pt x="90" y="255"/>
                </a:lnTo>
                <a:lnTo>
                  <a:pt x="89" y="257"/>
                </a:lnTo>
                <a:lnTo>
                  <a:pt x="88" y="257"/>
                </a:lnTo>
                <a:lnTo>
                  <a:pt x="88" y="258"/>
                </a:lnTo>
                <a:lnTo>
                  <a:pt x="87" y="258"/>
                </a:lnTo>
                <a:lnTo>
                  <a:pt x="86" y="258"/>
                </a:lnTo>
                <a:lnTo>
                  <a:pt x="86" y="259"/>
                </a:lnTo>
                <a:lnTo>
                  <a:pt x="85" y="259"/>
                </a:lnTo>
                <a:lnTo>
                  <a:pt x="85" y="258"/>
                </a:lnTo>
                <a:lnTo>
                  <a:pt x="85" y="257"/>
                </a:lnTo>
                <a:lnTo>
                  <a:pt x="85" y="256"/>
                </a:lnTo>
                <a:lnTo>
                  <a:pt x="84" y="257"/>
                </a:lnTo>
                <a:lnTo>
                  <a:pt x="83" y="257"/>
                </a:lnTo>
                <a:lnTo>
                  <a:pt x="84" y="257"/>
                </a:lnTo>
                <a:lnTo>
                  <a:pt x="84" y="258"/>
                </a:lnTo>
                <a:lnTo>
                  <a:pt x="83" y="259"/>
                </a:lnTo>
                <a:lnTo>
                  <a:pt x="83" y="260"/>
                </a:lnTo>
                <a:lnTo>
                  <a:pt x="82" y="259"/>
                </a:lnTo>
                <a:lnTo>
                  <a:pt x="82" y="260"/>
                </a:lnTo>
                <a:lnTo>
                  <a:pt x="81" y="260"/>
                </a:lnTo>
                <a:lnTo>
                  <a:pt x="81" y="259"/>
                </a:lnTo>
                <a:lnTo>
                  <a:pt x="81" y="260"/>
                </a:lnTo>
                <a:lnTo>
                  <a:pt x="80" y="260"/>
                </a:lnTo>
                <a:lnTo>
                  <a:pt x="79" y="261"/>
                </a:lnTo>
                <a:lnTo>
                  <a:pt x="78" y="261"/>
                </a:lnTo>
                <a:lnTo>
                  <a:pt x="78" y="260"/>
                </a:lnTo>
                <a:lnTo>
                  <a:pt x="77" y="259"/>
                </a:lnTo>
                <a:lnTo>
                  <a:pt x="76" y="259"/>
                </a:lnTo>
                <a:lnTo>
                  <a:pt x="76" y="260"/>
                </a:lnTo>
                <a:lnTo>
                  <a:pt x="77" y="260"/>
                </a:lnTo>
                <a:lnTo>
                  <a:pt x="75" y="261"/>
                </a:lnTo>
                <a:lnTo>
                  <a:pt x="74" y="261"/>
                </a:lnTo>
                <a:lnTo>
                  <a:pt x="74" y="262"/>
                </a:lnTo>
                <a:lnTo>
                  <a:pt x="73" y="261"/>
                </a:lnTo>
                <a:lnTo>
                  <a:pt x="72" y="262"/>
                </a:lnTo>
                <a:lnTo>
                  <a:pt x="71" y="260"/>
                </a:lnTo>
                <a:lnTo>
                  <a:pt x="70" y="259"/>
                </a:lnTo>
                <a:lnTo>
                  <a:pt x="71" y="259"/>
                </a:lnTo>
                <a:lnTo>
                  <a:pt x="73" y="258"/>
                </a:lnTo>
                <a:lnTo>
                  <a:pt x="73" y="257"/>
                </a:lnTo>
                <a:lnTo>
                  <a:pt x="72" y="257"/>
                </a:lnTo>
                <a:lnTo>
                  <a:pt x="71" y="258"/>
                </a:lnTo>
                <a:lnTo>
                  <a:pt x="70" y="258"/>
                </a:lnTo>
                <a:lnTo>
                  <a:pt x="71" y="256"/>
                </a:lnTo>
                <a:lnTo>
                  <a:pt x="72" y="256"/>
                </a:lnTo>
                <a:lnTo>
                  <a:pt x="72" y="255"/>
                </a:lnTo>
                <a:lnTo>
                  <a:pt x="72" y="254"/>
                </a:lnTo>
                <a:lnTo>
                  <a:pt x="72" y="253"/>
                </a:lnTo>
                <a:lnTo>
                  <a:pt x="71" y="253"/>
                </a:lnTo>
                <a:lnTo>
                  <a:pt x="70" y="253"/>
                </a:lnTo>
                <a:lnTo>
                  <a:pt x="69" y="253"/>
                </a:lnTo>
                <a:lnTo>
                  <a:pt x="69" y="252"/>
                </a:lnTo>
                <a:lnTo>
                  <a:pt x="68" y="252"/>
                </a:lnTo>
                <a:lnTo>
                  <a:pt x="69" y="251"/>
                </a:lnTo>
                <a:lnTo>
                  <a:pt x="67" y="251"/>
                </a:lnTo>
                <a:lnTo>
                  <a:pt x="68" y="251"/>
                </a:lnTo>
                <a:lnTo>
                  <a:pt x="68" y="250"/>
                </a:lnTo>
                <a:lnTo>
                  <a:pt x="68" y="249"/>
                </a:lnTo>
                <a:lnTo>
                  <a:pt x="67" y="249"/>
                </a:lnTo>
                <a:lnTo>
                  <a:pt x="66" y="249"/>
                </a:lnTo>
                <a:lnTo>
                  <a:pt x="66" y="250"/>
                </a:lnTo>
                <a:lnTo>
                  <a:pt x="66" y="251"/>
                </a:lnTo>
                <a:lnTo>
                  <a:pt x="65" y="251"/>
                </a:lnTo>
                <a:lnTo>
                  <a:pt x="65" y="252"/>
                </a:lnTo>
                <a:lnTo>
                  <a:pt x="65" y="253"/>
                </a:lnTo>
                <a:lnTo>
                  <a:pt x="64" y="253"/>
                </a:lnTo>
                <a:lnTo>
                  <a:pt x="62" y="254"/>
                </a:lnTo>
                <a:lnTo>
                  <a:pt x="61" y="254"/>
                </a:lnTo>
                <a:lnTo>
                  <a:pt x="60" y="254"/>
                </a:lnTo>
                <a:lnTo>
                  <a:pt x="59" y="254"/>
                </a:lnTo>
                <a:lnTo>
                  <a:pt x="59" y="255"/>
                </a:lnTo>
                <a:lnTo>
                  <a:pt x="59" y="256"/>
                </a:lnTo>
                <a:lnTo>
                  <a:pt x="58" y="257"/>
                </a:lnTo>
                <a:lnTo>
                  <a:pt x="57" y="257"/>
                </a:lnTo>
                <a:lnTo>
                  <a:pt x="56" y="258"/>
                </a:lnTo>
                <a:lnTo>
                  <a:pt x="56" y="259"/>
                </a:lnTo>
                <a:lnTo>
                  <a:pt x="55" y="259"/>
                </a:lnTo>
                <a:lnTo>
                  <a:pt x="55" y="260"/>
                </a:lnTo>
                <a:lnTo>
                  <a:pt x="54" y="260"/>
                </a:lnTo>
                <a:lnTo>
                  <a:pt x="54" y="259"/>
                </a:lnTo>
                <a:lnTo>
                  <a:pt x="53" y="258"/>
                </a:lnTo>
                <a:lnTo>
                  <a:pt x="53" y="257"/>
                </a:lnTo>
                <a:lnTo>
                  <a:pt x="53" y="258"/>
                </a:lnTo>
                <a:lnTo>
                  <a:pt x="52" y="258"/>
                </a:lnTo>
                <a:lnTo>
                  <a:pt x="52" y="257"/>
                </a:lnTo>
                <a:lnTo>
                  <a:pt x="51" y="257"/>
                </a:lnTo>
                <a:lnTo>
                  <a:pt x="50" y="257"/>
                </a:lnTo>
                <a:lnTo>
                  <a:pt x="50" y="256"/>
                </a:lnTo>
                <a:lnTo>
                  <a:pt x="50" y="255"/>
                </a:lnTo>
                <a:lnTo>
                  <a:pt x="49" y="254"/>
                </a:lnTo>
                <a:lnTo>
                  <a:pt x="49" y="253"/>
                </a:lnTo>
                <a:lnTo>
                  <a:pt x="48" y="252"/>
                </a:lnTo>
                <a:lnTo>
                  <a:pt x="48" y="251"/>
                </a:lnTo>
                <a:lnTo>
                  <a:pt x="48" y="250"/>
                </a:lnTo>
                <a:lnTo>
                  <a:pt x="48" y="249"/>
                </a:lnTo>
                <a:lnTo>
                  <a:pt x="48" y="248"/>
                </a:lnTo>
                <a:lnTo>
                  <a:pt x="48" y="247"/>
                </a:lnTo>
                <a:lnTo>
                  <a:pt x="48" y="246"/>
                </a:lnTo>
                <a:lnTo>
                  <a:pt x="49" y="246"/>
                </a:lnTo>
                <a:lnTo>
                  <a:pt x="47" y="245"/>
                </a:lnTo>
                <a:lnTo>
                  <a:pt x="46" y="245"/>
                </a:lnTo>
                <a:lnTo>
                  <a:pt x="46" y="244"/>
                </a:lnTo>
                <a:lnTo>
                  <a:pt x="45" y="245"/>
                </a:lnTo>
                <a:lnTo>
                  <a:pt x="45" y="244"/>
                </a:lnTo>
                <a:lnTo>
                  <a:pt x="45" y="243"/>
                </a:lnTo>
                <a:lnTo>
                  <a:pt x="45" y="242"/>
                </a:lnTo>
                <a:lnTo>
                  <a:pt x="42" y="243"/>
                </a:lnTo>
                <a:lnTo>
                  <a:pt x="42" y="244"/>
                </a:lnTo>
                <a:lnTo>
                  <a:pt x="42" y="245"/>
                </a:lnTo>
                <a:lnTo>
                  <a:pt x="41" y="245"/>
                </a:lnTo>
                <a:lnTo>
                  <a:pt x="40" y="245"/>
                </a:lnTo>
                <a:lnTo>
                  <a:pt x="40" y="244"/>
                </a:lnTo>
                <a:lnTo>
                  <a:pt x="36" y="246"/>
                </a:lnTo>
                <a:lnTo>
                  <a:pt x="35" y="246"/>
                </a:lnTo>
                <a:lnTo>
                  <a:pt x="34" y="246"/>
                </a:lnTo>
                <a:lnTo>
                  <a:pt x="33" y="247"/>
                </a:lnTo>
                <a:lnTo>
                  <a:pt x="32" y="247"/>
                </a:lnTo>
                <a:lnTo>
                  <a:pt x="32" y="248"/>
                </a:lnTo>
                <a:lnTo>
                  <a:pt x="31" y="248"/>
                </a:lnTo>
                <a:lnTo>
                  <a:pt x="31" y="247"/>
                </a:lnTo>
                <a:lnTo>
                  <a:pt x="32" y="247"/>
                </a:lnTo>
                <a:lnTo>
                  <a:pt x="31" y="247"/>
                </a:lnTo>
                <a:lnTo>
                  <a:pt x="30" y="247"/>
                </a:lnTo>
                <a:lnTo>
                  <a:pt x="29" y="248"/>
                </a:lnTo>
                <a:lnTo>
                  <a:pt x="28" y="248"/>
                </a:lnTo>
                <a:lnTo>
                  <a:pt x="27" y="248"/>
                </a:lnTo>
                <a:lnTo>
                  <a:pt x="26" y="248"/>
                </a:lnTo>
                <a:lnTo>
                  <a:pt x="26" y="247"/>
                </a:lnTo>
                <a:lnTo>
                  <a:pt x="26" y="246"/>
                </a:lnTo>
                <a:lnTo>
                  <a:pt x="26" y="245"/>
                </a:lnTo>
                <a:lnTo>
                  <a:pt x="26" y="244"/>
                </a:lnTo>
                <a:lnTo>
                  <a:pt x="26" y="243"/>
                </a:lnTo>
                <a:lnTo>
                  <a:pt x="25" y="243"/>
                </a:lnTo>
                <a:lnTo>
                  <a:pt x="25" y="242"/>
                </a:lnTo>
                <a:lnTo>
                  <a:pt x="25" y="241"/>
                </a:lnTo>
                <a:lnTo>
                  <a:pt x="25" y="240"/>
                </a:lnTo>
                <a:lnTo>
                  <a:pt x="25" y="239"/>
                </a:lnTo>
                <a:lnTo>
                  <a:pt x="24" y="239"/>
                </a:lnTo>
                <a:lnTo>
                  <a:pt x="24" y="238"/>
                </a:lnTo>
                <a:lnTo>
                  <a:pt x="24" y="239"/>
                </a:lnTo>
                <a:lnTo>
                  <a:pt x="21" y="239"/>
                </a:lnTo>
                <a:lnTo>
                  <a:pt x="20" y="239"/>
                </a:lnTo>
                <a:lnTo>
                  <a:pt x="17" y="239"/>
                </a:lnTo>
                <a:lnTo>
                  <a:pt x="16" y="239"/>
                </a:lnTo>
                <a:lnTo>
                  <a:pt x="16" y="240"/>
                </a:lnTo>
                <a:lnTo>
                  <a:pt x="15" y="241"/>
                </a:lnTo>
                <a:lnTo>
                  <a:pt x="15" y="240"/>
                </a:lnTo>
                <a:lnTo>
                  <a:pt x="14" y="240"/>
                </a:lnTo>
                <a:lnTo>
                  <a:pt x="13" y="240"/>
                </a:lnTo>
                <a:lnTo>
                  <a:pt x="12" y="239"/>
                </a:lnTo>
                <a:lnTo>
                  <a:pt x="11" y="239"/>
                </a:lnTo>
                <a:lnTo>
                  <a:pt x="10" y="239"/>
                </a:lnTo>
                <a:lnTo>
                  <a:pt x="10" y="238"/>
                </a:lnTo>
                <a:lnTo>
                  <a:pt x="10" y="237"/>
                </a:lnTo>
                <a:lnTo>
                  <a:pt x="10" y="236"/>
                </a:lnTo>
                <a:lnTo>
                  <a:pt x="10" y="235"/>
                </a:lnTo>
                <a:lnTo>
                  <a:pt x="9" y="235"/>
                </a:lnTo>
                <a:lnTo>
                  <a:pt x="9" y="234"/>
                </a:lnTo>
                <a:lnTo>
                  <a:pt x="9" y="233"/>
                </a:lnTo>
                <a:lnTo>
                  <a:pt x="9" y="232"/>
                </a:lnTo>
                <a:lnTo>
                  <a:pt x="9" y="231"/>
                </a:lnTo>
                <a:lnTo>
                  <a:pt x="8" y="231"/>
                </a:lnTo>
                <a:lnTo>
                  <a:pt x="9" y="231"/>
                </a:lnTo>
                <a:lnTo>
                  <a:pt x="9" y="230"/>
                </a:lnTo>
                <a:lnTo>
                  <a:pt x="9" y="228"/>
                </a:lnTo>
                <a:lnTo>
                  <a:pt x="9" y="227"/>
                </a:lnTo>
                <a:lnTo>
                  <a:pt x="8" y="227"/>
                </a:lnTo>
                <a:lnTo>
                  <a:pt x="8" y="225"/>
                </a:lnTo>
                <a:lnTo>
                  <a:pt x="8" y="224"/>
                </a:lnTo>
                <a:lnTo>
                  <a:pt x="6" y="224"/>
                </a:lnTo>
                <a:lnTo>
                  <a:pt x="6" y="223"/>
                </a:lnTo>
                <a:lnTo>
                  <a:pt x="5" y="221"/>
                </a:lnTo>
                <a:lnTo>
                  <a:pt x="5" y="219"/>
                </a:lnTo>
                <a:lnTo>
                  <a:pt x="5" y="218"/>
                </a:lnTo>
                <a:lnTo>
                  <a:pt x="5" y="217"/>
                </a:lnTo>
                <a:lnTo>
                  <a:pt x="5" y="218"/>
                </a:lnTo>
                <a:lnTo>
                  <a:pt x="4" y="218"/>
                </a:lnTo>
                <a:lnTo>
                  <a:pt x="3" y="218"/>
                </a:lnTo>
                <a:lnTo>
                  <a:pt x="3" y="217"/>
                </a:lnTo>
                <a:lnTo>
                  <a:pt x="3" y="213"/>
                </a:lnTo>
                <a:lnTo>
                  <a:pt x="3" y="212"/>
                </a:lnTo>
                <a:lnTo>
                  <a:pt x="3" y="211"/>
                </a:lnTo>
                <a:lnTo>
                  <a:pt x="4" y="210"/>
                </a:lnTo>
                <a:lnTo>
                  <a:pt x="4" y="209"/>
                </a:lnTo>
                <a:lnTo>
                  <a:pt x="4" y="208"/>
                </a:lnTo>
                <a:lnTo>
                  <a:pt x="4" y="207"/>
                </a:lnTo>
                <a:lnTo>
                  <a:pt x="4" y="205"/>
                </a:lnTo>
                <a:lnTo>
                  <a:pt x="5" y="205"/>
                </a:lnTo>
                <a:lnTo>
                  <a:pt x="6" y="204"/>
                </a:lnTo>
                <a:lnTo>
                  <a:pt x="6" y="203"/>
                </a:lnTo>
                <a:lnTo>
                  <a:pt x="6" y="202"/>
                </a:lnTo>
                <a:lnTo>
                  <a:pt x="6" y="201"/>
                </a:lnTo>
                <a:lnTo>
                  <a:pt x="7" y="201"/>
                </a:lnTo>
                <a:lnTo>
                  <a:pt x="7" y="200"/>
                </a:lnTo>
                <a:lnTo>
                  <a:pt x="7" y="199"/>
                </a:lnTo>
                <a:lnTo>
                  <a:pt x="6" y="199"/>
                </a:lnTo>
                <a:lnTo>
                  <a:pt x="6" y="198"/>
                </a:lnTo>
                <a:lnTo>
                  <a:pt x="7" y="198"/>
                </a:lnTo>
                <a:lnTo>
                  <a:pt x="7" y="196"/>
                </a:lnTo>
                <a:lnTo>
                  <a:pt x="6" y="196"/>
                </a:lnTo>
                <a:lnTo>
                  <a:pt x="6" y="194"/>
                </a:lnTo>
                <a:lnTo>
                  <a:pt x="7" y="194"/>
                </a:lnTo>
                <a:lnTo>
                  <a:pt x="8" y="194"/>
                </a:lnTo>
                <a:lnTo>
                  <a:pt x="9" y="194"/>
                </a:lnTo>
                <a:lnTo>
                  <a:pt x="9" y="193"/>
                </a:lnTo>
                <a:lnTo>
                  <a:pt x="9" y="192"/>
                </a:lnTo>
                <a:lnTo>
                  <a:pt x="10" y="192"/>
                </a:lnTo>
                <a:lnTo>
                  <a:pt x="9" y="192"/>
                </a:lnTo>
                <a:lnTo>
                  <a:pt x="9" y="193"/>
                </a:lnTo>
                <a:lnTo>
                  <a:pt x="9" y="194"/>
                </a:lnTo>
                <a:lnTo>
                  <a:pt x="10" y="193"/>
                </a:lnTo>
                <a:lnTo>
                  <a:pt x="11" y="193"/>
                </a:lnTo>
                <a:lnTo>
                  <a:pt x="12" y="193"/>
                </a:lnTo>
                <a:lnTo>
                  <a:pt x="13" y="193"/>
                </a:lnTo>
                <a:lnTo>
                  <a:pt x="14" y="193"/>
                </a:lnTo>
                <a:lnTo>
                  <a:pt x="15" y="193"/>
                </a:lnTo>
                <a:lnTo>
                  <a:pt x="16" y="193"/>
                </a:lnTo>
                <a:lnTo>
                  <a:pt x="16" y="192"/>
                </a:lnTo>
                <a:lnTo>
                  <a:pt x="16" y="193"/>
                </a:lnTo>
                <a:lnTo>
                  <a:pt x="18" y="192"/>
                </a:lnTo>
                <a:lnTo>
                  <a:pt x="19" y="192"/>
                </a:lnTo>
                <a:lnTo>
                  <a:pt x="19" y="191"/>
                </a:lnTo>
                <a:lnTo>
                  <a:pt x="19" y="189"/>
                </a:lnTo>
                <a:lnTo>
                  <a:pt x="20" y="189"/>
                </a:lnTo>
                <a:lnTo>
                  <a:pt x="20" y="188"/>
                </a:lnTo>
                <a:lnTo>
                  <a:pt x="21" y="187"/>
                </a:lnTo>
                <a:lnTo>
                  <a:pt x="21" y="185"/>
                </a:lnTo>
                <a:lnTo>
                  <a:pt x="22" y="185"/>
                </a:lnTo>
                <a:lnTo>
                  <a:pt x="22" y="186"/>
                </a:lnTo>
                <a:lnTo>
                  <a:pt x="22" y="184"/>
                </a:lnTo>
                <a:lnTo>
                  <a:pt x="23" y="183"/>
                </a:lnTo>
                <a:lnTo>
                  <a:pt x="23" y="182"/>
                </a:lnTo>
                <a:lnTo>
                  <a:pt x="24" y="183"/>
                </a:lnTo>
                <a:lnTo>
                  <a:pt x="24" y="181"/>
                </a:lnTo>
                <a:lnTo>
                  <a:pt x="23" y="180"/>
                </a:lnTo>
                <a:lnTo>
                  <a:pt x="24" y="180"/>
                </a:lnTo>
                <a:lnTo>
                  <a:pt x="24" y="179"/>
                </a:lnTo>
                <a:lnTo>
                  <a:pt x="23" y="179"/>
                </a:lnTo>
                <a:lnTo>
                  <a:pt x="23" y="178"/>
                </a:lnTo>
                <a:lnTo>
                  <a:pt x="22" y="178"/>
                </a:lnTo>
                <a:lnTo>
                  <a:pt x="22" y="177"/>
                </a:lnTo>
                <a:lnTo>
                  <a:pt x="22" y="176"/>
                </a:lnTo>
                <a:lnTo>
                  <a:pt x="21" y="176"/>
                </a:lnTo>
                <a:lnTo>
                  <a:pt x="20" y="176"/>
                </a:lnTo>
                <a:lnTo>
                  <a:pt x="19" y="176"/>
                </a:lnTo>
                <a:lnTo>
                  <a:pt x="17" y="176"/>
                </a:lnTo>
                <a:lnTo>
                  <a:pt x="16" y="176"/>
                </a:lnTo>
                <a:lnTo>
                  <a:pt x="17" y="176"/>
                </a:lnTo>
                <a:lnTo>
                  <a:pt x="17" y="175"/>
                </a:lnTo>
                <a:lnTo>
                  <a:pt x="16" y="174"/>
                </a:lnTo>
                <a:lnTo>
                  <a:pt x="16" y="173"/>
                </a:lnTo>
                <a:lnTo>
                  <a:pt x="16" y="172"/>
                </a:lnTo>
                <a:lnTo>
                  <a:pt x="16" y="171"/>
                </a:lnTo>
                <a:lnTo>
                  <a:pt x="15" y="169"/>
                </a:lnTo>
                <a:lnTo>
                  <a:pt x="14" y="167"/>
                </a:lnTo>
                <a:lnTo>
                  <a:pt x="15" y="167"/>
                </a:lnTo>
                <a:lnTo>
                  <a:pt x="16" y="167"/>
                </a:lnTo>
                <a:lnTo>
                  <a:pt x="17" y="167"/>
                </a:lnTo>
                <a:lnTo>
                  <a:pt x="17" y="166"/>
                </a:lnTo>
                <a:lnTo>
                  <a:pt x="16" y="165"/>
                </a:lnTo>
                <a:lnTo>
                  <a:pt x="17" y="165"/>
                </a:lnTo>
                <a:lnTo>
                  <a:pt x="18" y="165"/>
                </a:lnTo>
                <a:lnTo>
                  <a:pt x="18" y="164"/>
                </a:lnTo>
                <a:lnTo>
                  <a:pt x="17" y="164"/>
                </a:lnTo>
                <a:lnTo>
                  <a:pt x="17" y="163"/>
                </a:lnTo>
                <a:lnTo>
                  <a:pt x="16" y="163"/>
                </a:lnTo>
                <a:lnTo>
                  <a:pt x="16" y="162"/>
                </a:lnTo>
                <a:lnTo>
                  <a:pt x="16" y="161"/>
                </a:lnTo>
                <a:lnTo>
                  <a:pt x="16" y="160"/>
                </a:lnTo>
                <a:lnTo>
                  <a:pt x="15" y="158"/>
                </a:lnTo>
                <a:lnTo>
                  <a:pt x="16" y="158"/>
                </a:lnTo>
                <a:lnTo>
                  <a:pt x="16" y="157"/>
                </a:lnTo>
                <a:lnTo>
                  <a:pt x="16" y="156"/>
                </a:lnTo>
                <a:lnTo>
                  <a:pt x="15" y="156"/>
                </a:lnTo>
                <a:lnTo>
                  <a:pt x="15" y="155"/>
                </a:lnTo>
                <a:lnTo>
                  <a:pt x="15" y="154"/>
                </a:lnTo>
                <a:lnTo>
                  <a:pt x="15" y="153"/>
                </a:lnTo>
                <a:lnTo>
                  <a:pt x="15" y="152"/>
                </a:lnTo>
                <a:lnTo>
                  <a:pt x="16" y="152"/>
                </a:lnTo>
                <a:lnTo>
                  <a:pt x="16" y="150"/>
                </a:lnTo>
                <a:lnTo>
                  <a:pt x="16" y="149"/>
                </a:lnTo>
                <a:lnTo>
                  <a:pt x="16" y="148"/>
                </a:lnTo>
                <a:lnTo>
                  <a:pt x="16" y="147"/>
                </a:lnTo>
                <a:lnTo>
                  <a:pt x="15" y="147"/>
                </a:lnTo>
                <a:lnTo>
                  <a:pt x="14" y="147"/>
                </a:lnTo>
                <a:lnTo>
                  <a:pt x="14" y="146"/>
                </a:lnTo>
                <a:lnTo>
                  <a:pt x="14" y="145"/>
                </a:lnTo>
                <a:lnTo>
                  <a:pt x="13" y="144"/>
                </a:lnTo>
                <a:lnTo>
                  <a:pt x="12" y="145"/>
                </a:lnTo>
                <a:lnTo>
                  <a:pt x="12" y="146"/>
                </a:lnTo>
                <a:lnTo>
                  <a:pt x="11" y="147"/>
                </a:lnTo>
                <a:lnTo>
                  <a:pt x="10" y="147"/>
                </a:lnTo>
                <a:lnTo>
                  <a:pt x="10" y="148"/>
                </a:lnTo>
                <a:lnTo>
                  <a:pt x="9" y="148"/>
                </a:lnTo>
                <a:lnTo>
                  <a:pt x="8" y="146"/>
                </a:lnTo>
                <a:lnTo>
                  <a:pt x="8" y="145"/>
                </a:lnTo>
                <a:lnTo>
                  <a:pt x="9" y="145"/>
                </a:lnTo>
                <a:lnTo>
                  <a:pt x="9" y="144"/>
                </a:lnTo>
                <a:lnTo>
                  <a:pt x="8" y="144"/>
                </a:lnTo>
                <a:lnTo>
                  <a:pt x="7" y="143"/>
                </a:lnTo>
                <a:lnTo>
                  <a:pt x="8" y="143"/>
                </a:lnTo>
                <a:lnTo>
                  <a:pt x="9" y="142"/>
                </a:lnTo>
                <a:lnTo>
                  <a:pt x="10" y="141"/>
                </a:lnTo>
                <a:lnTo>
                  <a:pt x="9" y="140"/>
                </a:lnTo>
                <a:lnTo>
                  <a:pt x="9" y="139"/>
                </a:lnTo>
                <a:lnTo>
                  <a:pt x="9" y="138"/>
                </a:lnTo>
                <a:lnTo>
                  <a:pt x="9" y="137"/>
                </a:lnTo>
                <a:lnTo>
                  <a:pt x="9" y="136"/>
                </a:lnTo>
                <a:lnTo>
                  <a:pt x="10" y="136"/>
                </a:lnTo>
                <a:lnTo>
                  <a:pt x="10" y="135"/>
                </a:lnTo>
                <a:lnTo>
                  <a:pt x="11" y="135"/>
                </a:lnTo>
                <a:lnTo>
                  <a:pt x="11" y="134"/>
                </a:lnTo>
                <a:lnTo>
                  <a:pt x="12" y="134"/>
                </a:lnTo>
                <a:lnTo>
                  <a:pt x="13" y="133"/>
                </a:lnTo>
                <a:lnTo>
                  <a:pt x="12" y="132"/>
                </a:lnTo>
                <a:lnTo>
                  <a:pt x="11" y="132"/>
                </a:lnTo>
                <a:lnTo>
                  <a:pt x="10" y="132"/>
                </a:lnTo>
                <a:lnTo>
                  <a:pt x="9" y="132"/>
                </a:lnTo>
                <a:lnTo>
                  <a:pt x="9" y="133"/>
                </a:lnTo>
                <a:lnTo>
                  <a:pt x="8" y="133"/>
                </a:lnTo>
                <a:lnTo>
                  <a:pt x="7" y="133"/>
                </a:lnTo>
                <a:lnTo>
                  <a:pt x="7" y="132"/>
                </a:lnTo>
                <a:lnTo>
                  <a:pt x="6" y="131"/>
                </a:lnTo>
                <a:lnTo>
                  <a:pt x="5" y="131"/>
                </a:lnTo>
                <a:lnTo>
                  <a:pt x="5" y="132"/>
                </a:lnTo>
                <a:lnTo>
                  <a:pt x="4" y="132"/>
                </a:lnTo>
                <a:lnTo>
                  <a:pt x="4" y="131"/>
                </a:lnTo>
                <a:lnTo>
                  <a:pt x="4" y="132"/>
                </a:lnTo>
                <a:lnTo>
                  <a:pt x="3" y="132"/>
                </a:lnTo>
                <a:lnTo>
                  <a:pt x="3" y="131"/>
                </a:lnTo>
                <a:lnTo>
                  <a:pt x="4" y="131"/>
                </a:lnTo>
                <a:lnTo>
                  <a:pt x="3" y="130"/>
                </a:lnTo>
                <a:lnTo>
                  <a:pt x="2" y="129"/>
                </a:lnTo>
                <a:lnTo>
                  <a:pt x="2" y="128"/>
                </a:lnTo>
                <a:lnTo>
                  <a:pt x="3" y="128"/>
                </a:lnTo>
                <a:lnTo>
                  <a:pt x="3" y="127"/>
                </a:lnTo>
                <a:lnTo>
                  <a:pt x="4" y="127"/>
                </a:lnTo>
                <a:lnTo>
                  <a:pt x="5" y="127"/>
                </a:lnTo>
                <a:lnTo>
                  <a:pt x="6" y="126"/>
                </a:lnTo>
                <a:lnTo>
                  <a:pt x="6" y="125"/>
                </a:lnTo>
                <a:lnTo>
                  <a:pt x="5" y="124"/>
                </a:lnTo>
                <a:lnTo>
                  <a:pt x="4" y="123"/>
                </a:lnTo>
                <a:lnTo>
                  <a:pt x="4" y="122"/>
                </a:lnTo>
                <a:lnTo>
                  <a:pt x="5" y="122"/>
                </a:lnTo>
                <a:lnTo>
                  <a:pt x="5" y="121"/>
                </a:lnTo>
                <a:lnTo>
                  <a:pt x="5" y="120"/>
                </a:lnTo>
                <a:lnTo>
                  <a:pt x="5" y="119"/>
                </a:lnTo>
                <a:lnTo>
                  <a:pt x="5" y="118"/>
                </a:lnTo>
                <a:lnTo>
                  <a:pt x="4" y="118"/>
                </a:lnTo>
                <a:lnTo>
                  <a:pt x="4" y="119"/>
                </a:lnTo>
                <a:lnTo>
                  <a:pt x="3" y="119"/>
                </a:lnTo>
                <a:lnTo>
                  <a:pt x="2" y="118"/>
                </a:lnTo>
                <a:lnTo>
                  <a:pt x="1" y="117"/>
                </a:lnTo>
                <a:lnTo>
                  <a:pt x="0" y="116"/>
                </a:lnTo>
                <a:lnTo>
                  <a:pt x="1" y="115"/>
                </a:lnTo>
                <a:lnTo>
                  <a:pt x="1" y="113"/>
                </a:lnTo>
                <a:lnTo>
                  <a:pt x="2" y="113"/>
                </a:lnTo>
                <a:lnTo>
                  <a:pt x="3" y="112"/>
                </a:lnTo>
                <a:lnTo>
                  <a:pt x="1" y="111"/>
                </a:lnTo>
                <a:lnTo>
                  <a:pt x="1" y="110"/>
                </a:lnTo>
                <a:lnTo>
                  <a:pt x="1" y="109"/>
                </a:lnTo>
                <a:lnTo>
                  <a:pt x="2" y="109"/>
                </a:lnTo>
                <a:lnTo>
                  <a:pt x="2" y="108"/>
                </a:lnTo>
                <a:lnTo>
                  <a:pt x="1" y="108"/>
                </a:lnTo>
                <a:lnTo>
                  <a:pt x="1" y="107"/>
                </a:lnTo>
                <a:lnTo>
                  <a:pt x="2" y="107"/>
                </a:lnTo>
                <a:lnTo>
                  <a:pt x="2" y="108"/>
                </a:lnTo>
                <a:lnTo>
                  <a:pt x="3" y="108"/>
                </a:lnTo>
                <a:lnTo>
                  <a:pt x="3" y="107"/>
                </a:lnTo>
                <a:lnTo>
                  <a:pt x="2" y="107"/>
                </a:lnTo>
                <a:lnTo>
                  <a:pt x="2" y="106"/>
                </a:lnTo>
                <a:lnTo>
                  <a:pt x="2" y="105"/>
                </a:lnTo>
                <a:lnTo>
                  <a:pt x="3" y="105"/>
                </a:lnTo>
                <a:lnTo>
                  <a:pt x="3" y="106"/>
                </a:lnTo>
                <a:lnTo>
                  <a:pt x="4" y="106"/>
                </a:lnTo>
                <a:lnTo>
                  <a:pt x="4" y="105"/>
                </a:lnTo>
                <a:lnTo>
                  <a:pt x="5" y="105"/>
                </a:lnTo>
                <a:lnTo>
                  <a:pt x="4" y="104"/>
                </a:lnTo>
                <a:lnTo>
                  <a:pt x="4" y="103"/>
                </a:lnTo>
                <a:lnTo>
                  <a:pt x="3" y="103"/>
                </a:lnTo>
                <a:lnTo>
                  <a:pt x="3" y="102"/>
                </a:lnTo>
                <a:lnTo>
                  <a:pt x="4" y="102"/>
                </a:lnTo>
                <a:lnTo>
                  <a:pt x="4" y="101"/>
                </a:lnTo>
                <a:lnTo>
                  <a:pt x="5" y="101"/>
                </a:lnTo>
                <a:lnTo>
                  <a:pt x="5" y="100"/>
                </a:lnTo>
                <a:lnTo>
                  <a:pt x="6" y="100"/>
                </a:lnTo>
                <a:lnTo>
                  <a:pt x="6" y="99"/>
                </a:lnTo>
                <a:lnTo>
                  <a:pt x="6" y="98"/>
                </a:lnTo>
                <a:lnTo>
                  <a:pt x="6" y="97"/>
                </a:lnTo>
                <a:lnTo>
                  <a:pt x="6" y="98"/>
                </a:lnTo>
                <a:lnTo>
                  <a:pt x="7" y="97"/>
                </a:lnTo>
                <a:lnTo>
                  <a:pt x="8" y="97"/>
                </a:lnTo>
                <a:lnTo>
                  <a:pt x="8" y="96"/>
                </a:lnTo>
                <a:lnTo>
                  <a:pt x="9" y="96"/>
                </a:lnTo>
                <a:lnTo>
                  <a:pt x="10" y="96"/>
                </a:lnTo>
                <a:lnTo>
                  <a:pt x="11" y="96"/>
                </a:lnTo>
                <a:lnTo>
                  <a:pt x="11" y="95"/>
                </a:lnTo>
                <a:lnTo>
                  <a:pt x="12" y="95"/>
                </a:lnTo>
                <a:lnTo>
                  <a:pt x="12" y="94"/>
                </a:lnTo>
                <a:lnTo>
                  <a:pt x="11" y="94"/>
                </a:lnTo>
                <a:lnTo>
                  <a:pt x="12" y="93"/>
                </a:lnTo>
                <a:lnTo>
                  <a:pt x="12" y="92"/>
                </a:lnTo>
                <a:lnTo>
                  <a:pt x="13" y="92"/>
                </a:lnTo>
                <a:lnTo>
                  <a:pt x="12" y="91"/>
                </a:lnTo>
                <a:lnTo>
                  <a:pt x="13" y="91"/>
                </a:lnTo>
                <a:lnTo>
                  <a:pt x="15" y="90"/>
                </a:lnTo>
                <a:lnTo>
                  <a:pt x="16" y="90"/>
                </a:lnTo>
                <a:lnTo>
                  <a:pt x="17" y="91"/>
                </a:lnTo>
                <a:lnTo>
                  <a:pt x="17" y="92"/>
                </a:lnTo>
                <a:lnTo>
                  <a:pt x="16" y="92"/>
                </a:lnTo>
                <a:lnTo>
                  <a:pt x="16" y="93"/>
                </a:lnTo>
                <a:lnTo>
                  <a:pt x="16" y="94"/>
                </a:lnTo>
                <a:lnTo>
                  <a:pt x="17" y="94"/>
                </a:lnTo>
                <a:lnTo>
                  <a:pt x="17" y="95"/>
                </a:lnTo>
                <a:lnTo>
                  <a:pt x="18" y="95"/>
                </a:lnTo>
                <a:lnTo>
                  <a:pt x="18" y="96"/>
                </a:lnTo>
                <a:lnTo>
                  <a:pt x="18" y="97"/>
                </a:lnTo>
                <a:lnTo>
                  <a:pt x="18" y="98"/>
                </a:lnTo>
                <a:lnTo>
                  <a:pt x="18" y="99"/>
                </a:lnTo>
                <a:lnTo>
                  <a:pt x="19" y="99"/>
                </a:lnTo>
                <a:lnTo>
                  <a:pt x="19" y="100"/>
                </a:lnTo>
                <a:lnTo>
                  <a:pt x="19" y="99"/>
                </a:lnTo>
                <a:lnTo>
                  <a:pt x="20" y="99"/>
                </a:lnTo>
                <a:lnTo>
                  <a:pt x="20" y="100"/>
                </a:lnTo>
                <a:lnTo>
                  <a:pt x="20" y="101"/>
                </a:lnTo>
                <a:lnTo>
                  <a:pt x="20" y="100"/>
                </a:lnTo>
                <a:lnTo>
                  <a:pt x="21" y="100"/>
                </a:lnTo>
                <a:lnTo>
                  <a:pt x="22" y="100"/>
                </a:lnTo>
                <a:lnTo>
                  <a:pt x="23" y="99"/>
                </a:lnTo>
                <a:lnTo>
                  <a:pt x="24" y="99"/>
                </a:lnTo>
                <a:lnTo>
                  <a:pt x="24" y="98"/>
                </a:lnTo>
                <a:lnTo>
                  <a:pt x="25" y="97"/>
                </a:lnTo>
                <a:lnTo>
                  <a:pt x="27" y="98"/>
                </a:lnTo>
                <a:lnTo>
                  <a:pt x="28" y="98"/>
                </a:lnTo>
                <a:lnTo>
                  <a:pt x="30" y="98"/>
                </a:lnTo>
                <a:lnTo>
                  <a:pt x="32" y="99"/>
                </a:lnTo>
                <a:lnTo>
                  <a:pt x="34" y="100"/>
                </a:lnTo>
                <a:lnTo>
                  <a:pt x="35" y="100"/>
                </a:lnTo>
                <a:lnTo>
                  <a:pt x="36" y="100"/>
                </a:lnTo>
                <a:lnTo>
                  <a:pt x="36" y="101"/>
                </a:lnTo>
                <a:lnTo>
                  <a:pt x="37" y="101"/>
                </a:lnTo>
                <a:lnTo>
                  <a:pt x="38" y="101"/>
                </a:lnTo>
                <a:lnTo>
                  <a:pt x="39" y="101"/>
                </a:lnTo>
                <a:lnTo>
                  <a:pt x="40" y="101"/>
                </a:lnTo>
                <a:lnTo>
                  <a:pt x="40" y="100"/>
                </a:lnTo>
                <a:lnTo>
                  <a:pt x="41" y="100"/>
                </a:lnTo>
                <a:lnTo>
                  <a:pt x="40" y="99"/>
                </a:lnTo>
                <a:lnTo>
                  <a:pt x="41" y="98"/>
                </a:lnTo>
                <a:lnTo>
                  <a:pt x="42" y="98"/>
                </a:lnTo>
                <a:lnTo>
                  <a:pt x="43" y="98"/>
                </a:lnTo>
                <a:lnTo>
                  <a:pt x="43" y="97"/>
                </a:lnTo>
                <a:lnTo>
                  <a:pt x="43" y="96"/>
                </a:lnTo>
                <a:lnTo>
                  <a:pt x="42" y="96"/>
                </a:lnTo>
                <a:lnTo>
                  <a:pt x="41" y="95"/>
                </a:lnTo>
                <a:lnTo>
                  <a:pt x="41" y="94"/>
                </a:lnTo>
                <a:lnTo>
                  <a:pt x="41" y="93"/>
                </a:lnTo>
                <a:lnTo>
                  <a:pt x="42" y="92"/>
                </a:lnTo>
                <a:lnTo>
                  <a:pt x="41" y="91"/>
                </a:lnTo>
                <a:lnTo>
                  <a:pt x="41" y="90"/>
                </a:lnTo>
                <a:lnTo>
                  <a:pt x="41" y="88"/>
                </a:lnTo>
                <a:lnTo>
                  <a:pt x="41" y="87"/>
                </a:lnTo>
                <a:lnTo>
                  <a:pt x="41" y="86"/>
                </a:lnTo>
                <a:lnTo>
                  <a:pt x="40" y="86"/>
                </a:lnTo>
                <a:lnTo>
                  <a:pt x="41" y="86"/>
                </a:lnTo>
                <a:lnTo>
                  <a:pt x="40" y="86"/>
                </a:lnTo>
                <a:lnTo>
                  <a:pt x="41" y="86"/>
                </a:lnTo>
                <a:lnTo>
                  <a:pt x="41" y="85"/>
                </a:lnTo>
                <a:lnTo>
                  <a:pt x="40" y="85"/>
                </a:lnTo>
                <a:lnTo>
                  <a:pt x="40" y="86"/>
                </a:lnTo>
                <a:lnTo>
                  <a:pt x="40" y="85"/>
                </a:lnTo>
                <a:lnTo>
                  <a:pt x="39" y="85"/>
                </a:lnTo>
                <a:lnTo>
                  <a:pt x="39" y="84"/>
                </a:lnTo>
                <a:lnTo>
                  <a:pt x="39" y="83"/>
                </a:lnTo>
                <a:lnTo>
                  <a:pt x="40" y="83"/>
                </a:lnTo>
                <a:lnTo>
                  <a:pt x="40" y="82"/>
                </a:lnTo>
                <a:lnTo>
                  <a:pt x="39" y="81"/>
                </a:lnTo>
                <a:lnTo>
                  <a:pt x="40" y="81"/>
                </a:lnTo>
                <a:lnTo>
                  <a:pt x="41" y="80"/>
                </a:lnTo>
                <a:lnTo>
                  <a:pt x="42" y="80"/>
                </a:lnTo>
                <a:lnTo>
                  <a:pt x="42" y="79"/>
                </a:lnTo>
                <a:lnTo>
                  <a:pt x="43" y="79"/>
                </a:lnTo>
                <a:lnTo>
                  <a:pt x="44" y="79"/>
                </a:lnTo>
                <a:lnTo>
                  <a:pt x="44" y="78"/>
                </a:lnTo>
                <a:lnTo>
                  <a:pt x="43" y="77"/>
                </a:lnTo>
                <a:lnTo>
                  <a:pt x="42" y="77"/>
                </a:lnTo>
                <a:lnTo>
                  <a:pt x="42" y="76"/>
                </a:lnTo>
                <a:lnTo>
                  <a:pt x="41" y="76"/>
                </a:lnTo>
                <a:lnTo>
                  <a:pt x="41" y="75"/>
                </a:lnTo>
                <a:lnTo>
                  <a:pt x="40" y="75"/>
                </a:lnTo>
                <a:lnTo>
                  <a:pt x="40" y="74"/>
                </a:lnTo>
                <a:lnTo>
                  <a:pt x="39" y="73"/>
                </a:lnTo>
                <a:lnTo>
                  <a:pt x="38" y="73"/>
                </a:lnTo>
                <a:lnTo>
                  <a:pt x="38" y="74"/>
                </a:lnTo>
                <a:lnTo>
                  <a:pt x="38" y="73"/>
                </a:lnTo>
                <a:lnTo>
                  <a:pt x="38" y="72"/>
                </a:lnTo>
                <a:lnTo>
                  <a:pt x="38" y="71"/>
                </a:lnTo>
                <a:lnTo>
                  <a:pt x="37" y="71"/>
                </a:lnTo>
                <a:lnTo>
                  <a:pt x="37" y="70"/>
                </a:lnTo>
                <a:lnTo>
                  <a:pt x="38" y="70"/>
                </a:lnTo>
                <a:lnTo>
                  <a:pt x="39" y="70"/>
                </a:lnTo>
                <a:lnTo>
                  <a:pt x="39" y="69"/>
                </a:lnTo>
                <a:lnTo>
                  <a:pt x="40" y="69"/>
                </a:lnTo>
                <a:lnTo>
                  <a:pt x="41" y="69"/>
                </a:lnTo>
                <a:lnTo>
                  <a:pt x="42" y="69"/>
                </a:lnTo>
                <a:lnTo>
                  <a:pt x="42" y="68"/>
                </a:lnTo>
                <a:lnTo>
                  <a:pt x="41" y="68"/>
                </a:lnTo>
                <a:lnTo>
                  <a:pt x="43" y="67"/>
                </a:lnTo>
                <a:lnTo>
                  <a:pt x="44" y="67"/>
                </a:lnTo>
                <a:lnTo>
                  <a:pt x="44" y="68"/>
                </a:lnTo>
                <a:lnTo>
                  <a:pt x="45" y="68"/>
                </a:lnTo>
                <a:lnTo>
                  <a:pt x="45" y="67"/>
                </a:lnTo>
                <a:lnTo>
                  <a:pt x="46" y="67"/>
                </a:lnTo>
                <a:lnTo>
                  <a:pt x="47" y="67"/>
                </a:lnTo>
                <a:lnTo>
                  <a:pt x="48" y="67"/>
                </a:lnTo>
                <a:lnTo>
                  <a:pt x="49" y="67"/>
                </a:lnTo>
                <a:lnTo>
                  <a:pt x="48" y="67"/>
                </a:lnTo>
                <a:lnTo>
                  <a:pt x="48" y="66"/>
                </a:lnTo>
                <a:lnTo>
                  <a:pt x="48" y="65"/>
                </a:lnTo>
                <a:lnTo>
                  <a:pt x="48" y="64"/>
                </a:lnTo>
                <a:lnTo>
                  <a:pt x="48" y="63"/>
                </a:lnTo>
                <a:lnTo>
                  <a:pt x="47" y="63"/>
                </a:lnTo>
                <a:lnTo>
                  <a:pt x="46" y="63"/>
                </a:lnTo>
                <a:lnTo>
                  <a:pt x="45" y="63"/>
                </a:lnTo>
                <a:lnTo>
                  <a:pt x="45" y="64"/>
                </a:lnTo>
                <a:lnTo>
                  <a:pt x="44" y="64"/>
                </a:lnTo>
                <a:lnTo>
                  <a:pt x="43" y="63"/>
                </a:lnTo>
                <a:lnTo>
                  <a:pt x="42" y="63"/>
                </a:lnTo>
                <a:lnTo>
                  <a:pt x="41" y="63"/>
                </a:lnTo>
                <a:lnTo>
                  <a:pt x="40" y="63"/>
                </a:lnTo>
                <a:lnTo>
                  <a:pt x="39" y="63"/>
                </a:lnTo>
                <a:lnTo>
                  <a:pt x="39" y="62"/>
                </a:lnTo>
                <a:lnTo>
                  <a:pt x="39" y="63"/>
                </a:lnTo>
                <a:lnTo>
                  <a:pt x="38" y="63"/>
                </a:lnTo>
                <a:lnTo>
                  <a:pt x="38" y="62"/>
                </a:lnTo>
                <a:lnTo>
                  <a:pt x="38" y="61"/>
                </a:lnTo>
                <a:lnTo>
                  <a:pt x="38" y="62"/>
                </a:lnTo>
                <a:lnTo>
                  <a:pt x="37" y="62"/>
                </a:lnTo>
                <a:lnTo>
                  <a:pt x="37" y="61"/>
                </a:lnTo>
                <a:lnTo>
                  <a:pt x="36" y="61"/>
                </a:lnTo>
                <a:lnTo>
                  <a:pt x="36" y="60"/>
                </a:lnTo>
                <a:lnTo>
                  <a:pt x="35" y="59"/>
                </a:lnTo>
                <a:lnTo>
                  <a:pt x="35" y="58"/>
                </a:lnTo>
                <a:lnTo>
                  <a:pt x="36" y="57"/>
                </a:lnTo>
                <a:lnTo>
                  <a:pt x="36" y="56"/>
                </a:lnTo>
                <a:lnTo>
                  <a:pt x="35" y="57"/>
                </a:lnTo>
                <a:lnTo>
                  <a:pt x="34" y="56"/>
                </a:lnTo>
                <a:lnTo>
                  <a:pt x="34" y="55"/>
                </a:lnTo>
                <a:lnTo>
                  <a:pt x="34" y="53"/>
                </a:lnTo>
                <a:lnTo>
                  <a:pt x="35" y="53"/>
                </a:lnTo>
                <a:lnTo>
                  <a:pt x="35" y="52"/>
                </a:lnTo>
                <a:lnTo>
                  <a:pt x="34" y="51"/>
                </a:lnTo>
                <a:lnTo>
                  <a:pt x="35" y="51"/>
                </a:lnTo>
                <a:lnTo>
                  <a:pt x="35" y="50"/>
                </a:lnTo>
                <a:lnTo>
                  <a:pt x="36" y="50"/>
                </a:lnTo>
                <a:lnTo>
                  <a:pt x="36" y="49"/>
                </a:lnTo>
                <a:lnTo>
                  <a:pt x="36" y="48"/>
                </a:lnTo>
                <a:lnTo>
                  <a:pt x="37" y="49"/>
                </a:lnTo>
                <a:lnTo>
                  <a:pt x="37" y="48"/>
                </a:lnTo>
                <a:lnTo>
                  <a:pt x="37" y="47"/>
                </a:lnTo>
                <a:lnTo>
                  <a:pt x="37" y="46"/>
                </a:lnTo>
                <a:lnTo>
                  <a:pt x="38" y="46"/>
                </a:lnTo>
                <a:lnTo>
                  <a:pt x="38" y="45"/>
                </a:lnTo>
                <a:lnTo>
                  <a:pt x="38" y="44"/>
                </a:lnTo>
                <a:lnTo>
                  <a:pt x="39" y="44"/>
                </a:lnTo>
                <a:lnTo>
                  <a:pt x="39" y="43"/>
                </a:lnTo>
                <a:lnTo>
                  <a:pt x="39" y="42"/>
                </a:lnTo>
                <a:lnTo>
                  <a:pt x="38" y="42"/>
                </a:lnTo>
                <a:lnTo>
                  <a:pt x="38" y="40"/>
                </a:lnTo>
                <a:lnTo>
                  <a:pt x="37" y="38"/>
                </a:lnTo>
                <a:lnTo>
                  <a:pt x="37" y="37"/>
                </a:lnTo>
                <a:lnTo>
                  <a:pt x="37" y="36"/>
                </a:lnTo>
                <a:lnTo>
                  <a:pt x="37" y="35"/>
                </a:lnTo>
                <a:lnTo>
                  <a:pt x="36" y="34"/>
                </a:lnTo>
                <a:lnTo>
                  <a:pt x="36" y="33"/>
                </a:lnTo>
                <a:lnTo>
                  <a:pt x="37" y="32"/>
                </a:lnTo>
                <a:lnTo>
                  <a:pt x="40" y="32"/>
                </a:lnTo>
                <a:lnTo>
                  <a:pt x="40" y="31"/>
                </a:lnTo>
                <a:lnTo>
                  <a:pt x="39" y="30"/>
                </a:lnTo>
                <a:lnTo>
                  <a:pt x="39" y="29"/>
                </a:lnTo>
                <a:lnTo>
                  <a:pt x="39" y="28"/>
                </a:lnTo>
                <a:lnTo>
                  <a:pt x="38" y="28"/>
                </a:lnTo>
                <a:lnTo>
                  <a:pt x="38" y="27"/>
                </a:lnTo>
                <a:lnTo>
                  <a:pt x="39" y="27"/>
                </a:lnTo>
                <a:lnTo>
                  <a:pt x="40" y="27"/>
                </a:lnTo>
                <a:lnTo>
                  <a:pt x="40" y="26"/>
                </a:lnTo>
                <a:lnTo>
                  <a:pt x="41" y="25"/>
                </a:lnTo>
                <a:lnTo>
                  <a:pt x="41" y="24"/>
                </a:lnTo>
                <a:lnTo>
                  <a:pt x="42" y="24"/>
                </a:lnTo>
                <a:lnTo>
                  <a:pt x="43" y="24"/>
                </a:lnTo>
                <a:lnTo>
                  <a:pt x="44" y="24"/>
                </a:lnTo>
                <a:lnTo>
                  <a:pt x="45" y="24"/>
                </a:lnTo>
                <a:lnTo>
                  <a:pt x="46" y="23"/>
                </a:lnTo>
                <a:lnTo>
                  <a:pt x="47" y="23"/>
                </a:lnTo>
                <a:lnTo>
                  <a:pt x="48" y="23"/>
                </a:lnTo>
                <a:lnTo>
                  <a:pt x="48" y="22"/>
                </a:lnTo>
                <a:lnTo>
                  <a:pt x="48" y="21"/>
                </a:lnTo>
                <a:lnTo>
                  <a:pt x="48" y="20"/>
                </a:lnTo>
                <a:lnTo>
                  <a:pt x="49" y="19"/>
                </a:lnTo>
                <a:lnTo>
                  <a:pt x="50" y="19"/>
                </a:lnTo>
                <a:lnTo>
                  <a:pt x="51" y="20"/>
                </a:lnTo>
                <a:lnTo>
                  <a:pt x="52" y="20"/>
                </a:lnTo>
                <a:lnTo>
                  <a:pt x="53" y="20"/>
                </a:lnTo>
                <a:lnTo>
                  <a:pt x="53" y="19"/>
                </a:lnTo>
                <a:lnTo>
                  <a:pt x="54" y="19"/>
                </a:lnTo>
                <a:lnTo>
                  <a:pt x="54" y="18"/>
                </a:lnTo>
                <a:lnTo>
                  <a:pt x="54" y="17"/>
                </a:lnTo>
                <a:lnTo>
                  <a:pt x="54" y="16"/>
                </a:lnTo>
                <a:lnTo>
                  <a:pt x="54" y="15"/>
                </a:lnTo>
                <a:lnTo>
                  <a:pt x="53" y="15"/>
                </a:lnTo>
                <a:lnTo>
                  <a:pt x="53" y="14"/>
                </a:lnTo>
                <a:lnTo>
                  <a:pt x="55" y="13"/>
                </a:lnTo>
                <a:lnTo>
                  <a:pt x="56" y="13"/>
                </a:lnTo>
                <a:lnTo>
                  <a:pt x="57" y="12"/>
                </a:lnTo>
                <a:lnTo>
                  <a:pt x="59" y="11"/>
                </a:lnTo>
                <a:lnTo>
                  <a:pt x="58" y="10"/>
                </a:lnTo>
                <a:lnTo>
                  <a:pt x="57" y="11"/>
                </a:lnTo>
                <a:lnTo>
                  <a:pt x="56" y="11"/>
                </a:lnTo>
                <a:lnTo>
                  <a:pt x="55" y="9"/>
                </a:lnTo>
                <a:lnTo>
                  <a:pt x="56" y="9"/>
                </a:lnTo>
                <a:lnTo>
                  <a:pt x="56" y="8"/>
                </a:lnTo>
                <a:lnTo>
                  <a:pt x="56" y="9"/>
                </a:lnTo>
                <a:lnTo>
                  <a:pt x="57" y="9"/>
                </a:lnTo>
                <a:lnTo>
                  <a:pt x="57" y="8"/>
                </a:lnTo>
                <a:lnTo>
                  <a:pt x="56" y="8"/>
                </a:lnTo>
                <a:lnTo>
                  <a:pt x="55" y="8"/>
                </a:lnTo>
                <a:lnTo>
                  <a:pt x="55" y="6"/>
                </a:lnTo>
                <a:lnTo>
                  <a:pt x="56" y="6"/>
                </a:lnTo>
                <a:lnTo>
                  <a:pt x="57" y="6"/>
                </a:lnTo>
                <a:lnTo>
                  <a:pt x="56" y="5"/>
                </a:lnTo>
                <a:lnTo>
                  <a:pt x="56" y="4"/>
                </a:lnTo>
                <a:lnTo>
                  <a:pt x="58" y="4"/>
                </a:lnTo>
                <a:lnTo>
                  <a:pt x="59" y="3"/>
                </a:lnTo>
                <a:lnTo>
                  <a:pt x="58" y="2"/>
                </a:lnTo>
                <a:lnTo>
                  <a:pt x="59" y="2"/>
                </a:lnTo>
                <a:lnTo>
                  <a:pt x="59" y="1"/>
                </a:lnTo>
                <a:lnTo>
                  <a:pt x="60" y="1"/>
                </a:lnTo>
                <a:lnTo>
                  <a:pt x="61" y="0"/>
                </a:lnTo>
                <a:lnTo>
                  <a:pt x="6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2471400" y="462960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5"/>
                </a:moveTo>
                <a:lnTo>
                  <a:pt x="2" y="5"/>
                </a:lnTo>
                <a:lnTo>
                  <a:pt x="0" y="5"/>
                </a:lnTo>
                <a:lnTo>
                  <a:pt x="0" y="2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lnTo>
                  <a:pt x="4" y="2"/>
                </a:lnTo>
                <a:lnTo>
                  <a:pt x="4" y="4"/>
                </a:lnTo>
                <a:lnTo>
                  <a:pt x="4" y="5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2469960" y="4628520"/>
            <a:ext cx="1440" cy="2520"/>
          </a:xfrm>
          <a:custGeom>
            <a:avLst/>
            <a:gdLst/>
            <a:ahLst/>
            <a:rect l="0" t="0" r="r" b="b"/>
            <a:pathLst>
              <a:path w="4" h="7">
                <a:moveTo>
                  <a:pt x="3" y="5"/>
                </a:moveTo>
                <a:lnTo>
                  <a:pt x="1" y="7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3" y="5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2379600" y="4586400"/>
            <a:ext cx="21960" cy="26280"/>
          </a:xfrm>
          <a:custGeom>
            <a:avLst/>
            <a:gdLst/>
            <a:ahLst/>
            <a:rect l="0" t="0" r="r" b="b"/>
            <a:pathLst>
              <a:path w="61" h="73">
                <a:moveTo>
                  <a:pt x="49" y="2"/>
                </a:moveTo>
                <a:lnTo>
                  <a:pt x="50" y="3"/>
                </a:lnTo>
                <a:lnTo>
                  <a:pt x="50" y="2"/>
                </a:lnTo>
                <a:lnTo>
                  <a:pt x="50" y="1"/>
                </a:lnTo>
                <a:lnTo>
                  <a:pt x="50" y="0"/>
                </a:lnTo>
                <a:lnTo>
                  <a:pt x="51" y="1"/>
                </a:lnTo>
                <a:lnTo>
                  <a:pt x="52" y="2"/>
                </a:lnTo>
                <a:lnTo>
                  <a:pt x="52" y="3"/>
                </a:lnTo>
                <a:lnTo>
                  <a:pt x="49" y="3"/>
                </a:lnTo>
                <a:lnTo>
                  <a:pt x="48" y="4"/>
                </a:lnTo>
                <a:lnTo>
                  <a:pt x="48" y="5"/>
                </a:lnTo>
                <a:lnTo>
                  <a:pt x="49" y="6"/>
                </a:lnTo>
                <a:lnTo>
                  <a:pt x="49" y="7"/>
                </a:lnTo>
                <a:lnTo>
                  <a:pt x="49" y="8"/>
                </a:lnTo>
                <a:lnTo>
                  <a:pt x="49" y="9"/>
                </a:lnTo>
                <a:lnTo>
                  <a:pt x="50" y="11"/>
                </a:lnTo>
                <a:lnTo>
                  <a:pt x="50" y="13"/>
                </a:lnTo>
                <a:lnTo>
                  <a:pt x="51" y="13"/>
                </a:lnTo>
                <a:lnTo>
                  <a:pt x="51" y="14"/>
                </a:lnTo>
                <a:lnTo>
                  <a:pt x="51" y="15"/>
                </a:lnTo>
                <a:lnTo>
                  <a:pt x="50" y="15"/>
                </a:lnTo>
                <a:lnTo>
                  <a:pt x="50" y="16"/>
                </a:lnTo>
                <a:lnTo>
                  <a:pt x="50" y="17"/>
                </a:lnTo>
                <a:lnTo>
                  <a:pt x="49" y="17"/>
                </a:lnTo>
                <a:lnTo>
                  <a:pt x="49" y="18"/>
                </a:lnTo>
                <a:lnTo>
                  <a:pt x="49" y="19"/>
                </a:lnTo>
                <a:lnTo>
                  <a:pt x="49" y="20"/>
                </a:lnTo>
                <a:lnTo>
                  <a:pt x="48" y="19"/>
                </a:lnTo>
                <a:lnTo>
                  <a:pt x="48" y="20"/>
                </a:lnTo>
                <a:lnTo>
                  <a:pt x="48" y="21"/>
                </a:lnTo>
                <a:lnTo>
                  <a:pt x="47" y="21"/>
                </a:lnTo>
                <a:lnTo>
                  <a:pt x="47" y="22"/>
                </a:lnTo>
                <a:lnTo>
                  <a:pt x="46" y="22"/>
                </a:lnTo>
                <a:lnTo>
                  <a:pt x="47" y="23"/>
                </a:lnTo>
                <a:lnTo>
                  <a:pt x="47" y="24"/>
                </a:lnTo>
                <a:lnTo>
                  <a:pt x="46" y="24"/>
                </a:lnTo>
                <a:lnTo>
                  <a:pt x="46" y="26"/>
                </a:lnTo>
                <a:lnTo>
                  <a:pt x="46" y="27"/>
                </a:lnTo>
                <a:lnTo>
                  <a:pt x="47" y="28"/>
                </a:lnTo>
                <a:lnTo>
                  <a:pt x="48" y="27"/>
                </a:lnTo>
                <a:lnTo>
                  <a:pt x="48" y="28"/>
                </a:lnTo>
                <a:lnTo>
                  <a:pt x="47" y="29"/>
                </a:lnTo>
                <a:lnTo>
                  <a:pt x="47" y="30"/>
                </a:lnTo>
                <a:lnTo>
                  <a:pt x="48" y="31"/>
                </a:lnTo>
                <a:lnTo>
                  <a:pt x="48" y="32"/>
                </a:lnTo>
                <a:lnTo>
                  <a:pt x="49" y="32"/>
                </a:lnTo>
                <a:lnTo>
                  <a:pt x="49" y="33"/>
                </a:lnTo>
                <a:lnTo>
                  <a:pt x="50" y="33"/>
                </a:lnTo>
                <a:lnTo>
                  <a:pt x="50" y="32"/>
                </a:lnTo>
                <a:lnTo>
                  <a:pt x="50" y="33"/>
                </a:lnTo>
                <a:lnTo>
                  <a:pt x="50" y="34"/>
                </a:lnTo>
                <a:lnTo>
                  <a:pt x="51" y="34"/>
                </a:lnTo>
                <a:lnTo>
                  <a:pt x="51" y="33"/>
                </a:lnTo>
                <a:lnTo>
                  <a:pt x="51" y="34"/>
                </a:lnTo>
                <a:lnTo>
                  <a:pt x="52" y="34"/>
                </a:lnTo>
                <a:lnTo>
                  <a:pt x="53" y="34"/>
                </a:lnTo>
                <a:lnTo>
                  <a:pt x="54" y="34"/>
                </a:lnTo>
                <a:lnTo>
                  <a:pt x="55" y="34"/>
                </a:lnTo>
                <a:lnTo>
                  <a:pt x="56" y="35"/>
                </a:lnTo>
                <a:lnTo>
                  <a:pt x="57" y="35"/>
                </a:lnTo>
                <a:lnTo>
                  <a:pt x="57" y="34"/>
                </a:lnTo>
                <a:lnTo>
                  <a:pt x="58" y="34"/>
                </a:lnTo>
                <a:lnTo>
                  <a:pt x="59" y="34"/>
                </a:lnTo>
                <a:lnTo>
                  <a:pt x="60" y="34"/>
                </a:lnTo>
                <a:lnTo>
                  <a:pt x="60" y="35"/>
                </a:lnTo>
                <a:lnTo>
                  <a:pt x="60" y="36"/>
                </a:lnTo>
                <a:lnTo>
                  <a:pt x="60" y="37"/>
                </a:lnTo>
                <a:lnTo>
                  <a:pt x="60" y="38"/>
                </a:lnTo>
                <a:lnTo>
                  <a:pt x="61" y="38"/>
                </a:lnTo>
                <a:lnTo>
                  <a:pt x="60" y="38"/>
                </a:lnTo>
                <a:lnTo>
                  <a:pt x="59" y="38"/>
                </a:lnTo>
                <a:lnTo>
                  <a:pt x="58" y="38"/>
                </a:lnTo>
                <a:lnTo>
                  <a:pt x="57" y="38"/>
                </a:lnTo>
                <a:lnTo>
                  <a:pt x="57" y="39"/>
                </a:lnTo>
                <a:lnTo>
                  <a:pt x="56" y="39"/>
                </a:lnTo>
                <a:lnTo>
                  <a:pt x="56" y="38"/>
                </a:lnTo>
                <a:lnTo>
                  <a:pt x="55" y="38"/>
                </a:lnTo>
                <a:lnTo>
                  <a:pt x="53" y="39"/>
                </a:lnTo>
                <a:lnTo>
                  <a:pt x="54" y="39"/>
                </a:lnTo>
                <a:lnTo>
                  <a:pt x="54" y="41"/>
                </a:lnTo>
                <a:lnTo>
                  <a:pt x="53" y="41"/>
                </a:lnTo>
                <a:lnTo>
                  <a:pt x="52" y="41"/>
                </a:lnTo>
                <a:lnTo>
                  <a:pt x="51" y="41"/>
                </a:lnTo>
                <a:lnTo>
                  <a:pt x="51" y="42"/>
                </a:lnTo>
                <a:lnTo>
                  <a:pt x="50" y="42"/>
                </a:lnTo>
                <a:lnTo>
                  <a:pt x="49" y="42"/>
                </a:lnTo>
                <a:lnTo>
                  <a:pt x="49" y="43"/>
                </a:lnTo>
                <a:lnTo>
                  <a:pt x="50" y="43"/>
                </a:lnTo>
                <a:lnTo>
                  <a:pt x="50" y="44"/>
                </a:lnTo>
                <a:lnTo>
                  <a:pt x="50" y="45"/>
                </a:lnTo>
                <a:lnTo>
                  <a:pt x="50" y="46"/>
                </a:lnTo>
                <a:lnTo>
                  <a:pt x="50" y="45"/>
                </a:lnTo>
                <a:lnTo>
                  <a:pt x="51" y="45"/>
                </a:lnTo>
                <a:lnTo>
                  <a:pt x="52" y="46"/>
                </a:lnTo>
                <a:lnTo>
                  <a:pt x="52" y="47"/>
                </a:lnTo>
                <a:lnTo>
                  <a:pt x="53" y="47"/>
                </a:lnTo>
                <a:lnTo>
                  <a:pt x="53" y="48"/>
                </a:lnTo>
                <a:lnTo>
                  <a:pt x="54" y="48"/>
                </a:lnTo>
                <a:lnTo>
                  <a:pt x="54" y="49"/>
                </a:lnTo>
                <a:lnTo>
                  <a:pt x="55" y="49"/>
                </a:lnTo>
                <a:lnTo>
                  <a:pt x="56" y="50"/>
                </a:lnTo>
                <a:lnTo>
                  <a:pt x="56" y="51"/>
                </a:lnTo>
                <a:lnTo>
                  <a:pt x="55" y="51"/>
                </a:lnTo>
                <a:lnTo>
                  <a:pt x="54" y="51"/>
                </a:lnTo>
                <a:lnTo>
                  <a:pt x="54" y="52"/>
                </a:lnTo>
                <a:lnTo>
                  <a:pt x="53" y="52"/>
                </a:lnTo>
                <a:lnTo>
                  <a:pt x="52" y="53"/>
                </a:lnTo>
                <a:lnTo>
                  <a:pt x="51" y="53"/>
                </a:lnTo>
                <a:lnTo>
                  <a:pt x="52" y="54"/>
                </a:lnTo>
                <a:lnTo>
                  <a:pt x="52" y="55"/>
                </a:lnTo>
                <a:lnTo>
                  <a:pt x="51" y="55"/>
                </a:lnTo>
                <a:lnTo>
                  <a:pt x="51" y="56"/>
                </a:lnTo>
                <a:lnTo>
                  <a:pt x="51" y="57"/>
                </a:lnTo>
                <a:lnTo>
                  <a:pt x="52" y="57"/>
                </a:lnTo>
                <a:lnTo>
                  <a:pt x="52" y="58"/>
                </a:lnTo>
                <a:lnTo>
                  <a:pt x="52" y="57"/>
                </a:lnTo>
                <a:lnTo>
                  <a:pt x="53" y="57"/>
                </a:lnTo>
                <a:lnTo>
                  <a:pt x="53" y="58"/>
                </a:lnTo>
                <a:lnTo>
                  <a:pt x="52" y="58"/>
                </a:lnTo>
                <a:lnTo>
                  <a:pt x="53" y="58"/>
                </a:lnTo>
                <a:lnTo>
                  <a:pt x="52" y="58"/>
                </a:lnTo>
                <a:lnTo>
                  <a:pt x="53" y="58"/>
                </a:lnTo>
                <a:lnTo>
                  <a:pt x="53" y="59"/>
                </a:lnTo>
                <a:lnTo>
                  <a:pt x="53" y="60"/>
                </a:lnTo>
                <a:lnTo>
                  <a:pt x="53" y="62"/>
                </a:lnTo>
                <a:lnTo>
                  <a:pt x="53" y="63"/>
                </a:lnTo>
                <a:lnTo>
                  <a:pt x="54" y="64"/>
                </a:lnTo>
                <a:lnTo>
                  <a:pt x="53" y="65"/>
                </a:lnTo>
                <a:lnTo>
                  <a:pt x="53" y="66"/>
                </a:lnTo>
                <a:lnTo>
                  <a:pt x="53" y="67"/>
                </a:lnTo>
                <a:lnTo>
                  <a:pt x="54" y="68"/>
                </a:lnTo>
                <a:lnTo>
                  <a:pt x="55" y="68"/>
                </a:lnTo>
                <a:lnTo>
                  <a:pt x="55" y="69"/>
                </a:lnTo>
                <a:lnTo>
                  <a:pt x="55" y="70"/>
                </a:lnTo>
                <a:lnTo>
                  <a:pt x="54" y="70"/>
                </a:lnTo>
                <a:lnTo>
                  <a:pt x="53" y="70"/>
                </a:lnTo>
                <a:lnTo>
                  <a:pt x="52" y="71"/>
                </a:lnTo>
                <a:lnTo>
                  <a:pt x="53" y="72"/>
                </a:lnTo>
                <a:lnTo>
                  <a:pt x="52" y="72"/>
                </a:lnTo>
                <a:lnTo>
                  <a:pt x="52" y="73"/>
                </a:lnTo>
                <a:lnTo>
                  <a:pt x="51" y="73"/>
                </a:lnTo>
                <a:lnTo>
                  <a:pt x="50" y="73"/>
                </a:lnTo>
                <a:lnTo>
                  <a:pt x="49" y="73"/>
                </a:lnTo>
                <a:lnTo>
                  <a:pt x="48" y="73"/>
                </a:lnTo>
                <a:lnTo>
                  <a:pt x="48" y="72"/>
                </a:lnTo>
                <a:lnTo>
                  <a:pt x="47" y="72"/>
                </a:lnTo>
                <a:lnTo>
                  <a:pt x="46" y="72"/>
                </a:lnTo>
                <a:lnTo>
                  <a:pt x="44" y="71"/>
                </a:lnTo>
                <a:lnTo>
                  <a:pt x="42" y="70"/>
                </a:lnTo>
                <a:lnTo>
                  <a:pt x="40" y="70"/>
                </a:lnTo>
                <a:lnTo>
                  <a:pt x="39" y="70"/>
                </a:lnTo>
                <a:lnTo>
                  <a:pt x="37" y="69"/>
                </a:lnTo>
                <a:lnTo>
                  <a:pt x="36" y="70"/>
                </a:lnTo>
                <a:lnTo>
                  <a:pt x="36" y="71"/>
                </a:lnTo>
                <a:lnTo>
                  <a:pt x="35" y="71"/>
                </a:lnTo>
                <a:lnTo>
                  <a:pt x="34" y="72"/>
                </a:lnTo>
                <a:lnTo>
                  <a:pt x="33" y="72"/>
                </a:lnTo>
                <a:lnTo>
                  <a:pt x="32" y="72"/>
                </a:lnTo>
                <a:lnTo>
                  <a:pt x="32" y="73"/>
                </a:lnTo>
                <a:lnTo>
                  <a:pt x="32" y="72"/>
                </a:lnTo>
                <a:lnTo>
                  <a:pt x="32" y="71"/>
                </a:lnTo>
                <a:lnTo>
                  <a:pt x="31" y="71"/>
                </a:lnTo>
                <a:lnTo>
                  <a:pt x="31" y="72"/>
                </a:lnTo>
                <a:lnTo>
                  <a:pt x="31" y="71"/>
                </a:lnTo>
                <a:lnTo>
                  <a:pt x="30" y="71"/>
                </a:lnTo>
                <a:lnTo>
                  <a:pt x="30" y="70"/>
                </a:lnTo>
                <a:lnTo>
                  <a:pt x="30" y="69"/>
                </a:lnTo>
                <a:lnTo>
                  <a:pt x="30" y="68"/>
                </a:lnTo>
                <a:lnTo>
                  <a:pt x="30" y="67"/>
                </a:lnTo>
                <a:lnTo>
                  <a:pt x="29" y="67"/>
                </a:lnTo>
                <a:lnTo>
                  <a:pt x="29" y="66"/>
                </a:lnTo>
                <a:lnTo>
                  <a:pt x="27" y="66"/>
                </a:lnTo>
                <a:lnTo>
                  <a:pt x="27" y="65"/>
                </a:lnTo>
                <a:lnTo>
                  <a:pt x="27" y="64"/>
                </a:lnTo>
                <a:lnTo>
                  <a:pt x="29" y="64"/>
                </a:lnTo>
                <a:lnTo>
                  <a:pt x="29" y="63"/>
                </a:lnTo>
                <a:lnTo>
                  <a:pt x="27" y="62"/>
                </a:lnTo>
                <a:lnTo>
                  <a:pt x="26" y="62"/>
                </a:lnTo>
                <a:lnTo>
                  <a:pt x="24" y="63"/>
                </a:lnTo>
                <a:lnTo>
                  <a:pt x="23" y="63"/>
                </a:lnTo>
                <a:lnTo>
                  <a:pt x="24" y="64"/>
                </a:lnTo>
                <a:lnTo>
                  <a:pt x="23" y="64"/>
                </a:lnTo>
                <a:lnTo>
                  <a:pt x="23" y="65"/>
                </a:lnTo>
                <a:lnTo>
                  <a:pt x="22" y="66"/>
                </a:lnTo>
                <a:lnTo>
                  <a:pt x="22" y="65"/>
                </a:lnTo>
                <a:lnTo>
                  <a:pt x="21" y="66"/>
                </a:lnTo>
                <a:lnTo>
                  <a:pt x="21" y="65"/>
                </a:lnTo>
                <a:lnTo>
                  <a:pt x="21" y="64"/>
                </a:lnTo>
                <a:lnTo>
                  <a:pt x="20" y="64"/>
                </a:lnTo>
                <a:lnTo>
                  <a:pt x="20" y="63"/>
                </a:lnTo>
                <a:lnTo>
                  <a:pt x="20" y="62"/>
                </a:lnTo>
                <a:lnTo>
                  <a:pt x="19" y="61"/>
                </a:lnTo>
                <a:lnTo>
                  <a:pt x="20" y="60"/>
                </a:lnTo>
                <a:lnTo>
                  <a:pt x="21" y="60"/>
                </a:lnTo>
                <a:lnTo>
                  <a:pt x="21" y="59"/>
                </a:lnTo>
                <a:lnTo>
                  <a:pt x="22" y="59"/>
                </a:lnTo>
                <a:lnTo>
                  <a:pt x="23" y="59"/>
                </a:lnTo>
                <a:lnTo>
                  <a:pt x="23" y="58"/>
                </a:lnTo>
                <a:lnTo>
                  <a:pt x="22" y="58"/>
                </a:lnTo>
                <a:lnTo>
                  <a:pt x="22" y="57"/>
                </a:lnTo>
                <a:lnTo>
                  <a:pt x="22" y="56"/>
                </a:lnTo>
                <a:lnTo>
                  <a:pt x="21" y="55"/>
                </a:lnTo>
                <a:lnTo>
                  <a:pt x="20" y="55"/>
                </a:lnTo>
                <a:lnTo>
                  <a:pt x="21" y="54"/>
                </a:lnTo>
                <a:lnTo>
                  <a:pt x="22" y="53"/>
                </a:lnTo>
                <a:lnTo>
                  <a:pt x="22" y="52"/>
                </a:lnTo>
                <a:lnTo>
                  <a:pt x="22" y="51"/>
                </a:lnTo>
                <a:lnTo>
                  <a:pt x="23" y="51"/>
                </a:lnTo>
                <a:lnTo>
                  <a:pt x="24" y="51"/>
                </a:lnTo>
                <a:lnTo>
                  <a:pt x="25" y="51"/>
                </a:lnTo>
                <a:lnTo>
                  <a:pt x="25" y="52"/>
                </a:lnTo>
                <a:lnTo>
                  <a:pt x="25" y="51"/>
                </a:lnTo>
                <a:lnTo>
                  <a:pt x="25" y="50"/>
                </a:lnTo>
                <a:lnTo>
                  <a:pt x="24" y="49"/>
                </a:lnTo>
                <a:lnTo>
                  <a:pt x="24" y="48"/>
                </a:lnTo>
                <a:lnTo>
                  <a:pt x="24" y="47"/>
                </a:lnTo>
                <a:lnTo>
                  <a:pt x="23" y="47"/>
                </a:lnTo>
                <a:lnTo>
                  <a:pt x="23" y="46"/>
                </a:lnTo>
                <a:lnTo>
                  <a:pt x="23" y="45"/>
                </a:lnTo>
                <a:lnTo>
                  <a:pt x="22" y="44"/>
                </a:lnTo>
                <a:lnTo>
                  <a:pt x="22" y="43"/>
                </a:lnTo>
                <a:lnTo>
                  <a:pt x="21" y="42"/>
                </a:lnTo>
                <a:lnTo>
                  <a:pt x="21" y="41"/>
                </a:lnTo>
                <a:lnTo>
                  <a:pt x="20" y="41"/>
                </a:lnTo>
                <a:lnTo>
                  <a:pt x="19" y="41"/>
                </a:lnTo>
                <a:lnTo>
                  <a:pt x="19" y="42"/>
                </a:lnTo>
                <a:lnTo>
                  <a:pt x="19" y="43"/>
                </a:lnTo>
                <a:lnTo>
                  <a:pt x="20" y="43"/>
                </a:lnTo>
                <a:lnTo>
                  <a:pt x="20" y="44"/>
                </a:lnTo>
                <a:lnTo>
                  <a:pt x="19" y="44"/>
                </a:lnTo>
                <a:lnTo>
                  <a:pt x="18" y="43"/>
                </a:lnTo>
                <a:lnTo>
                  <a:pt x="17" y="42"/>
                </a:lnTo>
                <a:lnTo>
                  <a:pt x="15" y="42"/>
                </a:lnTo>
                <a:lnTo>
                  <a:pt x="14" y="42"/>
                </a:lnTo>
                <a:lnTo>
                  <a:pt x="13" y="41"/>
                </a:lnTo>
                <a:lnTo>
                  <a:pt x="12" y="39"/>
                </a:lnTo>
                <a:lnTo>
                  <a:pt x="11" y="39"/>
                </a:lnTo>
                <a:lnTo>
                  <a:pt x="11" y="38"/>
                </a:lnTo>
                <a:lnTo>
                  <a:pt x="10" y="37"/>
                </a:lnTo>
                <a:lnTo>
                  <a:pt x="9" y="37"/>
                </a:lnTo>
                <a:lnTo>
                  <a:pt x="8" y="37"/>
                </a:lnTo>
                <a:lnTo>
                  <a:pt x="8" y="35"/>
                </a:lnTo>
                <a:lnTo>
                  <a:pt x="8" y="36"/>
                </a:lnTo>
                <a:lnTo>
                  <a:pt x="7" y="36"/>
                </a:lnTo>
                <a:lnTo>
                  <a:pt x="7" y="37"/>
                </a:lnTo>
                <a:lnTo>
                  <a:pt x="5" y="36"/>
                </a:lnTo>
                <a:lnTo>
                  <a:pt x="5" y="35"/>
                </a:lnTo>
                <a:lnTo>
                  <a:pt x="5" y="34"/>
                </a:lnTo>
                <a:lnTo>
                  <a:pt x="5" y="33"/>
                </a:lnTo>
                <a:lnTo>
                  <a:pt x="4" y="33"/>
                </a:lnTo>
                <a:lnTo>
                  <a:pt x="4" y="32"/>
                </a:lnTo>
                <a:lnTo>
                  <a:pt x="4" y="31"/>
                </a:lnTo>
                <a:lnTo>
                  <a:pt x="4" y="30"/>
                </a:lnTo>
                <a:lnTo>
                  <a:pt x="4" y="29"/>
                </a:lnTo>
                <a:lnTo>
                  <a:pt x="4" y="28"/>
                </a:lnTo>
                <a:lnTo>
                  <a:pt x="4" y="27"/>
                </a:lnTo>
                <a:lnTo>
                  <a:pt x="3" y="26"/>
                </a:lnTo>
                <a:lnTo>
                  <a:pt x="2" y="26"/>
                </a:lnTo>
                <a:lnTo>
                  <a:pt x="1" y="26"/>
                </a:lnTo>
                <a:lnTo>
                  <a:pt x="1" y="25"/>
                </a:lnTo>
                <a:lnTo>
                  <a:pt x="0" y="25"/>
                </a:lnTo>
                <a:lnTo>
                  <a:pt x="0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2" y="21"/>
                </a:lnTo>
                <a:lnTo>
                  <a:pt x="2" y="20"/>
                </a:lnTo>
                <a:lnTo>
                  <a:pt x="2" y="19"/>
                </a:lnTo>
                <a:lnTo>
                  <a:pt x="2" y="18"/>
                </a:lnTo>
                <a:lnTo>
                  <a:pt x="1" y="17"/>
                </a:lnTo>
                <a:lnTo>
                  <a:pt x="1" y="15"/>
                </a:lnTo>
                <a:lnTo>
                  <a:pt x="2" y="14"/>
                </a:lnTo>
                <a:lnTo>
                  <a:pt x="3" y="14"/>
                </a:lnTo>
                <a:lnTo>
                  <a:pt x="4" y="14"/>
                </a:lnTo>
                <a:lnTo>
                  <a:pt x="6" y="14"/>
                </a:lnTo>
                <a:lnTo>
                  <a:pt x="7" y="13"/>
                </a:lnTo>
                <a:lnTo>
                  <a:pt x="6" y="13"/>
                </a:lnTo>
                <a:lnTo>
                  <a:pt x="6" y="12"/>
                </a:lnTo>
                <a:lnTo>
                  <a:pt x="7" y="12"/>
                </a:lnTo>
                <a:lnTo>
                  <a:pt x="7" y="10"/>
                </a:lnTo>
                <a:lnTo>
                  <a:pt x="8" y="10"/>
                </a:lnTo>
                <a:lnTo>
                  <a:pt x="9" y="10"/>
                </a:lnTo>
                <a:lnTo>
                  <a:pt x="10" y="10"/>
                </a:lnTo>
                <a:lnTo>
                  <a:pt x="11" y="10"/>
                </a:lnTo>
                <a:lnTo>
                  <a:pt x="11" y="11"/>
                </a:lnTo>
                <a:lnTo>
                  <a:pt x="12" y="11"/>
                </a:lnTo>
                <a:lnTo>
                  <a:pt x="13" y="11"/>
                </a:lnTo>
                <a:lnTo>
                  <a:pt x="14" y="10"/>
                </a:lnTo>
                <a:lnTo>
                  <a:pt x="15" y="10"/>
                </a:lnTo>
                <a:lnTo>
                  <a:pt x="16" y="10"/>
                </a:lnTo>
                <a:lnTo>
                  <a:pt x="16" y="9"/>
                </a:lnTo>
                <a:lnTo>
                  <a:pt x="17" y="9"/>
                </a:lnTo>
                <a:lnTo>
                  <a:pt x="17" y="10"/>
                </a:lnTo>
                <a:lnTo>
                  <a:pt x="18" y="9"/>
                </a:lnTo>
                <a:lnTo>
                  <a:pt x="19" y="9"/>
                </a:lnTo>
                <a:lnTo>
                  <a:pt x="20" y="10"/>
                </a:lnTo>
                <a:lnTo>
                  <a:pt x="21" y="10"/>
                </a:lnTo>
                <a:lnTo>
                  <a:pt x="21" y="9"/>
                </a:lnTo>
                <a:lnTo>
                  <a:pt x="22" y="9"/>
                </a:lnTo>
                <a:lnTo>
                  <a:pt x="23" y="9"/>
                </a:lnTo>
                <a:lnTo>
                  <a:pt x="24" y="10"/>
                </a:lnTo>
                <a:lnTo>
                  <a:pt x="25" y="10"/>
                </a:lnTo>
                <a:lnTo>
                  <a:pt x="26" y="10"/>
                </a:lnTo>
                <a:lnTo>
                  <a:pt x="26" y="11"/>
                </a:lnTo>
                <a:lnTo>
                  <a:pt x="27" y="11"/>
                </a:lnTo>
                <a:lnTo>
                  <a:pt x="30" y="11"/>
                </a:lnTo>
                <a:lnTo>
                  <a:pt x="31" y="11"/>
                </a:lnTo>
                <a:lnTo>
                  <a:pt x="31" y="10"/>
                </a:lnTo>
                <a:lnTo>
                  <a:pt x="32" y="8"/>
                </a:lnTo>
                <a:lnTo>
                  <a:pt x="33" y="7"/>
                </a:lnTo>
                <a:lnTo>
                  <a:pt x="34" y="6"/>
                </a:lnTo>
                <a:lnTo>
                  <a:pt x="35" y="5"/>
                </a:lnTo>
                <a:lnTo>
                  <a:pt x="36" y="4"/>
                </a:lnTo>
                <a:lnTo>
                  <a:pt x="37" y="4"/>
                </a:lnTo>
                <a:lnTo>
                  <a:pt x="37" y="3"/>
                </a:lnTo>
                <a:lnTo>
                  <a:pt x="38" y="3"/>
                </a:lnTo>
                <a:lnTo>
                  <a:pt x="41" y="3"/>
                </a:lnTo>
                <a:lnTo>
                  <a:pt x="41" y="4"/>
                </a:lnTo>
                <a:lnTo>
                  <a:pt x="42" y="4"/>
                </a:lnTo>
                <a:lnTo>
                  <a:pt x="43" y="4"/>
                </a:lnTo>
                <a:lnTo>
                  <a:pt x="44" y="4"/>
                </a:lnTo>
                <a:lnTo>
                  <a:pt x="45" y="3"/>
                </a:lnTo>
                <a:lnTo>
                  <a:pt x="45" y="2"/>
                </a:lnTo>
                <a:lnTo>
                  <a:pt x="47" y="3"/>
                </a:lnTo>
                <a:lnTo>
                  <a:pt x="48" y="3"/>
                </a:lnTo>
                <a:lnTo>
                  <a:pt x="48" y="2"/>
                </a:lnTo>
                <a:lnTo>
                  <a:pt x="48" y="1"/>
                </a:lnTo>
                <a:lnTo>
                  <a:pt x="47" y="1"/>
                </a:lnTo>
                <a:lnTo>
                  <a:pt x="48" y="1"/>
                </a:lnTo>
                <a:lnTo>
                  <a:pt x="48" y="0"/>
                </a:lnTo>
                <a:lnTo>
                  <a:pt x="48" y="1"/>
                </a:lnTo>
                <a:lnTo>
                  <a:pt x="49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2254680" y="4445280"/>
            <a:ext cx="251280" cy="373680"/>
          </a:xfrm>
          <a:custGeom>
            <a:avLst/>
            <a:gdLst/>
            <a:ahLst/>
            <a:rect l="0" t="0" r="r" b="b"/>
            <a:pathLst>
              <a:path w="698" h="1038">
                <a:moveTo>
                  <a:pt x="415" y="0"/>
                </a:moveTo>
                <a:lnTo>
                  <a:pt x="415" y="2"/>
                </a:lnTo>
                <a:lnTo>
                  <a:pt x="415" y="3"/>
                </a:lnTo>
                <a:lnTo>
                  <a:pt x="414" y="4"/>
                </a:lnTo>
                <a:lnTo>
                  <a:pt x="416" y="6"/>
                </a:lnTo>
                <a:lnTo>
                  <a:pt x="417" y="6"/>
                </a:lnTo>
                <a:lnTo>
                  <a:pt x="418" y="7"/>
                </a:lnTo>
                <a:lnTo>
                  <a:pt x="419" y="7"/>
                </a:lnTo>
                <a:lnTo>
                  <a:pt x="420" y="9"/>
                </a:lnTo>
                <a:lnTo>
                  <a:pt x="421" y="10"/>
                </a:lnTo>
                <a:lnTo>
                  <a:pt x="422" y="10"/>
                </a:lnTo>
                <a:lnTo>
                  <a:pt x="424" y="14"/>
                </a:lnTo>
                <a:lnTo>
                  <a:pt x="425" y="16"/>
                </a:lnTo>
                <a:lnTo>
                  <a:pt x="425" y="17"/>
                </a:lnTo>
                <a:lnTo>
                  <a:pt x="426" y="17"/>
                </a:lnTo>
                <a:lnTo>
                  <a:pt x="427" y="17"/>
                </a:lnTo>
                <a:lnTo>
                  <a:pt x="427" y="18"/>
                </a:lnTo>
                <a:lnTo>
                  <a:pt x="428" y="18"/>
                </a:lnTo>
                <a:lnTo>
                  <a:pt x="429" y="19"/>
                </a:lnTo>
                <a:lnTo>
                  <a:pt x="430" y="19"/>
                </a:lnTo>
                <a:lnTo>
                  <a:pt x="431" y="19"/>
                </a:lnTo>
                <a:lnTo>
                  <a:pt x="431" y="20"/>
                </a:lnTo>
                <a:lnTo>
                  <a:pt x="433" y="21"/>
                </a:lnTo>
                <a:lnTo>
                  <a:pt x="433" y="22"/>
                </a:lnTo>
                <a:lnTo>
                  <a:pt x="433" y="23"/>
                </a:lnTo>
                <a:lnTo>
                  <a:pt x="436" y="25"/>
                </a:lnTo>
                <a:lnTo>
                  <a:pt x="438" y="25"/>
                </a:lnTo>
                <a:lnTo>
                  <a:pt x="438" y="26"/>
                </a:lnTo>
                <a:lnTo>
                  <a:pt x="438" y="27"/>
                </a:lnTo>
                <a:lnTo>
                  <a:pt x="439" y="27"/>
                </a:lnTo>
                <a:lnTo>
                  <a:pt x="440" y="27"/>
                </a:lnTo>
                <a:lnTo>
                  <a:pt x="441" y="27"/>
                </a:lnTo>
                <a:lnTo>
                  <a:pt x="441" y="28"/>
                </a:lnTo>
                <a:lnTo>
                  <a:pt x="442" y="28"/>
                </a:lnTo>
                <a:lnTo>
                  <a:pt x="443" y="29"/>
                </a:lnTo>
                <a:lnTo>
                  <a:pt x="443" y="30"/>
                </a:lnTo>
                <a:lnTo>
                  <a:pt x="443" y="31"/>
                </a:lnTo>
                <a:lnTo>
                  <a:pt x="444" y="31"/>
                </a:lnTo>
                <a:lnTo>
                  <a:pt x="444" y="32"/>
                </a:lnTo>
                <a:lnTo>
                  <a:pt x="444" y="33"/>
                </a:lnTo>
                <a:lnTo>
                  <a:pt x="444" y="34"/>
                </a:lnTo>
                <a:lnTo>
                  <a:pt x="443" y="34"/>
                </a:lnTo>
                <a:lnTo>
                  <a:pt x="443" y="37"/>
                </a:lnTo>
                <a:lnTo>
                  <a:pt x="443" y="38"/>
                </a:lnTo>
                <a:lnTo>
                  <a:pt x="443" y="40"/>
                </a:lnTo>
                <a:lnTo>
                  <a:pt x="444" y="40"/>
                </a:lnTo>
                <a:lnTo>
                  <a:pt x="445" y="41"/>
                </a:lnTo>
                <a:lnTo>
                  <a:pt x="445" y="42"/>
                </a:lnTo>
                <a:lnTo>
                  <a:pt x="446" y="42"/>
                </a:lnTo>
                <a:lnTo>
                  <a:pt x="447" y="42"/>
                </a:lnTo>
                <a:lnTo>
                  <a:pt x="449" y="43"/>
                </a:lnTo>
                <a:lnTo>
                  <a:pt x="449" y="45"/>
                </a:lnTo>
                <a:lnTo>
                  <a:pt x="449" y="47"/>
                </a:lnTo>
                <a:lnTo>
                  <a:pt x="448" y="48"/>
                </a:lnTo>
                <a:lnTo>
                  <a:pt x="447" y="49"/>
                </a:lnTo>
                <a:lnTo>
                  <a:pt x="446" y="49"/>
                </a:lnTo>
                <a:lnTo>
                  <a:pt x="445" y="49"/>
                </a:lnTo>
                <a:lnTo>
                  <a:pt x="445" y="51"/>
                </a:lnTo>
                <a:lnTo>
                  <a:pt x="444" y="51"/>
                </a:lnTo>
                <a:lnTo>
                  <a:pt x="443" y="51"/>
                </a:lnTo>
                <a:lnTo>
                  <a:pt x="442" y="51"/>
                </a:lnTo>
                <a:lnTo>
                  <a:pt x="442" y="52"/>
                </a:lnTo>
                <a:lnTo>
                  <a:pt x="440" y="54"/>
                </a:lnTo>
                <a:lnTo>
                  <a:pt x="441" y="55"/>
                </a:lnTo>
                <a:lnTo>
                  <a:pt x="442" y="55"/>
                </a:lnTo>
                <a:lnTo>
                  <a:pt x="444" y="56"/>
                </a:lnTo>
                <a:lnTo>
                  <a:pt x="445" y="57"/>
                </a:lnTo>
                <a:lnTo>
                  <a:pt x="446" y="58"/>
                </a:lnTo>
                <a:lnTo>
                  <a:pt x="447" y="58"/>
                </a:lnTo>
                <a:lnTo>
                  <a:pt x="448" y="58"/>
                </a:lnTo>
                <a:lnTo>
                  <a:pt x="449" y="59"/>
                </a:lnTo>
                <a:lnTo>
                  <a:pt x="449" y="60"/>
                </a:lnTo>
                <a:lnTo>
                  <a:pt x="450" y="60"/>
                </a:lnTo>
                <a:lnTo>
                  <a:pt x="451" y="60"/>
                </a:lnTo>
                <a:lnTo>
                  <a:pt x="452" y="60"/>
                </a:lnTo>
                <a:lnTo>
                  <a:pt x="453" y="61"/>
                </a:lnTo>
                <a:lnTo>
                  <a:pt x="455" y="62"/>
                </a:lnTo>
                <a:lnTo>
                  <a:pt x="456" y="62"/>
                </a:lnTo>
                <a:lnTo>
                  <a:pt x="458" y="63"/>
                </a:lnTo>
                <a:lnTo>
                  <a:pt x="457" y="65"/>
                </a:lnTo>
                <a:lnTo>
                  <a:pt x="457" y="67"/>
                </a:lnTo>
                <a:lnTo>
                  <a:pt x="456" y="68"/>
                </a:lnTo>
                <a:lnTo>
                  <a:pt x="456" y="69"/>
                </a:lnTo>
                <a:lnTo>
                  <a:pt x="457" y="69"/>
                </a:lnTo>
                <a:lnTo>
                  <a:pt x="457" y="70"/>
                </a:lnTo>
                <a:lnTo>
                  <a:pt x="457" y="71"/>
                </a:lnTo>
                <a:lnTo>
                  <a:pt x="457" y="72"/>
                </a:lnTo>
                <a:lnTo>
                  <a:pt x="456" y="72"/>
                </a:lnTo>
                <a:lnTo>
                  <a:pt x="457" y="72"/>
                </a:lnTo>
                <a:lnTo>
                  <a:pt x="458" y="73"/>
                </a:lnTo>
                <a:lnTo>
                  <a:pt x="459" y="74"/>
                </a:lnTo>
                <a:lnTo>
                  <a:pt x="460" y="74"/>
                </a:lnTo>
                <a:lnTo>
                  <a:pt x="461" y="74"/>
                </a:lnTo>
                <a:lnTo>
                  <a:pt x="462" y="74"/>
                </a:lnTo>
                <a:lnTo>
                  <a:pt x="463" y="74"/>
                </a:lnTo>
                <a:lnTo>
                  <a:pt x="463" y="75"/>
                </a:lnTo>
                <a:lnTo>
                  <a:pt x="464" y="75"/>
                </a:lnTo>
                <a:lnTo>
                  <a:pt x="464" y="74"/>
                </a:lnTo>
                <a:lnTo>
                  <a:pt x="464" y="75"/>
                </a:lnTo>
                <a:lnTo>
                  <a:pt x="465" y="76"/>
                </a:lnTo>
                <a:lnTo>
                  <a:pt x="464" y="76"/>
                </a:lnTo>
                <a:lnTo>
                  <a:pt x="464" y="78"/>
                </a:lnTo>
                <a:lnTo>
                  <a:pt x="465" y="78"/>
                </a:lnTo>
                <a:lnTo>
                  <a:pt x="465" y="79"/>
                </a:lnTo>
                <a:lnTo>
                  <a:pt x="464" y="79"/>
                </a:lnTo>
                <a:lnTo>
                  <a:pt x="463" y="79"/>
                </a:lnTo>
                <a:lnTo>
                  <a:pt x="463" y="78"/>
                </a:lnTo>
                <a:lnTo>
                  <a:pt x="462" y="78"/>
                </a:lnTo>
                <a:lnTo>
                  <a:pt x="463" y="79"/>
                </a:lnTo>
                <a:lnTo>
                  <a:pt x="463" y="80"/>
                </a:lnTo>
                <a:lnTo>
                  <a:pt x="464" y="80"/>
                </a:lnTo>
                <a:lnTo>
                  <a:pt x="463" y="81"/>
                </a:lnTo>
                <a:lnTo>
                  <a:pt x="462" y="82"/>
                </a:lnTo>
                <a:lnTo>
                  <a:pt x="461" y="82"/>
                </a:lnTo>
                <a:lnTo>
                  <a:pt x="460" y="82"/>
                </a:lnTo>
                <a:lnTo>
                  <a:pt x="460" y="83"/>
                </a:lnTo>
                <a:lnTo>
                  <a:pt x="461" y="83"/>
                </a:lnTo>
                <a:lnTo>
                  <a:pt x="463" y="83"/>
                </a:lnTo>
                <a:lnTo>
                  <a:pt x="465" y="83"/>
                </a:lnTo>
                <a:lnTo>
                  <a:pt x="466" y="84"/>
                </a:lnTo>
                <a:lnTo>
                  <a:pt x="469" y="83"/>
                </a:lnTo>
                <a:lnTo>
                  <a:pt x="469" y="82"/>
                </a:lnTo>
                <a:lnTo>
                  <a:pt x="471" y="81"/>
                </a:lnTo>
                <a:lnTo>
                  <a:pt x="471" y="80"/>
                </a:lnTo>
                <a:lnTo>
                  <a:pt x="472" y="80"/>
                </a:lnTo>
                <a:lnTo>
                  <a:pt x="472" y="79"/>
                </a:lnTo>
                <a:lnTo>
                  <a:pt x="472" y="78"/>
                </a:lnTo>
                <a:lnTo>
                  <a:pt x="472" y="77"/>
                </a:lnTo>
                <a:lnTo>
                  <a:pt x="471" y="77"/>
                </a:lnTo>
                <a:lnTo>
                  <a:pt x="471" y="76"/>
                </a:lnTo>
                <a:lnTo>
                  <a:pt x="471" y="75"/>
                </a:lnTo>
                <a:lnTo>
                  <a:pt x="471" y="74"/>
                </a:lnTo>
                <a:lnTo>
                  <a:pt x="472" y="73"/>
                </a:lnTo>
                <a:lnTo>
                  <a:pt x="473" y="73"/>
                </a:lnTo>
                <a:lnTo>
                  <a:pt x="474" y="73"/>
                </a:lnTo>
                <a:lnTo>
                  <a:pt x="475" y="73"/>
                </a:lnTo>
                <a:lnTo>
                  <a:pt x="476" y="73"/>
                </a:lnTo>
                <a:lnTo>
                  <a:pt x="477" y="74"/>
                </a:lnTo>
                <a:lnTo>
                  <a:pt x="477" y="75"/>
                </a:lnTo>
                <a:lnTo>
                  <a:pt x="478" y="76"/>
                </a:lnTo>
                <a:lnTo>
                  <a:pt x="479" y="77"/>
                </a:lnTo>
                <a:lnTo>
                  <a:pt x="480" y="77"/>
                </a:lnTo>
                <a:lnTo>
                  <a:pt x="480" y="78"/>
                </a:lnTo>
                <a:lnTo>
                  <a:pt x="480" y="79"/>
                </a:lnTo>
                <a:lnTo>
                  <a:pt x="479" y="80"/>
                </a:lnTo>
                <a:lnTo>
                  <a:pt x="479" y="82"/>
                </a:lnTo>
                <a:lnTo>
                  <a:pt x="478" y="82"/>
                </a:lnTo>
                <a:lnTo>
                  <a:pt x="477" y="83"/>
                </a:lnTo>
                <a:lnTo>
                  <a:pt x="476" y="83"/>
                </a:lnTo>
                <a:lnTo>
                  <a:pt x="475" y="84"/>
                </a:lnTo>
                <a:lnTo>
                  <a:pt x="474" y="84"/>
                </a:lnTo>
                <a:lnTo>
                  <a:pt x="475" y="85"/>
                </a:lnTo>
                <a:lnTo>
                  <a:pt x="475" y="86"/>
                </a:lnTo>
                <a:lnTo>
                  <a:pt x="475" y="85"/>
                </a:lnTo>
                <a:lnTo>
                  <a:pt x="476" y="85"/>
                </a:lnTo>
                <a:lnTo>
                  <a:pt x="477" y="85"/>
                </a:lnTo>
                <a:lnTo>
                  <a:pt x="480" y="85"/>
                </a:lnTo>
                <a:lnTo>
                  <a:pt x="481" y="85"/>
                </a:lnTo>
                <a:lnTo>
                  <a:pt x="481" y="86"/>
                </a:lnTo>
                <a:lnTo>
                  <a:pt x="482" y="87"/>
                </a:lnTo>
                <a:lnTo>
                  <a:pt x="483" y="87"/>
                </a:lnTo>
                <a:lnTo>
                  <a:pt x="483" y="88"/>
                </a:lnTo>
                <a:lnTo>
                  <a:pt x="483" y="89"/>
                </a:lnTo>
                <a:lnTo>
                  <a:pt x="483" y="90"/>
                </a:lnTo>
                <a:lnTo>
                  <a:pt x="483" y="91"/>
                </a:lnTo>
                <a:lnTo>
                  <a:pt x="483" y="92"/>
                </a:lnTo>
                <a:lnTo>
                  <a:pt x="483" y="93"/>
                </a:lnTo>
                <a:lnTo>
                  <a:pt x="483" y="94"/>
                </a:lnTo>
                <a:lnTo>
                  <a:pt x="483" y="95"/>
                </a:lnTo>
                <a:lnTo>
                  <a:pt x="481" y="96"/>
                </a:lnTo>
                <a:lnTo>
                  <a:pt x="480" y="97"/>
                </a:lnTo>
                <a:lnTo>
                  <a:pt x="479" y="97"/>
                </a:lnTo>
                <a:lnTo>
                  <a:pt x="479" y="98"/>
                </a:lnTo>
                <a:lnTo>
                  <a:pt x="480" y="98"/>
                </a:lnTo>
                <a:lnTo>
                  <a:pt x="480" y="99"/>
                </a:lnTo>
                <a:lnTo>
                  <a:pt x="481" y="99"/>
                </a:lnTo>
                <a:lnTo>
                  <a:pt x="482" y="100"/>
                </a:lnTo>
                <a:lnTo>
                  <a:pt x="483" y="101"/>
                </a:lnTo>
                <a:lnTo>
                  <a:pt x="484" y="101"/>
                </a:lnTo>
                <a:lnTo>
                  <a:pt x="484" y="102"/>
                </a:lnTo>
                <a:lnTo>
                  <a:pt x="486" y="103"/>
                </a:lnTo>
                <a:lnTo>
                  <a:pt x="487" y="104"/>
                </a:lnTo>
                <a:lnTo>
                  <a:pt x="488" y="104"/>
                </a:lnTo>
                <a:lnTo>
                  <a:pt x="488" y="105"/>
                </a:lnTo>
                <a:lnTo>
                  <a:pt x="488" y="106"/>
                </a:lnTo>
                <a:lnTo>
                  <a:pt x="488" y="107"/>
                </a:lnTo>
                <a:lnTo>
                  <a:pt x="489" y="107"/>
                </a:lnTo>
                <a:lnTo>
                  <a:pt x="489" y="108"/>
                </a:lnTo>
                <a:lnTo>
                  <a:pt x="490" y="109"/>
                </a:lnTo>
                <a:lnTo>
                  <a:pt x="489" y="109"/>
                </a:lnTo>
                <a:lnTo>
                  <a:pt x="488" y="110"/>
                </a:lnTo>
                <a:lnTo>
                  <a:pt x="488" y="111"/>
                </a:lnTo>
                <a:lnTo>
                  <a:pt x="487" y="112"/>
                </a:lnTo>
                <a:lnTo>
                  <a:pt x="487" y="114"/>
                </a:lnTo>
                <a:lnTo>
                  <a:pt x="487" y="115"/>
                </a:lnTo>
                <a:lnTo>
                  <a:pt x="487" y="117"/>
                </a:lnTo>
                <a:lnTo>
                  <a:pt x="487" y="118"/>
                </a:lnTo>
                <a:lnTo>
                  <a:pt x="487" y="119"/>
                </a:lnTo>
                <a:lnTo>
                  <a:pt x="486" y="120"/>
                </a:lnTo>
                <a:lnTo>
                  <a:pt x="485" y="120"/>
                </a:lnTo>
                <a:lnTo>
                  <a:pt x="485" y="121"/>
                </a:lnTo>
                <a:lnTo>
                  <a:pt x="484" y="122"/>
                </a:lnTo>
                <a:lnTo>
                  <a:pt x="482" y="122"/>
                </a:lnTo>
                <a:lnTo>
                  <a:pt x="481" y="121"/>
                </a:lnTo>
                <a:lnTo>
                  <a:pt x="480" y="120"/>
                </a:lnTo>
                <a:lnTo>
                  <a:pt x="480" y="119"/>
                </a:lnTo>
                <a:lnTo>
                  <a:pt x="480" y="118"/>
                </a:lnTo>
                <a:lnTo>
                  <a:pt x="480" y="117"/>
                </a:lnTo>
                <a:lnTo>
                  <a:pt x="478" y="115"/>
                </a:lnTo>
                <a:lnTo>
                  <a:pt x="477" y="115"/>
                </a:lnTo>
                <a:lnTo>
                  <a:pt x="476" y="115"/>
                </a:lnTo>
                <a:lnTo>
                  <a:pt x="476" y="116"/>
                </a:lnTo>
                <a:lnTo>
                  <a:pt x="475" y="116"/>
                </a:lnTo>
                <a:lnTo>
                  <a:pt x="474" y="116"/>
                </a:lnTo>
                <a:lnTo>
                  <a:pt x="473" y="116"/>
                </a:lnTo>
                <a:lnTo>
                  <a:pt x="473" y="115"/>
                </a:lnTo>
                <a:lnTo>
                  <a:pt x="472" y="115"/>
                </a:lnTo>
                <a:lnTo>
                  <a:pt x="472" y="116"/>
                </a:lnTo>
                <a:lnTo>
                  <a:pt x="471" y="117"/>
                </a:lnTo>
                <a:lnTo>
                  <a:pt x="470" y="118"/>
                </a:lnTo>
                <a:lnTo>
                  <a:pt x="469" y="118"/>
                </a:lnTo>
                <a:lnTo>
                  <a:pt x="469" y="119"/>
                </a:lnTo>
                <a:lnTo>
                  <a:pt x="469" y="120"/>
                </a:lnTo>
                <a:lnTo>
                  <a:pt x="469" y="121"/>
                </a:lnTo>
                <a:lnTo>
                  <a:pt x="469" y="122"/>
                </a:lnTo>
                <a:lnTo>
                  <a:pt x="468" y="124"/>
                </a:lnTo>
                <a:lnTo>
                  <a:pt x="469" y="124"/>
                </a:lnTo>
                <a:lnTo>
                  <a:pt x="469" y="127"/>
                </a:lnTo>
                <a:lnTo>
                  <a:pt x="469" y="129"/>
                </a:lnTo>
                <a:lnTo>
                  <a:pt x="470" y="130"/>
                </a:lnTo>
                <a:lnTo>
                  <a:pt x="471" y="130"/>
                </a:lnTo>
                <a:lnTo>
                  <a:pt x="471" y="131"/>
                </a:lnTo>
                <a:lnTo>
                  <a:pt x="472" y="132"/>
                </a:lnTo>
                <a:lnTo>
                  <a:pt x="472" y="133"/>
                </a:lnTo>
                <a:lnTo>
                  <a:pt x="473" y="133"/>
                </a:lnTo>
                <a:lnTo>
                  <a:pt x="473" y="134"/>
                </a:lnTo>
                <a:lnTo>
                  <a:pt x="473" y="135"/>
                </a:lnTo>
                <a:lnTo>
                  <a:pt x="473" y="136"/>
                </a:lnTo>
                <a:lnTo>
                  <a:pt x="473" y="137"/>
                </a:lnTo>
                <a:lnTo>
                  <a:pt x="473" y="136"/>
                </a:lnTo>
                <a:lnTo>
                  <a:pt x="474" y="137"/>
                </a:lnTo>
                <a:lnTo>
                  <a:pt x="475" y="137"/>
                </a:lnTo>
                <a:lnTo>
                  <a:pt x="475" y="138"/>
                </a:lnTo>
                <a:lnTo>
                  <a:pt x="476" y="138"/>
                </a:lnTo>
                <a:lnTo>
                  <a:pt x="477" y="138"/>
                </a:lnTo>
                <a:lnTo>
                  <a:pt x="477" y="139"/>
                </a:lnTo>
                <a:lnTo>
                  <a:pt x="478" y="140"/>
                </a:lnTo>
                <a:lnTo>
                  <a:pt x="478" y="141"/>
                </a:lnTo>
                <a:lnTo>
                  <a:pt x="479" y="141"/>
                </a:lnTo>
                <a:lnTo>
                  <a:pt x="480" y="141"/>
                </a:lnTo>
                <a:lnTo>
                  <a:pt x="480" y="142"/>
                </a:lnTo>
                <a:lnTo>
                  <a:pt x="480" y="143"/>
                </a:lnTo>
                <a:lnTo>
                  <a:pt x="480" y="144"/>
                </a:lnTo>
                <a:lnTo>
                  <a:pt x="480" y="146"/>
                </a:lnTo>
                <a:lnTo>
                  <a:pt x="481" y="147"/>
                </a:lnTo>
                <a:lnTo>
                  <a:pt x="481" y="149"/>
                </a:lnTo>
                <a:lnTo>
                  <a:pt x="482" y="149"/>
                </a:lnTo>
                <a:lnTo>
                  <a:pt x="482" y="150"/>
                </a:lnTo>
                <a:lnTo>
                  <a:pt x="483" y="150"/>
                </a:lnTo>
                <a:lnTo>
                  <a:pt x="483" y="151"/>
                </a:lnTo>
                <a:lnTo>
                  <a:pt x="485" y="151"/>
                </a:lnTo>
                <a:lnTo>
                  <a:pt x="485" y="150"/>
                </a:lnTo>
                <a:lnTo>
                  <a:pt x="486" y="150"/>
                </a:lnTo>
                <a:lnTo>
                  <a:pt x="486" y="151"/>
                </a:lnTo>
                <a:lnTo>
                  <a:pt x="487" y="151"/>
                </a:lnTo>
                <a:lnTo>
                  <a:pt x="489" y="151"/>
                </a:lnTo>
                <a:lnTo>
                  <a:pt x="489" y="152"/>
                </a:lnTo>
                <a:lnTo>
                  <a:pt x="489" y="153"/>
                </a:lnTo>
                <a:lnTo>
                  <a:pt x="490" y="152"/>
                </a:lnTo>
                <a:lnTo>
                  <a:pt x="491" y="151"/>
                </a:lnTo>
                <a:lnTo>
                  <a:pt x="492" y="151"/>
                </a:lnTo>
                <a:lnTo>
                  <a:pt x="492" y="152"/>
                </a:lnTo>
                <a:lnTo>
                  <a:pt x="493" y="152"/>
                </a:lnTo>
                <a:lnTo>
                  <a:pt x="492" y="152"/>
                </a:lnTo>
                <a:lnTo>
                  <a:pt x="492" y="153"/>
                </a:lnTo>
                <a:lnTo>
                  <a:pt x="492" y="154"/>
                </a:lnTo>
                <a:lnTo>
                  <a:pt x="492" y="155"/>
                </a:lnTo>
                <a:lnTo>
                  <a:pt x="492" y="156"/>
                </a:lnTo>
                <a:lnTo>
                  <a:pt x="492" y="157"/>
                </a:lnTo>
                <a:lnTo>
                  <a:pt x="493" y="157"/>
                </a:lnTo>
                <a:lnTo>
                  <a:pt x="494" y="159"/>
                </a:lnTo>
                <a:lnTo>
                  <a:pt x="494" y="160"/>
                </a:lnTo>
                <a:lnTo>
                  <a:pt x="494" y="161"/>
                </a:lnTo>
                <a:lnTo>
                  <a:pt x="493" y="161"/>
                </a:lnTo>
                <a:lnTo>
                  <a:pt x="492" y="161"/>
                </a:lnTo>
                <a:lnTo>
                  <a:pt x="492" y="162"/>
                </a:lnTo>
                <a:lnTo>
                  <a:pt x="492" y="163"/>
                </a:lnTo>
                <a:lnTo>
                  <a:pt x="493" y="164"/>
                </a:lnTo>
                <a:lnTo>
                  <a:pt x="492" y="164"/>
                </a:lnTo>
                <a:lnTo>
                  <a:pt x="491" y="164"/>
                </a:lnTo>
                <a:lnTo>
                  <a:pt x="490" y="165"/>
                </a:lnTo>
                <a:lnTo>
                  <a:pt x="489" y="165"/>
                </a:lnTo>
                <a:lnTo>
                  <a:pt x="489" y="167"/>
                </a:lnTo>
                <a:lnTo>
                  <a:pt x="490" y="168"/>
                </a:lnTo>
                <a:lnTo>
                  <a:pt x="491" y="168"/>
                </a:lnTo>
                <a:lnTo>
                  <a:pt x="492" y="168"/>
                </a:lnTo>
                <a:lnTo>
                  <a:pt x="492" y="167"/>
                </a:lnTo>
                <a:lnTo>
                  <a:pt x="493" y="168"/>
                </a:lnTo>
                <a:lnTo>
                  <a:pt x="495" y="169"/>
                </a:lnTo>
                <a:lnTo>
                  <a:pt x="496" y="169"/>
                </a:lnTo>
                <a:lnTo>
                  <a:pt x="497" y="169"/>
                </a:lnTo>
                <a:lnTo>
                  <a:pt x="498" y="170"/>
                </a:lnTo>
                <a:lnTo>
                  <a:pt x="498" y="171"/>
                </a:lnTo>
                <a:lnTo>
                  <a:pt x="499" y="172"/>
                </a:lnTo>
                <a:lnTo>
                  <a:pt x="500" y="173"/>
                </a:lnTo>
                <a:lnTo>
                  <a:pt x="499" y="173"/>
                </a:lnTo>
                <a:lnTo>
                  <a:pt x="500" y="177"/>
                </a:lnTo>
                <a:lnTo>
                  <a:pt x="501" y="177"/>
                </a:lnTo>
                <a:lnTo>
                  <a:pt x="501" y="178"/>
                </a:lnTo>
                <a:lnTo>
                  <a:pt x="500" y="179"/>
                </a:lnTo>
                <a:lnTo>
                  <a:pt x="500" y="180"/>
                </a:lnTo>
                <a:lnTo>
                  <a:pt x="500" y="181"/>
                </a:lnTo>
                <a:lnTo>
                  <a:pt x="501" y="181"/>
                </a:lnTo>
                <a:lnTo>
                  <a:pt x="501" y="182"/>
                </a:lnTo>
                <a:lnTo>
                  <a:pt x="501" y="184"/>
                </a:lnTo>
                <a:lnTo>
                  <a:pt x="502" y="185"/>
                </a:lnTo>
                <a:lnTo>
                  <a:pt x="501" y="186"/>
                </a:lnTo>
                <a:lnTo>
                  <a:pt x="502" y="187"/>
                </a:lnTo>
                <a:lnTo>
                  <a:pt x="503" y="188"/>
                </a:lnTo>
                <a:lnTo>
                  <a:pt x="504" y="189"/>
                </a:lnTo>
                <a:lnTo>
                  <a:pt x="506" y="189"/>
                </a:lnTo>
                <a:lnTo>
                  <a:pt x="507" y="189"/>
                </a:lnTo>
                <a:lnTo>
                  <a:pt x="507" y="188"/>
                </a:lnTo>
                <a:lnTo>
                  <a:pt x="508" y="187"/>
                </a:lnTo>
                <a:lnTo>
                  <a:pt x="509" y="187"/>
                </a:lnTo>
                <a:lnTo>
                  <a:pt x="508" y="186"/>
                </a:lnTo>
                <a:lnTo>
                  <a:pt x="508" y="185"/>
                </a:lnTo>
                <a:lnTo>
                  <a:pt x="509" y="184"/>
                </a:lnTo>
                <a:lnTo>
                  <a:pt x="510" y="184"/>
                </a:lnTo>
                <a:lnTo>
                  <a:pt x="511" y="184"/>
                </a:lnTo>
                <a:lnTo>
                  <a:pt x="512" y="184"/>
                </a:lnTo>
                <a:lnTo>
                  <a:pt x="512" y="183"/>
                </a:lnTo>
                <a:lnTo>
                  <a:pt x="513" y="183"/>
                </a:lnTo>
                <a:lnTo>
                  <a:pt x="514" y="182"/>
                </a:lnTo>
                <a:lnTo>
                  <a:pt x="515" y="182"/>
                </a:lnTo>
                <a:lnTo>
                  <a:pt x="516" y="182"/>
                </a:lnTo>
                <a:lnTo>
                  <a:pt x="519" y="182"/>
                </a:lnTo>
                <a:lnTo>
                  <a:pt x="520" y="180"/>
                </a:lnTo>
                <a:lnTo>
                  <a:pt x="521" y="180"/>
                </a:lnTo>
                <a:lnTo>
                  <a:pt x="522" y="181"/>
                </a:lnTo>
                <a:lnTo>
                  <a:pt x="523" y="180"/>
                </a:lnTo>
                <a:lnTo>
                  <a:pt x="524" y="180"/>
                </a:lnTo>
                <a:lnTo>
                  <a:pt x="525" y="180"/>
                </a:lnTo>
                <a:lnTo>
                  <a:pt x="526" y="180"/>
                </a:lnTo>
                <a:lnTo>
                  <a:pt x="527" y="180"/>
                </a:lnTo>
                <a:lnTo>
                  <a:pt x="528" y="180"/>
                </a:lnTo>
                <a:lnTo>
                  <a:pt x="529" y="180"/>
                </a:lnTo>
                <a:lnTo>
                  <a:pt x="530" y="180"/>
                </a:lnTo>
                <a:lnTo>
                  <a:pt x="532" y="180"/>
                </a:lnTo>
                <a:lnTo>
                  <a:pt x="533" y="180"/>
                </a:lnTo>
                <a:lnTo>
                  <a:pt x="534" y="179"/>
                </a:lnTo>
                <a:lnTo>
                  <a:pt x="535" y="179"/>
                </a:lnTo>
                <a:lnTo>
                  <a:pt x="535" y="178"/>
                </a:lnTo>
                <a:lnTo>
                  <a:pt x="536" y="178"/>
                </a:lnTo>
                <a:lnTo>
                  <a:pt x="537" y="179"/>
                </a:lnTo>
                <a:lnTo>
                  <a:pt x="538" y="180"/>
                </a:lnTo>
                <a:lnTo>
                  <a:pt x="539" y="181"/>
                </a:lnTo>
                <a:lnTo>
                  <a:pt x="539" y="180"/>
                </a:lnTo>
                <a:lnTo>
                  <a:pt x="540" y="180"/>
                </a:lnTo>
                <a:lnTo>
                  <a:pt x="541" y="181"/>
                </a:lnTo>
                <a:lnTo>
                  <a:pt x="542" y="181"/>
                </a:lnTo>
                <a:lnTo>
                  <a:pt x="544" y="182"/>
                </a:lnTo>
                <a:lnTo>
                  <a:pt x="545" y="182"/>
                </a:lnTo>
                <a:lnTo>
                  <a:pt x="545" y="181"/>
                </a:lnTo>
                <a:lnTo>
                  <a:pt x="546" y="181"/>
                </a:lnTo>
                <a:lnTo>
                  <a:pt x="546" y="180"/>
                </a:lnTo>
                <a:lnTo>
                  <a:pt x="547" y="180"/>
                </a:lnTo>
                <a:lnTo>
                  <a:pt x="547" y="179"/>
                </a:lnTo>
                <a:lnTo>
                  <a:pt x="547" y="178"/>
                </a:lnTo>
                <a:lnTo>
                  <a:pt x="547" y="177"/>
                </a:lnTo>
                <a:lnTo>
                  <a:pt x="548" y="176"/>
                </a:lnTo>
                <a:lnTo>
                  <a:pt x="549" y="175"/>
                </a:lnTo>
                <a:lnTo>
                  <a:pt x="550" y="175"/>
                </a:lnTo>
                <a:lnTo>
                  <a:pt x="551" y="175"/>
                </a:lnTo>
                <a:lnTo>
                  <a:pt x="552" y="174"/>
                </a:lnTo>
                <a:lnTo>
                  <a:pt x="552" y="173"/>
                </a:lnTo>
                <a:lnTo>
                  <a:pt x="553" y="173"/>
                </a:lnTo>
                <a:lnTo>
                  <a:pt x="554" y="173"/>
                </a:lnTo>
                <a:lnTo>
                  <a:pt x="554" y="171"/>
                </a:lnTo>
                <a:lnTo>
                  <a:pt x="555" y="171"/>
                </a:lnTo>
                <a:lnTo>
                  <a:pt x="555" y="173"/>
                </a:lnTo>
                <a:lnTo>
                  <a:pt x="554" y="174"/>
                </a:lnTo>
                <a:lnTo>
                  <a:pt x="555" y="175"/>
                </a:lnTo>
                <a:lnTo>
                  <a:pt x="556" y="177"/>
                </a:lnTo>
                <a:lnTo>
                  <a:pt x="557" y="178"/>
                </a:lnTo>
                <a:lnTo>
                  <a:pt x="558" y="180"/>
                </a:lnTo>
                <a:lnTo>
                  <a:pt x="558" y="181"/>
                </a:lnTo>
                <a:lnTo>
                  <a:pt x="559" y="182"/>
                </a:lnTo>
                <a:lnTo>
                  <a:pt x="559" y="183"/>
                </a:lnTo>
                <a:lnTo>
                  <a:pt x="559" y="182"/>
                </a:lnTo>
                <a:lnTo>
                  <a:pt x="560" y="182"/>
                </a:lnTo>
                <a:lnTo>
                  <a:pt x="562" y="182"/>
                </a:lnTo>
                <a:lnTo>
                  <a:pt x="562" y="183"/>
                </a:lnTo>
                <a:lnTo>
                  <a:pt x="563" y="183"/>
                </a:lnTo>
                <a:lnTo>
                  <a:pt x="563" y="182"/>
                </a:lnTo>
                <a:lnTo>
                  <a:pt x="564" y="181"/>
                </a:lnTo>
                <a:lnTo>
                  <a:pt x="565" y="181"/>
                </a:lnTo>
                <a:lnTo>
                  <a:pt x="565" y="182"/>
                </a:lnTo>
                <a:lnTo>
                  <a:pt x="566" y="182"/>
                </a:lnTo>
                <a:lnTo>
                  <a:pt x="567" y="182"/>
                </a:lnTo>
                <a:lnTo>
                  <a:pt x="567" y="181"/>
                </a:lnTo>
                <a:lnTo>
                  <a:pt x="567" y="180"/>
                </a:lnTo>
                <a:lnTo>
                  <a:pt x="568" y="180"/>
                </a:lnTo>
                <a:lnTo>
                  <a:pt x="569" y="180"/>
                </a:lnTo>
                <a:lnTo>
                  <a:pt x="570" y="181"/>
                </a:lnTo>
                <a:lnTo>
                  <a:pt x="570" y="180"/>
                </a:lnTo>
                <a:lnTo>
                  <a:pt x="571" y="180"/>
                </a:lnTo>
                <a:lnTo>
                  <a:pt x="572" y="180"/>
                </a:lnTo>
                <a:lnTo>
                  <a:pt x="574" y="180"/>
                </a:lnTo>
                <a:lnTo>
                  <a:pt x="576" y="180"/>
                </a:lnTo>
                <a:lnTo>
                  <a:pt x="577" y="181"/>
                </a:lnTo>
                <a:lnTo>
                  <a:pt x="578" y="181"/>
                </a:lnTo>
                <a:lnTo>
                  <a:pt x="579" y="181"/>
                </a:lnTo>
                <a:lnTo>
                  <a:pt x="580" y="181"/>
                </a:lnTo>
                <a:lnTo>
                  <a:pt x="581" y="181"/>
                </a:lnTo>
                <a:lnTo>
                  <a:pt x="581" y="180"/>
                </a:lnTo>
                <a:lnTo>
                  <a:pt x="582" y="180"/>
                </a:lnTo>
                <a:lnTo>
                  <a:pt x="583" y="181"/>
                </a:lnTo>
                <a:lnTo>
                  <a:pt x="585" y="180"/>
                </a:lnTo>
                <a:lnTo>
                  <a:pt x="587" y="180"/>
                </a:lnTo>
                <a:lnTo>
                  <a:pt x="588" y="180"/>
                </a:lnTo>
                <a:lnTo>
                  <a:pt x="589" y="180"/>
                </a:lnTo>
                <a:lnTo>
                  <a:pt x="589" y="179"/>
                </a:lnTo>
                <a:lnTo>
                  <a:pt x="590" y="179"/>
                </a:lnTo>
                <a:lnTo>
                  <a:pt x="591" y="179"/>
                </a:lnTo>
                <a:lnTo>
                  <a:pt x="593" y="180"/>
                </a:lnTo>
                <a:lnTo>
                  <a:pt x="594" y="180"/>
                </a:lnTo>
                <a:lnTo>
                  <a:pt x="596" y="180"/>
                </a:lnTo>
                <a:lnTo>
                  <a:pt x="597" y="179"/>
                </a:lnTo>
                <a:lnTo>
                  <a:pt x="597" y="177"/>
                </a:lnTo>
                <a:lnTo>
                  <a:pt x="599" y="176"/>
                </a:lnTo>
                <a:lnTo>
                  <a:pt x="600" y="176"/>
                </a:lnTo>
                <a:lnTo>
                  <a:pt x="601" y="179"/>
                </a:lnTo>
                <a:lnTo>
                  <a:pt x="601" y="180"/>
                </a:lnTo>
                <a:lnTo>
                  <a:pt x="601" y="181"/>
                </a:lnTo>
                <a:lnTo>
                  <a:pt x="601" y="182"/>
                </a:lnTo>
                <a:lnTo>
                  <a:pt x="600" y="184"/>
                </a:lnTo>
                <a:lnTo>
                  <a:pt x="599" y="184"/>
                </a:lnTo>
                <a:lnTo>
                  <a:pt x="598" y="186"/>
                </a:lnTo>
                <a:lnTo>
                  <a:pt x="598" y="188"/>
                </a:lnTo>
                <a:lnTo>
                  <a:pt x="598" y="189"/>
                </a:lnTo>
                <a:lnTo>
                  <a:pt x="599" y="189"/>
                </a:lnTo>
                <a:lnTo>
                  <a:pt x="598" y="189"/>
                </a:lnTo>
                <a:lnTo>
                  <a:pt x="597" y="190"/>
                </a:lnTo>
                <a:lnTo>
                  <a:pt x="596" y="190"/>
                </a:lnTo>
                <a:lnTo>
                  <a:pt x="595" y="190"/>
                </a:lnTo>
                <a:lnTo>
                  <a:pt x="594" y="190"/>
                </a:lnTo>
                <a:lnTo>
                  <a:pt x="594" y="191"/>
                </a:lnTo>
                <a:lnTo>
                  <a:pt x="594" y="192"/>
                </a:lnTo>
                <a:lnTo>
                  <a:pt x="595" y="192"/>
                </a:lnTo>
                <a:lnTo>
                  <a:pt x="595" y="193"/>
                </a:lnTo>
                <a:lnTo>
                  <a:pt x="596" y="193"/>
                </a:lnTo>
                <a:lnTo>
                  <a:pt x="597" y="193"/>
                </a:lnTo>
                <a:lnTo>
                  <a:pt x="598" y="194"/>
                </a:lnTo>
                <a:lnTo>
                  <a:pt x="597" y="195"/>
                </a:lnTo>
                <a:lnTo>
                  <a:pt x="596" y="196"/>
                </a:lnTo>
                <a:lnTo>
                  <a:pt x="594" y="198"/>
                </a:lnTo>
                <a:lnTo>
                  <a:pt x="594" y="199"/>
                </a:lnTo>
                <a:lnTo>
                  <a:pt x="593" y="201"/>
                </a:lnTo>
                <a:lnTo>
                  <a:pt x="592" y="201"/>
                </a:lnTo>
                <a:lnTo>
                  <a:pt x="592" y="202"/>
                </a:lnTo>
                <a:lnTo>
                  <a:pt x="593" y="202"/>
                </a:lnTo>
                <a:lnTo>
                  <a:pt x="592" y="203"/>
                </a:lnTo>
                <a:lnTo>
                  <a:pt x="591" y="203"/>
                </a:lnTo>
                <a:lnTo>
                  <a:pt x="591" y="204"/>
                </a:lnTo>
                <a:lnTo>
                  <a:pt x="590" y="204"/>
                </a:lnTo>
                <a:lnTo>
                  <a:pt x="588" y="205"/>
                </a:lnTo>
                <a:lnTo>
                  <a:pt x="586" y="205"/>
                </a:lnTo>
                <a:lnTo>
                  <a:pt x="586" y="206"/>
                </a:lnTo>
                <a:lnTo>
                  <a:pt x="587" y="207"/>
                </a:lnTo>
                <a:lnTo>
                  <a:pt x="587" y="209"/>
                </a:lnTo>
                <a:lnTo>
                  <a:pt x="587" y="210"/>
                </a:lnTo>
                <a:lnTo>
                  <a:pt x="587" y="212"/>
                </a:lnTo>
                <a:lnTo>
                  <a:pt x="587" y="213"/>
                </a:lnTo>
                <a:lnTo>
                  <a:pt x="586" y="214"/>
                </a:lnTo>
                <a:lnTo>
                  <a:pt x="586" y="215"/>
                </a:lnTo>
                <a:lnTo>
                  <a:pt x="585" y="215"/>
                </a:lnTo>
                <a:lnTo>
                  <a:pt x="584" y="214"/>
                </a:lnTo>
                <a:lnTo>
                  <a:pt x="583" y="214"/>
                </a:lnTo>
                <a:lnTo>
                  <a:pt x="583" y="215"/>
                </a:lnTo>
                <a:lnTo>
                  <a:pt x="583" y="216"/>
                </a:lnTo>
                <a:lnTo>
                  <a:pt x="583" y="217"/>
                </a:lnTo>
                <a:lnTo>
                  <a:pt x="582" y="217"/>
                </a:lnTo>
                <a:lnTo>
                  <a:pt x="580" y="216"/>
                </a:lnTo>
                <a:lnTo>
                  <a:pt x="579" y="216"/>
                </a:lnTo>
                <a:lnTo>
                  <a:pt x="578" y="216"/>
                </a:lnTo>
                <a:lnTo>
                  <a:pt x="577" y="216"/>
                </a:lnTo>
                <a:lnTo>
                  <a:pt x="577" y="215"/>
                </a:lnTo>
                <a:lnTo>
                  <a:pt x="576" y="215"/>
                </a:lnTo>
                <a:lnTo>
                  <a:pt x="574" y="215"/>
                </a:lnTo>
                <a:lnTo>
                  <a:pt x="574" y="216"/>
                </a:lnTo>
                <a:lnTo>
                  <a:pt x="573" y="217"/>
                </a:lnTo>
                <a:lnTo>
                  <a:pt x="573" y="218"/>
                </a:lnTo>
                <a:lnTo>
                  <a:pt x="572" y="219"/>
                </a:lnTo>
                <a:lnTo>
                  <a:pt x="572" y="220"/>
                </a:lnTo>
                <a:lnTo>
                  <a:pt x="572" y="222"/>
                </a:lnTo>
                <a:lnTo>
                  <a:pt x="573" y="223"/>
                </a:lnTo>
                <a:lnTo>
                  <a:pt x="573" y="224"/>
                </a:lnTo>
                <a:lnTo>
                  <a:pt x="574" y="225"/>
                </a:lnTo>
                <a:lnTo>
                  <a:pt x="575" y="224"/>
                </a:lnTo>
                <a:lnTo>
                  <a:pt x="576" y="224"/>
                </a:lnTo>
                <a:lnTo>
                  <a:pt x="577" y="225"/>
                </a:lnTo>
                <a:lnTo>
                  <a:pt x="578" y="225"/>
                </a:lnTo>
                <a:lnTo>
                  <a:pt x="578" y="226"/>
                </a:lnTo>
                <a:lnTo>
                  <a:pt x="579" y="225"/>
                </a:lnTo>
                <a:lnTo>
                  <a:pt x="580" y="225"/>
                </a:lnTo>
                <a:lnTo>
                  <a:pt x="582" y="225"/>
                </a:lnTo>
                <a:lnTo>
                  <a:pt x="582" y="226"/>
                </a:lnTo>
                <a:lnTo>
                  <a:pt x="582" y="227"/>
                </a:lnTo>
                <a:lnTo>
                  <a:pt x="582" y="228"/>
                </a:lnTo>
                <a:lnTo>
                  <a:pt x="581" y="229"/>
                </a:lnTo>
                <a:lnTo>
                  <a:pt x="581" y="230"/>
                </a:lnTo>
                <a:lnTo>
                  <a:pt x="581" y="231"/>
                </a:lnTo>
                <a:lnTo>
                  <a:pt x="580" y="232"/>
                </a:lnTo>
                <a:lnTo>
                  <a:pt x="579" y="232"/>
                </a:lnTo>
                <a:lnTo>
                  <a:pt x="578" y="233"/>
                </a:lnTo>
                <a:lnTo>
                  <a:pt x="575" y="234"/>
                </a:lnTo>
                <a:lnTo>
                  <a:pt x="574" y="234"/>
                </a:lnTo>
                <a:lnTo>
                  <a:pt x="573" y="233"/>
                </a:lnTo>
                <a:lnTo>
                  <a:pt x="571" y="233"/>
                </a:lnTo>
                <a:lnTo>
                  <a:pt x="570" y="234"/>
                </a:lnTo>
                <a:lnTo>
                  <a:pt x="570" y="235"/>
                </a:lnTo>
                <a:lnTo>
                  <a:pt x="570" y="236"/>
                </a:lnTo>
                <a:lnTo>
                  <a:pt x="570" y="238"/>
                </a:lnTo>
                <a:lnTo>
                  <a:pt x="570" y="239"/>
                </a:lnTo>
                <a:lnTo>
                  <a:pt x="569" y="240"/>
                </a:lnTo>
                <a:lnTo>
                  <a:pt x="569" y="241"/>
                </a:lnTo>
                <a:lnTo>
                  <a:pt x="570" y="243"/>
                </a:lnTo>
                <a:lnTo>
                  <a:pt x="570" y="245"/>
                </a:lnTo>
                <a:lnTo>
                  <a:pt x="570" y="248"/>
                </a:lnTo>
                <a:lnTo>
                  <a:pt x="569" y="249"/>
                </a:lnTo>
                <a:lnTo>
                  <a:pt x="569" y="250"/>
                </a:lnTo>
                <a:lnTo>
                  <a:pt x="569" y="251"/>
                </a:lnTo>
                <a:lnTo>
                  <a:pt x="569" y="252"/>
                </a:lnTo>
                <a:lnTo>
                  <a:pt x="567" y="253"/>
                </a:lnTo>
                <a:lnTo>
                  <a:pt x="567" y="255"/>
                </a:lnTo>
                <a:lnTo>
                  <a:pt x="567" y="256"/>
                </a:lnTo>
                <a:lnTo>
                  <a:pt x="567" y="257"/>
                </a:lnTo>
                <a:lnTo>
                  <a:pt x="567" y="258"/>
                </a:lnTo>
                <a:lnTo>
                  <a:pt x="567" y="259"/>
                </a:lnTo>
                <a:lnTo>
                  <a:pt x="568" y="259"/>
                </a:lnTo>
                <a:lnTo>
                  <a:pt x="569" y="259"/>
                </a:lnTo>
                <a:lnTo>
                  <a:pt x="569" y="260"/>
                </a:lnTo>
                <a:lnTo>
                  <a:pt x="570" y="260"/>
                </a:lnTo>
                <a:lnTo>
                  <a:pt x="571" y="261"/>
                </a:lnTo>
                <a:lnTo>
                  <a:pt x="572" y="262"/>
                </a:lnTo>
                <a:lnTo>
                  <a:pt x="573" y="262"/>
                </a:lnTo>
                <a:lnTo>
                  <a:pt x="573" y="261"/>
                </a:lnTo>
                <a:lnTo>
                  <a:pt x="574" y="261"/>
                </a:lnTo>
                <a:lnTo>
                  <a:pt x="574" y="262"/>
                </a:lnTo>
                <a:lnTo>
                  <a:pt x="575" y="262"/>
                </a:lnTo>
                <a:lnTo>
                  <a:pt x="575" y="263"/>
                </a:lnTo>
                <a:lnTo>
                  <a:pt x="574" y="264"/>
                </a:lnTo>
                <a:lnTo>
                  <a:pt x="574" y="265"/>
                </a:lnTo>
                <a:lnTo>
                  <a:pt x="573" y="265"/>
                </a:lnTo>
                <a:lnTo>
                  <a:pt x="575" y="265"/>
                </a:lnTo>
                <a:lnTo>
                  <a:pt x="576" y="265"/>
                </a:lnTo>
                <a:lnTo>
                  <a:pt x="578" y="265"/>
                </a:lnTo>
                <a:lnTo>
                  <a:pt x="579" y="265"/>
                </a:lnTo>
                <a:lnTo>
                  <a:pt x="580" y="266"/>
                </a:lnTo>
                <a:lnTo>
                  <a:pt x="581" y="268"/>
                </a:lnTo>
                <a:lnTo>
                  <a:pt x="581" y="269"/>
                </a:lnTo>
                <a:lnTo>
                  <a:pt x="581" y="270"/>
                </a:lnTo>
                <a:lnTo>
                  <a:pt x="584" y="271"/>
                </a:lnTo>
                <a:lnTo>
                  <a:pt x="585" y="272"/>
                </a:lnTo>
                <a:lnTo>
                  <a:pt x="586" y="272"/>
                </a:lnTo>
                <a:lnTo>
                  <a:pt x="587" y="273"/>
                </a:lnTo>
                <a:lnTo>
                  <a:pt x="588" y="274"/>
                </a:lnTo>
                <a:lnTo>
                  <a:pt x="589" y="273"/>
                </a:lnTo>
                <a:lnTo>
                  <a:pt x="590" y="273"/>
                </a:lnTo>
                <a:lnTo>
                  <a:pt x="592" y="274"/>
                </a:lnTo>
                <a:lnTo>
                  <a:pt x="592" y="275"/>
                </a:lnTo>
                <a:lnTo>
                  <a:pt x="593" y="275"/>
                </a:lnTo>
                <a:lnTo>
                  <a:pt x="593" y="276"/>
                </a:lnTo>
                <a:lnTo>
                  <a:pt x="593" y="277"/>
                </a:lnTo>
                <a:lnTo>
                  <a:pt x="594" y="277"/>
                </a:lnTo>
                <a:lnTo>
                  <a:pt x="595" y="275"/>
                </a:lnTo>
                <a:lnTo>
                  <a:pt x="595" y="274"/>
                </a:lnTo>
                <a:lnTo>
                  <a:pt x="596" y="274"/>
                </a:lnTo>
                <a:lnTo>
                  <a:pt x="597" y="275"/>
                </a:lnTo>
                <a:lnTo>
                  <a:pt x="598" y="276"/>
                </a:lnTo>
                <a:lnTo>
                  <a:pt x="599" y="276"/>
                </a:lnTo>
                <a:lnTo>
                  <a:pt x="600" y="275"/>
                </a:lnTo>
                <a:lnTo>
                  <a:pt x="601" y="274"/>
                </a:lnTo>
                <a:lnTo>
                  <a:pt x="602" y="273"/>
                </a:lnTo>
                <a:lnTo>
                  <a:pt x="602" y="272"/>
                </a:lnTo>
                <a:lnTo>
                  <a:pt x="604" y="271"/>
                </a:lnTo>
                <a:lnTo>
                  <a:pt x="604" y="270"/>
                </a:lnTo>
                <a:lnTo>
                  <a:pt x="605" y="270"/>
                </a:lnTo>
                <a:lnTo>
                  <a:pt x="607" y="271"/>
                </a:lnTo>
                <a:lnTo>
                  <a:pt x="608" y="273"/>
                </a:lnTo>
                <a:lnTo>
                  <a:pt x="608" y="274"/>
                </a:lnTo>
                <a:lnTo>
                  <a:pt x="607" y="275"/>
                </a:lnTo>
                <a:lnTo>
                  <a:pt x="607" y="276"/>
                </a:lnTo>
                <a:lnTo>
                  <a:pt x="606" y="277"/>
                </a:lnTo>
                <a:lnTo>
                  <a:pt x="605" y="277"/>
                </a:lnTo>
                <a:lnTo>
                  <a:pt x="605" y="278"/>
                </a:lnTo>
                <a:lnTo>
                  <a:pt x="604" y="280"/>
                </a:lnTo>
                <a:lnTo>
                  <a:pt x="604" y="281"/>
                </a:lnTo>
                <a:lnTo>
                  <a:pt x="605" y="281"/>
                </a:lnTo>
                <a:lnTo>
                  <a:pt x="606" y="282"/>
                </a:lnTo>
                <a:lnTo>
                  <a:pt x="606" y="283"/>
                </a:lnTo>
                <a:lnTo>
                  <a:pt x="606" y="284"/>
                </a:lnTo>
                <a:lnTo>
                  <a:pt x="606" y="285"/>
                </a:lnTo>
                <a:lnTo>
                  <a:pt x="607" y="285"/>
                </a:lnTo>
                <a:lnTo>
                  <a:pt x="607" y="284"/>
                </a:lnTo>
                <a:lnTo>
                  <a:pt x="608" y="283"/>
                </a:lnTo>
                <a:lnTo>
                  <a:pt x="609" y="282"/>
                </a:lnTo>
                <a:lnTo>
                  <a:pt x="609" y="283"/>
                </a:lnTo>
                <a:lnTo>
                  <a:pt x="609" y="284"/>
                </a:lnTo>
                <a:lnTo>
                  <a:pt x="610" y="284"/>
                </a:lnTo>
                <a:lnTo>
                  <a:pt x="610" y="283"/>
                </a:lnTo>
                <a:lnTo>
                  <a:pt x="612" y="282"/>
                </a:lnTo>
                <a:lnTo>
                  <a:pt x="614" y="282"/>
                </a:lnTo>
                <a:lnTo>
                  <a:pt x="614" y="283"/>
                </a:lnTo>
                <a:lnTo>
                  <a:pt x="615" y="283"/>
                </a:lnTo>
                <a:lnTo>
                  <a:pt x="615" y="284"/>
                </a:lnTo>
                <a:lnTo>
                  <a:pt x="615" y="285"/>
                </a:lnTo>
                <a:lnTo>
                  <a:pt x="614" y="285"/>
                </a:lnTo>
                <a:lnTo>
                  <a:pt x="614" y="286"/>
                </a:lnTo>
                <a:lnTo>
                  <a:pt x="614" y="287"/>
                </a:lnTo>
                <a:lnTo>
                  <a:pt x="614" y="288"/>
                </a:lnTo>
                <a:lnTo>
                  <a:pt x="615" y="288"/>
                </a:lnTo>
                <a:lnTo>
                  <a:pt x="615" y="289"/>
                </a:lnTo>
                <a:lnTo>
                  <a:pt x="615" y="290"/>
                </a:lnTo>
                <a:lnTo>
                  <a:pt x="616" y="290"/>
                </a:lnTo>
                <a:lnTo>
                  <a:pt x="617" y="290"/>
                </a:lnTo>
                <a:lnTo>
                  <a:pt x="618" y="291"/>
                </a:lnTo>
                <a:lnTo>
                  <a:pt x="619" y="292"/>
                </a:lnTo>
                <a:lnTo>
                  <a:pt x="620" y="292"/>
                </a:lnTo>
                <a:lnTo>
                  <a:pt x="621" y="292"/>
                </a:lnTo>
                <a:lnTo>
                  <a:pt x="623" y="292"/>
                </a:lnTo>
                <a:lnTo>
                  <a:pt x="623" y="293"/>
                </a:lnTo>
                <a:lnTo>
                  <a:pt x="624" y="293"/>
                </a:lnTo>
                <a:lnTo>
                  <a:pt x="625" y="292"/>
                </a:lnTo>
                <a:lnTo>
                  <a:pt x="626" y="292"/>
                </a:lnTo>
                <a:lnTo>
                  <a:pt x="627" y="292"/>
                </a:lnTo>
                <a:lnTo>
                  <a:pt x="628" y="292"/>
                </a:lnTo>
                <a:lnTo>
                  <a:pt x="629" y="291"/>
                </a:lnTo>
                <a:lnTo>
                  <a:pt x="630" y="290"/>
                </a:lnTo>
                <a:lnTo>
                  <a:pt x="631" y="289"/>
                </a:lnTo>
                <a:lnTo>
                  <a:pt x="632" y="289"/>
                </a:lnTo>
                <a:lnTo>
                  <a:pt x="633" y="289"/>
                </a:lnTo>
                <a:lnTo>
                  <a:pt x="634" y="289"/>
                </a:lnTo>
                <a:lnTo>
                  <a:pt x="634" y="290"/>
                </a:lnTo>
                <a:lnTo>
                  <a:pt x="633" y="291"/>
                </a:lnTo>
                <a:lnTo>
                  <a:pt x="634" y="292"/>
                </a:lnTo>
                <a:lnTo>
                  <a:pt x="635" y="292"/>
                </a:lnTo>
                <a:lnTo>
                  <a:pt x="635" y="291"/>
                </a:lnTo>
                <a:lnTo>
                  <a:pt x="635" y="290"/>
                </a:lnTo>
                <a:lnTo>
                  <a:pt x="637" y="289"/>
                </a:lnTo>
                <a:lnTo>
                  <a:pt x="638" y="289"/>
                </a:lnTo>
                <a:lnTo>
                  <a:pt x="639" y="289"/>
                </a:lnTo>
                <a:lnTo>
                  <a:pt x="640" y="290"/>
                </a:lnTo>
                <a:lnTo>
                  <a:pt x="641" y="290"/>
                </a:lnTo>
                <a:lnTo>
                  <a:pt x="641" y="289"/>
                </a:lnTo>
                <a:lnTo>
                  <a:pt x="643" y="289"/>
                </a:lnTo>
                <a:lnTo>
                  <a:pt x="644" y="290"/>
                </a:lnTo>
                <a:lnTo>
                  <a:pt x="645" y="289"/>
                </a:lnTo>
                <a:lnTo>
                  <a:pt x="645" y="288"/>
                </a:lnTo>
                <a:lnTo>
                  <a:pt x="645" y="287"/>
                </a:lnTo>
                <a:lnTo>
                  <a:pt x="646" y="286"/>
                </a:lnTo>
                <a:lnTo>
                  <a:pt x="647" y="286"/>
                </a:lnTo>
                <a:lnTo>
                  <a:pt x="648" y="287"/>
                </a:lnTo>
                <a:lnTo>
                  <a:pt x="648" y="286"/>
                </a:lnTo>
                <a:lnTo>
                  <a:pt x="649" y="286"/>
                </a:lnTo>
                <a:lnTo>
                  <a:pt x="649" y="285"/>
                </a:lnTo>
                <a:lnTo>
                  <a:pt x="650" y="286"/>
                </a:lnTo>
                <a:lnTo>
                  <a:pt x="651" y="286"/>
                </a:lnTo>
                <a:lnTo>
                  <a:pt x="651" y="287"/>
                </a:lnTo>
                <a:lnTo>
                  <a:pt x="651" y="288"/>
                </a:lnTo>
                <a:lnTo>
                  <a:pt x="652" y="288"/>
                </a:lnTo>
                <a:lnTo>
                  <a:pt x="653" y="288"/>
                </a:lnTo>
                <a:lnTo>
                  <a:pt x="654" y="288"/>
                </a:lnTo>
                <a:lnTo>
                  <a:pt x="654" y="289"/>
                </a:lnTo>
                <a:lnTo>
                  <a:pt x="653" y="289"/>
                </a:lnTo>
                <a:lnTo>
                  <a:pt x="652" y="290"/>
                </a:lnTo>
                <a:lnTo>
                  <a:pt x="652" y="291"/>
                </a:lnTo>
                <a:lnTo>
                  <a:pt x="652" y="292"/>
                </a:lnTo>
                <a:lnTo>
                  <a:pt x="652" y="293"/>
                </a:lnTo>
                <a:lnTo>
                  <a:pt x="654" y="293"/>
                </a:lnTo>
                <a:lnTo>
                  <a:pt x="654" y="295"/>
                </a:lnTo>
                <a:lnTo>
                  <a:pt x="656" y="296"/>
                </a:lnTo>
                <a:lnTo>
                  <a:pt x="656" y="297"/>
                </a:lnTo>
                <a:lnTo>
                  <a:pt x="657" y="297"/>
                </a:lnTo>
                <a:lnTo>
                  <a:pt x="658" y="297"/>
                </a:lnTo>
                <a:lnTo>
                  <a:pt x="658" y="298"/>
                </a:lnTo>
                <a:lnTo>
                  <a:pt x="659" y="300"/>
                </a:lnTo>
                <a:lnTo>
                  <a:pt x="658" y="301"/>
                </a:lnTo>
                <a:lnTo>
                  <a:pt x="658" y="302"/>
                </a:lnTo>
                <a:lnTo>
                  <a:pt x="658" y="304"/>
                </a:lnTo>
                <a:lnTo>
                  <a:pt x="659" y="304"/>
                </a:lnTo>
                <a:lnTo>
                  <a:pt x="659" y="305"/>
                </a:lnTo>
                <a:lnTo>
                  <a:pt x="659" y="306"/>
                </a:lnTo>
                <a:lnTo>
                  <a:pt x="660" y="307"/>
                </a:lnTo>
                <a:lnTo>
                  <a:pt x="660" y="309"/>
                </a:lnTo>
                <a:lnTo>
                  <a:pt x="659" y="309"/>
                </a:lnTo>
                <a:lnTo>
                  <a:pt x="658" y="310"/>
                </a:lnTo>
                <a:lnTo>
                  <a:pt x="658" y="311"/>
                </a:lnTo>
                <a:lnTo>
                  <a:pt x="658" y="312"/>
                </a:lnTo>
                <a:lnTo>
                  <a:pt x="660" y="312"/>
                </a:lnTo>
                <a:lnTo>
                  <a:pt x="660" y="313"/>
                </a:lnTo>
                <a:lnTo>
                  <a:pt x="661" y="313"/>
                </a:lnTo>
                <a:lnTo>
                  <a:pt x="661" y="314"/>
                </a:lnTo>
                <a:lnTo>
                  <a:pt x="660" y="315"/>
                </a:lnTo>
                <a:lnTo>
                  <a:pt x="660" y="316"/>
                </a:lnTo>
                <a:lnTo>
                  <a:pt x="660" y="317"/>
                </a:lnTo>
                <a:lnTo>
                  <a:pt x="661" y="317"/>
                </a:lnTo>
                <a:lnTo>
                  <a:pt x="662" y="317"/>
                </a:lnTo>
                <a:lnTo>
                  <a:pt x="663" y="318"/>
                </a:lnTo>
                <a:lnTo>
                  <a:pt x="663" y="319"/>
                </a:lnTo>
                <a:lnTo>
                  <a:pt x="663" y="320"/>
                </a:lnTo>
                <a:lnTo>
                  <a:pt x="664" y="320"/>
                </a:lnTo>
                <a:lnTo>
                  <a:pt x="664" y="321"/>
                </a:lnTo>
                <a:lnTo>
                  <a:pt x="663" y="321"/>
                </a:lnTo>
                <a:lnTo>
                  <a:pt x="664" y="322"/>
                </a:lnTo>
                <a:lnTo>
                  <a:pt x="666" y="323"/>
                </a:lnTo>
                <a:lnTo>
                  <a:pt x="667" y="323"/>
                </a:lnTo>
                <a:lnTo>
                  <a:pt x="667" y="324"/>
                </a:lnTo>
                <a:lnTo>
                  <a:pt x="668" y="324"/>
                </a:lnTo>
                <a:lnTo>
                  <a:pt x="669" y="326"/>
                </a:lnTo>
                <a:lnTo>
                  <a:pt x="668" y="328"/>
                </a:lnTo>
                <a:lnTo>
                  <a:pt x="668" y="330"/>
                </a:lnTo>
                <a:lnTo>
                  <a:pt x="667" y="330"/>
                </a:lnTo>
                <a:lnTo>
                  <a:pt x="667" y="331"/>
                </a:lnTo>
                <a:lnTo>
                  <a:pt x="667" y="332"/>
                </a:lnTo>
                <a:lnTo>
                  <a:pt x="667" y="333"/>
                </a:lnTo>
                <a:lnTo>
                  <a:pt x="667" y="334"/>
                </a:lnTo>
                <a:lnTo>
                  <a:pt x="668" y="333"/>
                </a:lnTo>
                <a:lnTo>
                  <a:pt x="669" y="333"/>
                </a:lnTo>
                <a:lnTo>
                  <a:pt x="670" y="332"/>
                </a:lnTo>
                <a:lnTo>
                  <a:pt x="671" y="331"/>
                </a:lnTo>
                <a:lnTo>
                  <a:pt x="672" y="331"/>
                </a:lnTo>
                <a:lnTo>
                  <a:pt x="673" y="333"/>
                </a:lnTo>
                <a:lnTo>
                  <a:pt x="673" y="334"/>
                </a:lnTo>
                <a:lnTo>
                  <a:pt x="675" y="335"/>
                </a:lnTo>
                <a:lnTo>
                  <a:pt x="676" y="335"/>
                </a:lnTo>
                <a:lnTo>
                  <a:pt x="676" y="336"/>
                </a:lnTo>
                <a:lnTo>
                  <a:pt x="677" y="336"/>
                </a:lnTo>
                <a:lnTo>
                  <a:pt x="677" y="337"/>
                </a:lnTo>
                <a:lnTo>
                  <a:pt x="678" y="337"/>
                </a:lnTo>
                <a:lnTo>
                  <a:pt x="678" y="336"/>
                </a:lnTo>
                <a:lnTo>
                  <a:pt x="678" y="335"/>
                </a:lnTo>
                <a:lnTo>
                  <a:pt x="679" y="335"/>
                </a:lnTo>
                <a:lnTo>
                  <a:pt x="680" y="335"/>
                </a:lnTo>
                <a:lnTo>
                  <a:pt x="682" y="337"/>
                </a:lnTo>
                <a:lnTo>
                  <a:pt x="682" y="339"/>
                </a:lnTo>
                <a:lnTo>
                  <a:pt x="682" y="340"/>
                </a:lnTo>
                <a:lnTo>
                  <a:pt x="684" y="343"/>
                </a:lnTo>
                <a:lnTo>
                  <a:pt x="684" y="344"/>
                </a:lnTo>
                <a:lnTo>
                  <a:pt x="684" y="345"/>
                </a:lnTo>
                <a:lnTo>
                  <a:pt x="684" y="346"/>
                </a:lnTo>
                <a:lnTo>
                  <a:pt x="684" y="347"/>
                </a:lnTo>
                <a:lnTo>
                  <a:pt x="683" y="347"/>
                </a:lnTo>
                <a:lnTo>
                  <a:pt x="683" y="348"/>
                </a:lnTo>
                <a:lnTo>
                  <a:pt x="682" y="349"/>
                </a:lnTo>
                <a:lnTo>
                  <a:pt x="682" y="350"/>
                </a:lnTo>
                <a:lnTo>
                  <a:pt x="682" y="351"/>
                </a:lnTo>
                <a:lnTo>
                  <a:pt x="684" y="352"/>
                </a:lnTo>
                <a:lnTo>
                  <a:pt x="685" y="353"/>
                </a:lnTo>
                <a:lnTo>
                  <a:pt x="686" y="353"/>
                </a:lnTo>
                <a:lnTo>
                  <a:pt x="686" y="354"/>
                </a:lnTo>
                <a:lnTo>
                  <a:pt x="685" y="355"/>
                </a:lnTo>
                <a:lnTo>
                  <a:pt x="687" y="358"/>
                </a:lnTo>
                <a:lnTo>
                  <a:pt x="688" y="358"/>
                </a:lnTo>
                <a:lnTo>
                  <a:pt x="689" y="358"/>
                </a:lnTo>
                <a:lnTo>
                  <a:pt x="690" y="359"/>
                </a:lnTo>
                <a:lnTo>
                  <a:pt x="691" y="359"/>
                </a:lnTo>
                <a:lnTo>
                  <a:pt x="691" y="358"/>
                </a:lnTo>
                <a:lnTo>
                  <a:pt x="692" y="357"/>
                </a:lnTo>
                <a:lnTo>
                  <a:pt x="693" y="357"/>
                </a:lnTo>
                <a:lnTo>
                  <a:pt x="695" y="358"/>
                </a:lnTo>
                <a:lnTo>
                  <a:pt x="695" y="359"/>
                </a:lnTo>
                <a:lnTo>
                  <a:pt x="696" y="359"/>
                </a:lnTo>
                <a:lnTo>
                  <a:pt x="697" y="359"/>
                </a:lnTo>
                <a:lnTo>
                  <a:pt x="697" y="361"/>
                </a:lnTo>
                <a:lnTo>
                  <a:pt x="696" y="362"/>
                </a:lnTo>
                <a:lnTo>
                  <a:pt x="696" y="363"/>
                </a:lnTo>
                <a:lnTo>
                  <a:pt x="697" y="363"/>
                </a:lnTo>
                <a:lnTo>
                  <a:pt x="697" y="364"/>
                </a:lnTo>
                <a:lnTo>
                  <a:pt x="697" y="365"/>
                </a:lnTo>
                <a:lnTo>
                  <a:pt x="698" y="365"/>
                </a:lnTo>
                <a:lnTo>
                  <a:pt x="697" y="367"/>
                </a:lnTo>
                <a:lnTo>
                  <a:pt x="695" y="367"/>
                </a:lnTo>
                <a:lnTo>
                  <a:pt x="694" y="367"/>
                </a:lnTo>
                <a:lnTo>
                  <a:pt x="693" y="368"/>
                </a:lnTo>
                <a:lnTo>
                  <a:pt x="692" y="369"/>
                </a:lnTo>
                <a:lnTo>
                  <a:pt x="692" y="370"/>
                </a:lnTo>
                <a:lnTo>
                  <a:pt x="692" y="371"/>
                </a:lnTo>
                <a:lnTo>
                  <a:pt x="691" y="372"/>
                </a:lnTo>
                <a:lnTo>
                  <a:pt x="690" y="372"/>
                </a:lnTo>
                <a:lnTo>
                  <a:pt x="689" y="372"/>
                </a:lnTo>
                <a:lnTo>
                  <a:pt x="688" y="373"/>
                </a:lnTo>
                <a:lnTo>
                  <a:pt x="686" y="373"/>
                </a:lnTo>
                <a:lnTo>
                  <a:pt x="685" y="374"/>
                </a:lnTo>
                <a:lnTo>
                  <a:pt x="684" y="375"/>
                </a:lnTo>
                <a:lnTo>
                  <a:pt x="683" y="375"/>
                </a:lnTo>
                <a:lnTo>
                  <a:pt x="684" y="375"/>
                </a:lnTo>
                <a:lnTo>
                  <a:pt x="684" y="376"/>
                </a:lnTo>
                <a:lnTo>
                  <a:pt x="682" y="376"/>
                </a:lnTo>
                <a:lnTo>
                  <a:pt x="681" y="376"/>
                </a:lnTo>
                <a:lnTo>
                  <a:pt x="681" y="377"/>
                </a:lnTo>
                <a:lnTo>
                  <a:pt x="682" y="378"/>
                </a:lnTo>
                <a:lnTo>
                  <a:pt x="680" y="378"/>
                </a:lnTo>
                <a:lnTo>
                  <a:pt x="680" y="377"/>
                </a:lnTo>
                <a:lnTo>
                  <a:pt x="679" y="377"/>
                </a:lnTo>
                <a:lnTo>
                  <a:pt x="678" y="377"/>
                </a:lnTo>
                <a:lnTo>
                  <a:pt x="678" y="378"/>
                </a:lnTo>
                <a:lnTo>
                  <a:pt x="677" y="378"/>
                </a:lnTo>
                <a:lnTo>
                  <a:pt x="676" y="379"/>
                </a:lnTo>
                <a:lnTo>
                  <a:pt x="676" y="378"/>
                </a:lnTo>
                <a:lnTo>
                  <a:pt x="675" y="379"/>
                </a:lnTo>
                <a:lnTo>
                  <a:pt x="674" y="380"/>
                </a:lnTo>
                <a:lnTo>
                  <a:pt x="674" y="381"/>
                </a:lnTo>
                <a:lnTo>
                  <a:pt x="673" y="382"/>
                </a:lnTo>
                <a:lnTo>
                  <a:pt x="672" y="382"/>
                </a:lnTo>
                <a:lnTo>
                  <a:pt x="671" y="382"/>
                </a:lnTo>
                <a:lnTo>
                  <a:pt x="670" y="382"/>
                </a:lnTo>
                <a:lnTo>
                  <a:pt x="670" y="384"/>
                </a:lnTo>
                <a:lnTo>
                  <a:pt x="669" y="384"/>
                </a:lnTo>
                <a:lnTo>
                  <a:pt x="669" y="383"/>
                </a:lnTo>
                <a:lnTo>
                  <a:pt x="668" y="383"/>
                </a:lnTo>
                <a:lnTo>
                  <a:pt x="667" y="383"/>
                </a:lnTo>
                <a:lnTo>
                  <a:pt x="665" y="385"/>
                </a:lnTo>
                <a:lnTo>
                  <a:pt x="665" y="386"/>
                </a:lnTo>
                <a:lnTo>
                  <a:pt x="664" y="386"/>
                </a:lnTo>
                <a:lnTo>
                  <a:pt x="664" y="387"/>
                </a:lnTo>
                <a:lnTo>
                  <a:pt x="664" y="390"/>
                </a:lnTo>
                <a:lnTo>
                  <a:pt x="664" y="393"/>
                </a:lnTo>
                <a:lnTo>
                  <a:pt x="663" y="394"/>
                </a:lnTo>
                <a:lnTo>
                  <a:pt x="664" y="394"/>
                </a:lnTo>
                <a:lnTo>
                  <a:pt x="664" y="395"/>
                </a:lnTo>
                <a:lnTo>
                  <a:pt x="664" y="394"/>
                </a:lnTo>
                <a:lnTo>
                  <a:pt x="665" y="395"/>
                </a:lnTo>
                <a:lnTo>
                  <a:pt x="666" y="395"/>
                </a:lnTo>
                <a:lnTo>
                  <a:pt x="666" y="396"/>
                </a:lnTo>
                <a:lnTo>
                  <a:pt x="666" y="397"/>
                </a:lnTo>
                <a:lnTo>
                  <a:pt x="666" y="398"/>
                </a:lnTo>
                <a:lnTo>
                  <a:pt x="665" y="398"/>
                </a:lnTo>
                <a:lnTo>
                  <a:pt x="663" y="398"/>
                </a:lnTo>
                <a:lnTo>
                  <a:pt x="661" y="398"/>
                </a:lnTo>
                <a:lnTo>
                  <a:pt x="660" y="398"/>
                </a:lnTo>
                <a:lnTo>
                  <a:pt x="660" y="399"/>
                </a:lnTo>
                <a:lnTo>
                  <a:pt x="658" y="399"/>
                </a:lnTo>
                <a:lnTo>
                  <a:pt x="658" y="400"/>
                </a:lnTo>
                <a:lnTo>
                  <a:pt x="657" y="400"/>
                </a:lnTo>
                <a:lnTo>
                  <a:pt x="657" y="401"/>
                </a:lnTo>
                <a:lnTo>
                  <a:pt x="656" y="401"/>
                </a:lnTo>
                <a:lnTo>
                  <a:pt x="655" y="403"/>
                </a:lnTo>
                <a:lnTo>
                  <a:pt x="654" y="404"/>
                </a:lnTo>
                <a:lnTo>
                  <a:pt x="654" y="405"/>
                </a:lnTo>
                <a:lnTo>
                  <a:pt x="653" y="405"/>
                </a:lnTo>
                <a:lnTo>
                  <a:pt x="653" y="406"/>
                </a:lnTo>
                <a:lnTo>
                  <a:pt x="651" y="407"/>
                </a:lnTo>
                <a:lnTo>
                  <a:pt x="651" y="408"/>
                </a:lnTo>
                <a:lnTo>
                  <a:pt x="650" y="408"/>
                </a:lnTo>
                <a:lnTo>
                  <a:pt x="649" y="410"/>
                </a:lnTo>
                <a:lnTo>
                  <a:pt x="648" y="411"/>
                </a:lnTo>
                <a:lnTo>
                  <a:pt x="648" y="412"/>
                </a:lnTo>
                <a:lnTo>
                  <a:pt x="648" y="413"/>
                </a:lnTo>
                <a:lnTo>
                  <a:pt x="647" y="414"/>
                </a:lnTo>
                <a:lnTo>
                  <a:pt x="647" y="415"/>
                </a:lnTo>
                <a:lnTo>
                  <a:pt x="647" y="416"/>
                </a:lnTo>
                <a:lnTo>
                  <a:pt x="646" y="418"/>
                </a:lnTo>
                <a:lnTo>
                  <a:pt x="646" y="420"/>
                </a:lnTo>
                <a:lnTo>
                  <a:pt x="646" y="421"/>
                </a:lnTo>
                <a:lnTo>
                  <a:pt x="646" y="422"/>
                </a:lnTo>
                <a:lnTo>
                  <a:pt x="646" y="423"/>
                </a:lnTo>
                <a:lnTo>
                  <a:pt x="645" y="424"/>
                </a:lnTo>
                <a:lnTo>
                  <a:pt x="645" y="426"/>
                </a:lnTo>
                <a:lnTo>
                  <a:pt x="645" y="428"/>
                </a:lnTo>
                <a:lnTo>
                  <a:pt x="645" y="429"/>
                </a:lnTo>
                <a:lnTo>
                  <a:pt x="645" y="430"/>
                </a:lnTo>
                <a:lnTo>
                  <a:pt x="644" y="433"/>
                </a:lnTo>
                <a:lnTo>
                  <a:pt x="644" y="434"/>
                </a:lnTo>
                <a:lnTo>
                  <a:pt x="644" y="435"/>
                </a:lnTo>
                <a:lnTo>
                  <a:pt x="643" y="437"/>
                </a:lnTo>
                <a:lnTo>
                  <a:pt x="643" y="438"/>
                </a:lnTo>
                <a:lnTo>
                  <a:pt x="643" y="440"/>
                </a:lnTo>
                <a:lnTo>
                  <a:pt x="642" y="441"/>
                </a:lnTo>
                <a:lnTo>
                  <a:pt x="642" y="442"/>
                </a:lnTo>
                <a:lnTo>
                  <a:pt x="642" y="443"/>
                </a:lnTo>
                <a:lnTo>
                  <a:pt x="642" y="444"/>
                </a:lnTo>
                <a:lnTo>
                  <a:pt x="642" y="445"/>
                </a:lnTo>
                <a:lnTo>
                  <a:pt x="642" y="448"/>
                </a:lnTo>
                <a:lnTo>
                  <a:pt x="642" y="449"/>
                </a:lnTo>
                <a:lnTo>
                  <a:pt x="642" y="451"/>
                </a:lnTo>
                <a:lnTo>
                  <a:pt x="643" y="452"/>
                </a:lnTo>
                <a:lnTo>
                  <a:pt x="643" y="451"/>
                </a:lnTo>
                <a:lnTo>
                  <a:pt x="644" y="451"/>
                </a:lnTo>
                <a:lnTo>
                  <a:pt x="644" y="452"/>
                </a:lnTo>
                <a:lnTo>
                  <a:pt x="645" y="453"/>
                </a:lnTo>
                <a:lnTo>
                  <a:pt x="647" y="455"/>
                </a:lnTo>
                <a:lnTo>
                  <a:pt x="648" y="456"/>
                </a:lnTo>
                <a:lnTo>
                  <a:pt x="648" y="458"/>
                </a:lnTo>
                <a:lnTo>
                  <a:pt x="649" y="458"/>
                </a:lnTo>
                <a:lnTo>
                  <a:pt x="649" y="459"/>
                </a:lnTo>
                <a:lnTo>
                  <a:pt x="648" y="460"/>
                </a:lnTo>
                <a:lnTo>
                  <a:pt x="647" y="460"/>
                </a:lnTo>
                <a:lnTo>
                  <a:pt x="647" y="461"/>
                </a:lnTo>
                <a:lnTo>
                  <a:pt x="648" y="460"/>
                </a:lnTo>
                <a:lnTo>
                  <a:pt x="649" y="460"/>
                </a:lnTo>
                <a:lnTo>
                  <a:pt x="648" y="462"/>
                </a:lnTo>
                <a:lnTo>
                  <a:pt x="647" y="462"/>
                </a:lnTo>
                <a:lnTo>
                  <a:pt x="647" y="463"/>
                </a:lnTo>
                <a:lnTo>
                  <a:pt x="647" y="464"/>
                </a:lnTo>
                <a:lnTo>
                  <a:pt x="648" y="464"/>
                </a:lnTo>
                <a:lnTo>
                  <a:pt x="647" y="466"/>
                </a:lnTo>
                <a:lnTo>
                  <a:pt x="647" y="467"/>
                </a:lnTo>
                <a:lnTo>
                  <a:pt x="646" y="467"/>
                </a:lnTo>
                <a:lnTo>
                  <a:pt x="645" y="467"/>
                </a:lnTo>
                <a:lnTo>
                  <a:pt x="645" y="468"/>
                </a:lnTo>
                <a:lnTo>
                  <a:pt x="646" y="468"/>
                </a:lnTo>
                <a:lnTo>
                  <a:pt x="646" y="469"/>
                </a:lnTo>
                <a:lnTo>
                  <a:pt x="645" y="470"/>
                </a:lnTo>
                <a:lnTo>
                  <a:pt x="644" y="471"/>
                </a:lnTo>
                <a:lnTo>
                  <a:pt x="643" y="471"/>
                </a:lnTo>
                <a:lnTo>
                  <a:pt x="642" y="471"/>
                </a:lnTo>
                <a:lnTo>
                  <a:pt x="641" y="472"/>
                </a:lnTo>
                <a:lnTo>
                  <a:pt x="640" y="473"/>
                </a:lnTo>
                <a:lnTo>
                  <a:pt x="639" y="473"/>
                </a:lnTo>
                <a:lnTo>
                  <a:pt x="639" y="472"/>
                </a:lnTo>
                <a:lnTo>
                  <a:pt x="639" y="471"/>
                </a:lnTo>
                <a:lnTo>
                  <a:pt x="638" y="471"/>
                </a:lnTo>
                <a:lnTo>
                  <a:pt x="637" y="471"/>
                </a:lnTo>
                <a:lnTo>
                  <a:pt x="636" y="472"/>
                </a:lnTo>
                <a:lnTo>
                  <a:pt x="636" y="473"/>
                </a:lnTo>
                <a:lnTo>
                  <a:pt x="636" y="474"/>
                </a:lnTo>
                <a:lnTo>
                  <a:pt x="635" y="475"/>
                </a:lnTo>
                <a:lnTo>
                  <a:pt x="635" y="476"/>
                </a:lnTo>
                <a:lnTo>
                  <a:pt x="634" y="477"/>
                </a:lnTo>
                <a:lnTo>
                  <a:pt x="634" y="478"/>
                </a:lnTo>
                <a:lnTo>
                  <a:pt x="633" y="480"/>
                </a:lnTo>
                <a:lnTo>
                  <a:pt x="632" y="481"/>
                </a:lnTo>
                <a:lnTo>
                  <a:pt x="632" y="482"/>
                </a:lnTo>
                <a:lnTo>
                  <a:pt x="632" y="483"/>
                </a:lnTo>
                <a:lnTo>
                  <a:pt x="632" y="484"/>
                </a:lnTo>
                <a:lnTo>
                  <a:pt x="632" y="485"/>
                </a:lnTo>
                <a:lnTo>
                  <a:pt x="631" y="484"/>
                </a:lnTo>
                <a:lnTo>
                  <a:pt x="630" y="486"/>
                </a:lnTo>
                <a:lnTo>
                  <a:pt x="629" y="487"/>
                </a:lnTo>
                <a:lnTo>
                  <a:pt x="629" y="488"/>
                </a:lnTo>
                <a:lnTo>
                  <a:pt x="628" y="489"/>
                </a:lnTo>
                <a:lnTo>
                  <a:pt x="628" y="490"/>
                </a:lnTo>
                <a:lnTo>
                  <a:pt x="628" y="491"/>
                </a:lnTo>
                <a:lnTo>
                  <a:pt x="629" y="492"/>
                </a:lnTo>
                <a:lnTo>
                  <a:pt x="629" y="493"/>
                </a:lnTo>
                <a:lnTo>
                  <a:pt x="628" y="494"/>
                </a:lnTo>
                <a:lnTo>
                  <a:pt x="625" y="497"/>
                </a:lnTo>
                <a:lnTo>
                  <a:pt x="622" y="499"/>
                </a:lnTo>
                <a:lnTo>
                  <a:pt x="623" y="501"/>
                </a:lnTo>
                <a:lnTo>
                  <a:pt x="624" y="501"/>
                </a:lnTo>
                <a:lnTo>
                  <a:pt x="624" y="502"/>
                </a:lnTo>
                <a:lnTo>
                  <a:pt x="623" y="502"/>
                </a:lnTo>
                <a:lnTo>
                  <a:pt x="622" y="502"/>
                </a:lnTo>
                <a:lnTo>
                  <a:pt x="619" y="503"/>
                </a:lnTo>
                <a:lnTo>
                  <a:pt x="619" y="504"/>
                </a:lnTo>
                <a:lnTo>
                  <a:pt x="618" y="502"/>
                </a:lnTo>
                <a:lnTo>
                  <a:pt x="618" y="503"/>
                </a:lnTo>
                <a:lnTo>
                  <a:pt x="617" y="503"/>
                </a:lnTo>
                <a:lnTo>
                  <a:pt x="618" y="503"/>
                </a:lnTo>
                <a:lnTo>
                  <a:pt x="617" y="504"/>
                </a:lnTo>
                <a:lnTo>
                  <a:pt x="617" y="505"/>
                </a:lnTo>
                <a:lnTo>
                  <a:pt x="616" y="506"/>
                </a:lnTo>
                <a:lnTo>
                  <a:pt x="615" y="507"/>
                </a:lnTo>
                <a:lnTo>
                  <a:pt x="614" y="509"/>
                </a:lnTo>
                <a:lnTo>
                  <a:pt x="613" y="510"/>
                </a:lnTo>
                <a:lnTo>
                  <a:pt x="613" y="511"/>
                </a:lnTo>
                <a:lnTo>
                  <a:pt x="612" y="512"/>
                </a:lnTo>
                <a:lnTo>
                  <a:pt x="611" y="512"/>
                </a:lnTo>
                <a:lnTo>
                  <a:pt x="611" y="513"/>
                </a:lnTo>
                <a:lnTo>
                  <a:pt x="609" y="513"/>
                </a:lnTo>
                <a:lnTo>
                  <a:pt x="608" y="513"/>
                </a:lnTo>
                <a:lnTo>
                  <a:pt x="608" y="512"/>
                </a:lnTo>
                <a:lnTo>
                  <a:pt x="608" y="511"/>
                </a:lnTo>
                <a:lnTo>
                  <a:pt x="609" y="510"/>
                </a:lnTo>
                <a:lnTo>
                  <a:pt x="610" y="508"/>
                </a:lnTo>
                <a:lnTo>
                  <a:pt x="611" y="507"/>
                </a:lnTo>
                <a:lnTo>
                  <a:pt x="613" y="505"/>
                </a:lnTo>
                <a:lnTo>
                  <a:pt x="614" y="504"/>
                </a:lnTo>
                <a:lnTo>
                  <a:pt x="616" y="503"/>
                </a:lnTo>
                <a:lnTo>
                  <a:pt x="617" y="502"/>
                </a:lnTo>
                <a:lnTo>
                  <a:pt x="617" y="501"/>
                </a:lnTo>
                <a:lnTo>
                  <a:pt x="616" y="502"/>
                </a:lnTo>
                <a:lnTo>
                  <a:pt x="615" y="503"/>
                </a:lnTo>
                <a:lnTo>
                  <a:pt x="614" y="503"/>
                </a:lnTo>
                <a:lnTo>
                  <a:pt x="613" y="503"/>
                </a:lnTo>
                <a:lnTo>
                  <a:pt x="612" y="503"/>
                </a:lnTo>
                <a:lnTo>
                  <a:pt x="612" y="504"/>
                </a:lnTo>
                <a:lnTo>
                  <a:pt x="612" y="503"/>
                </a:lnTo>
                <a:lnTo>
                  <a:pt x="612" y="504"/>
                </a:lnTo>
                <a:lnTo>
                  <a:pt x="611" y="504"/>
                </a:lnTo>
                <a:lnTo>
                  <a:pt x="610" y="505"/>
                </a:lnTo>
                <a:lnTo>
                  <a:pt x="610" y="506"/>
                </a:lnTo>
                <a:lnTo>
                  <a:pt x="609" y="506"/>
                </a:lnTo>
                <a:lnTo>
                  <a:pt x="608" y="507"/>
                </a:lnTo>
                <a:lnTo>
                  <a:pt x="607" y="507"/>
                </a:lnTo>
                <a:lnTo>
                  <a:pt x="606" y="508"/>
                </a:lnTo>
                <a:lnTo>
                  <a:pt x="605" y="508"/>
                </a:lnTo>
                <a:lnTo>
                  <a:pt x="605" y="507"/>
                </a:lnTo>
                <a:lnTo>
                  <a:pt x="604" y="507"/>
                </a:lnTo>
                <a:lnTo>
                  <a:pt x="604" y="506"/>
                </a:lnTo>
                <a:lnTo>
                  <a:pt x="603" y="506"/>
                </a:lnTo>
                <a:lnTo>
                  <a:pt x="604" y="505"/>
                </a:lnTo>
                <a:lnTo>
                  <a:pt x="605" y="505"/>
                </a:lnTo>
                <a:lnTo>
                  <a:pt x="605" y="504"/>
                </a:lnTo>
                <a:lnTo>
                  <a:pt x="604" y="504"/>
                </a:lnTo>
                <a:lnTo>
                  <a:pt x="603" y="504"/>
                </a:lnTo>
                <a:lnTo>
                  <a:pt x="603" y="503"/>
                </a:lnTo>
                <a:lnTo>
                  <a:pt x="603" y="502"/>
                </a:lnTo>
                <a:lnTo>
                  <a:pt x="603" y="501"/>
                </a:lnTo>
                <a:lnTo>
                  <a:pt x="602" y="500"/>
                </a:lnTo>
                <a:lnTo>
                  <a:pt x="602" y="499"/>
                </a:lnTo>
                <a:lnTo>
                  <a:pt x="602" y="500"/>
                </a:lnTo>
                <a:lnTo>
                  <a:pt x="603" y="503"/>
                </a:lnTo>
                <a:lnTo>
                  <a:pt x="603" y="504"/>
                </a:lnTo>
                <a:lnTo>
                  <a:pt x="604" y="504"/>
                </a:lnTo>
                <a:lnTo>
                  <a:pt x="604" y="505"/>
                </a:lnTo>
                <a:lnTo>
                  <a:pt x="603" y="505"/>
                </a:lnTo>
                <a:lnTo>
                  <a:pt x="603" y="506"/>
                </a:lnTo>
                <a:lnTo>
                  <a:pt x="603" y="507"/>
                </a:lnTo>
                <a:lnTo>
                  <a:pt x="602" y="507"/>
                </a:lnTo>
                <a:lnTo>
                  <a:pt x="602" y="508"/>
                </a:lnTo>
                <a:lnTo>
                  <a:pt x="601" y="509"/>
                </a:lnTo>
                <a:lnTo>
                  <a:pt x="601" y="508"/>
                </a:lnTo>
                <a:lnTo>
                  <a:pt x="600" y="508"/>
                </a:lnTo>
                <a:lnTo>
                  <a:pt x="600" y="510"/>
                </a:lnTo>
                <a:lnTo>
                  <a:pt x="599" y="511"/>
                </a:lnTo>
                <a:lnTo>
                  <a:pt x="598" y="512"/>
                </a:lnTo>
                <a:lnTo>
                  <a:pt x="597" y="512"/>
                </a:lnTo>
                <a:lnTo>
                  <a:pt x="594" y="513"/>
                </a:lnTo>
                <a:lnTo>
                  <a:pt x="592" y="513"/>
                </a:lnTo>
                <a:lnTo>
                  <a:pt x="591" y="513"/>
                </a:lnTo>
                <a:lnTo>
                  <a:pt x="590" y="513"/>
                </a:lnTo>
                <a:lnTo>
                  <a:pt x="588" y="513"/>
                </a:lnTo>
                <a:lnTo>
                  <a:pt x="587" y="513"/>
                </a:lnTo>
                <a:lnTo>
                  <a:pt x="586" y="513"/>
                </a:lnTo>
                <a:lnTo>
                  <a:pt x="585" y="513"/>
                </a:lnTo>
                <a:lnTo>
                  <a:pt x="585" y="512"/>
                </a:lnTo>
                <a:lnTo>
                  <a:pt x="584" y="513"/>
                </a:lnTo>
                <a:lnTo>
                  <a:pt x="584" y="512"/>
                </a:lnTo>
                <a:lnTo>
                  <a:pt x="583" y="511"/>
                </a:lnTo>
                <a:lnTo>
                  <a:pt x="582" y="512"/>
                </a:lnTo>
                <a:lnTo>
                  <a:pt x="581" y="511"/>
                </a:lnTo>
                <a:lnTo>
                  <a:pt x="580" y="511"/>
                </a:lnTo>
                <a:lnTo>
                  <a:pt x="578" y="511"/>
                </a:lnTo>
                <a:lnTo>
                  <a:pt x="577" y="511"/>
                </a:lnTo>
                <a:lnTo>
                  <a:pt x="576" y="512"/>
                </a:lnTo>
                <a:lnTo>
                  <a:pt x="577" y="512"/>
                </a:lnTo>
                <a:lnTo>
                  <a:pt x="577" y="513"/>
                </a:lnTo>
                <a:lnTo>
                  <a:pt x="576" y="512"/>
                </a:lnTo>
                <a:lnTo>
                  <a:pt x="574" y="514"/>
                </a:lnTo>
                <a:lnTo>
                  <a:pt x="573" y="514"/>
                </a:lnTo>
                <a:lnTo>
                  <a:pt x="572" y="515"/>
                </a:lnTo>
                <a:lnTo>
                  <a:pt x="571" y="515"/>
                </a:lnTo>
                <a:lnTo>
                  <a:pt x="570" y="515"/>
                </a:lnTo>
                <a:lnTo>
                  <a:pt x="569" y="515"/>
                </a:lnTo>
                <a:lnTo>
                  <a:pt x="569" y="514"/>
                </a:lnTo>
                <a:lnTo>
                  <a:pt x="568" y="514"/>
                </a:lnTo>
                <a:lnTo>
                  <a:pt x="568" y="515"/>
                </a:lnTo>
                <a:lnTo>
                  <a:pt x="567" y="514"/>
                </a:lnTo>
                <a:lnTo>
                  <a:pt x="567" y="515"/>
                </a:lnTo>
                <a:lnTo>
                  <a:pt x="568" y="515"/>
                </a:lnTo>
                <a:lnTo>
                  <a:pt x="569" y="516"/>
                </a:lnTo>
                <a:lnTo>
                  <a:pt x="570" y="517"/>
                </a:lnTo>
                <a:lnTo>
                  <a:pt x="573" y="519"/>
                </a:lnTo>
                <a:lnTo>
                  <a:pt x="573" y="520"/>
                </a:lnTo>
                <a:lnTo>
                  <a:pt x="572" y="521"/>
                </a:lnTo>
                <a:lnTo>
                  <a:pt x="571" y="520"/>
                </a:lnTo>
                <a:lnTo>
                  <a:pt x="568" y="519"/>
                </a:lnTo>
                <a:lnTo>
                  <a:pt x="568" y="521"/>
                </a:lnTo>
                <a:lnTo>
                  <a:pt x="569" y="521"/>
                </a:lnTo>
                <a:lnTo>
                  <a:pt x="570" y="522"/>
                </a:lnTo>
                <a:lnTo>
                  <a:pt x="569" y="522"/>
                </a:lnTo>
                <a:lnTo>
                  <a:pt x="569" y="523"/>
                </a:lnTo>
                <a:lnTo>
                  <a:pt x="565" y="522"/>
                </a:lnTo>
                <a:lnTo>
                  <a:pt x="564" y="523"/>
                </a:lnTo>
                <a:lnTo>
                  <a:pt x="566" y="524"/>
                </a:lnTo>
                <a:lnTo>
                  <a:pt x="565" y="526"/>
                </a:lnTo>
                <a:lnTo>
                  <a:pt x="563" y="525"/>
                </a:lnTo>
                <a:lnTo>
                  <a:pt x="562" y="525"/>
                </a:lnTo>
                <a:lnTo>
                  <a:pt x="561" y="525"/>
                </a:lnTo>
                <a:lnTo>
                  <a:pt x="561" y="526"/>
                </a:lnTo>
                <a:lnTo>
                  <a:pt x="562" y="526"/>
                </a:lnTo>
                <a:lnTo>
                  <a:pt x="562" y="527"/>
                </a:lnTo>
                <a:lnTo>
                  <a:pt x="563" y="529"/>
                </a:lnTo>
                <a:lnTo>
                  <a:pt x="563" y="530"/>
                </a:lnTo>
                <a:lnTo>
                  <a:pt x="564" y="530"/>
                </a:lnTo>
                <a:lnTo>
                  <a:pt x="568" y="530"/>
                </a:lnTo>
                <a:lnTo>
                  <a:pt x="569" y="531"/>
                </a:lnTo>
                <a:lnTo>
                  <a:pt x="570" y="532"/>
                </a:lnTo>
                <a:lnTo>
                  <a:pt x="570" y="533"/>
                </a:lnTo>
                <a:lnTo>
                  <a:pt x="571" y="534"/>
                </a:lnTo>
                <a:lnTo>
                  <a:pt x="572" y="535"/>
                </a:lnTo>
                <a:lnTo>
                  <a:pt x="573" y="536"/>
                </a:lnTo>
                <a:lnTo>
                  <a:pt x="573" y="537"/>
                </a:lnTo>
                <a:lnTo>
                  <a:pt x="574" y="538"/>
                </a:lnTo>
                <a:lnTo>
                  <a:pt x="575" y="536"/>
                </a:lnTo>
                <a:lnTo>
                  <a:pt x="576" y="534"/>
                </a:lnTo>
                <a:lnTo>
                  <a:pt x="578" y="531"/>
                </a:lnTo>
                <a:lnTo>
                  <a:pt x="579" y="530"/>
                </a:lnTo>
                <a:lnTo>
                  <a:pt x="579" y="529"/>
                </a:lnTo>
                <a:lnTo>
                  <a:pt x="580" y="528"/>
                </a:lnTo>
                <a:lnTo>
                  <a:pt x="579" y="527"/>
                </a:lnTo>
                <a:lnTo>
                  <a:pt x="578" y="526"/>
                </a:lnTo>
                <a:lnTo>
                  <a:pt x="580" y="524"/>
                </a:lnTo>
                <a:lnTo>
                  <a:pt x="582" y="526"/>
                </a:lnTo>
                <a:lnTo>
                  <a:pt x="582" y="527"/>
                </a:lnTo>
                <a:lnTo>
                  <a:pt x="582" y="528"/>
                </a:lnTo>
                <a:lnTo>
                  <a:pt x="581" y="533"/>
                </a:lnTo>
                <a:lnTo>
                  <a:pt x="579" y="536"/>
                </a:lnTo>
                <a:lnTo>
                  <a:pt x="578" y="540"/>
                </a:lnTo>
                <a:lnTo>
                  <a:pt x="577" y="541"/>
                </a:lnTo>
                <a:lnTo>
                  <a:pt x="575" y="544"/>
                </a:lnTo>
                <a:lnTo>
                  <a:pt x="573" y="546"/>
                </a:lnTo>
                <a:lnTo>
                  <a:pt x="570" y="550"/>
                </a:lnTo>
                <a:lnTo>
                  <a:pt x="569" y="550"/>
                </a:lnTo>
                <a:lnTo>
                  <a:pt x="568" y="550"/>
                </a:lnTo>
                <a:lnTo>
                  <a:pt x="566" y="547"/>
                </a:lnTo>
                <a:lnTo>
                  <a:pt x="566" y="546"/>
                </a:lnTo>
                <a:lnTo>
                  <a:pt x="565" y="545"/>
                </a:lnTo>
                <a:lnTo>
                  <a:pt x="565" y="544"/>
                </a:lnTo>
                <a:lnTo>
                  <a:pt x="563" y="542"/>
                </a:lnTo>
                <a:lnTo>
                  <a:pt x="563" y="541"/>
                </a:lnTo>
                <a:lnTo>
                  <a:pt x="563" y="540"/>
                </a:lnTo>
                <a:lnTo>
                  <a:pt x="563" y="539"/>
                </a:lnTo>
                <a:lnTo>
                  <a:pt x="563" y="538"/>
                </a:lnTo>
                <a:lnTo>
                  <a:pt x="563" y="537"/>
                </a:lnTo>
                <a:lnTo>
                  <a:pt x="562" y="536"/>
                </a:lnTo>
                <a:lnTo>
                  <a:pt x="562" y="535"/>
                </a:lnTo>
                <a:lnTo>
                  <a:pt x="561" y="535"/>
                </a:lnTo>
                <a:lnTo>
                  <a:pt x="560" y="536"/>
                </a:lnTo>
                <a:lnTo>
                  <a:pt x="561" y="537"/>
                </a:lnTo>
                <a:lnTo>
                  <a:pt x="561" y="538"/>
                </a:lnTo>
                <a:lnTo>
                  <a:pt x="561" y="540"/>
                </a:lnTo>
                <a:lnTo>
                  <a:pt x="562" y="541"/>
                </a:lnTo>
                <a:lnTo>
                  <a:pt x="562" y="542"/>
                </a:lnTo>
                <a:lnTo>
                  <a:pt x="562" y="543"/>
                </a:lnTo>
                <a:lnTo>
                  <a:pt x="562" y="544"/>
                </a:lnTo>
                <a:lnTo>
                  <a:pt x="562" y="545"/>
                </a:lnTo>
                <a:lnTo>
                  <a:pt x="562" y="546"/>
                </a:lnTo>
                <a:lnTo>
                  <a:pt x="561" y="546"/>
                </a:lnTo>
                <a:lnTo>
                  <a:pt x="560" y="545"/>
                </a:lnTo>
                <a:lnTo>
                  <a:pt x="559" y="545"/>
                </a:lnTo>
                <a:lnTo>
                  <a:pt x="558" y="545"/>
                </a:lnTo>
                <a:lnTo>
                  <a:pt x="557" y="540"/>
                </a:lnTo>
                <a:lnTo>
                  <a:pt x="557" y="538"/>
                </a:lnTo>
                <a:lnTo>
                  <a:pt x="558" y="536"/>
                </a:lnTo>
                <a:lnTo>
                  <a:pt x="559" y="534"/>
                </a:lnTo>
                <a:lnTo>
                  <a:pt x="560" y="534"/>
                </a:lnTo>
                <a:lnTo>
                  <a:pt x="560" y="533"/>
                </a:lnTo>
                <a:lnTo>
                  <a:pt x="561" y="533"/>
                </a:lnTo>
                <a:lnTo>
                  <a:pt x="561" y="532"/>
                </a:lnTo>
                <a:lnTo>
                  <a:pt x="562" y="532"/>
                </a:lnTo>
                <a:lnTo>
                  <a:pt x="562" y="531"/>
                </a:lnTo>
                <a:lnTo>
                  <a:pt x="563" y="531"/>
                </a:lnTo>
                <a:lnTo>
                  <a:pt x="563" y="530"/>
                </a:lnTo>
                <a:lnTo>
                  <a:pt x="562" y="530"/>
                </a:lnTo>
                <a:lnTo>
                  <a:pt x="561" y="530"/>
                </a:lnTo>
                <a:lnTo>
                  <a:pt x="561" y="531"/>
                </a:lnTo>
                <a:lnTo>
                  <a:pt x="558" y="533"/>
                </a:lnTo>
                <a:lnTo>
                  <a:pt x="556" y="535"/>
                </a:lnTo>
                <a:lnTo>
                  <a:pt x="556" y="536"/>
                </a:lnTo>
                <a:lnTo>
                  <a:pt x="555" y="538"/>
                </a:lnTo>
                <a:lnTo>
                  <a:pt x="555" y="539"/>
                </a:lnTo>
                <a:lnTo>
                  <a:pt x="555" y="540"/>
                </a:lnTo>
                <a:lnTo>
                  <a:pt x="556" y="544"/>
                </a:lnTo>
                <a:lnTo>
                  <a:pt x="553" y="543"/>
                </a:lnTo>
                <a:lnTo>
                  <a:pt x="552" y="542"/>
                </a:lnTo>
                <a:lnTo>
                  <a:pt x="552" y="541"/>
                </a:lnTo>
                <a:lnTo>
                  <a:pt x="552" y="540"/>
                </a:lnTo>
                <a:lnTo>
                  <a:pt x="551" y="538"/>
                </a:lnTo>
                <a:lnTo>
                  <a:pt x="551" y="536"/>
                </a:lnTo>
                <a:lnTo>
                  <a:pt x="550" y="534"/>
                </a:lnTo>
                <a:lnTo>
                  <a:pt x="550" y="535"/>
                </a:lnTo>
                <a:lnTo>
                  <a:pt x="550" y="536"/>
                </a:lnTo>
                <a:lnTo>
                  <a:pt x="549" y="536"/>
                </a:lnTo>
                <a:lnTo>
                  <a:pt x="549" y="537"/>
                </a:lnTo>
                <a:lnTo>
                  <a:pt x="548" y="537"/>
                </a:lnTo>
                <a:lnTo>
                  <a:pt x="548" y="536"/>
                </a:lnTo>
                <a:lnTo>
                  <a:pt x="547" y="536"/>
                </a:lnTo>
                <a:lnTo>
                  <a:pt x="546" y="536"/>
                </a:lnTo>
                <a:lnTo>
                  <a:pt x="545" y="536"/>
                </a:lnTo>
                <a:lnTo>
                  <a:pt x="544" y="536"/>
                </a:lnTo>
                <a:lnTo>
                  <a:pt x="544" y="535"/>
                </a:lnTo>
                <a:lnTo>
                  <a:pt x="543" y="534"/>
                </a:lnTo>
                <a:lnTo>
                  <a:pt x="543" y="535"/>
                </a:lnTo>
                <a:lnTo>
                  <a:pt x="541" y="535"/>
                </a:lnTo>
                <a:lnTo>
                  <a:pt x="540" y="535"/>
                </a:lnTo>
                <a:lnTo>
                  <a:pt x="539" y="535"/>
                </a:lnTo>
                <a:lnTo>
                  <a:pt x="538" y="535"/>
                </a:lnTo>
                <a:lnTo>
                  <a:pt x="536" y="535"/>
                </a:lnTo>
                <a:lnTo>
                  <a:pt x="535" y="534"/>
                </a:lnTo>
                <a:lnTo>
                  <a:pt x="532" y="532"/>
                </a:lnTo>
                <a:lnTo>
                  <a:pt x="530" y="530"/>
                </a:lnTo>
                <a:lnTo>
                  <a:pt x="529" y="528"/>
                </a:lnTo>
                <a:lnTo>
                  <a:pt x="528" y="528"/>
                </a:lnTo>
                <a:lnTo>
                  <a:pt x="528" y="527"/>
                </a:lnTo>
                <a:lnTo>
                  <a:pt x="528" y="526"/>
                </a:lnTo>
                <a:lnTo>
                  <a:pt x="527" y="524"/>
                </a:lnTo>
                <a:lnTo>
                  <a:pt x="526" y="523"/>
                </a:lnTo>
                <a:lnTo>
                  <a:pt x="525" y="522"/>
                </a:lnTo>
                <a:lnTo>
                  <a:pt x="525" y="521"/>
                </a:lnTo>
                <a:lnTo>
                  <a:pt x="524" y="520"/>
                </a:lnTo>
                <a:lnTo>
                  <a:pt x="523" y="519"/>
                </a:lnTo>
                <a:lnTo>
                  <a:pt x="522" y="518"/>
                </a:lnTo>
                <a:lnTo>
                  <a:pt x="522" y="517"/>
                </a:lnTo>
                <a:lnTo>
                  <a:pt x="521" y="517"/>
                </a:lnTo>
                <a:lnTo>
                  <a:pt x="520" y="517"/>
                </a:lnTo>
                <a:lnTo>
                  <a:pt x="520" y="516"/>
                </a:lnTo>
                <a:lnTo>
                  <a:pt x="520" y="515"/>
                </a:lnTo>
                <a:lnTo>
                  <a:pt x="519" y="515"/>
                </a:lnTo>
                <a:lnTo>
                  <a:pt x="517" y="514"/>
                </a:lnTo>
                <a:lnTo>
                  <a:pt x="516" y="514"/>
                </a:lnTo>
                <a:lnTo>
                  <a:pt x="517" y="513"/>
                </a:lnTo>
                <a:lnTo>
                  <a:pt x="516" y="513"/>
                </a:lnTo>
                <a:lnTo>
                  <a:pt x="514" y="512"/>
                </a:lnTo>
                <a:lnTo>
                  <a:pt x="513" y="512"/>
                </a:lnTo>
                <a:lnTo>
                  <a:pt x="512" y="511"/>
                </a:lnTo>
                <a:lnTo>
                  <a:pt x="512" y="512"/>
                </a:lnTo>
                <a:lnTo>
                  <a:pt x="511" y="512"/>
                </a:lnTo>
                <a:lnTo>
                  <a:pt x="510" y="512"/>
                </a:lnTo>
                <a:lnTo>
                  <a:pt x="508" y="512"/>
                </a:lnTo>
                <a:lnTo>
                  <a:pt x="508" y="510"/>
                </a:lnTo>
                <a:lnTo>
                  <a:pt x="509" y="510"/>
                </a:lnTo>
                <a:lnTo>
                  <a:pt x="511" y="510"/>
                </a:lnTo>
                <a:lnTo>
                  <a:pt x="511" y="509"/>
                </a:lnTo>
                <a:lnTo>
                  <a:pt x="511" y="508"/>
                </a:lnTo>
                <a:lnTo>
                  <a:pt x="511" y="506"/>
                </a:lnTo>
                <a:lnTo>
                  <a:pt x="510" y="506"/>
                </a:lnTo>
                <a:lnTo>
                  <a:pt x="509" y="505"/>
                </a:lnTo>
                <a:lnTo>
                  <a:pt x="508" y="505"/>
                </a:lnTo>
                <a:lnTo>
                  <a:pt x="507" y="505"/>
                </a:lnTo>
                <a:lnTo>
                  <a:pt x="507" y="504"/>
                </a:lnTo>
                <a:lnTo>
                  <a:pt x="507" y="503"/>
                </a:lnTo>
                <a:lnTo>
                  <a:pt x="506" y="503"/>
                </a:lnTo>
                <a:lnTo>
                  <a:pt x="506" y="502"/>
                </a:lnTo>
                <a:lnTo>
                  <a:pt x="506" y="501"/>
                </a:lnTo>
                <a:lnTo>
                  <a:pt x="505" y="501"/>
                </a:lnTo>
                <a:lnTo>
                  <a:pt x="505" y="502"/>
                </a:lnTo>
                <a:lnTo>
                  <a:pt x="504" y="502"/>
                </a:lnTo>
                <a:lnTo>
                  <a:pt x="503" y="502"/>
                </a:lnTo>
                <a:lnTo>
                  <a:pt x="502" y="502"/>
                </a:lnTo>
                <a:lnTo>
                  <a:pt x="502" y="501"/>
                </a:lnTo>
                <a:lnTo>
                  <a:pt x="501" y="501"/>
                </a:lnTo>
                <a:lnTo>
                  <a:pt x="500" y="500"/>
                </a:lnTo>
                <a:lnTo>
                  <a:pt x="499" y="499"/>
                </a:lnTo>
                <a:lnTo>
                  <a:pt x="499" y="498"/>
                </a:lnTo>
                <a:lnTo>
                  <a:pt x="498" y="498"/>
                </a:lnTo>
                <a:lnTo>
                  <a:pt x="497" y="498"/>
                </a:lnTo>
                <a:lnTo>
                  <a:pt x="496" y="498"/>
                </a:lnTo>
                <a:lnTo>
                  <a:pt x="494" y="498"/>
                </a:lnTo>
                <a:lnTo>
                  <a:pt x="493" y="498"/>
                </a:lnTo>
                <a:lnTo>
                  <a:pt x="492" y="499"/>
                </a:lnTo>
                <a:lnTo>
                  <a:pt x="491" y="499"/>
                </a:lnTo>
                <a:lnTo>
                  <a:pt x="491" y="498"/>
                </a:lnTo>
                <a:lnTo>
                  <a:pt x="490" y="498"/>
                </a:lnTo>
                <a:lnTo>
                  <a:pt x="490" y="497"/>
                </a:lnTo>
                <a:lnTo>
                  <a:pt x="489" y="497"/>
                </a:lnTo>
                <a:lnTo>
                  <a:pt x="488" y="497"/>
                </a:lnTo>
                <a:lnTo>
                  <a:pt x="487" y="497"/>
                </a:lnTo>
                <a:lnTo>
                  <a:pt x="486" y="497"/>
                </a:lnTo>
                <a:lnTo>
                  <a:pt x="485" y="497"/>
                </a:lnTo>
                <a:lnTo>
                  <a:pt x="485" y="498"/>
                </a:lnTo>
                <a:lnTo>
                  <a:pt x="484" y="498"/>
                </a:lnTo>
                <a:lnTo>
                  <a:pt x="485" y="498"/>
                </a:lnTo>
                <a:lnTo>
                  <a:pt x="484" y="497"/>
                </a:lnTo>
                <a:lnTo>
                  <a:pt x="484" y="496"/>
                </a:lnTo>
                <a:lnTo>
                  <a:pt x="485" y="495"/>
                </a:lnTo>
                <a:lnTo>
                  <a:pt x="485" y="493"/>
                </a:lnTo>
                <a:lnTo>
                  <a:pt x="485" y="492"/>
                </a:lnTo>
                <a:lnTo>
                  <a:pt x="484" y="492"/>
                </a:lnTo>
                <a:lnTo>
                  <a:pt x="484" y="493"/>
                </a:lnTo>
                <a:lnTo>
                  <a:pt x="483" y="494"/>
                </a:lnTo>
                <a:lnTo>
                  <a:pt x="482" y="494"/>
                </a:lnTo>
                <a:lnTo>
                  <a:pt x="481" y="494"/>
                </a:lnTo>
                <a:lnTo>
                  <a:pt x="480" y="495"/>
                </a:lnTo>
                <a:lnTo>
                  <a:pt x="480" y="494"/>
                </a:lnTo>
                <a:lnTo>
                  <a:pt x="479" y="494"/>
                </a:lnTo>
                <a:lnTo>
                  <a:pt x="479" y="493"/>
                </a:lnTo>
                <a:lnTo>
                  <a:pt x="479" y="492"/>
                </a:lnTo>
                <a:lnTo>
                  <a:pt x="480" y="491"/>
                </a:lnTo>
                <a:lnTo>
                  <a:pt x="482" y="491"/>
                </a:lnTo>
                <a:lnTo>
                  <a:pt x="483" y="491"/>
                </a:lnTo>
                <a:lnTo>
                  <a:pt x="484" y="490"/>
                </a:lnTo>
                <a:lnTo>
                  <a:pt x="485" y="491"/>
                </a:lnTo>
                <a:lnTo>
                  <a:pt x="485" y="490"/>
                </a:lnTo>
                <a:lnTo>
                  <a:pt x="485" y="489"/>
                </a:lnTo>
                <a:lnTo>
                  <a:pt x="485" y="487"/>
                </a:lnTo>
                <a:lnTo>
                  <a:pt x="484" y="486"/>
                </a:lnTo>
                <a:lnTo>
                  <a:pt x="483" y="487"/>
                </a:lnTo>
                <a:lnTo>
                  <a:pt x="483" y="486"/>
                </a:lnTo>
                <a:lnTo>
                  <a:pt x="484" y="485"/>
                </a:lnTo>
                <a:lnTo>
                  <a:pt x="485" y="485"/>
                </a:lnTo>
                <a:lnTo>
                  <a:pt x="486" y="485"/>
                </a:lnTo>
                <a:lnTo>
                  <a:pt x="485" y="484"/>
                </a:lnTo>
                <a:lnTo>
                  <a:pt x="485" y="483"/>
                </a:lnTo>
                <a:lnTo>
                  <a:pt x="485" y="482"/>
                </a:lnTo>
                <a:lnTo>
                  <a:pt x="485" y="481"/>
                </a:lnTo>
                <a:lnTo>
                  <a:pt x="485" y="479"/>
                </a:lnTo>
                <a:lnTo>
                  <a:pt x="485" y="478"/>
                </a:lnTo>
                <a:lnTo>
                  <a:pt x="485" y="476"/>
                </a:lnTo>
                <a:lnTo>
                  <a:pt x="486" y="476"/>
                </a:lnTo>
                <a:lnTo>
                  <a:pt x="487" y="476"/>
                </a:lnTo>
                <a:lnTo>
                  <a:pt x="487" y="475"/>
                </a:lnTo>
                <a:lnTo>
                  <a:pt x="487" y="474"/>
                </a:lnTo>
                <a:lnTo>
                  <a:pt x="487" y="473"/>
                </a:lnTo>
                <a:lnTo>
                  <a:pt x="486" y="473"/>
                </a:lnTo>
                <a:lnTo>
                  <a:pt x="487" y="473"/>
                </a:lnTo>
                <a:lnTo>
                  <a:pt x="487" y="471"/>
                </a:lnTo>
                <a:lnTo>
                  <a:pt x="487" y="470"/>
                </a:lnTo>
                <a:lnTo>
                  <a:pt x="487" y="469"/>
                </a:lnTo>
                <a:lnTo>
                  <a:pt x="488" y="469"/>
                </a:lnTo>
                <a:lnTo>
                  <a:pt x="488" y="468"/>
                </a:lnTo>
                <a:lnTo>
                  <a:pt x="488" y="467"/>
                </a:lnTo>
                <a:lnTo>
                  <a:pt x="487" y="466"/>
                </a:lnTo>
                <a:lnTo>
                  <a:pt x="488" y="464"/>
                </a:lnTo>
                <a:lnTo>
                  <a:pt x="488" y="463"/>
                </a:lnTo>
                <a:lnTo>
                  <a:pt x="488" y="462"/>
                </a:lnTo>
                <a:lnTo>
                  <a:pt x="489" y="461"/>
                </a:lnTo>
                <a:lnTo>
                  <a:pt x="489" y="460"/>
                </a:lnTo>
                <a:lnTo>
                  <a:pt x="489" y="459"/>
                </a:lnTo>
                <a:lnTo>
                  <a:pt x="488" y="458"/>
                </a:lnTo>
                <a:lnTo>
                  <a:pt x="487" y="458"/>
                </a:lnTo>
                <a:lnTo>
                  <a:pt x="488" y="458"/>
                </a:lnTo>
                <a:lnTo>
                  <a:pt x="486" y="457"/>
                </a:lnTo>
                <a:lnTo>
                  <a:pt x="485" y="457"/>
                </a:lnTo>
                <a:lnTo>
                  <a:pt x="484" y="457"/>
                </a:lnTo>
                <a:lnTo>
                  <a:pt x="484" y="458"/>
                </a:lnTo>
                <a:lnTo>
                  <a:pt x="483" y="458"/>
                </a:lnTo>
                <a:lnTo>
                  <a:pt x="483" y="457"/>
                </a:lnTo>
                <a:lnTo>
                  <a:pt x="482" y="457"/>
                </a:lnTo>
                <a:lnTo>
                  <a:pt x="481" y="456"/>
                </a:lnTo>
                <a:lnTo>
                  <a:pt x="481" y="457"/>
                </a:lnTo>
                <a:lnTo>
                  <a:pt x="480" y="458"/>
                </a:lnTo>
                <a:lnTo>
                  <a:pt x="479" y="458"/>
                </a:lnTo>
                <a:lnTo>
                  <a:pt x="478" y="458"/>
                </a:lnTo>
                <a:lnTo>
                  <a:pt x="477" y="458"/>
                </a:lnTo>
                <a:lnTo>
                  <a:pt x="476" y="458"/>
                </a:lnTo>
                <a:lnTo>
                  <a:pt x="475" y="458"/>
                </a:lnTo>
                <a:lnTo>
                  <a:pt x="475" y="457"/>
                </a:lnTo>
                <a:lnTo>
                  <a:pt x="474" y="457"/>
                </a:lnTo>
                <a:lnTo>
                  <a:pt x="473" y="457"/>
                </a:lnTo>
                <a:lnTo>
                  <a:pt x="473" y="458"/>
                </a:lnTo>
                <a:lnTo>
                  <a:pt x="471" y="458"/>
                </a:lnTo>
                <a:lnTo>
                  <a:pt x="470" y="458"/>
                </a:lnTo>
                <a:lnTo>
                  <a:pt x="469" y="459"/>
                </a:lnTo>
                <a:lnTo>
                  <a:pt x="468" y="460"/>
                </a:lnTo>
                <a:lnTo>
                  <a:pt x="468" y="459"/>
                </a:lnTo>
                <a:lnTo>
                  <a:pt x="469" y="461"/>
                </a:lnTo>
                <a:lnTo>
                  <a:pt x="469" y="462"/>
                </a:lnTo>
                <a:lnTo>
                  <a:pt x="468" y="462"/>
                </a:lnTo>
                <a:lnTo>
                  <a:pt x="467" y="462"/>
                </a:lnTo>
                <a:lnTo>
                  <a:pt x="467" y="463"/>
                </a:lnTo>
                <a:lnTo>
                  <a:pt x="467" y="464"/>
                </a:lnTo>
                <a:lnTo>
                  <a:pt x="468" y="465"/>
                </a:lnTo>
                <a:lnTo>
                  <a:pt x="468" y="466"/>
                </a:lnTo>
                <a:lnTo>
                  <a:pt x="468" y="467"/>
                </a:lnTo>
                <a:lnTo>
                  <a:pt x="467" y="468"/>
                </a:lnTo>
                <a:lnTo>
                  <a:pt x="466" y="468"/>
                </a:lnTo>
                <a:lnTo>
                  <a:pt x="466" y="469"/>
                </a:lnTo>
                <a:lnTo>
                  <a:pt x="465" y="469"/>
                </a:lnTo>
                <a:lnTo>
                  <a:pt x="465" y="468"/>
                </a:lnTo>
                <a:lnTo>
                  <a:pt x="464" y="468"/>
                </a:lnTo>
                <a:lnTo>
                  <a:pt x="464" y="467"/>
                </a:lnTo>
                <a:lnTo>
                  <a:pt x="464" y="466"/>
                </a:lnTo>
                <a:lnTo>
                  <a:pt x="463" y="466"/>
                </a:lnTo>
                <a:lnTo>
                  <a:pt x="464" y="465"/>
                </a:lnTo>
                <a:lnTo>
                  <a:pt x="463" y="465"/>
                </a:lnTo>
                <a:lnTo>
                  <a:pt x="462" y="465"/>
                </a:lnTo>
                <a:lnTo>
                  <a:pt x="461" y="464"/>
                </a:lnTo>
                <a:lnTo>
                  <a:pt x="462" y="464"/>
                </a:lnTo>
                <a:lnTo>
                  <a:pt x="463" y="464"/>
                </a:lnTo>
                <a:lnTo>
                  <a:pt x="464" y="464"/>
                </a:lnTo>
                <a:lnTo>
                  <a:pt x="464" y="463"/>
                </a:lnTo>
                <a:lnTo>
                  <a:pt x="463" y="462"/>
                </a:lnTo>
                <a:lnTo>
                  <a:pt x="462" y="462"/>
                </a:lnTo>
                <a:lnTo>
                  <a:pt x="462" y="461"/>
                </a:lnTo>
                <a:lnTo>
                  <a:pt x="461" y="461"/>
                </a:lnTo>
                <a:lnTo>
                  <a:pt x="460" y="461"/>
                </a:lnTo>
                <a:lnTo>
                  <a:pt x="460" y="462"/>
                </a:lnTo>
                <a:lnTo>
                  <a:pt x="459" y="462"/>
                </a:lnTo>
                <a:lnTo>
                  <a:pt x="459" y="463"/>
                </a:lnTo>
                <a:lnTo>
                  <a:pt x="458" y="463"/>
                </a:lnTo>
                <a:lnTo>
                  <a:pt x="457" y="463"/>
                </a:lnTo>
                <a:lnTo>
                  <a:pt x="457" y="462"/>
                </a:lnTo>
                <a:lnTo>
                  <a:pt x="457" y="461"/>
                </a:lnTo>
                <a:lnTo>
                  <a:pt x="457" y="460"/>
                </a:lnTo>
                <a:lnTo>
                  <a:pt x="456" y="461"/>
                </a:lnTo>
                <a:lnTo>
                  <a:pt x="455" y="460"/>
                </a:lnTo>
                <a:lnTo>
                  <a:pt x="455" y="459"/>
                </a:lnTo>
                <a:lnTo>
                  <a:pt x="454" y="460"/>
                </a:lnTo>
                <a:lnTo>
                  <a:pt x="454" y="461"/>
                </a:lnTo>
                <a:lnTo>
                  <a:pt x="453" y="460"/>
                </a:lnTo>
                <a:lnTo>
                  <a:pt x="453" y="459"/>
                </a:lnTo>
                <a:lnTo>
                  <a:pt x="454" y="459"/>
                </a:lnTo>
                <a:lnTo>
                  <a:pt x="454" y="458"/>
                </a:lnTo>
                <a:lnTo>
                  <a:pt x="455" y="458"/>
                </a:lnTo>
                <a:lnTo>
                  <a:pt x="455" y="457"/>
                </a:lnTo>
                <a:lnTo>
                  <a:pt x="455" y="456"/>
                </a:lnTo>
                <a:lnTo>
                  <a:pt x="456" y="456"/>
                </a:lnTo>
                <a:lnTo>
                  <a:pt x="455" y="456"/>
                </a:lnTo>
                <a:lnTo>
                  <a:pt x="456" y="455"/>
                </a:lnTo>
                <a:lnTo>
                  <a:pt x="456" y="454"/>
                </a:lnTo>
                <a:lnTo>
                  <a:pt x="456" y="453"/>
                </a:lnTo>
                <a:lnTo>
                  <a:pt x="457" y="454"/>
                </a:lnTo>
                <a:lnTo>
                  <a:pt x="458" y="453"/>
                </a:lnTo>
                <a:lnTo>
                  <a:pt x="457" y="452"/>
                </a:lnTo>
                <a:lnTo>
                  <a:pt x="457" y="451"/>
                </a:lnTo>
                <a:lnTo>
                  <a:pt x="457" y="450"/>
                </a:lnTo>
                <a:lnTo>
                  <a:pt x="457" y="449"/>
                </a:lnTo>
                <a:lnTo>
                  <a:pt x="456" y="449"/>
                </a:lnTo>
                <a:lnTo>
                  <a:pt x="456" y="448"/>
                </a:lnTo>
                <a:lnTo>
                  <a:pt x="456" y="447"/>
                </a:lnTo>
                <a:lnTo>
                  <a:pt x="455" y="447"/>
                </a:lnTo>
                <a:lnTo>
                  <a:pt x="455" y="446"/>
                </a:lnTo>
                <a:lnTo>
                  <a:pt x="454" y="446"/>
                </a:lnTo>
                <a:lnTo>
                  <a:pt x="455" y="445"/>
                </a:lnTo>
                <a:lnTo>
                  <a:pt x="454" y="445"/>
                </a:lnTo>
                <a:lnTo>
                  <a:pt x="454" y="444"/>
                </a:lnTo>
                <a:lnTo>
                  <a:pt x="454" y="445"/>
                </a:lnTo>
                <a:lnTo>
                  <a:pt x="453" y="445"/>
                </a:lnTo>
                <a:lnTo>
                  <a:pt x="453" y="444"/>
                </a:lnTo>
                <a:lnTo>
                  <a:pt x="452" y="444"/>
                </a:lnTo>
                <a:lnTo>
                  <a:pt x="451" y="444"/>
                </a:lnTo>
                <a:lnTo>
                  <a:pt x="450" y="444"/>
                </a:lnTo>
                <a:lnTo>
                  <a:pt x="449" y="444"/>
                </a:lnTo>
                <a:lnTo>
                  <a:pt x="448" y="444"/>
                </a:lnTo>
                <a:lnTo>
                  <a:pt x="448" y="443"/>
                </a:lnTo>
                <a:lnTo>
                  <a:pt x="447" y="442"/>
                </a:lnTo>
                <a:lnTo>
                  <a:pt x="446" y="442"/>
                </a:lnTo>
                <a:lnTo>
                  <a:pt x="446" y="441"/>
                </a:lnTo>
                <a:lnTo>
                  <a:pt x="447" y="441"/>
                </a:lnTo>
                <a:lnTo>
                  <a:pt x="447" y="440"/>
                </a:lnTo>
                <a:lnTo>
                  <a:pt x="447" y="439"/>
                </a:lnTo>
                <a:lnTo>
                  <a:pt x="447" y="440"/>
                </a:lnTo>
                <a:lnTo>
                  <a:pt x="448" y="440"/>
                </a:lnTo>
                <a:lnTo>
                  <a:pt x="448" y="439"/>
                </a:lnTo>
                <a:lnTo>
                  <a:pt x="447" y="439"/>
                </a:lnTo>
                <a:lnTo>
                  <a:pt x="447" y="438"/>
                </a:lnTo>
                <a:lnTo>
                  <a:pt x="448" y="438"/>
                </a:lnTo>
                <a:lnTo>
                  <a:pt x="447" y="438"/>
                </a:lnTo>
                <a:lnTo>
                  <a:pt x="446" y="438"/>
                </a:lnTo>
                <a:lnTo>
                  <a:pt x="445" y="438"/>
                </a:lnTo>
                <a:lnTo>
                  <a:pt x="445" y="437"/>
                </a:lnTo>
                <a:lnTo>
                  <a:pt x="444" y="437"/>
                </a:lnTo>
                <a:lnTo>
                  <a:pt x="443" y="437"/>
                </a:lnTo>
                <a:lnTo>
                  <a:pt x="443" y="436"/>
                </a:lnTo>
                <a:lnTo>
                  <a:pt x="442" y="436"/>
                </a:lnTo>
                <a:lnTo>
                  <a:pt x="442" y="437"/>
                </a:lnTo>
                <a:lnTo>
                  <a:pt x="441" y="437"/>
                </a:lnTo>
                <a:lnTo>
                  <a:pt x="441" y="436"/>
                </a:lnTo>
                <a:lnTo>
                  <a:pt x="442" y="436"/>
                </a:lnTo>
                <a:lnTo>
                  <a:pt x="442" y="435"/>
                </a:lnTo>
                <a:lnTo>
                  <a:pt x="442" y="434"/>
                </a:lnTo>
                <a:lnTo>
                  <a:pt x="442" y="433"/>
                </a:lnTo>
                <a:lnTo>
                  <a:pt x="442" y="432"/>
                </a:lnTo>
                <a:lnTo>
                  <a:pt x="442" y="431"/>
                </a:lnTo>
                <a:lnTo>
                  <a:pt x="443" y="431"/>
                </a:lnTo>
                <a:lnTo>
                  <a:pt x="443" y="430"/>
                </a:lnTo>
                <a:lnTo>
                  <a:pt x="442" y="429"/>
                </a:lnTo>
                <a:lnTo>
                  <a:pt x="441" y="427"/>
                </a:lnTo>
                <a:lnTo>
                  <a:pt x="440" y="426"/>
                </a:lnTo>
                <a:lnTo>
                  <a:pt x="440" y="425"/>
                </a:lnTo>
                <a:lnTo>
                  <a:pt x="440" y="424"/>
                </a:lnTo>
                <a:lnTo>
                  <a:pt x="439" y="423"/>
                </a:lnTo>
                <a:lnTo>
                  <a:pt x="437" y="421"/>
                </a:lnTo>
                <a:lnTo>
                  <a:pt x="437" y="420"/>
                </a:lnTo>
                <a:lnTo>
                  <a:pt x="436" y="417"/>
                </a:lnTo>
                <a:lnTo>
                  <a:pt x="435" y="417"/>
                </a:lnTo>
                <a:lnTo>
                  <a:pt x="435" y="416"/>
                </a:lnTo>
                <a:lnTo>
                  <a:pt x="434" y="415"/>
                </a:lnTo>
                <a:lnTo>
                  <a:pt x="435" y="415"/>
                </a:lnTo>
                <a:lnTo>
                  <a:pt x="435" y="414"/>
                </a:lnTo>
                <a:lnTo>
                  <a:pt x="435" y="413"/>
                </a:lnTo>
                <a:lnTo>
                  <a:pt x="434" y="414"/>
                </a:lnTo>
                <a:lnTo>
                  <a:pt x="434" y="413"/>
                </a:lnTo>
                <a:lnTo>
                  <a:pt x="435" y="413"/>
                </a:lnTo>
                <a:lnTo>
                  <a:pt x="436" y="413"/>
                </a:lnTo>
                <a:lnTo>
                  <a:pt x="436" y="411"/>
                </a:lnTo>
                <a:lnTo>
                  <a:pt x="435" y="411"/>
                </a:lnTo>
                <a:lnTo>
                  <a:pt x="434" y="411"/>
                </a:lnTo>
                <a:lnTo>
                  <a:pt x="434" y="410"/>
                </a:lnTo>
                <a:lnTo>
                  <a:pt x="435" y="409"/>
                </a:lnTo>
                <a:lnTo>
                  <a:pt x="435" y="408"/>
                </a:lnTo>
                <a:lnTo>
                  <a:pt x="435" y="409"/>
                </a:lnTo>
                <a:lnTo>
                  <a:pt x="436" y="409"/>
                </a:lnTo>
                <a:lnTo>
                  <a:pt x="436" y="408"/>
                </a:lnTo>
                <a:lnTo>
                  <a:pt x="437" y="408"/>
                </a:lnTo>
                <a:lnTo>
                  <a:pt x="437" y="407"/>
                </a:lnTo>
                <a:lnTo>
                  <a:pt x="437" y="406"/>
                </a:lnTo>
                <a:lnTo>
                  <a:pt x="437" y="405"/>
                </a:lnTo>
                <a:lnTo>
                  <a:pt x="437" y="404"/>
                </a:lnTo>
                <a:lnTo>
                  <a:pt x="438" y="404"/>
                </a:lnTo>
                <a:lnTo>
                  <a:pt x="438" y="403"/>
                </a:lnTo>
                <a:lnTo>
                  <a:pt x="437" y="402"/>
                </a:lnTo>
                <a:lnTo>
                  <a:pt x="436" y="402"/>
                </a:lnTo>
                <a:lnTo>
                  <a:pt x="436" y="401"/>
                </a:lnTo>
                <a:lnTo>
                  <a:pt x="437" y="401"/>
                </a:lnTo>
                <a:lnTo>
                  <a:pt x="437" y="400"/>
                </a:lnTo>
                <a:lnTo>
                  <a:pt x="439" y="401"/>
                </a:lnTo>
                <a:lnTo>
                  <a:pt x="440" y="401"/>
                </a:lnTo>
                <a:lnTo>
                  <a:pt x="440" y="400"/>
                </a:lnTo>
                <a:lnTo>
                  <a:pt x="441" y="400"/>
                </a:lnTo>
                <a:lnTo>
                  <a:pt x="441" y="401"/>
                </a:lnTo>
                <a:lnTo>
                  <a:pt x="442" y="400"/>
                </a:lnTo>
                <a:lnTo>
                  <a:pt x="443" y="400"/>
                </a:lnTo>
                <a:lnTo>
                  <a:pt x="444" y="402"/>
                </a:lnTo>
                <a:lnTo>
                  <a:pt x="445" y="403"/>
                </a:lnTo>
                <a:lnTo>
                  <a:pt x="446" y="404"/>
                </a:lnTo>
                <a:lnTo>
                  <a:pt x="447" y="404"/>
                </a:lnTo>
                <a:lnTo>
                  <a:pt x="448" y="404"/>
                </a:lnTo>
                <a:lnTo>
                  <a:pt x="448" y="403"/>
                </a:lnTo>
                <a:lnTo>
                  <a:pt x="449" y="403"/>
                </a:lnTo>
                <a:lnTo>
                  <a:pt x="450" y="403"/>
                </a:lnTo>
                <a:lnTo>
                  <a:pt x="451" y="404"/>
                </a:lnTo>
                <a:lnTo>
                  <a:pt x="452" y="403"/>
                </a:lnTo>
                <a:lnTo>
                  <a:pt x="453" y="402"/>
                </a:lnTo>
                <a:lnTo>
                  <a:pt x="453" y="401"/>
                </a:lnTo>
                <a:lnTo>
                  <a:pt x="454" y="401"/>
                </a:lnTo>
                <a:lnTo>
                  <a:pt x="454" y="400"/>
                </a:lnTo>
                <a:lnTo>
                  <a:pt x="455" y="400"/>
                </a:lnTo>
                <a:lnTo>
                  <a:pt x="456" y="400"/>
                </a:lnTo>
                <a:lnTo>
                  <a:pt x="457" y="401"/>
                </a:lnTo>
                <a:lnTo>
                  <a:pt x="458" y="402"/>
                </a:lnTo>
                <a:lnTo>
                  <a:pt x="459" y="402"/>
                </a:lnTo>
                <a:lnTo>
                  <a:pt x="459" y="401"/>
                </a:lnTo>
                <a:lnTo>
                  <a:pt x="460" y="401"/>
                </a:lnTo>
                <a:lnTo>
                  <a:pt x="460" y="402"/>
                </a:lnTo>
                <a:lnTo>
                  <a:pt x="461" y="402"/>
                </a:lnTo>
                <a:lnTo>
                  <a:pt x="462" y="402"/>
                </a:lnTo>
                <a:lnTo>
                  <a:pt x="462" y="401"/>
                </a:lnTo>
                <a:lnTo>
                  <a:pt x="464" y="402"/>
                </a:lnTo>
                <a:lnTo>
                  <a:pt x="465" y="402"/>
                </a:lnTo>
                <a:lnTo>
                  <a:pt x="465" y="401"/>
                </a:lnTo>
                <a:lnTo>
                  <a:pt x="465" y="400"/>
                </a:lnTo>
                <a:lnTo>
                  <a:pt x="465" y="399"/>
                </a:lnTo>
                <a:lnTo>
                  <a:pt x="465" y="398"/>
                </a:lnTo>
                <a:lnTo>
                  <a:pt x="465" y="397"/>
                </a:lnTo>
                <a:lnTo>
                  <a:pt x="466" y="397"/>
                </a:lnTo>
                <a:lnTo>
                  <a:pt x="465" y="397"/>
                </a:lnTo>
                <a:lnTo>
                  <a:pt x="465" y="396"/>
                </a:lnTo>
                <a:lnTo>
                  <a:pt x="465" y="395"/>
                </a:lnTo>
                <a:lnTo>
                  <a:pt x="465" y="394"/>
                </a:lnTo>
                <a:lnTo>
                  <a:pt x="464" y="394"/>
                </a:lnTo>
                <a:lnTo>
                  <a:pt x="463" y="393"/>
                </a:lnTo>
                <a:lnTo>
                  <a:pt x="462" y="393"/>
                </a:lnTo>
                <a:lnTo>
                  <a:pt x="461" y="394"/>
                </a:lnTo>
                <a:lnTo>
                  <a:pt x="461" y="395"/>
                </a:lnTo>
                <a:lnTo>
                  <a:pt x="460" y="395"/>
                </a:lnTo>
                <a:lnTo>
                  <a:pt x="459" y="395"/>
                </a:lnTo>
                <a:lnTo>
                  <a:pt x="459" y="393"/>
                </a:lnTo>
                <a:lnTo>
                  <a:pt x="459" y="392"/>
                </a:lnTo>
                <a:lnTo>
                  <a:pt x="459" y="391"/>
                </a:lnTo>
                <a:lnTo>
                  <a:pt x="459" y="390"/>
                </a:lnTo>
                <a:lnTo>
                  <a:pt x="460" y="390"/>
                </a:lnTo>
                <a:lnTo>
                  <a:pt x="461" y="390"/>
                </a:lnTo>
                <a:lnTo>
                  <a:pt x="462" y="389"/>
                </a:lnTo>
                <a:lnTo>
                  <a:pt x="462" y="388"/>
                </a:lnTo>
                <a:lnTo>
                  <a:pt x="461" y="387"/>
                </a:lnTo>
                <a:lnTo>
                  <a:pt x="460" y="387"/>
                </a:lnTo>
                <a:lnTo>
                  <a:pt x="459" y="387"/>
                </a:lnTo>
                <a:lnTo>
                  <a:pt x="459" y="386"/>
                </a:lnTo>
                <a:lnTo>
                  <a:pt x="460" y="386"/>
                </a:lnTo>
                <a:lnTo>
                  <a:pt x="459" y="386"/>
                </a:lnTo>
                <a:lnTo>
                  <a:pt x="459" y="385"/>
                </a:lnTo>
                <a:lnTo>
                  <a:pt x="458" y="385"/>
                </a:lnTo>
                <a:lnTo>
                  <a:pt x="458" y="386"/>
                </a:lnTo>
                <a:lnTo>
                  <a:pt x="457" y="386"/>
                </a:lnTo>
                <a:lnTo>
                  <a:pt x="455" y="386"/>
                </a:lnTo>
                <a:lnTo>
                  <a:pt x="454" y="385"/>
                </a:lnTo>
                <a:lnTo>
                  <a:pt x="454" y="384"/>
                </a:lnTo>
                <a:lnTo>
                  <a:pt x="452" y="384"/>
                </a:lnTo>
                <a:lnTo>
                  <a:pt x="451" y="384"/>
                </a:lnTo>
                <a:lnTo>
                  <a:pt x="451" y="385"/>
                </a:lnTo>
                <a:lnTo>
                  <a:pt x="452" y="385"/>
                </a:lnTo>
                <a:lnTo>
                  <a:pt x="452" y="386"/>
                </a:lnTo>
                <a:lnTo>
                  <a:pt x="450" y="386"/>
                </a:lnTo>
                <a:lnTo>
                  <a:pt x="450" y="385"/>
                </a:lnTo>
                <a:lnTo>
                  <a:pt x="449" y="383"/>
                </a:lnTo>
                <a:lnTo>
                  <a:pt x="448" y="384"/>
                </a:lnTo>
                <a:lnTo>
                  <a:pt x="448" y="385"/>
                </a:lnTo>
                <a:lnTo>
                  <a:pt x="447" y="385"/>
                </a:lnTo>
                <a:lnTo>
                  <a:pt x="446" y="384"/>
                </a:lnTo>
                <a:lnTo>
                  <a:pt x="447" y="384"/>
                </a:lnTo>
                <a:lnTo>
                  <a:pt x="447" y="383"/>
                </a:lnTo>
                <a:lnTo>
                  <a:pt x="447" y="382"/>
                </a:lnTo>
                <a:lnTo>
                  <a:pt x="447" y="381"/>
                </a:lnTo>
                <a:lnTo>
                  <a:pt x="446" y="379"/>
                </a:lnTo>
                <a:lnTo>
                  <a:pt x="445" y="379"/>
                </a:lnTo>
                <a:lnTo>
                  <a:pt x="445" y="378"/>
                </a:lnTo>
                <a:lnTo>
                  <a:pt x="444" y="377"/>
                </a:lnTo>
                <a:lnTo>
                  <a:pt x="442" y="376"/>
                </a:lnTo>
                <a:lnTo>
                  <a:pt x="442" y="375"/>
                </a:lnTo>
                <a:lnTo>
                  <a:pt x="441" y="375"/>
                </a:lnTo>
                <a:lnTo>
                  <a:pt x="441" y="374"/>
                </a:lnTo>
                <a:lnTo>
                  <a:pt x="440" y="373"/>
                </a:lnTo>
                <a:lnTo>
                  <a:pt x="439" y="374"/>
                </a:lnTo>
                <a:lnTo>
                  <a:pt x="438" y="374"/>
                </a:lnTo>
                <a:lnTo>
                  <a:pt x="437" y="373"/>
                </a:lnTo>
                <a:lnTo>
                  <a:pt x="437" y="372"/>
                </a:lnTo>
                <a:lnTo>
                  <a:pt x="436" y="371"/>
                </a:lnTo>
                <a:lnTo>
                  <a:pt x="437" y="371"/>
                </a:lnTo>
                <a:lnTo>
                  <a:pt x="436" y="370"/>
                </a:lnTo>
                <a:lnTo>
                  <a:pt x="435" y="369"/>
                </a:lnTo>
                <a:lnTo>
                  <a:pt x="435" y="367"/>
                </a:lnTo>
                <a:lnTo>
                  <a:pt x="436" y="367"/>
                </a:lnTo>
                <a:lnTo>
                  <a:pt x="435" y="366"/>
                </a:lnTo>
                <a:lnTo>
                  <a:pt x="435" y="365"/>
                </a:lnTo>
                <a:lnTo>
                  <a:pt x="434" y="365"/>
                </a:lnTo>
                <a:lnTo>
                  <a:pt x="433" y="366"/>
                </a:lnTo>
                <a:lnTo>
                  <a:pt x="433" y="365"/>
                </a:lnTo>
                <a:lnTo>
                  <a:pt x="431" y="365"/>
                </a:lnTo>
                <a:lnTo>
                  <a:pt x="431" y="366"/>
                </a:lnTo>
                <a:lnTo>
                  <a:pt x="429" y="366"/>
                </a:lnTo>
                <a:lnTo>
                  <a:pt x="428" y="366"/>
                </a:lnTo>
                <a:lnTo>
                  <a:pt x="427" y="366"/>
                </a:lnTo>
                <a:lnTo>
                  <a:pt x="425" y="365"/>
                </a:lnTo>
                <a:lnTo>
                  <a:pt x="425" y="364"/>
                </a:lnTo>
                <a:lnTo>
                  <a:pt x="424" y="364"/>
                </a:lnTo>
                <a:lnTo>
                  <a:pt x="423" y="364"/>
                </a:lnTo>
                <a:lnTo>
                  <a:pt x="421" y="363"/>
                </a:lnTo>
                <a:lnTo>
                  <a:pt x="420" y="363"/>
                </a:lnTo>
                <a:lnTo>
                  <a:pt x="419" y="364"/>
                </a:lnTo>
                <a:lnTo>
                  <a:pt x="418" y="364"/>
                </a:lnTo>
                <a:lnTo>
                  <a:pt x="418" y="365"/>
                </a:lnTo>
                <a:lnTo>
                  <a:pt x="417" y="365"/>
                </a:lnTo>
                <a:lnTo>
                  <a:pt x="418" y="366"/>
                </a:lnTo>
                <a:lnTo>
                  <a:pt x="417" y="367"/>
                </a:lnTo>
                <a:lnTo>
                  <a:pt x="415" y="367"/>
                </a:lnTo>
                <a:lnTo>
                  <a:pt x="415" y="368"/>
                </a:lnTo>
                <a:lnTo>
                  <a:pt x="414" y="368"/>
                </a:lnTo>
                <a:lnTo>
                  <a:pt x="413" y="368"/>
                </a:lnTo>
                <a:lnTo>
                  <a:pt x="413" y="367"/>
                </a:lnTo>
                <a:lnTo>
                  <a:pt x="412" y="367"/>
                </a:lnTo>
                <a:lnTo>
                  <a:pt x="411" y="368"/>
                </a:lnTo>
                <a:lnTo>
                  <a:pt x="410" y="367"/>
                </a:lnTo>
                <a:lnTo>
                  <a:pt x="409" y="366"/>
                </a:lnTo>
                <a:lnTo>
                  <a:pt x="409" y="364"/>
                </a:lnTo>
                <a:lnTo>
                  <a:pt x="408" y="362"/>
                </a:lnTo>
                <a:lnTo>
                  <a:pt x="408" y="361"/>
                </a:lnTo>
                <a:lnTo>
                  <a:pt x="408" y="360"/>
                </a:lnTo>
                <a:lnTo>
                  <a:pt x="407" y="359"/>
                </a:lnTo>
                <a:lnTo>
                  <a:pt x="407" y="360"/>
                </a:lnTo>
                <a:lnTo>
                  <a:pt x="405" y="361"/>
                </a:lnTo>
                <a:lnTo>
                  <a:pt x="404" y="361"/>
                </a:lnTo>
                <a:lnTo>
                  <a:pt x="403" y="362"/>
                </a:lnTo>
                <a:lnTo>
                  <a:pt x="403" y="361"/>
                </a:lnTo>
                <a:lnTo>
                  <a:pt x="403" y="359"/>
                </a:lnTo>
                <a:lnTo>
                  <a:pt x="402" y="358"/>
                </a:lnTo>
                <a:lnTo>
                  <a:pt x="401" y="357"/>
                </a:lnTo>
                <a:lnTo>
                  <a:pt x="400" y="356"/>
                </a:lnTo>
                <a:lnTo>
                  <a:pt x="400" y="355"/>
                </a:lnTo>
                <a:lnTo>
                  <a:pt x="400" y="354"/>
                </a:lnTo>
                <a:lnTo>
                  <a:pt x="400" y="353"/>
                </a:lnTo>
                <a:lnTo>
                  <a:pt x="399" y="353"/>
                </a:lnTo>
                <a:lnTo>
                  <a:pt x="398" y="353"/>
                </a:lnTo>
                <a:lnTo>
                  <a:pt x="398" y="352"/>
                </a:lnTo>
                <a:lnTo>
                  <a:pt x="398" y="351"/>
                </a:lnTo>
                <a:lnTo>
                  <a:pt x="397" y="351"/>
                </a:lnTo>
                <a:lnTo>
                  <a:pt x="397" y="350"/>
                </a:lnTo>
                <a:lnTo>
                  <a:pt x="396" y="349"/>
                </a:lnTo>
                <a:lnTo>
                  <a:pt x="396" y="348"/>
                </a:lnTo>
                <a:lnTo>
                  <a:pt x="395" y="348"/>
                </a:lnTo>
                <a:lnTo>
                  <a:pt x="394" y="349"/>
                </a:lnTo>
                <a:lnTo>
                  <a:pt x="394" y="348"/>
                </a:lnTo>
                <a:lnTo>
                  <a:pt x="394" y="346"/>
                </a:lnTo>
                <a:lnTo>
                  <a:pt x="395" y="345"/>
                </a:lnTo>
                <a:lnTo>
                  <a:pt x="395" y="344"/>
                </a:lnTo>
                <a:lnTo>
                  <a:pt x="394" y="341"/>
                </a:lnTo>
                <a:lnTo>
                  <a:pt x="396" y="339"/>
                </a:lnTo>
                <a:lnTo>
                  <a:pt x="396" y="338"/>
                </a:lnTo>
                <a:lnTo>
                  <a:pt x="397" y="337"/>
                </a:lnTo>
                <a:lnTo>
                  <a:pt x="395" y="336"/>
                </a:lnTo>
                <a:lnTo>
                  <a:pt x="393" y="335"/>
                </a:lnTo>
                <a:lnTo>
                  <a:pt x="393" y="334"/>
                </a:lnTo>
                <a:lnTo>
                  <a:pt x="392" y="333"/>
                </a:lnTo>
                <a:lnTo>
                  <a:pt x="392" y="332"/>
                </a:lnTo>
                <a:lnTo>
                  <a:pt x="391" y="330"/>
                </a:lnTo>
                <a:lnTo>
                  <a:pt x="390" y="330"/>
                </a:lnTo>
                <a:lnTo>
                  <a:pt x="390" y="329"/>
                </a:lnTo>
                <a:lnTo>
                  <a:pt x="389" y="329"/>
                </a:lnTo>
                <a:lnTo>
                  <a:pt x="390" y="327"/>
                </a:lnTo>
                <a:lnTo>
                  <a:pt x="391" y="327"/>
                </a:lnTo>
                <a:lnTo>
                  <a:pt x="392" y="327"/>
                </a:lnTo>
                <a:lnTo>
                  <a:pt x="392" y="326"/>
                </a:lnTo>
                <a:lnTo>
                  <a:pt x="393" y="326"/>
                </a:lnTo>
                <a:lnTo>
                  <a:pt x="395" y="326"/>
                </a:lnTo>
                <a:lnTo>
                  <a:pt x="395" y="325"/>
                </a:lnTo>
                <a:lnTo>
                  <a:pt x="394" y="324"/>
                </a:lnTo>
                <a:lnTo>
                  <a:pt x="393" y="322"/>
                </a:lnTo>
                <a:lnTo>
                  <a:pt x="393" y="321"/>
                </a:lnTo>
                <a:lnTo>
                  <a:pt x="395" y="319"/>
                </a:lnTo>
                <a:lnTo>
                  <a:pt x="396" y="319"/>
                </a:lnTo>
                <a:lnTo>
                  <a:pt x="397" y="318"/>
                </a:lnTo>
                <a:lnTo>
                  <a:pt x="398" y="317"/>
                </a:lnTo>
                <a:lnTo>
                  <a:pt x="399" y="317"/>
                </a:lnTo>
                <a:lnTo>
                  <a:pt x="399" y="316"/>
                </a:lnTo>
                <a:lnTo>
                  <a:pt x="400" y="316"/>
                </a:lnTo>
                <a:lnTo>
                  <a:pt x="401" y="316"/>
                </a:lnTo>
                <a:lnTo>
                  <a:pt x="403" y="315"/>
                </a:lnTo>
                <a:lnTo>
                  <a:pt x="404" y="315"/>
                </a:lnTo>
                <a:lnTo>
                  <a:pt x="405" y="315"/>
                </a:lnTo>
                <a:lnTo>
                  <a:pt x="407" y="317"/>
                </a:lnTo>
                <a:lnTo>
                  <a:pt x="408" y="317"/>
                </a:lnTo>
                <a:lnTo>
                  <a:pt x="409" y="317"/>
                </a:lnTo>
                <a:lnTo>
                  <a:pt x="409" y="316"/>
                </a:lnTo>
                <a:lnTo>
                  <a:pt x="410" y="316"/>
                </a:lnTo>
                <a:lnTo>
                  <a:pt x="411" y="315"/>
                </a:lnTo>
                <a:lnTo>
                  <a:pt x="412" y="316"/>
                </a:lnTo>
                <a:lnTo>
                  <a:pt x="413" y="315"/>
                </a:lnTo>
                <a:lnTo>
                  <a:pt x="413" y="314"/>
                </a:lnTo>
                <a:lnTo>
                  <a:pt x="412" y="314"/>
                </a:lnTo>
                <a:lnTo>
                  <a:pt x="411" y="310"/>
                </a:lnTo>
                <a:lnTo>
                  <a:pt x="410" y="310"/>
                </a:lnTo>
                <a:lnTo>
                  <a:pt x="411" y="309"/>
                </a:lnTo>
                <a:lnTo>
                  <a:pt x="411" y="308"/>
                </a:lnTo>
                <a:lnTo>
                  <a:pt x="411" y="307"/>
                </a:lnTo>
                <a:lnTo>
                  <a:pt x="411" y="306"/>
                </a:lnTo>
                <a:lnTo>
                  <a:pt x="411" y="305"/>
                </a:lnTo>
                <a:lnTo>
                  <a:pt x="412" y="305"/>
                </a:lnTo>
                <a:lnTo>
                  <a:pt x="412" y="306"/>
                </a:lnTo>
                <a:lnTo>
                  <a:pt x="412" y="307"/>
                </a:lnTo>
                <a:lnTo>
                  <a:pt x="413" y="307"/>
                </a:lnTo>
                <a:lnTo>
                  <a:pt x="414" y="306"/>
                </a:lnTo>
                <a:lnTo>
                  <a:pt x="414" y="305"/>
                </a:lnTo>
                <a:lnTo>
                  <a:pt x="414" y="303"/>
                </a:lnTo>
                <a:lnTo>
                  <a:pt x="414" y="302"/>
                </a:lnTo>
                <a:lnTo>
                  <a:pt x="415" y="302"/>
                </a:lnTo>
                <a:lnTo>
                  <a:pt x="416" y="303"/>
                </a:lnTo>
                <a:lnTo>
                  <a:pt x="417" y="303"/>
                </a:lnTo>
                <a:lnTo>
                  <a:pt x="417" y="304"/>
                </a:lnTo>
                <a:lnTo>
                  <a:pt x="417" y="305"/>
                </a:lnTo>
                <a:lnTo>
                  <a:pt x="418" y="305"/>
                </a:lnTo>
                <a:lnTo>
                  <a:pt x="420" y="304"/>
                </a:lnTo>
                <a:lnTo>
                  <a:pt x="420" y="303"/>
                </a:lnTo>
                <a:lnTo>
                  <a:pt x="420" y="302"/>
                </a:lnTo>
                <a:lnTo>
                  <a:pt x="420" y="301"/>
                </a:lnTo>
                <a:lnTo>
                  <a:pt x="420" y="302"/>
                </a:lnTo>
                <a:lnTo>
                  <a:pt x="420" y="301"/>
                </a:lnTo>
                <a:lnTo>
                  <a:pt x="421" y="301"/>
                </a:lnTo>
                <a:lnTo>
                  <a:pt x="421" y="300"/>
                </a:lnTo>
                <a:lnTo>
                  <a:pt x="420" y="300"/>
                </a:lnTo>
                <a:lnTo>
                  <a:pt x="419" y="299"/>
                </a:lnTo>
                <a:lnTo>
                  <a:pt x="418" y="299"/>
                </a:lnTo>
                <a:lnTo>
                  <a:pt x="418" y="298"/>
                </a:lnTo>
                <a:lnTo>
                  <a:pt x="417" y="298"/>
                </a:lnTo>
                <a:lnTo>
                  <a:pt x="416" y="299"/>
                </a:lnTo>
                <a:lnTo>
                  <a:pt x="415" y="299"/>
                </a:lnTo>
                <a:lnTo>
                  <a:pt x="413" y="299"/>
                </a:lnTo>
                <a:lnTo>
                  <a:pt x="411" y="298"/>
                </a:lnTo>
                <a:lnTo>
                  <a:pt x="409" y="298"/>
                </a:lnTo>
                <a:lnTo>
                  <a:pt x="408" y="298"/>
                </a:lnTo>
                <a:lnTo>
                  <a:pt x="407" y="299"/>
                </a:lnTo>
                <a:lnTo>
                  <a:pt x="405" y="300"/>
                </a:lnTo>
                <a:lnTo>
                  <a:pt x="404" y="300"/>
                </a:lnTo>
                <a:lnTo>
                  <a:pt x="403" y="301"/>
                </a:lnTo>
                <a:lnTo>
                  <a:pt x="402" y="301"/>
                </a:lnTo>
                <a:lnTo>
                  <a:pt x="401" y="301"/>
                </a:lnTo>
                <a:lnTo>
                  <a:pt x="401" y="302"/>
                </a:lnTo>
                <a:lnTo>
                  <a:pt x="400" y="303"/>
                </a:lnTo>
                <a:lnTo>
                  <a:pt x="399" y="303"/>
                </a:lnTo>
                <a:lnTo>
                  <a:pt x="399" y="304"/>
                </a:lnTo>
                <a:lnTo>
                  <a:pt x="395" y="304"/>
                </a:lnTo>
                <a:lnTo>
                  <a:pt x="395" y="303"/>
                </a:lnTo>
                <a:lnTo>
                  <a:pt x="394" y="303"/>
                </a:lnTo>
                <a:lnTo>
                  <a:pt x="393" y="301"/>
                </a:lnTo>
                <a:lnTo>
                  <a:pt x="392" y="301"/>
                </a:lnTo>
                <a:lnTo>
                  <a:pt x="391" y="301"/>
                </a:lnTo>
                <a:lnTo>
                  <a:pt x="390" y="302"/>
                </a:lnTo>
                <a:lnTo>
                  <a:pt x="389" y="301"/>
                </a:lnTo>
                <a:lnTo>
                  <a:pt x="388" y="301"/>
                </a:lnTo>
                <a:lnTo>
                  <a:pt x="387" y="300"/>
                </a:lnTo>
                <a:lnTo>
                  <a:pt x="386" y="300"/>
                </a:lnTo>
                <a:lnTo>
                  <a:pt x="384" y="300"/>
                </a:lnTo>
                <a:lnTo>
                  <a:pt x="382" y="300"/>
                </a:lnTo>
                <a:lnTo>
                  <a:pt x="380" y="300"/>
                </a:lnTo>
                <a:lnTo>
                  <a:pt x="378" y="300"/>
                </a:lnTo>
                <a:lnTo>
                  <a:pt x="377" y="300"/>
                </a:lnTo>
                <a:lnTo>
                  <a:pt x="376" y="300"/>
                </a:lnTo>
                <a:lnTo>
                  <a:pt x="375" y="300"/>
                </a:lnTo>
                <a:lnTo>
                  <a:pt x="375" y="299"/>
                </a:lnTo>
                <a:lnTo>
                  <a:pt x="374" y="299"/>
                </a:lnTo>
                <a:lnTo>
                  <a:pt x="373" y="299"/>
                </a:lnTo>
                <a:lnTo>
                  <a:pt x="373" y="300"/>
                </a:lnTo>
                <a:lnTo>
                  <a:pt x="372" y="300"/>
                </a:lnTo>
                <a:lnTo>
                  <a:pt x="371" y="300"/>
                </a:lnTo>
                <a:lnTo>
                  <a:pt x="371" y="301"/>
                </a:lnTo>
                <a:lnTo>
                  <a:pt x="371" y="300"/>
                </a:lnTo>
                <a:lnTo>
                  <a:pt x="369" y="301"/>
                </a:lnTo>
                <a:lnTo>
                  <a:pt x="368" y="301"/>
                </a:lnTo>
                <a:lnTo>
                  <a:pt x="367" y="301"/>
                </a:lnTo>
                <a:lnTo>
                  <a:pt x="366" y="302"/>
                </a:lnTo>
                <a:lnTo>
                  <a:pt x="363" y="302"/>
                </a:lnTo>
                <a:lnTo>
                  <a:pt x="361" y="301"/>
                </a:lnTo>
                <a:lnTo>
                  <a:pt x="360" y="301"/>
                </a:lnTo>
                <a:lnTo>
                  <a:pt x="358" y="301"/>
                </a:lnTo>
                <a:lnTo>
                  <a:pt x="357" y="300"/>
                </a:lnTo>
                <a:lnTo>
                  <a:pt x="358" y="300"/>
                </a:lnTo>
                <a:lnTo>
                  <a:pt x="357" y="299"/>
                </a:lnTo>
                <a:lnTo>
                  <a:pt x="355" y="298"/>
                </a:lnTo>
                <a:lnTo>
                  <a:pt x="354" y="297"/>
                </a:lnTo>
                <a:lnTo>
                  <a:pt x="354" y="296"/>
                </a:lnTo>
                <a:lnTo>
                  <a:pt x="352" y="296"/>
                </a:lnTo>
                <a:lnTo>
                  <a:pt x="352" y="295"/>
                </a:lnTo>
                <a:lnTo>
                  <a:pt x="352" y="294"/>
                </a:lnTo>
                <a:lnTo>
                  <a:pt x="352" y="293"/>
                </a:lnTo>
                <a:lnTo>
                  <a:pt x="352" y="292"/>
                </a:lnTo>
                <a:lnTo>
                  <a:pt x="352" y="291"/>
                </a:lnTo>
                <a:lnTo>
                  <a:pt x="351" y="291"/>
                </a:lnTo>
                <a:lnTo>
                  <a:pt x="350" y="291"/>
                </a:lnTo>
                <a:lnTo>
                  <a:pt x="349" y="291"/>
                </a:lnTo>
                <a:lnTo>
                  <a:pt x="348" y="291"/>
                </a:lnTo>
                <a:lnTo>
                  <a:pt x="348" y="290"/>
                </a:lnTo>
                <a:lnTo>
                  <a:pt x="348" y="291"/>
                </a:lnTo>
                <a:lnTo>
                  <a:pt x="348" y="288"/>
                </a:lnTo>
                <a:lnTo>
                  <a:pt x="347" y="288"/>
                </a:lnTo>
                <a:lnTo>
                  <a:pt x="346" y="287"/>
                </a:lnTo>
                <a:lnTo>
                  <a:pt x="346" y="286"/>
                </a:lnTo>
                <a:lnTo>
                  <a:pt x="345" y="285"/>
                </a:lnTo>
                <a:lnTo>
                  <a:pt x="344" y="284"/>
                </a:lnTo>
                <a:lnTo>
                  <a:pt x="343" y="284"/>
                </a:lnTo>
                <a:lnTo>
                  <a:pt x="343" y="283"/>
                </a:lnTo>
                <a:lnTo>
                  <a:pt x="342" y="283"/>
                </a:lnTo>
                <a:lnTo>
                  <a:pt x="340" y="282"/>
                </a:lnTo>
                <a:lnTo>
                  <a:pt x="339" y="282"/>
                </a:lnTo>
                <a:lnTo>
                  <a:pt x="339" y="281"/>
                </a:lnTo>
                <a:lnTo>
                  <a:pt x="338" y="282"/>
                </a:lnTo>
                <a:lnTo>
                  <a:pt x="337" y="282"/>
                </a:lnTo>
                <a:lnTo>
                  <a:pt x="337" y="283"/>
                </a:lnTo>
                <a:lnTo>
                  <a:pt x="337" y="282"/>
                </a:lnTo>
                <a:lnTo>
                  <a:pt x="336" y="281"/>
                </a:lnTo>
                <a:lnTo>
                  <a:pt x="336" y="280"/>
                </a:lnTo>
                <a:lnTo>
                  <a:pt x="335" y="279"/>
                </a:lnTo>
                <a:lnTo>
                  <a:pt x="334" y="278"/>
                </a:lnTo>
                <a:lnTo>
                  <a:pt x="333" y="277"/>
                </a:lnTo>
                <a:lnTo>
                  <a:pt x="332" y="277"/>
                </a:lnTo>
                <a:lnTo>
                  <a:pt x="331" y="277"/>
                </a:lnTo>
                <a:lnTo>
                  <a:pt x="331" y="276"/>
                </a:lnTo>
                <a:lnTo>
                  <a:pt x="330" y="276"/>
                </a:lnTo>
                <a:lnTo>
                  <a:pt x="329" y="275"/>
                </a:lnTo>
                <a:lnTo>
                  <a:pt x="328" y="275"/>
                </a:lnTo>
                <a:lnTo>
                  <a:pt x="327" y="274"/>
                </a:lnTo>
                <a:lnTo>
                  <a:pt x="326" y="274"/>
                </a:lnTo>
                <a:lnTo>
                  <a:pt x="326" y="273"/>
                </a:lnTo>
                <a:lnTo>
                  <a:pt x="326" y="274"/>
                </a:lnTo>
                <a:lnTo>
                  <a:pt x="326" y="273"/>
                </a:lnTo>
                <a:lnTo>
                  <a:pt x="325" y="273"/>
                </a:lnTo>
                <a:lnTo>
                  <a:pt x="326" y="272"/>
                </a:lnTo>
                <a:lnTo>
                  <a:pt x="326" y="271"/>
                </a:lnTo>
                <a:lnTo>
                  <a:pt x="325" y="270"/>
                </a:lnTo>
                <a:lnTo>
                  <a:pt x="324" y="270"/>
                </a:lnTo>
                <a:lnTo>
                  <a:pt x="324" y="269"/>
                </a:lnTo>
                <a:lnTo>
                  <a:pt x="323" y="269"/>
                </a:lnTo>
                <a:lnTo>
                  <a:pt x="322" y="268"/>
                </a:lnTo>
                <a:lnTo>
                  <a:pt x="322" y="267"/>
                </a:lnTo>
                <a:lnTo>
                  <a:pt x="322" y="266"/>
                </a:lnTo>
                <a:lnTo>
                  <a:pt x="321" y="266"/>
                </a:lnTo>
                <a:lnTo>
                  <a:pt x="321" y="265"/>
                </a:lnTo>
                <a:lnTo>
                  <a:pt x="320" y="265"/>
                </a:lnTo>
                <a:lnTo>
                  <a:pt x="320" y="264"/>
                </a:lnTo>
                <a:lnTo>
                  <a:pt x="321" y="262"/>
                </a:lnTo>
                <a:lnTo>
                  <a:pt x="321" y="261"/>
                </a:lnTo>
                <a:lnTo>
                  <a:pt x="320" y="260"/>
                </a:lnTo>
                <a:lnTo>
                  <a:pt x="321" y="260"/>
                </a:lnTo>
                <a:lnTo>
                  <a:pt x="321" y="259"/>
                </a:lnTo>
                <a:lnTo>
                  <a:pt x="322" y="257"/>
                </a:lnTo>
                <a:lnTo>
                  <a:pt x="321" y="256"/>
                </a:lnTo>
                <a:lnTo>
                  <a:pt x="321" y="255"/>
                </a:lnTo>
                <a:lnTo>
                  <a:pt x="321" y="254"/>
                </a:lnTo>
                <a:lnTo>
                  <a:pt x="320" y="253"/>
                </a:lnTo>
                <a:lnTo>
                  <a:pt x="320" y="254"/>
                </a:lnTo>
                <a:lnTo>
                  <a:pt x="319" y="254"/>
                </a:lnTo>
                <a:lnTo>
                  <a:pt x="318" y="253"/>
                </a:lnTo>
                <a:lnTo>
                  <a:pt x="317" y="253"/>
                </a:lnTo>
                <a:lnTo>
                  <a:pt x="317" y="252"/>
                </a:lnTo>
                <a:lnTo>
                  <a:pt x="316" y="252"/>
                </a:lnTo>
                <a:lnTo>
                  <a:pt x="314" y="252"/>
                </a:lnTo>
                <a:lnTo>
                  <a:pt x="312" y="253"/>
                </a:lnTo>
                <a:lnTo>
                  <a:pt x="312" y="254"/>
                </a:lnTo>
                <a:lnTo>
                  <a:pt x="312" y="255"/>
                </a:lnTo>
                <a:lnTo>
                  <a:pt x="312" y="256"/>
                </a:lnTo>
                <a:lnTo>
                  <a:pt x="313" y="256"/>
                </a:lnTo>
                <a:lnTo>
                  <a:pt x="313" y="257"/>
                </a:lnTo>
                <a:lnTo>
                  <a:pt x="313" y="258"/>
                </a:lnTo>
                <a:lnTo>
                  <a:pt x="313" y="260"/>
                </a:lnTo>
                <a:lnTo>
                  <a:pt x="313" y="261"/>
                </a:lnTo>
                <a:lnTo>
                  <a:pt x="313" y="263"/>
                </a:lnTo>
                <a:lnTo>
                  <a:pt x="313" y="264"/>
                </a:lnTo>
                <a:lnTo>
                  <a:pt x="312" y="265"/>
                </a:lnTo>
                <a:lnTo>
                  <a:pt x="310" y="265"/>
                </a:lnTo>
                <a:lnTo>
                  <a:pt x="310" y="264"/>
                </a:lnTo>
                <a:lnTo>
                  <a:pt x="309" y="264"/>
                </a:lnTo>
                <a:lnTo>
                  <a:pt x="308" y="263"/>
                </a:lnTo>
                <a:lnTo>
                  <a:pt x="307" y="263"/>
                </a:lnTo>
                <a:lnTo>
                  <a:pt x="307" y="264"/>
                </a:lnTo>
                <a:lnTo>
                  <a:pt x="306" y="264"/>
                </a:lnTo>
                <a:lnTo>
                  <a:pt x="305" y="264"/>
                </a:lnTo>
                <a:lnTo>
                  <a:pt x="304" y="264"/>
                </a:lnTo>
                <a:lnTo>
                  <a:pt x="302" y="266"/>
                </a:lnTo>
                <a:lnTo>
                  <a:pt x="301" y="266"/>
                </a:lnTo>
                <a:lnTo>
                  <a:pt x="300" y="266"/>
                </a:lnTo>
                <a:lnTo>
                  <a:pt x="299" y="266"/>
                </a:lnTo>
                <a:lnTo>
                  <a:pt x="298" y="266"/>
                </a:lnTo>
                <a:lnTo>
                  <a:pt x="297" y="266"/>
                </a:lnTo>
                <a:lnTo>
                  <a:pt x="297" y="265"/>
                </a:lnTo>
                <a:lnTo>
                  <a:pt x="296" y="265"/>
                </a:lnTo>
                <a:lnTo>
                  <a:pt x="296" y="266"/>
                </a:lnTo>
                <a:lnTo>
                  <a:pt x="295" y="268"/>
                </a:lnTo>
                <a:lnTo>
                  <a:pt x="295" y="269"/>
                </a:lnTo>
                <a:lnTo>
                  <a:pt x="296" y="271"/>
                </a:lnTo>
                <a:lnTo>
                  <a:pt x="297" y="273"/>
                </a:lnTo>
                <a:lnTo>
                  <a:pt x="298" y="274"/>
                </a:lnTo>
                <a:lnTo>
                  <a:pt x="298" y="275"/>
                </a:lnTo>
                <a:lnTo>
                  <a:pt x="299" y="275"/>
                </a:lnTo>
                <a:lnTo>
                  <a:pt x="299" y="278"/>
                </a:lnTo>
                <a:lnTo>
                  <a:pt x="299" y="279"/>
                </a:lnTo>
                <a:lnTo>
                  <a:pt x="298" y="279"/>
                </a:lnTo>
                <a:lnTo>
                  <a:pt x="298" y="278"/>
                </a:lnTo>
                <a:lnTo>
                  <a:pt x="297" y="278"/>
                </a:lnTo>
                <a:lnTo>
                  <a:pt x="296" y="278"/>
                </a:lnTo>
                <a:lnTo>
                  <a:pt x="295" y="279"/>
                </a:lnTo>
                <a:lnTo>
                  <a:pt x="294" y="278"/>
                </a:lnTo>
                <a:lnTo>
                  <a:pt x="293" y="278"/>
                </a:lnTo>
                <a:lnTo>
                  <a:pt x="292" y="279"/>
                </a:lnTo>
                <a:lnTo>
                  <a:pt x="290" y="278"/>
                </a:lnTo>
                <a:lnTo>
                  <a:pt x="289" y="277"/>
                </a:lnTo>
                <a:lnTo>
                  <a:pt x="289" y="276"/>
                </a:lnTo>
                <a:lnTo>
                  <a:pt x="288" y="275"/>
                </a:lnTo>
                <a:lnTo>
                  <a:pt x="288" y="274"/>
                </a:lnTo>
                <a:lnTo>
                  <a:pt x="287" y="273"/>
                </a:lnTo>
                <a:lnTo>
                  <a:pt x="286" y="273"/>
                </a:lnTo>
                <a:lnTo>
                  <a:pt x="286" y="274"/>
                </a:lnTo>
                <a:lnTo>
                  <a:pt x="285" y="274"/>
                </a:lnTo>
                <a:lnTo>
                  <a:pt x="284" y="274"/>
                </a:lnTo>
                <a:lnTo>
                  <a:pt x="284" y="275"/>
                </a:lnTo>
                <a:lnTo>
                  <a:pt x="283" y="277"/>
                </a:lnTo>
                <a:lnTo>
                  <a:pt x="283" y="279"/>
                </a:lnTo>
                <a:lnTo>
                  <a:pt x="285" y="281"/>
                </a:lnTo>
                <a:lnTo>
                  <a:pt x="286" y="282"/>
                </a:lnTo>
                <a:lnTo>
                  <a:pt x="287" y="282"/>
                </a:lnTo>
                <a:lnTo>
                  <a:pt x="287" y="283"/>
                </a:lnTo>
                <a:lnTo>
                  <a:pt x="288" y="283"/>
                </a:lnTo>
                <a:lnTo>
                  <a:pt x="289" y="285"/>
                </a:lnTo>
                <a:lnTo>
                  <a:pt x="290" y="285"/>
                </a:lnTo>
                <a:lnTo>
                  <a:pt x="292" y="287"/>
                </a:lnTo>
                <a:lnTo>
                  <a:pt x="292" y="288"/>
                </a:lnTo>
                <a:lnTo>
                  <a:pt x="293" y="289"/>
                </a:lnTo>
                <a:lnTo>
                  <a:pt x="294" y="291"/>
                </a:lnTo>
                <a:lnTo>
                  <a:pt x="296" y="291"/>
                </a:lnTo>
                <a:lnTo>
                  <a:pt x="297" y="292"/>
                </a:lnTo>
                <a:lnTo>
                  <a:pt x="297" y="293"/>
                </a:lnTo>
                <a:lnTo>
                  <a:pt x="298" y="293"/>
                </a:lnTo>
                <a:lnTo>
                  <a:pt x="299" y="294"/>
                </a:lnTo>
                <a:lnTo>
                  <a:pt x="299" y="295"/>
                </a:lnTo>
                <a:lnTo>
                  <a:pt x="300" y="296"/>
                </a:lnTo>
                <a:lnTo>
                  <a:pt x="300" y="297"/>
                </a:lnTo>
                <a:lnTo>
                  <a:pt x="300" y="298"/>
                </a:lnTo>
                <a:lnTo>
                  <a:pt x="299" y="299"/>
                </a:lnTo>
                <a:lnTo>
                  <a:pt x="298" y="299"/>
                </a:lnTo>
                <a:lnTo>
                  <a:pt x="297" y="299"/>
                </a:lnTo>
                <a:lnTo>
                  <a:pt x="296" y="299"/>
                </a:lnTo>
                <a:lnTo>
                  <a:pt x="295" y="299"/>
                </a:lnTo>
                <a:lnTo>
                  <a:pt x="294" y="297"/>
                </a:lnTo>
                <a:lnTo>
                  <a:pt x="292" y="298"/>
                </a:lnTo>
                <a:lnTo>
                  <a:pt x="291" y="298"/>
                </a:lnTo>
                <a:lnTo>
                  <a:pt x="291" y="299"/>
                </a:lnTo>
                <a:lnTo>
                  <a:pt x="288" y="299"/>
                </a:lnTo>
                <a:lnTo>
                  <a:pt x="287" y="299"/>
                </a:lnTo>
                <a:lnTo>
                  <a:pt x="286" y="299"/>
                </a:lnTo>
                <a:lnTo>
                  <a:pt x="285" y="299"/>
                </a:lnTo>
                <a:lnTo>
                  <a:pt x="284" y="300"/>
                </a:lnTo>
                <a:lnTo>
                  <a:pt x="283" y="300"/>
                </a:lnTo>
                <a:lnTo>
                  <a:pt x="283" y="301"/>
                </a:lnTo>
                <a:lnTo>
                  <a:pt x="283" y="302"/>
                </a:lnTo>
                <a:lnTo>
                  <a:pt x="283" y="303"/>
                </a:lnTo>
                <a:lnTo>
                  <a:pt x="282" y="302"/>
                </a:lnTo>
                <a:lnTo>
                  <a:pt x="281" y="302"/>
                </a:lnTo>
                <a:lnTo>
                  <a:pt x="281" y="301"/>
                </a:lnTo>
                <a:lnTo>
                  <a:pt x="280" y="301"/>
                </a:lnTo>
                <a:lnTo>
                  <a:pt x="280" y="302"/>
                </a:lnTo>
                <a:lnTo>
                  <a:pt x="279" y="301"/>
                </a:lnTo>
                <a:lnTo>
                  <a:pt x="278" y="300"/>
                </a:lnTo>
                <a:lnTo>
                  <a:pt x="278" y="299"/>
                </a:lnTo>
                <a:lnTo>
                  <a:pt x="277" y="298"/>
                </a:lnTo>
                <a:lnTo>
                  <a:pt x="276" y="298"/>
                </a:lnTo>
                <a:lnTo>
                  <a:pt x="276" y="297"/>
                </a:lnTo>
                <a:lnTo>
                  <a:pt x="275" y="297"/>
                </a:lnTo>
                <a:lnTo>
                  <a:pt x="274" y="299"/>
                </a:lnTo>
                <a:lnTo>
                  <a:pt x="274" y="301"/>
                </a:lnTo>
                <a:lnTo>
                  <a:pt x="274" y="302"/>
                </a:lnTo>
                <a:lnTo>
                  <a:pt x="274" y="304"/>
                </a:lnTo>
                <a:lnTo>
                  <a:pt x="273" y="304"/>
                </a:lnTo>
                <a:lnTo>
                  <a:pt x="273" y="305"/>
                </a:lnTo>
                <a:lnTo>
                  <a:pt x="272" y="307"/>
                </a:lnTo>
                <a:lnTo>
                  <a:pt x="271" y="308"/>
                </a:lnTo>
                <a:lnTo>
                  <a:pt x="270" y="308"/>
                </a:lnTo>
                <a:lnTo>
                  <a:pt x="269" y="311"/>
                </a:lnTo>
                <a:lnTo>
                  <a:pt x="269" y="312"/>
                </a:lnTo>
                <a:lnTo>
                  <a:pt x="269" y="314"/>
                </a:lnTo>
                <a:lnTo>
                  <a:pt x="269" y="315"/>
                </a:lnTo>
                <a:lnTo>
                  <a:pt x="268" y="318"/>
                </a:lnTo>
                <a:lnTo>
                  <a:pt x="267" y="318"/>
                </a:lnTo>
                <a:lnTo>
                  <a:pt x="266" y="318"/>
                </a:lnTo>
                <a:lnTo>
                  <a:pt x="265" y="318"/>
                </a:lnTo>
                <a:lnTo>
                  <a:pt x="265" y="319"/>
                </a:lnTo>
                <a:lnTo>
                  <a:pt x="264" y="320"/>
                </a:lnTo>
                <a:lnTo>
                  <a:pt x="263" y="320"/>
                </a:lnTo>
                <a:lnTo>
                  <a:pt x="263" y="321"/>
                </a:lnTo>
                <a:lnTo>
                  <a:pt x="263" y="322"/>
                </a:lnTo>
                <a:lnTo>
                  <a:pt x="263" y="323"/>
                </a:lnTo>
                <a:lnTo>
                  <a:pt x="264" y="323"/>
                </a:lnTo>
                <a:lnTo>
                  <a:pt x="264" y="324"/>
                </a:lnTo>
                <a:lnTo>
                  <a:pt x="263" y="324"/>
                </a:lnTo>
                <a:lnTo>
                  <a:pt x="262" y="324"/>
                </a:lnTo>
                <a:lnTo>
                  <a:pt x="261" y="324"/>
                </a:lnTo>
                <a:lnTo>
                  <a:pt x="261" y="325"/>
                </a:lnTo>
                <a:lnTo>
                  <a:pt x="260" y="326"/>
                </a:lnTo>
                <a:lnTo>
                  <a:pt x="259" y="326"/>
                </a:lnTo>
                <a:lnTo>
                  <a:pt x="258" y="327"/>
                </a:lnTo>
                <a:lnTo>
                  <a:pt x="258" y="328"/>
                </a:lnTo>
                <a:lnTo>
                  <a:pt x="257" y="328"/>
                </a:lnTo>
                <a:lnTo>
                  <a:pt x="256" y="329"/>
                </a:lnTo>
                <a:lnTo>
                  <a:pt x="255" y="330"/>
                </a:lnTo>
                <a:lnTo>
                  <a:pt x="254" y="330"/>
                </a:lnTo>
                <a:lnTo>
                  <a:pt x="254" y="329"/>
                </a:lnTo>
                <a:lnTo>
                  <a:pt x="254" y="328"/>
                </a:lnTo>
                <a:lnTo>
                  <a:pt x="254" y="329"/>
                </a:lnTo>
                <a:lnTo>
                  <a:pt x="253" y="330"/>
                </a:lnTo>
                <a:lnTo>
                  <a:pt x="253" y="331"/>
                </a:lnTo>
                <a:lnTo>
                  <a:pt x="252" y="331"/>
                </a:lnTo>
                <a:lnTo>
                  <a:pt x="251" y="333"/>
                </a:lnTo>
                <a:lnTo>
                  <a:pt x="250" y="333"/>
                </a:lnTo>
                <a:lnTo>
                  <a:pt x="249" y="333"/>
                </a:lnTo>
                <a:lnTo>
                  <a:pt x="249" y="332"/>
                </a:lnTo>
                <a:lnTo>
                  <a:pt x="248" y="332"/>
                </a:lnTo>
                <a:lnTo>
                  <a:pt x="248" y="331"/>
                </a:lnTo>
                <a:lnTo>
                  <a:pt x="248" y="330"/>
                </a:lnTo>
                <a:lnTo>
                  <a:pt x="247" y="329"/>
                </a:lnTo>
                <a:lnTo>
                  <a:pt x="243" y="328"/>
                </a:lnTo>
                <a:lnTo>
                  <a:pt x="242" y="328"/>
                </a:lnTo>
                <a:lnTo>
                  <a:pt x="241" y="328"/>
                </a:lnTo>
                <a:lnTo>
                  <a:pt x="240" y="328"/>
                </a:lnTo>
                <a:lnTo>
                  <a:pt x="239" y="331"/>
                </a:lnTo>
                <a:lnTo>
                  <a:pt x="239" y="332"/>
                </a:lnTo>
                <a:lnTo>
                  <a:pt x="238" y="332"/>
                </a:lnTo>
                <a:lnTo>
                  <a:pt x="236" y="333"/>
                </a:lnTo>
                <a:lnTo>
                  <a:pt x="235" y="333"/>
                </a:lnTo>
                <a:lnTo>
                  <a:pt x="234" y="333"/>
                </a:lnTo>
                <a:lnTo>
                  <a:pt x="233" y="333"/>
                </a:lnTo>
                <a:lnTo>
                  <a:pt x="232" y="334"/>
                </a:lnTo>
                <a:lnTo>
                  <a:pt x="231" y="337"/>
                </a:lnTo>
                <a:lnTo>
                  <a:pt x="232" y="337"/>
                </a:lnTo>
                <a:lnTo>
                  <a:pt x="232" y="338"/>
                </a:lnTo>
                <a:lnTo>
                  <a:pt x="231" y="338"/>
                </a:lnTo>
                <a:lnTo>
                  <a:pt x="231" y="339"/>
                </a:lnTo>
                <a:lnTo>
                  <a:pt x="229" y="339"/>
                </a:lnTo>
                <a:lnTo>
                  <a:pt x="229" y="338"/>
                </a:lnTo>
                <a:lnTo>
                  <a:pt x="228" y="338"/>
                </a:lnTo>
                <a:lnTo>
                  <a:pt x="228" y="339"/>
                </a:lnTo>
                <a:lnTo>
                  <a:pt x="227" y="339"/>
                </a:lnTo>
                <a:lnTo>
                  <a:pt x="227" y="340"/>
                </a:lnTo>
                <a:lnTo>
                  <a:pt x="226" y="340"/>
                </a:lnTo>
                <a:lnTo>
                  <a:pt x="225" y="342"/>
                </a:lnTo>
                <a:lnTo>
                  <a:pt x="224" y="343"/>
                </a:lnTo>
                <a:lnTo>
                  <a:pt x="224" y="344"/>
                </a:lnTo>
                <a:lnTo>
                  <a:pt x="224" y="345"/>
                </a:lnTo>
                <a:lnTo>
                  <a:pt x="224" y="346"/>
                </a:lnTo>
                <a:lnTo>
                  <a:pt x="223" y="346"/>
                </a:lnTo>
                <a:lnTo>
                  <a:pt x="223" y="347"/>
                </a:lnTo>
                <a:lnTo>
                  <a:pt x="223" y="348"/>
                </a:lnTo>
                <a:lnTo>
                  <a:pt x="224" y="348"/>
                </a:lnTo>
                <a:lnTo>
                  <a:pt x="224" y="349"/>
                </a:lnTo>
                <a:lnTo>
                  <a:pt x="226" y="348"/>
                </a:lnTo>
                <a:lnTo>
                  <a:pt x="227" y="348"/>
                </a:lnTo>
                <a:lnTo>
                  <a:pt x="228" y="348"/>
                </a:lnTo>
                <a:lnTo>
                  <a:pt x="228" y="349"/>
                </a:lnTo>
                <a:lnTo>
                  <a:pt x="227" y="352"/>
                </a:lnTo>
                <a:lnTo>
                  <a:pt x="227" y="353"/>
                </a:lnTo>
                <a:lnTo>
                  <a:pt x="228" y="353"/>
                </a:lnTo>
                <a:lnTo>
                  <a:pt x="228" y="354"/>
                </a:lnTo>
                <a:lnTo>
                  <a:pt x="228" y="356"/>
                </a:lnTo>
                <a:lnTo>
                  <a:pt x="228" y="357"/>
                </a:lnTo>
                <a:lnTo>
                  <a:pt x="229" y="356"/>
                </a:lnTo>
                <a:lnTo>
                  <a:pt x="231" y="359"/>
                </a:lnTo>
                <a:lnTo>
                  <a:pt x="236" y="364"/>
                </a:lnTo>
                <a:lnTo>
                  <a:pt x="236" y="365"/>
                </a:lnTo>
                <a:lnTo>
                  <a:pt x="237" y="366"/>
                </a:lnTo>
                <a:lnTo>
                  <a:pt x="238" y="366"/>
                </a:lnTo>
                <a:lnTo>
                  <a:pt x="239" y="365"/>
                </a:lnTo>
                <a:lnTo>
                  <a:pt x="239" y="366"/>
                </a:lnTo>
                <a:lnTo>
                  <a:pt x="239" y="367"/>
                </a:lnTo>
                <a:lnTo>
                  <a:pt x="239" y="368"/>
                </a:lnTo>
                <a:lnTo>
                  <a:pt x="240" y="368"/>
                </a:lnTo>
                <a:lnTo>
                  <a:pt x="241" y="368"/>
                </a:lnTo>
                <a:lnTo>
                  <a:pt x="243" y="368"/>
                </a:lnTo>
                <a:lnTo>
                  <a:pt x="244" y="368"/>
                </a:lnTo>
                <a:lnTo>
                  <a:pt x="245" y="368"/>
                </a:lnTo>
                <a:lnTo>
                  <a:pt x="246" y="368"/>
                </a:lnTo>
                <a:lnTo>
                  <a:pt x="246" y="369"/>
                </a:lnTo>
                <a:lnTo>
                  <a:pt x="247" y="371"/>
                </a:lnTo>
                <a:lnTo>
                  <a:pt x="247" y="372"/>
                </a:lnTo>
                <a:lnTo>
                  <a:pt x="248" y="373"/>
                </a:lnTo>
                <a:lnTo>
                  <a:pt x="249" y="374"/>
                </a:lnTo>
                <a:lnTo>
                  <a:pt x="249" y="376"/>
                </a:lnTo>
                <a:lnTo>
                  <a:pt x="250" y="376"/>
                </a:lnTo>
                <a:lnTo>
                  <a:pt x="250" y="378"/>
                </a:lnTo>
                <a:lnTo>
                  <a:pt x="251" y="379"/>
                </a:lnTo>
                <a:lnTo>
                  <a:pt x="252" y="381"/>
                </a:lnTo>
                <a:lnTo>
                  <a:pt x="253" y="381"/>
                </a:lnTo>
                <a:lnTo>
                  <a:pt x="253" y="382"/>
                </a:lnTo>
                <a:lnTo>
                  <a:pt x="252" y="383"/>
                </a:lnTo>
                <a:lnTo>
                  <a:pt x="250" y="383"/>
                </a:lnTo>
                <a:lnTo>
                  <a:pt x="249" y="383"/>
                </a:lnTo>
                <a:lnTo>
                  <a:pt x="248" y="384"/>
                </a:lnTo>
                <a:lnTo>
                  <a:pt x="248" y="385"/>
                </a:lnTo>
                <a:lnTo>
                  <a:pt x="247" y="385"/>
                </a:lnTo>
                <a:lnTo>
                  <a:pt x="247" y="386"/>
                </a:lnTo>
                <a:lnTo>
                  <a:pt x="246" y="387"/>
                </a:lnTo>
                <a:lnTo>
                  <a:pt x="245" y="387"/>
                </a:lnTo>
                <a:lnTo>
                  <a:pt x="244" y="389"/>
                </a:lnTo>
                <a:lnTo>
                  <a:pt x="244" y="390"/>
                </a:lnTo>
                <a:lnTo>
                  <a:pt x="245" y="391"/>
                </a:lnTo>
                <a:lnTo>
                  <a:pt x="244" y="394"/>
                </a:lnTo>
                <a:lnTo>
                  <a:pt x="243" y="394"/>
                </a:lnTo>
                <a:lnTo>
                  <a:pt x="243" y="395"/>
                </a:lnTo>
                <a:lnTo>
                  <a:pt x="243" y="394"/>
                </a:lnTo>
                <a:lnTo>
                  <a:pt x="242" y="394"/>
                </a:lnTo>
                <a:lnTo>
                  <a:pt x="241" y="395"/>
                </a:lnTo>
                <a:lnTo>
                  <a:pt x="242" y="395"/>
                </a:lnTo>
                <a:lnTo>
                  <a:pt x="241" y="397"/>
                </a:lnTo>
                <a:lnTo>
                  <a:pt x="241" y="398"/>
                </a:lnTo>
                <a:lnTo>
                  <a:pt x="242" y="399"/>
                </a:lnTo>
                <a:lnTo>
                  <a:pt x="242" y="400"/>
                </a:lnTo>
                <a:lnTo>
                  <a:pt x="242" y="401"/>
                </a:lnTo>
                <a:lnTo>
                  <a:pt x="241" y="401"/>
                </a:lnTo>
                <a:lnTo>
                  <a:pt x="240" y="401"/>
                </a:lnTo>
                <a:lnTo>
                  <a:pt x="239" y="400"/>
                </a:lnTo>
                <a:lnTo>
                  <a:pt x="238" y="400"/>
                </a:lnTo>
                <a:lnTo>
                  <a:pt x="237" y="400"/>
                </a:lnTo>
                <a:lnTo>
                  <a:pt x="236" y="400"/>
                </a:lnTo>
                <a:lnTo>
                  <a:pt x="236" y="399"/>
                </a:lnTo>
                <a:lnTo>
                  <a:pt x="235" y="399"/>
                </a:lnTo>
                <a:lnTo>
                  <a:pt x="235" y="398"/>
                </a:lnTo>
                <a:lnTo>
                  <a:pt x="234" y="398"/>
                </a:lnTo>
                <a:lnTo>
                  <a:pt x="234" y="397"/>
                </a:lnTo>
                <a:lnTo>
                  <a:pt x="233" y="397"/>
                </a:lnTo>
                <a:lnTo>
                  <a:pt x="232" y="398"/>
                </a:lnTo>
                <a:lnTo>
                  <a:pt x="231" y="399"/>
                </a:lnTo>
                <a:lnTo>
                  <a:pt x="230" y="401"/>
                </a:lnTo>
                <a:lnTo>
                  <a:pt x="231" y="401"/>
                </a:lnTo>
                <a:lnTo>
                  <a:pt x="231" y="402"/>
                </a:lnTo>
                <a:lnTo>
                  <a:pt x="231" y="403"/>
                </a:lnTo>
                <a:lnTo>
                  <a:pt x="230" y="404"/>
                </a:lnTo>
                <a:lnTo>
                  <a:pt x="229" y="405"/>
                </a:lnTo>
                <a:lnTo>
                  <a:pt x="228" y="405"/>
                </a:lnTo>
                <a:lnTo>
                  <a:pt x="227" y="405"/>
                </a:lnTo>
                <a:lnTo>
                  <a:pt x="227" y="404"/>
                </a:lnTo>
                <a:lnTo>
                  <a:pt x="226" y="404"/>
                </a:lnTo>
                <a:lnTo>
                  <a:pt x="225" y="405"/>
                </a:lnTo>
                <a:lnTo>
                  <a:pt x="226" y="405"/>
                </a:lnTo>
                <a:lnTo>
                  <a:pt x="225" y="405"/>
                </a:lnTo>
                <a:lnTo>
                  <a:pt x="224" y="405"/>
                </a:lnTo>
                <a:lnTo>
                  <a:pt x="223" y="405"/>
                </a:lnTo>
                <a:lnTo>
                  <a:pt x="222" y="405"/>
                </a:lnTo>
                <a:lnTo>
                  <a:pt x="221" y="406"/>
                </a:lnTo>
                <a:lnTo>
                  <a:pt x="220" y="406"/>
                </a:lnTo>
                <a:lnTo>
                  <a:pt x="220" y="405"/>
                </a:lnTo>
                <a:lnTo>
                  <a:pt x="219" y="406"/>
                </a:lnTo>
                <a:lnTo>
                  <a:pt x="219" y="407"/>
                </a:lnTo>
                <a:lnTo>
                  <a:pt x="219" y="408"/>
                </a:lnTo>
                <a:lnTo>
                  <a:pt x="218" y="408"/>
                </a:lnTo>
                <a:lnTo>
                  <a:pt x="215" y="408"/>
                </a:lnTo>
                <a:lnTo>
                  <a:pt x="214" y="408"/>
                </a:lnTo>
                <a:lnTo>
                  <a:pt x="213" y="408"/>
                </a:lnTo>
                <a:lnTo>
                  <a:pt x="213" y="410"/>
                </a:lnTo>
                <a:lnTo>
                  <a:pt x="213" y="411"/>
                </a:lnTo>
                <a:lnTo>
                  <a:pt x="213" y="412"/>
                </a:lnTo>
                <a:lnTo>
                  <a:pt x="212" y="412"/>
                </a:lnTo>
                <a:lnTo>
                  <a:pt x="212" y="411"/>
                </a:lnTo>
                <a:lnTo>
                  <a:pt x="210" y="411"/>
                </a:lnTo>
                <a:lnTo>
                  <a:pt x="210" y="412"/>
                </a:lnTo>
                <a:lnTo>
                  <a:pt x="209" y="412"/>
                </a:lnTo>
                <a:lnTo>
                  <a:pt x="209" y="413"/>
                </a:lnTo>
                <a:lnTo>
                  <a:pt x="209" y="414"/>
                </a:lnTo>
                <a:lnTo>
                  <a:pt x="210" y="414"/>
                </a:lnTo>
                <a:lnTo>
                  <a:pt x="209" y="414"/>
                </a:lnTo>
                <a:lnTo>
                  <a:pt x="209" y="415"/>
                </a:lnTo>
                <a:lnTo>
                  <a:pt x="208" y="415"/>
                </a:lnTo>
                <a:lnTo>
                  <a:pt x="207" y="415"/>
                </a:lnTo>
                <a:lnTo>
                  <a:pt x="206" y="415"/>
                </a:lnTo>
                <a:lnTo>
                  <a:pt x="206" y="416"/>
                </a:lnTo>
                <a:lnTo>
                  <a:pt x="205" y="417"/>
                </a:lnTo>
                <a:lnTo>
                  <a:pt x="205" y="418"/>
                </a:lnTo>
                <a:lnTo>
                  <a:pt x="204" y="418"/>
                </a:lnTo>
                <a:lnTo>
                  <a:pt x="204" y="419"/>
                </a:lnTo>
                <a:lnTo>
                  <a:pt x="203" y="419"/>
                </a:lnTo>
                <a:lnTo>
                  <a:pt x="203" y="420"/>
                </a:lnTo>
                <a:lnTo>
                  <a:pt x="203" y="421"/>
                </a:lnTo>
                <a:lnTo>
                  <a:pt x="202" y="421"/>
                </a:lnTo>
                <a:lnTo>
                  <a:pt x="201" y="422"/>
                </a:lnTo>
                <a:lnTo>
                  <a:pt x="200" y="423"/>
                </a:lnTo>
                <a:lnTo>
                  <a:pt x="199" y="423"/>
                </a:lnTo>
                <a:lnTo>
                  <a:pt x="199" y="424"/>
                </a:lnTo>
                <a:lnTo>
                  <a:pt x="199" y="425"/>
                </a:lnTo>
                <a:lnTo>
                  <a:pt x="198" y="425"/>
                </a:lnTo>
                <a:lnTo>
                  <a:pt x="198" y="426"/>
                </a:lnTo>
                <a:lnTo>
                  <a:pt x="198" y="427"/>
                </a:lnTo>
                <a:lnTo>
                  <a:pt x="199" y="428"/>
                </a:lnTo>
                <a:lnTo>
                  <a:pt x="199" y="429"/>
                </a:lnTo>
                <a:lnTo>
                  <a:pt x="198" y="429"/>
                </a:lnTo>
                <a:lnTo>
                  <a:pt x="197" y="429"/>
                </a:lnTo>
                <a:lnTo>
                  <a:pt x="197" y="430"/>
                </a:lnTo>
                <a:lnTo>
                  <a:pt x="197" y="431"/>
                </a:lnTo>
                <a:lnTo>
                  <a:pt x="196" y="431"/>
                </a:lnTo>
                <a:lnTo>
                  <a:pt x="196" y="432"/>
                </a:lnTo>
                <a:lnTo>
                  <a:pt x="196" y="433"/>
                </a:lnTo>
                <a:lnTo>
                  <a:pt x="197" y="433"/>
                </a:lnTo>
                <a:lnTo>
                  <a:pt x="197" y="434"/>
                </a:lnTo>
                <a:lnTo>
                  <a:pt x="197" y="435"/>
                </a:lnTo>
                <a:lnTo>
                  <a:pt x="197" y="436"/>
                </a:lnTo>
                <a:lnTo>
                  <a:pt x="198" y="435"/>
                </a:lnTo>
                <a:lnTo>
                  <a:pt x="199" y="435"/>
                </a:lnTo>
                <a:lnTo>
                  <a:pt x="200" y="436"/>
                </a:lnTo>
                <a:lnTo>
                  <a:pt x="201" y="436"/>
                </a:lnTo>
                <a:lnTo>
                  <a:pt x="201" y="437"/>
                </a:lnTo>
                <a:lnTo>
                  <a:pt x="202" y="437"/>
                </a:lnTo>
                <a:lnTo>
                  <a:pt x="203" y="437"/>
                </a:lnTo>
                <a:lnTo>
                  <a:pt x="204" y="438"/>
                </a:lnTo>
                <a:lnTo>
                  <a:pt x="204" y="439"/>
                </a:lnTo>
                <a:lnTo>
                  <a:pt x="205" y="440"/>
                </a:lnTo>
                <a:lnTo>
                  <a:pt x="206" y="440"/>
                </a:lnTo>
                <a:lnTo>
                  <a:pt x="207" y="440"/>
                </a:lnTo>
                <a:lnTo>
                  <a:pt x="207" y="441"/>
                </a:lnTo>
                <a:lnTo>
                  <a:pt x="208" y="441"/>
                </a:lnTo>
                <a:lnTo>
                  <a:pt x="208" y="442"/>
                </a:lnTo>
                <a:lnTo>
                  <a:pt x="209" y="442"/>
                </a:lnTo>
                <a:lnTo>
                  <a:pt x="208" y="443"/>
                </a:lnTo>
                <a:lnTo>
                  <a:pt x="208" y="444"/>
                </a:lnTo>
                <a:lnTo>
                  <a:pt x="208" y="445"/>
                </a:lnTo>
                <a:lnTo>
                  <a:pt x="209" y="445"/>
                </a:lnTo>
                <a:lnTo>
                  <a:pt x="209" y="446"/>
                </a:lnTo>
                <a:lnTo>
                  <a:pt x="210" y="446"/>
                </a:lnTo>
                <a:lnTo>
                  <a:pt x="210" y="447"/>
                </a:lnTo>
                <a:lnTo>
                  <a:pt x="209" y="447"/>
                </a:lnTo>
                <a:lnTo>
                  <a:pt x="209" y="448"/>
                </a:lnTo>
                <a:lnTo>
                  <a:pt x="209" y="449"/>
                </a:lnTo>
                <a:lnTo>
                  <a:pt x="209" y="450"/>
                </a:lnTo>
                <a:lnTo>
                  <a:pt x="208" y="451"/>
                </a:lnTo>
                <a:lnTo>
                  <a:pt x="209" y="452"/>
                </a:lnTo>
                <a:lnTo>
                  <a:pt x="210" y="452"/>
                </a:lnTo>
                <a:lnTo>
                  <a:pt x="211" y="452"/>
                </a:lnTo>
                <a:lnTo>
                  <a:pt x="211" y="453"/>
                </a:lnTo>
                <a:lnTo>
                  <a:pt x="212" y="453"/>
                </a:lnTo>
                <a:lnTo>
                  <a:pt x="213" y="454"/>
                </a:lnTo>
                <a:lnTo>
                  <a:pt x="214" y="454"/>
                </a:lnTo>
                <a:lnTo>
                  <a:pt x="215" y="454"/>
                </a:lnTo>
                <a:lnTo>
                  <a:pt x="215" y="455"/>
                </a:lnTo>
                <a:lnTo>
                  <a:pt x="215" y="456"/>
                </a:lnTo>
                <a:lnTo>
                  <a:pt x="215" y="457"/>
                </a:lnTo>
                <a:lnTo>
                  <a:pt x="214" y="457"/>
                </a:lnTo>
                <a:lnTo>
                  <a:pt x="214" y="458"/>
                </a:lnTo>
                <a:lnTo>
                  <a:pt x="213" y="458"/>
                </a:lnTo>
                <a:lnTo>
                  <a:pt x="212" y="458"/>
                </a:lnTo>
                <a:lnTo>
                  <a:pt x="211" y="459"/>
                </a:lnTo>
                <a:lnTo>
                  <a:pt x="210" y="459"/>
                </a:lnTo>
                <a:lnTo>
                  <a:pt x="209" y="459"/>
                </a:lnTo>
                <a:lnTo>
                  <a:pt x="209" y="460"/>
                </a:lnTo>
                <a:lnTo>
                  <a:pt x="208" y="460"/>
                </a:lnTo>
                <a:lnTo>
                  <a:pt x="208" y="459"/>
                </a:lnTo>
                <a:lnTo>
                  <a:pt x="207" y="458"/>
                </a:lnTo>
                <a:lnTo>
                  <a:pt x="206" y="458"/>
                </a:lnTo>
                <a:lnTo>
                  <a:pt x="205" y="459"/>
                </a:lnTo>
                <a:lnTo>
                  <a:pt x="205" y="460"/>
                </a:lnTo>
                <a:lnTo>
                  <a:pt x="204" y="460"/>
                </a:lnTo>
                <a:lnTo>
                  <a:pt x="203" y="461"/>
                </a:lnTo>
                <a:lnTo>
                  <a:pt x="202" y="461"/>
                </a:lnTo>
                <a:lnTo>
                  <a:pt x="201" y="461"/>
                </a:lnTo>
                <a:lnTo>
                  <a:pt x="200" y="461"/>
                </a:lnTo>
                <a:lnTo>
                  <a:pt x="200" y="462"/>
                </a:lnTo>
                <a:lnTo>
                  <a:pt x="200" y="463"/>
                </a:lnTo>
                <a:lnTo>
                  <a:pt x="201" y="463"/>
                </a:lnTo>
                <a:lnTo>
                  <a:pt x="201" y="464"/>
                </a:lnTo>
                <a:lnTo>
                  <a:pt x="201" y="465"/>
                </a:lnTo>
                <a:lnTo>
                  <a:pt x="202" y="466"/>
                </a:lnTo>
                <a:lnTo>
                  <a:pt x="203" y="466"/>
                </a:lnTo>
                <a:lnTo>
                  <a:pt x="204" y="467"/>
                </a:lnTo>
                <a:lnTo>
                  <a:pt x="205" y="467"/>
                </a:lnTo>
                <a:lnTo>
                  <a:pt x="206" y="467"/>
                </a:lnTo>
                <a:lnTo>
                  <a:pt x="207" y="467"/>
                </a:lnTo>
                <a:lnTo>
                  <a:pt x="208" y="467"/>
                </a:lnTo>
                <a:lnTo>
                  <a:pt x="208" y="468"/>
                </a:lnTo>
                <a:lnTo>
                  <a:pt x="208" y="469"/>
                </a:lnTo>
                <a:lnTo>
                  <a:pt x="208" y="470"/>
                </a:lnTo>
                <a:lnTo>
                  <a:pt x="208" y="471"/>
                </a:lnTo>
                <a:lnTo>
                  <a:pt x="208" y="472"/>
                </a:lnTo>
                <a:lnTo>
                  <a:pt x="208" y="473"/>
                </a:lnTo>
                <a:lnTo>
                  <a:pt x="209" y="473"/>
                </a:lnTo>
                <a:lnTo>
                  <a:pt x="209" y="474"/>
                </a:lnTo>
                <a:lnTo>
                  <a:pt x="209" y="475"/>
                </a:lnTo>
                <a:lnTo>
                  <a:pt x="209" y="476"/>
                </a:lnTo>
                <a:lnTo>
                  <a:pt x="208" y="476"/>
                </a:lnTo>
                <a:lnTo>
                  <a:pt x="208" y="477"/>
                </a:lnTo>
                <a:lnTo>
                  <a:pt x="209" y="478"/>
                </a:lnTo>
                <a:lnTo>
                  <a:pt x="208" y="479"/>
                </a:lnTo>
                <a:lnTo>
                  <a:pt x="208" y="480"/>
                </a:lnTo>
                <a:lnTo>
                  <a:pt x="208" y="481"/>
                </a:lnTo>
                <a:lnTo>
                  <a:pt x="210" y="481"/>
                </a:lnTo>
                <a:lnTo>
                  <a:pt x="210" y="480"/>
                </a:lnTo>
                <a:lnTo>
                  <a:pt x="211" y="480"/>
                </a:lnTo>
                <a:lnTo>
                  <a:pt x="211" y="481"/>
                </a:lnTo>
                <a:lnTo>
                  <a:pt x="212" y="481"/>
                </a:lnTo>
                <a:lnTo>
                  <a:pt x="212" y="482"/>
                </a:lnTo>
                <a:lnTo>
                  <a:pt x="213" y="482"/>
                </a:lnTo>
                <a:lnTo>
                  <a:pt x="213" y="484"/>
                </a:lnTo>
                <a:lnTo>
                  <a:pt x="213" y="485"/>
                </a:lnTo>
                <a:lnTo>
                  <a:pt x="213" y="486"/>
                </a:lnTo>
                <a:lnTo>
                  <a:pt x="212" y="486"/>
                </a:lnTo>
                <a:lnTo>
                  <a:pt x="212" y="487"/>
                </a:lnTo>
                <a:lnTo>
                  <a:pt x="213" y="488"/>
                </a:lnTo>
                <a:lnTo>
                  <a:pt x="213" y="489"/>
                </a:lnTo>
                <a:lnTo>
                  <a:pt x="214" y="488"/>
                </a:lnTo>
                <a:lnTo>
                  <a:pt x="214" y="487"/>
                </a:lnTo>
                <a:lnTo>
                  <a:pt x="215" y="486"/>
                </a:lnTo>
                <a:lnTo>
                  <a:pt x="215" y="485"/>
                </a:lnTo>
                <a:lnTo>
                  <a:pt x="216" y="485"/>
                </a:lnTo>
                <a:lnTo>
                  <a:pt x="218" y="486"/>
                </a:lnTo>
                <a:lnTo>
                  <a:pt x="218" y="487"/>
                </a:lnTo>
                <a:lnTo>
                  <a:pt x="219" y="487"/>
                </a:lnTo>
                <a:lnTo>
                  <a:pt x="219" y="488"/>
                </a:lnTo>
                <a:lnTo>
                  <a:pt x="219" y="489"/>
                </a:lnTo>
                <a:lnTo>
                  <a:pt x="220" y="489"/>
                </a:lnTo>
                <a:lnTo>
                  <a:pt x="221" y="489"/>
                </a:lnTo>
                <a:lnTo>
                  <a:pt x="221" y="488"/>
                </a:lnTo>
                <a:lnTo>
                  <a:pt x="222" y="488"/>
                </a:lnTo>
                <a:lnTo>
                  <a:pt x="222" y="487"/>
                </a:lnTo>
                <a:lnTo>
                  <a:pt x="223" y="487"/>
                </a:lnTo>
                <a:lnTo>
                  <a:pt x="224" y="487"/>
                </a:lnTo>
                <a:lnTo>
                  <a:pt x="224" y="486"/>
                </a:lnTo>
                <a:lnTo>
                  <a:pt x="225" y="486"/>
                </a:lnTo>
                <a:lnTo>
                  <a:pt x="225" y="487"/>
                </a:lnTo>
                <a:lnTo>
                  <a:pt x="226" y="487"/>
                </a:lnTo>
                <a:lnTo>
                  <a:pt x="226" y="486"/>
                </a:lnTo>
                <a:lnTo>
                  <a:pt x="227" y="486"/>
                </a:lnTo>
                <a:lnTo>
                  <a:pt x="227" y="487"/>
                </a:lnTo>
                <a:lnTo>
                  <a:pt x="228" y="487"/>
                </a:lnTo>
                <a:lnTo>
                  <a:pt x="229" y="486"/>
                </a:lnTo>
                <a:lnTo>
                  <a:pt x="230" y="485"/>
                </a:lnTo>
                <a:lnTo>
                  <a:pt x="230" y="484"/>
                </a:lnTo>
                <a:lnTo>
                  <a:pt x="231" y="485"/>
                </a:lnTo>
                <a:lnTo>
                  <a:pt x="232" y="485"/>
                </a:lnTo>
                <a:lnTo>
                  <a:pt x="232" y="486"/>
                </a:lnTo>
                <a:lnTo>
                  <a:pt x="233" y="487"/>
                </a:lnTo>
                <a:lnTo>
                  <a:pt x="233" y="488"/>
                </a:lnTo>
                <a:lnTo>
                  <a:pt x="234" y="488"/>
                </a:lnTo>
                <a:lnTo>
                  <a:pt x="233" y="489"/>
                </a:lnTo>
                <a:lnTo>
                  <a:pt x="234" y="489"/>
                </a:lnTo>
                <a:lnTo>
                  <a:pt x="234" y="490"/>
                </a:lnTo>
                <a:lnTo>
                  <a:pt x="234" y="491"/>
                </a:lnTo>
                <a:lnTo>
                  <a:pt x="235" y="491"/>
                </a:lnTo>
                <a:lnTo>
                  <a:pt x="236" y="491"/>
                </a:lnTo>
                <a:lnTo>
                  <a:pt x="236" y="492"/>
                </a:lnTo>
                <a:lnTo>
                  <a:pt x="237" y="492"/>
                </a:lnTo>
                <a:lnTo>
                  <a:pt x="237" y="493"/>
                </a:lnTo>
                <a:lnTo>
                  <a:pt x="237" y="494"/>
                </a:lnTo>
                <a:lnTo>
                  <a:pt x="238" y="494"/>
                </a:lnTo>
                <a:lnTo>
                  <a:pt x="238" y="493"/>
                </a:lnTo>
                <a:lnTo>
                  <a:pt x="239" y="493"/>
                </a:lnTo>
                <a:lnTo>
                  <a:pt x="239" y="494"/>
                </a:lnTo>
                <a:lnTo>
                  <a:pt x="240" y="495"/>
                </a:lnTo>
                <a:lnTo>
                  <a:pt x="240" y="496"/>
                </a:lnTo>
                <a:lnTo>
                  <a:pt x="240" y="497"/>
                </a:lnTo>
                <a:lnTo>
                  <a:pt x="241" y="498"/>
                </a:lnTo>
                <a:lnTo>
                  <a:pt x="242" y="498"/>
                </a:lnTo>
                <a:lnTo>
                  <a:pt x="243" y="498"/>
                </a:lnTo>
                <a:lnTo>
                  <a:pt x="243" y="499"/>
                </a:lnTo>
                <a:lnTo>
                  <a:pt x="243" y="498"/>
                </a:lnTo>
                <a:lnTo>
                  <a:pt x="244" y="498"/>
                </a:lnTo>
                <a:lnTo>
                  <a:pt x="245" y="498"/>
                </a:lnTo>
                <a:lnTo>
                  <a:pt x="246" y="498"/>
                </a:lnTo>
                <a:lnTo>
                  <a:pt x="247" y="498"/>
                </a:lnTo>
                <a:lnTo>
                  <a:pt x="249" y="498"/>
                </a:lnTo>
                <a:lnTo>
                  <a:pt x="250" y="498"/>
                </a:lnTo>
                <a:lnTo>
                  <a:pt x="250" y="497"/>
                </a:lnTo>
                <a:lnTo>
                  <a:pt x="249" y="498"/>
                </a:lnTo>
                <a:lnTo>
                  <a:pt x="249" y="497"/>
                </a:lnTo>
                <a:lnTo>
                  <a:pt x="249" y="495"/>
                </a:lnTo>
                <a:lnTo>
                  <a:pt x="249" y="494"/>
                </a:lnTo>
                <a:lnTo>
                  <a:pt x="250" y="494"/>
                </a:lnTo>
                <a:lnTo>
                  <a:pt x="250" y="493"/>
                </a:lnTo>
                <a:lnTo>
                  <a:pt x="249" y="493"/>
                </a:lnTo>
                <a:lnTo>
                  <a:pt x="250" y="493"/>
                </a:lnTo>
                <a:lnTo>
                  <a:pt x="251" y="493"/>
                </a:lnTo>
                <a:lnTo>
                  <a:pt x="251" y="492"/>
                </a:lnTo>
                <a:lnTo>
                  <a:pt x="252" y="491"/>
                </a:lnTo>
                <a:lnTo>
                  <a:pt x="253" y="492"/>
                </a:lnTo>
                <a:lnTo>
                  <a:pt x="254" y="492"/>
                </a:lnTo>
                <a:lnTo>
                  <a:pt x="255" y="491"/>
                </a:lnTo>
                <a:lnTo>
                  <a:pt x="256" y="491"/>
                </a:lnTo>
                <a:lnTo>
                  <a:pt x="257" y="490"/>
                </a:lnTo>
                <a:lnTo>
                  <a:pt x="257" y="489"/>
                </a:lnTo>
                <a:lnTo>
                  <a:pt x="256" y="489"/>
                </a:lnTo>
                <a:lnTo>
                  <a:pt x="256" y="488"/>
                </a:lnTo>
                <a:lnTo>
                  <a:pt x="257" y="488"/>
                </a:lnTo>
                <a:lnTo>
                  <a:pt x="258" y="488"/>
                </a:lnTo>
                <a:lnTo>
                  <a:pt x="258" y="487"/>
                </a:lnTo>
                <a:lnTo>
                  <a:pt x="258" y="486"/>
                </a:lnTo>
                <a:lnTo>
                  <a:pt x="259" y="486"/>
                </a:lnTo>
                <a:lnTo>
                  <a:pt x="258" y="486"/>
                </a:lnTo>
                <a:lnTo>
                  <a:pt x="258" y="485"/>
                </a:lnTo>
                <a:lnTo>
                  <a:pt x="258" y="483"/>
                </a:lnTo>
                <a:lnTo>
                  <a:pt x="259" y="483"/>
                </a:lnTo>
                <a:lnTo>
                  <a:pt x="260" y="484"/>
                </a:lnTo>
                <a:lnTo>
                  <a:pt x="261" y="485"/>
                </a:lnTo>
                <a:lnTo>
                  <a:pt x="261" y="486"/>
                </a:lnTo>
                <a:lnTo>
                  <a:pt x="262" y="486"/>
                </a:lnTo>
                <a:lnTo>
                  <a:pt x="263" y="487"/>
                </a:lnTo>
                <a:lnTo>
                  <a:pt x="263" y="488"/>
                </a:lnTo>
                <a:lnTo>
                  <a:pt x="264" y="488"/>
                </a:lnTo>
                <a:lnTo>
                  <a:pt x="265" y="488"/>
                </a:lnTo>
                <a:lnTo>
                  <a:pt x="265" y="487"/>
                </a:lnTo>
                <a:lnTo>
                  <a:pt x="266" y="486"/>
                </a:lnTo>
                <a:lnTo>
                  <a:pt x="265" y="484"/>
                </a:lnTo>
                <a:lnTo>
                  <a:pt x="266" y="483"/>
                </a:lnTo>
                <a:lnTo>
                  <a:pt x="267" y="483"/>
                </a:lnTo>
                <a:lnTo>
                  <a:pt x="267" y="484"/>
                </a:lnTo>
                <a:lnTo>
                  <a:pt x="267" y="485"/>
                </a:lnTo>
                <a:lnTo>
                  <a:pt x="268" y="485"/>
                </a:lnTo>
                <a:lnTo>
                  <a:pt x="268" y="486"/>
                </a:lnTo>
                <a:lnTo>
                  <a:pt x="269" y="485"/>
                </a:lnTo>
                <a:lnTo>
                  <a:pt x="270" y="485"/>
                </a:lnTo>
                <a:lnTo>
                  <a:pt x="270" y="484"/>
                </a:lnTo>
                <a:lnTo>
                  <a:pt x="271" y="484"/>
                </a:lnTo>
                <a:lnTo>
                  <a:pt x="271" y="485"/>
                </a:lnTo>
                <a:lnTo>
                  <a:pt x="272" y="485"/>
                </a:lnTo>
                <a:lnTo>
                  <a:pt x="272" y="486"/>
                </a:lnTo>
                <a:lnTo>
                  <a:pt x="273" y="486"/>
                </a:lnTo>
                <a:lnTo>
                  <a:pt x="275" y="485"/>
                </a:lnTo>
                <a:lnTo>
                  <a:pt x="277" y="485"/>
                </a:lnTo>
                <a:lnTo>
                  <a:pt x="279" y="485"/>
                </a:lnTo>
                <a:lnTo>
                  <a:pt x="280" y="484"/>
                </a:lnTo>
                <a:lnTo>
                  <a:pt x="281" y="485"/>
                </a:lnTo>
                <a:lnTo>
                  <a:pt x="282" y="484"/>
                </a:lnTo>
                <a:lnTo>
                  <a:pt x="282" y="485"/>
                </a:lnTo>
                <a:lnTo>
                  <a:pt x="284" y="485"/>
                </a:lnTo>
                <a:lnTo>
                  <a:pt x="285" y="484"/>
                </a:lnTo>
                <a:lnTo>
                  <a:pt x="286" y="484"/>
                </a:lnTo>
                <a:lnTo>
                  <a:pt x="286" y="483"/>
                </a:lnTo>
                <a:lnTo>
                  <a:pt x="287" y="483"/>
                </a:lnTo>
                <a:lnTo>
                  <a:pt x="287" y="482"/>
                </a:lnTo>
                <a:lnTo>
                  <a:pt x="288" y="482"/>
                </a:lnTo>
                <a:lnTo>
                  <a:pt x="288" y="481"/>
                </a:lnTo>
                <a:lnTo>
                  <a:pt x="289" y="481"/>
                </a:lnTo>
                <a:lnTo>
                  <a:pt x="290" y="481"/>
                </a:lnTo>
                <a:lnTo>
                  <a:pt x="291" y="481"/>
                </a:lnTo>
                <a:lnTo>
                  <a:pt x="291" y="482"/>
                </a:lnTo>
                <a:lnTo>
                  <a:pt x="291" y="481"/>
                </a:lnTo>
                <a:lnTo>
                  <a:pt x="292" y="482"/>
                </a:lnTo>
                <a:lnTo>
                  <a:pt x="292" y="483"/>
                </a:lnTo>
                <a:lnTo>
                  <a:pt x="293" y="483"/>
                </a:lnTo>
                <a:lnTo>
                  <a:pt x="293" y="482"/>
                </a:lnTo>
                <a:lnTo>
                  <a:pt x="294" y="484"/>
                </a:lnTo>
                <a:lnTo>
                  <a:pt x="296" y="484"/>
                </a:lnTo>
                <a:lnTo>
                  <a:pt x="297" y="485"/>
                </a:lnTo>
                <a:lnTo>
                  <a:pt x="297" y="486"/>
                </a:lnTo>
                <a:lnTo>
                  <a:pt x="296" y="486"/>
                </a:lnTo>
                <a:lnTo>
                  <a:pt x="297" y="487"/>
                </a:lnTo>
                <a:lnTo>
                  <a:pt x="297" y="488"/>
                </a:lnTo>
                <a:lnTo>
                  <a:pt x="297" y="489"/>
                </a:lnTo>
                <a:lnTo>
                  <a:pt x="297" y="490"/>
                </a:lnTo>
                <a:lnTo>
                  <a:pt x="297" y="491"/>
                </a:lnTo>
                <a:lnTo>
                  <a:pt x="297" y="492"/>
                </a:lnTo>
                <a:lnTo>
                  <a:pt x="298" y="492"/>
                </a:lnTo>
                <a:lnTo>
                  <a:pt x="299" y="493"/>
                </a:lnTo>
                <a:lnTo>
                  <a:pt x="299" y="494"/>
                </a:lnTo>
                <a:lnTo>
                  <a:pt x="300" y="494"/>
                </a:lnTo>
                <a:lnTo>
                  <a:pt x="302" y="495"/>
                </a:lnTo>
                <a:lnTo>
                  <a:pt x="303" y="495"/>
                </a:lnTo>
                <a:lnTo>
                  <a:pt x="305" y="495"/>
                </a:lnTo>
                <a:lnTo>
                  <a:pt x="305" y="496"/>
                </a:lnTo>
                <a:lnTo>
                  <a:pt x="306" y="497"/>
                </a:lnTo>
                <a:lnTo>
                  <a:pt x="307" y="497"/>
                </a:lnTo>
                <a:lnTo>
                  <a:pt x="307" y="498"/>
                </a:lnTo>
                <a:lnTo>
                  <a:pt x="308" y="499"/>
                </a:lnTo>
                <a:lnTo>
                  <a:pt x="309" y="500"/>
                </a:lnTo>
                <a:lnTo>
                  <a:pt x="310" y="500"/>
                </a:lnTo>
                <a:lnTo>
                  <a:pt x="310" y="499"/>
                </a:lnTo>
                <a:lnTo>
                  <a:pt x="312" y="499"/>
                </a:lnTo>
                <a:lnTo>
                  <a:pt x="312" y="500"/>
                </a:lnTo>
                <a:lnTo>
                  <a:pt x="314" y="500"/>
                </a:lnTo>
                <a:lnTo>
                  <a:pt x="315" y="500"/>
                </a:lnTo>
                <a:lnTo>
                  <a:pt x="315" y="499"/>
                </a:lnTo>
                <a:lnTo>
                  <a:pt x="316" y="499"/>
                </a:lnTo>
                <a:lnTo>
                  <a:pt x="316" y="500"/>
                </a:lnTo>
                <a:lnTo>
                  <a:pt x="317" y="500"/>
                </a:lnTo>
                <a:lnTo>
                  <a:pt x="317" y="499"/>
                </a:lnTo>
                <a:lnTo>
                  <a:pt x="318" y="500"/>
                </a:lnTo>
                <a:lnTo>
                  <a:pt x="319" y="500"/>
                </a:lnTo>
                <a:lnTo>
                  <a:pt x="320" y="500"/>
                </a:lnTo>
                <a:lnTo>
                  <a:pt x="321" y="500"/>
                </a:lnTo>
                <a:lnTo>
                  <a:pt x="322" y="499"/>
                </a:lnTo>
                <a:lnTo>
                  <a:pt x="322" y="498"/>
                </a:lnTo>
                <a:lnTo>
                  <a:pt x="322" y="497"/>
                </a:lnTo>
                <a:lnTo>
                  <a:pt x="321" y="497"/>
                </a:lnTo>
                <a:lnTo>
                  <a:pt x="321" y="496"/>
                </a:lnTo>
                <a:lnTo>
                  <a:pt x="321" y="495"/>
                </a:lnTo>
                <a:lnTo>
                  <a:pt x="321" y="494"/>
                </a:lnTo>
                <a:lnTo>
                  <a:pt x="320" y="494"/>
                </a:lnTo>
                <a:lnTo>
                  <a:pt x="320" y="495"/>
                </a:lnTo>
                <a:lnTo>
                  <a:pt x="319" y="495"/>
                </a:lnTo>
                <a:lnTo>
                  <a:pt x="318" y="495"/>
                </a:lnTo>
                <a:lnTo>
                  <a:pt x="319" y="495"/>
                </a:lnTo>
                <a:lnTo>
                  <a:pt x="319" y="494"/>
                </a:lnTo>
                <a:lnTo>
                  <a:pt x="318" y="494"/>
                </a:lnTo>
                <a:lnTo>
                  <a:pt x="317" y="495"/>
                </a:lnTo>
                <a:lnTo>
                  <a:pt x="317" y="494"/>
                </a:lnTo>
                <a:lnTo>
                  <a:pt x="317" y="493"/>
                </a:lnTo>
                <a:lnTo>
                  <a:pt x="317" y="492"/>
                </a:lnTo>
                <a:lnTo>
                  <a:pt x="318" y="492"/>
                </a:lnTo>
                <a:lnTo>
                  <a:pt x="317" y="491"/>
                </a:lnTo>
                <a:lnTo>
                  <a:pt x="316" y="490"/>
                </a:lnTo>
                <a:lnTo>
                  <a:pt x="315" y="489"/>
                </a:lnTo>
                <a:lnTo>
                  <a:pt x="315" y="488"/>
                </a:lnTo>
                <a:lnTo>
                  <a:pt x="316" y="488"/>
                </a:lnTo>
                <a:lnTo>
                  <a:pt x="317" y="488"/>
                </a:lnTo>
                <a:lnTo>
                  <a:pt x="318" y="488"/>
                </a:lnTo>
                <a:lnTo>
                  <a:pt x="318" y="489"/>
                </a:lnTo>
                <a:lnTo>
                  <a:pt x="318" y="490"/>
                </a:lnTo>
                <a:lnTo>
                  <a:pt x="319" y="490"/>
                </a:lnTo>
                <a:lnTo>
                  <a:pt x="319" y="491"/>
                </a:lnTo>
                <a:lnTo>
                  <a:pt x="319" y="490"/>
                </a:lnTo>
                <a:lnTo>
                  <a:pt x="320" y="490"/>
                </a:lnTo>
                <a:lnTo>
                  <a:pt x="320" y="489"/>
                </a:lnTo>
                <a:lnTo>
                  <a:pt x="319" y="488"/>
                </a:lnTo>
                <a:lnTo>
                  <a:pt x="319" y="487"/>
                </a:lnTo>
                <a:lnTo>
                  <a:pt x="321" y="487"/>
                </a:lnTo>
                <a:lnTo>
                  <a:pt x="322" y="487"/>
                </a:lnTo>
                <a:lnTo>
                  <a:pt x="322" y="486"/>
                </a:lnTo>
                <a:lnTo>
                  <a:pt x="323" y="486"/>
                </a:lnTo>
                <a:lnTo>
                  <a:pt x="324" y="486"/>
                </a:lnTo>
                <a:lnTo>
                  <a:pt x="324" y="485"/>
                </a:lnTo>
                <a:lnTo>
                  <a:pt x="323" y="484"/>
                </a:lnTo>
                <a:lnTo>
                  <a:pt x="323" y="483"/>
                </a:lnTo>
                <a:lnTo>
                  <a:pt x="324" y="483"/>
                </a:lnTo>
                <a:lnTo>
                  <a:pt x="325" y="483"/>
                </a:lnTo>
                <a:lnTo>
                  <a:pt x="326" y="483"/>
                </a:lnTo>
                <a:lnTo>
                  <a:pt x="327" y="483"/>
                </a:lnTo>
                <a:lnTo>
                  <a:pt x="327" y="482"/>
                </a:lnTo>
                <a:lnTo>
                  <a:pt x="327" y="481"/>
                </a:lnTo>
                <a:lnTo>
                  <a:pt x="328" y="480"/>
                </a:lnTo>
                <a:lnTo>
                  <a:pt x="328" y="479"/>
                </a:lnTo>
                <a:lnTo>
                  <a:pt x="328" y="478"/>
                </a:lnTo>
                <a:lnTo>
                  <a:pt x="328" y="477"/>
                </a:lnTo>
                <a:lnTo>
                  <a:pt x="328" y="476"/>
                </a:lnTo>
                <a:lnTo>
                  <a:pt x="328" y="475"/>
                </a:lnTo>
                <a:lnTo>
                  <a:pt x="328" y="476"/>
                </a:lnTo>
                <a:lnTo>
                  <a:pt x="329" y="476"/>
                </a:lnTo>
                <a:lnTo>
                  <a:pt x="330" y="476"/>
                </a:lnTo>
                <a:lnTo>
                  <a:pt x="330" y="475"/>
                </a:lnTo>
                <a:lnTo>
                  <a:pt x="330" y="474"/>
                </a:lnTo>
                <a:lnTo>
                  <a:pt x="330" y="475"/>
                </a:lnTo>
                <a:lnTo>
                  <a:pt x="330" y="476"/>
                </a:lnTo>
                <a:lnTo>
                  <a:pt x="331" y="475"/>
                </a:lnTo>
                <a:lnTo>
                  <a:pt x="332" y="474"/>
                </a:lnTo>
                <a:lnTo>
                  <a:pt x="333" y="473"/>
                </a:lnTo>
                <a:lnTo>
                  <a:pt x="332" y="472"/>
                </a:lnTo>
                <a:lnTo>
                  <a:pt x="333" y="471"/>
                </a:lnTo>
                <a:lnTo>
                  <a:pt x="334" y="471"/>
                </a:lnTo>
                <a:lnTo>
                  <a:pt x="335" y="471"/>
                </a:lnTo>
                <a:lnTo>
                  <a:pt x="335" y="472"/>
                </a:lnTo>
                <a:lnTo>
                  <a:pt x="336" y="471"/>
                </a:lnTo>
                <a:lnTo>
                  <a:pt x="336" y="470"/>
                </a:lnTo>
                <a:lnTo>
                  <a:pt x="337" y="470"/>
                </a:lnTo>
                <a:lnTo>
                  <a:pt x="337" y="471"/>
                </a:lnTo>
                <a:lnTo>
                  <a:pt x="338" y="472"/>
                </a:lnTo>
                <a:lnTo>
                  <a:pt x="338" y="473"/>
                </a:lnTo>
                <a:lnTo>
                  <a:pt x="339" y="474"/>
                </a:lnTo>
                <a:lnTo>
                  <a:pt x="340" y="474"/>
                </a:lnTo>
                <a:lnTo>
                  <a:pt x="340" y="473"/>
                </a:lnTo>
                <a:lnTo>
                  <a:pt x="341" y="473"/>
                </a:lnTo>
                <a:lnTo>
                  <a:pt x="342" y="474"/>
                </a:lnTo>
                <a:lnTo>
                  <a:pt x="343" y="473"/>
                </a:lnTo>
                <a:lnTo>
                  <a:pt x="344" y="473"/>
                </a:lnTo>
                <a:lnTo>
                  <a:pt x="345" y="473"/>
                </a:lnTo>
                <a:lnTo>
                  <a:pt x="346" y="473"/>
                </a:lnTo>
                <a:lnTo>
                  <a:pt x="347" y="473"/>
                </a:lnTo>
                <a:lnTo>
                  <a:pt x="348" y="474"/>
                </a:lnTo>
                <a:lnTo>
                  <a:pt x="348" y="475"/>
                </a:lnTo>
                <a:lnTo>
                  <a:pt x="350" y="474"/>
                </a:lnTo>
                <a:lnTo>
                  <a:pt x="351" y="474"/>
                </a:lnTo>
                <a:lnTo>
                  <a:pt x="351" y="473"/>
                </a:lnTo>
                <a:lnTo>
                  <a:pt x="350" y="472"/>
                </a:lnTo>
                <a:lnTo>
                  <a:pt x="349" y="472"/>
                </a:lnTo>
                <a:lnTo>
                  <a:pt x="348" y="472"/>
                </a:lnTo>
                <a:lnTo>
                  <a:pt x="348" y="471"/>
                </a:lnTo>
                <a:lnTo>
                  <a:pt x="347" y="470"/>
                </a:lnTo>
                <a:lnTo>
                  <a:pt x="348" y="469"/>
                </a:lnTo>
                <a:lnTo>
                  <a:pt x="348" y="470"/>
                </a:lnTo>
                <a:lnTo>
                  <a:pt x="349" y="470"/>
                </a:lnTo>
                <a:lnTo>
                  <a:pt x="350" y="469"/>
                </a:lnTo>
                <a:lnTo>
                  <a:pt x="351" y="470"/>
                </a:lnTo>
                <a:lnTo>
                  <a:pt x="352" y="470"/>
                </a:lnTo>
                <a:lnTo>
                  <a:pt x="352" y="469"/>
                </a:lnTo>
                <a:lnTo>
                  <a:pt x="354" y="469"/>
                </a:lnTo>
                <a:lnTo>
                  <a:pt x="354" y="470"/>
                </a:lnTo>
                <a:lnTo>
                  <a:pt x="355" y="470"/>
                </a:lnTo>
                <a:lnTo>
                  <a:pt x="355" y="471"/>
                </a:lnTo>
                <a:lnTo>
                  <a:pt x="356" y="471"/>
                </a:lnTo>
                <a:lnTo>
                  <a:pt x="356" y="472"/>
                </a:lnTo>
                <a:lnTo>
                  <a:pt x="357" y="473"/>
                </a:lnTo>
                <a:lnTo>
                  <a:pt x="358" y="472"/>
                </a:lnTo>
                <a:lnTo>
                  <a:pt x="358" y="471"/>
                </a:lnTo>
                <a:lnTo>
                  <a:pt x="358" y="470"/>
                </a:lnTo>
                <a:lnTo>
                  <a:pt x="360" y="469"/>
                </a:lnTo>
                <a:lnTo>
                  <a:pt x="361" y="469"/>
                </a:lnTo>
                <a:lnTo>
                  <a:pt x="361" y="470"/>
                </a:lnTo>
                <a:lnTo>
                  <a:pt x="362" y="470"/>
                </a:lnTo>
                <a:lnTo>
                  <a:pt x="362" y="471"/>
                </a:lnTo>
                <a:lnTo>
                  <a:pt x="361" y="471"/>
                </a:lnTo>
                <a:lnTo>
                  <a:pt x="361" y="470"/>
                </a:lnTo>
                <a:lnTo>
                  <a:pt x="360" y="470"/>
                </a:lnTo>
                <a:lnTo>
                  <a:pt x="360" y="471"/>
                </a:lnTo>
                <a:lnTo>
                  <a:pt x="361" y="471"/>
                </a:lnTo>
                <a:lnTo>
                  <a:pt x="361" y="472"/>
                </a:lnTo>
                <a:lnTo>
                  <a:pt x="360" y="472"/>
                </a:lnTo>
                <a:lnTo>
                  <a:pt x="360" y="473"/>
                </a:lnTo>
                <a:lnTo>
                  <a:pt x="360" y="474"/>
                </a:lnTo>
                <a:lnTo>
                  <a:pt x="362" y="475"/>
                </a:lnTo>
                <a:lnTo>
                  <a:pt x="361" y="476"/>
                </a:lnTo>
                <a:lnTo>
                  <a:pt x="360" y="476"/>
                </a:lnTo>
                <a:lnTo>
                  <a:pt x="360" y="478"/>
                </a:lnTo>
                <a:lnTo>
                  <a:pt x="358" y="479"/>
                </a:lnTo>
                <a:lnTo>
                  <a:pt x="360" y="480"/>
                </a:lnTo>
                <a:lnTo>
                  <a:pt x="361" y="481"/>
                </a:lnTo>
                <a:lnTo>
                  <a:pt x="362" y="482"/>
                </a:lnTo>
                <a:lnTo>
                  <a:pt x="363" y="482"/>
                </a:lnTo>
                <a:lnTo>
                  <a:pt x="363" y="481"/>
                </a:lnTo>
                <a:lnTo>
                  <a:pt x="364" y="481"/>
                </a:lnTo>
                <a:lnTo>
                  <a:pt x="364" y="482"/>
                </a:lnTo>
                <a:lnTo>
                  <a:pt x="364" y="483"/>
                </a:lnTo>
                <a:lnTo>
                  <a:pt x="364" y="484"/>
                </a:lnTo>
                <a:lnTo>
                  <a:pt x="364" y="485"/>
                </a:lnTo>
                <a:lnTo>
                  <a:pt x="363" y="485"/>
                </a:lnTo>
                <a:lnTo>
                  <a:pt x="363" y="486"/>
                </a:lnTo>
                <a:lnTo>
                  <a:pt x="364" y="487"/>
                </a:lnTo>
                <a:lnTo>
                  <a:pt x="365" y="488"/>
                </a:lnTo>
                <a:lnTo>
                  <a:pt x="365" y="489"/>
                </a:lnTo>
                <a:lnTo>
                  <a:pt x="364" y="490"/>
                </a:lnTo>
                <a:lnTo>
                  <a:pt x="363" y="490"/>
                </a:lnTo>
                <a:lnTo>
                  <a:pt x="362" y="490"/>
                </a:lnTo>
                <a:lnTo>
                  <a:pt x="362" y="491"/>
                </a:lnTo>
                <a:lnTo>
                  <a:pt x="361" y="491"/>
                </a:lnTo>
                <a:lnTo>
                  <a:pt x="361" y="492"/>
                </a:lnTo>
                <a:lnTo>
                  <a:pt x="362" y="493"/>
                </a:lnTo>
                <a:lnTo>
                  <a:pt x="363" y="494"/>
                </a:lnTo>
                <a:lnTo>
                  <a:pt x="362" y="494"/>
                </a:lnTo>
                <a:lnTo>
                  <a:pt x="362" y="495"/>
                </a:lnTo>
                <a:lnTo>
                  <a:pt x="363" y="495"/>
                </a:lnTo>
                <a:lnTo>
                  <a:pt x="363" y="494"/>
                </a:lnTo>
                <a:lnTo>
                  <a:pt x="363" y="495"/>
                </a:lnTo>
                <a:lnTo>
                  <a:pt x="364" y="495"/>
                </a:lnTo>
                <a:lnTo>
                  <a:pt x="364" y="494"/>
                </a:lnTo>
                <a:lnTo>
                  <a:pt x="365" y="494"/>
                </a:lnTo>
                <a:lnTo>
                  <a:pt x="366" y="495"/>
                </a:lnTo>
                <a:lnTo>
                  <a:pt x="366" y="496"/>
                </a:lnTo>
                <a:lnTo>
                  <a:pt x="367" y="496"/>
                </a:lnTo>
                <a:lnTo>
                  <a:pt x="368" y="496"/>
                </a:lnTo>
                <a:lnTo>
                  <a:pt x="368" y="495"/>
                </a:lnTo>
                <a:lnTo>
                  <a:pt x="369" y="495"/>
                </a:lnTo>
                <a:lnTo>
                  <a:pt x="370" y="495"/>
                </a:lnTo>
                <a:lnTo>
                  <a:pt x="371" y="495"/>
                </a:lnTo>
                <a:lnTo>
                  <a:pt x="372" y="496"/>
                </a:lnTo>
                <a:lnTo>
                  <a:pt x="371" y="497"/>
                </a:lnTo>
                <a:lnTo>
                  <a:pt x="370" y="497"/>
                </a:lnTo>
                <a:lnTo>
                  <a:pt x="370" y="498"/>
                </a:lnTo>
                <a:lnTo>
                  <a:pt x="369" y="498"/>
                </a:lnTo>
                <a:lnTo>
                  <a:pt x="369" y="499"/>
                </a:lnTo>
                <a:lnTo>
                  <a:pt x="368" y="499"/>
                </a:lnTo>
                <a:lnTo>
                  <a:pt x="368" y="500"/>
                </a:lnTo>
                <a:lnTo>
                  <a:pt x="368" y="501"/>
                </a:lnTo>
                <a:lnTo>
                  <a:pt x="368" y="502"/>
                </a:lnTo>
                <a:lnTo>
                  <a:pt x="368" y="503"/>
                </a:lnTo>
                <a:lnTo>
                  <a:pt x="369" y="504"/>
                </a:lnTo>
                <a:lnTo>
                  <a:pt x="368" y="505"/>
                </a:lnTo>
                <a:lnTo>
                  <a:pt x="367" y="506"/>
                </a:lnTo>
                <a:lnTo>
                  <a:pt x="366" y="506"/>
                </a:lnTo>
                <a:lnTo>
                  <a:pt x="367" y="507"/>
                </a:lnTo>
                <a:lnTo>
                  <a:pt x="368" y="507"/>
                </a:lnTo>
                <a:lnTo>
                  <a:pt x="368" y="508"/>
                </a:lnTo>
                <a:lnTo>
                  <a:pt x="367" y="508"/>
                </a:lnTo>
                <a:lnTo>
                  <a:pt x="367" y="509"/>
                </a:lnTo>
                <a:lnTo>
                  <a:pt x="368" y="511"/>
                </a:lnTo>
                <a:lnTo>
                  <a:pt x="369" y="511"/>
                </a:lnTo>
                <a:lnTo>
                  <a:pt x="369" y="510"/>
                </a:lnTo>
                <a:lnTo>
                  <a:pt x="370" y="510"/>
                </a:lnTo>
                <a:lnTo>
                  <a:pt x="371" y="509"/>
                </a:lnTo>
                <a:lnTo>
                  <a:pt x="371" y="508"/>
                </a:lnTo>
                <a:lnTo>
                  <a:pt x="372" y="507"/>
                </a:lnTo>
                <a:lnTo>
                  <a:pt x="373" y="508"/>
                </a:lnTo>
                <a:lnTo>
                  <a:pt x="373" y="509"/>
                </a:lnTo>
                <a:lnTo>
                  <a:pt x="373" y="510"/>
                </a:lnTo>
                <a:lnTo>
                  <a:pt x="374" y="510"/>
                </a:lnTo>
                <a:lnTo>
                  <a:pt x="375" y="510"/>
                </a:lnTo>
                <a:lnTo>
                  <a:pt x="375" y="511"/>
                </a:lnTo>
                <a:lnTo>
                  <a:pt x="375" y="512"/>
                </a:lnTo>
                <a:lnTo>
                  <a:pt x="375" y="513"/>
                </a:lnTo>
                <a:lnTo>
                  <a:pt x="375" y="515"/>
                </a:lnTo>
                <a:lnTo>
                  <a:pt x="374" y="515"/>
                </a:lnTo>
                <a:lnTo>
                  <a:pt x="374" y="516"/>
                </a:lnTo>
                <a:lnTo>
                  <a:pt x="374" y="517"/>
                </a:lnTo>
                <a:lnTo>
                  <a:pt x="374" y="518"/>
                </a:lnTo>
                <a:lnTo>
                  <a:pt x="374" y="519"/>
                </a:lnTo>
                <a:lnTo>
                  <a:pt x="375" y="519"/>
                </a:lnTo>
                <a:lnTo>
                  <a:pt x="375" y="520"/>
                </a:lnTo>
                <a:lnTo>
                  <a:pt x="375" y="521"/>
                </a:lnTo>
                <a:lnTo>
                  <a:pt x="374" y="521"/>
                </a:lnTo>
                <a:lnTo>
                  <a:pt x="375" y="522"/>
                </a:lnTo>
                <a:lnTo>
                  <a:pt x="375" y="523"/>
                </a:lnTo>
                <a:lnTo>
                  <a:pt x="375" y="524"/>
                </a:lnTo>
                <a:lnTo>
                  <a:pt x="375" y="525"/>
                </a:lnTo>
                <a:lnTo>
                  <a:pt x="376" y="525"/>
                </a:lnTo>
                <a:lnTo>
                  <a:pt x="376" y="526"/>
                </a:lnTo>
                <a:lnTo>
                  <a:pt x="377" y="526"/>
                </a:lnTo>
                <a:lnTo>
                  <a:pt x="377" y="527"/>
                </a:lnTo>
                <a:lnTo>
                  <a:pt x="376" y="527"/>
                </a:lnTo>
                <a:lnTo>
                  <a:pt x="375" y="527"/>
                </a:lnTo>
                <a:lnTo>
                  <a:pt x="376" y="528"/>
                </a:lnTo>
                <a:lnTo>
                  <a:pt x="376" y="529"/>
                </a:lnTo>
                <a:lnTo>
                  <a:pt x="375" y="529"/>
                </a:lnTo>
                <a:lnTo>
                  <a:pt x="374" y="529"/>
                </a:lnTo>
                <a:lnTo>
                  <a:pt x="373" y="529"/>
                </a:lnTo>
                <a:lnTo>
                  <a:pt x="374" y="531"/>
                </a:lnTo>
                <a:lnTo>
                  <a:pt x="375" y="533"/>
                </a:lnTo>
                <a:lnTo>
                  <a:pt x="375" y="534"/>
                </a:lnTo>
                <a:lnTo>
                  <a:pt x="375" y="535"/>
                </a:lnTo>
                <a:lnTo>
                  <a:pt x="375" y="536"/>
                </a:lnTo>
                <a:lnTo>
                  <a:pt x="376" y="537"/>
                </a:lnTo>
                <a:lnTo>
                  <a:pt x="376" y="538"/>
                </a:lnTo>
                <a:lnTo>
                  <a:pt x="375" y="538"/>
                </a:lnTo>
                <a:lnTo>
                  <a:pt x="376" y="538"/>
                </a:lnTo>
                <a:lnTo>
                  <a:pt x="378" y="538"/>
                </a:lnTo>
                <a:lnTo>
                  <a:pt x="379" y="538"/>
                </a:lnTo>
                <a:lnTo>
                  <a:pt x="380" y="538"/>
                </a:lnTo>
                <a:lnTo>
                  <a:pt x="381" y="538"/>
                </a:lnTo>
                <a:lnTo>
                  <a:pt x="381" y="539"/>
                </a:lnTo>
                <a:lnTo>
                  <a:pt x="381" y="540"/>
                </a:lnTo>
                <a:lnTo>
                  <a:pt x="382" y="540"/>
                </a:lnTo>
                <a:lnTo>
                  <a:pt x="382" y="541"/>
                </a:lnTo>
                <a:lnTo>
                  <a:pt x="383" y="541"/>
                </a:lnTo>
                <a:lnTo>
                  <a:pt x="383" y="542"/>
                </a:lnTo>
                <a:lnTo>
                  <a:pt x="382" y="542"/>
                </a:lnTo>
                <a:lnTo>
                  <a:pt x="383" y="543"/>
                </a:lnTo>
                <a:lnTo>
                  <a:pt x="383" y="545"/>
                </a:lnTo>
                <a:lnTo>
                  <a:pt x="382" y="544"/>
                </a:lnTo>
                <a:lnTo>
                  <a:pt x="382" y="545"/>
                </a:lnTo>
                <a:lnTo>
                  <a:pt x="381" y="546"/>
                </a:lnTo>
                <a:lnTo>
                  <a:pt x="381" y="548"/>
                </a:lnTo>
                <a:lnTo>
                  <a:pt x="381" y="547"/>
                </a:lnTo>
                <a:lnTo>
                  <a:pt x="380" y="547"/>
                </a:lnTo>
                <a:lnTo>
                  <a:pt x="380" y="549"/>
                </a:lnTo>
                <a:lnTo>
                  <a:pt x="379" y="550"/>
                </a:lnTo>
                <a:lnTo>
                  <a:pt x="379" y="551"/>
                </a:lnTo>
                <a:lnTo>
                  <a:pt x="378" y="551"/>
                </a:lnTo>
                <a:lnTo>
                  <a:pt x="378" y="553"/>
                </a:lnTo>
                <a:lnTo>
                  <a:pt x="378" y="554"/>
                </a:lnTo>
                <a:lnTo>
                  <a:pt x="377" y="554"/>
                </a:lnTo>
                <a:lnTo>
                  <a:pt x="375" y="555"/>
                </a:lnTo>
                <a:lnTo>
                  <a:pt x="375" y="554"/>
                </a:lnTo>
                <a:lnTo>
                  <a:pt x="375" y="555"/>
                </a:lnTo>
                <a:lnTo>
                  <a:pt x="374" y="555"/>
                </a:lnTo>
                <a:lnTo>
                  <a:pt x="373" y="555"/>
                </a:lnTo>
                <a:lnTo>
                  <a:pt x="372" y="555"/>
                </a:lnTo>
                <a:lnTo>
                  <a:pt x="371" y="555"/>
                </a:lnTo>
                <a:lnTo>
                  <a:pt x="370" y="555"/>
                </a:lnTo>
                <a:lnTo>
                  <a:pt x="369" y="555"/>
                </a:lnTo>
                <a:lnTo>
                  <a:pt x="368" y="556"/>
                </a:lnTo>
                <a:lnTo>
                  <a:pt x="368" y="555"/>
                </a:lnTo>
                <a:lnTo>
                  <a:pt x="368" y="554"/>
                </a:lnTo>
                <a:lnTo>
                  <a:pt x="369" y="554"/>
                </a:lnTo>
                <a:lnTo>
                  <a:pt x="368" y="554"/>
                </a:lnTo>
                <a:lnTo>
                  <a:pt x="368" y="555"/>
                </a:lnTo>
                <a:lnTo>
                  <a:pt x="368" y="556"/>
                </a:lnTo>
                <a:lnTo>
                  <a:pt x="367" y="556"/>
                </a:lnTo>
                <a:lnTo>
                  <a:pt x="366" y="556"/>
                </a:lnTo>
                <a:lnTo>
                  <a:pt x="365" y="556"/>
                </a:lnTo>
                <a:lnTo>
                  <a:pt x="365" y="558"/>
                </a:lnTo>
                <a:lnTo>
                  <a:pt x="366" y="558"/>
                </a:lnTo>
                <a:lnTo>
                  <a:pt x="366" y="560"/>
                </a:lnTo>
                <a:lnTo>
                  <a:pt x="365" y="560"/>
                </a:lnTo>
                <a:lnTo>
                  <a:pt x="365" y="561"/>
                </a:lnTo>
                <a:lnTo>
                  <a:pt x="366" y="561"/>
                </a:lnTo>
                <a:lnTo>
                  <a:pt x="366" y="562"/>
                </a:lnTo>
                <a:lnTo>
                  <a:pt x="366" y="563"/>
                </a:lnTo>
                <a:lnTo>
                  <a:pt x="365" y="563"/>
                </a:lnTo>
                <a:lnTo>
                  <a:pt x="365" y="564"/>
                </a:lnTo>
                <a:lnTo>
                  <a:pt x="365" y="565"/>
                </a:lnTo>
                <a:lnTo>
                  <a:pt x="365" y="566"/>
                </a:lnTo>
                <a:lnTo>
                  <a:pt x="364" y="567"/>
                </a:lnTo>
                <a:lnTo>
                  <a:pt x="363" y="567"/>
                </a:lnTo>
                <a:lnTo>
                  <a:pt x="363" y="569"/>
                </a:lnTo>
                <a:lnTo>
                  <a:pt x="363" y="570"/>
                </a:lnTo>
                <a:lnTo>
                  <a:pt x="363" y="571"/>
                </a:lnTo>
                <a:lnTo>
                  <a:pt x="363" y="572"/>
                </a:lnTo>
                <a:lnTo>
                  <a:pt x="362" y="573"/>
                </a:lnTo>
                <a:lnTo>
                  <a:pt x="362" y="574"/>
                </a:lnTo>
                <a:lnTo>
                  <a:pt x="362" y="575"/>
                </a:lnTo>
                <a:lnTo>
                  <a:pt x="362" y="579"/>
                </a:lnTo>
                <a:lnTo>
                  <a:pt x="362" y="580"/>
                </a:lnTo>
                <a:lnTo>
                  <a:pt x="363" y="580"/>
                </a:lnTo>
                <a:lnTo>
                  <a:pt x="364" y="580"/>
                </a:lnTo>
                <a:lnTo>
                  <a:pt x="364" y="579"/>
                </a:lnTo>
                <a:lnTo>
                  <a:pt x="364" y="580"/>
                </a:lnTo>
                <a:lnTo>
                  <a:pt x="364" y="581"/>
                </a:lnTo>
                <a:lnTo>
                  <a:pt x="364" y="583"/>
                </a:lnTo>
                <a:lnTo>
                  <a:pt x="365" y="585"/>
                </a:lnTo>
                <a:lnTo>
                  <a:pt x="365" y="586"/>
                </a:lnTo>
                <a:lnTo>
                  <a:pt x="367" y="586"/>
                </a:lnTo>
                <a:lnTo>
                  <a:pt x="367" y="587"/>
                </a:lnTo>
                <a:lnTo>
                  <a:pt x="367" y="589"/>
                </a:lnTo>
                <a:lnTo>
                  <a:pt x="368" y="589"/>
                </a:lnTo>
                <a:lnTo>
                  <a:pt x="368" y="590"/>
                </a:lnTo>
                <a:lnTo>
                  <a:pt x="368" y="592"/>
                </a:lnTo>
                <a:lnTo>
                  <a:pt x="368" y="593"/>
                </a:lnTo>
                <a:lnTo>
                  <a:pt x="367" y="593"/>
                </a:lnTo>
                <a:lnTo>
                  <a:pt x="368" y="593"/>
                </a:lnTo>
                <a:lnTo>
                  <a:pt x="368" y="594"/>
                </a:lnTo>
                <a:lnTo>
                  <a:pt x="368" y="595"/>
                </a:lnTo>
                <a:lnTo>
                  <a:pt x="368" y="596"/>
                </a:lnTo>
                <a:lnTo>
                  <a:pt x="368" y="597"/>
                </a:lnTo>
                <a:lnTo>
                  <a:pt x="369" y="597"/>
                </a:lnTo>
                <a:lnTo>
                  <a:pt x="369" y="598"/>
                </a:lnTo>
                <a:lnTo>
                  <a:pt x="369" y="599"/>
                </a:lnTo>
                <a:lnTo>
                  <a:pt x="369" y="600"/>
                </a:lnTo>
                <a:lnTo>
                  <a:pt x="369" y="601"/>
                </a:lnTo>
                <a:lnTo>
                  <a:pt x="370" y="601"/>
                </a:lnTo>
                <a:lnTo>
                  <a:pt x="371" y="601"/>
                </a:lnTo>
                <a:lnTo>
                  <a:pt x="372" y="602"/>
                </a:lnTo>
                <a:lnTo>
                  <a:pt x="373" y="602"/>
                </a:lnTo>
                <a:lnTo>
                  <a:pt x="374" y="602"/>
                </a:lnTo>
                <a:lnTo>
                  <a:pt x="374" y="603"/>
                </a:lnTo>
                <a:lnTo>
                  <a:pt x="375" y="602"/>
                </a:lnTo>
                <a:lnTo>
                  <a:pt x="375" y="601"/>
                </a:lnTo>
                <a:lnTo>
                  <a:pt x="376" y="601"/>
                </a:lnTo>
                <a:lnTo>
                  <a:pt x="379" y="601"/>
                </a:lnTo>
                <a:lnTo>
                  <a:pt x="380" y="601"/>
                </a:lnTo>
                <a:lnTo>
                  <a:pt x="383" y="601"/>
                </a:lnTo>
                <a:lnTo>
                  <a:pt x="383" y="600"/>
                </a:lnTo>
                <a:lnTo>
                  <a:pt x="383" y="601"/>
                </a:lnTo>
                <a:lnTo>
                  <a:pt x="384" y="601"/>
                </a:lnTo>
                <a:lnTo>
                  <a:pt x="384" y="602"/>
                </a:lnTo>
                <a:lnTo>
                  <a:pt x="384" y="603"/>
                </a:lnTo>
                <a:lnTo>
                  <a:pt x="384" y="604"/>
                </a:lnTo>
                <a:lnTo>
                  <a:pt x="384" y="605"/>
                </a:lnTo>
                <a:lnTo>
                  <a:pt x="385" y="605"/>
                </a:lnTo>
                <a:lnTo>
                  <a:pt x="385" y="606"/>
                </a:lnTo>
                <a:lnTo>
                  <a:pt x="385" y="607"/>
                </a:lnTo>
                <a:lnTo>
                  <a:pt x="385" y="608"/>
                </a:lnTo>
                <a:lnTo>
                  <a:pt x="385" y="609"/>
                </a:lnTo>
                <a:lnTo>
                  <a:pt x="385" y="610"/>
                </a:lnTo>
                <a:lnTo>
                  <a:pt x="386" y="610"/>
                </a:lnTo>
                <a:lnTo>
                  <a:pt x="387" y="610"/>
                </a:lnTo>
                <a:lnTo>
                  <a:pt x="388" y="610"/>
                </a:lnTo>
                <a:lnTo>
                  <a:pt x="389" y="609"/>
                </a:lnTo>
                <a:lnTo>
                  <a:pt x="390" y="609"/>
                </a:lnTo>
                <a:lnTo>
                  <a:pt x="391" y="609"/>
                </a:lnTo>
                <a:lnTo>
                  <a:pt x="390" y="609"/>
                </a:lnTo>
                <a:lnTo>
                  <a:pt x="390" y="610"/>
                </a:lnTo>
                <a:lnTo>
                  <a:pt x="391" y="610"/>
                </a:lnTo>
                <a:lnTo>
                  <a:pt x="391" y="609"/>
                </a:lnTo>
                <a:lnTo>
                  <a:pt x="392" y="609"/>
                </a:lnTo>
                <a:lnTo>
                  <a:pt x="393" y="608"/>
                </a:lnTo>
                <a:lnTo>
                  <a:pt x="394" y="608"/>
                </a:lnTo>
                <a:lnTo>
                  <a:pt x="395" y="608"/>
                </a:lnTo>
                <a:lnTo>
                  <a:pt x="399" y="606"/>
                </a:lnTo>
                <a:lnTo>
                  <a:pt x="399" y="607"/>
                </a:lnTo>
                <a:lnTo>
                  <a:pt x="400" y="607"/>
                </a:lnTo>
                <a:lnTo>
                  <a:pt x="401" y="607"/>
                </a:lnTo>
                <a:lnTo>
                  <a:pt x="401" y="606"/>
                </a:lnTo>
                <a:lnTo>
                  <a:pt x="401" y="605"/>
                </a:lnTo>
                <a:lnTo>
                  <a:pt x="404" y="604"/>
                </a:lnTo>
                <a:lnTo>
                  <a:pt x="404" y="605"/>
                </a:lnTo>
                <a:lnTo>
                  <a:pt x="404" y="606"/>
                </a:lnTo>
                <a:lnTo>
                  <a:pt x="404" y="607"/>
                </a:lnTo>
                <a:lnTo>
                  <a:pt x="405" y="606"/>
                </a:lnTo>
                <a:lnTo>
                  <a:pt x="405" y="607"/>
                </a:lnTo>
                <a:lnTo>
                  <a:pt x="406" y="607"/>
                </a:lnTo>
                <a:lnTo>
                  <a:pt x="408" y="608"/>
                </a:lnTo>
                <a:lnTo>
                  <a:pt x="407" y="608"/>
                </a:lnTo>
                <a:lnTo>
                  <a:pt x="407" y="609"/>
                </a:lnTo>
                <a:lnTo>
                  <a:pt x="407" y="610"/>
                </a:lnTo>
                <a:lnTo>
                  <a:pt x="407" y="611"/>
                </a:lnTo>
                <a:lnTo>
                  <a:pt x="407" y="612"/>
                </a:lnTo>
                <a:lnTo>
                  <a:pt x="407" y="613"/>
                </a:lnTo>
                <a:lnTo>
                  <a:pt x="407" y="614"/>
                </a:lnTo>
                <a:lnTo>
                  <a:pt x="408" y="616"/>
                </a:lnTo>
                <a:lnTo>
                  <a:pt x="408" y="617"/>
                </a:lnTo>
                <a:lnTo>
                  <a:pt x="409" y="618"/>
                </a:lnTo>
                <a:lnTo>
                  <a:pt x="409" y="619"/>
                </a:lnTo>
                <a:lnTo>
                  <a:pt x="409" y="620"/>
                </a:lnTo>
                <a:lnTo>
                  <a:pt x="410" y="620"/>
                </a:lnTo>
                <a:lnTo>
                  <a:pt x="411" y="620"/>
                </a:lnTo>
                <a:lnTo>
                  <a:pt x="411" y="621"/>
                </a:lnTo>
                <a:lnTo>
                  <a:pt x="412" y="621"/>
                </a:lnTo>
                <a:lnTo>
                  <a:pt x="412" y="620"/>
                </a:lnTo>
                <a:lnTo>
                  <a:pt x="412" y="621"/>
                </a:lnTo>
                <a:lnTo>
                  <a:pt x="413" y="622"/>
                </a:lnTo>
                <a:lnTo>
                  <a:pt x="413" y="623"/>
                </a:lnTo>
                <a:lnTo>
                  <a:pt x="414" y="623"/>
                </a:lnTo>
                <a:lnTo>
                  <a:pt x="414" y="622"/>
                </a:lnTo>
                <a:lnTo>
                  <a:pt x="415" y="622"/>
                </a:lnTo>
                <a:lnTo>
                  <a:pt x="415" y="621"/>
                </a:lnTo>
                <a:lnTo>
                  <a:pt x="416" y="620"/>
                </a:lnTo>
                <a:lnTo>
                  <a:pt x="417" y="620"/>
                </a:lnTo>
                <a:lnTo>
                  <a:pt x="418" y="619"/>
                </a:lnTo>
                <a:lnTo>
                  <a:pt x="418" y="618"/>
                </a:lnTo>
                <a:lnTo>
                  <a:pt x="418" y="617"/>
                </a:lnTo>
                <a:lnTo>
                  <a:pt x="419" y="617"/>
                </a:lnTo>
                <a:lnTo>
                  <a:pt x="420" y="617"/>
                </a:lnTo>
                <a:lnTo>
                  <a:pt x="421" y="617"/>
                </a:lnTo>
                <a:lnTo>
                  <a:pt x="423" y="616"/>
                </a:lnTo>
                <a:lnTo>
                  <a:pt x="424" y="616"/>
                </a:lnTo>
                <a:lnTo>
                  <a:pt x="424" y="614"/>
                </a:lnTo>
                <a:lnTo>
                  <a:pt x="424" y="613"/>
                </a:lnTo>
                <a:lnTo>
                  <a:pt x="425" y="613"/>
                </a:lnTo>
                <a:lnTo>
                  <a:pt x="425" y="612"/>
                </a:lnTo>
                <a:lnTo>
                  <a:pt x="425" y="611"/>
                </a:lnTo>
                <a:lnTo>
                  <a:pt x="426" y="611"/>
                </a:lnTo>
                <a:lnTo>
                  <a:pt x="427" y="611"/>
                </a:lnTo>
                <a:lnTo>
                  <a:pt x="427" y="612"/>
                </a:lnTo>
                <a:lnTo>
                  <a:pt x="427" y="613"/>
                </a:lnTo>
                <a:lnTo>
                  <a:pt x="426" y="613"/>
                </a:lnTo>
                <a:lnTo>
                  <a:pt x="428" y="613"/>
                </a:lnTo>
                <a:lnTo>
                  <a:pt x="427" y="614"/>
                </a:lnTo>
                <a:lnTo>
                  <a:pt x="428" y="614"/>
                </a:lnTo>
                <a:lnTo>
                  <a:pt x="428" y="616"/>
                </a:lnTo>
                <a:lnTo>
                  <a:pt x="429" y="616"/>
                </a:lnTo>
                <a:lnTo>
                  <a:pt x="430" y="616"/>
                </a:lnTo>
                <a:lnTo>
                  <a:pt x="431" y="616"/>
                </a:lnTo>
                <a:lnTo>
                  <a:pt x="431" y="617"/>
                </a:lnTo>
                <a:lnTo>
                  <a:pt x="431" y="618"/>
                </a:lnTo>
                <a:lnTo>
                  <a:pt x="431" y="619"/>
                </a:lnTo>
                <a:lnTo>
                  <a:pt x="430" y="619"/>
                </a:lnTo>
                <a:lnTo>
                  <a:pt x="429" y="621"/>
                </a:lnTo>
                <a:lnTo>
                  <a:pt x="430" y="621"/>
                </a:lnTo>
                <a:lnTo>
                  <a:pt x="431" y="620"/>
                </a:lnTo>
                <a:lnTo>
                  <a:pt x="432" y="620"/>
                </a:lnTo>
                <a:lnTo>
                  <a:pt x="432" y="621"/>
                </a:lnTo>
                <a:lnTo>
                  <a:pt x="430" y="622"/>
                </a:lnTo>
                <a:lnTo>
                  <a:pt x="429" y="622"/>
                </a:lnTo>
                <a:lnTo>
                  <a:pt x="430" y="623"/>
                </a:lnTo>
                <a:lnTo>
                  <a:pt x="431" y="625"/>
                </a:lnTo>
                <a:lnTo>
                  <a:pt x="432" y="624"/>
                </a:lnTo>
                <a:lnTo>
                  <a:pt x="433" y="625"/>
                </a:lnTo>
                <a:lnTo>
                  <a:pt x="433" y="624"/>
                </a:lnTo>
                <a:lnTo>
                  <a:pt x="434" y="624"/>
                </a:lnTo>
                <a:lnTo>
                  <a:pt x="436" y="623"/>
                </a:lnTo>
                <a:lnTo>
                  <a:pt x="435" y="623"/>
                </a:lnTo>
                <a:lnTo>
                  <a:pt x="435" y="622"/>
                </a:lnTo>
                <a:lnTo>
                  <a:pt x="436" y="622"/>
                </a:lnTo>
                <a:lnTo>
                  <a:pt x="437" y="623"/>
                </a:lnTo>
                <a:lnTo>
                  <a:pt x="437" y="624"/>
                </a:lnTo>
                <a:lnTo>
                  <a:pt x="438" y="624"/>
                </a:lnTo>
                <a:lnTo>
                  <a:pt x="439" y="623"/>
                </a:lnTo>
                <a:lnTo>
                  <a:pt x="440" y="623"/>
                </a:lnTo>
                <a:lnTo>
                  <a:pt x="440" y="622"/>
                </a:lnTo>
                <a:lnTo>
                  <a:pt x="440" y="623"/>
                </a:lnTo>
                <a:lnTo>
                  <a:pt x="441" y="623"/>
                </a:lnTo>
                <a:lnTo>
                  <a:pt x="441" y="622"/>
                </a:lnTo>
                <a:lnTo>
                  <a:pt x="442" y="623"/>
                </a:lnTo>
                <a:lnTo>
                  <a:pt x="442" y="622"/>
                </a:lnTo>
                <a:lnTo>
                  <a:pt x="443" y="621"/>
                </a:lnTo>
                <a:lnTo>
                  <a:pt x="443" y="620"/>
                </a:lnTo>
                <a:lnTo>
                  <a:pt x="442" y="620"/>
                </a:lnTo>
                <a:lnTo>
                  <a:pt x="443" y="620"/>
                </a:lnTo>
                <a:lnTo>
                  <a:pt x="444" y="619"/>
                </a:lnTo>
                <a:lnTo>
                  <a:pt x="444" y="620"/>
                </a:lnTo>
                <a:lnTo>
                  <a:pt x="444" y="621"/>
                </a:lnTo>
                <a:lnTo>
                  <a:pt x="444" y="622"/>
                </a:lnTo>
                <a:lnTo>
                  <a:pt x="445" y="622"/>
                </a:lnTo>
                <a:lnTo>
                  <a:pt x="445" y="621"/>
                </a:lnTo>
                <a:lnTo>
                  <a:pt x="446" y="621"/>
                </a:lnTo>
                <a:lnTo>
                  <a:pt x="447" y="621"/>
                </a:lnTo>
                <a:lnTo>
                  <a:pt x="447" y="620"/>
                </a:lnTo>
                <a:lnTo>
                  <a:pt x="448" y="620"/>
                </a:lnTo>
                <a:lnTo>
                  <a:pt x="449" y="618"/>
                </a:lnTo>
                <a:lnTo>
                  <a:pt x="448" y="618"/>
                </a:lnTo>
                <a:lnTo>
                  <a:pt x="449" y="617"/>
                </a:lnTo>
                <a:lnTo>
                  <a:pt x="450" y="617"/>
                </a:lnTo>
                <a:lnTo>
                  <a:pt x="451" y="616"/>
                </a:lnTo>
                <a:lnTo>
                  <a:pt x="452" y="614"/>
                </a:lnTo>
                <a:lnTo>
                  <a:pt x="453" y="614"/>
                </a:lnTo>
                <a:lnTo>
                  <a:pt x="454" y="613"/>
                </a:lnTo>
                <a:lnTo>
                  <a:pt x="455" y="612"/>
                </a:lnTo>
                <a:lnTo>
                  <a:pt x="456" y="612"/>
                </a:lnTo>
                <a:lnTo>
                  <a:pt x="456" y="611"/>
                </a:lnTo>
                <a:lnTo>
                  <a:pt x="457" y="611"/>
                </a:lnTo>
                <a:lnTo>
                  <a:pt x="459" y="611"/>
                </a:lnTo>
                <a:lnTo>
                  <a:pt x="460" y="612"/>
                </a:lnTo>
                <a:lnTo>
                  <a:pt x="461" y="612"/>
                </a:lnTo>
                <a:lnTo>
                  <a:pt x="461" y="611"/>
                </a:lnTo>
                <a:lnTo>
                  <a:pt x="461" y="612"/>
                </a:lnTo>
                <a:lnTo>
                  <a:pt x="462" y="613"/>
                </a:lnTo>
                <a:lnTo>
                  <a:pt x="464" y="612"/>
                </a:lnTo>
                <a:lnTo>
                  <a:pt x="463" y="612"/>
                </a:lnTo>
                <a:lnTo>
                  <a:pt x="463" y="611"/>
                </a:lnTo>
                <a:lnTo>
                  <a:pt x="464" y="611"/>
                </a:lnTo>
                <a:lnTo>
                  <a:pt x="464" y="610"/>
                </a:lnTo>
                <a:lnTo>
                  <a:pt x="465" y="610"/>
                </a:lnTo>
                <a:lnTo>
                  <a:pt x="465" y="611"/>
                </a:lnTo>
                <a:lnTo>
                  <a:pt x="466" y="611"/>
                </a:lnTo>
                <a:lnTo>
                  <a:pt x="467" y="611"/>
                </a:lnTo>
                <a:lnTo>
                  <a:pt x="468" y="611"/>
                </a:lnTo>
                <a:lnTo>
                  <a:pt x="468" y="610"/>
                </a:lnTo>
                <a:lnTo>
                  <a:pt x="469" y="610"/>
                </a:lnTo>
                <a:lnTo>
                  <a:pt x="469" y="611"/>
                </a:lnTo>
                <a:lnTo>
                  <a:pt x="470" y="613"/>
                </a:lnTo>
                <a:lnTo>
                  <a:pt x="470" y="614"/>
                </a:lnTo>
                <a:lnTo>
                  <a:pt x="471" y="616"/>
                </a:lnTo>
                <a:lnTo>
                  <a:pt x="471" y="617"/>
                </a:lnTo>
                <a:lnTo>
                  <a:pt x="472" y="618"/>
                </a:lnTo>
                <a:lnTo>
                  <a:pt x="472" y="619"/>
                </a:lnTo>
                <a:lnTo>
                  <a:pt x="473" y="621"/>
                </a:lnTo>
                <a:lnTo>
                  <a:pt x="474" y="623"/>
                </a:lnTo>
                <a:lnTo>
                  <a:pt x="475" y="624"/>
                </a:lnTo>
                <a:lnTo>
                  <a:pt x="475" y="625"/>
                </a:lnTo>
                <a:lnTo>
                  <a:pt x="476" y="626"/>
                </a:lnTo>
                <a:lnTo>
                  <a:pt x="477" y="628"/>
                </a:lnTo>
                <a:lnTo>
                  <a:pt x="477" y="629"/>
                </a:lnTo>
                <a:lnTo>
                  <a:pt x="476" y="629"/>
                </a:lnTo>
                <a:lnTo>
                  <a:pt x="476" y="630"/>
                </a:lnTo>
                <a:lnTo>
                  <a:pt x="477" y="630"/>
                </a:lnTo>
                <a:lnTo>
                  <a:pt x="478" y="630"/>
                </a:lnTo>
                <a:lnTo>
                  <a:pt x="480" y="632"/>
                </a:lnTo>
                <a:lnTo>
                  <a:pt x="480" y="633"/>
                </a:lnTo>
                <a:lnTo>
                  <a:pt x="481" y="633"/>
                </a:lnTo>
                <a:lnTo>
                  <a:pt x="481" y="635"/>
                </a:lnTo>
                <a:lnTo>
                  <a:pt x="482" y="635"/>
                </a:lnTo>
                <a:lnTo>
                  <a:pt x="482" y="636"/>
                </a:lnTo>
                <a:lnTo>
                  <a:pt x="483" y="637"/>
                </a:lnTo>
                <a:lnTo>
                  <a:pt x="483" y="638"/>
                </a:lnTo>
                <a:lnTo>
                  <a:pt x="484" y="638"/>
                </a:lnTo>
                <a:lnTo>
                  <a:pt x="484" y="639"/>
                </a:lnTo>
                <a:lnTo>
                  <a:pt x="485" y="640"/>
                </a:lnTo>
                <a:lnTo>
                  <a:pt x="486" y="641"/>
                </a:lnTo>
                <a:lnTo>
                  <a:pt x="487" y="643"/>
                </a:lnTo>
                <a:lnTo>
                  <a:pt x="487" y="644"/>
                </a:lnTo>
                <a:lnTo>
                  <a:pt x="488" y="645"/>
                </a:lnTo>
                <a:lnTo>
                  <a:pt x="489" y="645"/>
                </a:lnTo>
                <a:lnTo>
                  <a:pt x="489" y="646"/>
                </a:lnTo>
                <a:lnTo>
                  <a:pt x="490" y="646"/>
                </a:lnTo>
                <a:lnTo>
                  <a:pt x="490" y="647"/>
                </a:lnTo>
                <a:lnTo>
                  <a:pt x="491" y="648"/>
                </a:lnTo>
                <a:lnTo>
                  <a:pt x="491" y="649"/>
                </a:lnTo>
                <a:lnTo>
                  <a:pt x="492" y="649"/>
                </a:lnTo>
                <a:lnTo>
                  <a:pt x="492" y="650"/>
                </a:lnTo>
                <a:lnTo>
                  <a:pt x="493" y="651"/>
                </a:lnTo>
                <a:lnTo>
                  <a:pt x="494" y="651"/>
                </a:lnTo>
                <a:lnTo>
                  <a:pt x="495" y="652"/>
                </a:lnTo>
                <a:lnTo>
                  <a:pt x="496" y="651"/>
                </a:lnTo>
                <a:lnTo>
                  <a:pt x="495" y="651"/>
                </a:lnTo>
                <a:lnTo>
                  <a:pt x="496" y="650"/>
                </a:lnTo>
                <a:lnTo>
                  <a:pt x="497" y="649"/>
                </a:lnTo>
                <a:lnTo>
                  <a:pt x="498" y="649"/>
                </a:lnTo>
                <a:lnTo>
                  <a:pt x="499" y="648"/>
                </a:lnTo>
                <a:lnTo>
                  <a:pt x="500" y="649"/>
                </a:lnTo>
                <a:lnTo>
                  <a:pt x="503" y="646"/>
                </a:lnTo>
                <a:lnTo>
                  <a:pt x="504" y="646"/>
                </a:lnTo>
                <a:lnTo>
                  <a:pt x="505" y="647"/>
                </a:lnTo>
                <a:lnTo>
                  <a:pt x="502" y="650"/>
                </a:lnTo>
                <a:lnTo>
                  <a:pt x="503" y="651"/>
                </a:lnTo>
                <a:lnTo>
                  <a:pt x="503" y="652"/>
                </a:lnTo>
                <a:lnTo>
                  <a:pt x="507" y="647"/>
                </a:lnTo>
                <a:lnTo>
                  <a:pt x="511" y="644"/>
                </a:lnTo>
                <a:lnTo>
                  <a:pt x="514" y="642"/>
                </a:lnTo>
                <a:lnTo>
                  <a:pt x="515" y="644"/>
                </a:lnTo>
                <a:lnTo>
                  <a:pt x="513" y="646"/>
                </a:lnTo>
                <a:lnTo>
                  <a:pt x="513" y="647"/>
                </a:lnTo>
                <a:lnTo>
                  <a:pt x="511" y="648"/>
                </a:lnTo>
                <a:lnTo>
                  <a:pt x="510" y="649"/>
                </a:lnTo>
                <a:lnTo>
                  <a:pt x="508" y="649"/>
                </a:lnTo>
                <a:lnTo>
                  <a:pt x="507" y="650"/>
                </a:lnTo>
                <a:lnTo>
                  <a:pt x="507" y="651"/>
                </a:lnTo>
                <a:lnTo>
                  <a:pt x="509" y="652"/>
                </a:lnTo>
                <a:lnTo>
                  <a:pt x="510" y="651"/>
                </a:lnTo>
                <a:lnTo>
                  <a:pt x="510" y="652"/>
                </a:lnTo>
                <a:lnTo>
                  <a:pt x="511" y="650"/>
                </a:lnTo>
                <a:lnTo>
                  <a:pt x="511" y="651"/>
                </a:lnTo>
                <a:lnTo>
                  <a:pt x="511" y="652"/>
                </a:lnTo>
                <a:lnTo>
                  <a:pt x="509" y="653"/>
                </a:lnTo>
                <a:lnTo>
                  <a:pt x="506" y="658"/>
                </a:lnTo>
                <a:lnTo>
                  <a:pt x="505" y="659"/>
                </a:lnTo>
                <a:lnTo>
                  <a:pt x="506" y="659"/>
                </a:lnTo>
                <a:lnTo>
                  <a:pt x="506" y="660"/>
                </a:lnTo>
                <a:lnTo>
                  <a:pt x="505" y="661"/>
                </a:lnTo>
                <a:lnTo>
                  <a:pt x="503" y="661"/>
                </a:lnTo>
                <a:lnTo>
                  <a:pt x="503" y="660"/>
                </a:lnTo>
                <a:lnTo>
                  <a:pt x="501" y="659"/>
                </a:lnTo>
                <a:lnTo>
                  <a:pt x="500" y="659"/>
                </a:lnTo>
                <a:lnTo>
                  <a:pt x="500" y="660"/>
                </a:lnTo>
                <a:lnTo>
                  <a:pt x="500" y="661"/>
                </a:lnTo>
                <a:lnTo>
                  <a:pt x="499" y="662"/>
                </a:lnTo>
                <a:lnTo>
                  <a:pt x="500" y="662"/>
                </a:lnTo>
                <a:lnTo>
                  <a:pt x="502" y="664"/>
                </a:lnTo>
                <a:lnTo>
                  <a:pt x="502" y="665"/>
                </a:lnTo>
                <a:lnTo>
                  <a:pt x="502" y="666"/>
                </a:lnTo>
                <a:lnTo>
                  <a:pt x="501" y="667"/>
                </a:lnTo>
                <a:lnTo>
                  <a:pt x="502" y="668"/>
                </a:lnTo>
                <a:lnTo>
                  <a:pt x="501" y="670"/>
                </a:lnTo>
                <a:lnTo>
                  <a:pt x="500" y="670"/>
                </a:lnTo>
                <a:lnTo>
                  <a:pt x="500" y="671"/>
                </a:lnTo>
                <a:lnTo>
                  <a:pt x="501" y="672"/>
                </a:lnTo>
                <a:lnTo>
                  <a:pt x="501" y="673"/>
                </a:lnTo>
                <a:lnTo>
                  <a:pt x="500" y="674"/>
                </a:lnTo>
                <a:lnTo>
                  <a:pt x="501" y="674"/>
                </a:lnTo>
                <a:lnTo>
                  <a:pt x="501" y="675"/>
                </a:lnTo>
                <a:lnTo>
                  <a:pt x="502" y="675"/>
                </a:lnTo>
                <a:lnTo>
                  <a:pt x="501" y="676"/>
                </a:lnTo>
                <a:lnTo>
                  <a:pt x="500" y="676"/>
                </a:lnTo>
                <a:lnTo>
                  <a:pt x="499" y="676"/>
                </a:lnTo>
                <a:lnTo>
                  <a:pt x="499" y="677"/>
                </a:lnTo>
                <a:lnTo>
                  <a:pt x="498" y="677"/>
                </a:lnTo>
                <a:lnTo>
                  <a:pt x="498" y="678"/>
                </a:lnTo>
                <a:lnTo>
                  <a:pt x="499" y="680"/>
                </a:lnTo>
                <a:lnTo>
                  <a:pt x="499" y="681"/>
                </a:lnTo>
                <a:lnTo>
                  <a:pt x="499" y="682"/>
                </a:lnTo>
                <a:lnTo>
                  <a:pt x="498" y="682"/>
                </a:lnTo>
                <a:lnTo>
                  <a:pt x="497" y="683"/>
                </a:lnTo>
                <a:lnTo>
                  <a:pt x="496" y="684"/>
                </a:lnTo>
                <a:lnTo>
                  <a:pt x="496" y="685"/>
                </a:lnTo>
                <a:lnTo>
                  <a:pt x="495" y="686"/>
                </a:lnTo>
                <a:lnTo>
                  <a:pt x="495" y="687"/>
                </a:lnTo>
                <a:lnTo>
                  <a:pt x="495" y="688"/>
                </a:lnTo>
                <a:lnTo>
                  <a:pt x="495" y="689"/>
                </a:lnTo>
                <a:lnTo>
                  <a:pt x="494" y="689"/>
                </a:lnTo>
                <a:lnTo>
                  <a:pt x="494" y="690"/>
                </a:lnTo>
                <a:lnTo>
                  <a:pt x="493" y="691"/>
                </a:lnTo>
                <a:lnTo>
                  <a:pt x="492" y="692"/>
                </a:lnTo>
                <a:lnTo>
                  <a:pt x="492" y="691"/>
                </a:lnTo>
                <a:lnTo>
                  <a:pt x="491" y="691"/>
                </a:lnTo>
                <a:lnTo>
                  <a:pt x="490" y="691"/>
                </a:lnTo>
                <a:lnTo>
                  <a:pt x="489" y="692"/>
                </a:lnTo>
                <a:lnTo>
                  <a:pt x="488" y="692"/>
                </a:lnTo>
                <a:lnTo>
                  <a:pt x="488" y="693"/>
                </a:lnTo>
                <a:lnTo>
                  <a:pt x="487" y="693"/>
                </a:lnTo>
                <a:lnTo>
                  <a:pt x="486" y="693"/>
                </a:lnTo>
                <a:lnTo>
                  <a:pt x="485" y="693"/>
                </a:lnTo>
                <a:lnTo>
                  <a:pt x="483" y="694"/>
                </a:lnTo>
                <a:lnTo>
                  <a:pt x="482" y="694"/>
                </a:lnTo>
                <a:lnTo>
                  <a:pt x="482" y="693"/>
                </a:lnTo>
                <a:lnTo>
                  <a:pt x="481" y="693"/>
                </a:lnTo>
                <a:lnTo>
                  <a:pt x="480" y="694"/>
                </a:lnTo>
                <a:lnTo>
                  <a:pt x="479" y="694"/>
                </a:lnTo>
                <a:lnTo>
                  <a:pt x="478" y="694"/>
                </a:lnTo>
                <a:lnTo>
                  <a:pt x="478" y="695"/>
                </a:lnTo>
                <a:lnTo>
                  <a:pt x="477" y="695"/>
                </a:lnTo>
                <a:lnTo>
                  <a:pt x="477" y="696"/>
                </a:lnTo>
                <a:lnTo>
                  <a:pt x="476" y="697"/>
                </a:lnTo>
                <a:lnTo>
                  <a:pt x="476" y="698"/>
                </a:lnTo>
                <a:lnTo>
                  <a:pt x="476" y="699"/>
                </a:lnTo>
                <a:lnTo>
                  <a:pt x="477" y="699"/>
                </a:lnTo>
                <a:lnTo>
                  <a:pt x="476" y="700"/>
                </a:lnTo>
                <a:lnTo>
                  <a:pt x="475" y="701"/>
                </a:lnTo>
                <a:lnTo>
                  <a:pt x="475" y="702"/>
                </a:lnTo>
                <a:lnTo>
                  <a:pt x="475" y="703"/>
                </a:lnTo>
                <a:lnTo>
                  <a:pt x="475" y="704"/>
                </a:lnTo>
                <a:lnTo>
                  <a:pt x="474" y="705"/>
                </a:lnTo>
                <a:lnTo>
                  <a:pt x="474" y="706"/>
                </a:lnTo>
                <a:lnTo>
                  <a:pt x="473" y="707"/>
                </a:lnTo>
                <a:lnTo>
                  <a:pt x="473" y="709"/>
                </a:lnTo>
                <a:lnTo>
                  <a:pt x="473" y="711"/>
                </a:lnTo>
                <a:lnTo>
                  <a:pt x="473" y="712"/>
                </a:lnTo>
                <a:lnTo>
                  <a:pt x="473" y="713"/>
                </a:lnTo>
                <a:lnTo>
                  <a:pt x="473" y="715"/>
                </a:lnTo>
                <a:lnTo>
                  <a:pt x="472" y="716"/>
                </a:lnTo>
                <a:lnTo>
                  <a:pt x="471" y="717"/>
                </a:lnTo>
                <a:lnTo>
                  <a:pt x="470" y="719"/>
                </a:lnTo>
                <a:lnTo>
                  <a:pt x="469" y="721"/>
                </a:lnTo>
                <a:lnTo>
                  <a:pt x="469" y="722"/>
                </a:lnTo>
                <a:lnTo>
                  <a:pt x="469" y="723"/>
                </a:lnTo>
                <a:lnTo>
                  <a:pt x="466" y="729"/>
                </a:lnTo>
                <a:lnTo>
                  <a:pt x="466" y="730"/>
                </a:lnTo>
                <a:lnTo>
                  <a:pt x="464" y="731"/>
                </a:lnTo>
                <a:lnTo>
                  <a:pt x="463" y="731"/>
                </a:lnTo>
                <a:lnTo>
                  <a:pt x="462" y="731"/>
                </a:lnTo>
                <a:lnTo>
                  <a:pt x="461" y="731"/>
                </a:lnTo>
                <a:lnTo>
                  <a:pt x="460" y="730"/>
                </a:lnTo>
                <a:lnTo>
                  <a:pt x="459" y="730"/>
                </a:lnTo>
                <a:lnTo>
                  <a:pt x="458" y="730"/>
                </a:lnTo>
                <a:lnTo>
                  <a:pt x="457" y="730"/>
                </a:lnTo>
                <a:lnTo>
                  <a:pt x="456" y="730"/>
                </a:lnTo>
                <a:lnTo>
                  <a:pt x="456" y="729"/>
                </a:lnTo>
                <a:lnTo>
                  <a:pt x="455" y="729"/>
                </a:lnTo>
                <a:lnTo>
                  <a:pt x="454" y="729"/>
                </a:lnTo>
                <a:lnTo>
                  <a:pt x="452" y="730"/>
                </a:lnTo>
                <a:lnTo>
                  <a:pt x="451" y="731"/>
                </a:lnTo>
                <a:lnTo>
                  <a:pt x="450" y="732"/>
                </a:lnTo>
                <a:lnTo>
                  <a:pt x="448" y="732"/>
                </a:lnTo>
                <a:lnTo>
                  <a:pt x="448" y="733"/>
                </a:lnTo>
                <a:lnTo>
                  <a:pt x="447" y="734"/>
                </a:lnTo>
                <a:lnTo>
                  <a:pt x="446" y="734"/>
                </a:lnTo>
                <a:lnTo>
                  <a:pt x="439" y="734"/>
                </a:lnTo>
                <a:lnTo>
                  <a:pt x="438" y="734"/>
                </a:lnTo>
                <a:lnTo>
                  <a:pt x="437" y="734"/>
                </a:lnTo>
                <a:lnTo>
                  <a:pt x="436" y="734"/>
                </a:lnTo>
                <a:lnTo>
                  <a:pt x="435" y="734"/>
                </a:lnTo>
                <a:lnTo>
                  <a:pt x="435" y="735"/>
                </a:lnTo>
                <a:lnTo>
                  <a:pt x="434" y="735"/>
                </a:lnTo>
                <a:lnTo>
                  <a:pt x="433" y="736"/>
                </a:lnTo>
                <a:lnTo>
                  <a:pt x="431" y="735"/>
                </a:lnTo>
                <a:lnTo>
                  <a:pt x="428" y="735"/>
                </a:lnTo>
                <a:lnTo>
                  <a:pt x="427" y="735"/>
                </a:lnTo>
                <a:lnTo>
                  <a:pt x="426" y="735"/>
                </a:lnTo>
                <a:lnTo>
                  <a:pt x="425" y="735"/>
                </a:lnTo>
                <a:lnTo>
                  <a:pt x="424" y="735"/>
                </a:lnTo>
                <a:lnTo>
                  <a:pt x="423" y="735"/>
                </a:lnTo>
                <a:lnTo>
                  <a:pt x="422" y="736"/>
                </a:lnTo>
                <a:lnTo>
                  <a:pt x="421" y="737"/>
                </a:lnTo>
                <a:lnTo>
                  <a:pt x="421" y="736"/>
                </a:lnTo>
                <a:lnTo>
                  <a:pt x="421" y="737"/>
                </a:lnTo>
                <a:lnTo>
                  <a:pt x="420" y="737"/>
                </a:lnTo>
                <a:lnTo>
                  <a:pt x="420" y="738"/>
                </a:lnTo>
                <a:lnTo>
                  <a:pt x="419" y="738"/>
                </a:lnTo>
                <a:lnTo>
                  <a:pt x="416" y="738"/>
                </a:lnTo>
                <a:lnTo>
                  <a:pt x="414" y="738"/>
                </a:lnTo>
                <a:lnTo>
                  <a:pt x="413" y="738"/>
                </a:lnTo>
                <a:lnTo>
                  <a:pt x="412" y="738"/>
                </a:lnTo>
                <a:lnTo>
                  <a:pt x="411" y="738"/>
                </a:lnTo>
                <a:lnTo>
                  <a:pt x="410" y="738"/>
                </a:lnTo>
                <a:lnTo>
                  <a:pt x="409" y="738"/>
                </a:lnTo>
                <a:lnTo>
                  <a:pt x="409" y="739"/>
                </a:lnTo>
                <a:lnTo>
                  <a:pt x="408" y="739"/>
                </a:lnTo>
                <a:lnTo>
                  <a:pt x="408" y="738"/>
                </a:lnTo>
                <a:lnTo>
                  <a:pt x="406" y="738"/>
                </a:lnTo>
                <a:lnTo>
                  <a:pt x="405" y="738"/>
                </a:lnTo>
                <a:lnTo>
                  <a:pt x="403" y="738"/>
                </a:lnTo>
                <a:lnTo>
                  <a:pt x="402" y="738"/>
                </a:lnTo>
                <a:lnTo>
                  <a:pt x="401" y="739"/>
                </a:lnTo>
                <a:lnTo>
                  <a:pt x="398" y="740"/>
                </a:lnTo>
                <a:lnTo>
                  <a:pt x="397" y="741"/>
                </a:lnTo>
                <a:lnTo>
                  <a:pt x="396" y="741"/>
                </a:lnTo>
                <a:lnTo>
                  <a:pt x="396" y="740"/>
                </a:lnTo>
                <a:lnTo>
                  <a:pt x="395" y="740"/>
                </a:lnTo>
                <a:lnTo>
                  <a:pt x="394" y="740"/>
                </a:lnTo>
                <a:lnTo>
                  <a:pt x="394" y="739"/>
                </a:lnTo>
                <a:lnTo>
                  <a:pt x="394" y="740"/>
                </a:lnTo>
                <a:lnTo>
                  <a:pt x="393" y="740"/>
                </a:lnTo>
                <a:lnTo>
                  <a:pt x="393" y="739"/>
                </a:lnTo>
                <a:lnTo>
                  <a:pt x="392" y="739"/>
                </a:lnTo>
                <a:lnTo>
                  <a:pt x="391" y="739"/>
                </a:lnTo>
                <a:lnTo>
                  <a:pt x="391" y="741"/>
                </a:lnTo>
                <a:lnTo>
                  <a:pt x="391" y="742"/>
                </a:lnTo>
                <a:lnTo>
                  <a:pt x="391" y="743"/>
                </a:lnTo>
                <a:lnTo>
                  <a:pt x="390" y="744"/>
                </a:lnTo>
                <a:lnTo>
                  <a:pt x="389" y="745"/>
                </a:lnTo>
                <a:lnTo>
                  <a:pt x="388" y="747"/>
                </a:lnTo>
                <a:lnTo>
                  <a:pt x="388" y="748"/>
                </a:lnTo>
                <a:lnTo>
                  <a:pt x="388" y="749"/>
                </a:lnTo>
                <a:lnTo>
                  <a:pt x="388" y="752"/>
                </a:lnTo>
                <a:lnTo>
                  <a:pt x="388" y="753"/>
                </a:lnTo>
                <a:lnTo>
                  <a:pt x="387" y="753"/>
                </a:lnTo>
                <a:lnTo>
                  <a:pt x="387" y="754"/>
                </a:lnTo>
                <a:lnTo>
                  <a:pt x="386" y="754"/>
                </a:lnTo>
                <a:lnTo>
                  <a:pt x="386" y="753"/>
                </a:lnTo>
                <a:lnTo>
                  <a:pt x="385" y="753"/>
                </a:lnTo>
                <a:lnTo>
                  <a:pt x="384" y="753"/>
                </a:lnTo>
                <a:lnTo>
                  <a:pt x="384" y="754"/>
                </a:lnTo>
                <a:lnTo>
                  <a:pt x="384" y="755"/>
                </a:lnTo>
                <a:lnTo>
                  <a:pt x="385" y="755"/>
                </a:lnTo>
                <a:lnTo>
                  <a:pt x="385" y="756"/>
                </a:lnTo>
                <a:lnTo>
                  <a:pt x="384" y="757"/>
                </a:lnTo>
                <a:lnTo>
                  <a:pt x="383" y="758"/>
                </a:lnTo>
                <a:lnTo>
                  <a:pt x="383" y="757"/>
                </a:lnTo>
                <a:lnTo>
                  <a:pt x="382" y="757"/>
                </a:lnTo>
                <a:lnTo>
                  <a:pt x="382" y="758"/>
                </a:lnTo>
                <a:lnTo>
                  <a:pt x="382" y="759"/>
                </a:lnTo>
                <a:lnTo>
                  <a:pt x="381" y="759"/>
                </a:lnTo>
                <a:lnTo>
                  <a:pt x="380" y="759"/>
                </a:lnTo>
                <a:lnTo>
                  <a:pt x="380" y="760"/>
                </a:lnTo>
                <a:lnTo>
                  <a:pt x="380" y="761"/>
                </a:lnTo>
                <a:lnTo>
                  <a:pt x="379" y="763"/>
                </a:lnTo>
                <a:lnTo>
                  <a:pt x="379" y="765"/>
                </a:lnTo>
                <a:lnTo>
                  <a:pt x="379" y="766"/>
                </a:lnTo>
                <a:lnTo>
                  <a:pt x="378" y="767"/>
                </a:lnTo>
                <a:lnTo>
                  <a:pt x="377" y="767"/>
                </a:lnTo>
                <a:lnTo>
                  <a:pt x="376" y="767"/>
                </a:lnTo>
                <a:lnTo>
                  <a:pt x="376" y="768"/>
                </a:lnTo>
                <a:lnTo>
                  <a:pt x="376" y="769"/>
                </a:lnTo>
                <a:lnTo>
                  <a:pt x="377" y="769"/>
                </a:lnTo>
                <a:lnTo>
                  <a:pt x="376" y="770"/>
                </a:lnTo>
                <a:lnTo>
                  <a:pt x="376" y="771"/>
                </a:lnTo>
                <a:lnTo>
                  <a:pt x="376" y="772"/>
                </a:lnTo>
                <a:lnTo>
                  <a:pt x="375" y="772"/>
                </a:lnTo>
                <a:lnTo>
                  <a:pt x="375" y="773"/>
                </a:lnTo>
                <a:lnTo>
                  <a:pt x="374" y="774"/>
                </a:lnTo>
                <a:lnTo>
                  <a:pt x="373" y="775"/>
                </a:lnTo>
                <a:lnTo>
                  <a:pt x="373" y="776"/>
                </a:lnTo>
                <a:lnTo>
                  <a:pt x="372" y="777"/>
                </a:lnTo>
                <a:lnTo>
                  <a:pt x="370" y="778"/>
                </a:lnTo>
                <a:lnTo>
                  <a:pt x="369" y="779"/>
                </a:lnTo>
                <a:lnTo>
                  <a:pt x="369" y="781"/>
                </a:lnTo>
                <a:lnTo>
                  <a:pt x="368" y="782"/>
                </a:lnTo>
                <a:lnTo>
                  <a:pt x="367" y="783"/>
                </a:lnTo>
                <a:lnTo>
                  <a:pt x="367" y="785"/>
                </a:lnTo>
                <a:lnTo>
                  <a:pt x="366" y="785"/>
                </a:lnTo>
                <a:lnTo>
                  <a:pt x="366" y="786"/>
                </a:lnTo>
                <a:lnTo>
                  <a:pt x="365" y="786"/>
                </a:lnTo>
                <a:lnTo>
                  <a:pt x="364" y="787"/>
                </a:lnTo>
                <a:lnTo>
                  <a:pt x="364" y="788"/>
                </a:lnTo>
                <a:lnTo>
                  <a:pt x="364" y="789"/>
                </a:lnTo>
                <a:lnTo>
                  <a:pt x="363" y="789"/>
                </a:lnTo>
                <a:lnTo>
                  <a:pt x="363" y="790"/>
                </a:lnTo>
                <a:lnTo>
                  <a:pt x="362" y="791"/>
                </a:lnTo>
                <a:lnTo>
                  <a:pt x="361" y="792"/>
                </a:lnTo>
                <a:lnTo>
                  <a:pt x="361" y="793"/>
                </a:lnTo>
                <a:lnTo>
                  <a:pt x="360" y="793"/>
                </a:lnTo>
                <a:lnTo>
                  <a:pt x="358" y="794"/>
                </a:lnTo>
                <a:lnTo>
                  <a:pt x="357" y="794"/>
                </a:lnTo>
                <a:lnTo>
                  <a:pt x="357" y="795"/>
                </a:lnTo>
                <a:lnTo>
                  <a:pt x="356" y="796"/>
                </a:lnTo>
                <a:lnTo>
                  <a:pt x="356" y="797"/>
                </a:lnTo>
                <a:lnTo>
                  <a:pt x="355" y="800"/>
                </a:lnTo>
                <a:lnTo>
                  <a:pt x="355" y="801"/>
                </a:lnTo>
                <a:lnTo>
                  <a:pt x="354" y="801"/>
                </a:lnTo>
                <a:lnTo>
                  <a:pt x="354" y="800"/>
                </a:lnTo>
                <a:lnTo>
                  <a:pt x="353" y="800"/>
                </a:lnTo>
                <a:lnTo>
                  <a:pt x="352" y="798"/>
                </a:lnTo>
                <a:lnTo>
                  <a:pt x="352" y="797"/>
                </a:lnTo>
                <a:lnTo>
                  <a:pt x="351" y="797"/>
                </a:lnTo>
                <a:lnTo>
                  <a:pt x="351" y="796"/>
                </a:lnTo>
                <a:lnTo>
                  <a:pt x="350" y="796"/>
                </a:lnTo>
                <a:lnTo>
                  <a:pt x="349" y="796"/>
                </a:lnTo>
                <a:lnTo>
                  <a:pt x="348" y="796"/>
                </a:lnTo>
                <a:lnTo>
                  <a:pt x="348" y="795"/>
                </a:lnTo>
                <a:lnTo>
                  <a:pt x="349" y="795"/>
                </a:lnTo>
                <a:lnTo>
                  <a:pt x="348" y="794"/>
                </a:lnTo>
                <a:lnTo>
                  <a:pt x="348" y="795"/>
                </a:lnTo>
                <a:lnTo>
                  <a:pt x="347" y="795"/>
                </a:lnTo>
                <a:lnTo>
                  <a:pt x="346" y="794"/>
                </a:lnTo>
                <a:lnTo>
                  <a:pt x="346" y="793"/>
                </a:lnTo>
                <a:lnTo>
                  <a:pt x="346" y="792"/>
                </a:lnTo>
                <a:lnTo>
                  <a:pt x="347" y="792"/>
                </a:lnTo>
                <a:lnTo>
                  <a:pt x="347" y="791"/>
                </a:lnTo>
                <a:lnTo>
                  <a:pt x="347" y="789"/>
                </a:lnTo>
                <a:lnTo>
                  <a:pt x="347" y="788"/>
                </a:lnTo>
                <a:lnTo>
                  <a:pt x="346" y="788"/>
                </a:lnTo>
                <a:lnTo>
                  <a:pt x="345" y="788"/>
                </a:lnTo>
                <a:lnTo>
                  <a:pt x="346" y="788"/>
                </a:lnTo>
                <a:lnTo>
                  <a:pt x="345" y="787"/>
                </a:lnTo>
                <a:lnTo>
                  <a:pt x="345" y="788"/>
                </a:lnTo>
                <a:lnTo>
                  <a:pt x="344" y="788"/>
                </a:lnTo>
                <a:lnTo>
                  <a:pt x="343" y="788"/>
                </a:lnTo>
                <a:lnTo>
                  <a:pt x="342" y="787"/>
                </a:lnTo>
                <a:lnTo>
                  <a:pt x="341" y="786"/>
                </a:lnTo>
                <a:lnTo>
                  <a:pt x="340" y="786"/>
                </a:lnTo>
                <a:lnTo>
                  <a:pt x="340" y="787"/>
                </a:lnTo>
                <a:lnTo>
                  <a:pt x="341" y="787"/>
                </a:lnTo>
                <a:lnTo>
                  <a:pt x="341" y="788"/>
                </a:lnTo>
                <a:lnTo>
                  <a:pt x="340" y="788"/>
                </a:lnTo>
                <a:lnTo>
                  <a:pt x="339" y="788"/>
                </a:lnTo>
                <a:lnTo>
                  <a:pt x="339" y="789"/>
                </a:lnTo>
                <a:lnTo>
                  <a:pt x="338" y="789"/>
                </a:lnTo>
                <a:lnTo>
                  <a:pt x="338" y="788"/>
                </a:lnTo>
                <a:lnTo>
                  <a:pt x="337" y="788"/>
                </a:lnTo>
                <a:lnTo>
                  <a:pt x="337" y="789"/>
                </a:lnTo>
                <a:lnTo>
                  <a:pt x="338" y="789"/>
                </a:lnTo>
                <a:lnTo>
                  <a:pt x="338" y="790"/>
                </a:lnTo>
                <a:lnTo>
                  <a:pt x="337" y="790"/>
                </a:lnTo>
                <a:lnTo>
                  <a:pt x="337" y="791"/>
                </a:lnTo>
                <a:lnTo>
                  <a:pt x="336" y="791"/>
                </a:lnTo>
                <a:lnTo>
                  <a:pt x="337" y="792"/>
                </a:lnTo>
                <a:lnTo>
                  <a:pt x="337" y="794"/>
                </a:lnTo>
                <a:lnTo>
                  <a:pt x="336" y="794"/>
                </a:lnTo>
                <a:lnTo>
                  <a:pt x="337" y="794"/>
                </a:lnTo>
                <a:lnTo>
                  <a:pt x="337" y="795"/>
                </a:lnTo>
                <a:lnTo>
                  <a:pt x="337" y="796"/>
                </a:lnTo>
                <a:lnTo>
                  <a:pt x="337" y="795"/>
                </a:lnTo>
                <a:lnTo>
                  <a:pt x="336" y="795"/>
                </a:lnTo>
                <a:lnTo>
                  <a:pt x="336" y="796"/>
                </a:lnTo>
                <a:lnTo>
                  <a:pt x="336" y="797"/>
                </a:lnTo>
                <a:lnTo>
                  <a:pt x="336" y="798"/>
                </a:lnTo>
                <a:lnTo>
                  <a:pt x="337" y="798"/>
                </a:lnTo>
                <a:lnTo>
                  <a:pt x="337" y="799"/>
                </a:lnTo>
                <a:lnTo>
                  <a:pt x="337" y="800"/>
                </a:lnTo>
                <a:lnTo>
                  <a:pt x="338" y="799"/>
                </a:lnTo>
                <a:lnTo>
                  <a:pt x="338" y="800"/>
                </a:lnTo>
                <a:lnTo>
                  <a:pt x="337" y="800"/>
                </a:lnTo>
                <a:lnTo>
                  <a:pt x="337" y="801"/>
                </a:lnTo>
                <a:lnTo>
                  <a:pt x="338" y="801"/>
                </a:lnTo>
                <a:lnTo>
                  <a:pt x="338" y="802"/>
                </a:lnTo>
                <a:lnTo>
                  <a:pt x="337" y="802"/>
                </a:lnTo>
                <a:lnTo>
                  <a:pt x="336" y="802"/>
                </a:lnTo>
                <a:lnTo>
                  <a:pt x="336" y="803"/>
                </a:lnTo>
                <a:lnTo>
                  <a:pt x="337" y="804"/>
                </a:lnTo>
                <a:lnTo>
                  <a:pt x="337" y="805"/>
                </a:lnTo>
                <a:lnTo>
                  <a:pt x="336" y="804"/>
                </a:lnTo>
                <a:lnTo>
                  <a:pt x="335" y="804"/>
                </a:lnTo>
                <a:lnTo>
                  <a:pt x="335" y="803"/>
                </a:lnTo>
                <a:lnTo>
                  <a:pt x="334" y="802"/>
                </a:lnTo>
                <a:lnTo>
                  <a:pt x="333" y="801"/>
                </a:lnTo>
                <a:lnTo>
                  <a:pt x="332" y="801"/>
                </a:lnTo>
                <a:lnTo>
                  <a:pt x="332" y="802"/>
                </a:lnTo>
                <a:lnTo>
                  <a:pt x="332" y="803"/>
                </a:lnTo>
                <a:lnTo>
                  <a:pt x="331" y="803"/>
                </a:lnTo>
                <a:lnTo>
                  <a:pt x="330" y="803"/>
                </a:lnTo>
                <a:lnTo>
                  <a:pt x="330" y="804"/>
                </a:lnTo>
                <a:lnTo>
                  <a:pt x="331" y="804"/>
                </a:lnTo>
                <a:lnTo>
                  <a:pt x="331" y="805"/>
                </a:lnTo>
                <a:lnTo>
                  <a:pt x="331" y="806"/>
                </a:lnTo>
                <a:lnTo>
                  <a:pt x="332" y="806"/>
                </a:lnTo>
                <a:lnTo>
                  <a:pt x="333" y="806"/>
                </a:lnTo>
                <a:lnTo>
                  <a:pt x="333" y="808"/>
                </a:lnTo>
                <a:lnTo>
                  <a:pt x="332" y="808"/>
                </a:lnTo>
                <a:lnTo>
                  <a:pt x="332" y="809"/>
                </a:lnTo>
                <a:lnTo>
                  <a:pt x="331" y="810"/>
                </a:lnTo>
                <a:lnTo>
                  <a:pt x="331" y="811"/>
                </a:lnTo>
                <a:lnTo>
                  <a:pt x="332" y="811"/>
                </a:lnTo>
                <a:lnTo>
                  <a:pt x="334" y="812"/>
                </a:lnTo>
                <a:lnTo>
                  <a:pt x="334" y="811"/>
                </a:lnTo>
                <a:lnTo>
                  <a:pt x="335" y="811"/>
                </a:lnTo>
                <a:lnTo>
                  <a:pt x="336" y="811"/>
                </a:lnTo>
                <a:lnTo>
                  <a:pt x="336" y="810"/>
                </a:lnTo>
                <a:lnTo>
                  <a:pt x="337" y="810"/>
                </a:lnTo>
                <a:lnTo>
                  <a:pt x="337" y="811"/>
                </a:lnTo>
                <a:lnTo>
                  <a:pt x="336" y="811"/>
                </a:lnTo>
                <a:lnTo>
                  <a:pt x="336" y="812"/>
                </a:lnTo>
                <a:lnTo>
                  <a:pt x="337" y="812"/>
                </a:lnTo>
                <a:lnTo>
                  <a:pt x="337" y="813"/>
                </a:lnTo>
                <a:lnTo>
                  <a:pt x="338" y="814"/>
                </a:lnTo>
                <a:lnTo>
                  <a:pt x="339" y="814"/>
                </a:lnTo>
                <a:lnTo>
                  <a:pt x="338" y="814"/>
                </a:lnTo>
                <a:lnTo>
                  <a:pt x="338" y="815"/>
                </a:lnTo>
                <a:lnTo>
                  <a:pt x="337" y="815"/>
                </a:lnTo>
                <a:lnTo>
                  <a:pt x="337" y="816"/>
                </a:lnTo>
                <a:lnTo>
                  <a:pt x="336" y="816"/>
                </a:lnTo>
                <a:lnTo>
                  <a:pt x="336" y="817"/>
                </a:lnTo>
                <a:lnTo>
                  <a:pt x="335" y="818"/>
                </a:lnTo>
                <a:lnTo>
                  <a:pt x="335" y="819"/>
                </a:lnTo>
                <a:lnTo>
                  <a:pt x="334" y="820"/>
                </a:lnTo>
                <a:lnTo>
                  <a:pt x="334" y="821"/>
                </a:lnTo>
                <a:lnTo>
                  <a:pt x="333" y="821"/>
                </a:lnTo>
                <a:lnTo>
                  <a:pt x="332" y="821"/>
                </a:lnTo>
                <a:lnTo>
                  <a:pt x="331" y="821"/>
                </a:lnTo>
                <a:lnTo>
                  <a:pt x="329" y="821"/>
                </a:lnTo>
                <a:lnTo>
                  <a:pt x="328" y="821"/>
                </a:lnTo>
                <a:lnTo>
                  <a:pt x="327" y="820"/>
                </a:lnTo>
                <a:lnTo>
                  <a:pt x="326" y="819"/>
                </a:lnTo>
                <a:lnTo>
                  <a:pt x="325" y="818"/>
                </a:lnTo>
                <a:lnTo>
                  <a:pt x="325" y="819"/>
                </a:lnTo>
                <a:lnTo>
                  <a:pt x="324" y="819"/>
                </a:lnTo>
                <a:lnTo>
                  <a:pt x="323" y="820"/>
                </a:lnTo>
                <a:lnTo>
                  <a:pt x="322" y="820"/>
                </a:lnTo>
                <a:lnTo>
                  <a:pt x="320" y="821"/>
                </a:lnTo>
                <a:lnTo>
                  <a:pt x="319" y="821"/>
                </a:lnTo>
                <a:lnTo>
                  <a:pt x="318" y="822"/>
                </a:lnTo>
                <a:lnTo>
                  <a:pt x="316" y="821"/>
                </a:lnTo>
                <a:lnTo>
                  <a:pt x="315" y="821"/>
                </a:lnTo>
                <a:lnTo>
                  <a:pt x="315" y="822"/>
                </a:lnTo>
                <a:lnTo>
                  <a:pt x="314" y="822"/>
                </a:lnTo>
                <a:lnTo>
                  <a:pt x="313" y="822"/>
                </a:lnTo>
                <a:lnTo>
                  <a:pt x="313" y="823"/>
                </a:lnTo>
                <a:lnTo>
                  <a:pt x="312" y="823"/>
                </a:lnTo>
                <a:lnTo>
                  <a:pt x="312" y="824"/>
                </a:lnTo>
                <a:lnTo>
                  <a:pt x="310" y="824"/>
                </a:lnTo>
                <a:lnTo>
                  <a:pt x="309" y="825"/>
                </a:lnTo>
                <a:lnTo>
                  <a:pt x="308" y="826"/>
                </a:lnTo>
                <a:lnTo>
                  <a:pt x="308" y="827"/>
                </a:lnTo>
                <a:lnTo>
                  <a:pt x="307" y="827"/>
                </a:lnTo>
                <a:lnTo>
                  <a:pt x="306" y="827"/>
                </a:lnTo>
                <a:lnTo>
                  <a:pt x="305" y="827"/>
                </a:lnTo>
                <a:lnTo>
                  <a:pt x="304" y="828"/>
                </a:lnTo>
                <a:lnTo>
                  <a:pt x="304" y="829"/>
                </a:lnTo>
                <a:lnTo>
                  <a:pt x="305" y="829"/>
                </a:lnTo>
                <a:lnTo>
                  <a:pt x="305" y="830"/>
                </a:lnTo>
                <a:lnTo>
                  <a:pt x="305" y="831"/>
                </a:lnTo>
                <a:lnTo>
                  <a:pt x="305" y="832"/>
                </a:lnTo>
                <a:lnTo>
                  <a:pt x="305" y="833"/>
                </a:lnTo>
                <a:lnTo>
                  <a:pt x="304" y="833"/>
                </a:lnTo>
                <a:lnTo>
                  <a:pt x="304" y="834"/>
                </a:lnTo>
                <a:lnTo>
                  <a:pt x="304" y="835"/>
                </a:lnTo>
                <a:lnTo>
                  <a:pt x="303" y="836"/>
                </a:lnTo>
                <a:lnTo>
                  <a:pt x="304" y="836"/>
                </a:lnTo>
                <a:lnTo>
                  <a:pt x="304" y="837"/>
                </a:lnTo>
                <a:lnTo>
                  <a:pt x="305" y="837"/>
                </a:lnTo>
                <a:lnTo>
                  <a:pt x="305" y="839"/>
                </a:lnTo>
                <a:lnTo>
                  <a:pt x="305" y="840"/>
                </a:lnTo>
                <a:lnTo>
                  <a:pt x="304" y="841"/>
                </a:lnTo>
                <a:lnTo>
                  <a:pt x="304" y="842"/>
                </a:lnTo>
                <a:lnTo>
                  <a:pt x="305" y="842"/>
                </a:lnTo>
                <a:lnTo>
                  <a:pt x="305" y="843"/>
                </a:lnTo>
                <a:lnTo>
                  <a:pt x="304" y="843"/>
                </a:lnTo>
                <a:lnTo>
                  <a:pt x="304" y="844"/>
                </a:lnTo>
                <a:lnTo>
                  <a:pt x="303" y="844"/>
                </a:lnTo>
                <a:lnTo>
                  <a:pt x="303" y="845"/>
                </a:lnTo>
                <a:lnTo>
                  <a:pt x="302" y="845"/>
                </a:lnTo>
                <a:lnTo>
                  <a:pt x="301" y="845"/>
                </a:lnTo>
                <a:lnTo>
                  <a:pt x="300" y="846"/>
                </a:lnTo>
                <a:lnTo>
                  <a:pt x="300" y="847"/>
                </a:lnTo>
                <a:lnTo>
                  <a:pt x="298" y="848"/>
                </a:lnTo>
                <a:lnTo>
                  <a:pt x="298" y="849"/>
                </a:lnTo>
                <a:lnTo>
                  <a:pt x="298" y="850"/>
                </a:lnTo>
                <a:lnTo>
                  <a:pt x="298" y="851"/>
                </a:lnTo>
                <a:lnTo>
                  <a:pt x="298" y="852"/>
                </a:lnTo>
                <a:lnTo>
                  <a:pt x="299" y="853"/>
                </a:lnTo>
                <a:lnTo>
                  <a:pt x="299" y="854"/>
                </a:lnTo>
                <a:lnTo>
                  <a:pt x="298" y="855"/>
                </a:lnTo>
                <a:lnTo>
                  <a:pt x="297" y="855"/>
                </a:lnTo>
                <a:lnTo>
                  <a:pt x="296" y="856"/>
                </a:lnTo>
                <a:lnTo>
                  <a:pt x="296" y="857"/>
                </a:lnTo>
                <a:lnTo>
                  <a:pt x="295" y="858"/>
                </a:lnTo>
                <a:lnTo>
                  <a:pt x="295" y="859"/>
                </a:lnTo>
                <a:lnTo>
                  <a:pt x="296" y="859"/>
                </a:lnTo>
                <a:lnTo>
                  <a:pt x="296" y="860"/>
                </a:lnTo>
                <a:lnTo>
                  <a:pt x="296" y="861"/>
                </a:lnTo>
                <a:lnTo>
                  <a:pt x="297" y="862"/>
                </a:lnTo>
                <a:lnTo>
                  <a:pt x="296" y="863"/>
                </a:lnTo>
                <a:lnTo>
                  <a:pt x="296" y="864"/>
                </a:lnTo>
                <a:lnTo>
                  <a:pt x="296" y="865"/>
                </a:lnTo>
                <a:lnTo>
                  <a:pt x="296" y="866"/>
                </a:lnTo>
                <a:lnTo>
                  <a:pt x="296" y="867"/>
                </a:lnTo>
                <a:lnTo>
                  <a:pt x="295" y="867"/>
                </a:lnTo>
                <a:lnTo>
                  <a:pt x="295" y="868"/>
                </a:lnTo>
                <a:lnTo>
                  <a:pt x="295" y="869"/>
                </a:lnTo>
                <a:lnTo>
                  <a:pt x="295" y="870"/>
                </a:lnTo>
                <a:lnTo>
                  <a:pt x="294" y="871"/>
                </a:lnTo>
                <a:lnTo>
                  <a:pt x="294" y="872"/>
                </a:lnTo>
                <a:lnTo>
                  <a:pt x="293" y="872"/>
                </a:lnTo>
                <a:lnTo>
                  <a:pt x="293" y="873"/>
                </a:lnTo>
                <a:lnTo>
                  <a:pt x="292" y="874"/>
                </a:lnTo>
                <a:lnTo>
                  <a:pt x="291" y="875"/>
                </a:lnTo>
                <a:lnTo>
                  <a:pt x="291" y="876"/>
                </a:lnTo>
                <a:lnTo>
                  <a:pt x="291" y="877"/>
                </a:lnTo>
                <a:lnTo>
                  <a:pt x="290" y="877"/>
                </a:lnTo>
                <a:lnTo>
                  <a:pt x="289" y="877"/>
                </a:lnTo>
                <a:lnTo>
                  <a:pt x="290" y="878"/>
                </a:lnTo>
                <a:lnTo>
                  <a:pt x="290" y="879"/>
                </a:lnTo>
                <a:lnTo>
                  <a:pt x="289" y="879"/>
                </a:lnTo>
                <a:lnTo>
                  <a:pt x="289" y="880"/>
                </a:lnTo>
                <a:lnTo>
                  <a:pt x="288" y="881"/>
                </a:lnTo>
                <a:lnTo>
                  <a:pt x="287" y="881"/>
                </a:lnTo>
                <a:lnTo>
                  <a:pt x="287" y="882"/>
                </a:lnTo>
                <a:lnTo>
                  <a:pt x="286" y="883"/>
                </a:lnTo>
                <a:lnTo>
                  <a:pt x="286" y="884"/>
                </a:lnTo>
                <a:lnTo>
                  <a:pt x="287" y="884"/>
                </a:lnTo>
                <a:lnTo>
                  <a:pt x="287" y="885"/>
                </a:lnTo>
                <a:lnTo>
                  <a:pt x="287" y="886"/>
                </a:lnTo>
                <a:lnTo>
                  <a:pt x="288" y="886"/>
                </a:lnTo>
                <a:lnTo>
                  <a:pt x="289" y="886"/>
                </a:lnTo>
                <a:lnTo>
                  <a:pt x="289" y="887"/>
                </a:lnTo>
                <a:lnTo>
                  <a:pt x="288" y="889"/>
                </a:lnTo>
                <a:lnTo>
                  <a:pt x="288" y="890"/>
                </a:lnTo>
                <a:lnTo>
                  <a:pt x="287" y="890"/>
                </a:lnTo>
                <a:lnTo>
                  <a:pt x="287" y="891"/>
                </a:lnTo>
                <a:lnTo>
                  <a:pt x="286" y="892"/>
                </a:lnTo>
                <a:lnTo>
                  <a:pt x="286" y="891"/>
                </a:lnTo>
                <a:lnTo>
                  <a:pt x="285" y="891"/>
                </a:lnTo>
                <a:lnTo>
                  <a:pt x="285" y="892"/>
                </a:lnTo>
                <a:lnTo>
                  <a:pt x="286" y="893"/>
                </a:lnTo>
                <a:lnTo>
                  <a:pt x="285" y="893"/>
                </a:lnTo>
                <a:lnTo>
                  <a:pt x="285" y="894"/>
                </a:lnTo>
                <a:lnTo>
                  <a:pt x="286" y="894"/>
                </a:lnTo>
                <a:lnTo>
                  <a:pt x="286" y="895"/>
                </a:lnTo>
                <a:lnTo>
                  <a:pt x="286" y="896"/>
                </a:lnTo>
                <a:lnTo>
                  <a:pt x="285" y="896"/>
                </a:lnTo>
                <a:lnTo>
                  <a:pt x="285" y="897"/>
                </a:lnTo>
                <a:lnTo>
                  <a:pt x="284" y="897"/>
                </a:lnTo>
                <a:lnTo>
                  <a:pt x="283" y="897"/>
                </a:lnTo>
                <a:lnTo>
                  <a:pt x="283" y="898"/>
                </a:lnTo>
                <a:lnTo>
                  <a:pt x="282" y="898"/>
                </a:lnTo>
                <a:lnTo>
                  <a:pt x="282" y="899"/>
                </a:lnTo>
                <a:lnTo>
                  <a:pt x="281" y="899"/>
                </a:lnTo>
                <a:lnTo>
                  <a:pt x="281" y="900"/>
                </a:lnTo>
                <a:lnTo>
                  <a:pt x="280" y="900"/>
                </a:lnTo>
                <a:lnTo>
                  <a:pt x="280" y="901"/>
                </a:lnTo>
                <a:lnTo>
                  <a:pt x="280" y="902"/>
                </a:lnTo>
                <a:lnTo>
                  <a:pt x="279" y="902"/>
                </a:lnTo>
                <a:lnTo>
                  <a:pt x="279" y="903"/>
                </a:lnTo>
                <a:lnTo>
                  <a:pt x="279" y="904"/>
                </a:lnTo>
                <a:lnTo>
                  <a:pt x="279" y="906"/>
                </a:lnTo>
                <a:lnTo>
                  <a:pt x="278" y="906"/>
                </a:lnTo>
                <a:lnTo>
                  <a:pt x="278" y="907"/>
                </a:lnTo>
                <a:lnTo>
                  <a:pt x="278" y="908"/>
                </a:lnTo>
                <a:lnTo>
                  <a:pt x="278" y="909"/>
                </a:lnTo>
                <a:lnTo>
                  <a:pt x="279" y="909"/>
                </a:lnTo>
                <a:lnTo>
                  <a:pt x="278" y="909"/>
                </a:lnTo>
                <a:lnTo>
                  <a:pt x="278" y="910"/>
                </a:lnTo>
                <a:lnTo>
                  <a:pt x="278" y="911"/>
                </a:lnTo>
                <a:lnTo>
                  <a:pt x="278" y="912"/>
                </a:lnTo>
                <a:lnTo>
                  <a:pt x="277" y="912"/>
                </a:lnTo>
                <a:lnTo>
                  <a:pt x="276" y="912"/>
                </a:lnTo>
                <a:lnTo>
                  <a:pt x="275" y="913"/>
                </a:lnTo>
                <a:lnTo>
                  <a:pt x="274" y="913"/>
                </a:lnTo>
                <a:lnTo>
                  <a:pt x="273" y="914"/>
                </a:lnTo>
                <a:lnTo>
                  <a:pt x="272" y="914"/>
                </a:lnTo>
                <a:lnTo>
                  <a:pt x="271" y="916"/>
                </a:lnTo>
                <a:lnTo>
                  <a:pt x="270" y="916"/>
                </a:lnTo>
                <a:lnTo>
                  <a:pt x="268" y="917"/>
                </a:lnTo>
                <a:lnTo>
                  <a:pt x="267" y="917"/>
                </a:lnTo>
                <a:lnTo>
                  <a:pt x="267" y="918"/>
                </a:lnTo>
                <a:lnTo>
                  <a:pt x="266" y="918"/>
                </a:lnTo>
                <a:lnTo>
                  <a:pt x="266" y="919"/>
                </a:lnTo>
                <a:lnTo>
                  <a:pt x="265" y="919"/>
                </a:lnTo>
                <a:lnTo>
                  <a:pt x="264" y="919"/>
                </a:lnTo>
                <a:lnTo>
                  <a:pt x="263" y="919"/>
                </a:lnTo>
                <a:lnTo>
                  <a:pt x="262" y="920"/>
                </a:lnTo>
                <a:lnTo>
                  <a:pt x="261" y="920"/>
                </a:lnTo>
                <a:lnTo>
                  <a:pt x="260" y="920"/>
                </a:lnTo>
                <a:lnTo>
                  <a:pt x="260" y="921"/>
                </a:lnTo>
                <a:lnTo>
                  <a:pt x="259" y="921"/>
                </a:lnTo>
                <a:lnTo>
                  <a:pt x="258" y="921"/>
                </a:lnTo>
                <a:lnTo>
                  <a:pt x="256" y="922"/>
                </a:lnTo>
                <a:lnTo>
                  <a:pt x="255" y="922"/>
                </a:lnTo>
                <a:lnTo>
                  <a:pt x="254" y="922"/>
                </a:lnTo>
                <a:lnTo>
                  <a:pt x="254" y="924"/>
                </a:lnTo>
                <a:lnTo>
                  <a:pt x="255" y="924"/>
                </a:lnTo>
                <a:lnTo>
                  <a:pt x="254" y="924"/>
                </a:lnTo>
                <a:lnTo>
                  <a:pt x="254" y="925"/>
                </a:lnTo>
                <a:lnTo>
                  <a:pt x="254" y="926"/>
                </a:lnTo>
                <a:lnTo>
                  <a:pt x="253" y="927"/>
                </a:lnTo>
                <a:lnTo>
                  <a:pt x="253" y="928"/>
                </a:lnTo>
                <a:lnTo>
                  <a:pt x="252" y="929"/>
                </a:lnTo>
                <a:lnTo>
                  <a:pt x="252" y="930"/>
                </a:lnTo>
                <a:lnTo>
                  <a:pt x="252" y="931"/>
                </a:lnTo>
                <a:lnTo>
                  <a:pt x="252" y="932"/>
                </a:lnTo>
                <a:lnTo>
                  <a:pt x="252" y="933"/>
                </a:lnTo>
                <a:lnTo>
                  <a:pt x="251" y="933"/>
                </a:lnTo>
                <a:lnTo>
                  <a:pt x="250" y="934"/>
                </a:lnTo>
                <a:lnTo>
                  <a:pt x="249" y="934"/>
                </a:lnTo>
                <a:lnTo>
                  <a:pt x="249" y="935"/>
                </a:lnTo>
                <a:lnTo>
                  <a:pt x="248" y="936"/>
                </a:lnTo>
                <a:lnTo>
                  <a:pt x="248" y="937"/>
                </a:lnTo>
                <a:lnTo>
                  <a:pt x="248" y="938"/>
                </a:lnTo>
                <a:lnTo>
                  <a:pt x="247" y="938"/>
                </a:lnTo>
                <a:lnTo>
                  <a:pt x="246" y="939"/>
                </a:lnTo>
                <a:lnTo>
                  <a:pt x="245" y="939"/>
                </a:lnTo>
                <a:lnTo>
                  <a:pt x="245" y="940"/>
                </a:lnTo>
                <a:lnTo>
                  <a:pt x="246" y="940"/>
                </a:lnTo>
                <a:lnTo>
                  <a:pt x="246" y="941"/>
                </a:lnTo>
                <a:lnTo>
                  <a:pt x="245" y="941"/>
                </a:lnTo>
                <a:lnTo>
                  <a:pt x="245" y="943"/>
                </a:lnTo>
                <a:lnTo>
                  <a:pt x="244" y="944"/>
                </a:lnTo>
                <a:lnTo>
                  <a:pt x="243" y="945"/>
                </a:lnTo>
                <a:lnTo>
                  <a:pt x="243" y="944"/>
                </a:lnTo>
                <a:lnTo>
                  <a:pt x="242" y="944"/>
                </a:lnTo>
                <a:lnTo>
                  <a:pt x="242" y="945"/>
                </a:lnTo>
                <a:lnTo>
                  <a:pt x="242" y="946"/>
                </a:lnTo>
                <a:lnTo>
                  <a:pt x="241" y="946"/>
                </a:lnTo>
                <a:lnTo>
                  <a:pt x="241" y="947"/>
                </a:lnTo>
                <a:lnTo>
                  <a:pt x="241" y="948"/>
                </a:lnTo>
                <a:lnTo>
                  <a:pt x="241" y="950"/>
                </a:lnTo>
                <a:lnTo>
                  <a:pt x="240" y="951"/>
                </a:lnTo>
                <a:lnTo>
                  <a:pt x="240" y="952"/>
                </a:lnTo>
                <a:lnTo>
                  <a:pt x="240" y="953"/>
                </a:lnTo>
                <a:lnTo>
                  <a:pt x="240" y="954"/>
                </a:lnTo>
                <a:lnTo>
                  <a:pt x="240" y="955"/>
                </a:lnTo>
                <a:lnTo>
                  <a:pt x="240" y="956"/>
                </a:lnTo>
                <a:lnTo>
                  <a:pt x="240" y="957"/>
                </a:lnTo>
                <a:lnTo>
                  <a:pt x="239" y="958"/>
                </a:lnTo>
                <a:lnTo>
                  <a:pt x="239" y="959"/>
                </a:lnTo>
                <a:lnTo>
                  <a:pt x="238" y="959"/>
                </a:lnTo>
                <a:lnTo>
                  <a:pt x="238" y="960"/>
                </a:lnTo>
                <a:lnTo>
                  <a:pt x="238" y="961"/>
                </a:lnTo>
                <a:lnTo>
                  <a:pt x="237" y="963"/>
                </a:lnTo>
                <a:lnTo>
                  <a:pt x="237" y="964"/>
                </a:lnTo>
                <a:lnTo>
                  <a:pt x="236" y="965"/>
                </a:lnTo>
                <a:lnTo>
                  <a:pt x="236" y="966"/>
                </a:lnTo>
                <a:lnTo>
                  <a:pt x="236" y="967"/>
                </a:lnTo>
                <a:lnTo>
                  <a:pt x="236" y="968"/>
                </a:lnTo>
                <a:lnTo>
                  <a:pt x="237" y="968"/>
                </a:lnTo>
                <a:lnTo>
                  <a:pt x="237" y="969"/>
                </a:lnTo>
                <a:lnTo>
                  <a:pt x="237" y="970"/>
                </a:lnTo>
                <a:lnTo>
                  <a:pt x="237" y="971"/>
                </a:lnTo>
                <a:lnTo>
                  <a:pt x="238" y="971"/>
                </a:lnTo>
                <a:lnTo>
                  <a:pt x="238" y="970"/>
                </a:lnTo>
                <a:lnTo>
                  <a:pt x="238" y="969"/>
                </a:lnTo>
                <a:lnTo>
                  <a:pt x="239" y="970"/>
                </a:lnTo>
                <a:lnTo>
                  <a:pt x="240" y="971"/>
                </a:lnTo>
                <a:lnTo>
                  <a:pt x="240" y="972"/>
                </a:lnTo>
                <a:lnTo>
                  <a:pt x="240" y="973"/>
                </a:lnTo>
                <a:lnTo>
                  <a:pt x="241" y="974"/>
                </a:lnTo>
                <a:lnTo>
                  <a:pt x="240" y="974"/>
                </a:lnTo>
                <a:lnTo>
                  <a:pt x="240" y="975"/>
                </a:lnTo>
                <a:lnTo>
                  <a:pt x="239" y="976"/>
                </a:lnTo>
                <a:lnTo>
                  <a:pt x="239" y="977"/>
                </a:lnTo>
                <a:lnTo>
                  <a:pt x="238" y="977"/>
                </a:lnTo>
                <a:lnTo>
                  <a:pt x="239" y="977"/>
                </a:lnTo>
                <a:lnTo>
                  <a:pt x="238" y="978"/>
                </a:lnTo>
                <a:lnTo>
                  <a:pt x="239" y="978"/>
                </a:lnTo>
                <a:lnTo>
                  <a:pt x="240" y="978"/>
                </a:lnTo>
                <a:lnTo>
                  <a:pt x="241" y="978"/>
                </a:lnTo>
                <a:lnTo>
                  <a:pt x="241" y="979"/>
                </a:lnTo>
                <a:lnTo>
                  <a:pt x="242" y="979"/>
                </a:lnTo>
                <a:lnTo>
                  <a:pt x="242" y="980"/>
                </a:lnTo>
                <a:lnTo>
                  <a:pt x="243" y="980"/>
                </a:lnTo>
                <a:lnTo>
                  <a:pt x="243" y="979"/>
                </a:lnTo>
                <a:lnTo>
                  <a:pt x="244" y="979"/>
                </a:lnTo>
                <a:lnTo>
                  <a:pt x="244" y="980"/>
                </a:lnTo>
                <a:lnTo>
                  <a:pt x="244" y="981"/>
                </a:lnTo>
                <a:lnTo>
                  <a:pt x="244" y="982"/>
                </a:lnTo>
                <a:lnTo>
                  <a:pt x="244" y="983"/>
                </a:lnTo>
                <a:lnTo>
                  <a:pt x="244" y="984"/>
                </a:lnTo>
                <a:lnTo>
                  <a:pt x="245" y="984"/>
                </a:lnTo>
                <a:lnTo>
                  <a:pt x="245" y="986"/>
                </a:lnTo>
                <a:lnTo>
                  <a:pt x="246" y="986"/>
                </a:lnTo>
                <a:lnTo>
                  <a:pt x="247" y="986"/>
                </a:lnTo>
                <a:lnTo>
                  <a:pt x="248" y="987"/>
                </a:lnTo>
                <a:lnTo>
                  <a:pt x="248" y="989"/>
                </a:lnTo>
                <a:lnTo>
                  <a:pt x="248" y="990"/>
                </a:lnTo>
                <a:lnTo>
                  <a:pt x="247" y="991"/>
                </a:lnTo>
                <a:lnTo>
                  <a:pt x="247" y="992"/>
                </a:lnTo>
                <a:lnTo>
                  <a:pt x="247" y="993"/>
                </a:lnTo>
                <a:lnTo>
                  <a:pt x="248" y="993"/>
                </a:lnTo>
                <a:lnTo>
                  <a:pt x="249" y="993"/>
                </a:lnTo>
                <a:lnTo>
                  <a:pt x="249" y="992"/>
                </a:lnTo>
                <a:lnTo>
                  <a:pt x="250" y="991"/>
                </a:lnTo>
                <a:lnTo>
                  <a:pt x="250" y="990"/>
                </a:lnTo>
                <a:lnTo>
                  <a:pt x="250" y="991"/>
                </a:lnTo>
                <a:lnTo>
                  <a:pt x="251" y="991"/>
                </a:lnTo>
                <a:lnTo>
                  <a:pt x="252" y="991"/>
                </a:lnTo>
                <a:lnTo>
                  <a:pt x="252" y="990"/>
                </a:lnTo>
                <a:lnTo>
                  <a:pt x="253" y="990"/>
                </a:lnTo>
                <a:lnTo>
                  <a:pt x="253" y="989"/>
                </a:lnTo>
                <a:lnTo>
                  <a:pt x="254" y="989"/>
                </a:lnTo>
                <a:lnTo>
                  <a:pt x="255" y="990"/>
                </a:lnTo>
                <a:lnTo>
                  <a:pt x="255" y="991"/>
                </a:lnTo>
                <a:lnTo>
                  <a:pt x="255" y="992"/>
                </a:lnTo>
                <a:lnTo>
                  <a:pt x="255" y="993"/>
                </a:lnTo>
                <a:lnTo>
                  <a:pt x="255" y="994"/>
                </a:lnTo>
                <a:lnTo>
                  <a:pt x="255" y="995"/>
                </a:lnTo>
                <a:lnTo>
                  <a:pt x="256" y="995"/>
                </a:lnTo>
                <a:lnTo>
                  <a:pt x="256" y="996"/>
                </a:lnTo>
                <a:lnTo>
                  <a:pt x="257" y="996"/>
                </a:lnTo>
                <a:lnTo>
                  <a:pt x="257" y="997"/>
                </a:lnTo>
                <a:lnTo>
                  <a:pt x="258" y="997"/>
                </a:lnTo>
                <a:lnTo>
                  <a:pt x="259" y="997"/>
                </a:lnTo>
                <a:lnTo>
                  <a:pt x="260" y="996"/>
                </a:lnTo>
                <a:lnTo>
                  <a:pt x="260" y="997"/>
                </a:lnTo>
                <a:lnTo>
                  <a:pt x="261" y="998"/>
                </a:lnTo>
                <a:lnTo>
                  <a:pt x="261" y="999"/>
                </a:lnTo>
                <a:lnTo>
                  <a:pt x="261" y="1000"/>
                </a:lnTo>
                <a:lnTo>
                  <a:pt x="262" y="1000"/>
                </a:lnTo>
                <a:lnTo>
                  <a:pt x="262" y="1001"/>
                </a:lnTo>
                <a:lnTo>
                  <a:pt x="263" y="1002"/>
                </a:lnTo>
                <a:lnTo>
                  <a:pt x="263" y="1003"/>
                </a:lnTo>
                <a:lnTo>
                  <a:pt x="263" y="1004"/>
                </a:lnTo>
                <a:lnTo>
                  <a:pt x="263" y="1005"/>
                </a:lnTo>
                <a:lnTo>
                  <a:pt x="262" y="1005"/>
                </a:lnTo>
                <a:lnTo>
                  <a:pt x="262" y="1006"/>
                </a:lnTo>
                <a:lnTo>
                  <a:pt x="263" y="1006"/>
                </a:lnTo>
                <a:lnTo>
                  <a:pt x="263" y="1007"/>
                </a:lnTo>
                <a:lnTo>
                  <a:pt x="264" y="1007"/>
                </a:lnTo>
                <a:lnTo>
                  <a:pt x="264" y="1008"/>
                </a:lnTo>
                <a:lnTo>
                  <a:pt x="263" y="1008"/>
                </a:lnTo>
                <a:lnTo>
                  <a:pt x="263" y="1010"/>
                </a:lnTo>
                <a:lnTo>
                  <a:pt x="264" y="1010"/>
                </a:lnTo>
                <a:lnTo>
                  <a:pt x="264" y="1011"/>
                </a:lnTo>
                <a:lnTo>
                  <a:pt x="264" y="1012"/>
                </a:lnTo>
                <a:lnTo>
                  <a:pt x="264" y="1013"/>
                </a:lnTo>
                <a:lnTo>
                  <a:pt x="265" y="1014"/>
                </a:lnTo>
                <a:lnTo>
                  <a:pt x="265" y="1015"/>
                </a:lnTo>
                <a:lnTo>
                  <a:pt x="265" y="1016"/>
                </a:lnTo>
                <a:lnTo>
                  <a:pt x="264" y="1016"/>
                </a:lnTo>
                <a:lnTo>
                  <a:pt x="264" y="1015"/>
                </a:lnTo>
                <a:lnTo>
                  <a:pt x="263" y="1015"/>
                </a:lnTo>
                <a:lnTo>
                  <a:pt x="263" y="1014"/>
                </a:lnTo>
                <a:lnTo>
                  <a:pt x="263" y="1013"/>
                </a:lnTo>
                <a:lnTo>
                  <a:pt x="262" y="1012"/>
                </a:lnTo>
                <a:lnTo>
                  <a:pt x="261" y="1012"/>
                </a:lnTo>
                <a:lnTo>
                  <a:pt x="261" y="1013"/>
                </a:lnTo>
                <a:lnTo>
                  <a:pt x="261" y="1015"/>
                </a:lnTo>
                <a:lnTo>
                  <a:pt x="261" y="1016"/>
                </a:lnTo>
                <a:lnTo>
                  <a:pt x="260" y="1016"/>
                </a:lnTo>
                <a:lnTo>
                  <a:pt x="259" y="1016"/>
                </a:lnTo>
                <a:lnTo>
                  <a:pt x="259" y="1017"/>
                </a:lnTo>
                <a:lnTo>
                  <a:pt x="258" y="1017"/>
                </a:lnTo>
                <a:lnTo>
                  <a:pt x="258" y="1018"/>
                </a:lnTo>
                <a:lnTo>
                  <a:pt x="257" y="1018"/>
                </a:lnTo>
                <a:lnTo>
                  <a:pt x="256" y="1018"/>
                </a:lnTo>
                <a:lnTo>
                  <a:pt x="256" y="1017"/>
                </a:lnTo>
                <a:lnTo>
                  <a:pt x="256" y="1016"/>
                </a:lnTo>
                <a:lnTo>
                  <a:pt x="255" y="1015"/>
                </a:lnTo>
                <a:lnTo>
                  <a:pt x="255" y="1016"/>
                </a:lnTo>
                <a:lnTo>
                  <a:pt x="255" y="1017"/>
                </a:lnTo>
                <a:lnTo>
                  <a:pt x="255" y="1018"/>
                </a:lnTo>
                <a:lnTo>
                  <a:pt x="255" y="1019"/>
                </a:lnTo>
                <a:lnTo>
                  <a:pt x="254" y="1020"/>
                </a:lnTo>
                <a:lnTo>
                  <a:pt x="253" y="1020"/>
                </a:lnTo>
                <a:lnTo>
                  <a:pt x="252" y="1020"/>
                </a:lnTo>
                <a:lnTo>
                  <a:pt x="252" y="1021"/>
                </a:lnTo>
                <a:lnTo>
                  <a:pt x="252" y="1022"/>
                </a:lnTo>
                <a:lnTo>
                  <a:pt x="253" y="1022"/>
                </a:lnTo>
                <a:lnTo>
                  <a:pt x="252" y="1023"/>
                </a:lnTo>
                <a:lnTo>
                  <a:pt x="252" y="1024"/>
                </a:lnTo>
                <a:lnTo>
                  <a:pt x="252" y="1025"/>
                </a:lnTo>
                <a:lnTo>
                  <a:pt x="251" y="1025"/>
                </a:lnTo>
                <a:lnTo>
                  <a:pt x="249" y="1027"/>
                </a:lnTo>
                <a:lnTo>
                  <a:pt x="249" y="1026"/>
                </a:lnTo>
                <a:lnTo>
                  <a:pt x="248" y="1026"/>
                </a:lnTo>
                <a:lnTo>
                  <a:pt x="247" y="1027"/>
                </a:lnTo>
                <a:lnTo>
                  <a:pt x="246" y="1027"/>
                </a:lnTo>
                <a:lnTo>
                  <a:pt x="244" y="1026"/>
                </a:lnTo>
                <a:lnTo>
                  <a:pt x="244" y="1025"/>
                </a:lnTo>
                <a:lnTo>
                  <a:pt x="243" y="1025"/>
                </a:lnTo>
                <a:lnTo>
                  <a:pt x="243" y="1024"/>
                </a:lnTo>
                <a:lnTo>
                  <a:pt x="244" y="1024"/>
                </a:lnTo>
                <a:lnTo>
                  <a:pt x="244" y="1022"/>
                </a:lnTo>
                <a:lnTo>
                  <a:pt x="244" y="1021"/>
                </a:lnTo>
                <a:lnTo>
                  <a:pt x="244" y="1020"/>
                </a:lnTo>
                <a:lnTo>
                  <a:pt x="243" y="1020"/>
                </a:lnTo>
                <a:lnTo>
                  <a:pt x="242" y="1020"/>
                </a:lnTo>
                <a:lnTo>
                  <a:pt x="241" y="1020"/>
                </a:lnTo>
                <a:lnTo>
                  <a:pt x="240" y="1020"/>
                </a:lnTo>
                <a:lnTo>
                  <a:pt x="240" y="1019"/>
                </a:lnTo>
                <a:lnTo>
                  <a:pt x="240" y="1018"/>
                </a:lnTo>
                <a:lnTo>
                  <a:pt x="239" y="1018"/>
                </a:lnTo>
                <a:lnTo>
                  <a:pt x="238" y="1017"/>
                </a:lnTo>
                <a:lnTo>
                  <a:pt x="238" y="1015"/>
                </a:lnTo>
                <a:lnTo>
                  <a:pt x="238" y="1014"/>
                </a:lnTo>
                <a:lnTo>
                  <a:pt x="237" y="1014"/>
                </a:lnTo>
                <a:lnTo>
                  <a:pt x="237" y="1013"/>
                </a:lnTo>
                <a:lnTo>
                  <a:pt x="237" y="1012"/>
                </a:lnTo>
                <a:lnTo>
                  <a:pt x="236" y="1012"/>
                </a:lnTo>
                <a:lnTo>
                  <a:pt x="235" y="1012"/>
                </a:lnTo>
                <a:lnTo>
                  <a:pt x="235" y="1011"/>
                </a:lnTo>
                <a:lnTo>
                  <a:pt x="234" y="1011"/>
                </a:lnTo>
                <a:lnTo>
                  <a:pt x="233" y="1012"/>
                </a:lnTo>
                <a:lnTo>
                  <a:pt x="233" y="1011"/>
                </a:lnTo>
                <a:lnTo>
                  <a:pt x="232" y="1011"/>
                </a:lnTo>
                <a:lnTo>
                  <a:pt x="231" y="1011"/>
                </a:lnTo>
                <a:lnTo>
                  <a:pt x="231" y="1010"/>
                </a:lnTo>
                <a:lnTo>
                  <a:pt x="230" y="1010"/>
                </a:lnTo>
                <a:lnTo>
                  <a:pt x="230" y="1009"/>
                </a:lnTo>
                <a:lnTo>
                  <a:pt x="230" y="1010"/>
                </a:lnTo>
                <a:lnTo>
                  <a:pt x="230" y="1011"/>
                </a:lnTo>
                <a:lnTo>
                  <a:pt x="229" y="1012"/>
                </a:lnTo>
                <a:lnTo>
                  <a:pt x="229" y="1013"/>
                </a:lnTo>
                <a:lnTo>
                  <a:pt x="227" y="1013"/>
                </a:lnTo>
                <a:lnTo>
                  <a:pt x="226" y="1013"/>
                </a:lnTo>
                <a:lnTo>
                  <a:pt x="226" y="1012"/>
                </a:lnTo>
                <a:lnTo>
                  <a:pt x="225" y="1012"/>
                </a:lnTo>
                <a:lnTo>
                  <a:pt x="225" y="1011"/>
                </a:lnTo>
                <a:lnTo>
                  <a:pt x="224" y="1010"/>
                </a:lnTo>
                <a:lnTo>
                  <a:pt x="224" y="1011"/>
                </a:lnTo>
                <a:lnTo>
                  <a:pt x="223" y="1011"/>
                </a:lnTo>
                <a:lnTo>
                  <a:pt x="222" y="1011"/>
                </a:lnTo>
                <a:lnTo>
                  <a:pt x="221" y="1011"/>
                </a:lnTo>
                <a:lnTo>
                  <a:pt x="220" y="1011"/>
                </a:lnTo>
                <a:lnTo>
                  <a:pt x="220" y="1012"/>
                </a:lnTo>
                <a:lnTo>
                  <a:pt x="220" y="1013"/>
                </a:lnTo>
                <a:lnTo>
                  <a:pt x="219" y="1013"/>
                </a:lnTo>
                <a:lnTo>
                  <a:pt x="218" y="1015"/>
                </a:lnTo>
                <a:lnTo>
                  <a:pt x="219" y="1015"/>
                </a:lnTo>
                <a:lnTo>
                  <a:pt x="219" y="1016"/>
                </a:lnTo>
                <a:lnTo>
                  <a:pt x="219" y="1017"/>
                </a:lnTo>
                <a:lnTo>
                  <a:pt x="218" y="1017"/>
                </a:lnTo>
                <a:lnTo>
                  <a:pt x="217" y="1017"/>
                </a:lnTo>
                <a:lnTo>
                  <a:pt x="216" y="1016"/>
                </a:lnTo>
                <a:lnTo>
                  <a:pt x="215" y="1016"/>
                </a:lnTo>
                <a:lnTo>
                  <a:pt x="214" y="1016"/>
                </a:lnTo>
                <a:lnTo>
                  <a:pt x="214" y="1017"/>
                </a:lnTo>
                <a:lnTo>
                  <a:pt x="214" y="1018"/>
                </a:lnTo>
                <a:lnTo>
                  <a:pt x="213" y="1019"/>
                </a:lnTo>
                <a:lnTo>
                  <a:pt x="212" y="1020"/>
                </a:lnTo>
                <a:lnTo>
                  <a:pt x="213" y="1020"/>
                </a:lnTo>
                <a:lnTo>
                  <a:pt x="213" y="1021"/>
                </a:lnTo>
                <a:lnTo>
                  <a:pt x="213" y="1022"/>
                </a:lnTo>
                <a:lnTo>
                  <a:pt x="213" y="1023"/>
                </a:lnTo>
                <a:lnTo>
                  <a:pt x="213" y="1024"/>
                </a:lnTo>
                <a:lnTo>
                  <a:pt x="213" y="1025"/>
                </a:lnTo>
                <a:lnTo>
                  <a:pt x="214" y="1025"/>
                </a:lnTo>
                <a:lnTo>
                  <a:pt x="214" y="1026"/>
                </a:lnTo>
                <a:lnTo>
                  <a:pt x="213" y="1026"/>
                </a:lnTo>
                <a:lnTo>
                  <a:pt x="213" y="1027"/>
                </a:lnTo>
                <a:lnTo>
                  <a:pt x="213" y="1028"/>
                </a:lnTo>
                <a:lnTo>
                  <a:pt x="213" y="1029"/>
                </a:lnTo>
                <a:lnTo>
                  <a:pt x="212" y="1029"/>
                </a:lnTo>
                <a:lnTo>
                  <a:pt x="209" y="1032"/>
                </a:lnTo>
                <a:lnTo>
                  <a:pt x="209" y="1033"/>
                </a:lnTo>
                <a:lnTo>
                  <a:pt x="210" y="1033"/>
                </a:lnTo>
                <a:lnTo>
                  <a:pt x="209" y="1033"/>
                </a:lnTo>
                <a:lnTo>
                  <a:pt x="209" y="1034"/>
                </a:lnTo>
                <a:lnTo>
                  <a:pt x="208" y="1034"/>
                </a:lnTo>
                <a:lnTo>
                  <a:pt x="207" y="1035"/>
                </a:lnTo>
                <a:lnTo>
                  <a:pt x="207" y="1034"/>
                </a:lnTo>
                <a:lnTo>
                  <a:pt x="207" y="1035"/>
                </a:lnTo>
                <a:lnTo>
                  <a:pt x="206" y="1034"/>
                </a:lnTo>
                <a:lnTo>
                  <a:pt x="205" y="1034"/>
                </a:lnTo>
                <a:lnTo>
                  <a:pt x="203" y="1034"/>
                </a:lnTo>
                <a:lnTo>
                  <a:pt x="202" y="1035"/>
                </a:lnTo>
                <a:lnTo>
                  <a:pt x="201" y="1036"/>
                </a:lnTo>
                <a:lnTo>
                  <a:pt x="200" y="1036"/>
                </a:lnTo>
                <a:lnTo>
                  <a:pt x="200" y="1037"/>
                </a:lnTo>
                <a:lnTo>
                  <a:pt x="199" y="1037"/>
                </a:lnTo>
                <a:lnTo>
                  <a:pt x="199" y="1038"/>
                </a:lnTo>
                <a:lnTo>
                  <a:pt x="199" y="1036"/>
                </a:lnTo>
                <a:lnTo>
                  <a:pt x="198" y="1036"/>
                </a:lnTo>
                <a:lnTo>
                  <a:pt x="198" y="1035"/>
                </a:lnTo>
                <a:lnTo>
                  <a:pt x="199" y="1035"/>
                </a:lnTo>
                <a:lnTo>
                  <a:pt x="199" y="1034"/>
                </a:lnTo>
                <a:lnTo>
                  <a:pt x="199" y="1032"/>
                </a:lnTo>
                <a:lnTo>
                  <a:pt x="199" y="1031"/>
                </a:lnTo>
                <a:lnTo>
                  <a:pt x="200" y="1031"/>
                </a:lnTo>
                <a:lnTo>
                  <a:pt x="200" y="1030"/>
                </a:lnTo>
                <a:lnTo>
                  <a:pt x="199" y="1030"/>
                </a:lnTo>
                <a:lnTo>
                  <a:pt x="199" y="1029"/>
                </a:lnTo>
                <a:lnTo>
                  <a:pt x="198" y="1029"/>
                </a:lnTo>
                <a:lnTo>
                  <a:pt x="198" y="1028"/>
                </a:lnTo>
                <a:lnTo>
                  <a:pt x="197" y="1028"/>
                </a:lnTo>
                <a:lnTo>
                  <a:pt x="197" y="1027"/>
                </a:lnTo>
                <a:lnTo>
                  <a:pt x="197" y="1026"/>
                </a:lnTo>
                <a:lnTo>
                  <a:pt x="197" y="1025"/>
                </a:lnTo>
                <a:lnTo>
                  <a:pt x="197" y="1024"/>
                </a:lnTo>
                <a:lnTo>
                  <a:pt x="196" y="1024"/>
                </a:lnTo>
                <a:lnTo>
                  <a:pt x="195" y="1024"/>
                </a:lnTo>
                <a:lnTo>
                  <a:pt x="195" y="1023"/>
                </a:lnTo>
                <a:lnTo>
                  <a:pt x="193" y="1023"/>
                </a:lnTo>
                <a:lnTo>
                  <a:pt x="193" y="1024"/>
                </a:lnTo>
                <a:lnTo>
                  <a:pt x="193" y="1023"/>
                </a:lnTo>
                <a:lnTo>
                  <a:pt x="192" y="1024"/>
                </a:lnTo>
                <a:lnTo>
                  <a:pt x="191" y="1024"/>
                </a:lnTo>
                <a:lnTo>
                  <a:pt x="190" y="1024"/>
                </a:lnTo>
                <a:lnTo>
                  <a:pt x="190" y="1025"/>
                </a:lnTo>
                <a:lnTo>
                  <a:pt x="191" y="1025"/>
                </a:lnTo>
                <a:lnTo>
                  <a:pt x="191" y="1026"/>
                </a:lnTo>
                <a:lnTo>
                  <a:pt x="190" y="1026"/>
                </a:lnTo>
                <a:lnTo>
                  <a:pt x="189" y="1026"/>
                </a:lnTo>
                <a:lnTo>
                  <a:pt x="188" y="1026"/>
                </a:lnTo>
                <a:lnTo>
                  <a:pt x="187" y="1027"/>
                </a:lnTo>
                <a:lnTo>
                  <a:pt x="186" y="1027"/>
                </a:lnTo>
                <a:lnTo>
                  <a:pt x="185" y="1027"/>
                </a:lnTo>
                <a:lnTo>
                  <a:pt x="184" y="1027"/>
                </a:lnTo>
                <a:lnTo>
                  <a:pt x="184" y="1026"/>
                </a:lnTo>
                <a:lnTo>
                  <a:pt x="182" y="1026"/>
                </a:lnTo>
                <a:lnTo>
                  <a:pt x="181" y="1026"/>
                </a:lnTo>
                <a:lnTo>
                  <a:pt x="181" y="1027"/>
                </a:lnTo>
                <a:lnTo>
                  <a:pt x="180" y="1027"/>
                </a:lnTo>
                <a:lnTo>
                  <a:pt x="180" y="1028"/>
                </a:lnTo>
                <a:lnTo>
                  <a:pt x="180" y="1027"/>
                </a:lnTo>
                <a:lnTo>
                  <a:pt x="179" y="1026"/>
                </a:lnTo>
                <a:lnTo>
                  <a:pt x="178" y="1026"/>
                </a:lnTo>
                <a:lnTo>
                  <a:pt x="178" y="1025"/>
                </a:lnTo>
                <a:lnTo>
                  <a:pt x="177" y="1024"/>
                </a:lnTo>
                <a:lnTo>
                  <a:pt x="176" y="1024"/>
                </a:lnTo>
                <a:lnTo>
                  <a:pt x="175" y="1024"/>
                </a:lnTo>
                <a:lnTo>
                  <a:pt x="175" y="1025"/>
                </a:lnTo>
                <a:lnTo>
                  <a:pt x="174" y="1025"/>
                </a:lnTo>
                <a:lnTo>
                  <a:pt x="174" y="1026"/>
                </a:lnTo>
                <a:lnTo>
                  <a:pt x="173" y="1026"/>
                </a:lnTo>
                <a:lnTo>
                  <a:pt x="173" y="1025"/>
                </a:lnTo>
                <a:lnTo>
                  <a:pt x="172" y="1025"/>
                </a:lnTo>
                <a:lnTo>
                  <a:pt x="171" y="1026"/>
                </a:lnTo>
                <a:lnTo>
                  <a:pt x="171" y="1027"/>
                </a:lnTo>
                <a:lnTo>
                  <a:pt x="166" y="1027"/>
                </a:lnTo>
                <a:lnTo>
                  <a:pt x="165" y="1027"/>
                </a:lnTo>
                <a:lnTo>
                  <a:pt x="164" y="1027"/>
                </a:lnTo>
                <a:lnTo>
                  <a:pt x="164" y="1028"/>
                </a:lnTo>
                <a:lnTo>
                  <a:pt x="164" y="1029"/>
                </a:lnTo>
                <a:lnTo>
                  <a:pt x="164" y="1030"/>
                </a:lnTo>
                <a:lnTo>
                  <a:pt x="163" y="1030"/>
                </a:lnTo>
                <a:lnTo>
                  <a:pt x="162" y="1030"/>
                </a:lnTo>
                <a:lnTo>
                  <a:pt x="162" y="1029"/>
                </a:lnTo>
                <a:lnTo>
                  <a:pt x="161" y="1029"/>
                </a:lnTo>
                <a:lnTo>
                  <a:pt x="161" y="1030"/>
                </a:lnTo>
                <a:lnTo>
                  <a:pt x="160" y="1030"/>
                </a:lnTo>
                <a:lnTo>
                  <a:pt x="159" y="1031"/>
                </a:lnTo>
                <a:lnTo>
                  <a:pt x="158" y="1031"/>
                </a:lnTo>
                <a:lnTo>
                  <a:pt x="157" y="1031"/>
                </a:lnTo>
                <a:lnTo>
                  <a:pt x="158" y="1031"/>
                </a:lnTo>
                <a:lnTo>
                  <a:pt x="158" y="1030"/>
                </a:lnTo>
                <a:lnTo>
                  <a:pt x="159" y="1029"/>
                </a:lnTo>
                <a:lnTo>
                  <a:pt x="158" y="1029"/>
                </a:lnTo>
                <a:lnTo>
                  <a:pt x="158" y="1028"/>
                </a:lnTo>
                <a:lnTo>
                  <a:pt x="158" y="1027"/>
                </a:lnTo>
                <a:lnTo>
                  <a:pt x="157" y="1027"/>
                </a:lnTo>
                <a:lnTo>
                  <a:pt x="156" y="1027"/>
                </a:lnTo>
                <a:lnTo>
                  <a:pt x="156" y="1026"/>
                </a:lnTo>
                <a:lnTo>
                  <a:pt x="155" y="1026"/>
                </a:lnTo>
                <a:lnTo>
                  <a:pt x="154" y="1026"/>
                </a:lnTo>
                <a:lnTo>
                  <a:pt x="153" y="1026"/>
                </a:lnTo>
                <a:lnTo>
                  <a:pt x="153" y="1025"/>
                </a:lnTo>
                <a:lnTo>
                  <a:pt x="152" y="1025"/>
                </a:lnTo>
                <a:lnTo>
                  <a:pt x="151" y="1025"/>
                </a:lnTo>
                <a:lnTo>
                  <a:pt x="151" y="1024"/>
                </a:lnTo>
                <a:lnTo>
                  <a:pt x="151" y="1023"/>
                </a:lnTo>
                <a:lnTo>
                  <a:pt x="150" y="1023"/>
                </a:lnTo>
                <a:lnTo>
                  <a:pt x="149" y="1024"/>
                </a:lnTo>
                <a:lnTo>
                  <a:pt x="149" y="1025"/>
                </a:lnTo>
                <a:lnTo>
                  <a:pt x="149" y="1024"/>
                </a:lnTo>
                <a:lnTo>
                  <a:pt x="149" y="1023"/>
                </a:lnTo>
                <a:lnTo>
                  <a:pt x="147" y="1023"/>
                </a:lnTo>
                <a:lnTo>
                  <a:pt x="146" y="1023"/>
                </a:lnTo>
                <a:lnTo>
                  <a:pt x="145" y="1023"/>
                </a:lnTo>
                <a:lnTo>
                  <a:pt x="145" y="1022"/>
                </a:lnTo>
                <a:lnTo>
                  <a:pt x="145" y="1023"/>
                </a:lnTo>
                <a:lnTo>
                  <a:pt x="144" y="1022"/>
                </a:lnTo>
                <a:lnTo>
                  <a:pt x="143" y="1022"/>
                </a:lnTo>
                <a:lnTo>
                  <a:pt x="143" y="1021"/>
                </a:lnTo>
                <a:lnTo>
                  <a:pt x="142" y="1020"/>
                </a:lnTo>
                <a:lnTo>
                  <a:pt x="142" y="1019"/>
                </a:lnTo>
                <a:lnTo>
                  <a:pt x="141" y="1019"/>
                </a:lnTo>
                <a:lnTo>
                  <a:pt x="140" y="1019"/>
                </a:lnTo>
                <a:lnTo>
                  <a:pt x="140" y="1020"/>
                </a:lnTo>
                <a:lnTo>
                  <a:pt x="139" y="1021"/>
                </a:lnTo>
                <a:lnTo>
                  <a:pt x="138" y="1020"/>
                </a:lnTo>
                <a:lnTo>
                  <a:pt x="138" y="1019"/>
                </a:lnTo>
                <a:lnTo>
                  <a:pt x="137" y="1020"/>
                </a:lnTo>
                <a:lnTo>
                  <a:pt x="136" y="1020"/>
                </a:lnTo>
                <a:lnTo>
                  <a:pt x="136" y="1019"/>
                </a:lnTo>
                <a:lnTo>
                  <a:pt x="136" y="1018"/>
                </a:lnTo>
                <a:lnTo>
                  <a:pt x="136" y="1017"/>
                </a:lnTo>
                <a:lnTo>
                  <a:pt x="135" y="1016"/>
                </a:lnTo>
                <a:lnTo>
                  <a:pt x="134" y="1016"/>
                </a:lnTo>
                <a:lnTo>
                  <a:pt x="134" y="1017"/>
                </a:lnTo>
                <a:lnTo>
                  <a:pt x="134" y="1018"/>
                </a:lnTo>
                <a:lnTo>
                  <a:pt x="132" y="1018"/>
                </a:lnTo>
                <a:lnTo>
                  <a:pt x="132" y="1017"/>
                </a:lnTo>
                <a:lnTo>
                  <a:pt x="131" y="1017"/>
                </a:lnTo>
                <a:lnTo>
                  <a:pt x="130" y="1017"/>
                </a:lnTo>
                <a:lnTo>
                  <a:pt x="129" y="1017"/>
                </a:lnTo>
                <a:lnTo>
                  <a:pt x="129" y="1016"/>
                </a:lnTo>
                <a:lnTo>
                  <a:pt x="129" y="1015"/>
                </a:lnTo>
                <a:lnTo>
                  <a:pt x="128" y="1015"/>
                </a:lnTo>
                <a:lnTo>
                  <a:pt x="128" y="1014"/>
                </a:lnTo>
                <a:lnTo>
                  <a:pt x="128" y="1013"/>
                </a:lnTo>
                <a:lnTo>
                  <a:pt x="126" y="1013"/>
                </a:lnTo>
                <a:lnTo>
                  <a:pt x="126" y="1014"/>
                </a:lnTo>
                <a:lnTo>
                  <a:pt x="125" y="1014"/>
                </a:lnTo>
                <a:lnTo>
                  <a:pt x="124" y="1014"/>
                </a:lnTo>
                <a:lnTo>
                  <a:pt x="123" y="1014"/>
                </a:lnTo>
                <a:lnTo>
                  <a:pt x="123" y="1015"/>
                </a:lnTo>
                <a:lnTo>
                  <a:pt x="122" y="1015"/>
                </a:lnTo>
                <a:lnTo>
                  <a:pt x="121" y="1015"/>
                </a:lnTo>
                <a:lnTo>
                  <a:pt x="121" y="1014"/>
                </a:lnTo>
                <a:lnTo>
                  <a:pt x="120" y="1014"/>
                </a:lnTo>
                <a:lnTo>
                  <a:pt x="119" y="1014"/>
                </a:lnTo>
                <a:lnTo>
                  <a:pt x="119" y="1013"/>
                </a:lnTo>
                <a:lnTo>
                  <a:pt x="118" y="1013"/>
                </a:lnTo>
                <a:lnTo>
                  <a:pt x="117" y="1013"/>
                </a:lnTo>
                <a:lnTo>
                  <a:pt x="116" y="1013"/>
                </a:lnTo>
                <a:lnTo>
                  <a:pt x="116" y="1014"/>
                </a:lnTo>
                <a:lnTo>
                  <a:pt x="115" y="1015"/>
                </a:lnTo>
                <a:lnTo>
                  <a:pt x="114" y="1014"/>
                </a:lnTo>
                <a:lnTo>
                  <a:pt x="114" y="1013"/>
                </a:lnTo>
                <a:lnTo>
                  <a:pt x="113" y="1013"/>
                </a:lnTo>
                <a:lnTo>
                  <a:pt x="113" y="1012"/>
                </a:lnTo>
                <a:lnTo>
                  <a:pt x="112" y="1012"/>
                </a:lnTo>
                <a:lnTo>
                  <a:pt x="111" y="1012"/>
                </a:lnTo>
                <a:lnTo>
                  <a:pt x="111" y="1014"/>
                </a:lnTo>
                <a:lnTo>
                  <a:pt x="111" y="1015"/>
                </a:lnTo>
                <a:lnTo>
                  <a:pt x="111" y="1016"/>
                </a:lnTo>
                <a:lnTo>
                  <a:pt x="110" y="1016"/>
                </a:lnTo>
                <a:lnTo>
                  <a:pt x="109" y="1016"/>
                </a:lnTo>
                <a:lnTo>
                  <a:pt x="108" y="1017"/>
                </a:lnTo>
                <a:lnTo>
                  <a:pt x="107" y="1017"/>
                </a:lnTo>
                <a:lnTo>
                  <a:pt x="107" y="1016"/>
                </a:lnTo>
                <a:lnTo>
                  <a:pt x="107" y="1015"/>
                </a:lnTo>
                <a:lnTo>
                  <a:pt x="107" y="1014"/>
                </a:lnTo>
                <a:lnTo>
                  <a:pt x="107" y="1013"/>
                </a:lnTo>
                <a:lnTo>
                  <a:pt x="106" y="1013"/>
                </a:lnTo>
                <a:lnTo>
                  <a:pt x="105" y="1013"/>
                </a:lnTo>
                <a:lnTo>
                  <a:pt x="103" y="1012"/>
                </a:lnTo>
                <a:lnTo>
                  <a:pt x="102" y="1011"/>
                </a:lnTo>
                <a:lnTo>
                  <a:pt x="101" y="1011"/>
                </a:lnTo>
                <a:lnTo>
                  <a:pt x="101" y="1012"/>
                </a:lnTo>
                <a:lnTo>
                  <a:pt x="101" y="1013"/>
                </a:lnTo>
                <a:lnTo>
                  <a:pt x="100" y="1013"/>
                </a:lnTo>
                <a:lnTo>
                  <a:pt x="100" y="1012"/>
                </a:lnTo>
                <a:lnTo>
                  <a:pt x="100" y="1013"/>
                </a:lnTo>
                <a:lnTo>
                  <a:pt x="99" y="1013"/>
                </a:lnTo>
                <a:lnTo>
                  <a:pt x="98" y="1013"/>
                </a:lnTo>
                <a:lnTo>
                  <a:pt x="98" y="1012"/>
                </a:lnTo>
                <a:lnTo>
                  <a:pt x="97" y="1013"/>
                </a:lnTo>
                <a:lnTo>
                  <a:pt x="96" y="1014"/>
                </a:lnTo>
                <a:lnTo>
                  <a:pt x="96" y="1013"/>
                </a:lnTo>
                <a:lnTo>
                  <a:pt x="94" y="1013"/>
                </a:lnTo>
                <a:lnTo>
                  <a:pt x="93" y="1013"/>
                </a:lnTo>
                <a:lnTo>
                  <a:pt x="93" y="1012"/>
                </a:lnTo>
                <a:lnTo>
                  <a:pt x="93" y="1011"/>
                </a:lnTo>
                <a:lnTo>
                  <a:pt x="92" y="1010"/>
                </a:lnTo>
                <a:lnTo>
                  <a:pt x="91" y="1010"/>
                </a:lnTo>
                <a:lnTo>
                  <a:pt x="90" y="1009"/>
                </a:lnTo>
                <a:lnTo>
                  <a:pt x="91" y="1009"/>
                </a:lnTo>
                <a:lnTo>
                  <a:pt x="91" y="1008"/>
                </a:lnTo>
                <a:lnTo>
                  <a:pt x="92" y="1008"/>
                </a:lnTo>
                <a:lnTo>
                  <a:pt x="92" y="1007"/>
                </a:lnTo>
                <a:lnTo>
                  <a:pt x="93" y="1007"/>
                </a:lnTo>
                <a:lnTo>
                  <a:pt x="93" y="1006"/>
                </a:lnTo>
                <a:lnTo>
                  <a:pt x="93" y="1005"/>
                </a:lnTo>
                <a:lnTo>
                  <a:pt x="92" y="1005"/>
                </a:lnTo>
                <a:lnTo>
                  <a:pt x="91" y="1005"/>
                </a:lnTo>
                <a:lnTo>
                  <a:pt x="90" y="1005"/>
                </a:lnTo>
                <a:lnTo>
                  <a:pt x="89" y="1005"/>
                </a:lnTo>
                <a:lnTo>
                  <a:pt x="89" y="1006"/>
                </a:lnTo>
                <a:lnTo>
                  <a:pt x="88" y="1005"/>
                </a:lnTo>
                <a:lnTo>
                  <a:pt x="89" y="1005"/>
                </a:lnTo>
                <a:lnTo>
                  <a:pt x="89" y="1004"/>
                </a:lnTo>
                <a:lnTo>
                  <a:pt x="89" y="1003"/>
                </a:lnTo>
                <a:lnTo>
                  <a:pt x="89" y="1002"/>
                </a:lnTo>
                <a:lnTo>
                  <a:pt x="89" y="1001"/>
                </a:lnTo>
                <a:lnTo>
                  <a:pt x="88" y="1001"/>
                </a:lnTo>
                <a:lnTo>
                  <a:pt x="87" y="1001"/>
                </a:lnTo>
                <a:lnTo>
                  <a:pt x="87" y="1002"/>
                </a:lnTo>
                <a:lnTo>
                  <a:pt x="87" y="1003"/>
                </a:lnTo>
                <a:lnTo>
                  <a:pt x="86" y="1003"/>
                </a:lnTo>
                <a:lnTo>
                  <a:pt x="85" y="1002"/>
                </a:lnTo>
                <a:lnTo>
                  <a:pt x="84" y="1001"/>
                </a:lnTo>
                <a:lnTo>
                  <a:pt x="83" y="1001"/>
                </a:lnTo>
                <a:lnTo>
                  <a:pt x="82" y="1001"/>
                </a:lnTo>
                <a:lnTo>
                  <a:pt x="82" y="1002"/>
                </a:lnTo>
                <a:lnTo>
                  <a:pt x="83" y="1003"/>
                </a:lnTo>
                <a:lnTo>
                  <a:pt x="84" y="1003"/>
                </a:lnTo>
                <a:lnTo>
                  <a:pt x="85" y="1003"/>
                </a:lnTo>
                <a:lnTo>
                  <a:pt x="86" y="1004"/>
                </a:lnTo>
                <a:lnTo>
                  <a:pt x="86" y="1005"/>
                </a:lnTo>
                <a:lnTo>
                  <a:pt x="85" y="1008"/>
                </a:lnTo>
                <a:lnTo>
                  <a:pt x="84" y="1008"/>
                </a:lnTo>
                <a:lnTo>
                  <a:pt x="84" y="1007"/>
                </a:lnTo>
                <a:lnTo>
                  <a:pt x="83" y="1007"/>
                </a:lnTo>
                <a:lnTo>
                  <a:pt x="83" y="1006"/>
                </a:lnTo>
                <a:lnTo>
                  <a:pt x="83" y="1005"/>
                </a:lnTo>
                <a:lnTo>
                  <a:pt x="82" y="1005"/>
                </a:lnTo>
                <a:lnTo>
                  <a:pt x="81" y="1002"/>
                </a:lnTo>
                <a:lnTo>
                  <a:pt x="80" y="1002"/>
                </a:lnTo>
                <a:lnTo>
                  <a:pt x="79" y="1001"/>
                </a:lnTo>
                <a:lnTo>
                  <a:pt x="79" y="1002"/>
                </a:lnTo>
                <a:lnTo>
                  <a:pt x="78" y="1003"/>
                </a:lnTo>
                <a:lnTo>
                  <a:pt x="79" y="1003"/>
                </a:lnTo>
                <a:lnTo>
                  <a:pt x="80" y="1003"/>
                </a:lnTo>
                <a:lnTo>
                  <a:pt x="80" y="1004"/>
                </a:lnTo>
                <a:lnTo>
                  <a:pt x="80" y="1005"/>
                </a:lnTo>
                <a:lnTo>
                  <a:pt x="79" y="1005"/>
                </a:lnTo>
                <a:lnTo>
                  <a:pt x="78" y="1005"/>
                </a:lnTo>
                <a:lnTo>
                  <a:pt x="78" y="1006"/>
                </a:lnTo>
                <a:lnTo>
                  <a:pt x="78" y="1007"/>
                </a:lnTo>
                <a:lnTo>
                  <a:pt x="77" y="1007"/>
                </a:lnTo>
                <a:lnTo>
                  <a:pt x="76" y="1008"/>
                </a:lnTo>
                <a:lnTo>
                  <a:pt x="75" y="1009"/>
                </a:lnTo>
                <a:lnTo>
                  <a:pt x="75" y="1008"/>
                </a:lnTo>
                <a:lnTo>
                  <a:pt x="75" y="1007"/>
                </a:lnTo>
                <a:lnTo>
                  <a:pt x="72" y="1004"/>
                </a:lnTo>
                <a:lnTo>
                  <a:pt x="72" y="1003"/>
                </a:lnTo>
                <a:lnTo>
                  <a:pt x="71" y="1003"/>
                </a:lnTo>
                <a:lnTo>
                  <a:pt x="69" y="1003"/>
                </a:lnTo>
                <a:lnTo>
                  <a:pt x="68" y="1003"/>
                </a:lnTo>
                <a:lnTo>
                  <a:pt x="67" y="1004"/>
                </a:lnTo>
                <a:lnTo>
                  <a:pt x="67" y="1005"/>
                </a:lnTo>
                <a:lnTo>
                  <a:pt x="67" y="1006"/>
                </a:lnTo>
                <a:lnTo>
                  <a:pt x="69" y="1006"/>
                </a:lnTo>
                <a:lnTo>
                  <a:pt x="69" y="1007"/>
                </a:lnTo>
                <a:lnTo>
                  <a:pt x="68" y="1007"/>
                </a:lnTo>
                <a:lnTo>
                  <a:pt x="67" y="1007"/>
                </a:lnTo>
                <a:lnTo>
                  <a:pt x="67" y="1006"/>
                </a:lnTo>
                <a:lnTo>
                  <a:pt x="66" y="1006"/>
                </a:lnTo>
                <a:lnTo>
                  <a:pt x="65" y="1007"/>
                </a:lnTo>
                <a:lnTo>
                  <a:pt x="64" y="1007"/>
                </a:lnTo>
                <a:lnTo>
                  <a:pt x="63" y="1007"/>
                </a:lnTo>
                <a:lnTo>
                  <a:pt x="62" y="1006"/>
                </a:lnTo>
                <a:lnTo>
                  <a:pt x="61" y="1005"/>
                </a:lnTo>
                <a:lnTo>
                  <a:pt x="60" y="1004"/>
                </a:lnTo>
                <a:lnTo>
                  <a:pt x="59" y="1005"/>
                </a:lnTo>
                <a:lnTo>
                  <a:pt x="57" y="1004"/>
                </a:lnTo>
                <a:lnTo>
                  <a:pt x="56" y="1003"/>
                </a:lnTo>
                <a:lnTo>
                  <a:pt x="56" y="1002"/>
                </a:lnTo>
                <a:lnTo>
                  <a:pt x="55" y="1002"/>
                </a:lnTo>
                <a:lnTo>
                  <a:pt x="54" y="1003"/>
                </a:lnTo>
                <a:lnTo>
                  <a:pt x="54" y="1004"/>
                </a:lnTo>
                <a:lnTo>
                  <a:pt x="54" y="1003"/>
                </a:lnTo>
                <a:lnTo>
                  <a:pt x="54" y="1002"/>
                </a:lnTo>
                <a:lnTo>
                  <a:pt x="55" y="1002"/>
                </a:lnTo>
                <a:lnTo>
                  <a:pt x="54" y="1001"/>
                </a:lnTo>
                <a:lnTo>
                  <a:pt x="53" y="1000"/>
                </a:lnTo>
                <a:lnTo>
                  <a:pt x="52" y="999"/>
                </a:lnTo>
                <a:lnTo>
                  <a:pt x="50" y="996"/>
                </a:lnTo>
                <a:lnTo>
                  <a:pt x="50" y="994"/>
                </a:lnTo>
                <a:lnTo>
                  <a:pt x="49" y="994"/>
                </a:lnTo>
                <a:lnTo>
                  <a:pt x="48" y="994"/>
                </a:lnTo>
                <a:lnTo>
                  <a:pt x="47" y="994"/>
                </a:lnTo>
                <a:lnTo>
                  <a:pt x="46" y="995"/>
                </a:lnTo>
                <a:lnTo>
                  <a:pt x="43" y="994"/>
                </a:lnTo>
                <a:lnTo>
                  <a:pt x="43" y="993"/>
                </a:lnTo>
                <a:lnTo>
                  <a:pt x="41" y="992"/>
                </a:lnTo>
                <a:lnTo>
                  <a:pt x="39" y="990"/>
                </a:lnTo>
                <a:lnTo>
                  <a:pt x="39" y="989"/>
                </a:lnTo>
                <a:lnTo>
                  <a:pt x="38" y="989"/>
                </a:lnTo>
                <a:lnTo>
                  <a:pt x="37" y="990"/>
                </a:lnTo>
                <a:lnTo>
                  <a:pt x="35" y="991"/>
                </a:lnTo>
                <a:lnTo>
                  <a:pt x="34" y="990"/>
                </a:lnTo>
                <a:lnTo>
                  <a:pt x="33" y="988"/>
                </a:lnTo>
                <a:lnTo>
                  <a:pt x="33" y="987"/>
                </a:lnTo>
                <a:lnTo>
                  <a:pt x="34" y="987"/>
                </a:lnTo>
                <a:lnTo>
                  <a:pt x="33" y="986"/>
                </a:lnTo>
                <a:lnTo>
                  <a:pt x="32" y="985"/>
                </a:lnTo>
                <a:lnTo>
                  <a:pt x="31" y="985"/>
                </a:lnTo>
                <a:lnTo>
                  <a:pt x="30" y="985"/>
                </a:lnTo>
                <a:lnTo>
                  <a:pt x="30" y="984"/>
                </a:lnTo>
                <a:lnTo>
                  <a:pt x="30" y="983"/>
                </a:lnTo>
                <a:lnTo>
                  <a:pt x="31" y="980"/>
                </a:lnTo>
                <a:lnTo>
                  <a:pt x="31" y="979"/>
                </a:lnTo>
                <a:lnTo>
                  <a:pt x="29" y="979"/>
                </a:lnTo>
                <a:lnTo>
                  <a:pt x="28" y="979"/>
                </a:lnTo>
                <a:lnTo>
                  <a:pt x="28" y="978"/>
                </a:lnTo>
                <a:lnTo>
                  <a:pt x="29" y="978"/>
                </a:lnTo>
                <a:lnTo>
                  <a:pt x="31" y="977"/>
                </a:lnTo>
                <a:lnTo>
                  <a:pt x="32" y="977"/>
                </a:lnTo>
                <a:lnTo>
                  <a:pt x="32" y="978"/>
                </a:lnTo>
                <a:lnTo>
                  <a:pt x="33" y="977"/>
                </a:lnTo>
                <a:lnTo>
                  <a:pt x="34" y="976"/>
                </a:lnTo>
                <a:lnTo>
                  <a:pt x="34" y="975"/>
                </a:lnTo>
                <a:lnTo>
                  <a:pt x="33" y="974"/>
                </a:lnTo>
                <a:lnTo>
                  <a:pt x="31" y="972"/>
                </a:lnTo>
                <a:lnTo>
                  <a:pt x="29" y="971"/>
                </a:lnTo>
                <a:lnTo>
                  <a:pt x="28" y="971"/>
                </a:lnTo>
                <a:lnTo>
                  <a:pt x="27" y="971"/>
                </a:lnTo>
                <a:lnTo>
                  <a:pt x="27" y="970"/>
                </a:lnTo>
                <a:lnTo>
                  <a:pt x="27" y="969"/>
                </a:lnTo>
                <a:lnTo>
                  <a:pt x="27" y="968"/>
                </a:lnTo>
                <a:lnTo>
                  <a:pt x="28" y="967"/>
                </a:lnTo>
                <a:lnTo>
                  <a:pt x="28" y="966"/>
                </a:lnTo>
                <a:lnTo>
                  <a:pt x="28" y="965"/>
                </a:lnTo>
                <a:lnTo>
                  <a:pt x="27" y="965"/>
                </a:lnTo>
                <a:lnTo>
                  <a:pt x="25" y="965"/>
                </a:lnTo>
                <a:lnTo>
                  <a:pt x="20" y="964"/>
                </a:lnTo>
                <a:lnTo>
                  <a:pt x="19" y="963"/>
                </a:lnTo>
                <a:lnTo>
                  <a:pt x="19" y="962"/>
                </a:lnTo>
                <a:lnTo>
                  <a:pt x="19" y="961"/>
                </a:lnTo>
                <a:lnTo>
                  <a:pt x="19" y="960"/>
                </a:lnTo>
                <a:lnTo>
                  <a:pt x="20" y="958"/>
                </a:lnTo>
                <a:lnTo>
                  <a:pt x="21" y="958"/>
                </a:lnTo>
                <a:lnTo>
                  <a:pt x="21" y="957"/>
                </a:lnTo>
                <a:lnTo>
                  <a:pt x="22" y="956"/>
                </a:lnTo>
                <a:lnTo>
                  <a:pt x="23" y="954"/>
                </a:lnTo>
                <a:lnTo>
                  <a:pt x="21" y="953"/>
                </a:lnTo>
                <a:lnTo>
                  <a:pt x="20" y="953"/>
                </a:lnTo>
                <a:lnTo>
                  <a:pt x="19" y="953"/>
                </a:lnTo>
                <a:lnTo>
                  <a:pt x="18" y="954"/>
                </a:lnTo>
                <a:lnTo>
                  <a:pt x="17" y="954"/>
                </a:lnTo>
                <a:lnTo>
                  <a:pt x="17" y="953"/>
                </a:lnTo>
                <a:lnTo>
                  <a:pt x="16" y="952"/>
                </a:lnTo>
                <a:lnTo>
                  <a:pt x="17" y="951"/>
                </a:lnTo>
                <a:lnTo>
                  <a:pt x="18" y="948"/>
                </a:lnTo>
                <a:lnTo>
                  <a:pt x="19" y="948"/>
                </a:lnTo>
                <a:lnTo>
                  <a:pt x="20" y="948"/>
                </a:lnTo>
                <a:lnTo>
                  <a:pt x="21" y="948"/>
                </a:lnTo>
                <a:lnTo>
                  <a:pt x="22" y="948"/>
                </a:lnTo>
                <a:lnTo>
                  <a:pt x="22" y="949"/>
                </a:lnTo>
                <a:lnTo>
                  <a:pt x="23" y="949"/>
                </a:lnTo>
                <a:lnTo>
                  <a:pt x="22" y="949"/>
                </a:lnTo>
                <a:lnTo>
                  <a:pt x="23" y="949"/>
                </a:lnTo>
                <a:lnTo>
                  <a:pt x="24" y="949"/>
                </a:lnTo>
                <a:lnTo>
                  <a:pt x="25" y="948"/>
                </a:lnTo>
                <a:lnTo>
                  <a:pt x="26" y="947"/>
                </a:lnTo>
                <a:lnTo>
                  <a:pt x="26" y="946"/>
                </a:lnTo>
                <a:lnTo>
                  <a:pt x="25" y="946"/>
                </a:lnTo>
                <a:lnTo>
                  <a:pt x="25" y="945"/>
                </a:lnTo>
                <a:lnTo>
                  <a:pt x="29" y="944"/>
                </a:lnTo>
                <a:lnTo>
                  <a:pt x="30" y="945"/>
                </a:lnTo>
                <a:lnTo>
                  <a:pt x="32" y="945"/>
                </a:lnTo>
                <a:lnTo>
                  <a:pt x="33" y="944"/>
                </a:lnTo>
                <a:lnTo>
                  <a:pt x="36" y="940"/>
                </a:lnTo>
                <a:lnTo>
                  <a:pt x="39" y="939"/>
                </a:lnTo>
                <a:lnTo>
                  <a:pt x="40" y="938"/>
                </a:lnTo>
                <a:lnTo>
                  <a:pt x="40" y="937"/>
                </a:lnTo>
                <a:lnTo>
                  <a:pt x="40" y="936"/>
                </a:lnTo>
                <a:lnTo>
                  <a:pt x="41" y="933"/>
                </a:lnTo>
                <a:lnTo>
                  <a:pt x="40" y="933"/>
                </a:lnTo>
                <a:lnTo>
                  <a:pt x="40" y="932"/>
                </a:lnTo>
                <a:lnTo>
                  <a:pt x="40" y="930"/>
                </a:lnTo>
                <a:lnTo>
                  <a:pt x="40" y="929"/>
                </a:lnTo>
                <a:lnTo>
                  <a:pt x="40" y="928"/>
                </a:lnTo>
                <a:lnTo>
                  <a:pt x="41" y="926"/>
                </a:lnTo>
                <a:lnTo>
                  <a:pt x="41" y="924"/>
                </a:lnTo>
                <a:lnTo>
                  <a:pt x="42" y="923"/>
                </a:lnTo>
                <a:lnTo>
                  <a:pt x="43" y="923"/>
                </a:lnTo>
                <a:lnTo>
                  <a:pt x="46" y="924"/>
                </a:lnTo>
                <a:lnTo>
                  <a:pt x="46" y="925"/>
                </a:lnTo>
                <a:lnTo>
                  <a:pt x="46" y="927"/>
                </a:lnTo>
                <a:lnTo>
                  <a:pt x="48" y="929"/>
                </a:lnTo>
                <a:lnTo>
                  <a:pt x="49" y="928"/>
                </a:lnTo>
                <a:lnTo>
                  <a:pt x="49" y="927"/>
                </a:lnTo>
                <a:lnTo>
                  <a:pt x="49" y="926"/>
                </a:lnTo>
                <a:lnTo>
                  <a:pt x="52" y="925"/>
                </a:lnTo>
                <a:lnTo>
                  <a:pt x="53" y="925"/>
                </a:lnTo>
                <a:lnTo>
                  <a:pt x="54" y="923"/>
                </a:lnTo>
                <a:lnTo>
                  <a:pt x="52" y="919"/>
                </a:lnTo>
                <a:lnTo>
                  <a:pt x="51" y="918"/>
                </a:lnTo>
                <a:lnTo>
                  <a:pt x="50" y="915"/>
                </a:lnTo>
                <a:lnTo>
                  <a:pt x="48" y="913"/>
                </a:lnTo>
                <a:lnTo>
                  <a:pt x="48" y="912"/>
                </a:lnTo>
                <a:lnTo>
                  <a:pt x="49" y="911"/>
                </a:lnTo>
                <a:lnTo>
                  <a:pt x="50" y="908"/>
                </a:lnTo>
                <a:lnTo>
                  <a:pt x="51" y="906"/>
                </a:lnTo>
                <a:lnTo>
                  <a:pt x="52" y="906"/>
                </a:lnTo>
                <a:lnTo>
                  <a:pt x="51" y="905"/>
                </a:lnTo>
                <a:lnTo>
                  <a:pt x="50" y="905"/>
                </a:lnTo>
                <a:lnTo>
                  <a:pt x="50" y="904"/>
                </a:lnTo>
                <a:lnTo>
                  <a:pt x="48" y="903"/>
                </a:lnTo>
                <a:lnTo>
                  <a:pt x="49" y="901"/>
                </a:lnTo>
                <a:lnTo>
                  <a:pt x="49" y="900"/>
                </a:lnTo>
                <a:lnTo>
                  <a:pt x="50" y="900"/>
                </a:lnTo>
                <a:lnTo>
                  <a:pt x="50" y="899"/>
                </a:lnTo>
                <a:lnTo>
                  <a:pt x="51" y="899"/>
                </a:lnTo>
                <a:lnTo>
                  <a:pt x="51" y="897"/>
                </a:lnTo>
                <a:lnTo>
                  <a:pt x="50" y="896"/>
                </a:lnTo>
                <a:lnTo>
                  <a:pt x="49" y="896"/>
                </a:lnTo>
                <a:lnTo>
                  <a:pt x="48" y="896"/>
                </a:lnTo>
                <a:lnTo>
                  <a:pt x="47" y="895"/>
                </a:lnTo>
                <a:lnTo>
                  <a:pt x="47" y="894"/>
                </a:lnTo>
                <a:lnTo>
                  <a:pt x="47" y="893"/>
                </a:lnTo>
                <a:lnTo>
                  <a:pt x="46" y="891"/>
                </a:lnTo>
                <a:lnTo>
                  <a:pt x="47" y="891"/>
                </a:lnTo>
                <a:lnTo>
                  <a:pt x="47" y="890"/>
                </a:lnTo>
                <a:lnTo>
                  <a:pt x="48" y="890"/>
                </a:lnTo>
                <a:lnTo>
                  <a:pt x="48" y="887"/>
                </a:lnTo>
                <a:lnTo>
                  <a:pt x="47" y="886"/>
                </a:lnTo>
                <a:lnTo>
                  <a:pt x="47" y="885"/>
                </a:lnTo>
                <a:lnTo>
                  <a:pt x="47" y="884"/>
                </a:lnTo>
                <a:lnTo>
                  <a:pt x="47" y="882"/>
                </a:lnTo>
                <a:lnTo>
                  <a:pt x="48" y="882"/>
                </a:lnTo>
                <a:lnTo>
                  <a:pt x="49" y="882"/>
                </a:lnTo>
                <a:lnTo>
                  <a:pt x="50" y="882"/>
                </a:lnTo>
                <a:lnTo>
                  <a:pt x="51" y="881"/>
                </a:lnTo>
                <a:lnTo>
                  <a:pt x="51" y="880"/>
                </a:lnTo>
                <a:lnTo>
                  <a:pt x="52" y="880"/>
                </a:lnTo>
                <a:lnTo>
                  <a:pt x="53" y="879"/>
                </a:lnTo>
                <a:lnTo>
                  <a:pt x="54" y="878"/>
                </a:lnTo>
                <a:lnTo>
                  <a:pt x="54" y="877"/>
                </a:lnTo>
                <a:lnTo>
                  <a:pt x="54" y="876"/>
                </a:lnTo>
                <a:lnTo>
                  <a:pt x="56" y="873"/>
                </a:lnTo>
                <a:lnTo>
                  <a:pt x="57" y="871"/>
                </a:lnTo>
                <a:lnTo>
                  <a:pt x="59" y="866"/>
                </a:lnTo>
                <a:lnTo>
                  <a:pt x="59" y="865"/>
                </a:lnTo>
                <a:lnTo>
                  <a:pt x="59" y="864"/>
                </a:lnTo>
                <a:lnTo>
                  <a:pt x="59" y="863"/>
                </a:lnTo>
                <a:lnTo>
                  <a:pt x="59" y="862"/>
                </a:lnTo>
                <a:lnTo>
                  <a:pt x="60" y="862"/>
                </a:lnTo>
                <a:lnTo>
                  <a:pt x="60" y="857"/>
                </a:lnTo>
                <a:lnTo>
                  <a:pt x="60" y="856"/>
                </a:lnTo>
                <a:lnTo>
                  <a:pt x="61" y="855"/>
                </a:lnTo>
                <a:lnTo>
                  <a:pt x="61" y="854"/>
                </a:lnTo>
                <a:lnTo>
                  <a:pt x="62" y="854"/>
                </a:lnTo>
                <a:lnTo>
                  <a:pt x="62" y="853"/>
                </a:lnTo>
                <a:lnTo>
                  <a:pt x="62" y="852"/>
                </a:lnTo>
                <a:lnTo>
                  <a:pt x="62" y="851"/>
                </a:lnTo>
                <a:lnTo>
                  <a:pt x="63" y="851"/>
                </a:lnTo>
                <a:lnTo>
                  <a:pt x="64" y="851"/>
                </a:lnTo>
                <a:lnTo>
                  <a:pt x="64" y="852"/>
                </a:lnTo>
                <a:lnTo>
                  <a:pt x="65" y="852"/>
                </a:lnTo>
                <a:lnTo>
                  <a:pt x="66" y="851"/>
                </a:lnTo>
                <a:lnTo>
                  <a:pt x="66" y="850"/>
                </a:lnTo>
                <a:lnTo>
                  <a:pt x="66" y="848"/>
                </a:lnTo>
                <a:lnTo>
                  <a:pt x="66" y="847"/>
                </a:lnTo>
                <a:lnTo>
                  <a:pt x="65" y="846"/>
                </a:lnTo>
                <a:lnTo>
                  <a:pt x="65" y="845"/>
                </a:lnTo>
                <a:lnTo>
                  <a:pt x="66" y="845"/>
                </a:lnTo>
                <a:lnTo>
                  <a:pt x="67" y="843"/>
                </a:lnTo>
                <a:lnTo>
                  <a:pt x="67" y="842"/>
                </a:lnTo>
                <a:lnTo>
                  <a:pt x="67" y="841"/>
                </a:lnTo>
                <a:lnTo>
                  <a:pt x="69" y="839"/>
                </a:lnTo>
                <a:lnTo>
                  <a:pt x="70" y="839"/>
                </a:lnTo>
                <a:lnTo>
                  <a:pt x="71" y="839"/>
                </a:lnTo>
                <a:lnTo>
                  <a:pt x="72" y="839"/>
                </a:lnTo>
                <a:lnTo>
                  <a:pt x="72" y="838"/>
                </a:lnTo>
                <a:lnTo>
                  <a:pt x="73" y="836"/>
                </a:lnTo>
                <a:lnTo>
                  <a:pt x="73" y="835"/>
                </a:lnTo>
                <a:lnTo>
                  <a:pt x="74" y="835"/>
                </a:lnTo>
                <a:lnTo>
                  <a:pt x="74" y="834"/>
                </a:lnTo>
                <a:lnTo>
                  <a:pt x="74" y="833"/>
                </a:lnTo>
                <a:lnTo>
                  <a:pt x="74" y="832"/>
                </a:lnTo>
                <a:lnTo>
                  <a:pt x="73" y="832"/>
                </a:lnTo>
                <a:lnTo>
                  <a:pt x="73" y="831"/>
                </a:lnTo>
                <a:lnTo>
                  <a:pt x="73" y="830"/>
                </a:lnTo>
                <a:lnTo>
                  <a:pt x="73" y="829"/>
                </a:lnTo>
                <a:lnTo>
                  <a:pt x="74" y="828"/>
                </a:lnTo>
                <a:lnTo>
                  <a:pt x="75" y="828"/>
                </a:lnTo>
                <a:lnTo>
                  <a:pt x="75" y="827"/>
                </a:lnTo>
                <a:lnTo>
                  <a:pt x="75" y="826"/>
                </a:lnTo>
                <a:lnTo>
                  <a:pt x="75" y="825"/>
                </a:lnTo>
                <a:lnTo>
                  <a:pt x="76" y="824"/>
                </a:lnTo>
                <a:lnTo>
                  <a:pt x="77" y="824"/>
                </a:lnTo>
                <a:lnTo>
                  <a:pt x="77" y="823"/>
                </a:lnTo>
                <a:lnTo>
                  <a:pt x="78" y="822"/>
                </a:lnTo>
                <a:lnTo>
                  <a:pt x="78" y="820"/>
                </a:lnTo>
                <a:lnTo>
                  <a:pt x="79" y="819"/>
                </a:lnTo>
                <a:lnTo>
                  <a:pt x="80" y="819"/>
                </a:lnTo>
                <a:lnTo>
                  <a:pt x="80" y="818"/>
                </a:lnTo>
                <a:lnTo>
                  <a:pt x="79" y="817"/>
                </a:lnTo>
                <a:lnTo>
                  <a:pt x="79" y="816"/>
                </a:lnTo>
                <a:lnTo>
                  <a:pt x="79" y="815"/>
                </a:lnTo>
                <a:lnTo>
                  <a:pt x="80" y="815"/>
                </a:lnTo>
                <a:lnTo>
                  <a:pt x="81" y="814"/>
                </a:lnTo>
                <a:lnTo>
                  <a:pt x="81" y="813"/>
                </a:lnTo>
                <a:lnTo>
                  <a:pt x="81" y="812"/>
                </a:lnTo>
                <a:lnTo>
                  <a:pt x="82" y="812"/>
                </a:lnTo>
                <a:lnTo>
                  <a:pt x="82" y="811"/>
                </a:lnTo>
                <a:lnTo>
                  <a:pt x="83" y="810"/>
                </a:lnTo>
                <a:lnTo>
                  <a:pt x="83" y="809"/>
                </a:lnTo>
                <a:lnTo>
                  <a:pt x="82" y="808"/>
                </a:lnTo>
                <a:lnTo>
                  <a:pt x="81" y="808"/>
                </a:lnTo>
                <a:lnTo>
                  <a:pt x="80" y="808"/>
                </a:lnTo>
                <a:lnTo>
                  <a:pt x="80" y="807"/>
                </a:lnTo>
                <a:lnTo>
                  <a:pt x="81" y="806"/>
                </a:lnTo>
                <a:lnTo>
                  <a:pt x="81" y="805"/>
                </a:lnTo>
                <a:lnTo>
                  <a:pt x="81" y="804"/>
                </a:lnTo>
                <a:lnTo>
                  <a:pt x="82" y="804"/>
                </a:lnTo>
                <a:lnTo>
                  <a:pt x="83" y="803"/>
                </a:lnTo>
                <a:lnTo>
                  <a:pt x="83" y="802"/>
                </a:lnTo>
                <a:lnTo>
                  <a:pt x="83" y="800"/>
                </a:lnTo>
                <a:lnTo>
                  <a:pt x="83" y="799"/>
                </a:lnTo>
                <a:lnTo>
                  <a:pt x="83" y="798"/>
                </a:lnTo>
                <a:lnTo>
                  <a:pt x="82" y="798"/>
                </a:lnTo>
                <a:lnTo>
                  <a:pt x="82" y="797"/>
                </a:lnTo>
                <a:lnTo>
                  <a:pt x="82" y="796"/>
                </a:lnTo>
                <a:lnTo>
                  <a:pt x="82" y="795"/>
                </a:lnTo>
                <a:lnTo>
                  <a:pt x="81" y="795"/>
                </a:lnTo>
                <a:lnTo>
                  <a:pt x="80" y="795"/>
                </a:lnTo>
                <a:lnTo>
                  <a:pt x="80" y="794"/>
                </a:lnTo>
                <a:lnTo>
                  <a:pt x="79" y="793"/>
                </a:lnTo>
                <a:lnTo>
                  <a:pt x="79" y="794"/>
                </a:lnTo>
                <a:lnTo>
                  <a:pt x="78" y="794"/>
                </a:lnTo>
                <a:lnTo>
                  <a:pt x="78" y="793"/>
                </a:lnTo>
                <a:lnTo>
                  <a:pt x="77" y="793"/>
                </a:lnTo>
                <a:lnTo>
                  <a:pt x="76" y="793"/>
                </a:lnTo>
                <a:lnTo>
                  <a:pt x="75" y="793"/>
                </a:lnTo>
                <a:lnTo>
                  <a:pt x="74" y="793"/>
                </a:lnTo>
                <a:lnTo>
                  <a:pt x="74" y="792"/>
                </a:lnTo>
                <a:lnTo>
                  <a:pt x="73" y="792"/>
                </a:lnTo>
                <a:lnTo>
                  <a:pt x="72" y="792"/>
                </a:lnTo>
                <a:lnTo>
                  <a:pt x="71" y="791"/>
                </a:lnTo>
                <a:lnTo>
                  <a:pt x="70" y="792"/>
                </a:lnTo>
                <a:lnTo>
                  <a:pt x="70" y="793"/>
                </a:lnTo>
                <a:lnTo>
                  <a:pt x="70" y="794"/>
                </a:lnTo>
                <a:lnTo>
                  <a:pt x="69" y="794"/>
                </a:lnTo>
                <a:lnTo>
                  <a:pt x="69" y="793"/>
                </a:lnTo>
                <a:lnTo>
                  <a:pt x="68" y="793"/>
                </a:lnTo>
                <a:lnTo>
                  <a:pt x="67" y="793"/>
                </a:lnTo>
                <a:lnTo>
                  <a:pt x="67" y="794"/>
                </a:lnTo>
                <a:lnTo>
                  <a:pt x="66" y="795"/>
                </a:lnTo>
                <a:lnTo>
                  <a:pt x="65" y="794"/>
                </a:lnTo>
                <a:lnTo>
                  <a:pt x="65" y="793"/>
                </a:lnTo>
                <a:lnTo>
                  <a:pt x="66" y="790"/>
                </a:lnTo>
                <a:lnTo>
                  <a:pt x="66" y="789"/>
                </a:lnTo>
                <a:lnTo>
                  <a:pt x="67" y="789"/>
                </a:lnTo>
                <a:lnTo>
                  <a:pt x="68" y="789"/>
                </a:lnTo>
                <a:lnTo>
                  <a:pt x="69" y="789"/>
                </a:lnTo>
                <a:lnTo>
                  <a:pt x="70" y="788"/>
                </a:lnTo>
                <a:lnTo>
                  <a:pt x="71" y="788"/>
                </a:lnTo>
                <a:lnTo>
                  <a:pt x="71" y="787"/>
                </a:lnTo>
                <a:lnTo>
                  <a:pt x="70" y="787"/>
                </a:lnTo>
                <a:lnTo>
                  <a:pt x="70" y="786"/>
                </a:lnTo>
                <a:lnTo>
                  <a:pt x="71" y="785"/>
                </a:lnTo>
                <a:lnTo>
                  <a:pt x="70" y="785"/>
                </a:lnTo>
                <a:lnTo>
                  <a:pt x="70" y="784"/>
                </a:lnTo>
                <a:lnTo>
                  <a:pt x="70" y="783"/>
                </a:lnTo>
                <a:lnTo>
                  <a:pt x="70" y="782"/>
                </a:lnTo>
                <a:lnTo>
                  <a:pt x="69" y="782"/>
                </a:lnTo>
                <a:lnTo>
                  <a:pt x="68" y="781"/>
                </a:lnTo>
                <a:lnTo>
                  <a:pt x="67" y="781"/>
                </a:lnTo>
                <a:lnTo>
                  <a:pt x="66" y="780"/>
                </a:lnTo>
                <a:lnTo>
                  <a:pt x="67" y="779"/>
                </a:lnTo>
                <a:lnTo>
                  <a:pt x="66" y="779"/>
                </a:lnTo>
                <a:lnTo>
                  <a:pt x="65" y="778"/>
                </a:lnTo>
                <a:lnTo>
                  <a:pt x="64" y="778"/>
                </a:lnTo>
                <a:lnTo>
                  <a:pt x="63" y="778"/>
                </a:lnTo>
                <a:lnTo>
                  <a:pt x="62" y="778"/>
                </a:lnTo>
                <a:lnTo>
                  <a:pt x="61" y="778"/>
                </a:lnTo>
                <a:lnTo>
                  <a:pt x="60" y="777"/>
                </a:lnTo>
                <a:lnTo>
                  <a:pt x="60" y="774"/>
                </a:lnTo>
                <a:lnTo>
                  <a:pt x="60" y="772"/>
                </a:lnTo>
                <a:lnTo>
                  <a:pt x="60" y="773"/>
                </a:lnTo>
                <a:lnTo>
                  <a:pt x="60" y="772"/>
                </a:lnTo>
                <a:lnTo>
                  <a:pt x="61" y="771"/>
                </a:lnTo>
                <a:lnTo>
                  <a:pt x="61" y="769"/>
                </a:lnTo>
                <a:lnTo>
                  <a:pt x="58" y="764"/>
                </a:lnTo>
                <a:lnTo>
                  <a:pt x="57" y="763"/>
                </a:lnTo>
                <a:lnTo>
                  <a:pt x="56" y="763"/>
                </a:lnTo>
                <a:lnTo>
                  <a:pt x="54" y="760"/>
                </a:lnTo>
                <a:lnTo>
                  <a:pt x="54" y="759"/>
                </a:lnTo>
                <a:lnTo>
                  <a:pt x="51" y="754"/>
                </a:lnTo>
                <a:lnTo>
                  <a:pt x="50" y="754"/>
                </a:lnTo>
                <a:lnTo>
                  <a:pt x="50" y="753"/>
                </a:lnTo>
                <a:lnTo>
                  <a:pt x="49" y="753"/>
                </a:lnTo>
                <a:lnTo>
                  <a:pt x="48" y="753"/>
                </a:lnTo>
                <a:lnTo>
                  <a:pt x="47" y="753"/>
                </a:lnTo>
                <a:lnTo>
                  <a:pt x="46" y="752"/>
                </a:lnTo>
                <a:lnTo>
                  <a:pt x="46" y="751"/>
                </a:lnTo>
                <a:lnTo>
                  <a:pt x="48" y="750"/>
                </a:lnTo>
                <a:lnTo>
                  <a:pt x="47" y="743"/>
                </a:lnTo>
                <a:lnTo>
                  <a:pt x="44" y="740"/>
                </a:lnTo>
                <a:lnTo>
                  <a:pt x="40" y="736"/>
                </a:lnTo>
                <a:lnTo>
                  <a:pt x="39" y="735"/>
                </a:lnTo>
                <a:lnTo>
                  <a:pt x="39" y="734"/>
                </a:lnTo>
                <a:lnTo>
                  <a:pt x="39" y="733"/>
                </a:lnTo>
                <a:lnTo>
                  <a:pt x="40" y="730"/>
                </a:lnTo>
                <a:lnTo>
                  <a:pt x="41" y="727"/>
                </a:lnTo>
                <a:lnTo>
                  <a:pt x="40" y="727"/>
                </a:lnTo>
                <a:lnTo>
                  <a:pt x="39" y="727"/>
                </a:lnTo>
                <a:lnTo>
                  <a:pt x="37" y="727"/>
                </a:lnTo>
                <a:lnTo>
                  <a:pt x="37" y="728"/>
                </a:lnTo>
                <a:lnTo>
                  <a:pt x="36" y="728"/>
                </a:lnTo>
                <a:lnTo>
                  <a:pt x="35" y="727"/>
                </a:lnTo>
                <a:lnTo>
                  <a:pt x="31" y="727"/>
                </a:lnTo>
                <a:lnTo>
                  <a:pt x="28" y="724"/>
                </a:lnTo>
                <a:lnTo>
                  <a:pt x="27" y="722"/>
                </a:lnTo>
                <a:lnTo>
                  <a:pt x="26" y="722"/>
                </a:lnTo>
                <a:lnTo>
                  <a:pt x="25" y="722"/>
                </a:lnTo>
                <a:lnTo>
                  <a:pt x="23" y="722"/>
                </a:lnTo>
                <a:lnTo>
                  <a:pt x="21" y="721"/>
                </a:lnTo>
                <a:lnTo>
                  <a:pt x="20" y="720"/>
                </a:lnTo>
                <a:lnTo>
                  <a:pt x="19" y="719"/>
                </a:lnTo>
                <a:lnTo>
                  <a:pt x="19" y="718"/>
                </a:lnTo>
                <a:lnTo>
                  <a:pt x="18" y="718"/>
                </a:lnTo>
                <a:lnTo>
                  <a:pt x="15" y="719"/>
                </a:lnTo>
                <a:lnTo>
                  <a:pt x="12" y="718"/>
                </a:lnTo>
                <a:lnTo>
                  <a:pt x="11" y="718"/>
                </a:lnTo>
                <a:lnTo>
                  <a:pt x="10" y="718"/>
                </a:lnTo>
                <a:lnTo>
                  <a:pt x="8" y="718"/>
                </a:lnTo>
                <a:lnTo>
                  <a:pt x="6" y="716"/>
                </a:lnTo>
                <a:lnTo>
                  <a:pt x="6" y="715"/>
                </a:lnTo>
                <a:lnTo>
                  <a:pt x="5" y="714"/>
                </a:lnTo>
                <a:lnTo>
                  <a:pt x="5" y="711"/>
                </a:lnTo>
                <a:lnTo>
                  <a:pt x="5" y="707"/>
                </a:lnTo>
                <a:lnTo>
                  <a:pt x="6" y="705"/>
                </a:lnTo>
                <a:lnTo>
                  <a:pt x="7" y="704"/>
                </a:lnTo>
                <a:lnTo>
                  <a:pt x="7" y="703"/>
                </a:lnTo>
                <a:lnTo>
                  <a:pt x="7" y="702"/>
                </a:lnTo>
                <a:lnTo>
                  <a:pt x="6" y="702"/>
                </a:lnTo>
                <a:lnTo>
                  <a:pt x="5" y="701"/>
                </a:lnTo>
                <a:lnTo>
                  <a:pt x="4" y="701"/>
                </a:lnTo>
                <a:lnTo>
                  <a:pt x="3" y="700"/>
                </a:lnTo>
                <a:lnTo>
                  <a:pt x="3" y="699"/>
                </a:lnTo>
                <a:lnTo>
                  <a:pt x="2" y="699"/>
                </a:lnTo>
                <a:lnTo>
                  <a:pt x="2" y="698"/>
                </a:lnTo>
                <a:lnTo>
                  <a:pt x="2" y="691"/>
                </a:lnTo>
                <a:lnTo>
                  <a:pt x="3" y="690"/>
                </a:lnTo>
                <a:lnTo>
                  <a:pt x="4" y="690"/>
                </a:lnTo>
                <a:lnTo>
                  <a:pt x="5" y="690"/>
                </a:lnTo>
                <a:lnTo>
                  <a:pt x="6" y="690"/>
                </a:lnTo>
                <a:lnTo>
                  <a:pt x="6" y="688"/>
                </a:lnTo>
                <a:lnTo>
                  <a:pt x="6" y="686"/>
                </a:lnTo>
                <a:lnTo>
                  <a:pt x="6" y="685"/>
                </a:lnTo>
                <a:lnTo>
                  <a:pt x="7" y="685"/>
                </a:lnTo>
                <a:lnTo>
                  <a:pt x="8" y="685"/>
                </a:lnTo>
                <a:lnTo>
                  <a:pt x="8" y="684"/>
                </a:lnTo>
                <a:lnTo>
                  <a:pt x="9" y="684"/>
                </a:lnTo>
                <a:lnTo>
                  <a:pt x="8" y="684"/>
                </a:lnTo>
                <a:lnTo>
                  <a:pt x="8" y="683"/>
                </a:lnTo>
                <a:lnTo>
                  <a:pt x="7" y="683"/>
                </a:lnTo>
                <a:lnTo>
                  <a:pt x="6" y="682"/>
                </a:lnTo>
                <a:lnTo>
                  <a:pt x="5" y="682"/>
                </a:lnTo>
                <a:lnTo>
                  <a:pt x="5" y="681"/>
                </a:lnTo>
                <a:lnTo>
                  <a:pt x="4" y="681"/>
                </a:lnTo>
                <a:lnTo>
                  <a:pt x="4" y="680"/>
                </a:lnTo>
                <a:lnTo>
                  <a:pt x="4" y="679"/>
                </a:lnTo>
                <a:lnTo>
                  <a:pt x="4" y="678"/>
                </a:lnTo>
                <a:lnTo>
                  <a:pt x="3" y="677"/>
                </a:lnTo>
                <a:lnTo>
                  <a:pt x="3" y="676"/>
                </a:lnTo>
                <a:lnTo>
                  <a:pt x="4" y="675"/>
                </a:lnTo>
                <a:lnTo>
                  <a:pt x="4" y="674"/>
                </a:lnTo>
                <a:lnTo>
                  <a:pt x="4" y="672"/>
                </a:lnTo>
                <a:lnTo>
                  <a:pt x="3" y="671"/>
                </a:lnTo>
                <a:lnTo>
                  <a:pt x="3" y="670"/>
                </a:lnTo>
                <a:lnTo>
                  <a:pt x="3" y="669"/>
                </a:lnTo>
                <a:lnTo>
                  <a:pt x="4" y="668"/>
                </a:lnTo>
                <a:lnTo>
                  <a:pt x="6" y="667"/>
                </a:lnTo>
                <a:lnTo>
                  <a:pt x="7" y="666"/>
                </a:lnTo>
                <a:lnTo>
                  <a:pt x="9" y="664"/>
                </a:lnTo>
                <a:lnTo>
                  <a:pt x="9" y="663"/>
                </a:lnTo>
                <a:lnTo>
                  <a:pt x="9" y="662"/>
                </a:lnTo>
                <a:lnTo>
                  <a:pt x="8" y="662"/>
                </a:lnTo>
                <a:lnTo>
                  <a:pt x="8" y="661"/>
                </a:lnTo>
                <a:lnTo>
                  <a:pt x="8" y="660"/>
                </a:lnTo>
                <a:lnTo>
                  <a:pt x="8" y="658"/>
                </a:lnTo>
                <a:lnTo>
                  <a:pt x="8" y="657"/>
                </a:lnTo>
                <a:lnTo>
                  <a:pt x="9" y="655"/>
                </a:lnTo>
                <a:lnTo>
                  <a:pt x="11" y="654"/>
                </a:lnTo>
                <a:lnTo>
                  <a:pt x="14" y="654"/>
                </a:lnTo>
                <a:lnTo>
                  <a:pt x="16" y="655"/>
                </a:lnTo>
                <a:lnTo>
                  <a:pt x="17" y="654"/>
                </a:lnTo>
                <a:lnTo>
                  <a:pt x="19" y="654"/>
                </a:lnTo>
                <a:lnTo>
                  <a:pt x="19" y="653"/>
                </a:lnTo>
                <a:lnTo>
                  <a:pt x="20" y="651"/>
                </a:lnTo>
                <a:lnTo>
                  <a:pt x="20" y="650"/>
                </a:lnTo>
                <a:lnTo>
                  <a:pt x="20" y="649"/>
                </a:lnTo>
                <a:lnTo>
                  <a:pt x="19" y="647"/>
                </a:lnTo>
                <a:lnTo>
                  <a:pt x="19" y="644"/>
                </a:lnTo>
                <a:lnTo>
                  <a:pt x="20" y="644"/>
                </a:lnTo>
                <a:lnTo>
                  <a:pt x="21" y="644"/>
                </a:lnTo>
                <a:lnTo>
                  <a:pt x="21" y="645"/>
                </a:lnTo>
                <a:lnTo>
                  <a:pt x="23" y="645"/>
                </a:lnTo>
                <a:lnTo>
                  <a:pt x="24" y="646"/>
                </a:lnTo>
                <a:lnTo>
                  <a:pt x="25" y="645"/>
                </a:lnTo>
                <a:lnTo>
                  <a:pt x="26" y="644"/>
                </a:lnTo>
                <a:lnTo>
                  <a:pt x="26" y="643"/>
                </a:lnTo>
                <a:lnTo>
                  <a:pt x="26" y="641"/>
                </a:lnTo>
                <a:lnTo>
                  <a:pt x="28" y="637"/>
                </a:lnTo>
                <a:lnTo>
                  <a:pt x="28" y="636"/>
                </a:lnTo>
                <a:lnTo>
                  <a:pt x="29" y="636"/>
                </a:lnTo>
                <a:lnTo>
                  <a:pt x="30" y="636"/>
                </a:lnTo>
                <a:lnTo>
                  <a:pt x="31" y="636"/>
                </a:lnTo>
                <a:lnTo>
                  <a:pt x="32" y="636"/>
                </a:lnTo>
                <a:lnTo>
                  <a:pt x="32" y="635"/>
                </a:lnTo>
                <a:lnTo>
                  <a:pt x="32" y="634"/>
                </a:lnTo>
                <a:lnTo>
                  <a:pt x="32" y="632"/>
                </a:lnTo>
                <a:lnTo>
                  <a:pt x="31" y="631"/>
                </a:lnTo>
                <a:lnTo>
                  <a:pt x="32" y="629"/>
                </a:lnTo>
                <a:lnTo>
                  <a:pt x="33" y="629"/>
                </a:lnTo>
                <a:lnTo>
                  <a:pt x="34" y="628"/>
                </a:lnTo>
                <a:lnTo>
                  <a:pt x="34" y="627"/>
                </a:lnTo>
                <a:lnTo>
                  <a:pt x="33" y="624"/>
                </a:lnTo>
                <a:lnTo>
                  <a:pt x="32" y="624"/>
                </a:lnTo>
                <a:lnTo>
                  <a:pt x="32" y="623"/>
                </a:lnTo>
                <a:lnTo>
                  <a:pt x="31" y="624"/>
                </a:lnTo>
                <a:lnTo>
                  <a:pt x="30" y="623"/>
                </a:lnTo>
                <a:lnTo>
                  <a:pt x="29" y="623"/>
                </a:lnTo>
                <a:lnTo>
                  <a:pt x="28" y="622"/>
                </a:lnTo>
                <a:lnTo>
                  <a:pt x="27" y="621"/>
                </a:lnTo>
                <a:lnTo>
                  <a:pt x="27" y="620"/>
                </a:lnTo>
                <a:lnTo>
                  <a:pt x="26" y="619"/>
                </a:lnTo>
                <a:lnTo>
                  <a:pt x="25" y="619"/>
                </a:lnTo>
                <a:lnTo>
                  <a:pt x="24" y="618"/>
                </a:lnTo>
                <a:lnTo>
                  <a:pt x="24" y="617"/>
                </a:lnTo>
                <a:lnTo>
                  <a:pt x="24" y="616"/>
                </a:lnTo>
                <a:lnTo>
                  <a:pt x="24" y="613"/>
                </a:lnTo>
                <a:lnTo>
                  <a:pt x="23" y="610"/>
                </a:lnTo>
                <a:lnTo>
                  <a:pt x="23" y="608"/>
                </a:lnTo>
                <a:lnTo>
                  <a:pt x="22" y="605"/>
                </a:lnTo>
                <a:lnTo>
                  <a:pt x="22" y="602"/>
                </a:lnTo>
                <a:lnTo>
                  <a:pt x="23" y="600"/>
                </a:lnTo>
                <a:lnTo>
                  <a:pt x="24" y="600"/>
                </a:lnTo>
                <a:lnTo>
                  <a:pt x="25" y="600"/>
                </a:lnTo>
                <a:lnTo>
                  <a:pt x="26" y="600"/>
                </a:lnTo>
                <a:lnTo>
                  <a:pt x="27" y="600"/>
                </a:lnTo>
                <a:lnTo>
                  <a:pt x="27" y="599"/>
                </a:lnTo>
                <a:lnTo>
                  <a:pt x="27" y="598"/>
                </a:lnTo>
                <a:lnTo>
                  <a:pt x="27" y="597"/>
                </a:lnTo>
                <a:lnTo>
                  <a:pt x="27" y="596"/>
                </a:lnTo>
                <a:lnTo>
                  <a:pt x="28" y="596"/>
                </a:lnTo>
                <a:lnTo>
                  <a:pt x="30" y="595"/>
                </a:lnTo>
                <a:lnTo>
                  <a:pt x="31" y="594"/>
                </a:lnTo>
                <a:lnTo>
                  <a:pt x="33" y="591"/>
                </a:lnTo>
                <a:lnTo>
                  <a:pt x="34" y="589"/>
                </a:lnTo>
                <a:lnTo>
                  <a:pt x="34" y="588"/>
                </a:lnTo>
                <a:lnTo>
                  <a:pt x="34" y="587"/>
                </a:lnTo>
                <a:lnTo>
                  <a:pt x="35" y="587"/>
                </a:lnTo>
                <a:lnTo>
                  <a:pt x="36" y="587"/>
                </a:lnTo>
                <a:lnTo>
                  <a:pt x="37" y="588"/>
                </a:lnTo>
                <a:lnTo>
                  <a:pt x="38" y="588"/>
                </a:lnTo>
                <a:lnTo>
                  <a:pt x="39" y="588"/>
                </a:lnTo>
                <a:lnTo>
                  <a:pt x="39" y="587"/>
                </a:lnTo>
                <a:lnTo>
                  <a:pt x="39" y="586"/>
                </a:lnTo>
                <a:lnTo>
                  <a:pt x="40" y="585"/>
                </a:lnTo>
                <a:lnTo>
                  <a:pt x="40" y="584"/>
                </a:lnTo>
                <a:lnTo>
                  <a:pt x="41" y="583"/>
                </a:lnTo>
                <a:lnTo>
                  <a:pt x="43" y="582"/>
                </a:lnTo>
                <a:lnTo>
                  <a:pt x="44" y="582"/>
                </a:lnTo>
                <a:lnTo>
                  <a:pt x="44" y="583"/>
                </a:lnTo>
                <a:lnTo>
                  <a:pt x="45" y="583"/>
                </a:lnTo>
                <a:lnTo>
                  <a:pt x="46" y="583"/>
                </a:lnTo>
                <a:lnTo>
                  <a:pt x="46" y="581"/>
                </a:lnTo>
                <a:lnTo>
                  <a:pt x="47" y="581"/>
                </a:lnTo>
                <a:lnTo>
                  <a:pt x="47" y="580"/>
                </a:lnTo>
                <a:lnTo>
                  <a:pt x="46" y="580"/>
                </a:lnTo>
                <a:lnTo>
                  <a:pt x="47" y="580"/>
                </a:lnTo>
                <a:lnTo>
                  <a:pt x="47" y="579"/>
                </a:lnTo>
                <a:lnTo>
                  <a:pt x="47" y="578"/>
                </a:lnTo>
                <a:lnTo>
                  <a:pt x="48" y="578"/>
                </a:lnTo>
                <a:lnTo>
                  <a:pt x="49" y="577"/>
                </a:lnTo>
                <a:lnTo>
                  <a:pt x="50" y="577"/>
                </a:lnTo>
                <a:lnTo>
                  <a:pt x="51" y="577"/>
                </a:lnTo>
                <a:lnTo>
                  <a:pt x="51" y="576"/>
                </a:lnTo>
                <a:lnTo>
                  <a:pt x="52" y="576"/>
                </a:lnTo>
                <a:lnTo>
                  <a:pt x="52" y="577"/>
                </a:lnTo>
                <a:lnTo>
                  <a:pt x="53" y="578"/>
                </a:lnTo>
                <a:lnTo>
                  <a:pt x="54" y="579"/>
                </a:lnTo>
                <a:lnTo>
                  <a:pt x="55" y="580"/>
                </a:lnTo>
                <a:lnTo>
                  <a:pt x="55" y="581"/>
                </a:lnTo>
                <a:lnTo>
                  <a:pt x="54" y="581"/>
                </a:lnTo>
                <a:lnTo>
                  <a:pt x="54" y="582"/>
                </a:lnTo>
                <a:lnTo>
                  <a:pt x="55" y="582"/>
                </a:lnTo>
                <a:lnTo>
                  <a:pt x="56" y="581"/>
                </a:lnTo>
                <a:lnTo>
                  <a:pt x="57" y="582"/>
                </a:lnTo>
                <a:lnTo>
                  <a:pt x="58" y="582"/>
                </a:lnTo>
                <a:lnTo>
                  <a:pt x="59" y="583"/>
                </a:lnTo>
                <a:lnTo>
                  <a:pt x="59" y="584"/>
                </a:lnTo>
                <a:lnTo>
                  <a:pt x="60" y="584"/>
                </a:lnTo>
                <a:lnTo>
                  <a:pt x="60" y="585"/>
                </a:lnTo>
                <a:lnTo>
                  <a:pt x="60" y="586"/>
                </a:lnTo>
                <a:lnTo>
                  <a:pt x="60" y="587"/>
                </a:lnTo>
                <a:lnTo>
                  <a:pt x="62" y="588"/>
                </a:lnTo>
                <a:lnTo>
                  <a:pt x="63" y="588"/>
                </a:lnTo>
                <a:lnTo>
                  <a:pt x="64" y="588"/>
                </a:lnTo>
                <a:lnTo>
                  <a:pt x="65" y="588"/>
                </a:lnTo>
                <a:lnTo>
                  <a:pt x="66" y="587"/>
                </a:lnTo>
                <a:lnTo>
                  <a:pt x="66" y="586"/>
                </a:lnTo>
                <a:lnTo>
                  <a:pt x="67" y="585"/>
                </a:lnTo>
                <a:lnTo>
                  <a:pt x="68" y="585"/>
                </a:lnTo>
                <a:lnTo>
                  <a:pt x="68" y="586"/>
                </a:lnTo>
                <a:lnTo>
                  <a:pt x="69" y="586"/>
                </a:lnTo>
                <a:lnTo>
                  <a:pt x="69" y="587"/>
                </a:lnTo>
                <a:lnTo>
                  <a:pt x="70" y="587"/>
                </a:lnTo>
                <a:lnTo>
                  <a:pt x="71" y="587"/>
                </a:lnTo>
                <a:lnTo>
                  <a:pt x="72" y="587"/>
                </a:lnTo>
                <a:lnTo>
                  <a:pt x="72" y="586"/>
                </a:lnTo>
                <a:lnTo>
                  <a:pt x="72" y="585"/>
                </a:lnTo>
                <a:lnTo>
                  <a:pt x="72" y="584"/>
                </a:lnTo>
                <a:lnTo>
                  <a:pt x="73" y="584"/>
                </a:lnTo>
                <a:lnTo>
                  <a:pt x="74" y="584"/>
                </a:lnTo>
                <a:lnTo>
                  <a:pt x="75" y="584"/>
                </a:lnTo>
                <a:lnTo>
                  <a:pt x="76" y="583"/>
                </a:lnTo>
                <a:lnTo>
                  <a:pt x="77" y="583"/>
                </a:lnTo>
                <a:lnTo>
                  <a:pt x="77" y="582"/>
                </a:lnTo>
                <a:lnTo>
                  <a:pt x="78" y="583"/>
                </a:lnTo>
                <a:lnTo>
                  <a:pt x="79" y="582"/>
                </a:lnTo>
                <a:lnTo>
                  <a:pt x="80" y="582"/>
                </a:lnTo>
                <a:lnTo>
                  <a:pt x="81" y="582"/>
                </a:lnTo>
                <a:lnTo>
                  <a:pt x="81" y="581"/>
                </a:lnTo>
                <a:lnTo>
                  <a:pt x="82" y="581"/>
                </a:lnTo>
                <a:lnTo>
                  <a:pt x="83" y="582"/>
                </a:lnTo>
                <a:lnTo>
                  <a:pt x="84" y="582"/>
                </a:lnTo>
                <a:lnTo>
                  <a:pt x="85" y="582"/>
                </a:lnTo>
                <a:lnTo>
                  <a:pt x="85" y="581"/>
                </a:lnTo>
                <a:lnTo>
                  <a:pt x="86" y="581"/>
                </a:lnTo>
                <a:lnTo>
                  <a:pt x="86" y="582"/>
                </a:lnTo>
                <a:lnTo>
                  <a:pt x="87" y="581"/>
                </a:lnTo>
                <a:lnTo>
                  <a:pt x="88" y="581"/>
                </a:lnTo>
                <a:lnTo>
                  <a:pt x="88" y="579"/>
                </a:lnTo>
                <a:lnTo>
                  <a:pt x="89" y="578"/>
                </a:lnTo>
                <a:lnTo>
                  <a:pt x="88" y="578"/>
                </a:lnTo>
                <a:lnTo>
                  <a:pt x="89" y="578"/>
                </a:lnTo>
                <a:lnTo>
                  <a:pt x="89" y="577"/>
                </a:lnTo>
                <a:lnTo>
                  <a:pt x="89" y="576"/>
                </a:lnTo>
                <a:lnTo>
                  <a:pt x="89" y="575"/>
                </a:lnTo>
                <a:lnTo>
                  <a:pt x="89" y="574"/>
                </a:lnTo>
                <a:lnTo>
                  <a:pt x="89" y="573"/>
                </a:lnTo>
                <a:lnTo>
                  <a:pt x="88" y="573"/>
                </a:lnTo>
                <a:lnTo>
                  <a:pt x="88" y="572"/>
                </a:lnTo>
                <a:lnTo>
                  <a:pt x="88" y="571"/>
                </a:lnTo>
                <a:lnTo>
                  <a:pt x="89" y="570"/>
                </a:lnTo>
                <a:lnTo>
                  <a:pt x="90" y="570"/>
                </a:lnTo>
                <a:lnTo>
                  <a:pt x="89" y="569"/>
                </a:lnTo>
                <a:lnTo>
                  <a:pt x="90" y="567"/>
                </a:lnTo>
                <a:lnTo>
                  <a:pt x="90" y="566"/>
                </a:lnTo>
                <a:lnTo>
                  <a:pt x="91" y="565"/>
                </a:lnTo>
                <a:lnTo>
                  <a:pt x="92" y="565"/>
                </a:lnTo>
                <a:lnTo>
                  <a:pt x="93" y="565"/>
                </a:lnTo>
                <a:lnTo>
                  <a:pt x="94" y="565"/>
                </a:lnTo>
                <a:lnTo>
                  <a:pt x="94" y="566"/>
                </a:lnTo>
                <a:lnTo>
                  <a:pt x="95" y="566"/>
                </a:lnTo>
                <a:lnTo>
                  <a:pt x="95" y="565"/>
                </a:lnTo>
                <a:lnTo>
                  <a:pt x="96" y="565"/>
                </a:lnTo>
                <a:lnTo>
                  <a:pt x="97" y="565"/>
                </a:lnTo>
                <a:lnTo>
                  <a:pt x="97" y="564"/>
                </a:lnTo>
                <a:lnTo>
                  <a:pt x="97" y="563"/>
                </a:lnTo>
                <a:lnTo>
                  <a:pt x="97" y="562"/>
                </a:lnTo>
                <a:lnTo>
                  <a:pt x="98" y="562"/>
                </a:lnTo>
                <a:lnTo>
                  <a:pt x="98" y="563"/>
                </a:lnTo>
                <a:lnTo>
                  <a:pt x="99" y="563"/>
                </a:lnTo>
                <a:lnTo>
                  <a:pt x="100" y="562"/>
                </a:lnTo>
                <a:lnTo>
                  <a:pt x="100" y="561"/>
                </a:lnTo>
                <a:lnTo>
                  <a:pt x="100" y="560"/>
                </a:lnTo>
                <a:lnTo>
                  <a:pt x="100" y="559"/>
                </a:lnTo>
                <a:lnTo>
                  <a:pt x="100" y="558"/>
                </a:lnTo>
                <a:lnTo>
                  <a:pt x="99" y="557"/>
                </a:lnTo>
                <a:lnTo>
                  <a:pt x="98" y="557"/>
                </a:lnTo>
                <a:lnTo>
                  <a:pt x="97" y="557"/>
                </a:lnTo>
                <a:lnTo>
                  <a:pt x="96" y="557"/>
                </a:lnTo>
                <a:lnTo>
                  <a:pt x="95" y="557"/>
                </a:lnTo>
                <a:lnTo>
                  <a:pt x="94" y="557"/>
                </a:lnTo>
                <a:lnTo>
                  <a:pt x="94" y="556"/>
                </a:lnTo>
                <a:lnTo>
                  <a:pt x="93" y="555"/>
                </a:lnTo>
                <a:lnTo>
                  <a:pt x="93" y="554"/>
                </a:lnTo>
                <a:lnTo>
                  <a:pt x="94" y="554"/>
                </a:lnTo>
                <a:lnTo>
                  <a:pt x="95" y="553"/>
                </a:lnTo>
                <a:lnTo>
                  <a:pt x="95" y="552"/>
                </a:lnTo>
                <a:lnTo>
                  <a:pt x="94" y="552"/>
                </a:lnTo>
                <a:lnTo>
                  <a:pt x="94" y="551"/>
                </a:lnTo>
                <a:lnTo>
                  <a:pt x="93" y="551"/>
                </a:lnTo>
                <a:lnTo>
                  <a:pt x="93" y="550"/>
                </a:lnTo>
                <a:lnTo>
                  <a:pt x="93" y="549"/>
                </a:lnTo>
                <a:lnTo>
                  <a:pt x="93" y="548"/>
                </a:lnTo>
                <a:lnTo>
                  <a:pt x="94" y="547"/>
                </a:lnTo>
                <a:lnTo>
                  <a:pt x="94" y="546"/>
                </a:lnTo>
                <a:lnTo>
                  <a:pt x="94" y="545"/>
                </a:lnTo>
                <a:lnTo>
                  <a:pt x="94" y="544"/>
                </a:lnTo>
                <a:lnTo>
                  <a:pt x="94" y="543"/>
                </a:lnTo>
                <a:lnTo>
                  <a:pt x="95" y="543"/>
                </a:lnTo>
                <a:lnTo>
                  <a:pt x="95" y="542"/>
                </a:lnTo>
                <a:lnTo>
                  <a:pt x="96" y="542"/>
                </a:lnTo>
                <a:lnTo>
                  <a:pt x="97" y="542"/>
                </a:lnTo>
                <a:lnTo>
                  <a:pt x="97" y="541"/>
                </a:lnTo>
                <a:lnTo>
                  <a:pt x="97" y="540"/>
                </a:lnTo>
                <a:lnTo>
                  <a:pt x="98" y="539"/>
                </a:lnTo>
                <a:lnTo>
                  <a:pt x="98" y="538"/>
                </a:lnTo>
                <a:lnTo>
                  <a:pt x="97" y="537"/>
                </a:lnTo>
                <a:lnTo>
                  <a:pt x="97" y="536"/>
                </a:lnTo>
                <a:lnTo>
                  <a:pt x="97" y="535"/>
                </a:lnTo>
                <a:lnTo>
                  <a:pt x="97" y="534"/>
                </a:lnTo>
                <a:lnTo>
                  <a:pt x="97" y="533"/>
                </a:lnTo>
                <a:lnTo>
                  <a:pt x="97" y="532"/>
                </a:lnTo>
                <a:lnTo>
                  <a:pt x="97" y="531"/>
                </a:lnTo>
                <a:lnTo>
                  <a:pt x="97" y="530"/>
                </a:lnTo>
                <a:lnTo>
                  <a:pt x="97" y="529"/>
                </a:lnTo>
                <a:lnTo>
                  <a:pt x="98" y="529"/>
                </a:lnTo>
                <a:lnTo>
                  <a:pt x="98" y="527"/>
                </a:lnTo>
                <a:lnTo>
                  <a:pt x="98" y="526"/>
                </a:lnTo>
                <a:lnTo>
                  <a:pt x="99" y="526"/>
                </a:lnTo>
                <a:lnTo>
                  <a:pt x="99" y="525"/>
                </a:lnTo>
                <a:lnTo>
                  <a:pt x="99" y="524"/>
                </a:lnTo>
                <a:lnTo>
                  <a:pt x="99" y="523"/>
                </a:lnTo>
                <a:lnTo>
                  <a:pt x="99" y="522"/>
                </a:lnTo>
                <a:lnTo>
                  <a:pt x="100" y="521"/>
                </a:lnTo>
                <a:lnTo>
                  <a:pt x="100" y="520"/>
                </a:lnTo>
                <a:lnTo>
                  <a:pt x="99" y="520"/>
                </a:lnTo>
                <a:lnTo>
                  <a:pt x="99" y="519"/>
                </a:lnTo>
                <a:lnTo>
                  <a:pt x="99" y="518"/>
                </a:lnTo>
                <a:lnTo>
                  <a:pt x="100" y="518"/>
                </a:lnTo>
                <a:lnTo>
                  <a:pt x="101" y="518"/>
                </a:lnTo>
                <a:lnTo>
                  <a:pt x="101" y="517"/>
                </a:lnTo>
                <a:lnTo>
                  <a:pt x="102" y="517"/>
                </a:lnTo>
                <a:lnTo>
                  <a:pt x="103" y="515"/>
                </a:lnTo>
                <a:lnTo>
                  <a:pt x="103" y="514"/>
                </a:lnTo>
                <a:lnTo>
                  <a:pt x="102" y="513"/>
                </a:lnTo>
                <a:lnTo>
                  <a:pt x="103" y="512"/>
                </a:lnTo>
                <a:lnTo>
                  <a:pt x="103" y="511"/>
                </a:lnTo>
                <a:lnTo>
                  <a:pt x="104" y="510"/>
                </a:lnTo>
                <a:lnTo>
                  <a:pt x="105" y="510"/>
                </a:lnTo>
                <a:lnTo>
                  <a:pt x="105" y="509"/>
                </a:lnTo>
                <a:lnTo>
                  <a:pt x="105" y="507"/>
                </a:lnTo>
                <a:lnTo>
                  <a:pt x="104" y="507"/>
                </a:lnTo>
                <a:lnTo>
                  <a:pt x="104" y="506"/>
                </a:lnTo>
                <a:lnTo>
                  <a:pt x="105" y="506"/>
                </a:lnTo>
                <a:lnTo>
                  <a:pt x="105" y="505"/>
                </a:lnTo>
                <a:lnTo>
                  <a:pt x="105" y="504"/>
                </a:lnTo>
                <a:lnTo>
                  <a:pt x="105" y="503"/>
                </a:lnTo>
                <a:lnTo>
                  <a:pt x="105" y="502"/>
                </a:lnTo>
                <a:lnTo>
                  <a:pt x="104" y="502"/>
                </a:lnTo>
                <a:lnTo>
                  <a:pt x="102" y="503"/>
                </a:lnTo>
                <a:lnTo>
                  <a:pt x="102" y="504"/>
                </a:lnTo>
                <a:lnTo>
                  <a:pt x="101" y="504"/>
                </a:lnTo>
                <a:lnTo>
                  <a:pt x="101" y="505"/>
                </a:lnTo>
                <a:lnTo>
                  <a:pt x="100" y="505"/>
                </a:lnTo>
                <a:lnTo>
                  <a:pt x="99" y="505"/>
                </a:lnTo>
                <a:lnTo>
                  <a:pt x="98" y="502"/>
                </a:lnTo>
                <a:lnTo>
                  <a:pt x="98" y="501"/>
                </a:lnTo>
                <a:lnTo>
                  <a:pt x="98" y="500"/>
                </a:lnTo>
                <a:lnTo>
                  <a:pt x="97" y="499"/>
                </a:lnTo>
                <a:lnTo>
                  <a:pt x="96" y="499"/>
                </a:lnTo>
                <a:lnTo>
                  <a:pt x="95" y="499"/>
                </a:lnTo>
                <a:lnTo>
                  <a:pt x="94" y="499"/>
                </a:lnTo>
                <a:lnTo>
                  <a:pt x="93" y="498"/>
                </a:lnTo>
                <a:lnTo>
                  <a:pt x="92" y="498"/>
                </a:lnTo>
                <a:lnTo>
                  <a:pt x="92" y="499"/>
                </a:lnTo>
                <a:lnTo>
                  <a:pt x="91" y="499"/>
                </a:lnTo>
                <a:lnTo>
                  <a:pt x="90" y="499"/>
                </a:lnTo>
                <a:lnTo>
                  <a:pt x="89" y="498"/>
                </a:lnTo>
                <a:lnTo>
                  <a:pt x="88" y="498"/>
                </a:lnTo>
                <a:lnTo>
                  <a:pt x="88" y="497"/>
                </a:lnTo>
                <a:lnTo>
                  <a:pt x="88" y="496"/>
                </a:lnTo>
                <a:lnTo>
                  <a:pt x="87" y="496"/>
                </a:lnTo>
                <a:lnTo>
                  <a:pt x="87" y="495"/>
                </a:lnTo>
                <a:lnTo>
                  <a:pt x="87" y="494"/>
                </a:lnTo>
                <a:lnTo>
                  <a:pt x="86" y="494"/>
                </a:lnTo>
                <a:lnTo>
                  <a:pt x="85" y="494"/>
                </a:lnTo>
                <a:lnTo>
                  <a:pt x="85" y="493"/>
                </a:lnTo>
                <a:lnTo>
                  <a:pt x="85" y="492"/>
                </a:lnTo>
                <a:lnTo>
                  <a:pt x="85" y="491"/>
                </a:lnTo>
                <a:lnTo>
                  <a:pt x="85" y="490"/>
                </a:lnTo>
                <a:lnTo>
                  <a:pt x="85" y="488"/>
                </a:lnTo>
                <a:lnTo>
                  <a:pt x="85" y="487"/>
                </a:lnTo>
                <a:lnTo>
                  <a:pt x="85" y="486"/>
                </a:lnTo>
                <a:lnTo>
                  <a:pt x="85" y="485"/>
                </a:lnTo>
                <a:lnTo>
                  <a:pt x="85" y="484"/>
                </a:lnTo>
                <a:lnTo>
                  <a:pt x="85" y="483"/>
                </a:lnTo>
                <a:lnTo>
                  <a:pt x="85" y="482"/>
                </a:lnTo>
                <a:lnTo>
                  <a:pt x="85" y="480"/>
                </a:lnTo>
                <a:lnTo>
                  <a:pt x="84" y="480"/>
                </a:lnTo>
                <a:lnTo>
                  <a:pt x="84" y="478"/>
                </a:lnTo>
                <a:lnTo>
                  <a:pt x="85" y="478"/>
                </a:lnTo>
                <a:lnTo>
                  <a:pt x="85" y="477"/>
                </a:lnTo>
                <a:lnTo>
                  <a:pt x="85" y="476"/>
                </a:lnTo>
                <a:lnTo>
                  <a:pt x="84" y="476"/>
                </a:lnTo>
                <a:lnTo>
                  <a:pt x="84" y="475"/>
                </a:lnTo>
                <a:lnTo>
                  <a:pt x="85" y="475"/>
                </a:lnTo>
                <a:lnTo>
                  <a:pt x="85" y="474"/>
                </a:lnTo>
                <a:lnTo>
                  <a:pt x="85" y="473"/>
                </a:lnTo>
                <a:lnTo>
                  <a:pt x="84" y="473"/>
                </a:lnTo>
                <a:lnTo>
                  <a:pt x="84" y="472"/>
                </a:lnTo>
                <a:lnTo>
                  <a:pt x="83" y="471"/>
                </a:lnTo>
                <a:lnTo>
                  <a:pt x="83" y="470"/>
                </a:lnTo>
                <a:lnTo>
                  <a:pt x="82" y="469"/>
                </a:lnTo>
                <a:lnTo>
                  <a:pt x="82" y="468"/>
                </a:lnTo>
                <a:lnTo>
                  <a:pt x="81" y="468"/>
                </a:lnTo>
                <a:lnTo>
                  <a:pt x="81" y="467"/>
                </a:lnTo>
                <a:lnTo>
                  <a:pt x="82" y="467"/>
                </a:lnTo>
                <a:lnTo>
                  <a:pt x="82" y="466"/>
                </a:lnTo>
                <a:lnTo>
                  <a:pt x="83" y="466"/>
                </a:lnTo>
                <a:lnTo>
                  <a:pt x="83" y="465"/>
                </a:lnTo>
                <a:lnTo>
                  <a:pt x="83" y="464"/>
                </a:lnTo>
                <a:lnTo>
                  <a:pt x="82" y="464"/>
                </a:lnTo>
                <a:lnTo>
                  <a:pt x="82" y="462"/>
                </a:lnTo>
                <a:lnTo>
                  <a:pt x="82" y="461"/>
                </a:lnTo>
                <a:lnTo>
                  <a:pt x="81" y="461"/>
                </a:lnTo>
                <a:lnTo>
                  <a:pt x="81" y="460"/>
                </a:lnTo>
                <a:lnTo>
                  <a:pt x="80" y="460"/>
                </a:lnTo>
                <a:lnTo>
                  <a:pt x="79" y="460"/>
                </a:lnTo>
                <a:lnTo>
                  <a:pt x="78" y="460"/>
                </a:lnTo>
                <a:lnTo>
                  <a:pt x="78" y="461"/>
                </a:lnTo>
                <a:lnTo>
                  <a:pt x="77" y="461"/>
                </a:lnTo>
                <a:lnTo>
                  <a:pt x="76" y="461"/>
                </a:lnTo>
                <a:lnTo>
                  <a:pt x="75" y="461"/>
                </a:lnTo>
                <a:lnTo>
                  <a:pt x="74" y="461"/>
                </a:lnTo>
                <a:lnTo>
                  <a:pt x="73" y="461"/>
                </a:lnTo>
                <a:lnTo>
                  <a:pt x="73" y="462"/>
                </a:lnTo>
                <a:lnTo>
                  <a:pt x="72" y="462"/>
                </a:lnTo>
                <a:lnTo>
                  <a:pt x="71" y="462"/>
                </a:lnTo>
                <a:lnTo>
                  <a:pt x="70" y="462"/>
                </a:lnTo>
                <a:lnTo>
                  <a:pt x="69" y="463"/>
                </a:lnTo>
                <a:lnTo>
                  <a:pt x="69" y="462"/>
                </a:lnTo>
                <a:lnTo>
                  <a:pt x="69" y="461"/>
                </a:lnTo>
                <a:lnTo>
                  <a:pt x="68" y="460"/>
                </a:lnTo>
                <a:lnTo>
                  <a:pt x="67" y="461"/>
                </a:lnTo>
                <a:lnTo>
                  <a:pt x="66" y="461"/>
                </a:lnTo>
                <a:lnTo>
                  <a:pt x="66" y="462"/>
                </a:lnTo>
                <a:lnTo>
                  <a:pt x="65" y="462"/>
                </a:lnTo>
                <a:lnTo>
                  <a:pt x="64" y="462"/>
                </a:lnTo>
                <a:lnTo>
                  <a:pt x="64" y="463"/>
                </a:lnTo>
                <a:lnTo>
                  <a:pt x="64" y="462"/>
                </a:lnTo>
                <a:lnTo>
                  <a:pt x="63" y="462"/>
                </a:lnTo>
                <a:lnTo>
                  <a:pt x="63" y="463"/>
                </a:lnTo>
                <a:lnTo>
                  <a:pt x="62" y="463"/>
                </a:lnTo>
                <a:lnTo>
                  <a:pt x="62" y="464"/>
                </a:lnTo>
                <a:lnTo>
                  <a:pt x="62" y="463"/>
                </a:lnTo>
                <a:lnTo>
                  <a:pt x="61" y="463"/>
                </a:lnTo>
                <a:lnTo>
                  <a:pt x="60" y="462"/>
                </a:lnTo>
                <a:lnTo>
                  <a:pt x="59" y="461"/>
                </a:lnTo>
                <a:lnTo>
                  <a:pt x="59" y="460"/>
                </a:lnTo>
                <a:lnTo>
                  <a:pt x="59" y="459"/>
                </a:lnTo>
                <a:lnTo>
                  <a:pt x="60" y="459"/>
                </a:lnTo>
                <a:lnTo>
                  <a:pt x="61" y="458"/>
                </a:lnTo>
                <a:lnTo>
                  <a:pt x="62" y="457"/>
                </a:lnTo>
                <a:lnTo>
                  <a:pt x="62" y="456"/>
                </a:lnTo>
                <a:lnTo>
                  <a:pt x="61" y="456"/>
                </a:lnTo>
                <a:lnTo>
                  <a:pt x="61" y="455"/>
                </a:lnTo>
                <a:lnTo>
                  <a:pt x="60" y="455"/>
                </a:lnTo>
                <a:lnTo>
                  <a:pt x="60" y="454"/>
                </a:lnTo>
                <a:lnTo>
                  <a:pt x="60" y="455"/>
                </a:lnTo>
                <a:lnTo>
                  <a:pt x="60" y="454"/>
                </a:lnTo>
                <a:lnTo>
                  <a:pt x="59" y="455"/>
                </a:lnTo>
                <a:lnTo>
                  <a:pt x="59" y="456"/>
                </a:lnTo>
                <a:lnTo>
                  <a:pt x="58" y="456"/>
                </a:lnTo>
                <a:lnTo>
                  <a:pt x="57" y="456"/>
                </a:lnTo>
                <a:lnTo>
                  <a:pt x="57" y="457"/>
                </a:lnTo>
                <a:lnTo>
                  <a:pt x="56" y="457"/>
                </a:lnTo>
                <a:lnTo>
                  <a:pt x="56" y="458"/>
                </a:lnTo>
                <a:lnTo>
                  <a:pt x="56" y="457"/>
                </a:lnTo>
                <a:lnTo>
                  <a:pt x="55" y="457"/>
                </a:lnTo>
                <a:lnTo>
                  <a:pt x="54" y="457"/>
                </a:lnTo>
                <a:lnTo>
                  <a:pt x="54" y="458"/>
                </a:lnTo>
                <a:lnTo>
                  <a:pt x="53" y="458"/>
                </a:lnTo>
                <a:lnTo>
                  <a:pt x="52" y="458"/>
                </a:lnTo>
                <a:lnTo>
                  <a:pt x="52" y="457"/>
                </a:lnTo>
                <a:lnTo>
                  <a:pt x="51" y="457"/>
                </a:lnTo>
                <a:lnTo>
                  <a:pt x="50" y="457"/>
                </a:lnTo>
                <a:lnTo>
                  <a:pt x="49" y="457"/>
                </a:lnTo>
                <a:lnTo>
                  <a:pt x="47" y="457"/>
                </a:lnTo>
                <a:lnTo>
                  <a:pt x="46" y="457"/>
                </a:lnTo>
                <a:lnTo>
                  <a:pt x="45" y="456"/>
                </a:lnTo>
                <a:lnTo>
                  <a:pt x="44" y="456"/>
                </a:lnTo>
                <a:lnTo>
                  <a:pt x="44" y="455"/>
                </a:lnTo>
                <a:lnTo>
                  <a:pt x="43" y="455"/>
                </a:lnTo>
                <a:lnTo>
                  <a:pt x="42" y="455"/>
                </a:lnTo>
                <a:lnTo>
                  <a:pt x="41" y="456"/>
                </a:lnTo>
                <a:lnTo>
                  <a:pt x="41" y="455"/>
                </a:lnTo>
                <a:lnTo>
                  <a:pt x="40" y="454"/>
                </a:lnTo>
                <a:lnTo>
                  <a:pt x="39" y="453"/>
                </a:lnTo>
                <a:lnTo>
                  <a:pt x="39" y="452"/>
                </a:lnTo>
                <a:lnTo>
                  <a:pt x="39" y="451"/>
                </a:lnTo>
                <a:lnTo>
                  <a:pt x="39" y="450"/>
                </a:lnTo>
                <a:lnTo>
                  <a:pt x="38" y="450"/>
                </a:lnTo>
                <a:lnTo>
                  <a:pt x="38" y="449"/>
                </a:lnTo>
                <a:lnTo>
                  <a:pt x="38" y="446"/>
                </a:lnTo>
                <a:lnTo>
                  <a:pt x="38" y="445"/>
                </a:lnTo>
                <a:lnTo>
                  <a:pt x="37" y="445"/>
                </a:lnTo>
                <a:lnTo>
                  <a:pt x="36" y="445"/>
                </a:lnTo>
                <a:lnTo>
                  <a:pt x="34" y="445"/>
                </a:lnTo>
                <a:lnTo>
                  <a:pt x="33" y="445"/>
                </a:lnTo>
                <a:lnTo>
                  <a:pt x="30" y="444"/>
                </a:lnTo>
                <a:lnTo>
                  <a:pt x="29" y="444"/>
                </a:lnTo>
                <a:lnTo>
                  <a:pt x="28" y="444"/>
                </a:lnTo>
                <a:lnTo>
                  <a:pt x="27" y="443"/>
                </a:lnTo>
                <a:lnTo>
                  <a:pt x="27" y="444"/>
                </a:lnTo>
                <a:lnTo>
                  <a:pt x="26" y="444"/>
                </a:lnTo>
                <a:lnTo>
                  <a:pt x="24" y="444"/>
                </a:lnTo>
                <a:lnTo>
                  <a:pt x="24" y="443"/>
                </a:lnTo>
                <a:lnTo>
                  <a:pt x="24" y="442"/>
                </a:lnTo>
                <a:lnTo>
                  <a:pt x="24" y="441"/>
                </a:lnTo>
                <a:lnTo>
                  <a:pt x="25" y="441"/>
                </a:lnTo>
                <a:lnTo>
                  <a:pt x="26" y="441"/>
                </a:lnTo>
                <a:lnTo>
                  <a:pt x="27" y="441"/>
                </a:lnTo>
                <a:lnTo>
                  <a:pt x="29" y="440"/>
                </a:lnTo>
                <a:lnTo>
                  <a:pt x="29" y="439"/>
                </a:lnTo>
                <a:lnTo>
                  <a:pt x="30" y="439"/>
                </a:lnTo>
                <a:lnTo>
                  <a:pt x="30" y="438"/>
                </a:lnTo>
                <a:lnTo>
                  <a:pt x="30" y="437"/>
                </a:lnTo>
                <a:lnTo>
                  <a:pt x="31" y="436"/>
                </a:lnTo>
                <a:lnTo>
                  <a:pt x="31" y="435"/>
                </a:lnTo>
                <a:lnTo>
                  <a:pt x="31" y="434"/>
                </a:lnTo>
                <a:lnTo>
                  <a:pt x="31" y="433"/>
                </a:lnTo>
                <a:lnTo>
                  <a:pt x="31" y="430"/>
                </a:lnTo>
                <a:lnTo>
                  <a:pt x="30" y="429"/>
                </a:lnTo>
                <a:lnTo>
                  <a:pt x="30" y="428"/>
                </a:lnTo>
                <a:lnTo>
                  <a:pt x="30" y="427"/>
                </a:lnTo>
                <a:lnTo>
                  <a:pt x="31" y="427"/>
                </a:lnTo>
                <a:lnTo>
                  <a:pt x="32" y="427"/>
                </a:lnTo>
                <a:lnTo>
                  <a:pt x="33" y="427"/>
                </a:lnTo>
                <a:lnTo>
                  <a:pt x="34" y="427"/>
                </a:lnTo>
                <a:lnTo>
                  <a:pt x="34" y="428"/>
                </a:lnTo>
                <a:lnTo>
                  <a:pt x="35" y="428"/>
                </a:lnTo>
                <a:lnTo>
                  <a:pt x="35" y="429"/>
                </a:lnTo>
                <a:lnTo>
                  <a:pt x="36" y="429"/>
                </a:lnTo>
                <a:lnTo>
                  <a:pt x="36" y="430"/>
                </a:lnTo>
                <a:lnTo>
                  <a:pt x="37" y="431"/>
                </a:lnTo>
                <a:lnTo>
                  <a:pt x="37" y="434"/>
                </a:lnTo>
                <a:lnTo>
                  <a:pt x="38" y="434"/>
                </a:lnTo>
                <a:lnTo>
                  <a:pt x="38" y="435"/>
                </a:lnTo>
                <a:lnTo>
                  <a:pt x="39" y="435"/>
                </a:lnTo>
                <a:lnTo>
                  <a:pt x="40" y="434"/>
                </a:lnTo>
                <a:lnTo>
                  <a:pt x="40" y="433"/>
                </a:lnTo>
                <a:lnTo>
                  <a:pt x="41" y="433"/>
                </a:lnTo>
                <a:lnTo>
                  <a:pt x="42" y="433"/>
                </a:lnTo>
                <a:lnTo>
                  <a:pt x="43" y="433"/>
                </a:lnTo>
                <a:lnTo>
                  <a:pt x="43" y="432"/>
                </a:lnTo>
                <a:lnTo>
                  <a:pt x="44" y="432"/>
                </a:lnTo>
                <a:lnTo>
                  <a:pt x="44" y="430"/>
                </a:lnTo>
                <a:lnTo>
                  <a:pt x="44" y="429"/>
                </a:lnTo>
                <a:lnTo>
                  <a:pt x="44" y="428"/>
                </a:lnTo>
                <a:lnTo>
                  <a:pt x="45" y="428"/>
                </a:lnTo>
                <a:lnTo>
                  <a:pt x="44" y="427"/>
                </a:lnTo>
                <a:lnTo>
                  <a:pt x="44" y="426"/>
                </a:lnTo>
                <a:lnTo>
                  <a:pt x="44" y="425"/>
                </a:lnTo>
                <a:lnTo>
                  <a:pt x="43" y="425"/>
                </a:lnTo>
                <a:lnTo>
                  <a:pt x="43" y="424"/>
                </a:lnTo>
                <a:lnTo>
                  <a:pt x="42" y="424"/>
                </a:lnTo>
                <a:lnTo>
                  <a:pt x="42" y="423"/>
                </a:lnTo>
                <a:lnTo>
                  <a:pt x="42" y="422"/>
                </a:lnTo>
                <a:lnTo>
                  <a:pt x="42" y="421"/>
                </a:lnTo>
                <a:lnTo>
                  <a:pt x="41" y="421"/>
                </a:lnTo>
                <a:lnTo>
                  <a:pt x="41" y="420"/>
                </a:lnTo>
                <a:lnTo>
                  <a:pt x="41" y="419"/>
                </a:lnTo>
                <a:lnTo>
                  <a:pt x="40" y="418"/>
                </a:lnTo>
                <a:lnTo>
                  <a:pt x="40" y="417"/>
                </a:lnTo>
                <a:lnTo>
                  <a:pt x="40" y="416"/>
                </a:lnTo>
                <a:lnTo>
                  <a:pt x="40" y="415"/>
                </a:lnTo>
                <a:lnTo>
                  <a:pt x="41" y="415"/>
                </a:lnTo>
                <a:lnTo>
                  <a:pt x="42" y="415"/>
                </a:lnTo>
                <a:lnTo>
                  <a:pt x="42" y="414"/>
                </a:lnTo>
                <a:lnTo>
                  <a:pt x="43" y="414"/>
                </a:lnTo>
                <a:lnTo>
                  <a:pt x="43" y="413"/>
                </a:lnTo>
                <a:lnTo>
                  <a:pt x="44" y="413"/>
                </a:lnTo>
                <a:lnTo>
                  <a:pt x="46" y="414"/>
                </a:lnTo>
                <a:lnTo>
                  <a:pt x="46" y="415"/>
                </a:lnTo>
                <a:lnTo>
                  <a:pt x="46" y="416"/>
                </a:lnTo>
                <a:lnTo>
                  <a:pt x="47" y="416"/>
                </a:lnTo>
                <a:lnTo>
                  <a:pt x="48" y="416"/>
                </a:lnTo>
                <a:lnTo>
                  <a:pt x="49" y="416"/>
                </a:lnTo>
                <a:lnTo>
                  <a:pt x="49" y="415"/>
                </a:lnTo>
                <a:lnTo>
                  <a:pt x="50" y="415"/>
                </a:lnTo>
                <a:lnTo>
                  <a:pt x="50" y="414"/>
                </a:lnTo>
                <a:lnTo>
                  <a:pt x="52" y="413"/>
                </a:lnTo>
                <a:lnTo>
                  <a:pt x="54" y="413"/>
                </a:lnTo>
                <a:lnTo>
                  <a:pt x="55" y="413"/>
                </a:lnTo>
                <a:lnTo>
                  <a:pt x="56" y="413"/>
                </a:lnTo>
                <a:lnTo>
                  <a:pt x="56" y="412"/>
                </a:lnTo>
                <a:lnTo>
                  <a:pt x="56" y="411"/>
                </a:lnTo>
                <a:lnTo>
                  <a:pt x="57" y="411"/>
                </a:lnTo>
                <a:lnTo>
                  <a:pt x="57" y="412"/>
                </a:lnTo>
                <a:lnTo>
                  <a:pt x="58" y="412"/>
                </a:lnTo>
                <a:lnTo>
                  <a:pt x="58" y="411"/>
                </a:lnTo>
                <a:lnTo>
                  <a:pt x="58" y="410"/>
                </a:lnTo>
                <a:lnTo>
                  <a:pt x="57" y="409"/>
                </a:lnTo>
                <a:lnTo>
                  <a:pt x="59" y="408"/>
                </a:lnTo>
                <a:lnTo>
                  <a:pt x="60" y="407"/>
                </a:lnTo>
                <a:lnTo>
                  <a:pt x="60" y="406"/>
                </a:lnTo>
                <a:lnTo>
                  <a:pt x="61" y="405"/>
                </a:lnTo>
                <a:lnTo>
                  <a:pt x="61" y="406"/>
                </a:lnTo>
                <a:lnTo>
                  <a:pt x="62" y="406"/>
                </a:lnTo>
                <a:lnTo>
                  <a:pt x="61" y="406"/>
                </a:lnTo>
                <a:lnTo>
                  <a:pt x="62" y="407"/>
                </a:lnTo>
                <a:lnTo>
                  <a:pt x="63" y="407"/>
                </a:lnTo>
                <a:lnTo>
                  <a:pt x="64" y="407"/>
                </a:lnTo>
                <a:lnTo>
                  <a:pt x="64" y="406"/>
                </a:lnTo>
                <a:lnTo>
                  <a:pt x="65" y="406"/>
                </a:lnTo>
                <a:lnTo>
                  <a:pt x="66" y="406"/>
                </a:lnTo>
                <a:lnTo>
                  <a:pt x="66" y="405"/>
                </a:lnTo>
                <a:lnTo>
                  <a:pt x="67" y="405"/>
                </a:lnTo>
                <a:lnTo>
                  <a:pt x="67" y="404"/>
                </a:lnTo>
                <a:lnTo>
                  <a:pt x="68" y="404"/>
                </a:lnTo>
                <a:lnTo>
                  <a:pt x="69" y="404"/>
                </a:lnTo>
                <a:lnTo>
                  <a:pt x="69" y="403"/>
                </a:lnTo>
                <a:lnTo>
                  <a:pt x="70" y="403"/>
                </a:lnTo>
                <a:lnTo>
                  <a:pt x="71" y="402"/>
                </a:lnTo>
                <a:lnTo>
                  <a:pt x="72" y="402"/>
                </a:lnTo>
                <a:lnTo>
                  <a:pt x="73" y="403"/>
                </a:lnTo>
                <a:lnTo>
                  <a:pt x="74" y="403"/>
                </a:lnTo>
                <a:lnTo>
                  <a:pt x="75" y="403"/>
                </a:lnTo>
                <a:lnTo>
                  <a:pt x="78" y="403"/>
                </a:lnTo>
                <a:lnTo>
                  <a:pt x="78" y="402"/>
                </a:lnTo>
                <a:lnTo>
                  <a:pt x="79" y="402"/>
                </a:lnTo>
                <a:lnTo>
                  <a:pt x="80" y="401"/>
                </a:lnTo>
                <a:lnTo>
                  <a:pt x="81" y="401"/>
                </a:lnTo>
                <a:lnTo>
                  <a:pt x="82" y="400"/>
                </a:lnTo>
                <a:lnTo>
                  <a:pt x="83" y="399"/>
                </a:lnTo>
                <a:lnTo>
                  <a:pt x="85" y="398"/>
                </a:lnTo>
                <a:lnTo>
                  <a:pt x="86" y="397"/>
                </a:lnTo>
                <a:lnTo>
                  <a:pt x="87" y="396"/>
                </a:lnTo>
                <a:lnTo>
                  <a:pt x="87" y="395"/>
                </a:lnTo>
                <a:lnTo>
                  <a:pt x="86" y="394"/>
                </a:lnTo>
                <a:lnTo>
                  <a:pt x="87" y="394"/>
                </a:lnTo>
                <a:lnTo>
                  <a:pt x="88" y="392"/>
                </a:lnTo>
                <a:lnTo>
                  <a:pt x="89" y="392"/>
                </a:lnTo>
                <a:lnTo>
                  <a:pt x="89" y="391"/>
                </a:lnTo>
                <a:lnTo>
                  <a:pt x="89" y="390"/>
                </a:lnTo>
                <a:lnTo>
                  <a:pt x="89" y="389"/>
                </a:lnTo>
                <a:lnTo>
                  <a:pt x="89" y="388"/>
                </a:lnTo>
                <a:lnTo>
                  <a:pt x="90" y="388"/>
                </a:lnTo>
                <a:lnTo>
                  <a:pt x="90" y="387"/>
                </a:lnTo>
                <a:lnTo>
                  <a:pt x="90" y="386"/>
                </a:lnTo>
                <a:lnTo>
                  <a:pt x="89" y="386"/>
                </a:lnTo>
                <a:lnTo>
                  <a:pt x="88" y="385"/>
                </a:lnTo>
                <a:lnTo>
                  <a:pt x="88" y="384"/>
                </a:lnTo>
                <a:lnTo>
                  <a:pt x="87" y="384"/>
                </a:lnTo>
                <a:lnTo>
                  <a:pt x="87" y="385"/>
                </a:lnTo>
                <a:lnTo>
                  <a:pt x="86" y="385"/>
                </a:lnTo>
                <a:lnTo>
                  <a:pt x="86" y="386"/>
                </a:lnTo>
                <a:lnTo>
                  <a:pt x="85" y="386"/>
                </a:lnTo>
                <a:lnTo>
                  <a:pt x="84" y="386"/>
                </a:lnTo>
                <a:lnTo>
                  <a:pt x="83" y="386"/>
                </a:lnTo>
                <a:lnTo>
                  <a:pt x="83" y="385"/>
                </a:lnTo>
                <a:lnTo>
                  <a:pt x="82" y="384"/>
                </a:lnTo>
                <a:lnTo>
                  <a:pt x="80" y="383"/>
                </a:lnTo>
                <a:lnTo>
                  <a:pt x="79" y="383"/>
                </a:lnTo>
                <a:lnTo>
                  <a:pt x="79" y="384"/>
                </a:lnTo>
                <a:lnTo>
                  <a:pt x="78" y="384"/>
                </a:lnTo>
                <a:lnTo>
                  <a:pt x="78" y="383"/>
                </a:lnTo>
                <a:lnTo>
                  <a:pt x="77" y="383"/>
                </a:lnTo>
                <a:lnTo>
                  <a:pt x="77" y="384"/>
                </a:lnTo>
                <a:lnTo>
                  <a:pt x="75" y="385"/>
                </a:lnTo>
                <a:lnTo>
                  <a:pt x="75" y="386"/>
                </a:lnTo>
                <a:lnTo>
                  <a:pt x="74" y="386"/>
                </a:lnTo>
                <a:lnTo>
                  <a:pt x="73" y="386"/>
                </a:lnTo>
                <a:lnTo>
                  <a:pt x="73" y="385"/>
                </a:lnTo>
                <a:lnTo>
                  <a:pt x="72" y="385"/>
                </a:lnTo>
                <a:lnTo>
                  <a:pt x="71" y="385"/>
                </a:lnTo>
                <a:lnTo>
                  <a:pt x="69" y="384"/>
                </a:lnTo>
                <a:lnTo>
                  <a:pt x="68" y="384"/>
                </a:lnTo>
                <a:lnTo>
                  <a:pt x="65" y="385"/>
                </a:lnTo>
                <a:lnTo>
                  <a:pt x="64" y="385"/>
                </a:lnTo>
                <a:lnTo>
                  <a:pt x="63" y="384"/>
                </a:lnTo>
                <a:lnTo>
                  <a:pt x="63" y="383"/>
                </a:lnTo>
                <a:lnTo>
                  <a:pt x="63" y="382"/>
                </a:lnTo>
                <a:lnTo>
                  <a:pt x="63" y="381"/>
                </a:lnTo>
                <a:lnTo>
                  <a:pt x="63" y="380"/>
                </a:lnTo>
                <a:lnTo>
                  <a:pt x="62" y="380"/>
                </a:lnTo>
                <a:lnTo>
                  <a:pt x="62" y="379"/>
                </a:lnTo>
                <a:lnTo>
                  <a:pt x="62" y="378"/>
                </a:lnTo>
                <a:lnTo>
                  <a:pt x="62" y="377"/>
                </a:lnTo>
                <a:lnTo>
                  <a:pt x="61" y="376"/>
                </a:lnTo>
                <a:lnTo>
                  <a:pt x="61" y="375"/>
                </a:lnTo>
                <a:lnTo>
                  <a:pt x="62" y="375"/>
                </a:lnTo>
                <a:lnTo>
                  <a:pt x="62" y="374"/>
                </a:lnTo>
                <a:lnTo>
                  <a:pt x="62" y="373"/>
                </a:lnTo>
                <a:lnTo>
                  <a:pt x="61" y="373"/>
                </a:lnTo>
                <a:lnTo>
                  <a:pt x="61" y="372"/>
                </a:lnTo>
                <a:lnTo>
                  <a:pt x="60" y="372"/>
                </a:lnTo>
                <a:lnTo>
                  <a:pt x="60" y="371"/>
                </a:lnTo>
                <a:lnTo>
                  <a:pt x="59" y="371"/>
                </a:lnTo>
                <a:lnTo>
                  <a:pt x="58" y="370"/>
                </a:lnTo>
                <a:lnTo>
                  <a:pt x="58" y="369"/>
                </a:lnTo>
                <a:lnTo>
                  <a:pt x="58" y="368"/>
                </a:lnTo>
                <a:lnTo>
                  <a:pt x="59" y="367"/>
                </a:lnTo>
                <a:lnTo>
                  <a:pt x="59" y="366"/>
                </a:lnTo>
                <a:lnTo>
                  <a:pt x="60" y="363"/>
                </a:lnTo>
                <a:lnTo>
                  <a:pt x="59" y="362"/>
                </a:lnTo>
                <a:lnTo>
                  <a:pt x="59" y="361"/>
                </a:lnTo>
                <a:lnTo>
                  <a:pt x="60" y="360"/>
                </a:lnTo>
                <a:lnTo>
                  <a:pt x="60" y="359"/>
                </a:lnTo>
                <a:lnTo>
                  <a:pt x="60" y="358"/>
                </a:lnTo>
                <a:lnTo>
                  <a:pt x="60" y="357"/>
                </a:lnTo>
                <a:lnTo>
                  <a:pt x="58" y="357"/>
                </a:lnTo>
                <a:lnTo>
                  <a:pt x="58" y="353"/>
                </a:lnTo>
                <a:lnTo>
                  <a:pt x="58" y="352"/>
                </a:lnTo>
                <a:lnTo>
                  <a:pt x="59" y="352"/>
                </a:lnTo>
                <a:lnTo>
                  <a:pt x="58" y="350"/>
                </a:lnTo>
                <a:lnTo>
                  <a:pt x="57" y="350"/>
                </a:lnTo>
                <a:lnTo>
                  <a:pt x="56" y="349"/>
                </a:lnTo>
                <a:lnTo>
                  <a:pt x="56" y="348"/>
                </a:lnTo>
                <a:lnTo>
                  <a:pt x="55" y="348"/>
                </a:lnTo>
                <a:lnTo>
                  <a:pt x="55" y="349"/>
                </a:lnTo>
                <a:lnTo>
                  <a:pt x="54" y="349"/>
                </a:lnTo>
                <a:lnTo>
                  <a:pt x="52" y="349"/>
                </a:lnTo>
                <a:lnTo>
                  <a:pt x="51" y="348"/>
                </a:lnTo>
                <a:lnTo>
                  <a:pt x="51" y="347"/>
                </a:lnTo>
                <a:lnTo>
                  <a:pt x="50" y="347"/>
                </a:lnTo>
                <a:lnTo>
                  <a:pt x="49" y="346"/>
                </a:lnTo>
                <a:lnTo>
                  <a:pt x="50" y="345"/>
                </a:lnTo>
                <a:lnTo>
                  <a:pt x="50" y="344"/>
                </a:lnTo>
                <a:lnTo>
                  <a:pt x="49" y="344"/>
                </a:lnTo>
                <a:lnTo>
                  <a:pt x="49" y="343"/>
                </a:lnTo>
                <a:lnTo>
                  <a:pt x="48" y="343"/>
                </a:lnTo>
                <a:lnTo>
                  <a:pt x="47" y="341"/>
                </a:lnTo>
                <a:lnTo>
                  <a:pt x="45" y="339"/>
                </a:lnTo>
                <a:lnTo>
                  <a:pt x="45" y="338"/>
                </a:lnTo>
                <a:lnTo>
                  <a:pt x="44" y="337"/>
                </a:lnTo>
                <a:lnTo>
                  <a:pt x="44" y="336"/>
                </a:lnTo>
                <a:lnTo>
                  <a:pt x="44" y="335"/>
                </a:lnTo>
                <a:lnTo>
                  <a:pt x="43" y="335"/>
                </a:lnTo>
                <a:lnTo>
                  <a:pt x="43" y="334"/>
                </a:lnTo>
                <a:lnTo>
                  <a:pt x="43" y="333"/>
                </a:lnTo>
                <a:lnTo>
                  <a:pt x="42" y="333"/>
                </a:lnTo>
                <a:lnTo>
                  <a:pt x="41" y="332"/>
                </a:lnTo>
                <a:lnTo>
                  <a:pt x="41" y="331"/>
                </a:lnTo>
                <a:lnTo>
                  <a:pt x="39" y="329"/>
                </a:lnTo>
                <a:lnTo>
                  <a:pt x="38" y="329"/>
                </a:lnTo>
                <a:lnTo>
                  <a:pt x="37" y="328"/>
                </a:lnTo>
                <a:lnTo>
                  <a:pt x="36" y="328"/>
                </a:lnTo>
                <a:lnTo>
                  <a:pt x="36" y="327"/>
                </a:lnTo>
                <a:lnTo>
                  <a:pt x="35" y="326"/>
                </a:lnTo>
                <a:lnTo>
                  <a:pt x="35" y="324"/>
                </a:lnTo>
                <a:lnTo>
                  <a:pt x="36" y="324"/>
                </a:lnTo>
                <a:lnTo>
                  <a:pt x="35" y="323"/>
                </a:lnTo>
                <a:lnTo>
                  <a:pt x="35" y="322"/>
                </a:lnTo>
                <a:lnTo>
                  <a:pt x="35" y="321"/>
                </a:lnTo>
                <a:lnTo>
                  <a:pt x="34" y="322"/>
                </a:lnTo>
                <a:lnTo>
                  <a:pt x="33" y="322"/>
                </a:lnTo>
                <a:lnTo>
                  <a:pt x="33" y="323"/>
                </a:lnTo>
                <a:lnTo>
                  <a:pt x="32" y="323"/>
                </a:lnTo>
                <a:lnTo>
                  <a:pt x="32" y="322"/>
                </a:lnTo>
                <a:lnTo>
                  <a:pt x="32" y="321"/>
                </a:lnTo>
                <a:lnTo>
                  <a:pt x="31" y="321"/>
                </a:lnTo>
                <a:lnTo>
                  <a:pt x="31" y="320"/>
                </a:lnTo>
                <a:lnTo>
                  <a:pt x="30" y="320"/>
                </a:lnTo>
                <a:lnTo>
                  <a:pt x="29" y="319"/>
                </a:lnTo>
                <a:lnTo>
                  <a:pt x="29" y="318"/>
                </a:lnTo>
                <a:lnTo>
                  <a:pt x="29" y="317"/>
                </a:lnTo>
                <a:lnTo>
                  <a:pt x="28" y="317"/>
                </a:lnTo>
                <a:lnTo>
                  <a:pt x="29" y="316"/>
                </a:lnTo>
                <a:lnTo>
                  <a:pt x="29" y="315"/>
                </a:lnTo>
                <a:lnTo>
                  <a:pt x="30" y="315"/>
                </a:lnTo>
                <a:lnTo>
                  <a:pt x="30" y="314"/>
                </a:lnTo>
                <a:lnTo>
                  <a:pt x="31" y="314"/>
                </a:lnTo>
                <a:lnTo>
                  <a:pt x="31" y="313"/>
                </a:lnTo>
                <a:lnTo>
                  <a:pt x="30" y="313"/>
                </a:lnTo>
                <a:lnTo>
                  <a:pt x="30" y="312"/>
                </a:lnTo>
                <a:lnTo>
                  <a:pt x="29" y="312"/>
                </a:lnTo>
                <a:lnTo>
                  <a:pt x="28" y="312"/>
                </a:lnTo>
                <a:lnTo>
                  <a:pt x="28" y="309"/>
                </a:lnTo>
                <a:lnTo>
                  <a:pt x="28" y="308"/>
                </a:lnTo>
                <a:lnTo>
                  <a:pt x="27" y="306"/>
                </a:lnTo>
                <a:lnTo>
                  <a:pt x="26" y="304"/>
                </a:lnTo>
                <a:lnTo>
                  <a:pt x="26" y="303"/>
                </a:lnTo>
                <a:lnTo>
                  <a:pt x="27" y="303"/>
                </a:lnTo>
                <a:lnTo>
                  <a:pt x="28" y="302"/>
                </a:lnTo>
                <a:lnTo>
                  <a:pt x="27" y="301"/>
                </a:lnTo>
                <a:lnTo>
                  <a:pt x="25" y="301"/>
                </a:lnTo>
                <a:lnTo>
                  <a:pt x="23" y="301"/>
                </a:lnTo>
                <a:lnTo>
                  <a:pt x="22" y="301"/>
                </a:lnTo>
                <a:lnTo>
                  <a:pt x="22" y="300"/>
                </a:lnTo>
                <a:lnTo>
                  <a:pt x="21" y="299"/>
                </a:lnTo>
                <a:lnTo>
                  <a:pt x="21" y="300"/>
                </a:lnTo>
                <a:lnTo>
                  <a:pt x="21" y="301"/>
                </a:lnTo>
                <a:lnTo>
                  <a:pt x="20" y="301"/>
                </a:lnTo>
                <a:lnTo>
                  <a:pt x="19" y="300"/>
                </a:lnTo>
                <a:lnTo>
                  <a:pt x="19" y="297"/>
                </a:lnTo>
                <a:lnTo>
                  <a:pt x="19" y="295"/>
                </a:lnTo>
                <a:lnTo>
                  <a:pt x="19" y="294"/>
                </a:lnTo>
                <a:lnTo>
                  <a:pt x="18" y="293"/>
                </a:lnTo>
                <a:lnTo>
                  <a:pt x="18" y="292"/>
                </a:lnTo>
                <a:lnTo>
                  <a:pt x="18" y="293"/>
                </a:lnTo>
                <a:lnTo>
                  <a:pt x="17" y="294"/>
                </a:lnTo>
                <a:lnTo>
                  <a:pt x="17" y="293"/>
                </a:lnTo>
                <a:lnTo>
                  <a:pt x="16" y="292"/>
                </a:lnTo>
                <a:lnTo>
                  <a:pt x="16" y="291"/>
                </a:lnTo>
                <a:lnTo>
                  <a:pt x="15" y="291"/>
                </a:lnTo>
                <a:lnTo>
                  <a:pt x="14" y="291"/>
                </a:lnTo>
                <a:lnTo>
                  <a:pt x="12" y="290"/>
                </a:lnTo>
                <a:lnTo>
                  <a:pt x="12" y="289"/>
                </a:lnTo>
                <a:lnTo>
                  <a:pt x="11" y="288"/>
                </a:lnTo>
                <a:lnTo>
                  <a:pt x="11" y="287"/>
                </a:lnTo>
                <a:lnTo>
                  <a:pt x="9" y="286"/>
                </a:lnTo>
                <a:lnTo>
                  <a:pt x="8" y="286"/>
                </a:lnTo>
                <a:lnTo>
                  <a:pt x="8" y="285"/>
                </a:lnTo>
                <a:lnTo>
                  <a:pt x="7" y="285"/>
                </a:lnTo>
                <a:lnTo>
                  <a:pt x="7" y="284"/>
                </a:lnTo>
                <a:lnTo>
                  <a:pt x="5" y="284"/>
                </a:lnTo>
                <a:lnTo>
                  <a:pt x="5" y="283"/>
                </a:lnTo>
                <a:lnTo>
                  <a:pt x="5" y="282"/>
                </a:lnTo>
                <a:lnTo>
                  <a:pt x="5" y="281"/>
                </a:lnTo>
                <a:lnTo>
                  <a:pt x="4" y="281"/>
                </a:lnTo>
                <a:lnTo>
                  <a:pt x="2" y="281"/>
                </a:lnTo>
                <a:lnTo>
                  <a:pt x="2" y="282"/>
                </a:lnTo>
                <a:lnTo>
                  <a:pt x="2" y="281"/>
                </a:lnTo>
                <a:lnTo>
                  <a:pt x="0" y="280"/>
                </a:lnTo>
                <a:lnTo>
                  <a:pt x="0" y="279"/>
                </a:lnTo>
                <a:lnTo>
                  <a:pt x="0" y="278"/>
                </a:lnTo>
                <a:lnTo>
                  <a:pt x="1" y="277"/>
                </a:lnTo>
                <a:lnTo>
                  <a:pt x="3" y="276"/>
                </a:lnTo>
                <a:lnTo>
                  <a:pt x="4" y="276"/>
                </a:lnTo>
                <a:lnTo>
                  <a:pt x="6" y="277"/>
                </a:lnTo>
                <a:lnTo>
                  <a:pt x="6" y="276"/>
                </a:lnTo>
                <a:lnTo>
                  <a:pt x="5" y="276"/>
                </a:lnTo>
                <a:lnTo>
                  <a:pt x="5" y="275"/>
                </a:lnTo>
                <a:lnTo>
                  <a:pt x="6" y="274"/>
                </a:lnTo>
                <a:lnTo>
                  <a:pt x="6" y="273"/>
                </a:lnTo>
                <a:lnTo>
                  <a:pt x="6" y="272"/>
                </a:lnTo>
                <a:lnTo>
                  <a:pt x="7" y="272"/>
                </a:lnTo>
                <a:lnTo>
                  <a:pt x="8" y="271"/>
                </a:lnTo>
                <a:lnTo>
                  <a:pt x="8" y="269"/>
                </a:lnTo>
                <a:lnTo>
                  <a:pt x="8" y="268"/>
                </a:lnTo>
                <a:lnTo>
                  <a:pt x="9" y="267"/>
                </a:lnTo>
                <a:lnTo>
                  <a:pt x="9" y="266"/>
                </a:lnTo>
                <a:lnTo>
                  <a:pt x="10" y="266"/>
                </a:lnTo>
                <a:lnTo>
                  <a:pt x="11" y="265"/>
                </a:lnTo>
                <a:lnTo>
                  <a:pt x="12" y="265"/>
                </a:lnTo>
                <a:lnTo>
                  <a:pt x="13" y="265"/>
                </a:lnTo>
                <a:lnTo>
                  <a:pt x="13" y="266"/>
                </a:lnTo>
                <a:lnTo>
                  <a:pt x="14" y="266"/>
                </a:lnTo>
                <a:lnTo>
                  <a:pt x="15" y="265"/>
                </a:lnTo>
                <a:lnTo>
                  <a:pt x="15" y="264"/>
                </a:lnTo>
                <a:lnTo>
                  <a:pt x="16" y="264"/>
                </a:lnTo>
                <a:lnTo>
                  <a:pt x="17" y="264"/>
                </a:lnTo>
                <a:lnTo>
                  <a:pt x="18" y="264"/>
                </a:lnTo>
                <a:lnTo>
                  <a:pt x="18" y="263"/>
                </a:lnTo>
                <a:lnTo>
                  <a:pt x="18" y="262"/>
                </a:lnTo>
                <a:lnTo>
                  <a:pt x="18" y="261"/>
                </a:lnTo>
                <a:lnTo>
                  <a:pt x="18" y="260"/>
                </a:lnTo>
                <a:lnTo>
                  <a:pt x="18" y="258"/>
                </a:lnTo>
                <a:lnTo>
                  <a:pt x="19" y="257"/>
                </a:lnTo>
                <a:lnTo>
                  <a:pt x="19" y="256"/>
                </a:lnTo>
                <a:lnTo>
                  <a:pt x="18" y="256"/>
                </a:lnTo>
                <a:lnTo>
                  <a:pt x="18" y="255"/>
                </a:lnTo>
                <a:lnTo>
                  <a:pt x="18" y="254"/>
                </a:lnTo>
                <a:lnTo>
                  <a:pt x="18" y="253"/>
                </a:lnTo>
                <a:lnTo>
                  <a:pt x="17" y="253"/>
                </a:lnTo>
                <a:lnTo>
                  <a:pt x="17" y="252"/>
                </a:lnTo>
                <a:lnTo>
                  <a:pt x="16" y="251"/>
                </a:lnTo>
                <a:lnTo>
                  <a:pt x="16" y="250"/>
                </a:lnTo>
                <a:lnTo>
                  <a:pt x="15" y="250"/>
                </a:lnTo>
                <a:lnTo>
                  <a:pt x="15" y="251"/>
                </a:lnTo>
                <a:lnTo>
                  <a:pt x="14" y="251"/>
                </a:lnTo>
                <a:lnTo>
                  <a:pt x="15" y="252"/>
                </a:lnTo>
                <a:lnTo>
                  <a:pt x="15" y="253"/>
                </a:lnTo>
                <a:lnTo>
                  <a:pt x="14" y="253"/>
                </a:lnTo>
                <a:lnTo>
                  <a:pt x="14" y="255"/>
                </a:lnTo>
                <a:lnTo>
                  <a:pt x="13" y="255"/>
                </a:lnTo>
                <a:lnTo>
                  <a:pt x="13" y="253"/>
                </a:lnTo>
                <a:lnTo>
                  <a:pt x="12" y="253"/>
                </a:lnTo>
                <a:lnTo>
                  <a:pt x="12" y="252"/>
                </a:lnTo>
                <a:lnTo>
                  <a:pt x="12" y="250"/>
                </a:lnTo>
                <a:lnTo>
                  <a:pt x="12" y="249"/>
                </a:lnTo>
                <a:lnTo>
                  <a:pt x="12" y="248"/>
                </a:lnTo>
                <a:lnTo>
                  <a:pt x="11" y="248"/>
                </a:lnTo>
                <a:lnTo>
                  <a:pt x="9" y="247"/>
                </a:lnTo>
                <a:lnTo>
                  <a:pt x="9" y="248"/>
                </a:lnTo>
                <a:lnTo>
                  <a:pt x="8" y="248"/>
                </a:lnTo>
                <a:lnTo>
                  <a:pt x="7" y="247"/>
                </a:lnTo>
                <a:lnTo>
                  <a:pt x="6" y="247"/>
                </a:lnTo>
                <a:lnTo>
                  <a:pt x="6" y="246"/>
                </a:lnTo>
                <a:lnTo>
                  <a:pt x="5" y="246"/>
                </a:lnTo>
                <a:lnTo>
                  <a:pt x="5" y="245"/>
                </a:lnTo>
                <a:lnTo>
                  <a:pt x="5" y="244"/>
                </a:lnTo>
                <a:lnTo>
                  <a:pt x="6" y="244"/>
                </a:lnTo>
                <a:lnTo>
                  <a:pt x="7" y="243"/>
                </a:lnTo>
                <a:lnTo>
                  <a:pt x="8" y="243"/>
                </a:lnTo>
                <a:lnTo>
                  <a:pt x="8" y="242"/>
                </a:lnTo>
                <a:lnTo>
                  <a:pt x="7" y="242"/>
                </a:lnTo>
                <a:lnTo>
                  <a:pt x="7" y="241"/>
                </a:lnTo>
                <a:lnTo>
                  <a:pt x="8" y="242"/>
                </a:lnTo>
                <a:lnTo>
                  <a:pt x="8" y="241"/>
                </a:lnTo>
                <a:lnTo>
                  <a:pt x="7" y="241"/>
                </a:lnTo>
                <a:lnTo>
                  <a:pt x="7" y="240"/>
                </a:lnTo>
                <a:lnTo>
                  <a:pt x="8" y="240"/>
                </a:lnTo>
                <a:lnTo>
                  <a:pt x="8" y="238"/>
                </a:lnTo>
                <a:lnTo>
                  <a:pt x="9" y="238"/>
                </a:lnTo>
                <a:lnTo>
                  <a:pt x="9" y="237"/>
                </a:lnTo>
                <a:lnTo>
                  <a:pt x="9" y="236"/>
                </a:lnTo>
                <a:lnTo>
                  <a:pt x="8" y="236"/>
                </a:lnTo>
                <a:lnTo>
                  <a:pt x="8" y="235"/>
                </a:lnTo>
                <a:lnTo>
                  <a:pt x="8" y="234"/>
                </a:lnTo>
                <a:lnTo>
                  <a:pt x="9" y="233"/>
                </a:lnTo>
                <a:lnTo>
                  <a:pt x="9" y="232"/>
                </a:lnTo>
                <a:lnTo>
                  <a:pt x="8" y="232"/>
                </a:lnTo>
                <a:lnTo>
                  <a:pt x="7" y="232"/>
                </a:lnTo>
                <a:lnTo>
                  <a:pt x="7" y="231"/>
                </a:lnTo>
                <a:lnTo>
                  <a:pt x="6" y="231"/>
                </a:lnTo>
                <a:lnTo>
                  <a:pt x="5" y="231"/>
                </a:lnTo>
                <a:lnTo>
                  <a:pt x="4" y="230"/>
                </a:lnTo>
                <a:lnTo>
                  <a:pt x="3" y="230"/>
                </a:lnTo>
                <a:lnTo>
                  <a:pt x="1" y="230"/>
                </a:lnTo>
                <a:lnTo>
                  <a:pt x="0" y="230"/>
                </a:lnTo>
                <a:lnTo>
                  <a:pt x="1" y="229"/>
                </a:lnTo>
                <a:lnTo>
                  <a:pt x="1" y="228"/>
                </a:lnTo>
                <a:lnTo>
                  <a:pt x="1" y="227"/>
                </a:lnTo>
                <a:lnTo>
                  <a:pt x="1" y="226"/>
                </a:lnTo>
                <a:lnTo>
                  <a:pt x="2" y="226"/>
                </a:lnTo>
                <a:lnTo>
                  <a:pt x="2" y="225"/>
                </a:lnTo>
                <a:lnTo>
                  <a:pt x="3" y="225"/>
                </a:lnTo>
                <a:lnTo>
                  <a:pt x="4" y="225"/>
                </a:lnTo>
                <a:lnTo>
                  <a:pt x="4" y="224"/>
                </a:lnTo>
                <a:lnTo>
                  <a:pt x="5" y="224"/>
                </a:lnTo>
                <a:lnTo>
                  <a:pt x="5" y="223"/>
                </a:lnTo>
                <a:lnTo>
                  <a:pt x="6" y="222"/>
                </a:lnTo>
                <a:lnTo>
                  <a:pt x="6" y="221"/>
                </a:lnTo>
                <a:lnTo>
                  <a:pt x="6" y="220"/>
                </a:lnTo>
                <a:lnTo>
                  <a:pt x="6" y="219"/>
                </a:lnTo>
                <a:lnTo>
                  <a:pt x="6" y="218"/>
                </a:lnTo>
                <a:lnTo>
                  <a:pt x="7" y="218"/>
                </a:lnTo>
                <a:lnTo>
                  <a:pt x="9" y="218"/>
                </a:lnTo>
                <a:lnTo>
                  <a:pt x="9" y="217"/>
                </a:lnTo>
                <a:lnTo>
                  <a:pt x="10" y="216"/>
                </a:lnTo>
                <a:lnTo>
                  <a:pt x="11" y="216"/>
                </a:lnTo>
                <a:lnTo>
                  <a:pt x="11" y="215"/>
                </a:lnTo>
                <a:lnTo>
                  <a:pt x="12" y="214"/>
                </a:lnTo>
                <a:lnTo>
                  <a:pt x="13" y="214"/>
                </a:lnTo>
                <a:lnTo>
                  <a:pt x="13" y="213"/>
                </a:lnTo>
                <a:lnTo>
                  <a:pt x="14" y="213"/>
                </a:lnTo>
                <a:lnTo>
                  <a:pt x="14" y="212"/>
                </a:lnTo>
                <a:lnTo>
                  <a:pt x="15" y="212"/>
                </a:lnTo>
                <a:lnTo>
                  <a:pt x="16" y="212"/>
                </a:lnTo>
                <a:lnTo>
                  <a:pt x="16" y="211"/>
                </a:lnTo>
                <a:lnTo>
                  <a:pt x="17" y="211"/>
                </a:lnTo>
                <a:lnTo>
                  <a:pt x="18" y="210"/>
                </a:lnTo>
                <a:lnTo>
                  <a:pt x="18" y="211"/>
                </a:lnTo>
                <a:lnTo>
                  <a:pt x="19" y="211"/>
                </a:lnTo>
                <a:lnTo>
                  <a:pt x="20" y="211"/>
                </a:lnTo>
                <a:lnTo>
                  <a:pt x="20" y="210"/>
                </a:lnTo>
                <a:lnTo>
                  <a:pt x="21" y="210"/>
                </a:lnTo>
                <a:lnTo>
                  <a:pt x="22" y="210"/>
                </a:lnTo>
                <a:lnTo>
                  <a:pt x="23" y="210"/>
                </a:lnTo>
                <a:lnTo>
                  <a:pt x="24" y="209"/>
                </a:lnTo>
                <a:lnTo>
                  <a:pt x="25" y="209"/>
                </a:lnTo>
                <a:lnTo>
                  <a:pt x="25" y="208"/>
                </a:lnTo>
                <a:lnTo>
                  <a:pt x="26" y="209"/>
                </a:lnTo>
                <a:lnTo>
                  <a:pt x="27" y="209"/>
                </a:lnTo>
                <a:lnTo>
                  <a:pt x="28" y="209"/>
                </a:lnTo>
                <a:lnTo>
                  <a:pt x="29" y="209"/>
                </a:lnTo>
                <a:lnTo>
                  <a:pt x="31" y="210"/>
                </a:lnTo>
                <a:lnTo>
                  <a:pt x="33" y="210"/>
                </a:lnTo>
                <a:lnTo>
                  <a:pt x="36" y="210"/>
                </a:lnTo>
                <a:lnTo>
                  <a:pt x="36" y="211"/>
                </a:lnTo>
                <a:lnTo>
                  <a:pt x="37" y="211"/>
                </a:lnTo>
                <a:lnTo>
                  <a:pt x="38" y="211"/>
                </a:lnTo>
                <a:lnTo>
                  <a:pt x="39" y="211"/>
                </a:lnTo>
                <a:lnTo>
                  <a:pt x="39" y="209"/>
                </a:lnTo>
                <a:lnTo>
                  <a:pt x="39" y="207"/>
                </a:lnTo>
                <a:lnTo>
                  <a:pt x="39" y="206"/>
                </a:lnTo>
                <a:lnTo>
                  <a:pt x="38" y="205"/>
                </a:lnTo>
                <a:lnTo>
                  <a:pt x="38" y="204"/>
                </a:lnTo>
                <a:lnTo>
                  <a:pt x="37" y="203"/>
                </a:lnTo>
                <a:lnTo>
                  <a:pt x="37" y="202"/>
                </a:lnTo>
                <a:lnTo>
                  <a:pt x="37" y="201"/>
                </a:lnTo>
                <a:lnTo>
                  <a:pt x="37" y="200"/>
                </a:lnTo>
                <a:lnTo>
                  <a:pt x="38" y="200"/>
                </a:lnTo>
                <a:lnTo>
                  <a:pt x="39" y="198"/>
                </a:lnTo>
                <a:lnTo>
                  <a:pt x="38" y="197"/>
                </a:lnTo>
                <a:lnTo>
                  <a:pt x="37" y="196"/>
                </a:lnTo>
                <a:lnTo>
                  <a:pt x="37" y="195"/>
                </a:lnTo>
                <a:lnTo>
                  <a:pt x="38" y="194"/>
                </a:lnTo>
                <a:lnTo>
                  <a:pt x="39" y="194"/>
                </a:lnTo>
                <a:lnTo>
                  <a:pt x="40" y="194"/>
                </a:lnTo>
                <a:lnTo>
                  <a:pt x="40" y="193"/>
                </a:lnTo>
                <a:lnTo>
                  <a:pt x="38" y="190"/>
                </a:lnTo>
                <a:lnTo>
                  <a:pt x="36" y="187"/>
                </a:lnTo>
                <a:lnTo>
                  <a:pt x="35" y="185"/>
                </a:lnTo>
                <a:lnTo>
                  <a:pt x="35" y="183"/>
                </a:lnTo>
                <a:lnTo>
                  <a:pt x="36" y="183"/>
                </a:lnTo>
                <a:lnTo>
                  <a:pt x="37" y="183"/>
                </a:lnTo>
                <a:lnTo>
                  <a:pt x="37" y="182"/>
                </a:lnTo>
                <a:lnTo>
                  <a:pt x="37" y="181"/>
                </a:lnTo>
                <a:lnTo>
                  <a:pt x="36" y="180"/>
                </a:lnTo>
                <a:lnTo>
                  <a:pt x="35" y="179"/>
                </a:lnTo>
                <a:lnTo>
                  <a:pt x="33" y="177"/>
                </a:lnTo>
                <a:lnTo>
                  <a:pt x="34" y="176"/>
                </a:lnTo>
                <a:lnTo>
                  <a:pt x="34" y="175"/>
                </a:lnTo>
                <a:lnTo>
                  <a:pt x="34" y="174"/>
                </a:lnTo>
                <a:lnTo>
                  <a:pt x="33" y="174"/>
                </a:lnTo>
                <a:lnTo>
                  <a:pt x="33" y="173"/>
                </a:lnTo>
                <a:lnTo>
                  <a:pt x="33" y="172"/>
                </a:lnTo>
                <a:lnTo>
                  <a:pt x="32" y="171"/>
                </a:lnTo>
                <a:lnTo>
                  <a:pt x="32" y="169"/>
                </a:lnTo>
                <a:lnTo>
                  <a:pt x="33" y="167"/>
                </a:lnTo>
                <a:lnTo>
                  <a:pt x="34" y="167"/>
                </a:lnTo>
                <a:lnTo>
                  <a:pt x="34" y="166"/>
                </a:lnTo>
                <a:lnTo>
                  <a:pt x="35" y="166"/>
                </a:lnTo>
                <a:lnTo>
                  <a:pt x="35" y="165"/>
                </a:lnTo>
                <a:lnTo>
                  <a:pt x="36" y="163"/>
                </a:lnTo>
                <a:lnTo>
                  <a:pt x="36" y="162"/>
                </a:lnTo>
                <a:lnTo>
                  <a:pt x="37" y="161"/>
                </a:lnTo>
                <a:lnTo>
                  <a:pt x="38" y="160"/>
                </a:lnTo>
                <a:lnTo>
                  <a:pt x="39" y="160"/>
                </a:lnTo>
                <a:lnTo>
                  <a:pt x="39" y="159"/>
                </a:lnTo>
                <a:lnTo>
                  <a:pt x="39" y="160"/>
                </a:lnTo>
                <a:lnTo>
                  <a:pt x="40" y="159"/>
                </a:lnTo>
                <a:lnTo>
                  <a:pt x="40" y="157"/>
                </a:lnTo>
                <a:lnTo>
                  <a:pt x="40" y="156"/>
                </a:lnTo>
                <a:lnTo>
                  <a:pt x="41" y="156"/>
                </a:lnTo>
                <a:lnTo>
                  <a:pt x="41" y="154"/>
                </a:lnTo>
                <a:lnTo>
                  <a:pt x="42" y="152"/>
                </a:lnTo>
                <a:lnTo>
                  <a:pt x="43" y="152"/>
                </a:lnTo>
                <a:lnTo>
                  <a:pt x="43" y="151"/>
                </a:lnTo>
                <a:lnTo>
                  <a:pt x="44" y="150"/>
                </a:lnTo>
                <a:lnTo>
                  <a:pt x="44" y="149"/>
                </a:lnTo>
                <a:lnTo>
                  <a:pt x="44" y="148"/>
                </a:lnTo>
                <a:lnTo>
                  <a:pt x="44" y="147"/>
                </a:lnTo>
                <a:lnTo>
                  <a:pt x="45" y="147"/>
                </a:lnTo>
                <a:lnTo>
                  <a:pt x="46" y="147"/>
                </a:lnTo>
                <a:lnTo>
                  <a:pt x="46" y="146"/>
                </a:lnTo>
                <a:lnTo>
                  <a:pt x="47" y="146"/>
                </a:lnTo>
                <a:lnTo>
                  <a:pt x="47" y="145"/>
                </a:lnTo>
                <a:lnTo>
                  <a:pt x="46" y="144"/>
                </a:lnTo>
                <a:lnTo>
                  <a:pt x="46" y="143"/>
                </a:lnTo>
                <a:lnTo>
                  <a:pt x="47" y="143"/>
                </a:lnTo>
                <a:lnTo>
                  <a:pt x="48" y="143"/>
                </a:lnTo>
                <a:lnTo>
                  <a:pt x="49" y="142"/>
                </a:lnTo>
                <a:lnTo>
                  <a:pt x="51" y="142"/>
                </a:lnTo>
                <a:lnTo>
                  <a:pt x="52" y="143"/>
                </a:lnTo>
                <a:lnTo>
                  <a:pt x="54" y="144"/>
                </a:lnTo>
                <a:lnTo>
                  <a:pt x="55" y="143"/>
                </a:lnTo>
                <a:lnTo>
                  <a:pt x="59" y="142"/>
                </a:lnTo>
                <a:lnTo>
                  <a:pt x="60" y="141"/>
                </a:lnTo>
                <a:lnTo>
                  <a:pt x="61" y="140"/>
                </a:lnTo>
                <a:lnTo>
                  <a:pt x="61" y="139"/>
                </a:lnTo>
                <a:lnTo>
                  <a:pt x="62" y="139"/>
                </a:lnTo>
                <a:lnTo>
                  <a:pt x="63" y="138"/>
                </a:lnTo>
                <a:lnTo>
                  <a:pt x="64" y="137"/>
                </a:lnTo>
                <a:lnTo>
                  <a:pt x="63" y="137"/>
                </a:lnTo>
                <a:lnTo>
                  <a:pt x="62" y="135"/>
                </a:lnTo>
                <a:lnTo>
                  <a:pt x="61" y="135"/>
                </a:lnTo>
                <a:lnTo>
                  <a:pt x="60" y="135"/>
                </a:lnTo>
                <a:lnTo>
                  <a:pt x="60" y="134"/>
                </a:lnTo>
                <a:lnTo>
                  <a:pt x="60" y="133"/>
                </a:lnTo>
                <a:lnTo>
                  <a:pt x="60" y="132"/>
                </a:lnTo>
                <a:lnTo>
                  <a:pt x="59" y="132"/>
                </a:lnTo>
                <a:lnTo>
                  <a:pt x="59" y="131"/>
                </a:lnTo>
                <a:lnTo>
                  <a:pt x="58" y="131"/>
                </a:lnTo>
                <a:lnTo>
                  <a:pt x="58" y="129"/>
                </a:lnTo>
                <a:lnTo>
                  <a:pt x="58" y="128"/>
                </a:lnTo>
                <a:lnTo>
                  <a:pt x="58" y="127"/>
                </a:lnTo>
                <a:lnTo>
                  <a:pt x="59" y="127"/>
                </a:lnTo>
                <a:lnTo>
                  <a:pt x="59" y="126"/>
                </a:lnTo>
                <a:lnTo>
                  <a:pt x="59" y="125"/>
                </a:lnTo>
                <a:lnTo>
                  <a:pt x="60" y="125"/>
                </a:lnTo>
                <a:lnTo>
                  <a:pt x="61" y="124"/>
                </a:lnTo>
                <a:lnTo>
                  <a:pt x="61" y="122"/>
                </a:lnTo>
                <a:lnTo>
                  <a:pt x="61" y="121"/>
                </a:lnTo>
                <a:lnTo>
                  <a:pt x="62" y="119"/>
                </a:lnTo>
                <a:lnTo>
                  <a:pt x="62" y="116"/>
                </a:lnTo>
                <a:lnTo>
                  <a:pt x="62" y="115"/>
                </a:lnTo>
                <a:lnTo>
                  <a:pt x="63" y="115"/>
                </a:lnTo>
                <a:lnTo>
                  <a:pt x="65" y="115"/>
                </a:lnTo>
                <a:lnTo>
                  <a:pt x="66" y="115"/>
                </a:lnTo>
                <a:lnTo>
                  <a:pt x="67" y="115"/>
                </a:lnTo>
                <a:lnTo>
                  <a:pt x="67" y="114"/>
                </a:lnTo>
                <a:lnTo>
                  <a:pt x="69" y="113"/>
                </a:lnTo>
                <a:lnTo>
                  <a:pt x="71" y="113"/>
                </a:lnTo>
                <a:lnTo>
                  <a:pt x="72" y="113"/>
                </a:lnTo>
                <a:lnTo>
                  <a:pt x="72" y="114"/>
                </a:lnTo>
                <a:lnTo>
                  <a:pt x="74" y="114"/>
                </a:lnTo>
                <a:lnTo>
                  <a:pt x="75" y="115"/>
                </a:lnTo>
                <a:lnTo>
                  <a:pt x="75" y="116"/>
                </a:lnTo>
                <a:lnTo>
                  <a:pt x="76" y="116"/>
                </a:lnTo>
                <a:lnTo>
                  <a:pt x="77" y="117"/>
                </a:lnTo>
                <a:lnTo>
                  <a:pt x="77" y="116"/>
                </a:lnTo>
                <a:lnTo>
                  <a:pt x="78" y="116"/>
                </a:lnTo>
                <a:lnTo>
                  <a:pt x="78" y="115"/>
                </a:lnTo>
                <a:lnTo>
                  <a:pt x="79" y="115"/>
                </a:lnTo>
                <a:lnTo>
                  <a:pt x="80" y="115"/>
                </a:lnTo>
                <a:lnTo>
                  <a:pt x="81" y="114"/>
                </a:lnTo>
                <a:lnTo>
                  <a:pt x="83" y="114"/>
                </a:lnTo>
                <a:lnTo>
                  <a:pt x="85" y="114"/>
                </a:lnTo>
                <a:lnTo>
                  <a:pt x="86" y="114"/>
                </a:lnTo>
                <a:lnTo>
                  <a:pt x="88" y="114"/>
                </a:lnTo>
                <a:lnTo>
                  <a:pt x="89" y="113"/>
                </a:lnTo>
                <a:lnTo>
                  <a:pt x="90" y="113"/>
                </a:lnTo>
                <a:lnTo>
                  <a:pt x="90" y="112"/>
                </a:lnTo>
                <a:lnTo>
                  <a:pt x="91" y="111"/>
                </a:lnTo>
                <a:lnTo>
                  <a:pt x="92" y="111"/>
                </a:lnTo>
                <a:lnTo>
                  <a:pt x="92" y="110"/>
                </a:lnTo>
                <a:lnTo>
                  <a:pt x="92" y="109"/>
                </a:lnTo>
                <a:lnTo>
                  <a:pt x="92" y="108"/>
                </a:lnTo>
                <a:lnTo>
                  <a:pt x="93" y="108"/>
                </a:lnTo>
                <a:lnTo>
                  <a:pt x="94" y="108"/>
                </a:lnTo>
                <a:lnTo>
                  <a:pt x="95" y="108"/>
                </a:lnTo>
                <a:lnTo>
                  <a:pt x="96" y="108"/>
                </a:lnTo>
                <a:lnTo>
                  <a:pt x="96" y="109"/>
                </a:lnTo>
                <a:lnTo>
                  <a:pt x="96" y="110"/>
                </a:lnTo>
                <a:lnTo>
                  <a:pt x="97" y="111"/>
                </a:lnTo>
                <a:lnTo>
                  <a:pt x="98" y="112"/>
                </a:lnTo>
                <a:lnTo>
                  <a:pt x="99" y="113"/>
                </a:lnTo>
                <a:lnTo>
                  <a:pt x="100" y="115"/>
                </a:lnTo>
                <a:lnTo>
                  <a:pt x="101" y="115"/>
                </a:lnTo>
                <a:lnTo>
                  <a:pt x="101" y="116"/>
                </a:lnTo>
                <a:lnTo>
                  <a:pt x="100" y="116"/>
                </a:lnTo>
                <a:lnTo>
                  <a:pt x="100" y="118"/>
                </a:lnTo>
                <a:lnTo>
                  <a:pt x="101" y="119"/>
                </a:lnTo>
                <a:lnTo>
                  <a:pt x="101" y="122"/>
                </a:lnTo>
                <a:lnTo>
                  <a:pt x="102" y="122"/>
                </a:lnTo>
                <a:lnTo>
                  <a:pt x="102" y="123"/>
                </a:lnTo>
                <a:lnTo>
                  <a:pt x="102" y="124"/>
                </a:lnTo>
                <a:lnTo>
                  <a:pt x="103" y="124"/>
                </a:lnTo>
                <a:lnTo>
                  <a:pt x="104" y="124"/>
                </a:lnTo>
                <a:lnTo>
                  <a:pt x="104" y="125"/>
                </a:lnTo>
                <a:lnTo>
                  <a:pt x="104" y="126"/>
                </a:lnTo>
                <a:lnTo>
                  <a:pt x="103" y="127"/>
                </a:lnTo>
                <a:lnTo>
                  <a:pt x="105" y="128"/>
                </a:lnTo>
                <a:lnTo>
                  <a:pt x="106" y="127"/>
                </a:lnTo>
                <a:lnTo>
                  <a:pt x="107" y="129"/>
                </a:lnTo>
                <a:lnTo>
                  <a:pt x="108" y="132"/>
                </a:lnTo>
                <a:lnTo>
                  <a:pt x="108" y="133"/>
                </a:lnTo>
                <a:lnTo>
                  <a:pt x="108" y="134"/>
                </a:lnTo>
                <a:lnTo>
                  <a:pt x="108" y="136"/>
                </a:lnTo>
                <a:lnTo>
                  <a:pt x="109" y="137"/>
                </a:lnTo>
                <a:lnTo>
                  <a:pt x="110" y="137"/>
                </a:lnTo>
                <a:lnTo>
                  <a:pt x="111" y="138"/>
                </a:lnTo>
                <a:lnTo>
                  <a:pt x="111" y="139"/>
                </a:lnTo>
                <a:lnTo>
                  <a:pt x="110" y="139"/>
                </a:lnTo>
                <a:lnTo>
                  <a:pt x="109" y="139"/>
                </a:lnTo>
                <a:lnTo>
                  <a:pt x="109" y="140"/>
                </a:lnTo>
                <a:lnTo>
                  <a:pt x="109" y="142"/>
                </a:lnTo>
                <a:lnTo>
                  <a:pt x="109" y="143"/>
                </a:lnTo>
                <a:lnTo>
                  <a:pt x="110" y="143"/>
                </a:lnTo>
                <a:lnTo>
                  <a:pt x="110" y="144"/>
                </a:lnTo>
                <a:lnTo>
                  <a:pt x="110" y="145"/>
                </a:lnTo>
                <a:lnTo>
                  <a:pt x="109" y="147"/>
                </a:lnTo>
                <a:lnTo>
                  <a:pt x="110" y="147"/>
                </a:lnTo>
                <a:lnTo>
                  <a:pt x="110" y="148"/>
                </a:lnTo>
                <a:lnTo>
                  <a:pt x="109" y="149"/>
                </a:lnTo>
                <a:lnTo>
                  <a:pt x="110" y="151"/>
                </a:lnTo>
                <a:lnTo>
                  <a:pt x="111" y="152"/>
                </a:lnTo>
                <a:lnTo>
                  <a:pt x="112" y="152"/>
                </a:lnTo>
                <a:lnTo>
                  <a:pt x="112" y="151"/>
                </a:lnTo>
                <a:lnTo>
                  <a:pt x="113" y="152"/>
                </a:lnTo>
                <a:lnTo>
                  <a:pt x="113" y="153"/>
                </a:lnTo>
                <a:lnTo>
                  <a:pt x="112" y="153"/>
                </a:lnTo>
                <a:lnTo>
                  <a:pt x="112" y="154"/>
                </a:lnTo>
                <a:lnTo>
                  <a:pt x="112" y="155"/>
                </a:lnTo>
                <a:lnTo>
                  <a:pt x="111" y="155"/>
                </a:lnTo>
                <a:lnTo>
                  <a:pt x="111" y="156"/>
                </a:lnTo>
                <a:lnTo>
                  <a:pt x="110" y="157"/>
                </a:lnTo>
                <a:lnTo>
                  <a:pt x="108" y="159"/>
                </a:lnTo>
                <a:lnTo>
                  <a:pt x="107" y="159"/>
                </a:lnTo>
                <a:lnTo>
                  <a:pt x="107" y="158"/>
                </a:lnTo>
                <a:lnTo>
                  <a:pt x="106" y="158"/>
                </a:lnTo>
                <a:lnTo>
                  <a:pt x="105" y="160"/>
                </a:lnTo>
                <a:lnTo>
                  <a:pt x="106" y="160"/>
                </a:lnTo>
                <a:lnTo>
                  <a:pt x="106" y="161"/>
                </a:lnTo>
                <a:lnTo>
                  <a:pt x="107" y="162"/>
                </a:lnTo>
                <a:lnTo>
                  <a:pt x="108" y="163"/>
                </a:lnTo>
                <a:lnTo>
                  <a:pt x="109" y="162"/>
                </a:lnTo>
                <a:lnTo>
                  <a:pt x="110" y="167"/>
                </a:lnTo>
                <a:lnTo>
                  <a:pt x="110" y="169"/>
                </a:lnTo>
                <a:lnTo>
                  <a:pt x="110" y="170"/>
                </a:lnTo>
                <a:lnTo>
                  <a:pt x="110" y="172"/>
                </a:lnTo>
                <a:lnTo>
                  <a:pt x="111" y="176"/>
                </a:lnTo>
                <a:lnTo>
                  <a:pt x="111" y="177"/>
                </a:lnTo>
                <a:lnTo>
                  <a:pt x="112" y="179"/>
                </a:lnTo>
                <a:lnTo>
                  <a:pt x="112" y="180"/>
                </a:lnTo>
                <a:lnTo>
                  <a:pt x="112" y="182"/>
                </a:lnTo>
                <a:lnTo>
                  <a:pt x="112" y="184"/>
                </a:lnTo>
                <a:lnTo>
                  <a:pt x="112" y="185"/>
                </a:lnTo>
                <a:lnTo>
                  <a:pt x="111" y="186"/>
                </a:lnTo>
                <a:lnTo>
                  <a:pt x="110" y="186"/>
                </a:lnTo>
                <a:lnTo>
                  <a:pt x="110" y="187"/>
                </a:lnTo>
                <a:lnTo>
                  <a:pt x="109" y="189"/>
                </a:lnTo>
                <a:lnTo>
                  <a:pt x="108" y="190"/>
                </a:lnTo>
                <a:lnTo>
                  <a:pt x="108" y="191"/>
                </a:lnTo>
                <a:lnTo>
                  <a:pt x="109" y="191"/>
                </a:lnTo>
                <a:lnTo>
                  <a:pt x="110" y="191"/>
                </a:lnTo>
                <a:lnTo>
                  <a:pt x="110" y="190"/>
                </a:lnTo>
                <a:lnTo>
                  <a:pt x="111" y="189"/>
                </a:lnTo>
                <a:lnTo>
                  <a:pt x="113" y="189"/>
                </a:lnTo>
                <a:lnTo>
                  <a:pt x="114" y="189"/>
                </a:lnTo>
                <a:lnTo>
                  <a:pt x="115" y="189"/>
                </a:lnTo>
                <a:lnTo>
                  <a:pt x="115" y="188"/>
                </a:lnTo>
                <a:lnTo>
                  <a:pt x="116" y="188"/>
                </a:lnTo>
                <a:lnTo>
                  <a:pt x="117" y="188"/>
                </a:lnTo>
                <a:lnTo>
                  <a:pt x="118" y="188"/>
                </a:lnTo>
                <a:lnTo>
                  <a:pt x="119" y="188"/>
                </a:lnTo>
                <a:lnTo>
                  <a:pt x="120" y="188"/>
                </a:lnTo>
                <a:lnTo>
                  <a:pt x="120" y="189"/>
                </a:lnTo>
                <a:lnTo>
                  <a:pt x="121" y="188"/>
                </a:lnTo>
                <a:lnTo>
                  <a:pt x="122" y="188"/>
                </a:lnTo>
                <a:lnTo>
                  <a:pt x="123" y="188"/>
                </a:lnTo>
                <a:lnTo>
                  <a:pt x="124" y="187"/>
                </a:lnTo>
                <a:lnTo>
                  <a:pt x="125" y="187"/>
                </a:lnTo>
                <a:lnTo>
                  <a:pt x="127" y="188"/>
                </a:lnTo>
                <a:lnTo>
                  <a:pt x="127" y="189"/>
                </a:lnTo>
                <a:lnTo>
                  <a:pt x="128" y="189"/>
                </a:lnTo>
                <a:lnTo>
                  <a:pt x="129" y="189"/>
                </a:lnTo>
                <a:lnTo>
                  <a:pt x="130" y="189"/>
                </a:lnTo>
                <a:lnTo>
                  <a:pt x="131" y="188"/>
                </a:lnTo>
                <a:lnTo>
                  <a:pt x="132" y="187"/>
                </a:lnTo>
                <a:lnTo>
                  <a:pt x="133" y="185"/>
                </a:lnTo>
                <a:lnTo>
                  <a:pt x="134" y="185"/>
                </a:lnTo>
                <a:lnTo>
                  <a:pt x="135" y="185"/>
                </a:lnTo>
                <a:lnTo>
                  <a:pt x="135" y="186"/>
                </a:lnTo>
                <a:lnTo>
                  <a:pt x="136" y="186"/>
                </a:lnTo>
                <a:lnTo>
                  <a:pt x="138" y="186"/>
                </a:lnTo>
                <a:lnTo>
                  <a:pt x="139" y="185"/>
                </a:lnTo>
                <a:lnTo>
                  <a:pt x="140" y="186"/>
                </a:lnTo>
                <a:lnTo>
                  <a:pt x="140" y="187"/>
                </a:lnTo>
                <a:lnTo>
                  <a:pt x="142" y="187"/>
                </a:lnTo>
                <a:lnTo>
                  <a:pt x="143" y="187"/>
                </a:lnTo>
                <a:lnTo>
                  <a:pt x="145" y="187"/>
                </a:lnTo>
                <a:lnTo>
                  <a:pt x="146" y="187"/>
                </a:lnTo>
                <a:lnTo>
                  <a:pt x="146" y="188"/>
                </a:lnTo>
                <a:lnTo>
                  <a:pt x="146" y="190"/>
                </a:lnTo>
                <a:lnTo>
                  <a:pt x="146" y="192"/>
                </a:lnTo>
                <a:lnTo>
                  <a:pt x="147" y="191"/>
                </a:lnTo>
                <a:lnTo>
                  <a:pt x="150" y="190"/>
                </a:lnTo>
                <a:lnTo>
                  <a:pt x="152" y="190"/>
                </a:lnTo>
                <a:lnTo>
                  <a:pt x="152" y="189"/>
                </a:lnTo>
                <a:lnTo>
                  <a:pt x="153" y="189"/>
                </a:lnTo>
                <a:lnTo>
                  <a:pt x="153" y="188"/>
                </a:lnTo>
                <a:lnTo>
                  <a:pt x="153" y="187"/>
                </a:lnTo>
                <a:lnTo>
                  <a:pt x="153" y="185"/>
                </a:lnTo>
                <a:lnTo>
                  <a:pt x="152" y="184"/>
                </a:lnTo>
                <a:lnTo>
                  <a:pt x="154" y="183"/>
                </a:lnTo>
                <a:lnTo>
                  <a:pt x="156" y="184"/>
                </a:lnTo>
                <a:lnTo>
                  <a:pt x="157" y="186"/>
                </a:lnTo>
                <a:lnTo>
                  <a:pt x="157" y="187"/>
                </a:lnTo>
                <a:lnTo>
                  <a:pt x="158" y="187"/>
                </a:lnTo>
                <a:lnTo>
                  <a:pt x="160" y="187"/>
                </a:lnTo>
                <a:lnTo>
                  <a:pt x="161" y="187"/>
                </a:lnTo>
                <a:lnTo>
                  <a:pt x="163" y="186"/>
                </a:lnTo>
                <a:lnTo>
                  <a:pt x="164" y="186"/>
                </a:lnTo>
                <a:lnTo>
                  <a:pt x="165" y="185"/>
                </a:lnTo>
                <a:lnTo>
                  <a:pt x="164" y="184"/>
                </a:lnTo>
                <a:lnTo>
                  <a:pt x="163" y="183"/>
                </a:lnTo>
                <a:lnTo>
                  <a:pt x="163" y="182"/>
                </a:lnTo>
                <a:lnTo>
                  <a:pt x="162" y="182"/>
                </a:lnTo>
                <a:lnTo>
                  <a:pt x="162" y="181"/>
                </a:lnTo>
                <a:lnTo>
                  <a:pt x="161" y="181"/>
                </a:lnTo>
                <a:lnTo>
                  <a:pt x="161" y="180"/>
                </a:lnTo>
                <a:lnTo>
                  <a:pt x="162" y="178"/>
                </a:lnTo>
                <a:lnTo>
                  <a:pt x="162" y="176"/>
                </a:lnTo>
                <a:lnTo>
                  <a:pt x="162" y="175"/>
                </a:lnTo>
                <a:lnTo>
                  <a:pt x="161" y="175"/>
                </a:lnTo>
                <a:lnTo>
                  <a:pt x="161" y="174"/>
                </a:lnTo>
                <a:lnTo>
                  <a:pt x="160" y="174"/>
                </a:lnTo>
                <a:lnTo>
                  <a:pt x="159" y="174"/>
                </a:lnTo>
                <a:lnTo>
                  <a:pt x="159" y="173"/>
                </a:lnTo>
                <a:lnTo>
                  <a:pt x="157" y="172"/>
                </a:lnTo>
                <a:lnTo>
                  <a:pt x="156" y="170"/>
                </a:lnTo>
                <a:lnTo>
                  <a:pt x="157" y="169"/>
                </a:lnTo>
                <a:lnTo>
                  <a:pt x="158" y="169"/>
                </a:lnTo>
                <a:lnTo>
                  <a:pt x="159" y="168"/>
                </a:lnTo>
                <a:lnTo>
                  <a:pt x="160" y="168"/>
                </a:lnTo>
                <a:lnTo>
                  <a:pt x="161" y="168"/>
                </a:lnTo>
                <a:lnTo>
                  <a:pt x="162" y="167"/>
                </a:lnTo>
                <a:lnTo>
                  <a:pt x="165" y="166"/>
                </a:lnTo>
                <a:lnTo>
                  <a:pt x="166" y="165"/>
                </a:lnTo>
                <a:lnTo>
                  <a:pt x="168" y="165"/>
                </a:lnTo>
                <a:lnTo>
                  <a:pt x="169" y="163"/>
                </a:lnTo>
                <a:lnTo>
                  <a:pt x="170" y="163"/>
                </a:lnTo>
                <a:lnTo>
                  <a:pt x="171" y="162"/>
                </a:lnTo>
                <a:lnTo>
                  <a:pt x="172" y="162"/>
                </a:lnTo>
                <a:lnTo>
                  <a:pt x="172" y="161"/>
                </a:lnTo>
                <a:lnTo>
                  <a:pt x="175" y="160"/>
                </a:lnTo>
                <a:lnTo>
                  <a:pt x="176" y="160"/>
                </a:lnTo>
                <a:lnTo>
                  <a:pt x="176" y="159"/>
                </a:lnTo>
                <a:lnTo>
                  <a:pt x="177" y="159"/>
                </a:lnTo>
                <a:lnTo>
                  <a:pt x="178" y="158"/>
                </a:lnTo>
                <a:lnTo>
                  <a:pt x="179" y="158"/>
                </a:lnTo>
                <a:lnTo>
                  <a:pt x="180" y="157"/>
                </a:lnTo>
                <a:lnTo>
                  <a:pt x="182" y="156"/>
                </a:lnTo>
                <a:lnTo>
                  <a:pt x="182" y="155"/>
                </a:lnTo>
                <a:lnTo>
                  <a:pt x="183" y="154"/>
                </a:lnTo>
                <a:lnTo>
                  <a:pt x="184" y="154"/>
                </a:lnTo>
                <a:lnTo>
                  <a:pt x="184" y="153"/>
                </a:lnTo>
                <a:lnTo>
                  <a:pt x="186" y="152"/>
                </a:lnTo>
                <a:lnTo>
                  <a:pt x="188" y="150"/>
                </a:lnTo>
                <a:lnTo>
                  <a:pt x="188" y="149"/>
                </a:lnTo>
                <a:lnTo>
                  <a:pt x="189" y="149"/>
                </a:lnTo>
                <a:lnTo>
                  <a:pt x="190" y="148"/>
                </a:lnTo>
                <a:lnTo>
                  <a:pt x="192" y="147"/>
                </a:lnTo>
                <a:lnTo>
                  <a:pt x="193" y="146"/>
                </a:lnTo>
                <a:lnTo>
                  <a:pt x="196" y="142"/>
                </a:lnTo>
                <a:lnTo>
                  <a:pt x="198" y="141"/>
                </a:lnTo>
                <a:lnTo>
                  <a:pt x="199" y="140"/>
                </a:lnTo>
                <a:lnTo>
                  <a:pt x="199" y="139"/>
                </a:lnTo>
                <a:lnTo>
                  <a:pt x="199" y="138"/>
                </a:lnTo>
                <a:lnTo>
                  <a:pt x="200" y="136"/>
                </a:lnTo>
                <a:lnTo>
                  <a:pt x="201" y="136"/>
                </a:lnTo>
                <a:lnTo>
                  <a:pt x="201" y="137"/>
                </a:lnTo>
                <a:lnTo>
                  <a:pt x="202" y="137"/>
                </a:lnTo>
                <a:lnTo>
                  <a:pt x="203" y="137"/>
                </a:lnTo>
                <a:lnTo>
                  <a:pt x="204" y="137"/>
                </a:lnTo>
                <a:lnTo>
                  <a:pt x="206" y="135"/>
                </a:lnTo>
                <a:lnTo>
                  <a:pt x="207" y="134"/>
                </a:lnTo>
                <a:lnTo>
                  <a:pt x="207" y="133"/>
                </a:lnTo>
                <a:lnTo>
                  <a:pt x="206" y="133"/>
                </a:lnTo>
                <a:lnTo>
                  <a:pt x="206" y="132"/>
                </a:lnTo>
                <a:lnTo>
                  <a:pt x="207" y="132"/>
                </a:lnTo>
                <a:lnTo>
                  <a:pt x="208" y="132"/>
                </a:lnTo>
                <a:lnTo>
                  <a:pt x="209" y="131"/>
                </a:lnTo>
                <a:lnTo>
                  <a:pt x="209" y="130"/>
                </a:lnTo>
                <a:lnTo>
                  <a:pt x="210" y="129"/>
                </a:lnTo>
                <a:lnTo>
                  <a:pt x="211" y="128"/>
                </a:lnTo>
                <a:lnTo>
                  <a:pt x="212" y="128"/>
                </a:lnTo>
                <a:lnTo>
                  <a:pt x="212" y="129"/>
                </a:lnTo>
                <a:lnTo>
                  <a:pt x="213" y="128"/>
                </a:lnTo>
                <a:lnTo>
                  <a:pt x="214" y="128"/>
                </a:lnTo>
                <a:lnTo>
                  <a:pt x="215" y="128"/>
                </a:lnTo>
                <a:lnTo>
                  <a:pt x="216" y="128"/>
                </a:lnTo>
                <a:lnTo>
                  <a:pt x="216" y="127"/>
                </a:lnTo>
                <a:lnTo>
                  <a:pt x="217" y="127"/>
                </a:lnTo>
                <a:lnTo>
                  <a:pt x="218" y="127"/>
                </a:lnTo>
                <a:lnTo>
                  <a:pt x="219" y="126"/>
                </a:lnTo>
                <a:lnTo>
                  <a:pt x="220" y="125"/>
                </a:lnTo>
                <a:lnTo>
                  <a:pt x="220" y="126"/>
                </a:lnTo>
                <a:lnTo>
                  <a:pt x="220" y="127"/>
                </a:lnTo>
                <a:lnTo>
                  <a:pt x="220" y="128"/>
                </a:lnTo>
                <a:lnTo>
                  <a:pt x="221" y="128"/>
                </a:lnTo>
                <a:lnTo>
                  <a:pt x="221" y="130"/>
                </a:lnTo>
                <a:lnTo>
                  <a:pt x="222" y="130"/>
                </a:lnTo>
                <a:lnTo>
                  <a:pt x="222" y="131"/>
                </a:lnTo>
                <a:lnTo>
                  <a:pt x="222" y="132"/>
                </a:lnTo>
                <a:lnTo>
                  <a:pt x="223" y="133"/>
                </a:lnTo>
                <a:lnTo>
                  <a:pt x="223" y="134"/>
                </a:lnTo>
                <a:lnTo>
                  <a:pt x="224" y="134"/>
                </a:lnTo>
                <a:lnTo>
                  <a:pt x="224" y="135"/>
                </a:lnTo>
                <a:lnTo>
                  <a:pt x="225" y="136"/>
                </a:lnTo>
                <a:lnTo>
                  <a:pt x="225" y="137"/>
                </a:lnTo>
                <a:lnTo>
                  <a:pt x="226" y="137"/>
                </a:lnTo>
                <a:lnTo>
                  <a:pt x="226" y="138"/>
                </a:lnTo>
                <a:lnTo>
                  <a:pt x="227" y="138"/>
                </a:lnTo>
                <a:lnTo>
                  <a:pt x="227" y="139"/>
                </a:lnTo>
                <a:lnTo>
                  <a:pt x="230" y="143"/>
                </a:lnTo>
                <a:lnTo>
                  <a:pt x="231" y="143"/>
                </a:lnTo>
                <a:lnTo>
                  <a:pt x="231" y="145"/>
                </a:lnTo>
                <a:lnTo>
                  <a:pt x="231" y="146"/>
                </a:lnTo>
                <a:lnTo>
                  <a:pt x="231" y="147"/>
                </a:lnTo>
                <a:lnTo>
                  <a:pt x="232" y="148"/>
                </a:lnTo>
                <a:lnTo>
                  <a:pt x="232" y="149"/>
                </a:lnTo>
                <a:lnTo>
                  <a:pt x="233" y="150"/>
                </a:lnTo>
                <a:lnTo>
                  <a:pt x="233" y="151"/>
                </a:lnTo>
                <a:lnTo>
                  <a:pt x="235" y="150"/>
                </a:lnTo>
                <a:lnTo>
                  <a:pt x="237" y="149"/>
                </a:lnTo>
                <a:lnTo>
                  <a:pt x="240" y="149"/>
                </a:lnTo>
                <a:lnTo>
                  <a:pt x="240" y="150"/>
                </a:lnTo>
                <a:lnTo>
                  <a:pt x="242" y="150"/>
                </a:lnTo>
                <a:lnTo>
                  <a:pt x="242" y="149"/>
                </a:lnTo>
                <a:lnTo>
                  <a:pt x="243" y="149"/>
                </a:lnTo>
                <a:lnTo>
                  <a:pt x="243" y="148"/>
                </a:lnTo>
                <a:lnTo>
                  <a:pt x="244" y="146"/>
                </a:lnTo>
                <a:lnTo>
                  <a:pt x="245" y="145"/>
                </a:lnTo>
                <a:lnTo>
                  <a:pt x="245" y="144"/>
                </a:lnTo>
                <a:lnTo>
                  <a:pt x="244" y="143"/>
                </a:lnTo>
                <a:lnTo>
                  <a:pt x="243" y="142"/>
                </a:lnTo>
                <a:lnTo>
                  <a:pt x="242" y="141"/>
                </a:lnTo>
                <a:lnTo>
                  <a:pt x="242" y="139"/>
                </a:lnTo>
                <a:lnTo>
                  <a:pt x="242" y="138"/>
                </a:lnTo>
                <a:lnTo>
                  <a:pt x="244" y="136"/>
                </a:lnTo>
                <a:lnTo>
                  <a:pt x="244" y="135"/>
                </a:lnTo>
                <a:lnTo>
                  <a:pt x="245" y="135"/>
                </a:lnTo>
                <a:lnTo>
                  <a:pt x="246" y="135"/>
                </a:lnTo>
                <a:lnTo>
                  <a:pt x="247" y="136"/>
                </a:lnTo>
                <a:lnTo>
                  <a:pt x="248" y="135"/>
                </a:lnTo>
                <a:lnTo>
                  <a:pt x="248" y="134"/>
                </a:lnTo>
                <a:lnTo>
                  <a:pt x="249" y="134"/>
                </a:lnTo>
                <a:lnTo>
                  <a:pt x="250" y="135"/>
                </a:lnTo>
                <a:lnTo>
                  <a:pt x="251" y="136"/>
                </a:lnTo>
                <a:lnTo>
                  <a:pt x="251" y="135"/>
                </a:lnTo>
                <a:lnTo>
                  <a:pt x="252" y="135"/>
                </a:lnTo>
                <a:lnTo>
                  <a:pt x="252" y="134"/>
                </a:lnTo>
                <a:lnTo>
                  <a:pt x="252" y="133"/>
                </a:lnTo>
                <a:lnTo>
                  <a:pt x="253" y="132"/>
                </a:lnTo>
                <a:lnTo>
                  <a:pt x="252" y="131"/>
                </a:lnTo>
                <a:lnTo>
                  <a:pt x="253" y="130"/>
                </a:lnTo>
                <a:lnTo>
                  <a:pt x="253" y="128"/>
                </a:lnTo>
                <a:lnTo>
                  <a:pt x="253" y="127"/>
                </a:lnTo>
                <a:lnTo>
                  <a:pt x="254" y="126"/>
                </a:lnTo>
                <a:lnTo>
                  <a:pt x="254" y="125"/>
                </a:lnTo>
                <a:lnTo>
                  <a:pt x="253" y="124"/>
                </a:lnTo>
                <a:lnTo>
                  <a:pt x="254" y="124"/>
                </a:lnTo>
                <a:lnTo>
                  <a:pt x="254" y="123"/>
                </a:lnTo>
                <a:lnTo>
                  <a:pt x="255" y="122"/>
                </a:lnTo>
                <a:lnTo>
                  <a:pt x="256" y="122"/>
                </a:lnTo>
                <a:lnTo>
                  <a:pt x="256" y="121"/>
                </a:lnTo>
                <a:lnTo>
                  <a:pt x="257" y="121"/>
                </a:lnTo>
                <a:lnTo>
                  <a:pt x="257" y="120"/>
                </a:lnTo>
                <a:lnTo>
                  <a:pt x="258" y="120"/>
                </a:lnTo>
                <a:lnTo>
                  <a:pt x="259" y="120"/>
                </a:lnTo>
                <a:lnTo>
                  <a:pt x="259" y="119"/>
                </a:lnTo>
                <a:lnTo>
                  <a:pt x="259" y="118"/>
                </a:lnTo>
                <a:lnTo>
                  <a:pt x="260" y="118"/>
                </a:lnTo>
                <a:lnTo>
                  <a:pt x="261" y="118"/>
                </a:lnTo>
                <a:lnTo>
                  <a:pt x="262" y="117"/>
                </a:lnTo>
                <a:lnTo>
                  <a:pt x="262" y="116"/>
                </a:lnTo>
                <a:lnTo>
                  <a:pt x="262" y="114"/>
                </a:lnTo>
                <a:lnTo>
                  <a:pt x="263" y="112"/>
                </a:lnTo>
                <a:lnTo>
                  <a:pt x="264" y="112"/>
                </a:lnTo>
                <a:lnTo>
                  <a:pt x="264" y="111"/>
                </a:lnTo>
                <a:lnTo>
                  <a:pt x="266" y="111"/>
                </a:lnTo>
                <a:lnTo>
                  <a:pt x="268" y="111"/>
                </a:lnTo>
                <a:lnTo>
                  <a:pt x="269" y="111"/>
                </a:lnTo>
                <a:lnTo>
                  <a:pt x="270" y="111"/>
                </a:lnTo>
                <a:lnTo>
                  <a:pt x="269" y="111"/>
                </a:lnTo>
                <a:lnTo>
                  <a:pt x="270" y="111"/>
                </a:lnTo>
                <a:lnTo>
                  <a:pt x="271" y="112"/>
                </a:lnTo>
                <a:lnTo>
                  <a:pt x="272" y="112"/>
                </a:lnTo>
                <a:lnTo>
                  <a:pt x="273" y="113"/>
                </a:lnTo>
                <a:lnTo>
                  <a:pt x="274" y="113"/>
                </a:lnTo>
                <a:lnTo>
                  <a:pt x="274" y="114"/>
                </a:lnTo>
                <a:lnTo>
                  <a:pt x="274" y="116"/>
                </a:lnTo>
                <a:lnTo>
                  <a:pt x="274" y="117"/>
                </a:lnTo>
                <a:lnTo>
                  <a:pt x="272" y="120"/>
                </a:lnTo>
                <a:lnTo>
                  <a:pt x="271" y="120"/>
                </a:lnTo>
                <a:lnTo>
                  <a:pt x="272" y="121"/>
                </a:lnTo>
                <a:lnTo>
                  <a:pt x="273" y="120"/>
                </a:lnTo>
                <a:lnTo>
                  <a:pt x="274" y="120"/>
                </a:lnTo>
                <a:lnTo>
                  <a:pt x="275" y="121"/>
                </a:lnTo>
                <a:lnTo>
                  <a:pt x="276" y="121"/>
                </a:lnTo>
                <a:lnTo>
                  <a:pt x="278" y="119"/>
                </a:lnTo>
                <a:lnTo>
                  <a:pt x="279" y="119"/>
                </a:lnTo>
                <a:lnTo>
                  <a:pt x="279" y="118"/>
                </a:lnTo>
                <a:lnTo>
                  <a:pt x="281" y="116"/>
                </a:lnTo>
                <a:lnTo>
                  <a:pt x="282" y="115"/>
                </a:lnTo>
                <a:lnTo>
                  <a:pt x="282" y="114"/>
                </a:lnTo>
                <a:lnTo>
                  <a:pt x="282" y="113"/>
                </a:lnTo>
                <a:lnTo>
                  <a:pt x="283" y="113"/>
                </a:lnTo>
                <a:lnTo>
                  <a:pt x="283" y="114"/>
                </a:lnTo>
                <a:lnTo>
                  <a:pt x="285" y="115"/>
                </a:lnTo>
                <a:lnTo>
                  <a:pt x="286" y="116"/>
                </a:lnTo>
                <a:lnTo>
                  <a:pt x="286" y="117"/>
                </a:lnTo>
                <a:lnTo>
                  <a:pt x="287" y="117"/>
                </a:lnTo>
                <a:lnTo>
                  <a:pt x="287" y="118"/>
                </a:lnTo>
                <a:lnTo>
                  <a:pt x="289" y="120"/>
                </a:lnTo>
                <a:lnTo>
                  <a:pt x="290" y="120"/>
                </a:lnTo>
                <a:lnTo>
                  <a:pt x="291" y="120"/>
                </a:lnTo>
                <a:lnTo>
                  <a:pt x="292" y="121"/>
                </a:lnTo>
                <a:lnTo>
                  <a:pt x="293" y="121"/>
                </a:lnTo>
                <a:lnTo>
                  <a:pt x="294" y="121"/>
                </a:lnTo>
                <a:lnTo>
                  <a:pt x="294" y="120"/>
                </a:lnTo>
                <a:lnTo>
                  <a:pt x="294" y="119"/>
                </a:lnTo>
                <a:lnTo>
                  <a:pt x="295" y="119"/>
                </a:lnTo>
                <a:lnTo>
                  <a:pt x="296" y="119"/>
                </a:lnTo>
                <a:lnTo>
                  <a:pt x="297" y="119"/>
                </a:lnTo>
                <a:lnTo>
                  <a:pt x="298" y="119"/>
                </a:lnTo>
                <a:lnTo>
                  <a:pt x="298" y="120"/>
                </a:lnTo>
                <a:lnTo>
                  <a:pt x="299" y="120"/>
                </a:lnTo>
                <a:lnTo>
                  <a:pt x="299" y="119"/>
                </a:lnTo>
                <a:lnTo>
                  <a:pt x="300" y="118"/>
                </a:lnTo>
                <a:lnTo>
                  <a:pt x="300" y="117"/>
                </a:lnTo>
                <a:lnTo>
                  <a:pt x="301" y="117"/>
                </a:lnTo>
                <a:lnTo>
                  <a:pt x="302" y="116"/>
                </a:lnTo>
                <a:lnTo>
                  <a:pt x="305" y="117"/>
                </a:lnTo>
                <a:lnTo>
                  <a:pt x="305" y="116"/>
                </a:lnTo>
                <a:lnTo>
                  <a:pt x="308" y="115"/>
                </a:lnTo>
                <a:lnTo>
                  <a:pt x="309" y="114"/>
                </a:lnTo>
                <a:lnTo>
                  <a:pt x="309" y="113"/>
                </a:lnTo>
                <a:lnTo>
                  <a:pt x="309" y="112"/>
                </a:lnTo>
                <a:lnTo>
                  <a:pt x="309" y="111"/>
                </a:lnTo>
                <a:lnTo>
                  <a:pt x="310" y="110"/>
                </a:lnTo>
                <a:lnTo>
                  <a:pt x="311" y="108"/>
                </a:lnTo>
                <a:lnTo>
                  <a:pt x="312" y="108"/>
                </a:lnTo>
                <a:lnTo>
                  <a:pt x="313" y="108"/>
                </a:lnTo>
                <a:lnTo>
                  <a:pt x="313" y="109"/>
                </a:lnTo>
                <a:lnTo>
                  <a:pt x="312" y="109"/>
                </a:lnTo>
                <a:lnTo>
                  <a:pt x="313" y="109"/>
                </a:lnTo>
                <a:lnTo>
                  <a:pt x="314" y="111"/>
                </a:lnTo>
                <a:lnTo>
                  <a:pt x="315" y="111"/>
                </a:lnTo>
                <a:lnTo>
                  <a:pt x="319" y="108"/>
                </a:lnTo>
                <a:lnTo>
                  <a:pt x="320" y="107"/>
                </a:lnTo>
                <a:lnTo>
                  <a:pt x="320" y="106"/>
                </a:lnTo>
                <a:lnTo>
                  <a:pt x="321" y="106"/>
                </a:lnTo>
                <a:lnTo>
                  <a:pt x="322" y="106"/>
                </a:lnTo>
                <a:lnTo>
                  <a:pt x="324" y="104"/>
                </a:lnTo>
                <a:lnTo>
                  <a:pt x="324" y="103"/>
                </a:lnTo>
                <a:lnTo>
                  <a:pt x="324" y="102"/>
                </a:lnTo>
                <a:lnTo>
                  <a:pt x="324" y="101"/>
                </a:lnTo>
                <a:lnTo>
                  <a:pt x="324" y="99"/>
                </a:lnTo>
                <a:lnTo>
                  <a:pt x="324" y="97"/>
                </a:lnTo>
                <a:lnTo>
                  <a:pt x="324" y="96"/>
                </a:lnTo>
                <a:lnTo>
                  <a:pt x="323" y="95"/>
                </a:lnTo>
                <a:lnTo>
                  <a:pt x="323" y="94"/>
                </a:lnTo>
                <a:lnTo>
                  <a:pt x="324" y="93"/>
                </a:lnTo>
                <a:lnTo>
                  <a:pt x="324" y="92"/>
                </a:lnTo>
                <a:lnTo>
                  <a:pt x="324" y="91"/>
                </a:lnTo>
                <a:lnTo>
                  <a:pt x="324" y="90"/>
                </a:lnTo>
                <a:lnTo>
                  <a:pt x="323" y="89"/>
                </a:lnTo>
                <a:lnTo>
                  <a:pt x="322" y="88"/>
                </a:lnTo>
                <a:lnTo>
                  <a:pt x="321" y="87"/>
                </a:lnTo>
                <a:lnTo>
                  <a:pt x="321" y="86"/>
                </a:lnTo>
                <a:lnTo>
                  <a:pt x="320" y="86"/>
                </a:lnTo>
                <a:lnTo>
                  <a:pt x="319" y="85"/>
                </a:lnTo>
                <a:lnTo>
                  <a:pt x="319" y="84"/>
                </a:lnTo>
                <a:lnTo>
                  <a:pt x="319" y="83"/>
                </a:lnTo>
                <a:lnTo>
                  <a:pt x="318" y="83"/>
                </a:lnTo>
                <a:lnTo>
                  <a:pt x="318" y="82"/>
                </a:lnTo>
                <a:lnTo>
                  <a:pt x="317" y="83"/>
                </a:lnTo>
                <a:lnTo>
                  <a:pt x="316" y="83"/>
                </a:lnTo>
                <a:lnTo>
                  <a:pt x="315" y="83"/>
                </a:lnTo>
                <a:lnTo>
                  <a:pt x="315" y="82"/>
                </a:lnTo>
                <a:lnTo>
                  <a:pt x="314" y="81"/>
                </a:lnTo>
                <a:lnTo>
                  <a:pt x="313" y="80"/>
                </a:lnTo>
                <a:lnTo>
                  <a:pt x="312" y="79"/>
                </a:lnTo>
                <a:lnTo>
                  <a:pt x="311" y="78"/>
                </a:lnTo>
                <a:lnTo>
                  <a:pt x="311" y="77"/>
                </a:lnTo>
                <a:lnTo>
                  <a:pt x="310" y="76"/>
                </a:lnTo>
                <a:lnTo>
                  <a:pt x="310" y="75"/>
                </a:lnTo>
                <a:lnTo>
                  <a:pt x="311" y="76"/>
                </a:lnTo>
                <a:lnTo>
                  <a:pt x="312" y="76"/>
                </a:lnTo>
                <a:lnTo>
                  <a:pt x="313" y="76"/>
                </a:lnTo>
                <a:lnTo>
                  <a:pt x="317" y="76"/>
                </a:lnTo>
                <a:lnTo>
                  <a:pt x="318" y="76"/>
                </a:lnTo>
                <a:lnTo>
                  <a:pt x="318" y="77"/>
                </a:lnTo>
                <a:lnTo>
                  <a:pt x="319" y="77"/>
                </a:lnTo>
                <a:lnTo>
                  <a:pt x="320" y="77"/>
                </a:lnTo>
                <a:lnTo>
                  <a:pt x="321" y="76"/>
                </a:lnTo>
                <a:lnTo>
                  <a:pt x="322" y="76"/>
                </a:lnTo>
                <a:lnTo>
                  <a:pt x="323" y="77"/>
                </a:lnTo>
                <a:lnTo>
                  <a:pt x="324" y="77"/>
                </a:lnTo>
                <a:lnTo>
                  <a:pt x="325" y="76"/>
                </a:lnTo>
                <a:lnTo>
                  <a:pt x="325" y="75"/>
                </a:lnTo>
                <a:lnTo>
                  <a:pt x="325" y="73"/>
                </a:lnTo>
                <a:lnTo>
                  <a:pt x="325" y="72"/>
                </a:lnTo>
                <a:lnTo>
                  <a:pt x="324" y="72"/>
                </a:lnTo>
                <a:lnTo>
                  <a:pt x="324" y="70"/>
                </a:lnTo>
                <a:lnTo>
                  <a:pt x="323" y="69"/>
                </a:lnTo>
                <a:lnTo>
                  <a:pt x="323" y="68"/>
                </a:lnTo>
                <a:lnTo>
                  <a:pt x="322" y="66"/>
                </a:lnTo>
                <a:lnTo>
                  <a:pt x="322" y="65"/>
                </a:lnTo>
                <a:lnTo>
                  <a:pt x="323" y="63"/>
                </a:lnTo>
                <a:lnTo>
                  <a:pt x="323" y="62"/>
                </a:lnTo>
                <a:lnTo>
                  <a:pt x="322" y="61"/>
                </a:lnTo>
                <a:lnTo>
                  <a:pt x="322" y="60"/>
                </a:lnTo>
                <a:lnTo>
                  <a:pt x="321" y="59"/>
                </a:lnTo>
                <a:lnTo>
                  <a:pt x="321" y="58"/>
                </a:lnTo>
                <a:lnTo>
                  <a:pt x="320" y="57"/>
                </a:lnTo>
                <a:lnTo>
                  <a:pt x="320" y="55"/>
                </a:lnTo>
                <a:lnTo>
                  <a:pt x="319" y="55"/>
                </a:lnTo>
                <a:lnTo>
                  <a:pt x="318" y="52"/>
                </a:lnTo>
                <a:lnTo>
                  <a:pt x="318" y="50"/>
                </a:lnTo>
                <a:lnTo>
                  <a:pt x="319" y="49"/>
                </a:lnTo>
                <a:lnTo>
                  <a:pt x="319" y="48"/>
                </a:lnTo>
                <a:lnTo>
                  <a:pt x="319" y="47"/>
                </a:lnTo>
                <a:lnTo>
                  <a:pt x="320" y="46"/>
                </a:lnTo>
                <a:lnTo>
                  <a:pt x="321" y="45"/>
                </a:lnTo>
                <a:lnTo>
                  <a:pt x="322" y="43"/>
                </a:lnTo>
                <a:lnTo>
                  <a:pt x="323" y="43"/>
                </a:lnTo>
                <a:lnTo>
                  <a:pt x="325" y="41"/>
                </a:lnTo>
                <a:lnTo>
                  <a:pt x="327" y="40"/>
                </a:lnTo>
                <a:lnTo>
                  <a:pt x="328" y="40"/>
                </a:lnTo>
                <a:lnTo>
                  <a:pt x="329" y="40"/>
                </a:lnTo>
                <a:lnTo>
                  <a:pt x="330" y="39"/>
                </a:lnTo>
                <a:lnTo>
                  <a:pt x="330" y="38"/>
                </a:lnTo>
                <a:lnTo>
                  <a:pt x="330" y="37"/>
                </a:lnTo>
                <a:lnTo>
                  <a:pt x="330" y="36"/>
                </a:lnTo>
                <a:lnTo>
                  <a:pt x="330" y="35"/>
                </a:lnTo>
                <a:lnTo>
                  <a:pt x="331" y="35"/>
                </a:lnTo>
                <a:lnTo>
                  <a:pt x="332" y="34"/>
                </a:lnTo>
                <a:lnTo>
                  <a:pt x="333" y="34"/>
                </a:lnTo>
                <a:lnTo>
                  <a:pt x="334" y="35"/>
                </a:lnTo>
                <a:lnTo>
                  <a:pt x="335" y="35"/>
                </a:lnTo>
                <a:lnTo>
                  <a:pt x="336" y="34"/>
                </a:lnTo>
                <a:lnTo>
                  <a:pt x="337" y="34"/>
                </a:lnTo>
                <a:lnTo>
                  <a:pt x="337" y="33"/>
                </a:lnTo>
                <a:lnTo>
                  <a:pt x="338" y="32"/>
                </a:lnTo>
                <a:lnTo>
                  <a:pt x="339" y="30"/>
                </a:lnTo>
                <a:lnTo>
                  <a:pt x="339" y="29"/>
                </a:lnTo>
                <a:lnTo>
                  <a:pt x="340" y="30"/>
                </a:lnTo>
                <a:lnTo>
                  <a:pt x="341" y="31"/>
                </a:lnTo>
                <a:lnTo>
                  <a:pt x="342" y="31"/>
                </a:lnTo>
                <a:lnTo>
                  <a:pt x="343" y="31"/>
                </a:lnTo>
                <a:lnTo>
                  <a:pt x="346" y="31"/>
                </a:lnTo>
                <a:lnTo>
                  <a:pt x="347" y="31"/>
                </a:lnTo>
                <a:lnTo>
                  <a:pt x="348" y="31"/>
                </a:lnTo>
                <a:lnTo>
                  <a:pt x="351" y="31"/>
                </a:lnTo>
                <a:lnTo>
                  <a:pt x="353" y="30"/>
                </a:lnTo>
                <a:lnTo>
                  <a:pt x="355" y="29"/>
                </a:lnTo>
                <a:lnTo>
                  <a:pt x="356" y="29"/>
                </a:lnTo>
                <a:lnTo>
                  <a:pt x="357" y="29"/>
                </a:lnTo>
                <a:lnTo>
                  <a:pt x="358" y="28"/>
                </a:lnTo>
                <a:lnTo>
                  <a:pt x="360" y="28"/>
                </a:lnTo>
                <a:lnTo>
                  <a:pt x="360" y="27"/>
                </a:lnTo>
                <a:lnTo>
                  <a:pt x="360" y="28"/>
                </a:lnTo>
                <a:lnTo>
                  <a:pt x="361" y="28"/>
                </a:lnTo>
                <a:lnTo>
                  <a:pt x="362" y="28"/>
                </a:lnTo>
                <a:lnTo>
                  <a:pt x="363" y="29"/>
                </a:lnTo>
                <a:lnTo>
                  <a:pt x="365" y="29"/>
                </a:lnTo>
                <a:lnTo>
                  <a:pt x="366" y="30"/>
                </a:lnTo>
                <a:lnTo>
                  <a:pt x="367" y="30"/>
                </a:lnTo>
                <a:lnTo>
                  <a:pt x="369" y="30"/>
                </a:lnTo>
                <a:lnTo>
                  <a:pt x="369" y="29"/>
                </a:lnTo>
                <a:lnTo>
                  <a:pt x="371" y="29"/>
                </a:lnTo>
                <a:lnTo>
                  <a:pt x="372" y="29"/>
                </a:lnTo>
                <a:lnTo>
                  <a:pt x="373" y="29"/>
                </a:lnTo>
                <a:lnTo>
                  <a:pt x="373" y="28"/>
                </a:lnTo>
                <a:lnTo>
                  <a:pt x="374" y="28"/>
                </a:lnTo>
                <a:lnTo>
                  <a:pt x="375" y="27"/>
                </a:lnTo>
                <a:lnTo>
                  <a:pt x="375" y="26"/>
                </a:lnTo>
                <a:lnTo>
                  <a:pt x="375" y="24"/>
                </a:lnTo>
                <a:lnTo>
                  <a:pt x="375" y="23"/>
                </a:lnTo>
                <a:lnTo>
                  <a:pt x="374" y="21"/>
                </a:lnTo>
                <a:lnTo>
                  <a:pt x="374" y="20"/>
                </a:lnTo>
                <a:lnTo>
                  <a:pt x="373" y="20"/>
                </a:lnTo>
                <a:lnTo>
                  <a:pt x="372" y="20"/>
                </a:lnTo>
                <a:lnTo>
                  <a:pt x="372" y="19"/>
                </a:lnTo>
                <a:lnTo>
                  <a:pt x="372" y="18"/>
                </a:lnTo>
                <a:lnTo>
                  <a:pt x="373" y="17"/>
                </a:lnTo>
                <a:lnTo>
                  <a:pt x="373" y="16"/>
                </a:lnTo>
                <a:lnTo>
                  <a:pt x="374" y="15"/>
                </a:lnTo>
                <a:lnTo>
                  <a:pt x="376" y="14"/>
                </a:lnTo>
                <a:lnTo>
                  <a:pt x="376" y="13"/>
                </a:lnTo>
                <a:lnTo>
                  <a:pt x="376" y="12"/>
                </a:lnTo>
                <a:lnTo>
                  <a:pt x="376" y="10"/>
                </a:lnTo>
                <a:lnTo>
                  <a:pt x="375" y="10"/>
                </a:lnTo>
                <a:lnTo>
                  <a:pt x="376" y="10"/>
                </a:lnTo>
                <a:lnTo>
                  <a:pt x="376" y="9"/>
                </a:lnTo>
                <a:lnTo>
                  <a:pt x="377" y="9"/>
                </a:lnTo>
                <a:lnTo>
                  <a:pt x="377" y="8"/>
                </a:lnTo>
                <a:lnTo>
                  <a:pt x="378" y="8"/>
                </a:lnTo>
                <a:lnTo>
                  <a:pt x="378" y="7"/>
                </a:lnTo>
                <a:lnTo>
                  <a:pt x="379" y="6"/>
                </a:lnTo>
                <a:lnTo>
                  <a:pt x="380" y="6"/>
                </a:lnTo>
                <a:lnTo>
                  <a:pt x="380" y="7"/>
                </a:lnTo>
                <a:lnTo>
                  <a:pt x="381" y="7"/>
                </a:lnTo>
                <a:lnTo>
                  <a:pt x="382" y="7"/>
                </a:lnTo>
                <a:lnTo>
                  <a:pt x="383" y="7"/>
                </a:lnTo>
                <a:lnTo>
                  <a:pt x="383" y="6"/>
                </a:lnTo>
                <a:lnTo>
                  <a:pt x="384" y="6"/>
                </a:lnTo>
                <a:lnTo>
                  <a:pt x="384" y="7"/>
                </a:lnTo>
                <a:lnTo>
                  <a:pt x="385" y="7"/>
                </a:lnTo>
                <a:lnTo>
                  <a:pt x="385" y="8"/>
                </a:lnTo>
                <a:lnTo>
                  <a:pt x="385" y="7"/>
                </a:lnTo>
                <a:lnTo>
                  <a:pt x="386" y="6"/>
                </a:lnTo>
                <a:lnTo>
                  <a:pt x="386" y="5"/>
                </a:lnTo>
                <a:lnTo>
                  <a:pt x="387" y="5"/>
                </a:lnTo>
                <a:lnTo>
                  <a:pt x="388" y="5"/>
                </a:lnTo>
                <a:lnTo>
                  <a:pt x="389" y="5"/>
                </a:lnTo>
                <a:lnTo>
                  <a:pt x="390" y="5"/>
                </a:lnTo>
                <a:lnTo>
                  <a:pt x="391" y="5"/>
                </a:lnTo>
                <a:lnTo>
                  <a:pt x="393" y="5"/>
                </a:lnTo>
                <a:lnTo>
                  <a:pt x="394" y="5"/>
                </a:lnTo>
                <a:lnTo>
                  <a:pt x="394" y="6"/>
                </a:lnTo>
                <a:lnTo>
                  <a:pt x="398" y="6"/>
                </a:lnTo>
                <a:lnTo>
                  <a:pt x="399" y="6"/>
                </a:lnTo>
                <a:lnTo>
                  <a:pt x="400" y="7"/>
                </a:lnTo>
                <a:lnTo>
                  <a:pt x="401" y="7"/>
                </a:lnTo>
                <a:lnTo>
                  <a:pt x="401" y="6"/>
                </a:lnTo>
                <a:lnTo>
                  <a:pt x="402" y="6"/>
                </a:lnTo>
                <a:lnTo>
                  <a:pt x="403" y="6"/>
                </a:lnTo>
                <a:lnTo>
                  <a:pt x="405" y="5"/>
                </a:lnTo>
                <a:lnTo>
                  <a:pt x="406" y="4"/>
                </a:lnTo>
                <a:lnTo>
                  <a:pt x="407" y="4"/>
                </a:lnTo>
                <a:lnTo>
                  <a:pt x="408" y="3"/>
                </a:lnTo>
                <a:lnTo>
                  <a:pt x="409" y="3"/>
                </a:lnTo>
                <a:lnTo>
                  <a:pt x="410" y="3"/>
                </a:lnTo>
                <a:lnTo>
                  <a:pt x="410" y="2"/>
                </a:lnTo>
                <a:lnTo>
                  <a:pt x="412" y="1"/>
                </a:lnTo>
                <a:lnTo>
                  <a:pt x="413" y="0"/>
                </a:lnTo>
                <a:lnTo>
                  <a:pt x="414" y="0"/>
                </a:lnTo>
                <a:lnTo>
                  <a:pt x="415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2127600" y="4563720"/>
            <a:ext cx="165240" cy="350640"/>
          </a:xfrm>
          <a:custGeom>
            <a:avLst/>
            <a:gdLst/>
            <a:ahLst/>
            <a:rect l="0" t="0" r="r" b="b"/>
            <a:pathLst>
              <a:path w="459" h="974">
                <a:moveTo>
                  <a:pt x="394" y="1"/>
                </a:moveTo>
                <a:lnTo>
                  <a:pt x="395" y="2"/>
                </a:lnTo>
                <a:lnTo>
                  <a:pt x="395" y="3"/>
                </a:lnTo>
                <a:lnTo>
                  <a:pt x="396" y="4"/>
                </a:lnTo>
                <a:lnTo>
                  <a:pt x="397" y="4"/>
                </a:lnTo>
                <a:lnTo>
                  <a:pt x="397" y="5"/>
                </a:lnTo>
                <a:lnTo>
                  <a:pt x="397" y="6"/>
                </a:lnTo>
                <a:lnTo>
                  <a:pt x="398" y="6"/>
                </a:lnTo>
                <a:lnTo>
                  <a:pt x="398" y="7"/>
                </a:lnTo>
                <a:lnTo>
                  <a:pt x="398" y="8"/>
                </a:lnTo>
                <a:lnTo>
                  <a:pt x="399" y="9"/>
                </a:lnTo>
                <a:lnTo>
                  <a:pt x="399" y="10"/>
                </a:lnTo>
                <a:lnTo>
                  <a:pt x="401" y="12"/>
                </a:lnTo>
                <a:lnTo>
                  <a:pt x="402" y="14"/>
                </a:lnTo>
                <a:lnTo>
                  <a:pt x="403" y="14"/>
                </a:lnTo>
                <a:lnTo>
                  <a:pt x="403" y="15"/>
                </a:lnTo>
                <a:lnTo>
                  <a:pt x="404" y="15"/>
                </a:lnTo>
                <a:lnTo>
                  <a:pt x="404" y="16"/>
                </a:lnTo>
                <a:lnTo>
                  <a:pt x="403" y="17"/>
                </a:lnTo>
                <a:lnTo>
                  <a:pt x="404" y="18"/>
                </a:lnTo>
                <a:lnTo>
                  <a:pt x="405" y="18"/>
                </a:lnTo>
                <a:lnTo>
                  <a:pt x="405" y="19"/>
                </a:lnTo>
                <a:lnTo>
                  <a:pt x="406" y="20"/>
                </a:lnTo>
                <a:lnTo>
                  <a:pt x="408" y="20"/>
                </a:lnTo>
                <a:lnTo>
                  <a:pt x="409" y="20"/>
                </a:lnTo>
                <a:lnTo>
                  <a:pt x="409" y="19"/>
                </a:lnTo>
                <a:lnTo>
                  <a:pt x="410" y="19"/>
                </a:lnTo>
                <a:lnTo>
                  <a:pt x="410" y="20"/>
                </a:lnTo>
                <a:lnTo>
                  <a:pt x="411" y="21"/>
                </a:lnTo>
                <a:lnTo>
                  <a:pt x="412" y="21"/>
                </a:lnTo>
                <a:lnTo>
                  <a:pt x="413" y="23"/>
                </a:lnTo>
                <a:lnTo>
                  <a:pt x="412" y="23"/>
                </a:lnTo>
                <a:lnTo>
                  <a:pt x="412" y="24"/>
                </a:lnTo>
                <a:lnTo>
                  <a:pt x="412" y="28"/>
                </a:lnTo>
                <a:lnTo>
                  <a:pt x="414" y="28"/>
                </a:lnTo>
                <a:lnTo>
                  <a:pt x="414" y="29"/>
                </a:lnTo>
                <a:lnTo>
                  <a:pt x="414" y="30"/>
                </a:lnTo>
                <a:lnTo>
                  <a:pt x="414" y="31"/>
                </a:lnTo>
                <a:lnTo>
                  <a:pt x="413" y="32"/>
                </a:lnTo>
                <a:lnTo>
                  <a:pt x="413" y="33"/>
                </a:lnTo>
                <a:lnTo>
                  <a:pt x="414" y="34"/>
                </a:lnTo>
                <a:lnTo>
                  <a:pt x="413" y="37"/>
                </a:lnTo>
                <a:lnTo>
                  <a:pt x="413" y="38"/>
                </a:lnTo>
                <a:lnTo>
                  <a:pt x="412" y="39"/>
                </a:lnTo>
                <a:lnTo>
                  <a:pt x="412" y="40"/>
                </a:lnTo>
                <a:lnTo>
                  <a:pt x="412" y="41"/>
                </a:lnTo>
                <a:lnTo>
                  <a:pt x="413" y="42"/>
                </a:lnTo>
                <a:lnTo>
                  <a:pt x="414" y="42"/>
                </a:lnTo>
                <a:lnTo>
                  <a:pt x="414" y="43"/>
                </a:lnTo>
                <a:lnTo>
                  <a:pt x="415" y="43"/>
                </a:lnTo>
                <a:lnTo>
                  <a:pt x="415" y="44"/>
                </a:lnTo>
                <a:lnTo>
                  <a:pt x="416" y="44"/>
                </a:lnTo>
                <a:lnTo>
                  <a:pt x="416" y="45"/>
                </a:lnTo>
                <a:lnTo>
                  <a:pt x="416" y="46"/>
                </a:lnTo>
                <a:lnTo>
                  <a:pt x="415" y="46"/>
                </a:lnTo>
                <a:lnTo>
                  <a:pt x="415" y="47"/>
                </a:lnTo>
                <a:lnTo>
                  <a:pt x="416" y="48"/>
                </a:lnTo>
                <a:lnTo>
                  <a:pt x="416" y="49"/>
                </a:lnTo>
                <a:lnTo>
                  <a:pt x="416" y="50"/>
                </a:lnTo>
                <a:lnTo>
                  <a:pt x="416" y="51"/>
                </a:lnTo>
                <a:lnTo>
                  <a:pt x="417" y="51"/>
                </a:lnTo>
                <a:lnTo>
                  <a:pt x="417" y="52"/>
                </a:lnTo>
                <a:lnTo>
                  <a:pt x="417" y="53"/>
                </a:lnTo>
                <a:lnTo>
                  <a:pt x="417" y="54"/>
                </a:lnTo>
                <a:lnTo>
                  <a:pt x="417" y="55"/>
                </a:lnTo>
                <a:lnTo>
                  <a:pt x="418" y="56"/>
                </a:lnTo>
                <a:lnTo>
                  <a:pt x="419" y="56"/>
                </a:lnTo>
                <a:lnTo>
                  <a:pt x="422" y="55"/>
                </a:lnTo>
                <a:lnTo>
                  <a:pt x="423" y="55"/>
                </a:lnTo>
                <a:lnTo>
                  <a:pt x="425" y="56"/>
                </a:lnTo>
                <a:lnTo>
                  <a:pt x="426" y="56"/>
                </a:lnTo>
                <a:lnTo>
                  <a:pt x="427" y="56"/>
                </a:lnTo>
                <a:lnTo>
                  <a:pt x="427" y="57"/>
                </a:lnTo>
                <a:lnTo>
                  <a:pt x="428" y="57"/>
                </a:lnTo>
                <a:lnTo>
                  <a:pt x="429" y="57"/>
                </a:lnTo>
                <a:lnTo>
                  <a:pt x="429" y="56"/>
                </a:lnTo>
                <a:lnTo>
                  <a:pt x="431" y="55"/>
                </a:lnTo>
                <a:lnTo>
                  <a:pt x="431" y="54"/>
                </a:lnTo>
                <a:lnTo>
                  <a:pt x="432" y="54"/>
                </a:lnTo>
                <a:lnTo>
                  <a:pt x="432" y="55"/>
                </a:lnTo>
                <a:lnTo>
                  <a:pt x="433" y="55"/>
                </a:lnTo>
                <a:lnTo>
                  <a:pt x="433" y="54"/>
                </a:lnTo>
                <a:lnTo>
                  <a:pt x="434" y="54"/>
                </a:lnTo>
                <a:lnTo>
                  <a:pt x="436" y="55"/>
                </a:lnTo>
                <a:lnTo>
                  <a:pt x="437" y="56"/>
                </a:lnTo>
                <a:lnTo>
                  <a:pt x="437" y="57"/>
                </a:lnTo>
                <a:lnTo>
                  <a:pt x="438" y="57"/>
                </a:lnTo>
                <a:lnTo>
                  <a:pt x="439" y="57"/>
                </a:lnTo>
                <a:lnTo>
                  <a:pt x="440" y="57"/>
                </a:lnTo>
                <a:lnTo>
                  <a:pt x="440" y="56"/>
                </a:lnTo>
                <a:lnTo>
                  <a:pt x="441" y="56"/>
                </a:lnTo>
                <a:lnTo>
                  <a:pt x="441" y="55"/>
                </a:lnTo>
                <a:lnTo>
                  <a:pt x="442" y="55"/>
                </a:lnTo>
                <a:lnTo>
                  <a:pt x="442" y="56"/>
                </a:lnTo>
                <a:lnTo>
                  <a:pt x="443" y="57"/>
                </a:lnTo>
                <a:lnTo>
                  <a:pt x="444" y="57"/>
                </a:lnTo>
                <a:lnTo>
                  <a:pt x="444" y="58"/>
                </a:lnTo>
                <a:lnTo>
                  <a:pt x="444" y="59"/>
                </a:lnTo>
                <a:lnTo>
                  <a:pt x="443" y="59"/>
                </a:lnTo>
                <a:lnTo>
                  <a:pt x="443" y="60"/>
                </a:lnTo>
                <a:lnTo>
                  <a:pt x="443" y="61"/>
                </a:lnTo>
                <a:lnTo>
                  <a:pt x="443" y="62"/>
                </a:lnTo>
                <a:lnTo>
                  <a:pt x="443" y="63"/>
                </a:lnTo>
                <a:lnTo>
                  <a:pt x="442" y="63"/>
                </a:lnTo>
                <a:lnTo>
                  <a:pt x="441" y="65"/>
                </a:lnTo>
                <a:lnTo>
                  <a:pt x="440" y="65"/>
                </a:lnTo>
                <a:lnTo>
                  <a:pt x="441" y="66"/>
                </a:lnTo>
                <a:lnTo>
                  <a:pt x="441" y="67"/>
                </a:lnTo>
                <a:lnTo>
                  <a:pt x="440" y="68"/>
                </a:lnTo>
                <a:lnTo>
                  <a:pt x="439" y="69"/>
                </a:lnTo>
                <a:lnTo>
                  <a:pt x="437" y="70"/>
                </a:lnTo>
                <a:lnTo>
                  <a:pt x="436" y="71"/>
                </a:lnTo>
                <a:lnTo>
                  <a:pt x="435" y="72"/>
                </a:lnTo>
                <a:lnTo>
                  <a:pt x="434" y="72"/>
                </a:lnTo>
                <a:lnTo>
                  <a:pt x="433" y="73"/>
                </a:lnTo>
                <a:lnTo>
                  <a:pt x="432" y="73"/>
                </a:lnTo>
                <a:lnTo>
                  <a:pt x="432" y="74"/>
                </a:lnTo>
                <a:lnTo>
                  <a:pt x="429" y="74"/>
                </a:lnTo>
                <a:lnTo>
                  <a:pt x="428" y="74"/>
                </a:lnTo>
                <a:lnTo>
                  <a:pt x="427" y="74"/>
                </a:lnTo>
                <a:lnTo>
                  <a:pt x="426" y="73"/>
                </a:lnTo>
                <a:lnTo>
                  <a:pt x="425" y="73"/>
                </a:lnTo>
                <a:lnTo>
                  <a:pt x="424" y="74"/>
                </a:lnTo>
                <a:lnTo>
                  <a:pt x="423" y="74"/>
                </a:lnTo>
                <a:lnTo>
                  <a:pt x="423" y="75"/>
                </a:lnTo>
                <a:lnTo>
                  <a:pt x="422" y="75"/>
                </a:lnTo>
                <a:lnTo>
                  <a:pt x="421" y="75"/>
                </a:lnTo>
                <a:lnTo>
                  <a:pt x="421" y="76"/>
                </a:lnTo>
                <a:lnTo>
                  <a:pt x="420" y="76"/>
                </a:lnTo>
                <a:lnTo>
                  <a:pt x="420" y="77"/>
                </a:lnTo>
                <a:lnTo>
                  <a:pt x="419" y="77"/>
                </a:lnTo>
                <a:lnTo>
                  <a:pt x="418" y="77"/>
                </a:lnTo>
                <a:lnTo>
                  <a:pt x="418" y="78"/>
                </a:lnTo>
                <a:lnTo>
                  <a:pt x="417" y="78"/>
                </a:lnTo>
                <a:lnTo>
                  <a:pt x="416" y="78"/>
                </a:lnTo>
                <a:lnTo>
                  <a:pt x="415" y="77"/>
                </a:lnTo>
                <a:lnTo>
                  <a:pt x="416" y="77"/>
                </a:lnTo>
                <a:lnTo>
                  <a:pt x="415" y="77"/>
                </a:lnTo>
                <a:lnTo>
                  <a:pt x="415" y="76"/>
                </a:lnTo>
                <a:lnTo>
                  <a:pt x="414" y="77"/>
                </a:lnTo>
                <a:lnTo>
                  <a:pt x="414" y="78"/>
                </a:lnTo>
                <a:lnTo>
                  <a:pt x="413" y="79"/>
                </a:lnTo>
                <a:lnTo>
                  <a:pt x="411" y="80"/>
                </a:lnTo>
                <a:lnTo>
                  <a:pt x="412" y="81"/>
                </a:lnTo>
                <a:lnTo>
                  <a:pt x="412" y="82"/>
                </a:lnTo>
                <a:lnTo>
                  <a:pt x="412" y="83"/>
                </a:lnTo>
                <a:lnTo>
                  <a:pt x="411" y="83"/>
                </a:lnTo>
                <a:lnTo>
                  <a:pt x="411" y="82"/>
                </a:lnTo>
                <a:lnTo>
                  <a:pt x="410" y="82"/>
                </a:lnTo>
                <a:lnTo>
                  <a:pt x="410" y="83"/>
                </a:lnTo>
                <a:lnTo>
                  <a:pt x="410" y="84"/>
                </a:lnTo>
                <a:lnTo>
                  <a:pt x="409" y="84"/>
                </a:lnTo>
                <a:lnTo>
                  <a:pt x="408" y="84"/>
                </a:lnTo>
                <a:lnTo>
                  <a:pt x="406" y="84"/>
                </a:lnTo>
                <a:lnTo>
                  <a:pt x="404" y="85"/>
                </a:lnTo>
                <a:lnTo>
                  <a:pt x="404" y="86"/>
                </a:lnTo>
                <a:lnTo>
                  <a:pt x="403" y="86"/>
                </a:lnTo>
                <a:lnTo>
                  <a:pt x="403" y="87"/>
                </a:lnTo>
                <a:lnTo>
                  <a:pt x="402" y="87"/>
                </a:lnTo>
                <a:lnTo>
                  <a:pt x="401" y="87"/>
                </a:lnTo>
                <a:lnTo>
                  <a:pt x="400" y="87"/>
                </a:lnTo>
                <a:lnTo>
                  <a:pt x="400" y="86"/>
                </a:lnTo>
                <a:lnTo>
                  <a:pt x="400" y="85"/>
                </a:lnTo>
                <a:lnTo>
                  <a:pt x="398" y="84"/>
                </a:lnTo>
                <a:lnTo>
                  <a:pt x="397" y="84"/>
                </a:lnTo>
                <a:lnTo>
                  <a:pt x="397" y="85"/>
                </a:lnTo>
                <a:lnTo>
                  <a:pt x="396" y="85"/>
                </a:lnTo>
                <a:lnTo>
                  <a:pt x="396" y="86"/>
                </a:lnTo>
                <a:lnTo>
                  <a:pt x="395" y="86"/>
                </a:lnTo>
                <a:lnTo>
                  <a:pt x="394" y="86"/>
                </a:lnTo>
                <a:lnTo>
                  <a:pt x="394" y="87"/>
                </a:lnTo>
                <a:lnTo>
                  <a:pt x="394" y="88"/>
                </a:lnTo>
                <a:lnTo>
                  <a:pt x="394" y="89"/>
                </a:lnTo>
                <a:lnTo>
                  <a:pt x="395" y="90"/>
                </a:lnTo>
                <a:lnTo>
                  <a:pt x="395" y="91"/>
                </a:lnTo>
                <a:lnTo>
                  <a:pt x="395" y="92"/>
                </a:lnTo>
                <a:lnTo>
                  <a:pt x="396" y="92"/>
                </a:lnTo>
                <a:lnTo>
                  <a:pt x="396" y="93"/>
                </a:lnTo>
                <a:lnTo>
                  <a:pt x="396" y="94"/>
                </a:lnTo>
                <a:lnTo>
                  <a:pt x="396" y="95"/>
                </a:lnTo>
                <a:lnTo>
                  <a:pt x="397" y="95"/>
                </a:lnTo>
                <a:lnTo>
                  <a:pt x="397" y="96"/>
                </a:lnTo>
                <a:lnTo>
                  <a:pt x="398" y="96"/>
                </a:lnTo>
                <a:lnTo>
                  <a:pt x="398" y="97"/>
                </a:lnTo>
                <a:lnTo>
                  <a:pt x="398" y="98"/>
                </a:lnTo>
                <a:lnTo>
                  <a:pt x="399" y="99"/>
                </a:lnTo>
                <a:lnTo>
                  <a:pt x="398" y="99"/>
                </a:lnTo>
                <a:lnTo>
                  <a:pt x="398" y="100"/>
                </a:lnTo>
                <a:lnTo>
                  <a:pt x="398" y="101"/>
                </a:lnTo>
                <a:lnTo>
                  <a:pt x="398" y="103"/>
                </a:lnTo>
                <a:lnTo>
                  <a:pt x="397" y="103"/>
                </a:lnTo>
                <a:lnTo>
                  <a:pt x="397" y="104"/>
                </a:lnTo>
                <a:lnTo>
                  <a:pt x="396" y="104"/>
                </a:lnTo>
                <a:lnTo>
                  <a:pt x="395" y="104"/>
                </a:lnTo>
                <a:lnTo>
                  <a:pt x="394" y="104"/>
                </a:lnTo>
                <a:lnTo>
                  <a:pt x="394" y="105"/>
                </a:lnTo>
                <a:lnTo>
                  <a:pt x="393" y="106"/>
                </a:lnTo>
                <a:lnTo>
                  <a:pt x="392" y="106"/>
                </a:lnTo>
                <a:lnTo>
                  <a:pt x="392" y="105"/>
                </a:lnTo>
                <a:lnTo>
                  <a:pt x="391" y="105"/>
                </a:lnTo>
                <a:lnTo>
                  <a:pt x="391" y="102"/>
                </a:lnTo>
                <a:lnTo>
                  <a:pt x="390" y="101"/>
                </a:lnTo>
                <a:lnTo>
                  <a:pt x="390" y="100"/>
                </a:lnTo>
                <a:lnTo>
                  <a:pt x="389" y="100"/>
                </a:lnTo>
                <a:lnTo>
                  <a:pt x="389" y="99"/>
                </a:lnTo>
                <a:lnTo>
                  <a:pt x="388" y="99"/>
                </a:lnTo>
                <a:lnTo>
                  <a:pt x="388" y="98"/>
                </a:lnTo>
                <a:lnTo>
                  <a:pt x="387" y="98"/>
                </a:lnTo>
                <a:lnTo>
                  <a:pt x="386" y="98"/>
                </a:lnTo>
                <a:lnTo>
                  <a:pt x="385" y="98"/>
                </a:lnTo>
                <a:lnTo>
                  <a:pt x="384" y="98"/>
                </a:lnTo>
                <a:lnTo>
                  <a:pt x="384" y="99"/>
                </a:lnTo>
                <a:lnTo>
                  <a:pt x="384" y="100"/>
                </a:lnTo>
                <a:lnTo>
                  <a:pt x="385" y="101"/>
                </a:lnTo>
                <a:lnTo>
                  <a:pt x="385" y="104"/>
                </a:lnTo>
                <a:lnTo>
                  <a:pt x="385" y="105"/>
                </a:lnTo>
                <a:lnTo>
                  <a:pt x="385" y="106"/>
                </a:lnTo>
                <a:lnTo>
                  <a:pt x="385" y="107"/>
                </a:lnTo>
                <a:lnTo>
                  <a:pt x="384" y="108"/>
                </a:lnTo>
                <a:lnTo>
                  <a:pt x="384" y="109"/>
                </a:lnTo>
                <a:lnTo>
                  <a:pt x="384" y="110"/>
                </a:lnTo>
                <a:lnTo>
                  <a:pt x="383" y="110"/>
                </a:lnTo>
                <a:lnTo>
                  <a:pt x="383" y="111"/>
                </a:lnTo>
                <a:lnTo>
                  <a:pt x="381" y="112"/>
                </a:lnTo>
                <a:lnTo>
                  <a:pt x="380" y="112"/>
                </a:lnTo>
                <a:lnTo>
                  <a:pt x="379" y="112"/>
                </a:lnTo>
                <a:lnTo>
                  <a:pt x="378" y="112"/>
                </a:lnTo>
                <a:lnTo>
                  <a:pt x="378" y="113"/>
                </a:lnTo>
                <a:lnTo>
                  <a:pt x="378" y="114"/>
                </a:lnTo>
                <a:lnTo>
                  <a:pt x="378" y="115"/>
                </a:lnTo>
                <a:lnTo>
                  <a:pt x="380" y="115"/>
                </a:lnTo>
                <a:lnTo>
                  <a:pt x="381" y="115"/>
                </a:lnTo>
                <a:lnTo>
                  <a:pt x="381" y="114"/>
                </a:lnTo>
                <a:lnTo>
                  <a:pt x="382" y="115"/>
                </a:lnTo>
                <a:lnTo>
                  <a:pt x="383" y="115"/>
                </a:lnTo>
                <a:lnTo>
                  <a:pt x="384" y="115"/>
                </a:lnTo>
                <a:lnTo>
                  <a:pt x="387" y="116"/>
                </a:lnTo>
                <a:lnTo>
                  <a:pt x="388" y="116"/>
                </a:lnTo>
                <a:lnTo>
                  <a:pt x="390" y="116"/>
                </a:lnTo>
                <a:lnTo>
                  <a:pt x="391" y="116"/>
                </a:lnTo>
                <a:lnTo>
                  <a:pt x="392" y="116"/>
                </a:lnTo>
                <a:lnTo>
                  <a:pt x="392" y="117"/>
                </a:lnTo>
                <a:lnTo>
                  <a:pt x="392" y="120"/>
                </a:lnTo>
                <a:lnTo>
                  <a:pt x="392" y="121"/>
                </a:lnTo>
                <a:lnTo>
                  <a:pt x="393" y="121"/>
                </a:lnTo>
                <a:lnTo>
                  <a:pt x="393" y="122"/>
                </a:lnTo>
                <a:lnTo>
                  <a:pt x="393" y="123"/>
                </a:lnTo>
                <a:lnTo>
                  <a:pt x="393" y="124"/>
                </a:lnTo>
                <a:lnTo>
                  <a:pt x="394" y="125"/>
                </a:lnTo>
                <a:lnTo>
                  <a:pt x="395" y="126"/>
                </a:lnTo>
                <a:lnTo>
                  <a:pt x="395" y="127"/>
                </a:lnTo>
                <a:lnTo>
                  <a:pt x="396" y="126"/>
                </a:lnTo>
                <a:lnTo>
                  <a:pt x="397" y="126"/>
                </a:lnTo>
                <a:lnTo>
                  <a:pt x="398" y="126"/>
                </a:lnTo>
                <a:lnTo>
                  <a:pt x="398" y="127"/>
                </a:lnTo>
                <a:lnTo>
                  <a:pt x="399" y="127"/>
                </a:lnTo>
                <a:lnTo>
                  <a:pt x="400" y="128"/>
                </a:lnTo>
                <a:lnTo>
                  <a:pt x="401" y="128"/>
                </a:lnTo>
                <a:lnTo>
                  <a:pt x="403" y="128"/>
                </a:lnTo>
                <a:lnTo>
                  <a:pt x="404" y="128"/>
                </a:lnTo>
                <a:lnTo>
                  <a:pt x="405" y="128"/>
                </a:lnTo>
                <a:lnTo>
                  <a:pt x="406" y="128"/>
                </a:lnTo>
                <a:lnTo>
                  <a:pt x="406" y="129"/>
                </a:lnTo>
                <a:lnTo>
                  <a:pt x="407" y="129"/>
                </a:lnTo>
                <a:lnTo>
                  <a:pt x="408" y="129"/>
                </a:lnTo>
                <a:lnTo>
                  <a:pt x="408" y="128"/>
                </a:lnTo>
                <a:lnTo>
                  <a:pt x="409" y="128"/>
                </a:lnTo>
                <a:lnTo>
                  <a:pt x="410" y="128"/>
                </a:lnTo>
                <a:lnTo>
                  <a:pt x="410" y="129"/>
                </a:lnTo>
                <a:lnTo>
                  <a:pt x="410" y="128"/>
                </a:lnTo>
                <a:lnTo>
                  <a:pt x="411" y="128"/>
                </a:lnTo>
                <a:lnTo>
                  <a:pt x="411" y="127"/>
                </a:lnTo>
                <a:lnTo>
                  <a:pt x="412" y="127"/>
                </a:lnTo>
                <a:lnTo>
                  <a:pt x="413" y="127"/>
                </a:lnTo>
                <a:lnTo>
                  <a:pt x="413" y="126"/>
                </a:lnTo>
                <a:lnTo>
                  <a:pt x="414" y="125"/>
                </a:lnTo>
                <a:lnTo>
                  <a:pt x="414" y="126"/>
                </a:lnTo>
                <a:lnTo>
                  <a:pt x="414" y="125"/>
                </a:lnTo>
                <a:lnTo>
                  <a:pt x="414" y="126"/>
                </a:lnTo>
                <a:lnTo>
                  <a:pt x="415" y="126"/>
                </a:lnTo>
                <a:lnTo>
                  <a:pt x="415" y="127"/>
                </a:lnTo>
                <a:lnTo>
                  <a:pt x="416" y="127"/>
                </a:lnTo>
                <a:lnTo>
                  <a:pt x="416" y="128"/>
                </a:lnTo>
                <a:lnTo>
                  <a:pt x="415" y="129"/>
                </a:lnTo>
                <a:lnTo>
                  <a:pt x="414" y="130"/>
                </a:lnTo>
                <a:lnTo>
                  <a:pt x="413" y="130"/>
                </a:lnTo>
                <a:lnTo>
                  <a:pt x="413" y="131"/>
                </a:lnTo>
                <a:lnTo>
                  <a:pt x="413" y="132"/>
                </a:lnTo>
                <a:lnTo>
                  <a:pt x="414" y="133"/>
                </a:lnTo>
                <a:lnTo>
                  <a:pt x="415" y="134"/>
                </a:lnTo>
                <a:lnTo>
                  <a:pt x="416" y="134"/>
                </a:lnTo>
                <a:lnTo>
                  <a:pt x="416" y="135"/>
                </a:lnTo>
                <a:lnTo>
                  <a:pt x="416" y="134"/>
                </a:lnTo>
                <a:lnTo>
                  <a:pt x="417" y="134"/>
                </a:lnTo>
                <a:lnTo>
                  <a:pt x="417" y="133"/>
                </a:lnTo>
                <a:lnTo>
                  <a:pt x="418" y="133"/>
                </a:lnTo>
                <a:lnTo>
                  <a:pt x="418" y="134"/>
                </a:lnTo>
                <a:lnTo>
                  <a:pt x="418" y="133"/>
                </a:lnTo>
                <a:lnTo>
                  <a:pt x="419" y="133"/>
                </a:lnTo>
                <a:lnTo>
                  <a:pt x="420" y="133"/>
                </a:lnTo>
                <a:lnTo>
                  <a:pt x="420" y="132"/>
                </a:lnTo>
                <a:lnTo>
                  <a:pt x="421" y="132"/>
                </a:lnTo>
                <a:lnTo>
                  <a:pt x="422" y="131"/>
                </a:lnTo>
                <a:lnTo>
                  <a:pt x="423" y="132"/>
                </a:lnTo>
                <a:lnTo>
                  <a:pt x="423" y="133"/>
                </a:lnTo>
                <a:lnTo>
                  <a:pt x="423" y="134"/>
                </a:lnTo>
                <a:lnTo>
                  <a:pt x="424" y="133"/>
                </a:lnTo>
                <a:lnTo>
                  <a:pt x="425" y="133"/>
                </a:lnTo>
                <a:lnTo>
                  <a:pt x="426" y="133"/>
                </a:lnTo>
                <a:lnTo>
                  <a:pt x="427" y="133"/>
                </a:lnTo>
                <a:lnTo>
                  <a:pt x="427" y="132"/>
                </a:lnTo>
                <a:lnTo>
                  <a:pt x="428" y="132"/>
                </a:lnTo>
                <a:lnTo>
                  <a:pt x="429" y="132"/>
                </a:lnTo>
                <a:lnTo>
                  <a:pt x="430" y="132"/>
                </a:lnTo>
                <a:lnTo>
                  <a:pt x="431" y="132"/>
                </a:lnTo>
                <a:lnTo>
                  <a:pt x="432" y="132"/>
                </a:lnTo>
                <a:lnTo>
                  <a:pt x="432" y="131"/>
                </a:lnTo>
                <a:lnTo>
                  <a:pt x="433" y="131"/>
                </a:lnTo>
                <a:lnTo>
                  <a:pt x="434" y="131"/>
                </a:lnTo>
                <a:lnTo>
                  <a:pt x="435" y="131"/>
                </a:lnTo>
                <a:lnTo>
                  <a:pt x="435" y="132"/>
                </a:lnTo>
                <a:lnTo>
                  <a:pt x="436" y="132"/>
                </a:lnTo>
                <a:lnTo>
                  <a:pt x="436" y="133"/>
                </a:lnTo>
                <a:lnTo>
                  <a:pt x="436" y="135"/>
                </a:lnTo>
                <a:lnTo>
                  <a:pt x="437" y="135"/>
                </a:lnTo>
                <a:lnTo>
                  <a:pt x="437" y="136"/>
                </a:lnTo>
                <a:lnTo>
                  <a:pt x="437" y="137"/>
                </a:lnTo>
                <a:lnTo>
                  <a:pt x="436" y="137"/>
                </a:lnTo>
                <a:lnTo>
                  <a:pt x="436" y="138"/>
                </a:lnTo>
                <a:lnTo>
                  <a:pt x="435" y="138"/>
                </a:lnTo>
                <a:lnTo>
                  <a:pt x="435" y="139"/>
                </a:lnTo>
                <a:lnTo>
                  <a:pt x="436" y="139"/>
                </a:lnTo>
                <a:lnTo>
                  <a:pt x="436" y="140"/>
                </a:lnTo>
                <a:lnTo>
                  <a:pt x="437" y="141"/>
                </a:lnTo>
                <a:lnTo>
                  <a:pt x="437" y="142"/>
                </a:lnTo>
                <a:lnTo>
                  <a:pt x="438" y="143"/>
                </a:lnTo>
                <a:lnTo>
                  <a:pt x="438" y="144"/>
                </a:lnTo>
                <a:lnTo>
                  <a:pt x="439" y="144"/>
                </a:lnTo>
                <a:lnTo>
                  <a:pt x="439" y="145"/>
                </a:lnTo>
                <a:lnTo>
                  <a:pt x="439" y="146"/>
                </a:lnTo>
                <a:lnTo>
                  <a:pt x="438" y="146"/>
                </a:lnTo>
                <a:lnTo>
                  <a:pt x="438" y="147"/>
                </a:lnTo>
                <a:lnTo>
                  <a:pt x="439" y="147"/>
                </a:lnTo>
                <a:lnTo>
                  <a:pt x="439" y="148"/>
                </a:lnTo>
                <a:lnTo>
                  <a:pt x="439" y="149"/>
                </a:lnTo>
                <a:lnTo>
                  <a:pt x="438" y="149"/>
                </a:lnTo>
                <a:lnTo>
                  <a:pt x="438" y="151"/>
                </a:lnTo>
                <a:lnTo>
                  <a:pt x="439" y="151"/>
                </a:lnTo>
                <a:lnTo>
                  <a:pt x="439" y="153"/>
                </a:lnTo>
                <a:lnTo>
                  <a:pt x="439" y="154"/>
                </a:lnTo>
                <a:lnTo>
                  <a:pt x="439" y="155"/>
                </a:lnTo>
                <a:lnTo>
                  <a:pt x="439" y="156"/>
                </a:lnTo>
                <a:lnTo>
                  <a:pt x="439" y="157"/>
                </a:lnTo>
                <a:lnTo>
                  <a:pt x="439" y="158"/>
                </a:lnTo>
                <a:lnTo>
                  <a:pt x="439" y="159"/>
                </a:lnTo>
                <a:lnTo>
                  <a:pt x="439" y="161"/>
                </a:lnTo>
                <a:lnTo>
                  <a:pt x="439" y="162"/>
                </a:lnTo>
                <a:lnTo>
                  <a:pt x="439" y="163"/>
                </a:lnTo>
                <a:lnTo>
                  <a:pt x="439" y="164"/>
                </a:lnTo>
                <a:lnTo>
                  <a:pt x="439" y="165"/>
                </a:lnTo>
                <a:lnTo>
                  <a:pt x="440" y="165"/>
                </a:lnTo>
                <a:lnTo>
                  <a:pt x="441" y="165"/>
                </a:lnTo>
                <a:lnTo>
                  <a:pt x="441" y="166"/>
                </a:lnTo>
                <a:lnTo>
                  <a:pt x="441" y="167"/>
                </a:lnTo>
                <a:lnTo>
                  <a:pt x="442" y="167"/>
                </a:lnTo>
                <a:lnTo>
                  <a:pt x="442" y="168"/>
                </a:lnTo>
                <a:lnTo>
                  <a:pt x="442" y="169"/>
                </a:lnTo>
                <a:lnTo>
                  <a:pt x="443" y="169"/>
                </a:lnTo>
                <a:lnTo>
                  <a:pt x="444" y="170"/>
                </a:lnTo>
                <a:lnTo>
                  <a:pt x="445" y="170"/>
                </a:lnTo>
                <a:lnTo>
                  <a:pt x="446" y="170"/>
                </a:lnTo>
                <a:lnTo>
                  <a:pt x="446" y="169"/>
                </a:lnTo>
                <a:lnTo>
                  <a:pt x="447" y="169"/>
                </a:lnTo>
                <a:lnTo>
                  <a:pt x="448" y="170"/>
                </a:lnTo>
                <a:lnTo>
                  <a:pt x="449" y="170"/>
                </a:lnTo>
                <a:lnTo>
                  <a:pt x="450" y="170"/>
                </a:lnTo>
                <a:lnTo>
                  <a:pt x="451" y="170"/>
                </a:lnTo>
                <a:lnTo>
                  <a:pt x="452" y="171"/>
                </a:lnTo>
                <a:lnTo>
                  <a:pt x="452" y="172"/>
                </a:lnTo>
                <a:lnTo>
                  <a:pt x="452" y="173"/>
                </a:lnTo>
                <a:lnTo>
                  <a:pt x="453" y="176"/>
                </a:lnTo>
                <a:lnTo>
                  <a:pt x="454" y="176"/>
                </a:lnTo>
                <a:lnTo>
                  <a:pt x="455" y="176"/>
                </a:lnTo>
                <a:lnTo>
                  <a:pt x="455" y="175"/>
                </a:lnTo>
                <a:lnTo>
                  <a:pt x="456" y="175"/>
                </a:lnTo>
                <a:lnTo>
                  <a:pt x="456" y="174"/>
                </a:lnTo>
                <a:lnTo>
                  <a:pt x="458" y="173"/>
                </a:lnTo>
                <a:lnTo>
                  <a:pt x="459" y="173"/>
                </a:lnTo>
                <a:lnTo>
                  <a:pt x="459" y="174"/>
                </a:lnTo>
                <a:lnTo>
                  <a:pt x="459" y="175"/>
                </a:lnTo>
                <a:lnTo>
                  <a:pt x="459" y="176"/>
                </a:lnTo>
                <a:lnTo>
                  <a:pt x="459" y="177"/>
                </a:lnTo>
                <a:lnTo>
                  <a:pt x="458" y="177"/>
                </a:lnTo>
                <a:lnTo>
                  <a:pt x="458" y="178"/>
                </a:lnTo>
                <a:lnTo>
                  <a:pt x="459" y="178"/>
                </a:lnTo>
                <a:lnTo>
                  <a:pt x="459" y="180"/>
                </a:lnTo>
                <a:lnTo>
                  <a:pt x="459" y="181"/>
                </a:lnTo>
                <a:lnTo>
                  <a:pt x="458" y="181"/>
                </a:lnTo>
                <a:lnTo>
                  <a:pt x="457" y="182"/>
                </a:lnTo>
                <a:lnTo>
                  <a:pt x="457" y="183"/>
                </a:lnTo>
                <a:lnTo>
                  <a:pt x="456" y="184"/>
                </a:lnTo>
                <a:lnTo>
                  <a:pt x="457" y="185"/>
                </a:lnTo>
                <a:lnTo>
                  <a:pt x="457" y="186"/>
                </a:lnTo>
                <a:lnTo>
                  <a:pt x="456" y="188"/>
                </a:lnTo>
                <a:lnTo>
                  <a:pt x="455" y="188"/>
                </a:lnTo>
                <a:lnTo>
                  <a:pt x="455" y="189"/>
                </a:lnTo>
                <a:lnTo>
                  <a:pt x="454" y="189"/>
                </a:lnTo>
                <a:lnTo>
                  <a:pt x="453" y="189"/>
                </a:lnTo>
                <a:lnTo>
                  <a:pt x="453" y="190"/>
                </a:lnTo>
                <a:lnTo>
                  <a:pt x="453" y="191"/>
                </a:lnTo>
                <a:lnTo>
                  <a:pt x="454" y="191"/>
                </a:lnTo>
                <a:lnTo>
                  <a:pt x="454" y="192"/>
                </a:lnTo>
                <a:lnTo>
                  <a:pt x="453" y="193"/>
                </a:lnTo>
                <a:lnTo>
                  <a:pt x="453" y="194"/>
                </a:lnTo>
                <a:lnTo>
                  <a:pt x="453" y="195"/>
                </a:lnTo>
                <a:lnTo>
                  <a:pt x="453" y="196"/>
                </a:lnTo>
                <a:lnTo>
                  <a:pt x="453" y="197"/>
                </a:lnTo>
                <a:lnTo>
                  <a:pt x="452" y="197"/>
                </a:lnTo>
                <a:lnTo>
                  <a:pt x="452" y="198"/>
                </a:lnTo>
                <a:lnTo>
                  <a:pt x="452" y="200"/>
                </a:lnTo>
                <a:lnTo>
                  <a:pt x="451" y="200"/>
                </a:lnTo>
                <a:lnTo>
                  <a:pt x="451" y="201"/>
                </a:lnTo>
                <a:lnTo>
                  <a:pt x="451" y="202"/>
                </a:lnTo>
                <a:lnTo>
                  <a:pt x="451" y="203"/>
                </a:lnTo>
                <a:lnTo>
                  <a:pt x="451" y="204"/>
                </a:lnTo>
                <a:lnTo>
                  <a:pt x="451" y="205"/>
                </a:lnTo>
                <a:lnTo>
                  <a:pt x="451" y="206"/>
                </a:lnTo>
                <a:lnTo>
                  <a:pt x="451" y="207"/>
                </a:lnTo>
                <a:lnTo>
                  <a:pt x="451" y="208"/>
                </a:lnTo>
                <a:lnTo>
                  <a:pt x="452" y="209"/>
                </a:lnTo>
                <a:lnTo>
                  <a:pt x="452" y="210"/>
                </a:lnTo>
                <a:lnTo>
                  <a:pt x="451" y="211"/>
                </a:lnTo>
                <a:lnTo>
                  <a:pt x="451" y="212"/>
                </a:lnTo>
                <a:lnTo>
                  <a:pt x="451" y="213"/>
                </a:lnTo>
                <a:lnTo>
                  <a:pt x="450" y="213"/>
                </a:lnTo>
                <a:lnTo>
                  <a:pt x="449" y="213"/>
                </a:lnTo>
                <a:lnTo>
                  <a:pt x="449" y="214"/>
                </a:lnTo>
                <a:lnTo>
                  <a:pt x="448" y="214"/>
                </a:lnTo>
                <a:lnTo>
                  <a:pt x="448" y="215"/>
                </a:lnTo>
                <a:lnTo>
                  <a:pt x="448" y="216"/>
                </a:lnTo>
                <a:lnTo>
                  <a:pt x="448" y="217"/>
                </a:lnTo>
                <a:lnTo>
                  <a:pt x="448" y="218"/>
                </a:lnTo>
                <a:lnTo>
                  <a:pt x="447" y="219"/>
                </a:lnTo>
                <a:lnTo>
                  <a:pt x="447" y="220"/>
                </a:lnTo>
                <a:lnTo>
                  <a:pt x="447" y="221"/>
                </a:lnTo>
                <a:lnTo>
                  <a:pt x="447" y="222"/>
                </a:lnTo>
                <a:lnTo>
                  <a:pt x="448" y="222"/>
                </a:lnTo>
                <a:lnTo>
                  <a:pt x="448" y="223"/>
                </a:lnTo>
                <a:lnTo>
                  <a:pt x="449" y="223"/>
                </a:lnTo>
                <a:lnTo>
                  <a:pt x="449" y="224"/>
                </a:lnTo>
                <a:lnTo>
                  <a:pt x="448" y="225"/>
                </a:lnTo>
                <a:lnTo>
                  <a:pt x="447" y="225"/>
                </a:lnTo>
                <a:lnTo>
                  <a:pt x="447" y="226"/>
                </a:lnTo>
                <a:lnTo>
                  <a:pt x="448" y="227"/>
                </a:lnTo>
                <a:lnTo>
                  <a:pt x="448" y="228"/>
                </a:lnTo>
                <a:lnTo>
                  <a:pt x="449" y="228"/>
                </a:lnTo>
                <a:lnTo>
                  <a:pt x="450" y="228"/>
                </a:lnTo>
                <a:lnTo>
                  <a:pt x="451" y="228"/>
                </a:lnTo>
                <a:lnTo>
                  <a:pt x="452" y="228"/>
                </a:lnTo>
                <a:lnTo>
                  <a:pt x="453" y="228"/>
                </a:lnTo>
                <a:lnTo>
                  <a:pt x="454" y="229"/>
                </a:lnTo>
                <a:lnTo>
                  <a:pt x="454" y="230"/>
                </a:lnTo>
                <a:lnTo>
                  <a:pt x="454" y="231"/>
                </a:lnTo>
                <a:lnTo>
                  <a:pt x="454" y="232"/>
                </a:lnTo>
                <a:lnTo>
                  <a:pt x="454" y="233"/>
                </a:lnTo>
                <a:lnTo>
                  <a:pt x="453" y="234"/>
                </a:lnTo>
                <a:lnTo>
                  <a:pt x="452" y="234"/>
                </a:lnTo>
                <a:lnTo>
                  <a:pt x="452" y="233"/>
                </a:lnTo>
                <a:lnTo>
                  <a:pt x="451" y="233"/>
                </a:lnTo>
                <a:lnTo>
                  <a:pt x="451" y="234"/>
                </a:lnTo>
                <a:lnTo>
                  <a:pt x="451" y="235"/>
                </a:lnTo>
                <a:lnTo>
                  <a:pt x="451" y="236"/>
                </a:lnTo>
                <a:lnTo>
                  <a:pt x="450" y="236"/>
                </a:lnTo>
                <a:lnTo>
                  <a:pt x="449" y="236"/>
                </a:lnTo>
                <a:lnTo>
                  <a:pt x="449" y="237"/>
                </a:lnTo>
                <a:lnTo>
                  <a:pt x="448" y="237"/>
                </a:lnTo>
                <a:lnTo>
                  <a:pt x="448" y="236"/>
                </a:lnTo>
                <a:lnTo>
                  <a:pt x="447" y="236"/>
                </a:lnTo>
                <a:lnTo>
                  <a:pt x="446" y="236"/>
                </a:lnTo>
                <a:lnTo>
                  <a:pt x="445" y="236"/>
                </a:lnTo>
                <a:lnTo>
                  <a:pt x="444" y="237"/>
                </a:lnTo>
                <a:lnTo>
                  <a:pt x="444" y="238"/>
                </a:lnTo>
                <a:lnTo>
                  <a:pt x="443" y="240"/>
                </a:lnTo>
                <a:lnTo>
                  <a:pt x="444" y="241"/>
                </a:lnTo>
                <a:lnTo>
                  <a:pt x="443" y="241"/>
                </a:lnTo>
                <a:lnTo>
                  <a:pt x="442" y="242"/>
                </a:lnTo>
                <a:lnTo>
                  <a:pt x="442" y="243"/>
                </a:lnTo>
                <a:lnTo>
                  <a:pt x="442" y="244"/>
                </a:lnTo>
                <a:lnTo>
                  <a:pt x="443" y="244"/>
                </a:lnTo>
                <a:lnTo>
                  <a:pt x="443" y="245"/>
                </a:lnTo>
                <a:lnTo>
                  <a:pt x="443" y="246"/>
                </a:lnTo>
                <a:lnTo>
                  <a:pt x="443" y="247"/>
                </a:lnTo>
                <a:lnTo>
                  <a:pt x="443" y="248"/>
                </a:lnTo>
                <a:lnTo>
                  <a:pt x="443" y="249"/>
                </a:lnTo>
                <a:lnTo>
                  <a:pt x="442" y="249"/>
                </a:lnTo>
                <a:lnTo>
                  <a:pt x="443" y="249"/>
                </a:lnTo>
                <a:lnTo>
                  <a:pt x="442" y="250"/>
                </a:lnTo>
                <a:lnTo>
                  <a:pt x="442" y="252"/>
                </a:lnTo>
                <a:lnTo>
                  <a:pt x="441" y="252"/>
                </a:lnTo>
                <a:lnTo>
                  <a:pt x="440" y="253"/>
                </a:lnTo>
                <a:lnTo>
                  <a:pt x="440" y="252"/>
                </a:lnTo>
                <a:lnTo>
                  <a:pt x="439" y="252"/>
                </a:lnTo>
                <a:lnTo>
                  <a:pt x="439" y="253"/>
                </a:lnTo>
                <a:lnTo>
                  <a:pt x="438" y="253"/>
                </a:lnTo>
                <a:lnTo>
                  <a:pt x="437" y="253"/>
                </a:lnTo>
                <a:lnTo>
                  <a:pt x="436" y="252"/>
                </a:lnTo>
                <a:lnTo>
                  <a:pt x="435" y="252"/>
                </a:lnTo>
                <a:lnTo>
                  <a:pt x="435" y="253"/>
                </a:lnTo>
                <a:lnTo>
                  <a:pt x="434" y="253"/>
                </a:lnTo>
                <a:lnTo>
                  <a:pt x="433" y="253"/>
                </a:lnTo>
                <a:lnTo>
                  <a:pt x="432" y="254"/>
                </a:lnTo>
                <a:lnTo>
                  <a:pt x="431" y="253"/>
                </a:lnTo>
                <a:lnTo>
                  <a:pt x="431" y="254"/>
                </a:lnTo>
                <a:lnTo>
                  <a:pt x="430" y="254"/>
                </a:lnTo>
                <a:lnTo>
                  <a:pt x="429" y="255"/>
                </a:lnTo>
                <a:lnTo>
                  <a:pt x="428" y="255"/>
                </a:lnTo>
                <a:lnTo>
                  <a:pt x="427" y="255"/>
                </a:lnTo>
                <a:lnTo>
                  <a:pt x="426" y="255"/>
                </a:lnTo>
                <a:lnTo>
                  <a:pt x="426" y="256"/>
                </a:lnTo>
                <a:lnTo>
                  <a:pt x="426" y="257"/>
                </a:lnTo>
                <a:lnTo>
                  <a:pt x="426" y="258"/>
                </a:lnTo>
                <a:lnTo>
                  <a:pt x="425" y="258"/>
                </a:lnTo>
                <a:lnTo>
                  <a:pt x="424" y="258"/>
                </a:lnTo>
                <a:lnTo>
                  <a:pt x="423" y="258"/>
                </a:lnTo>
                <a:lnTo>
                  <a:pt x="423" y="257"/>
                </a:lnTo>
                <a:lnTo>
                  <a:pt x="422" y="257"/>
                </a:lnTo>
                <a:lnTo>
                  <a:pt x="422" y="256"/>
                </a:lnTo>
                <a:lnTo>
                  <a:pt x="421" y="256"/>
                </a:lnTo>
                <a:lnTo>
                  <a:pt x="420" y="257"/>
                </a:lnTo>
                <a:lnTo>
                  <a:pt x="420" y="258"/>
                </a:lnTo>
                <a:lnTo>
                  <a:pt x="419" y="259"/>
                </a:lnTo>
                <a:lnTo>
                  <a:pt x="418" y="259"/>
                </a:lnTo>
                <a:lnTo>
                  <a:pt x="417" y="259"/>
                </a:lnTo>
                <a:lnTo>
                  <a:pt x="416" y="259"/>
                </a:lnTo>
                <a:lnTo>
                  <a:pt x="414" y="258"/>
                </a:lnTo>
                <a:lnTo>
                  <a:pt x="414" y="257"/>
                </a:lnTo>
                <a:lnTo>
                  <a:pt x="414" y="256"/>
                </a:lnTo>
                <a:lnTo>
                  <a:pt x="414" y="255"/>
                </a:lnTo>
                <a:lnTo>
                  <a:pt x="413" y="255"/>
                </a:lnTo>
                <a:lnTo>
                  <a:pt x="413" y="254"/>
                </a:lnTo>
                <a:lnTo>
                  <a:pt x="412" y="253"/>
                </a:lnTo>
                <a:lnTo>
                  <a:pt x="411" y="253"/>
                </a:lnTo>
                <a:lnTo>
                  <a:pt x="410" y="252"/>
                </a:lnTo>
                <a:lnTo>
                  <a:pt x="409" y="253"/>
                </a:lnTo>
                <a:lnTo>
                  <a:pt x="408" y="253"/>
                </a:lnTo>
                <a:lnTo>
                  <a:pt x="408" y="252"/>
                </a:lnTo>
                <a:lnTo>
                  <a:pt x="409" y="252"/>
                </a:lnTo>
                <a:lnTo>
                  <a:pt x="409" y="251"/>
                </a:lnTo>
                <a:lnTo>
                  <a:pt x="408" y="250"/>
                </a:lnTo>
                <a:lnTo>
                  <a:pt x="407" y="249"/>
                </a:lnTo>
                <a:lnTo>
                  <a:pt x="406" y="248"/>
                </a:lnTo>
                <a:lnTo>
                  <a:pt x="406" y="247"/>
                </a:lnTo>
                <a:lnTo>
                  <a:pt x="405" y="247"/>
                </a:lnTo>
                <a:lnTo>
                  <a:pt x="405" y="248"/>
                </a:lnTo>
                <a:lnTo>
                  <a:pt x="404" y="248"/>
                </a:lnTo>
                <a:lnTo>
                  <a:pt x="403" y="248"/>
                </a:lnTo>
                <a:lnTo>
                  <a:pt x="402" y="249"/>
                </a:lnTo>
                <a:lnTo>
                  <a:pt x="401" y="249"/>
                </a:lnTo>
                <a:lnTo>
                  <a:pt x="401" y="250"/>
                </a:lnTo>
                <a:lnTo>
                  <a:pt x="401" y="251"/>
                </a:lnTo>
                <a:lnTo>
                  <a:pt x="400" y="251"/>
                </a:lnTo>
                <a:lnTo>
                  <a:pt x="401" y="251"/>
                </a:lnTo>
                <a:lnTo>
                  <a:pt x="401" y="252"/>
                </a:lnTo>
                <a:lnTo>
                  <a:pt x="400" y="252"/>
                </a:lnTo>
                <a:lnTo>
                  <a:pt x="400" y="254"/>
                </a:lnTo>
                <a:lnTo>
                  <a:pt x="399" y="254"/>
                </a:lnTo>
                <a:lnTo>
                  <a:pt x="398" y="254"/>
                </a:lnTo>
                <a:lnTo>
                  <a:pt x="398" y="253"/>
                </a:lnTo>
                <a:lnTo>
                  <a:pt x="397" y="253"/>
                </a:lnTo>
                <a:lnTo>
                  <a:pt x="395" y="254"/>
                </a:lnTo>
                <a:lnTo>
                  <a:pt x="394" y="255"/>
                </a:lnTo>
                <a:lnTo>
                  <a:pt x="394" y="256"/>
                </a:lnTo>
                <a:lnTo>
                  <a:pt x="393" y="257"/>
                </a:lnTo>
                <a:lnTo>
                  <a:pt x="393" y="258"/>
                </a:lnTo>
                <a:lnTo>
                  <a:pt x="393" y="259"/>
                </a:lnTo>
                <a:lnTo>
                  <a:pt x="392" y="259"/>
                </a:lnTo>
                <a:lnTo>
                  <a:pt x="391" y="259"/>
                </a:lnTo>
                <a:lnTo>
                  <a:pt x="390" y="258"/>
                </a:lnTo>
                <a:lnTo>
                  <a:pt x="389" y="258"/>
                </a:lnTo>
                <a:lnTo>
                  <a:pt x="388" y="258"/>
                </a:lnTo>
                <a:lnTo>
                  <a:pt x="388" y="259"/>
                </a:lnTo>
                <a:lnTo>
                  <a:pt x="388" y="260"/>
                </a:lnTo>
                <a:lnTo>
                  <a:pt x="387" y="262"/>
                </a:lnTo>
                <a:lnTo>
                  <a:pt x="385" y="265"/>
                </a:lnTo>
                <a:lnTo>
                  <a:pt x="384" y="266"/>
                </a:lnTo>
                <a:lnTo>
                  <a:pt x="382" y="267"/>
                </a:lnTo>
                <a:lnTo>
                  <a:pt x="381" y="267"/>
                </a:lnTo>
                <a:lnTo>
                  <a:pt x="381" y="268"/>
                </a:lnTo>
                <a:lnTo>
                  <a:pt x="381" y="269"/>
                </a:lnTo>
                <a:lnTo>
                  <a:pt x="381" y="270"/>
                </a:lnTo>
                <a:lnTo>
                  <a:pt x="381" y="271"/>
                </a:lnTo>
                <a:lnTo>
                  <a:pt x="380" y="271"/>
                </a:lnTo>
                <a:lnTo>
                  <a:pt x="379" y="271"/>
                </a:lnTo>
                <a:lnTo>
                  <a:pt x="378" y="271"/>
                </a:lnTo>
                <a:lnTo>
                  <a:pt x="377" y="271"/>
                </a:lnTo>
                <a:lnTo>
                  <a:pt x="376" y="273"/>
                </a:lnTo>
                <a:lnTo>
                  <a:pt x="376" y="276"/>
                </a:lnTo>
                <a:lnTo>
                  <a:pt x="377" y="279"/>
                </a:lnTo>
                <a:lnTo>
                  <a:pt x="377" y="281"/>
                </a:lnTo>
                <a:lnTo>
                  <a:pt x="378" y="284"/>
                </a:lnTo>
                <a:lnTo>
                  <a:pt x="378" y="286"/>
                </a:lnTo>
                <a:lnTo>
                  <a:pt x="378" y="287"/>
                </a:lnTo>
                <a:lnTo>
                  <a:pt x="378" y="288"/>
                </a:lnTo>
                <a:lnTo>
                  <a:pt x="379" y="289"/>
                </a:lnTo>
                <a:lnTo>
                  <a:pt x="380" y="289"/>
                </a:lnTo>
                <a:lnTo>
                  <a:pt x="381" y="290"/>
                </a:lnTo>
                <a:lnTo>
                  <a:pt x="381" y="291"/>
                </a:lnTo>
                <a:lnTo>
                  <a:pt x="382" y="292"/>
                </a:lnTo>
                <a:lnTo>
                  <a:pt x="383" y="293"/>
                </a:lnTo>
                <a:lnTo>
                  <a:pt x="384" y="293"/>
                </a:lnTo>
                <a:lnTo>
                  <a:pt x="385" y="294"/>
                </a:lnTo>
                <a:lnTo>
                  <a:pt x="386" y="293"/>
                </a:lnTo>
                <a:lnTo>
                  <a:pt x="386" y="294"/>
                </a:lnTo>
                <a:lnTo>
                  <a:pt x="387" y="294"/>
                </a:lnTo>
                <a:lnTo>
                  <a:pt x="388" y="297"/>
                </a:lnTo>
                <a:lnTo>
                  <a:pt x="388" y="298"/>
                </a:lnTo>
                <a:lnTo>
                  <a:pt x="387" y="299"/>
                </a:lnTo>
                <a:lnTo>
                  <a:pt x="386" y="299"/>
                </a:lnTo>
                <a:lnTo>
                  <a:pt x="385" y="301"/>
                </a:lnTo>
                <a:lnTo>
                  <a:pt x="386" y="302"/>
                </a:lnTo>
                <a:lnTo>
                  <a:pt x="386" y="304"/>
                </a:lnTo>
                <a:lnTo>
                  <a:pt x="386" y="305"/>
                </a:lnTo>
                <a:lnTo>
                  <a:pt x="386" y="306"/>
                </a:lnTo>
                <a:lnTo>
                  <a:pt x="385" y="306"/>
                </a:lnTo>
                <a:lnTo>
                  <a:pt x="384" y="306"/>
                </a:lnTo>
                <a:lnTo>
                  <a:pt x="383" y="306"/>
                </a:lnTo>
                <a:lnTo>
                  <a:pt x="382" y="306"/>
                </a:lnTo>
                <a:lnTo>
                  <a:pt x="382" y="307"/>
                </a:lnTo>
                <a:lnTo>
                  <a:pt x="380" y="311"/>
                </a:lnTo>
                <a:lnTo>
                  <a:pt x="380" y="313"/>
                </a:lnTo>
                <a:lnTo>
                  <a:pt x="380" y="314"/>
                </a:lnTo>
                <a:lnTo>
                  <a:pt x="379" y="315"/>
                </a:lnTo>
                <a:lnTo>
                  <a:pt x="378" y="316"/>
                </a:lnTo>
                <a:lnTo>
                  <a:pt x="377" y="315"/>
                </a:lnTo>
                <a:lnTo>
                  <a:pt x="375" y="315"/>
                </a:lnTo>
                <a:lnTo>
                  <a:pt x="375" y="314"/>
                </a:lnTo>
                <a:lnTo>
                  <a:pt x="374" y="314"/>
                </a:lnTo>
                <a:lnTo>
                  <a:pt x="373" y="314"/>
                </a:lnTo>
                <a:lnTo>
                  <a:pt x="373" y="317"/>
                </a:lnTo>
                <a:lnTo>
                  <a:pt x="374" y="319"/>
                </a:lnTo>
                <a:lnTo>
                  <a:pt x="374" y="320"/>
                </a:lnTo>
                <a:lnTo>
                  <a:pt x="374" y="321"/>
                </a:lnTo>
                <a:lnTo>
                  <a:pt x="373" y="323"/>
                </a:lnTo>
                <a:lnTo>
                  <a:pt x="373" y="324"/>
                </a:lnTo>
                <a:lnTo>
                  <a:pt x="371" y="324"/>
                </a:lnTo>
                <a:lnTo>
                  <a:pt x="370" y="325"/>
                </a:lnTo>
                <a:lnTo>
                  <a:pt x="368" y="324"/>
                </a:lnTo>
                <a:lnTo>
                  <a:pt x="365" y="324"/>
                </a:lnTo>
                <a:lnTo>
                  <a:pt x="363" y="325"/>
                </a:lnTo>
                <a:lnTo>
                  <a:pt x="362" y="327"/>
                </a:lnTo>
                <a:lnTo>
                  <a:pt x="362" y="328"/>
                </a:lnTo>
                <a:lnTo>
                  <a:pt x="362" y="330"/>
                </a:lnTo>
                <a:lnTo>
                  <a:pt x="362" y="331"/>
                </a:lnTo>
                <a:lnTo>
                  <a:pt x="362" y="332"/>
                </a:lnTo>
                <a:lnTo>
                  <a:pt x="363" y="332"/>
                </a:lnTo>
                <a:lnTo>
                  <a:pt x="363" y="333"/>
                </a:lnTo>
                <a:lnTo>
                  <a:pt x="363" y="334"/>
                </a:lnTo>
                <a:lnTo>
                  <a:pt x="361" y="336"/>
                </a:lnTo>
                <a:lnTo>
                  <a:pt x="360" y="337"/>
                </a:lnTo>
                <a:lnTo>
                  <a:pt x="358" y="338"/>
                </a:lnTo>
                <a:lnTo>
                  <a:pt x="357" y="339"/>
                </a:lnTo>
                <a:lnTo>
                  <a:pt x="357" y="340"/>
                </a:lnTo>
                <a:lnTo>
                  <a:pt x="357" y="341"/>
                </a:lnTo>
                <a:lnTo>
                  <a:pt x="358" y="342"/>
                </a:lnTo>
                <a:lnTo>
                  <a:pt x="358" y="344"/>
                </a:lnTo>
                <a:lnTo>
                  <a:pt x="358" y="345"/>
                </a:lnTo>
                <a:lnTo>
                  <a:pt x="357" y="346"/>
                </a:lnTo>
                <a:lnTo>
                  <a:pt x="357" y="347"/>
                </a:lnTo>
                <a:lnTo>
                  <a:pt x="358" y="348"/>
                </a:lnTo>
                <a:lnTo>
                  <a:pt x="358" y="349"/>
                </a:lnTo>
                <a:lnTo>
                  <a:pt x="358" y="350"/>
                </a:lnTo>
                <a:lnTo>
                  <a:pt x="358" y="351"/>
                </a:lnTo>
                <a:lnTo>
                  <a:pt x="359" y="351"/>
                </a:lnTo>
                <a:lnTo>
                  <a:pt x="359" y="352"/>
                </a:lnTo>
                <a:lnTo>
                  <a:pt x="360" y="352"/>
                </a:lnTo>
                <a:lnTo>
                  <a:pt x="361" y="353"/>
                </a:lnTo>
                <a:lnTo>
                  <a:pt x="362" y="353"/>
                </a:lnTo>
                <a:lnTo>
                  <a:pt x="362" y="354"/>
                </a:lnTo>
                <a:lnTo>
                  <a:pt x="363" y="354"/>
                </a:lnTo>
                <a:lnTo>
                  <a:pt x="362" y="354"/>
                </a:lnTo>
                <a:lnTo>
                  <a:pt x="362" y="355"/>
                </a:lnTo>
                <a:lnTo>
                  <a:pt x="361" y="355"/>
                </a:lnTo>
                <a:lnTo>
                  <a:pt x="360" y="355"/>
                </a:lnTo>
                <a:lnTo>
                  <a:pt x="360" y="356"/>
                </a:lnTo>
                <a:lnTo>
                  <a:pt x="360" y="358"/>
                </a:lnTo>
                <a:lnTo>
                  <a:pt x="360" y="360"/>
                </a:lnTo>
                <a:lnTo>
                  <a:pt x="359" y="360"/>
                </a:lnTo>
                <a:lnTo>
                  <a:pt x="358" y="360"/>
                </a:lnTo>
                <a:lnTo>
                  <a:pt x="357" y="360"/>
                </a:lnTo>
                <a:lnTo>
                  <a:pt x="356" y="361"/>
                </a:lnTo>
                <a:lnTo>
                  <a:pt x="356" y="368"/>
                </a:lnTo>
                <a:lnTo>
                  <a:pt x="356" y="369"/>
                </a:lnTo>
                <a:lnTo>
                  <a:pt x="357" y="369"/>
                </a:lnTo>
                <a:lnTo>
                  <a:pt x="357" y="370"/>
                </a:lnTo>
                <a:lnTo>
                  <a:pt x="358" y="371"/>
                </a:lnTo>
                <a:lnTo>
                  <a:pt x="359" y="371"/>
                </a:lnTo>
                <a:lnTo>
                  <a:pt x="360" y="372"/>
                </a:lnTo>
                <a:lnTo>
                  <a:pt x="361" y="372"/>
                </a:lnTo>
                <a:lnTo>
                  <a:pt x="361" y="373"/>
                </a:lnTo>
                <a:lnTo>
                  <a:pt x="361" y="374"/>
                </a:lnTo>
                <a:lnTo>
                  <a:pt x="360" y="375"/>
                </a:lnTo>
                <a:lnTo>
                  <a:pt x="359" y="377"/>
                </a:lnTo>
                <a:lnTo>
                  <a:pt x="359" y="381"/>
                </a:lnTo>
                <a:lnTo>
                  <a:pt x="359" y="384"/>
                </a:lnTo>
                <a:lnTo>
                  <a:pt x="360" y="385"/>
                </a:lnTo>
                <a:lnTo>
                  <a:pt x="360" y="386"/>
                </a:lnTo>
                <a:lnTo>
                  <a:pt x="362" y="388"/>
                </a:lnTo>
                <a:lnTo>
                  <a:pt x="364" y="388"/>
                </a:lnTo>
                <a:lnTo>
                  <a:pt x="365" y="388"/>
                </a:lnTo>
                <a:lnTo>
                  <a:pt x="366" y="388"/>
                </a:lnTo>
                <a:lnTo>
                  <a:pt x="369" y="389"/>
                </a:lnTo>
                <a:lnTo>
                  <a:pt x="372" y="388"/>
                </a:lnTo>
                <a:lnTo>
                  <a:pt x="373" y="388"/>
                </a:lnTo>
                <a:lnTo>
                  <a:pt x="373" y="389"/>
                </a:lnTo>
                <a:lnTo>
                  <a:pt x="374" y="390"/>
                </a:lnTo>
                <a:lnTo>
                  <a:pt x="375" y="391"/>
                </a:lnTo>
                <a:lnTo>
                  <a:pt x="377" y="392"/>
                </a:lnTo>
                <a:lnTo>
                  <a:pt x="379" y="392"/>
                </a:lnTo>
                <a:lnTo>
                  <a:pt x="380" y="392"/>
                </a:lnTo>
                <a:lnTo>
                  <a:pt x="381" y="392"/>
                </a:lnTo>
                <a:lnTo>
                  <a:pt x="382" y="394"/>
                </a:lnTo>
                <a:lnTo>
                  <a:pt x="385" y="397"/>
                </a:lnTo>
                <a:lnTo>
                  <a:pt x="389" y="397"/>
                </a:lnTo>
                <a:lnTo>
                  <a:pt x="390" y="398"/>
                </a:lnTo>
                <a:lnTo>
                  <a:pt x="391" y="398"/>
                </a:lnTo>
                <a:lnTo>
                  <a:pt x="391" y="397"/>
                </a:lnTo>
                <a:lnTo>
                  <a:pt x="393" y="397"/>
                </a:lnTo>
                <a:lnTo>
                  <a:pt x="394" y="397"/>
                </a:lnTo>
                <a:lnTo>
                  <a:pt x="395" y="397"/>
                </a:lnTo>
                <a:lnTo>
                  <a:pt x="394" y="400"/>
                </a:lnTo>
                <a:lnTo>
                  <a:pt x="393" y="403"/>
                </a:lnTo>
                <a:lnTo>
                  <a:pt x="393" y="404"/>
                </a:lnTo>
                <a:lnTo>
                  <a:pt x="393" y="405"/>
                </a:lnTo>
                <a:lnTo>
                  <a:pt x="394" y="406"/>
                </a:lnTo>
                <a:lnTo>
                  <a:pt x="398" y="410"/>
                </a:lnTo>
                <a:lnTo>
                  <a:pt x="401" y="413"/>
                </a:lnTo>
                <a:lnTo>
                  <a:pt x="402" y="420"/>
                </a:lnTo>
                <a:lnTo>
                  <a:pt x="400" y="421"/>
                </a:lnTo>
                <a:lnTo>
                  <a:pt x="400" y="422"/>
                </a:lnTo>
                <a:lnTo>
                  <a:pt x="401" y="423"/>
                </a:lnTo>
                <a:lnTo>
                  <a:pt x="402" y="423"/>
                </a:lnTo>
                <a:lnTo>
                  <a:pt x="403" y="423"/>
                </a:lnTo>
                <a:lnTo>
                  <a:pt x="404" y="423"/>
                </a:lnTo>
                <a:lnTo>
                  <a:pt x="404" y="424"/>
                </a:lnTo>
                <a:lnTo>
                  <a:pt x="405" y="424"/>
                </a:lnTo>
                <a:lnTo>
                  <a:pt x="408" y="429"/>
                </a:lnTo>
                <a:lnTo>
                  <a:pt x="408" y="430"/>
                </a:lnTo>
                <a:lnTo>
                  <a:pt x="410" y="433"/>
                </a:lnTo>
                <a:lnTo>
                  <a:pt x="411" y="433"/>
                </a:lnTo>
                <a:lnTo>
                  <a:pt x="412" y="434"/>
                </a:lnTo>
                <a:lnTo>
                  <a:pt x="415" y="439"/>
                </a:lnTo>
                <a:lnTo>
                  <a:pt x="415" y="441"/>
                </a:lnTo>
                <a:lnTo>
                  <a:pt x="414" y="442"/>
                </a:lnTo>
                <a:lnTo>
                  <a:pt x="414" y="443"/>
                </a:lnTo>
                <a:lnTo>
                  <a:pt x="414" y="442"/>
                </a:lnTo>
                <a:lnTo>
                  <a:pt x="414" y="444"/>
                </a:lnTo>
                <a:lnTo>
                  <a:pt x="414" y="447"/>
                </a:lnTo>
                <a:lnTo>
                  <a:pt x="415" y="448"/>
                </a:lnTo>
                <a:lnTo>
                  <a:pt x="416" y="448"/>
                </a:lnTo>
                <a:lnTo>
                  <a:pt x="417" y="448"/>
                </a:lnTo>
                <a:lnTo>
                  <a:pt x="418" y="448"/>
                </a:lnTo>
                <a:lnTo>
                  <a:pt x="419" y="448"/>
                </a:lnTo>
                <a:lnTo>
                  <a:pt x="420" y="449"/>
                </a:lnTo>
                <a:lnTo>
                  <a:pt x="421" y="449"/>
                </a:lnTo>
                <a:lnTo>
                  <a:pt x="420" y="450"/>
                </a:lnTo>
                <a:lnTo>
                  <a:pt x="421" y="451"/>
                </a:lnTo>
                <a:lnTo>
                  <a:pt x="422" y="451"/>
                </a:lnTo>
                <a:lnTo>
                  <a:pt x="423" y="452"/>
                </a:lnTo>
                <a:lnTo>
                  <a:pt x="424" y="452"/>
                </a:lnTo>
                <a:lnTo>
                  <a:pt x="424" y="453"/>
                </a:lnTo>
                <a:lnTo>
                  <a:pt x="424" y="454"/>
                </a:lnTo>
                <a:lnTo>
                  <a:pt x="424" y="455"/>
                </a:lnTo>
                <a:lnTo>
                  <a:pt x="425" y="455"/>
                </a:lnTo>
                <a:lnTo>
                  <a:pt x="424" y="456"/>
                </a:lnTo>
                <a:lnTo>
                  <a:pt x="424" y="457"/>
                </a:lnTo>
                <a:lnTo>
                  <a:pt x="425" y="457"/>
                </a:lnTo>
                <a:lnTo>
                  <a:pt x="425" y="458"/>
                </a:lnTo>
                <a:lnTo>
                  <a:pt x="424" y="458"/>
                </a:lnTo>
                <a:lnTo>
                  <a:pt x="423" y="460"/>
                </a:lnTo>
                <a:lnTo>
                  <a:pt x="422" y="460"/>
                </a:lnTo>
                <a:lnTo>
                  <a:pt x="421" y="460"/>
                </a:lnTo>
                <a:lnTo>
                  <a:pt x="420" y="460"/>
                </a:lnTo>
                <a:lnTo>
                  <a:pt x="420" y="461"/>
                </a:lnTo>
                <a:lnTo>
                  <a:pt x="419" y="464"/>
                </a:lnTo>
                <a:lnTo>
                  <a:pt x="419" y="465"/>
                </a:lnTo>
                <a:lnTo>
                  <a:pt x="420" y="466"/>
                </a:lnTo>
                <a:lnTo>
                  <a:pt x="421" y="465"/>
                </a:lnTo>
                <a:lnTo>
                  <a:pt x="421" y="464"/>
                </a:lnTo>
                <a:lnTo>
                  <a:pt x="422" y="464"/>
                </a:lnTo>
                <a:lnTo>
                  <a:pt x="423" y="464"/>
                </a:lnTo>
                <a:lnTo>
                  <a:pt x="423" y="465"/>
                </a:lnTo>
                <a:lnTo>
                  <a:pt x="424" y="465"/>
                </a:lnTo>
                <a:lnTo>
                  <a:pt x="424" y="464"/>
                </a:lnTo>
                <a:lnTo>
                  <a:pt x="424" y="463"/>
                </a:lnTo>
                <a:lnTo>
                  <a:pt x="425" y="462"/>
                </a:lnTo>
                <a:lnTo>
                  <a:pt x="426" y="463"/>
                </a:lnTo>
                <a:lnTo>
                  <a:pt x="427" y="463"/>
                </a:lnTo>
                <a:lnTo>
                  <a:pt x="428" y="463"/>
                </a:lnTo>
                <a:lnTo>
                  <a:pt x="428" y="464"/>
                </a:lnTo>
                <a:lnTo>
                  <a:pt x="429" y="464"/>
                </a:lnTo>
                <a:lnTo>
                  <a:pt x="430" y="464"/>
                </a:lnTo>
                <a:lnTo>
                  <a:pt x="431" y="464"/>
                </a:lnTo>
                <a:lnTo>
                  <a:pt x="432" y="464"/>
                </a:lnTo>
                <a:lnTo>
                  <a:pt x="432" y="465"/>
                </a:lnTo>
                <a:lnTo>
                  <a:pt x="433" y="465"/>
                </a:lnTo>
                <a:lnTo>
                  <a:pt x="433" y="464"/>
                </a:lnTo>
                <a:lnTo>
                  <a:pt x="434" y="465"/>
                </a:lnTo>
                <a:lnTo>
                  <a:pt x="434" y="466"/>
                </a:lnTo>
                <a:lnTo>
                  <a:pt x="435" y="466"/>
                </a:lnTo>
                <a:lnTo>
                  <a:pt x="436" y="466"/>
                </a:lnTo>
                <a:lnTo>
                  <a:pt x="436" y="467"/>
                </a:lnTo>
                <a:lnTo>
                  <a:pt x="436" y="468"/>
                </a:lnTo>
                <a:lnTo>
                  <a:pt x="436" y="469"/>
                </a:lnTo>
                <a:lnTo>
                  <a:pt x="437" y="469"/>
                </a:lnTo>
                <a:lnTo>
                  <a:pt x="437" y="470"/>
                </a:lnTo>
                <a:lnTo>
                  <a:pt x="437" y="471"/>
                </a:lnTo>
                <a:lnTo>
                  <a:pt x="437" y="473"/>
                </a:lnTo>
                <a:lnTo>
                  <a:pt x="437" y="474"/>
                </a:lnTo>
                <a:lnTo>
                  <a:pt x="436" y="475"/>
                </a:lnTo>
                <a:lnTo>
                  <a:pt x="435" y="475"/>
                </a:lnTo>
                <a:lnTo>
                  <a:pt x="435" y="476"/>
                </a:lnTo>
                <a:lnTo>
                  <a:pt x="435" y="477"/>
                </a:lnTo>
                <a:lnTo>
                  <a:pt x="434" y="478"/>
                </a:lnTo>
                <a:lnTo>
                  <a:pt x="434" y="479"/>
                </a:lnTo>
                <a:lnTo>
                  <a:pt x="435" y="479"/>
                </a:lnTo>
                <a:lnTo>
                  <a:pt x="436" y="479"/>
                </a:lnTo>
                <a:lnTo>
                  <a:pt x="437" y="480"/>
                </a:lnTo>
                <a:lnTo>
                  <a:pt x="437" y="481"/>
                </a:lnTo>
                <a:lnTo>
                  <a:pt x="436" y="482"/>
                </a:lnTo>
                <a:lnTo>
                  <a:pt x="436" y="483"/>
                </a:lnTo>
                <a:lnTo>
                  <a:pt x="435" y="483"/>
                </a:lnTo>
                <a:lnTo>
                  <a:pt x="435" y="484"/>
                </a:lnTo>
                <a:lnTo>
                  <a:pt x="435" y="485"/>
                </a:lnTo>
                <a:lnTo>
                  <a:pt x="434" y="486"/>
                </a:lnTo>
                <a:lnTo>
                  <a:pt x="433" y="486"/>
                </a:lnTo>
                <a:lnTo>
                  <a:pt x="433" y="487"/>
                </a:lnTo>
                <a:lnTo>
                  <a:pt x="433" y="488"/>
                </a:lnTo>
                <a:lnTo>
                  <a:pt x="434" y="489"/>
                </a:lnTo>
                <a:lnTo>
                  <a:pt x="434" y="490"/>
                </a:lnTo>
                <a:lnTo>
                  <a:pt x="433" y="490"/>
                </a:lnTo>
                <a:lnTo>
                  <a:pt x="432" y="491"/>
                </a:lnTo>
                <a:lnTo>
                  <a:pt x="432" y="493"/>
                </a:lnTo>
                <a:lnTo>
                  <a:pt x="431" y="494"/>
                </a:lnTo>
                <a:lnTo>
                  <a:pt x="431" y="495"/>
                </a:lnTo>
                <a:lnTo>
                  <a:pt x="430" y="495"/>
                </a:lnTo>
                <a:lnTo>
                  <a:pt x="429" y="496"/>
                </a:lnTo>
                <a:lnTo>
                  <a:pt x="429" y="497"/>
                </a:lnTo>
                <a:lnTo>
                  <a:pt x="429" y="498"/>
                </a:lnTo>
                <a:lnTo>
                  <a:pt x="429" y="499"/>
                </a:lnTo>
                <a:lnTo>
                  <a:pt x="428" y="499"/>
                </a:lnTo>
                <a:lnTo>
                  <a:pt x="427" y="500"/>
                </a:lnTo>
                <a:lnTo>
                  <a:pt x="427" y="501"/>
                </a:lnTo>
                <a:lnTo>
                  <a:pt x="427" y="502"/>
                </a:lnTo>
                <a:lnTo>
                  <a:pt x="427" y="503"/>
                </a:lnTo>
                <a:lnTo>
                  <a:pt x="428" y="503"/>
                </a:lnTo>
                <a:lnTo>
                  <a:pt x="428" y="504"/>
                </a:lnTo>
                <a:lnTo>
                  <a:pt x="428" y="505"/>
                </a:lnTo>
                <a:lnTo>
                  <a:pt x="428" y="506"/>
                </a:lnTo>
                <a:lnTo>
                  <a:pt x="427" y="506"/>
                </a:lnTo>
                <a:lnTo>
                  <a:pt x="427" y="507"/>
                </a:lnTo>
                <a:lnTo>
                  <a:pt x="426" y="509"/>
                </a:lnTo>
                <a:lnTo>
                  <a:pt x="426" y="510"/>
                </a:lnTo>
                <a:lnTo>
                  <a:pt x="425" y="510"/>
                </a:lnTo>
                <a:lnTo>
                  <a:pt x="424" y="510"/>
                </a:lnTo>
                <a:lnTo>
                  <a:pt x="423" y="510"/>
                </a:lnTo>
                <a:lnTo>
                  <a:pt x="421" y="512"/>
                </a:lnTo>
                <a:lnTo>
                  <a:pt x="421" y="513"/>
                </a:lnTo>
                <a:lnTo>
                  <a:pt x="421" y="514"/>
                </a:lnTo>
                <a:lnTo>
                  <a:pt x="420" y="516"/>
                </a:lnTo>
                <a:lnTo>
                  <a:pt x="419" y="516"/>
                </a:lnTo>
                <a:lnTo>
                  <a:pt x="419" y="517"/>
                </a:lnTo>
                <a:lnTo>
                  <a:pt x="420" y="518"/>
                </a:lnTo>
                <a:lnTo>
                  <a:pt x="420" y="519"/>
                </a:lnTo>
                <a:lnTo>
                  <a:pt x="420" y="521"/>
                </a:lnTo>
                <a:lnTo>
                  <a:pt x="420" y="522"/>
                </a:lnTo>
                <a:lnTo>
                  <a:pt x="419" y="523"/>
                </a:lnTo>
                <a:lnTo>
                  <a:pt x="418" y="523"/>
                </a:lnTo>
                <a:lnTo>
                  <a:pt x="418" y="522"/>
                </a:lnTo>
                <a:lnTo>
                  <a:pt x="417" y="522"/>
                </a:lnTo>
                <a:lnTo>
                  <a:pt x="416" y="522"/>
                </a:lnTo>
                <a:lnTo>
                  <a:pt x="416" y="523"/>
                </a:lnTo>
                <a:lnTo>
                  <a:pt x="416" y="524"/>
                </a:lnTo>
                <a:lnTo>
                  <a:pt x="416" y="525"/>
                </a:lnTo>
                <a:lnTo>
                  <a:pt x="415" y="525"/>
                </a:lnTo>
                <a:lnTo>
                  <a:pt x="415" y="526"/>
                </a:lnTo>
                <a:lnTo>
                  <a:pt x="414" y="527"/>
                </a:lnTo>
                <a:lnTo>
                  <a:pt x="414" y="528"/>
                </a:lnTo>
                <a:lnTo>
                  <a:pt x="414" y="533"/>
                </a:lnTo>
                <a:lnTo>
                  <a:pt x="413" y="533"/>
                </a:lnTo>
                <a:lnTo>
                  <a:pt x="413" y="534"/>
                </a:lnTo>
                <a:lnTo>
                  <a:pt x="413" y="535"/>
                </a:lnTo>
                <a:lnTo>
                  <a:pt x="413" y="536"/>
                </a:lnTo>
                <a:lnTo>
                  <a:pt x="413" y="537"/>
                </a:lnTo>
                <a:lnTo>
                  <a:pt x="411" y="542"/>
                </a:lnTo>
                <a:lnTo>
                  <a:pt x="410" y="544"/>
                </a:lnTo>
                <a:lnTo>
                  <a:pt x="408" y="547"/>
                </a:lnTo>
                <a:lnTo>
                  <a:pt x="408" y="548"/>
                </a:lnTo>
                <a:lnTo>
                  <a:pt x="408" y="549"/>
                </a:lnTo>
                <a:lnTo>
                  <a:pt x="407" y="550"/>
                </a:lnTo>
                <a:lnTo>
                  <a:pt x="406" y="551"/>
                </a:lnTo>
                <a:lnTo>
                  <a:pt x="405" y="551"/>
                </a:lnTo>
                <a:lnTo>
                  <a:pt x="405" y="552"/>
                </a:lnTo>
                <a:lnTo>
                  <a:pt x="404" y="553"/>
                </a:lnTo>
                <a:lnTo>
                  <a:pt x="403" y="553"/>
                </a:lnTo>
                <a:lnTo>
                  <a:pt x="402" y="553"/>
                </a:lnTo>
                <a:lnTo>
                  <a:pt x="401" y="553"/>
                </a:lnTo>
                <a:lnTo>
                  <a:pt x="401" y="555"/>
                </a:lnTo>
                <a:lnTo>
                  <a:pt x="401" y="556"/>
                </a:lnTo>
                <a:lnTo>
                  <a:pt x="401" y="557"/>
                </a:lnTo>
                <a:lnTo>
                  <a:pt x="402" y="558"/>
                </a:lnTo>
                <a:lnTo>
                  <a:pt x="402" y="561"/>
                </a:lnTo>
                <a:lnTo>
                  <a:pt x="401" y="561"/>
                </a:lnTo>
                <a:lnTo>
                  <a:pt x="401" y="562"/>
                </a:lnTo>
                <a:lnTo>
                  <a:pt x="400" y="562"/>
                </a:lnTo>
                <a:lnTo>
                  <a:pt x="401" y="564"/>
                </a:lnTo>
                <a:lnTo>
                  <a:pt x="401" y="565"/>
                </a:lnTo>
                <a:lnTo>
                  <a:pt x="401" y="566"/>
                </a:lnTo>
                <a:lnTo>
                  <a:pt x="402" y="567"/>
                </a:lnTo>
                <a:lnTo>
                  <a:pt x="403" y="567"/>
                </a:lnTo>
                <a:lnTo>
                  <a:pt x="404" y="567"/>
                </a:lnTo>
                <a:lnTo>
                  <a:pt x="405" y="568"/>
                </a:lnTo>
                <a:lnTo>
                  <a:pt x="405" y="570"/>
                </a:lnTo>
                <a:lnTo>
                  <a:pt x="404" y="570"/>
                </a:lnTo>
                <a:lnTo>
                  <a:pt x="404" y="571"/>
                </a:lnTo>
                <a:lnTo>
                  <a:pt x="403" y="571"/>
                </a:lnTo>
                <a:lnTo>
                  <a:pt x="403" y="572"/>
                </a:lnTo>
                <a:lnTo>
                  <a:pt x="402" y="574"/>
                </a:lnTo>
                <a:lnTo>
                  <a:pt x="404" y="575"/>
                </a:lnTo>
                <a:lnTo>
                  <a:pt x="404" y="576"/>
                </a:lnTo>
                <a:lnTo>
                  <a:pt x="405" y="576"/>
                </a:lnTo>
                <a:lnTo>
                  <a:pt x="406" y="577"/>
                </a:lnTo>
                <a:lnTo>
                  <a:pt x="405" y="577"/>
                </a:lnTo>
                <a:lnTo>
                  <a:pt x="404" y="579"/>
                </a:lnTo>
                <a:lnTo>
                  <a:pt x="403" y="582"/>
                </a:lnTo>
                <a:lnTo>
                  <a:pt x="402" y="583"/>
                </a:lnTo>
                <a:lnTo>
                  <a:pt x="402" y="584"/>
                </a:lnTo>
                <a:lnTo>
                  <a:pt x="404" y="586"/>
                </a:lnTo>
                <a:lnTo>
                  <a:pt x="405" y="589"/>
                </a:lnTo>
                <a:lnTo>
                  <a:pt x="406" y="590"/>
                </a:lnTo>
                <a:lnTo>
                  <a:pt x="408" y="594"/>
                </a:lnTo>
                <a:lnTo>
                  <a:pt x="407" y="596"/>
                </a:lnTo>
                <a:lnTo>
                  <a:pt x="406" y="596"/>
                </a:lnTo>
                <a:lnTo>
                  <a:pt x="403" y="597"/>
                </a:lnTo>
                <a:lnTo>
                  <a:pt x="403" y="598"/>
                </a:lnTo>
                <a:lnTo>
                  <a:pt x="403" y="599"/>
                </a:lnTo>
                <a:lnTo>
                  <a:pt x="402" y="600"/>
                </a:lnTo>
                <a:lnTo>
                  <a:pt x="400" y="598"/>
                </a:lnTo>
                <a:lnTo>
                  <a:pt x="400" y="596"/>
                </a:lnTo>
                <a:lnTo>
                  <a:pt x="400" y="595"/>
                </a:lnTo>
                <a:lnTo>
                  <a:pt x="397" y="594"/>
                </a:lnTo>
                <a:lnTo>
                  <a:pt x="396" y="594"/>
                </a:lnTo>
                <a:lnTo>
                  <a:pt x="395" y="595"/>
                </a:lnTo>
                <a:lnTo>
                  <a:pt x="395" y="597"/>
                </a:lnTo>
                <a:lnTo>
                  <a:pt x="394" y="599"/>
                </a:lnTo>
                <a:lnTo>
                  <a:pt x="394" y="600"/>
                </a:lnTo>
                <a:lnTo>
                  <a:pt x="394" y="601"/>
                </a:lnTo>
                <a:lnTo>
                  <a:pt x="394" y="603"/>
                </a:lnTo>
                <a:lnTo>
                  <a:pt x="394" y="604"/>
                </a:lnTo>
                <a:lnTo>
                  <a:pt x="395" y="604"/>
                </a:lnTo>
                <a:lnTo>
                  <a:pt x="394" y="607"/>
                </a:lnTo>
                <a:lnTo>
                  <a:pt x="394" y="608"/>
                </a:lnTo>
                <a:lnTo>
                  <a:pt x="394" y="609"/>
                </a:lnTo>
                <a:lnTo>
                  <a:pt x="393" y="610"/>
                </a:lnTo>
                <a:lnTo>
                  <a:pt x="390" y="611"/>
                </a:lnTo>
                <a:lnTo>
                  <a:pt x="387" y="615"/>
                </a:lnTo>
                <a:lnTo>
                  <a:pt x="386" y="616"/>
                </a:lnTo>
                <a:lnTo>
                  <a:pt x="384" y="616"/>
                </a:lnTo>
                <a:lnTo>
                  <a:pt x="383" y="615"/>
                </a:lnTo>
                <a:lnTo>
                  <a:pt x="379" y="616"/>
                </a:lnTo>
                <a:lnTo>
                  <a:pt x="379" y="617"/>
                </a:lnTo>
                <a:lnTo>
                  <a:pt x="380" y="617"/>
                </a:lnTo>
                <a:lnTo>
                  <a:pt x="380" y="618"/>
                </a:lnTo>
                <a:lnTo>
                  <a:pt x="379" y="619"/>
                </a:lnTo>
                <a:lnTo>
                  <a:pt x="378" y="620"/>
                </a:lnTo>
                <a:lnTo>
                  <a:pt x="377" y="620"/>
                </a:lnTo>
                <a:lnTo>
                  <a:pt x="376" y="620"/>
                </a:lnTo>
                <a:lnTo>
                  <a:pt x="377" y="620"/>
                </a:lnTo>
                <a:lnTo>
                  <a:pt x="376" y="620"/>
                </a:lnTo>
                <a:lnTo>
                  <a:pt x="376" y="619"/>
                </a:lnTo>
                <a:lnTo>
                  <a:pt x="375" y="619"/>
                </a:lnTo>
                <a:lnTo>
                  <a:pt x="374" y="619"/>
                </a:lnTo>
                <a:lnTo>
                  <a:pt x="373" y="619"/>
                </a:lnTo>
                <a:lnTo>
                  <a:pt x="372" y="619"/>
                </a:lnTo>
                <a:lnTo>
                  <a:pt x="371" y="622"/>
                </a:lnTo>
                <a:lnTo>
                  <a:pt x="370" y="623"/>
                </a:lnTo>
                <a:lnTo>
                  <a:pt x="371" y="624"/>
                </a:lnTo>
                <a:lnTo>
                  <a:pt x="371" y="625"/>
                </a:lnTo>
                <a:lnTo>
                  <a:pt x="372" y="625"/>
                </a:lnTo>
                <a:lnTo>
                  <a:pt x="373" y="624"/>
                </a:lnTo>
                <a:lnTo>
                  <a:pt x="374" y="624"/>
                </a:lnTo>
                <a:lnTo>
                  <a:pt x="375" y="624"/>
                </a:lnTo>
                <a:lnTo>
                  <a:pt x="377" y="625"/>
                </a:lnTo>
                <a:lnTo>
                  <a:pt x="376" y="627"/>
                </a:lnTo>
                <a:lnTo>
                  <a:pt x="375" y="628"/>
                </a:lnTo>
                <a:lnTo>
                  <a:pt x="375" y="629"/>
                </a:lnTo>
                <a:lnTo>
                  <a:pt x="374" y="629"/>
                </a:lnTo>
                <a:lnTo>
                  <a:pt x="373" y="631"/>
                </a:lnTo>
                <a:lnTo>
                  <a:pt x="373" y="632"/>
                </a:lnTo>
                <a:lnTo>
                  <a:pt x="373" y="633"/>
                </a:lnTo>
                <a:lnTo>
                  <a:pt x="373" y="634"/>
                </a:lnTo>
                <a:lnTo>
                  <a:pt x="374" y="635"/>
                </a:lnTo>
                <a:lnTo>
                  <a:pt x="379" y="636"/>
                </a:lnTo>
                <a:lnTo>
                  <a:pt x="381" y="636"/>
                </a:lnTo>
                <a:lnTo>
                  <a:pt x="382" y="636"/>
                </a:lnTo>
                <a:lnTo>
                  <a:pt x="382" y="637"/>
                </a:lnTo>
                <a:lnTo>
                  <a:pt x="382" y="638"/>
                </a:lnTo>
                <a:lnTo>
                  <a:pt x="381" y="639"/>
                </a:lnTo>
                <a:lnTo>
                  <a:pt x="381" y="640"/>
                </a:lnTo>
                <a:lnTo>
                  <a:pt x="381" y="641"/>
                </a:lnTo>
                <a:lnTo>
                  <a:pt x="381" y="642"/>
                </a:lnTo>
                <a:lnTo>
                  <a:pt x="382" y="642"/>
                </a:lnTo>
                <a:lnTo>
                  <a:pt x="383" y="642"/>
                </a:lnTo>
                <a:lnTo>
                  <a:pt x="385" y="643"/>
                </a:lnTo>
                <a:lnTo>
                  <a:pt x="387" y="645"/>
                </a:lnTo>
                <a:lnTo>
                  <a:pt x="388" y="646"/>
                </a:lnTo>
                <a:lnTo>
                  <a:pt x="388" y="647"/>
                </a:lnTo>
                <a:lnTo>
                  <a:pt x="387" y="648"/>
                </a:lnTo>
                <a:lnTo>
                  <a:pt x="386" y="649"/>
                </a:lnTo>
                <a:lnTo>
                  <a:pt x="386" y="648"/>
                </a:lnTo>
                <a:lnTo>
                  <a:pt x="385" y="648"/>
                </a:lnTo>
                <a:lnTo>
                  <a:pt x="383" y="649"/>
                </a:lnTo>
                <a:lnTo>
                  <a:pt x="382" y="649"/>
                </a:lnTo>
                <a:lnTo>
                  <a:pt x="382" y="650"/>
                </a:lnTo>
                <a:lnTo>
                  <a:pt x="383" y="650"/>
                </a:lnTo>
                <a:lnTo>
                  <a:pt x="385" y="650"/>
                </a:lnTo>
                <a:lnTo>
                  <a:pt x="385" y="651"/>
                </a:lnTo>
                <a:lnTo>
                  <a:pt x="384" y="654"/>
                </a:lnTo>
                <a:lnTo>
                  <a:pt x="384" y="655"/>
                </a:lnTo>
                <a:lnTo>
                  <a:pt x="384" y="656"/>
                </a:lnTo>
                <a:lnTo>
                  <a:pt x="385" y="656"/>
                </a:lnTo>
                <a:lnTo>
                  <a:pt x="386" y="656"/>
                </a:lnTo>
                <a:lnTo>
                  <a:pt x="387" y="657"/>
                </a:lnTo>
                <a:lnTo>
                  <a:pt x="388" y="658"/>
                </a:lnTo>
                <a:lnTo>
                  <a:pt x="387" y="658"/>
                </a:lnTo>
                <a:lnTo>
                  <a:pt x="387" y="659"/>
                </a:lnTo>
                <a:lnTo>
                  <a:pt x="388" y="661"/>
                </a:lnTo>
                <a:lnTo>
                  <a:pt x="389" y="662"/>
                </a:lnTo>
                <a:lnTo>
                  <a:pt x="391" y="661"/>
                </a:lnTo>
                <a:lnTo>
                  <a:pt x="392" y="660"/>
                </a:lnTo>
                <a:lnTo>
                  <a:pt x="393" y="660"/>
                </a:lnTo>
                <a:lnTo>
                  <a:pt x="393" y="661"/>
                </a:lnTo>
                <a:lnTo>
                  <a:pt x="395" y="663"/>
                </a:lnTo>
                <a:lnTo>
                  <a:pt x="397" y="664"/>
                </a:lnTo>
                <a:lnTo>
                  <a:pt x="397" y="665"/>
                </a:lnTo>
                <a:lnTo>
                  <a:pt x="400" y="666"/>
                </a:lnTo>
                <a:lnTo>
                  <a:pt x="401" y="665"/>
                </a:lnTo>
                <a:lnTo>
                  <a:pt x="402" y="665"/>
                </a:lnTo>
                <a:lnTo>
                  <a:pt x="403" y="665"/>
                </a:lnTo>
                <a:lnTo>
                  <a:pt x="404" y="665"/>
                </a:lnTo>
                <a:lnTo>
                  <a:pt x="404" y="667"/>
                </a:lnTo>
                <a:lnTo>
                  <a:pt x="406" y="670"/>
                </a:lnTo>
                <a:lnTo>
                  <a:pt x="407" y="671"/>
                </a:lnTo>
                <a:lnTo>
                  <a:pt x="408" y="672"/>
                </a:lnTo>
                <a:lnTo>
                  <a:pt x="409" y="673"/>
                </a:lnTo>
                <a:lnTo>
                  <a:pt x="408" y="673"/>
                </a:lnTo>
                <a:lnTo>
                  <a:pt x="408" y="674"/>
                </a:lnTo>
                <a:lnTo>
                  <a:pt x="408" y="675"/>
                </a:lnTo>
                <a:lnTo>
                  <a:pt x="407" y="678"/>
                </a:lnTo>
                <a:lnTo>
                  <a:pt x="408" y="679"/>
                </a:lnTo>
                <a:lnTo>
                  <a:pt x="409" y="680"/>
                </a:lnTo>
                <a:lnTo>
                  <a:pt x="409" y="681"/>
                </a:lnTo>
                <a:lnTo>
                  <a:pt x="407" y="683"/>
                </a:lnTo>
                <a:lnTo>
                  <a:pt x="406" y="683"/>
                </a:lnTo>
                <a:lnTo>
                  <a:pt x="406" y="684"/>
                </a:lnTo>
                <a:lnTo>
                  <a:pt x="406" y="683"/>
                </a:lnTo>
                <a:lnTo>
                  <a:pt x="405" y="683"/>
                </a:lnTo>
                <a:lnTo>
                  <a:pt x="405" y="684"/>
                </a:lnTo>
                <a:lnTo>
                  <a:pt x="406" y="687"/>
                </a:lnTo>
                <a:lnTo>
                  <a:pt x="406" y="688"/>
                </a:lnTo>
                <a:lnTo>
                  <a:pt x="406" y="690"/>
                </a:lnTo>
                <a:lnTo>
                  <a:pt x="405" y="690"/>
                </a:lnTo>
                <a:lnTo>
                  <a:pt x="405" y="691"/>
                </a:lnTo>
                <a:lnTo>
                  <a:pt x="404" y="691"/>
                </a:lnTo>
                <a:lnTo>
                  <a:pt x="405" y="692"/>
                </a:lnTo>
                <a:lnTo>
                  <a:pt x="404" y="695"/>
                </a:lnTo>
                <a:lnTo>
                  <a:pt x="404" y="697"/>
                </a:lnTo>
                <a:lnTo>
                  <a:pt x="405" y="697"/>
                </a:lnTo>
                <a:lnTo>
                  <a:pt x="406" y="699"/>
                </a:lnTo>
                <a:lnTo>
                  <a:pt x="405" y="699"/>
                </a:lnTo>
                <a:lnTo>
                  <a:pt x="404" y="700"/>
                </a:lnTo>
                <a:lnTo>
                  <a:pt x="404" y="701"/>
                </a:lnTo>
                <a:lnTo>
                  <a:pt x="405" y="701"/>
                </a:lnTo>
                <a:lnTo>
                  <a:pt x="406" y="702"/>
                </a:lnTo>
                <a:lnTo>
                  <a:pt x="405" y="703"/>
                </a:lnTo>
                <a:lnTo>
                  <a:pt x="403" y="703"/>
                </a:lnTo>
                <a:lnTo>
                  <a:pt x="402" y="703"/>
                </a:lnTo>
                <a:lnTo>
                  <a:pt x="400" y="704"/>
                </a:lnTo>
                <a:lnTo>
                  <a:pt x="401" y="705"/>
                </a:lnTo>
                <a:lnTo>
                  <a:pt x="402" y="705"/>
                </a:lnTo>
                <a:lnTo>
                  <a:pt x="403" y="705"/>
                </a:lnTo>
                <a:lnTo>
                  <a:pt x="403" y="706"/>
                </a:lnTo>
                <a:lnTo>
                  <a:pt x="406" y="706"/>
                </a:lnTo>
                <a:lnTo>
                  <a:pt x="407" y="707"/>
                </a:lnTo>
                <a:lnTo>
                  <a:pt x="408" y="709"/>
                </a:lnTo>
                <a:lnTo>
                  <a:pt x="408" y="710"/>
                </a:lnTo>
                <a:lnTo>
                  <a:pt x="407" y="710"/>
                </a:lnTo>
                <a:lnTo>
                  <a:pt x="406" y="711"/>
                </a:lnTo>
                <a:lnTo>
                  <a:pt x="404" y="711"/>
                </a:lnTo>
                <a:lnTo>
                  <a:pt x="403" y="712"/>
                </a:lnTo>
                <a:lnTo>
                  <a:pt x="403" y="713"/>
                </a:lnTo>
                <a:lnTo>
                  <a:pt x="404" y="715"/>
                </a:lnTo>
                <a:lnTo>
                  <a:pt x="405" y="718"/>
                </a:lnTo>
                <a:lnTo>
                  <a:pt x="406" y="720"/>
                </a:lnTo>
                <a:lnTo>
                  <a:pt x="406" y="721"/>
                </a:lnTo>
                <a:lnTo>
                  <a:pt x="406" y="722"/>
                </a:lnTo>
                <a:lnTo>
                  <a:pt x="405" y="722"/>
                </a:lnTo>
                <a:lnTo>
                  <a:pt x="404" y="722"/>
                </a:lnTo>
                <a:lnTo>
                  <a:pt x="403" y="723"/>
                </a:lnTo>
                <a:lnTo>
                  <a:pt x="403" y="724"/>
                </a:lnTo>
                <a:lnTo>
                  <a:pt x="403" y="725"/>
                </a:lnTo>
                <a:lnTo>
                  <a:pt x="403" y="726"/>
                </a:lnTo>
                <a:lnTo>
                  <a:pt x="404" y="726"/>
                </a:lnTo>
                <a:lnTo>
                  <a:pt x="405" y="726"/>
                </a:lnTo>
                <a:lnTo>
                  <a:pt x="407" y="726"/>
                </a:lnTo>
                <a:lnTo>
                  <a:pt x="408" y="726"/>
                </a:lnTo>
                <a:lnTo>
                  <a:pt x="408" y="727"/>
                </a:lnTo>
                <a:lnTo>
                  <a:pt x="407" y="729"/>
                </a:lnTo>
                <a:lnTo>
                  <a:pt x="408" y="730"/>
                </a:lnTo>
                <a:lnTo>
                  <a:pt x="408" y="731"/>
                </a:lnTo>
                <a:lnTo>
                  <a:pt x="409" y="731"/>
                </a:lnTo>
                <a:lnTo>
                  <a:pt x="408" y="731"/>
                </a:lnTo>
                <a:lnTo>
                  <a:pt x="407" y="732"/>
                </a:lnTo>
                <a:lnTo>
                  <a:pt x="406" y="732"/>
                </a:lnTo>
                <a:lnTo>
                  <a:pt x="405" y="733"/>
                </a:lnTo>
                <a:lnTo>
                  <a:pt x="404" y="733"/>
                </a:lnTo>
                <a:lnTo>
                  <a:pt x="404" y="732"/>
                </a:lnTo>
                <a:lnTo>
                  <a:pt x="403" y="731"/>
                </a:lnTo>
                <a:lnTo>
                  <a:pt x="402" y="731"/>
                </a:lnTo>
                <a:lnTo>
                  <a:pt x="402" y="732"/>
                </a:lnTo>
                <a:lnTo>
                  <a:pt x="401" y="733"/>
                </a:lnTo>
                <a:lnTo>
                  <a:pt x="400" y="733"/>
                </a:lnTo>
                <a:lnTo>
                  <a:pt x="401" y="734"/>
                </a:lnTo>
                <a:lnTo>
                  <a:pt x="401" y="735"/>
                </a:lnTo>
                <a:lnTo>
                  <a:pt x="402" y="735"/>
                </a:lnTo>
                <a:lnTo>
                  <a:pt x="402" y="736"/>
                </a:lnTo>
                <a:lnTo>
                  <a:pt x="403" y="736"/>
                </a:lnTo>
                <a:lnTo>
                  <a:pt x="403" y="737"/>
                </a:lnTo>
                <a:lnTo>
                  <a:pt x="403" y="738"/>
                </a:lnTo>
                <a:lnTo>
                  <a:pt x="404" y="739"/>
                </a:lnTo>
                <a:lnTo>
                  <a:pt x="404" y="740"/>
                </a:lnTo>
                <a:lnTo>
                  <a:pt x="404" y="741"/>
                </a:lnTo>
                <a:lnTo>
                  <a:pt x="403" y="741"/>
                </a:lnTo>
                <a:lnTo>
                  <a:pt x="402" y="742"/>
                </a:lnTo>
                <a:lnTo>
                  <a:pt x="403" y="743"/>
                </a:lnTo>
                <a:lnTo>
                  <a:pt x="403" y="744"/>
                </a:lnTo>
                <a:lnTo>
                  <a:pt x="403" y="745"/>
                </a:lnTo>
                <a:lnTo>
                  <a:pt x="403" y="746"/>
                </a:lnTo>
                <a:lnTo>
                  <a:pt x="403" y="747"/>
                </a:lnTo>
                <a:lnTo>
                  <a:pt x="403" y="748"/>
                </a:lnTo>
                <a:lnTo>
                  <a:pt x="402" y="750"/>
                </a:lnTo>
                <a:lnTo>
                  <a:pt x="402" y="751"/>
                </a:lnTo>
                <a:lnTo>
                  <a:pt x="402" y="752"/>
                </a:lnTo>
                <a:lnTo>
                  <a:pt x="403" y="753"/>
                </a:lnTo>
                <a:lnTo>
                  <a:pt x="404" y="753"/>
                </a:lnTo>
                <a:lnTo>
                  <a:pt x="404" y="752"/>
                </a:lnTo>
                <a:lnTo>
                  <a:pt x="405" y="752"/>
                </a:lnTo>
                <a:lnTo>
                  <a:pt x="405" y="753"/>
                </a:lnTo>
                <a:lnTo>
                  <a:pt x="406" y="753"/>
                </a:lnTo>
                <a:lnTo>
                  <a:pt x="405" y="753"/>
                </a:lnTo>
                <a:lnTo>
                  <a:pt x="405" y="755"/>
                </a:lnTo>
                <a:lnTo>
                  <a:pt x="406" y="755"/>
                </a:lnTo>
                <a:lnTo>
                  <a:pt x="406" y="756"/>
                </a:lnTo>
                <a:lnTo>
                  <a:pt x="405" y="757"/>
                </a:lnTo>
                <a:lnTo>
                  <a:pt x="404" y="757"/>
                </a:lnTo>
                <a:lnTo>
                  <a:pt x="404" y="758"/>
                </a:lnTo>
                <a:lnTo>
                  <a:pt x="403" y="757"/>
                </a:lnTo>
                <a:lnTo>
                  <a:pt x="403" y="756"/>
                </a:lnTo>
                <a:lnTo>
                  <a:pt x="402" y="756"/>
                </a:lnTo>
                <a:lnTo>
                  <a:pt x="401" y="756"/>
                </a:lnTo>
                <a:lnTo>
                  <a:pt x="401" y="757"/>
                </a:lnTo>
                <a:lnTo>
                  <a:pt x="400" y="757"/>
                </a:lnTo>
                <a:lnTo>
                  <a:pt x="399" y="758"/>
                </a:lnTo>
                <a:lnTo>
                  <a:pt x="397" y="758"/>
                </a:lnTo>
                <a:lnTo>
                  <a:pt x="397" y="759"/>
                </a:lnTo>
                <a:lnTo>
                  <a:pt x="397" y="760"/>
                </a:lnTo>
                <a:lnTo>
                  <a:pt x="397" y="761"/>
                </a:lnTo>
                <a:lnTo>
                  <a:pt x="398" y="761"/>
                </a:lnTo>
                <a:lnTo>
                  <a:pt x="399" y="761"/>
                </a:lnTo>
                <a:lnTo>
                  <a:pt x="400" y="761"/>
                </a:lnTo>
                <a:lnTo>
                  <a:pt x="399" y="762"/>
                </a:lnTo>
                <a:lnTo>
                  <a:pt x="398" y="762"/>
                </a:lnTo>
                <a:lnTo>
                  <a:pt x="397" y="762"/>
                </a:lnTo>
                <a:lnTo>
                  <a:pt x="397" y="763"/>
                </a:lnTo>
                <a:lnTo>
                  <a:pt x="397" y="764"/>
                </a:lnTo>
                <a:lnTo>
                  <a:pt x="398" y="764"/>
                </a:lnTo>
                <a:lnTo>
                  <a:pt x="400" y="765"/>
                </a:lnTo>
                <a:lnTo>
                  <a:pt x="400" y="766"/>
                </a:lnTo>
                <a:lnTo>
                  <a:pt x="400" y="768"/>
                </a:lnTo>
                <a:lnTo>
                  <a:pt x="399" y="768"/>
                </a:lnTo>
                <a:lnTo>
                  <a:pt x="398" y="769"/>
                </a:lnTo>
                <a:lnTo>
                  <a:pt x="398" y="770"/>
                </a:lnTo>
                <a:lnTo>
                  <a:pt x="398" y="771"/>
                </a:lnTo>
                <a:lnTo>
                  <a:pt x="399" y="771"/>
                </a:lnTo>
                <a:lnTo>
                  <a:pt x="399" y="772"/>
                </a:lnTo>
                <a:lnTo>
                  <a:pt x="399" y="773"/>
                </a:lnTo>
                <a:lnTo>
                  <a:pt x="400" y="773"/>
                </a:lnTo>
                <a:lnTo>
                  <a:pt x="401" y="774"/>
                </a:lnTo>
                <a:lnTo>
                  <a:pt x="400" y="774"/>
                </a:lnTo>
                <a:lnTo>
                  <a:pt x="400" y="775"/>
                </a:lnTo>
                <a:lnTo>
                  <a:pt x="400" y="777"/>
                </a:lnTo>
                <a:lnTo>
                  <a:pt x="399" y="778"/>
                </a:lnTo>
                <a:lnTo>
                  <a:pt x="400" y="778"/>
                </a:lnTo>
                <a:lnTo>
                  <a:pt x="401" y="779"/>
                </a:lnTo>
                <a:lnTo>
                  <a:pt x="402" y="779"/>
                </a:lnTo>
                <a:lnTo>
                  <a:pt x="403" y="780"/>
                </a:lnTo>
                <a:lnTo>
                  <a:pt x="403" y="781"/>
                </a:lnTo>
                <a:lnTo>
                  <a:pt x="403" y="782"/>
                </a:lnTo>
                <a:lnTo>
                  <a:pt x="404" y="783"/>
                </a:lnTo>
                <a:lnTo>
                  <a:pt x="404" y="785"/>
                </a:lnTo>
                <a:lnTo>
                  <a:pt x="404" y="786"/>
                </a:lnTo>
                <a:lnTo>
                  <a:pt x="404" y="787"/>
                </a:lnTo>
                <a:lnTo>
                  <a:pt x="403" y="787"/>
                </a:lnTo>
                <a:lnTo>
                  <a:pt x="402" y="787"/>
                </a:lnTo>
                <a:lnTo>
                  <a:pt x="401" y="787"/>
                </a:lnTo>
                <a:lnTo>
                  <a:pt x="400" y="787"/>
                </a:lnTo>
                <a:lnTo>
                  <a:pt x="398" y="787"/>
                </a:lnTo>
                <a:lnTo>
                  <a:pt x="398" y="786"/>
                </a:lnTo>
                <a:lnTo>
                  <a:pt x="397" y="786"/>
                </a:lnTo>
                <a:lnTo>
                  <a:pt x="396" y="786"/>
                </a:lnTo>
                <a:lnTo>
                  <a:pt x="396" y="785"/>
                </a:lnTo>
                <a:lnTo>
                  <a:pt x="396" y="784"/>
                </a:lnTo>
                <a:lnTo>
                  <a:pt x="395" y="784"/>
                </a:lnTo>
                <a:lnTo>
                  <a:pt x="395" y="785"/>
                </a:lnTo>
                <a:lnTo>
                  <a:pt x="395" y="786"/>
                </a:lnTo>
                <a:lnTo>
                  <a:pt x="395" y="787"/>
                </a:lnTo>
                <a:lnTo>
                  <a:pt x="395" y="788"/>
                </a:lnTo>
                <a:lnTo>
                  <a:pt x="396" y="788"/>
                </a:lnTo>
                <a:lnTo>
                  <a:pt x="396" y="789"/>
                </a:lnTo>
                <a:lnTo>
                  <a:pt x="395" y="790"/>
                </a:lnTo>
                <a:lnTo>
                  <a:pt x="394" y="792"/>
                </a:lnTo>
                <a:lnTo>
                  <a:pt x="394" y="793"/>
                </a:lnTo>
                <a:lnTo>
                  <a:pt x="395" y="793"/>
                </a:lnTo>
                <a:lnTo>
                  <a:pt x="394" y="793"/>
                </a:lnTo>
                <a:lnTo>
                  <a:pt x="394" y="794"/>
                </a:lnTo>
                <a:lnTo>
                  <a:pt x="393" y="794"/>
                </a:lnTo>
                <a:lnTo>
                  <a:pt x="392" y="795"/>
                </a:lnTo>
                <a:lnTo>
                  <a:pt x="392" y="796"/>
                </a:lnTo>
                <a:lnTo>
                  <a:pt x="391" y="797"/>
                </a:lnTo>
                <a:lnTo>
                  <a:pt x="390" y="797"/>
                </a:lnTo>
                <a:lnTo>
                  <a:pt x="390" y="798"/>
                </a:lnTo>
                <a:lnTo>
                  <a:pt x="391" y="799"/>
                </a:lnTo>
                <a:lnTo>
                  <a:pt x="391" y="800"/>
                </a:lnTo>
                <a:lnTo>
                  <a:pt x="390" y="801"/>
                </a:lnTo>
                <a:lnTo>
                  <a:pt x="390" y="802"/>
                </a:lnTo>
                <a:lnTo>
                  <a:pt x="390" y="804"/>
                </a:lnTo>
                <a:lnTo>
                  <a:pt x="391" y="804"/>
                </a:lnTo>
                <a:lnTo>
                  <a:pt x="392" y="805"/>
                </a:lnTo>
                <a:lnTo>
                  <a:pt x="392" y="806"/>
                </a:lnTo>
                <a:lnTo>
                  <a:pt x="391" y="806"/>
                </a:lnTo>
                <a:lnTo>
                  <a:pt x="390" y="806"/>
                </a:lnTo>
                <a:lnTo>
                  <a:pt x="389" y="805"/>
                </a:lnTo>
                <a:lnTo>
                  <a:pt x="388" y="805"/>
                </a:lnTo>
                <a:lnTo>
                  <a:pt x="388" y="806"/>
                </a:lnTo>
                <a:lnTo>
                  <a:pt x="388" y="807"/>
                </a:lnTo>
                <a:lnTo>
                  <a:pt x="387" y="807"/>
                </a:lnTo>
                <a:lnTo>
                  <a:pt x="386" y="807"/>
                </a:lnTo>
                <a:lnTo>
                  <a:pt x="384" y="807"/>
                </a:lnTo>
                <a:lnTo>
                  <a:pt x="383" y="807"/>
                </a:lnTo>
                <a:lnTo>
                  <a:pt x="382" y="808"/>
                </a:lnTo>
                <a:lnTo>
                  <a:pt x="381" y="808"/>
                </a:lnTo>
                <a:lnTo>
                  <a:pt x="380" y="809"/>
                </a:lnTo>
                <a:lnTo>
                  <a:pt x="380" y="808"/>
                </a:lnTo>
                <a:lnTo>
                  <a:pt x="379" y="808"/>
                </a:lnTo>
                <a:lnTo>
                  <a:pt x="379" y="807"/>
                </a:lnTo>
                <a:lnTo>
                  <a:pt x="379" y="808"/>
                </a:lnTo>
                <a:lnTo>
                  <a:pt x="378" y="809"/>
                </a:lnTo>
                <a:lnTo>
                  <a:pt x="377" y="809"/>
                </a:lnTo>
                <a:lnTo>
                  <a:pt x="376" y="810"/>
                </a:lnTo>
                <a:lnTo>
                  <a:pt x="376" y="811"/>
                </a:lnTo>
                <a:lnTo>
                  <a:pt x="376" y="812"/>
                </a:lnTo>
                <a:lnTo>
                  <a:pt x="374" y="813"/>
                </a:lnTo>
                <a:lnTo>
                  <a:pt x="373" y="814"/>
                </a:lnTo>
                <a:lnTo>
                  <a:pt x="373" y="815"/>
                </a:lnTo>
                <a:lnTo>
                  <a:pt x="371" y="815"/>
                </a:lnTo>
                <a:lnTo>
                  <a:pt x="370" y="814"/>
                </a:lnTo>
                <a:lnTo>
                  <a:pt x="369" y="814"/>
                </a:lnTo>
                <a:lnTo>
                  <a:pt x="369" y="813"/>
                </a:lnTo>
                <a:lnTo>
                  <a:pt x="368" y="813"/>
                </a:lnTo>
                <a:lnTo>
                  <a:pt x="366" y="814"/>
                </a:lnTo>
                <a:lnTo>
                  <a:pt x="366" y="815"/>
                </a:lnTo>
                <a:lnTo>
                  <a:pt x="367" y="815"/>
                </a:lnTo>
                <a:lnTo>
                  <a:pt x="367" y="816"/>
                </a:lnTo>
                <a:lnTo>
                  <a:pt x="368" y="815"/>
                </a:lnTo>
                <a:lnTo>
                  <a:pt x="368" y="816"/>
                </a:lnTo>
                <a:lnTo>
                  <a:pt x="369" y="816"/>
                </a:lnTo>
                <a:lnTo>
                  <a:pt x="370" y="816"/>
                </a:lnTo>
                <a:lnTo>
                  <a:pt x="370" y="817"/>
                </a:lnTo>
                <a:lnTo>
                  <a:pt x="369" y="818"/>
                </a:lnTo>
                <a:lnTo>
                  <a:pt x="369" y="817"/>
                </a:lnTo>
                <a:lnTo>
                  <a:pt x="368" y="816"/>
                </a:lnTo>
                <a:lnTo>
                  <a:pt x="368" y="817"/>
                </a:lnTo>
                <a:lnTo>
                  <a:pt x="368" y="818"/>
                </a:lnTo>
                <a:lnTo>
                  <a:pt x="367" y="818"/>
                </a:lnTo>
                <a:lnTo>
                  <a:pt x="367" y="819"/>
                </a:lnTo>
                <a:lnTo>
                  <a:pt x="367" y="820"/>
                </a:lnTo>
                <a:lnTo>
                  <a:pt x="368" y="821"/>
                </a:lnTo>
                <a:lnTo>
                  <a:pt x="368" y="822"/>
                </a:lnTo>
                <a:lnTo>
                  <a:pt x="367" y="822"/>
                </a:lnTo>
                <a:lnTo>
                  <a:pt x="367" y="821"/>
                </a:lnTo>
                <a:lnTo>
                  <a:pt x="366" y="821"/>
                </a:lnTo>
                <a:lnTo>
                  <a:pt x="365" y="821"/>
                </a:lnTo>
                <a:lnTo>
                  <a:pt x="365" y="820"/>
                </a:lnTo>
                <a:lnTo>
                  <a:pt x="363" y="820"/>
                </a:lnTo>
                <a:lnTo>
                  <a:pt x="362" y="820"/>
                </a:lnTo>
                <a:lnTo>
                  <a:pt x="361" y="820"/>
                </a:lnTo>
                <a:lnTo>
                  <a:pt x="360" y="819"/>
                </a:lnTo>
                <a:lnTo>
                  <a:pt x="360" y="818"/>
                </a:lnTo>
                <a:lnTo>
                  <a:pt x="359" y="818"/>
                </a:lnTo>
                <a:lnTo>
                  <a:pt x="358" y="818"/>
                </a:lnTo>
                <a:lnTo>
                  <a:pt x="358" y="819"/>
                </a:lnTo>
                <a:lnTo>
                  <a:pt x="357" y="819"/>
                </a:lnTo>
                <a:lnTo>
                  <a:pt x="356" y="819"/>
                </a:lnTo>
                <a:lnTo>
                  <a:pt x="355" y="819"/>
                </a:lnTo>
                <a:lnTo>
                  <a:pt x="354" y="819"/>
                </a:lnTo>
                <a:lnTo>
                  <a:pt x="354" y="821"/>
                </a:lnTo>
                <a:lnTo>
                  <a:pt x="354" y="822"/>
                </a:lnTo>
                <a:lnTo>
                  <a:pt x="354" y="823"/>
                </a:lnTo>
                <a:lnTo>
                  <a:pt x="354" y="824"/>
                </a:lnTo>
                <a:lnTo>
                  <a:pt x="354" y="825"/>
                </a:lnTo>
                <a:lnTo>
                  <a:pt x="353" y="825"/>
                </a:lnTo>
                <a:lnTo>
                  <a:pt x="351" y="825"/>
                </a:lnTo>
                <a:lnTo>
                  <a:pt x="352" y="826"/>
                </a:lnTo>
                <a:lnTo>
                  <a:pt x="352" y="827"/>
                </a:lnTo>
                <a:lnTo>
                  <a:pt x="353" y="827"/>
                </a:lnTo>
                <a:lnTo>
                  <a:pt x="353" y="828"/>
                </a:lnTo>
                <a:lnTo>
                  <a:pt x="352" y="829"/>
                </a:lnTo>
                <a:lnTo>
                  <a:pt x="351" y="829"/>
                </a:lnTo>
                <a:lnTo>
                  <a:pt x="351" y="830"/>
                </a:lnTo>
                <a:lnTo>
                  <a:pt x="351" y="831"/>
                </a:lnTo>
                <a:lnTo>
                  <a:pt x="350" y="831"/>
                </a:lnTo>
                <a:lnTo>
                  <a:pt x="350" y="832"/>
                </a:lnTo>
                <a:lnTo>
                  <a:pt x="350" y="834"/>
                </a:lnTo>
                <a:lnTo>
                  <a:pt x="350" y="835"/>
                </a:lnTo>
                <a:lnTo>
                  <a:pt x="349" y="835"/>
                </a:lnTo>
                <a:lnTo>
                  <a:pt x="349" y="836"/>
                </a:lnTo>
                <a:lnTo>
                  <a:pt x="349" y="837"/>
                </a:lnTo>
                <a:lnTo>
                  <a:pt x="348" y="838"/>
                </a:lnTo>
                <a:lnTo>
                  <a:pt x="347" y="838"/>
                </a:lnTo>
                <a:lnTo>
                  <a:pt x="347" y="837"/>
                </a:lnTo>
                <a:lnTo>
                  <a:pt x="346" y="837"/>
                </a:lnTo>
                <a:lnTo>
                  <a:pt x="345" y="837"/>
                </a:lnTo>
                <a:lnTo>
                  <a:pt x="344" y="837"/>
                </a:lnTo>
                <a:lnTo>
                  <a:pt x="343" y="837"/>
                </a:lnTo>
                <a:lnTo>
                  <a:pt x="342" y="837"/>
                </a:lnTo>
                <a:lnTo>
                  <a:pt x="341" y="836"/>
                </a:lnTo>
                <a:lnTo>
                  <a:pt x="341" y="835"/>
                </a:lnTo>
                <a:lnTo>
                  <a:pt x="340" y="836"/>
                </a:lnTo>
                <a:lnTo>
                  <a:pt x="340" y="835"/>
                </a:lnTo>
                <a:lnTo>
                  <a:pt x="339" y="835"/>
                </a:lnTo>
                <a:lnTo>
                  <a:pt x="338" y="835"/>
                </a:lnTo>
                <a:lnTo>
                  <a:pt x="337" y="835"/>
                </a:lnTo>
                <a:lnTo>
                  <a:pt x="337" y="834"/>
                </a:lnTo>
                <a:lnTo>
                  <a:pt x="336" y="834"/>
                </a:lnTo>
                <a:lnTo>
                  <a:pt x="335" y="835"/>
                </a:lnTo>
                <a:lnTo>
                  <a:pt x="334" y="835"/>
                </a:lnTo>
                <a:lnTo>
                  <a:pt x="334" y="834"/>
                </a:lnTo>
                <a:lnTo>
                  <a:pt x="333" y="834"/>
                </a:lnTo>
                <a:lnTo>
                  <a:pt x="333" y="835"/>
                </a:lnTo>
                <a:lnTo>
                  <a:pt x="333" y="834"/>
                </a:lnTo>
                <a:lnTo>
                  <a:pt x="332" y="834"/>
                </a:lnTo>
                <a:lnTo>
                  <a:pt x="331" y="835"/>
                </a:lnTo>
                <a:lnTo>
                  <a:pt x="331" y="836"/>
                </a:lnTo>
                <a:lnTo>
                  <a:pt x="331" y="837"/>
                </a:lnTo>
                <a:lnTo>
                  <a:pt x="331" y="838"/>
                </a:lnTo>
                <a:lnTo>
                  <a:pt x="331" y="839"/>
                </a:lnTo>
                <a:lnTo>
                  <a:pt x="331" y="840"/>
                </a:lnTo>
                <a:lnTo>
                  <a:pt x="331" y="841"/>
                </a:lnTo>
                <a:lnTo>
                  <a:pt x="331" y="842"/>
                </a:lnTo>
                <a:lnTo>
                  <a:pt x="331" y="843"/>
                </a:lnTo>
                <a:lnTo>
                  <a:pt x="332" y="844"/>
                </a:lnTo>
                <a:lnTo>
                  <a:pt x="332" y="845"/>
                </a:lnTo>
                <a:lnTo>
                  <a:pt x="331" y="846"/>
                </a:lnTo>
                <a:lnTo>
                  <a:pt x="330" y="846"/>
                </a:lnTo>
                <a:lnTo>
                  <a:pt x="330" y="845"/>
                </a:lnTo>
                <a:lnTo>
                  <a:pt x="329" y="845"/>
                </a:lnTo>
                <a:lnTo>
                  <a:pt x="328" y="846"/>
                </a:lnTo>
                <a:lnTo>
                  <a:pt x="327" y="846"/>
                </a:lnTo>
                <a:lnTo>
                  <a:pt x="327" y="847"/>
                </a:lnTo>
                <a:lnTo>
                  <a:pt x="326" y="847"/>
                </a:lnTo>
                <a:lnTo>
                  <a:pt x="325" y="847"/>
                </a:lnTo>
                <a:lnTo>
                  <a:pt x="325" y="848"/>
                </a:lnTo>
                <a:lnTo>
                  <a:pt x="326" y="849"/>
                </a:lnTo>
                <a:lnTo>
                  <a:pt x="325" y="850"/>
                </a:lnTo>
                <a:lnTo>
                  <a:pt x="325" y="852"/>
                </a:lnTo>
                <a:lnTo>
                  <a:pt x="324" y="852"/>
                </a:lnTo>
                <a:lnTo>
                  <a:pt x="324" y="853"/>
                </a:lnTo>
                <a:lnTo>
                  <a:pt x="322" y="853"/>
                </a:lnTo>
                <a:lnTo>
                  <a:pt x="320" y="854"/>
                </a:lnTo>
                <a:lnTo>
                  <a:pt x="319" y="854"/>
                </a:lnTo>
                <a:lnTo>
                  <a:pt x="318" y="854"/>
                </a:lnTo>
                <a:lnTo>
                  <a:pt x="317" y="853"/>
                </a:lnTo>
                <a:lnTo>
                  <a:pt x="316" y="853"/>
                </a:lnTo>
                <a:lnTo>
                  <a:pt x="316" y="852"/>
                </a:lnTo>
                <a:lnTo>
                  <a:pt x="313" y="852"/>
                </a:lnTo>
                <a:lnTo>
                  <a:pt x="312" y="852"/>
                </a:lnTo>
                <a:lnTo>
                  <a:pt x="311" y="852"/>
                </a:lnTo>
                <a:lnTo>
                  <a:pt x="311" y="853"/>
                </a:lnTo>
                <a:lnTo>
                  <a:pt x="311" y="854"/>
                </a:lnTo>
                <a:lnTo>
                  <a:pt x="311" y="855"/>
                </a:lnTo>
                <a:lnTo>
                  <a:pt x="310" y="855"/>
                </a:lnTo>
                <a:lnTo>
                  <a:pt x="309" y="855"/>
                </a:lnTo>
                <a:lnTo>
                  <a:pt x="308" y="855"/>
                </a:lnTo>
                <a:lnTo>
                  <a:pt x="309" y="855"/>
                </a:lnTo>
                <a:lnTo>
                  <a:pt x="309" y="854"/>
                </a:lnTo>
                <a:lnTo>
                  <a:pt x="308" y="854"/>
                </a:lnTo>
                <a:lnTo>
                  <a:pt x="307" y="854"/>
                </a:lnTo>
                <a:lnTo>
                  <a:pt x="307" y="855"/>
                </a:lnTo>
                <a:lnTo>
                  <a:pt x="307" y="856"/>
                </a:lnTo>
                <a:lnTo>
                  <a:pt x="307" y="857"/>
                </a:lnTo>
                <a:lnTo>
                  <a:pt x="307" y="858"/>
                </a:lnTo>
                <a:lnTo>
                  <a:pt x="306" y="859"/>
                </a:lnTo>
                <a:lnTo>
                  <a:pt x="306" y="860"/>
                </a:lnTo>
                <a:lnTo>
                  <a:pt x="305" y="861"/>
                </a:lnTo>
                <a:lnTo>
                  <a:pt x="304" y="861"/>
                </a:lnTo>
                <a:lnTo>
                  <a:pt x="303" y="861"/>
                </a:lnTo>
                <a:lnTo>
                  <a:pt x="302" y="860"/>
                </a:lnTo>
                <a:lnTo>
                  <a:pt x="301" y="860"/>
                </a:lnTo>
                <a:lnTo>
                  <a:pt x="300" y="861"/>
                </a:lnTo>
                <a:lnTo>
                  <a:pt x="300" y="862"/>
                </a:lnTo>
                <a:lnTo>
                  <a:pt x="300" y="863"/>
                </a:lnTo>
                <a:lnTo>
                  <a:pt x="300" y="864"/>
                </a:lnTo>
                <a:lnTo>
                  <a:pt x="299" y="864"/>
                </a:lnTo>
                <a:lnTo>
                  <a:pt x="299" y="863"/>
                </a:lnTo>
                <a:lnTo>
                  <a:pt x="298" y="862"/>
                </a:lnTo>
                <a:lnTo>
                  <a:pt x="298" y="861"/>
                </a:lnTo>
                <a:lnTo>
                  <a:pt x="298" y="860"/>
                </a:lnTo>
                <a:lnTo>
                  <a:pt x="299" y="860"/>
                </a:lnTo>
                <a:lnTo>
                  <a:pt x="299" y="859"/>
                </a:lnTo>
                <a:lnTo>
                  <a:pt x="298" y="859"/>
                </a:lnTo>
                <a:lnTo>
                  <a:pt x="297" y="859"/>
                </a:lnTo>
                <a:lnTo>
                  <a:pt x="296" y="858"/>
                </a:lnTo>
                <a:lnTo>
                  <a:pt x="296" y="857"/>
                </a:lnTo>
                <a:lnTo>
                  <a:pt x="295" y="857"/>
                </a:lnTo>
                <a:lnTo>
                  <a:pt x="294" y="857"/>
                </a:lnTo>
                <a:lnTo>
                  <a:pt x="293" y="856"/>
                </a:lnTo>
                <a:lnTo>
                  <a:pt x="292" y="856"/>
                </a:lnTo>
                <a:lnTo>
                  <a:pt x="292" y="855"/>
                </a:lnTo>
                <a:lnTo>
                  <a:pt x="292" y="854"/>
                </a:lnTo>
                <a:lnTo>
                  <a:pt x="291" y="854"/>
                </a:lnTo>
                <a:lnTo>
                  <a:pt x="291" y="853"/>
                </a:lnTo>
                <a:lnTo>
                  <a:pt x="290" y="853"/>
                </a:lnTo>
                <a:lnTo>
                  <a:pt x="289" y="852"/>
                </a:lnTo>
                <a:lnTo>
                  <a:pt x="288" y="852"/>
                </a:lnTo>
                <a:lnTo>
                  <a:pt x="288" y="853"/>
                </a:lnTo>
                <a:lnTo>
                  <a:pt x="288" y="854"/>
                </a:lnTo>
                <a:lnTo>
                  <a:pt x="287" y="854"/>
                </a:lnTo>
                <a:lnTo>
                  <a:pt x="287" y="855"/>
                </a:lnTo>
                <a:lnTo>
                  <a:pt x="288" y="856"/>
                </a:lnTo>
                <a:lnTo>
                  <a:pt x="289" y="856"/>
                </a:lnTo>
                <a:lnTo>
                  <a:pt x="290" y="856"/>
                </a:lnTo>
                <a:lnTo>
                  <a:pt x="290" y="857"/>
                </a:lnTo>
                <a:lnTo>
                  <a:pt x="290" y="858"/>
                </a:lnTo>
                <a:lnTo>
                  <a:pt x="289" y="858"/>
                </a:lnTo>
                <a:lnTo>
                  <a:pt x="288" y="859"/>
                </a:lnTo>
                <a:lnTo>
                  <a:pt x="288" y="860"/>
                </a:lnTo>
                <a:lnTo>
                  <a:pt x="287" y="860"/>
                </a:lnTo>
                <a:lnTo>
                  <a:pt x="287" y="859"/>
                </a:lnTo>
                <a:lnTo>
                  <a:pt x="286" y="859"/>
                </a:lnTo>
                <a:lnTo>
                  <a:pt x="285" y="859"/>
                </a:lnTo>
                <a:lnTo>
                  <a:pt x="285" y="860"/>
                </a:lnTo>
                <a:lnTo>
                  <a:pt x="283" y="860"/>
                </a:lnTo>
                <a:lnTo>
                  <a:pt x="282" y="860"/>
                </a:lnTo>
                <a:lnTo>
                  <a:pt x="282" y="861"/>
                </a:lnTo>
                <a:lnTo>
                  <a:pt x="282" y="862"/>
                </a:lnTo>
                <a:lnTo>
                  <a:pt x="281" y="862"/>
                </a:lnTo>
                <a:lnTo>
                  <a:pt x="281" y="861"/>
                </a:lnTo>
                <a:lnTo>
                  <a:pt x="280" y="861"/>
                </a:lnTo>
                <a:lnTo>
                  <a:pt x="279" y="861"/>
                </a:lnTo>
                <a:lnTo>
                  <a:pt x="279" y="860"/>
                </a:lnTo>
                <a:lnTo>
                  <a:pt x="277" y="860"/>
                </a:lnTo>
                <a:lnTo>
                  <a:pt x="276" y="861"/>
                </a:lnTo>
                <a:lnTo>
                  <a:pt x="274" y="860"/>
                </a:lnTo>
                <a:lnTo>
                  <a:pt x="273" y="860"/>
                </a:lnTo>
                <a:lnTo>
                  <a:pt x="272" y="859"/>
                </a:lnTo>
                <a:lnTo>
                  <a:pt x="271" y="860"/>
                </a:lnTo>
                <a:lnTo>
                  <a:pt x="270" y="860"/>
                </a:lnTo>
                <a:lnTo>
                  <a:pt x="270" y="859"/>
                </a:lnTo>
                <a:lnTo>
                  <a:pt x="269" y="859"/>
                </a:lnTo>
                <a:lnTo>
                  <a:pt x="267" y="860"/>
                </a:lnTo>
                <a:lnTo>
                  <a:pt x="267" y="859"/>
                </a:lnTo>
                <a:lnTo>
                  <a:pt x="265" y="859"/>
                </a:lnTo>
                <a:lnTo>
                  <a:pt x="263" y="859"/>
                </a:lnTo>
                <a:lnTo>
                  <a:pt x="262" y="858"/>
                </a:lnTo>
                <a:lnTo>
                  <a:pt x="261" y="858"/>
                </a:lnTo>
                <a:lnTo>
                  <a:pt x="259" y="859"/>
                </a:lnTo>
                <a:lnTo>
                  <a:pt x="259" y="860"/>
                </a:lnTo>
                <a:lnTo>
                  <a:pt x="258" y="860"/>
                </a:lnTo>
                <a:lnTo>
                  <a:pt x="256" y="862"/>
                </a:lnTo>
                <a:lnTo>
                  <a:pt x="255" y="862"/>
                </a:lnTo>
                <a:lnTo>
                  <a:pt x="254" y="862"/>
                </a:lnTo>
                <a:lnTo>
                  <a:pt x="252" y="862"/>
                </a:lnTo>
                <a:lnTo>
                  <a:pt x="249" y="862"/>
                </a:lnTo>
                <a:lnTo>
                  <a:pt x="248" y="862"/>
                </a:lnTo>
                <a:lnTo>
                  <a:pt x="248" y="863"/>
                </a:lnTo>
                <a:lnTo>
                  <a:pt x="247" y="863"/>
                </a:lnTo>
                <a:lnTo>
                  <a:pt x="247" y="862"/>
                </a:lnTo>
                <a:lnTo>
                  <a:pt x="247" y="861"/>
                </a:lnTo>
                <a:lnTo>
                  <a:pt x="248" y="860"/>
                </a:lnTo>
                <a:lnTo>
                  <a:pt x="248" y="859"/>
                </a:lnTo>
                <a:lnTo>
                  <a:pt x="248" y="858"/>
                </a:lnTo>
                <a:lnTo>
                  <a:pt x="247" y="858"/>
                </a:lnTo>
                <a:lnTo>
                  <a:pt x="246" y="858"/>
                </a:lnTo>
                <a:lnTo>
                  <a:pt x="245" y="858"/>
                </a:lnTo>
                <a:lnTo>
                  <a:pt x="244" y="858"/>
                </a:lnTo>
                <a:lnTo>
                  <a:pt x="244" y="859"/>
                </a:lnTo>
                <a:lnTo>
                  <a:pt x="243" y="859"/>
                </a:lnTo>
                <a:lnTo>
                  <a:pt x="242" y="860"/>
                </a:lnTo>
                <a:lnTo>
                  <a:pt x="241" y="861"/>
                </a:lnTo>
                <a:lnTo>
                  <a:pt x="239" y="861"/>
                </a:lnTo>
                <a:lnTo>
                  <a:pt x="238" y="861"/>
                </a:lnTo>
                <a:lnTo>
                  <a:pt x="238" y="860"/>
                </a:lnTo>
                <a:lnTo>
                  <a:pt x="237" y="860"/>
                </a:lnTo>
                <a:lnTo>
                  <a:pt x="237" y="859"/>
                </a:lnTo>
                <a:lnTo>
                  <a:pt x="236" y="858"/>
                </a:lnTo>
                <a:lnTo>
                  <a:pt x="235" y="858"/>
                </a:lnTo>
                <a:lnTo>
                  <a:pt x="233" y="857"/>
                </a:lnTo>
                <a:lnTo>
                  <a:pt x="232" y="857"/>
                </a:lnTo>
                <a:lnTo>
                  <a:pt x="231" y="857"/>
                </a:lnTo>
                <a:lnTo>
                  <a:pt x="230" y="857"/>
                </a:lnTo>
                <a:lnTo>
                  <a:pt x="230" y="856"/>
                </a:lnTo>
                <a:lnTo>
                  <a:pt x="228" y="856"/>
                </a:lnTo>
                <a:lnTo>
                  <a:pt x="227" y="856"/>
                </a:lnTo>
                <a:lnTo>
                  <a:pt x="227" y="857"/>
                </a:lnTo>
                <a:lnTo>
                  <a:pt x="226" y="857"/>
                </a:lnTo>
                <a:lnTo>
                  <a:pt x="225" y="857"/>
                </a:lnTo>
                <a:lnTo>
                  <a:pt x="225" y="856"/>
                </a:lnTo>
                <a:lnTo>
                  <a:pt x="224" y="856"/>
                </a:lnTo>
                <a:lnTo>
                  <a:pt x="222" y="855"/>
                </a:lnTo>
                <a:lnTo>
                  <a:pt x="221" y="856"/>
                </a:lnTo>
                <a:lnTo>
                  <a:pt x="219" y="856"/>
                </a:lnTo>
                <a:lnTo>
                  <a:pt x="218" y="856"/>
                </a:lnTo>
                <a:lnTo>
                  <a:pt x="218" y="857"/>
                </a:lnTo>
                <a:lnTo>
                  <a:pt x="219" y="859"/>
                </a:lnTo>
                <a:lnTo>
                  <a:pt x="220" y="860"/>
                </a:lnTo>
                <a:lnTo>
                  <a:pt x="221" y="860"/>
                </a:lnTo>
                <a:lnTo>
                  <a:pt x="221" y="861"/>
                </a:lnTo>
                <a:lnTo>
                  <a:pt x="221" y="862"/>
                </a:lnTo>
                <a:lnTo>
                  <a:pt x="222" y="864"/>
                </a:lnTo>
                <a:lnTo>
                  <a:pt x="222" y="865"/>
                </a:lnTo>
                <a:lnTo>
                  <a:pt x="221" y="865"/>
                </a:lnTo>
                <a:lnTo>
                  <a:pt x="220" y="865"/>
                </a:lnTo>
                <a:lnTo>
                  <a:pt x="220" y="866"/>
                </a:lnTo>
                <a:lnTo>
                  <a:pt x="219" y="866"/>
                </a:lnTo>
                <a:lnTo>
                  <a:pt x="218" y="868"/>
                </a:lnTo>
                <a:lnTo>
                  <a:pt x="217" y="868"/>
                </a:lnTo>
                <a:lnTo>
                  <a:pt x="217" y="869"/>
                </a:lnTo>
                <a:lnTo>
                  <a:pt x="217" y="870"/>
                </a:lnTo>
                <a:lnTo>
                  <a:pt x="218" y="870"/>
                </a:lnTo>
                <a:lnTo>
                  <a:pt x="219" y="872"/>
                </a:lnTo>
                <a:lnTo>
                  <a:pt x="220" y="873"/>
                </a:lnTo>
                <a:lnTo>
                  <a:pt x="220" y="874"/>
                </a:lnTo>
                <a:lnTo>
                  <a:pt x="220" y="875"/>
                </a:lnTo>
                <a:lnTo>
                  <a:pt x="221" y="875"/>
                </a:lnTo>
                <a:lnTo>
                  <a:pt x="221" y="876"/>
                </a:lnTo>
                <a:lnTo>
                  <a:pt x="220" y="877"/>
                </a:lnTo>
                <a:lnTo>
                  <a:pt x="221" y="878"/>
                </a:lnTo>
                <a:lnTo>
                  <a:pt x="221" y="879"/>
                </a:lnTo>
                <a:lnTo>
                  <a:pt x="221" y="880"/>
                </a:lnTo>
                <a:lnTo>
                  <a:pt x="220" y="881"/>
                </a:lnTo>
                <a:lnTo>
                  <a:pt x="220" y="883"/>
                </a:lnTo>
                <a:lnTo>
                  <a:pt x="220" y="884"/>
                </a:lnTo>
                <a:lnTo>
                  <a:pt x="220" y="885"/>
                </a:lnTo>
                <a:lnTo>
                  <a:pt x="221" y="885"/>
                </a:lnTo>
                <a:lnTo>
                  <a:pt x="221" y="886"/>
                </a:lnTo>
                <a:lnTo>
                  <a:pt x="221" y="887"/>
                </a:lnTo>
                <a:lnTo>
                  <a:pt x="221" y="888"/>
                </a:lnTo>
                <a:lnTo>
                  <a:pt x="221" y="889"/>
                </a:lnTo>
                <a:lnTo>
                  <a:pt x="221" y="890"/>
                </a:lnTo>
                <a:lnTo>
                  <a:pt x="220" y="892"/>
                </a:lnTo>
                <a:lnTo>
                  <a:pt x="219" y="891"/>
                </a:lnTo>
                <a:lnTo>
                  <a:pt x="219" y="892"/>
                </a:lnTo>
                <a:lnTo>
                  <a:pt x="218" y="891"/>
                </a:lnTo>
                <a:lnTo>
                  <a:pt x="218" y="890"/>
                </a:lnTo>
                <a:lnTo>
                  <a:pt x="217" y="890"/>
                </a:lnTo>
                <a:lnTo>
                  <a:pt x="217" y="889"/>
                </a:lnTo>
                <a:lnTo>
                  <a:pt x="216" y="889"/>
                </a:lnTo>
                <a:lnTo>
                  <a:pt x="216" y="888"/>
                </a:lnTo>
                <a:lnTo>
                  <a:pt x="215" y="888"/>
                </a:lnTo>
                <a:lnTo>
                  <a:pt x="214" y="889"/>
                </a:lnTo>
                <a:lnTo>
                  <a:pt x="213" y="889"/>
                </a:lnTo>
                <a:lnTo>
                  <a:pt x="213" y="888"/>
                </a:lnTo>
                <a:lnTo>
                  <a:pt x="212" y="888"/>
                </a:lnTo>
                <a:lnTo>
                  <a:pt x="212" y="889"/>
                </a:lnTo>
                <a:lnTo>
                  <a:pt x="211" y="889"/>
                </a:lnTo>
                <a:lnTo>
                  <a:pt x="210" y="888"/>
                </a:lnTo>
                <a:lnTo>
                  <a:pt x="210" y="887"/>
                </a:lnTo>
                <a:lnTo>
                  <a:pt x="209" y="887"/>
                </a:lnTo>
                <a:lnTo>
                  <a:pt x="208" y="887"/>
                </a:lnTo>
                <a:lnTo>
                  <a:pt x="205" y="887"/>
                </a:lnTo>
                <a:lnTo>
                  <a:pt x="204" y="888"/>
                </a:lnTo>
                <a:lnTo>
                  <a:pt x="204" y="889"/>
                </a:lnTo>
                <a:lnTo>
                  <a:pt x="203" y="889"/>
                </a:lnTo>
                <a:lnTo>
                  <a:pt x="203" y="888"/>
                </a:lnTo>
                <a:lnTo>
                  <a:pt x="202" y="888"/>
                </a:lnTo>
                <a:lnTo>
                  <a:pt x="202" y="887"/>
                </a:lnTo>
                <a:lnTo>
                  <a:pt x="201" y="887"/>
                </a:lnTo>
                <a:lnTo>
                  <a:pt x="201" y="888"/>
                </a:lnTo>
                <a:lnTo>
                  <a:pt x="200" y="889"/>
                </a:lnTo>
                <a:lnTo>
                  <a:pt x="199" y="889"/>
                </a:lnTo>
                <a:lnTo>
                  <a:pt x="198" y="889"/>
                </a:lnTo>
                <a:lnTo>
                  <a:pt x="198" y="888"/>
                </a:lnTo>
                <a:lnTo>
                  <a:pt x="197" y="888"/>
                </a:lnTo>
                <a:lnTo>
                  <a:pt x="196" y="889"/>
                </a:lnTo>
                <a:lnTo>
                  <a:pt x="195" y="889"/>
                </a:lnTo>
                <a:lnTo>
                  <a:pt x="194" y="889"/>
                </a:lnTo>
                <a:lnTo>
                  <a:pt x="193" y="889"/>
                </a:lnTo>
                <a:lnTo>
                  <a:pt x="191" y="890"/>
                </a:lnTo>
                <a:lnTo>
                  <a:pt x="191" y="891"/>
                </a:lnTo>
                <a:lnTo>
                  <a:pt x="191" y="892"/>
                </a:lnTo>
                <a:lnTo>
                  <a:pt x="191" y="893"/>
                </a:lnTo>
                <a:lnTo>
                  <a:pt x="191" y="894"/>
                </a:lnTo>
                <a:lnTo>
                  <a:pt x="191" y="895"/>
                </a:lnTo>
                <a:lnTo>
                  <a:pt x="190" y="896"/>
                </a:lnTo>
                <a:lnTo>
                  <a:pt x="189" y="896"/>
                </a:lnTo>
                <a:lnTo>
                  <a:pt x="188" y="896"/>
                </a:lnTo>
                <a:lnTo>
                  <a:pt x="187" y="896"/>
                </a:lnTo>
                <a:lnTo>
                  <a:pt x="187" y="898"/>
                </a:lnTo>
                <a:lnTo>
                  <a:pt x="186" y="898"/>
                </a:lnTo>
                <a:lnTo>
                  <a:pt x="184" y="898"/>
                </a:lnTo>
                <a:lnTo>
                  <a:pt x="183" y="899"/>
                </a:lnTo>
                <a:lnTo>
                  <a:pt x="183" y="900"/>
                </a:lnTo>
                <a:lnTo>
                  <a:pt x="182" y="900"/>
                </a:lnTo>
                <a:lnTo>
                  <a:pt x="181" y="900"/>
                </a:lnTo>
                <a:lnTo>
                  <a:pt x="180" y="900"/>
                </a:lnTo>
                <a:lnTo>
                  <a:pt x="180" y="901"/>
                </a:lnTo>
                <a:lnTo>
                  <a:pt x="179" y="901"/>
                </a:lnTo>
                <a:lnTo>
                  <a:pt x="178" y="901"/>
                </a:lnTo>
                <a:lnTo>
                  <a:pt x="177" y="901"/>
                </a:lnTo>
                <a:lnTo>
                  <a:pt x="177" y="902"/>
                </a:lnTo>
                <a:lnTo>
                  <a:pt x="176" y="903"/>
                </a:lnTo>
                <a:lnTo>
                  <a:pt x="175" y="903"/>
                </a:lnTo>
                <a:lnTo>
                  <a:pt x="174" y="903"/>
                </a:lnTo>
                <a:lnTo>
                  <a:pt x="174" y="904"/>
                </a:lnTo>
                <a:lnTo>
                  <a:pt x="174" y="905"/>
                </a:lnTo>
                <a:lnTo>
                  <a:pt x="175" y="905"/>
                </a:lnTo>
                <a:lnTo>
                  <a:pt x="175" y="906"/>
                </a:lnTo>
                <a:lnTo>
                  <a:pt x="176" y="909"/>
                </a:lnTo>
                <a:lnTo>
                  <a:pt x="176" y="910"/>
                </a:lnTo>
                <a:lnTo>
                  <a:pt x="175" y="910"/>
                </a:lnTo>
                <a:lnTo>
                  <a:pt x="174" y="911"/>
                </a:lnTo>
                <a:lnTo>
                  <a:pt x="173" y="911"/>
                </a:lnTo>
                <a:lnTo>
                  <a:pt x="172" y="911"/>
                </a:lnTo>
                <a:lnTo>
                  <a:pt x="172" y="912"/>
                </a:lnTo>
                <a:lnTo>
                  <a:pt x="171" y="912"/>
                </a:lnTo>
                <a:lnTo>
                  <a:pt x="171" y="913"/>
                </a:lnTo>
                <a:lnTo>
                  <a:pt x="170" y="913"/>
                </a:lnTo>
                <a:lnTo>
                  <a:pt x="170" y="915"/>
                </a:lnTo>
                <a:lnTo>
                  <a:pt x="169" y="915"/>
                </a:lnTo>
                <a:lnTo>
                  <a:pt x="169" y="916"/>
                </a:lnTo>
                <a:lnTo>
                  <a:pt x="169" y="918"/>
                </a:lnTo>
                <a:lnTo>
                  <a:pt x="168" y="918"/>
                </a:lnTo>
                <a:lnTo>
                  <a:pt x="167" y="919"/>
                </a:lnTo>
                <a:lnTo>
                  <a:pt x="166" y="920"/>
                </a:lnTo>
                <a:lnTo>
                  <a:pt x="166" y="923"/>
                </a:lnTo>
                <a:lnTo>
                  <a:pt x="166" y="924"/>
                </a:lnTo>
                <a:lnTo>
                  <a:pt x="165" y="925"/>
                </a:lnTo>
                <a:lnTo>
                  <a:pt x="164" y="926"/>
                </a:lnTo>
                <a:lnTo>
                  <a:pt x="163" y="926"/>
                </a:lnTo>
                <a:lnTo>
                  <a:pt x="162" y="926"/>
                </a:lnTo>
                <a:lnTo>
                  <a:pt x="162" y="925"/>
                </a:lnTo>
                <a:lnTo>
                  <a:pt x="161" y="925"/>
                </a:lnTo>
                <a:lnTo>
                  <a:pt x="160" y="925"/>
                </a:lnTo>
                <a:lnTo>
                  <a:pt x="159" y="926"/>
                </a:lnTo>
                <a:lnTo>
                  <a:pt x="158" y="926"/>
                </a:lnTo>
                <a:lnTo>
                  <a:pt x="157" y="927"/>
                </a:lnTo>
                <a:lnTo>
                  <a:pt x="156" y="928"/>
                </a:lnTo>
                <a:lnTo>
                  <a:pt x="156" y="929"/>
                </a:lnTo>
                <a:lnTo>
                  <a:pt x="155" y="929"/>
                </a:lnTo>
                <a:lnTo>
                  <a:pt x="153" y="930"/>
                </a:lnTo>
                <a:lnTo>
                  <a:pt x="151" y="930"/>
                </a:lnTo>
                <a:lnTo>
                  <a:pt x="150" y="929"/>
                </a:lnTo>
                <a:lnTo>
                  <a:pt x="149" y="928"/>
                </a:lnTo>
                <a:lnTo>
                  <a:pt x="148" y="928"/>
                </a:lnTo>
                <a:lnTo>
                  <a:pt x="148" y="929"/>
                </a:lnTo>
                <a:lnTo>
                  <a:pt x="147" y="929"/>
                </a:lnTo>
                <a:lnTo>
                  <a:pt x="147" y="930"/>
                </a:lnTo>
                <a:lnTo>
                  <a:pt x="146" y="930"/>
                </a:lnTo>
                <a:lnTo>
                  <a:pt x="145" y="930"/>
                </a:lnTo>
                <a:lnTo>
                  <a:pt x="144" y="930"/>
                </a:lnTo>
                <a:lnTo>
                  <a:pt x="144" y="931"/>
                </a:lnTo>
                <a:lnTo>
                  <a:pt x="143" y="932"/>
                </a:lnTo>
                <a:lnTo>
                  <a:pt x="142" y="932"/>
                </a:lnTo>
                <a:lnTo>
                  <a:pt x="140" y="931"/>
                </a:lnTo>
                <a:lnTo>
                  <a:pt x="139" y="931"/>
                </a:lnTo>
                <a:lnTo>
                  <a:pt x="138" y="931"/>
                </a:lnTo>
                <a:lnTo>
                  <a:pt x="137" y="931"/>
                </a:lnTo>
                <a:lnTo>
                  <a:pt x="137" y="930"/>
                </a:lnTo>
                <a:lnTo>
                  <a:pt x="136" y="930"/>
                </a:lnTo>
                <a:lnTo>
                  <a:pt x="135" y="931"/>
                </a:lnTo>
                <a:lnTo>
                  <a:pt x="134" y="931"/>
                </a:lnTo>
                <a:lnTo>
                  <a:pt x="134" y="932"/>
                </a:lnTo>
                <a:lnTo>
                  <a:pt x="133" y="932"/>
                </a:lnTo>
                <a:lnTo>
                  <a:pt x="132" y="932"/>
                </a:lnTo>
                <a:lnTo>
                  <a:pt x="131" y="934"/>
                </a:lnTo>
                <a:lnTo>
                  <a:pt x="130" y="934"/>
                </a:lnTo>
                <a:lnTo>
                  <a:pt x="129" y="934"/>
                </a:lnTo>
                <a:lnTo>
                  <a:pt x="128" y="933"/>
                </a:lnTo>
                <a:lnTo>
                  <a:pt x="127" y="933"/>
                </a:lnTo>
                <a:lnTo>
                  <a:pt x="127" y="932"/>
                </a:lnTo>
                <a:lnTo>
                  <a:pt x="126" y="932"/>
                </a:lnTo>
                <a:lnTo>
                  <a:pt x="125" y="932"/>
                </a:lnTo>
                <a:lnTo>
                  <a:pt x="125" y="933"/>
                </a:lnTo>
                <a:lnTo>
                  <a:pt x="125" y="934"/>
                </a:lnTo>
                <a:lnTo>
                  <a:pt x="125" y="935"/>
                </a:lnTo>
                <a:lnTo>
                  <a:pt x="124" y="936"/>
                </a:lnTo>
                <a:lnTo>
                  <a:pt x="124" y="937"/>
                </a:lnTo>
                <a:lnTo>
                  <a:pt x="123" y="937"/>
                </a:lnTo>
                <a:lnTo>
                  <a:pt x="122" y="937"/>
                </a:lnTo>
                <a:lnTo>
                  <a:pt x="121" y="937"/>
                </a:lnTo>
                <a:lnTo>
                  <a:pt x="121" y="936"/>
                </a:lnTo>
                <a:lnTo>
                  <a:pt x="120" y="936"/>
                </a:lnTo>
                <a:lnTo>
                  <a:pt x="119" y="936"/>
                </a:lnTo>
                <a:lnTo>
                  <a:pt x="118" y="936"/>
                </a:lnTo>
                <a:lnTo>
                  <a:pt x="117" y="936"/>
                </a:lnTo>
                <a:lnTo>
                  <a:pt x="116" y="936"/>
                </a:lnTo>
                <a:lnTo>
                  <a:pt x="116" y="935"/>
                </a:lnTo>
                <a:lnTo>
                  <a:pt x="116" y="934"/>
                </a:lnTo>
                <a:lnTo>
                  <a:pt x="115" y="934"/>
                </a:lnTo>
                <a:lnTo>
                  <a:pt x="114" y="934"/>
                </a:lnTo>
                <a:lnTo>
                  <a:pt x="113" y="934"/>
                </a:lnTo>
                <a:lnTo>
                  <a:pt x="113" y="935"/>
                </a:lnTo>
                <a:lnTo>
                  <a:pt x="112" y="937"/>
                </a:lnTo>
                <a:lnTo>
                  <a:pt x="111" y="937"/>
                </a:lnTo>
                <a:lnTo>
                  <a:pt x="111" y="938"/>
                </a:lnTo>
                <a:lnTo>
                  <a:pt x="111" y="939"/>
                </a:lnTo>
                <a:lnTo>
                  <a:pt x="111" y="940"/>
                </a:lnTo>
                <a:lnTo>
                  <a:pt x="111" y="941"/>
                </a:lnTo>
                <a:lnTo>
                  <a:pt x="110" y="942"/>
                </a:lnTo>
                <a:lnTo>
                  <a:pt x="110" y="943"/>
                </a:lnTo>
                <a:lnTo>
                  <a:pt x="109" y="943"/>
                </a:lnTo>
                <a:lnTo>
                  <a:pt x="108" y="943"/>
                </a:lnTo>
                <a:lnTo>
                  <a:pt x="107" y="943"/>
                </a:lnTo>
                <a:lnTo>
                  <a:pt x="107" y="944"/>
                </a:lnTo>
                <a:lnTo>
                  <a:pt x="105" y="944"/>
                </a:lnTo>
                <a:lnTo>
                  <a:pt x="104" y="944"/>
                </a:lnTo>
                <a:lnTo>
                  <a:pt x="103" y="944"/>
                </a:lnTo>
                <a:lnTo>
                  <a:pt x="102" y="944"/>
                </a:lnTo>
                <a:lnTo>
                  <a:pt x="102" y="945"/>
                </a:lnTo>
                <a:lnTo>
                  <a:pt x="101" y="945"/>
                </a:lnTo>
                <a:lnTo>
                  <a:pt x="99" y="946"/>
                </a:lnTo>
                <a:lnTo>
                  <a:pt x="99" y="947"/>
                </a:lnTo>
                <a:lnTo>
                  <a:pt x="98" y="947"/>
                </a:lnTo>
                <a:lnTo>
                  <a:pt x="96" y="949"/>
                </a:lnTo>
                <a:lnTo>
                  <a:pt x="96" y="950"/>
                </a:lnTo>
                <a:lnTo>
                  <a:pt x="95" y="950"/>
                </a:lnTo>
                <a:lnTo>
                  <a:pt x="94" y="951"/>
                </a:lnTo>
                <a:lnTo>
                  <a:pt x="93" y="952"/>
                </a:lnTo>
                <a:lnTo>
                  <a:pt x="92" y="953"/>
                </a:lnTo>
                <a:lnTo>
                  <a:pt x="91" y="952"/>
                </a:lnTo>
                <a:lnTo>
                  <a:pt x="91" y="951"/>
                </a:lnTo>
                <a:lnTo>
                  <a:pt x="91" y="950"/>
                </a:lnTo>
                <a:lnTo>
                  <a:pt x="90" y="950"/>
                </a:lnTo>
                <a:lnTo>
                  <a:pt x="89" y="949"/>
                </a:lnTo>
                <a:lnTo>
                  <a:pt x="88" y="948"/>
                </a:lnTo>
                <a:lnTo>
                  <a:pt x="87" y="948"/>
                </a:lnTo>
                <a:lnTo>
                  <a:pt x="86" y="948"/>
                </a:lnTo>
                <a:lnTo>
                  <a:pt x="86" y="949"/>
                </a:lnTo>
                <a:lnTo>
                  <a:pt x="85" y="950"/>
                </a:lnTo>
                <a:lnTo>
                  <a:pt x="86" y="950"/>
                </a:lnTo>
                <a:lnTo>
                  <a:pt x="86" y="951"/>
                </a:lnTo>
                <a:lnTo>
                  <a:pt x="85" y="952"/>
                </a:lnTo>
                <a:lnTo>
                  <a:pt x="85" y="953"/>
                </a:lnTo>
                <a:lnTo>
                  <a:pt x="85" y="954"/>
                </a:lnTo>
                <a:lnTo>
                  <a:pt x="85" y="955"/>
                </a:lnTo>
                <a:lnTo>
                  <a:pt x="85" y="956"/>
                </a:lnTo>
                <a:lnTo>
                  <a:pt x="85" y="957"/>
                </a:lnTo>
                <a:lnTo>
                  <a:pt x="84" y="957"/>
                </a:lnTo>
                <a:lnTo>
                  <a:pt x="84" y="958"/>
                </a:lnTo>
                <a:lnTo>
                  <a:pt x="84" y="959"/>
                </a:lnTo>
                <a:lnTo>
                  <a:pt x="83" y="961"/>
                </a:lnTo>
                <a:lnTo>
                  <a:pt x="82" y="962"/>
                </a:lnTo>
                <a:lnTo>
                  <a:pt x="81" y="963"/>
                </a:lnTo>
                <a:lnTo>
                  <a:pt x="79" y="963"/>
                </a:lnTo>
                <a:lnTo>
                  <a:pt x="78" y="963"/>
                </a:lnTo>
                <a:lnTo>
                  <a:pt x="78" y="964"/>
                </a:lnTo>
                <a:lnTo>
                  <a:pt x="77" y="966"/>
                </a:lnTo>
                <a:lnTo>
                  <a:pt x="76" y="966"/>
                </a:lnTo>
                <a:lnTo>
                  <a:pt x="76" y="967"/>
                </a:lnTo>
                <a:lnTo>
                  <a:pt x="75" y="967"/>
                </a:lnTo>
                <a:lnTo>
                  <a:pt x="75" y="966"/>
                </a:lnTo>
                <a:lnTo>
                  <a:pt x="74" y="966"/>
                </a:lnTo>
                <a:lnTo>
                  <a:pt x="73" y="965"/>
                </a:lnTo>
                <a:lnTo>
                  <a:pt x="73" y="964"/>
                </a:lnTo>
                <a:lnTo>
                  <a:pt x="72" y="963"/>
                </a:lnTo>
                <a:lnTo>
                  <a:pt x="72" y="962"/>
                </a:lnTo>
                <a:lnTo>
                  <a:pt x="71" y="962"/>
                </a:lnTo>
                <a:lnTo>
                  <a:pt x="70" y="962"/>
                </a:lnTo>
                <a:lnTo>
                  <a:pt x="69" y="961"/>
                </a:lnTo>
                <a:lnTo>
                  <a:pt x="66" y="961"/>
                </a:lnTo>
                <a:lnTo>
                  <a:pt x="66" y="962"/>
                </a:lnTo>
                <a:lnTo>
                  <a:pt x="65" y="962"/>
                </a:lnTo>
                <a:lnTo>
                  <a:pt x="65" y="963"/>
                </a:lnTo>
                <a:lnTo>
                  <a:pt x="65" y="964"/>
                </a:lnTo>
                <a:lnTo>
                  <a:pt x="64" y="964"/>
                </a:lnTo>
                <a:lnTo>
                  <a:pt x="64" y="965"/>
                </a:lnTo>
                <a:lnTo>
                  <a:pt x="63" y="965"/>
                </a:lnTo>
                <a:lnTo>
                  <a:pt x="62" y="966"/>
                </a:lnTo>
                <a:lnTo>
                  <a:pt x="62" y="967"/>
                </a:lnTo>
                <a:lnTo>
                  <a:pt x="62" y="968"/>
                </a:lnTo>
                <a:lnTo>
                  <a:pt x="61" y="968"/>
                </a:lnTo>
                <a:lnTo>
                  <a:pt x="61" y="969"/>
                </a:lnTo>
                <a:lnTo>
                  <a:pt x="60" y="969"/>
                </a:lnTo>
                <a:lnTo>
                  <a:pt x="60" y="968"/>
                </a:lnTo>
                <a:lnTo>
                  <a:pt x="59" y="968"/>
                </a:lnTo>
                <a:lnTo>
                  <a:pt x="59" y="969"/>
                </a:lnTo>
                <a:lnTo>
                  <a:pt x="58" y="969"/>
                </a:lnTo>
                <a:lnTo>
                  <a:pt x="58" y="970"/>
                </a:lnTo>
                <a:lnTo>
                  <a:pt x="58" y="971"/>
                </a:lnTo>
                <a:lnTo>
                  <a:pt x="57" y="971"/>
                </a:lnTo>
                <a:lnTo>
                  <a:pt x="57" y="972"/>
                </a:lnTo>
                <a:lnTo>
                  <a:pt x="56" y="972"/>
                </a:lnTo>
                <a:lnTo>
                  <a:pt x="55" y="972"/>
                </a:lnTo>
                <a:lnTo>
                  <a:pt x="54" y="972"/>
                </a:lnTo>
                <a:lnTo>
                  <a:pt x="54" y="971"/>
                </a:lnTo>
                <a:lnTo>
                  <a:pt x="53" y="971"/>
                </a:lnTo>
                <a:lnTo>
                  <a:pt x="53" y="970"/>
                </a:lnTo>
                <a:lnTo>
                  <a:pt x="52" y="970"/>
                </a:lnTo>
                <a:lnTo>
                  <a:pt x="51" y="970"/>
                </a:lnTo>
                <a:lnTo>
                  <a:pt x="50" y="970"/>
                </a:lnTo>
                <a:lnTo>
                  <a:pt x="50" y="969"/>
                </a:lnTo>
                <a:lnTo>
                  <a:pt x="49" y="969"/>
                </a:lnTo>
                <a:lnTo>
                  <a:pt x="48" y="969"/>
                </a:lnTo>
                <a:lnTo>
                  <a:pt x="48" y="970"/>
                </a:lnTo>
                <a:lnTo>
                  <a:pt x="47" y="970"/>
                </a:lnTo>
                <a:lnTo>
                  <a:pt x="47" y="971"/>
                </a:lnTo>
                <a:lnTo>
                  <a:pt x="46" y="971"/>
                </a:lnTo>
                <a:lnTo>
                  <a:pt x="46" y="972"/>
                </a:lnTo>
                <a:lnTo>
                  <a:pt x="45" y="972"/>
                </a:lnTo>
                <a:lnTo>
                  <a:pt x="44" y="972"/>
                </a:lnTo>
                <a:lnTo>
                  <a:pt x="44" y="973"/>
                </a:lnTo>
                <a:lnTo>
                  <a:pt x="43" y="973"/>
                </a:lnTo>
                <a:lnTo>
                  <a:pt x="42" y="973"/>
                </a:lnTo>
                <a:lnTo>
                  <a:pt x="42" y="974"/>
                </a:lnTo>
                <a:lnTo>
                  <a:pt x="41" y="974"/>
                </a:lnTo>
                <a:lnTo>
                  <a:pt x="40" y="974"/>
                </a:lnTo>
                <a:lnTo>
                  <a:pt x="39" y="974"/>
                </a:lnTo>
                <a:lnTo>
                  <a:pt x="39" y="973"/>
                </a:lnTo>
                <a:lnTo>
                  <a:pt x="38" y="973"/>
                </a:lnTo>
                <a:lnTo>
                  <a:pt x="38" y="972"/>
                </a:lnTo>
                <a:lnTo>
                  <a:pt x="37" y="972"/>
                </a:lnTo>
                <a:lnTo>
                  <a:pt x="37" y="971"/>
                </a:lnTo>
                <a:lnTo>
                  <a:pt x="36" y="971"/>
                </a:lnTo>
                <a:lnTo>
                  <a:pt x="35" y="971"/>
                </a:lnTo>
                <a:lnTo>
                  <a:pt x="35" y="970"/>
                </a:lnTo>
                <a:lnTo>
                  <a:pt x="34" y="970"/>
                </a:lnTo>
                <a:lnTo>
                  <a:pt x="34" y="969"/>
                </a:lnTo>
                <a:lnTo>
                  <a:pt x="33" y="969"/>
                </a:lnTo>
                <a:lnTo>
                  <a:pt x="32" y="969"/>
                </a:lnTo>
                <a:lnTo>
                  <a:pt x="31" y="969"/>
                </a:lnTo>
                <a:lnTo>
                  <a:pt x="31" y="970"/>
                </a:lnTo>
                <a:lnTo>
                  <a:pt x="30" y="970"/>
                </a:lnTo>
                <a:lnTo>
                  <a:pt x="30" y="971"/>
                </a:lnTo>
                <a:lnTo>
                  <a:pt x="29" y="971"/>
                </a:lnTo>
                <a:lnTo>
                  <a:pt x="29" y="972"/>
                </a:lnTo>
                <a:lnTo>
                  <a:pt x="28" y="972"/>
                </a:lnTo>
                <a:lnTo>
                  <a:pt x="28" y="973"/>
                </a:lnTo>
                <a:lnTo>
                  <a:pt x="27" y="973"/>
                </a:lnTo>
                <a:lnTo>
                  <a:pt x="26" y="973"/>
                </a:lnTo>
                <a:lnTo>
                  <a:pt x="24" y="973"/>
                </a:lnTo>
                <a:lnTo>
                  <a:pt x="23" y="973"/>
                </a:lnTo>
                <a:lnTo>
                  <a:pt x="22" y="973"/>
                </a:lnTo>
                <a:lnTo>
                  <a:pt x="22" y="972"/>
                </a:lnTo>
                <a:lnTo>
                  <a:pt x="21" y="972"/>
                </a:lnTo>
                <a:lnTo>
                  <a:pt x="20" y="972"/>
                </a:lnTo>
                <a:lnTo>
                  <a:pt x="19" y="972"/>
                </a:lnTo>
                <a:lnTo>
                  <a:pt x="19" y="971"/>
                </a:lnTo>
                <a:lnTo>
                  <a:pt x="18" y="971"/>
                </a:lnTo>
                <a:lnTo>
                  <a:pt x="16" y="971"/>
                </a:lnTo>
                <a:lnTo>
                  <a:pt x="11" y="971"/>
                </a:lnTo>
                <a:lnTo>
                  <a:pt x="10" y="971"/>
                </a:lnTo>
                <a:lnTo>
                  <a:pt x="9" y="970"/>
                </a:lnTo>
                <a:lnTo>
                  <a:pt x="8" y="970"/>
                </a:lnTo>
                <a:lnTo>
                  <a:pt x="7" y="970"/>
                </a:lnTo>
                <a:lnTo>
                  <a:pt x="7" y="969"/>
                </a:lnTo>
                <a:lnTo>
                  <a:pt x="6" y="969"/>
                </a:lnTo>
                <a:lnTo>
                  <a:pt x="6" y="968"/>
                </a:lnTo>
                <a:lnTo>
                  <a:pt x="5" y="968"/>
                </a:lnTo>
                <a:lnTo>
                  <a:pt x="5" y="967"/>
                </a:lnTo>
                <a:lnTo>
                  <a:pt x="4" y="967"/>
                </a:lnTo>
                <a:lnTo>
                  <a:pt x="4" y="966"/>
                </a:lnTo>
                <a:lnTo>
                  <a:pt x="4" y="965"/>
                </a:lnTo>
                <a:lnTo>
                  <a:pt x="3" y="964"/>
                </a:lnTo>
                <a:lnTo>
                  <a:pt x="3" y="963"/>
                </a:lnTo>
                <a:lnTo>
                  <a:pt x="4" y="963"/>
                </a:lnTo>
                <a:lnTo>
                  <a:pt x="4" y="961"/>
                </a:lnTo>
                <a:lnTo>
                  <a:pt x="4" y="960"/>
                </a:lnTo>
                <a:lnTo>
                  <a:pt x="4" y="959"/>
                </a:lnTo>
                <a:lnTo>
                  <a:pt x="4" y="958"/>
                </a:lnTo>
                <a:lnTo>
                  <a:pt x="4" y="957"/>
                </a:lnTo>
                <a:lnTo>
                  <a:pt x="4" y="956"/>
                </a:lnTo>
                <a:lnTo>
                  <a:pt x="4" y="955"/>
                </a:lnTo>
                <a:lnTo>
                  <a:pt x="5" y="955"/>
                </a:lnTo>
                <a:lnTo>
                  <a:pt x="5" y="954"/>
                </a:lnTo>
                <a:lnTo>
                  <a:pt x="5" y="953"/>
                </a:lnTo>
                <a:lnTo>
                  <a:pt x="5" y="952"/>
                </a:lnTo>
                <a:lnTo>
                  <a:pt x="5" y="949"/>
                </a:lnTo>
                <a:lnTo>
                  <a:pt x="5" y="948"/>
                </a:lnTo>
                <a:lnTo>
                  <a:pt x="5" y="947"/>
                </a:lnTo>
                <a:lnTo>
                  <a:pt x="5" y="946"/>
                </a:lnTo>
                <a:lnTo>
                  <a:pt x="4" y="945"/>
                </a:lnTo>
                <a:lnTo>
                  <a:pt x="4" y="944"/>
                </a:lnTo>
                <a:lnTo>
                  <a:pt x="4" y="943"/>
                </a:lnTo>
                <a:lnTo>
                  <a:pt x="4" y="942"/>
                </a:lnTo>
                <a:lnTo>
                  <a:pt x="4" y="941"/>
                </a:lnTo>
                <a:lnTo>
                  <a:pt x="4" y="940"/>
                </a:lnTo>
                <a:lnTo>
                  <a:pt x="3" y="940"/>
                </a:lnTo>
                <a:lnTo>
                  <a:pt x="3" y="939"/>
                </a:lnTo>
                <a:lnTo>
                  <a:pt x="3" y="938"/>
                </a:lnTo>
                <a:lnTo>
                  <a:pt x="3" y="937"/>
                </a:lnTo>
                <a:lnTo>
                  <a:pt x="3" y="936"/>
                </a:lnTo>
                <a:lnTo>
                  <a:pt x="3" y="935"/>
                </a:lnTo>
                <a:lnTo>
                  <a:pt x="2" y="935"/>
                </a:lnTo>
                <a:lnTo>
                  <a:pt x="2" y="934"/>
                </a:lnTo>
                <a:lnTo>
                  <a:pt x="2" y="933"/>
                </a:lnTo>
                <a:lnTo>
                  <a:pt x="2" y="932"/>
                </a:lnTo>
                <a:lnTo>
                  <a:pt x="2" y="931"/>
                </a:lnTo>
                <a:lnTo>
                  <a:pt x="2" y="930"/>
                </a:lnTo>
                <a:lnTo>
                  <a:pt x="1" y="930"/>
                </a:lnTo>
                <a:lnTo>
                  <a:pt x="1" y="929"/>
                </a:lnTo>
                <a:lnTo>
                  <a:pt x="1" y="928"/>
                </a:lnTo>
                <a:lnTo>
                  <a:pt x="1" y="927"/>
                </a:lnTo>
                <a:lnTo>
                  <a:pt x="1" y="923"/>
                </a:lnTo>
                <a:lnTo>
                  <a:pt x="1" y="922"/>
                </a:lnTo>
                <a:lnTo>
                  <a:pt x="1" y="921"/>
                </a:lnTo>
                <a:lnTo>
                  <a:pt x="2" y="921"/>
                </a:lnTo>
                <a:lnTo>
                  <a:pt x="2" y="920"/>
                </a:lnTo>
                <a:lnTo>
                  <a:pt x="3" y="920"/>
                </a:lnTo>
                <a:lnTo>
                  <a:pt x="3" y="919"/>
                </a:lnTo>
                <a:lnTo>
                  <a:pt x="4" y="919"/>
                </a:lnTo>
                <a:lnTo>
                  <a:pt x="5" y="918"/>
                </a:lnTo>
                <a:lnTo>
                  <a:pt x="5" y="917"/>
                </a:lnTo>
                <a:lnTo>
                  <a:pt x="5" y="916"/>
                </a:lnTo>
                <a:lnTo>
                  <a:pt x="5" y="915"/>
                </a:lnTo>
                <a:lnTo>
                  <a:pt x="6" y="915"/>
                </a:lnTo>
                <a:lnTo>
                  <a:pt x="6" y="914"/>
                </a:lnTo>
                <a:lnTo>
                  <a:pt x="7" y="914"/>
                </a:lnTo>
                <a:lnTo>
                  <a:pt x="8" y="913"/>
                </a:lnTo>
                <a:lnTo>
                  <a:pt x="8" y="912"/>
                </a:lnTo>
                <a:lnTo>
                  <a:pt x="9" y="912"/>
                </a:lnTo>
                <a:lnTo>
                  <a:pt x="9" y="911"/>
                </a:lnTo>
                <a:lnTo>
                  <a:pt x="9" y="910"/>
                </a:lnTo>
                <a:lnTo>
                  <a:pt x="8" y="909"/>
                </a:lnTo>
                <a:lnTo>
                  <a:pt x="8" y="908"/>
                </a:lnTo>
                <a:lnTo>
                  <a:pt x="9" y="908"/>
                </a:lnTo>
                <a:lnTo>
                  <a:pt x="10" y="907"/>
                </a:lnTo>
                <a:lnTo>
                  <a:pt x="11" y="907"/>
                </a:lnTo>
                <a:lnTo>
                  <a:pt x="11" y="905"/>
                </a:lnTo>
                <a:lnTo>
                  <a:pt x="12" y="904"/>
                </a:lnTo>
                <a:lnTo>
                  <a:pt x="12" y="903"/>
                </a:lnTo>
                <a:lnTo>
                  <a:pt x="12" y="902"/>
                </a:lnTo>
                <a:lnTo>
                  <a:pt x="12" y="901"/>
                </a:lnTo>
                <a:lnTo>
                  <a:pt x="11" y="900"/>
                </a:lnTo>
                <a:lnTo>
                  <a:pt x="11" y="899"/>
                </a:lnTo>
                <a:lnTo>
                  <a:pt x="11" y="898"/>
                </a:lnTo>
                <a:lnTo>
                  <a:pt x="12" y="898"/>
                </a:lnTo>
                <a:lnTo>
                  <a:pt x="13" y="898"/>
                </a:lnTo>
                <a:lnTo>
                  <a:pt x="13" y="897"/>
                </a:lnTo>
                <a:lnTo>
                  <a:pt x="14" y="897"/>
                </a:lnTo>
                <a:lnTo>
                  <a:pt x="14" y="896"/>
                </a:lnTo>
                <a:lnTo>
                  <a:pt x="14" y="895"/>
                </a:lnTo>
                <a:lnTo>
                  <a:pt x="15" y="894"/>
                </a:lnTo>
                <a:lnTo>
                  <a:pt x="15" y="893"/>
                </a:lnTo>
                <a:lnTo>
                  <a:pt x="15" y="892"/>
                </a:lnTo>
                <a:lnTo>
                  <a:pt x="16" y="891"/>
                </a:lnTo>
                <a:lnTo>
                  <a:pt x="16" y="890"/>
                </a:lnTo>
                <a:lnTo>
                  <a:pt x="16" y="889"/>
                </a:lnTo>
                <a:lnTo>
                  <a:pt x="15" y="889"/>
                </a:lnTo>
                <a:lnTo>
                  <a:pt x="15" y="888"/>
                </a:lnTo>
                <a:lnTo>
                  <a:pt x="14" y="886"/>
                </a:lnTo>
                <a:lnTo>
                  <a:pt x="14" y="884"/>
                </a:lnTo>
                <a:lnTo>
                  <a:pt x="14" y="883"/>
                </a:lnTo>
                <a:lnTo>
                  <a:pt x="14" y="882"/>
                </a:lnTo>
                <a:lnTo>
                  <a:pt x="14" y="881"/>
                </a:lnTo>
                <a:lnTo>
                  <a:pt x="14" y="880"/>
                </a:lnTo>
                <a:lnTo>
                  <a:pt x="14" y="879"/>
                </a:lnTo>
                <a:lnTo>
                  <a:pt x="15" y="878"/>
                </a:lnTo>
                <a:lnTo>
                  <a:pt x="15" y="877"/>
                </a:lnTo>
                <a:lnTo>
                  <a:pt x="15" y="876"/>
                </a:lnTo>
                <a:lnTo>
                  <a:pt x="15" y="875"/>
                </a:lnTo>
                <a:lnTo>
                  <a:pt x="15" y="874"/>
                </a:lnTo>
                <a:lnTo>
                  <a:pt x="14" y="873"/>
                </a:lnTo>
                <a:lnTo>
                  <a:pt x="14" y="872"/>
                </a:lnTo>
                <a:lnTo>
                  <a:pt x="15" y="872"/>
                </a:lnTo>
                <a:lnTo>
                  <a:pt x="15" y="871"/>
                </a:lnTo>
                <a:lnTo>
                  <a:pt x="15" y="870"/>
                </a:lnTo>
                <a:lnTo>
                  <a:pt x="15" y="869"/>
                </a:lnTo>
                <a:lnTo>
                  <a:pt x="16" y="869"/>
                </a:lnTo>
                <a:lnTo>
                  <a:pt x="16" y="868"/>
                </a:lnTo>
                <a:lnTo>
                  <a:pt x="17" y="868"/>
                </a:lnTo>
                <a:lnTo>
                  <a:pt x="18" y="868"/>
                </a:lnTo>
                <a:lnTo>
                  <a:pt x="18" y="867"/>
                </a:lnTo>
                <a:lnTo>
                  <a:pt x="18" y="866"/>
                </a:lnTo>
                <a:lnTo>
                  <a:pt x="19" y="866"/>
                </a:lnTo>
                <a:lnTo>
                  <a:pt x="19" y="865"/>
                </a:lnTo>
                <a:lnTo>
                  <a:pt x="19" y="864"/>
                </a:lnTo>
                <a:lnTo>
                  <a:pt x="19" y="863"/>
                </a:lnTo>
                <a:lnTo>
                  <a:pt x="19" y="862"/>
                </a:lnTo>
                <a:lnTo>
                  <a:pt x="19" y="861"/>
                </a:lnTo>
                <a:lnTo>
                  <a:pt x="20" y="861"/>
                </a:lnTo>
                <a:lnTo>
                  <a:pt x="20" y="860"/>
                </a:lnTo>
                <a:lnTo>
                  <a:pt x="19" y="859"/>
                </a:lnTo>
                <a:lnTo>
                  <a:pt x="20" y="858"/>
                </a:lnTo>
                <a:lnTo>
                  <a:pt x="20" y="857"/>
                </a:lnTo>
                <a:lnTo>
                  <a:pt x="21" y="856"/>
                </a:lnTo>
                <a:lnTo>
                  <a:pt x="21" y="855"/>
                </a:lnTo>
                <a:lnTo>
                  <a:pt x="22" y="855"/>
                </a:lnTo>
                <a:lnTo>
                  <a:pt x="22" y="854"/>
                </a:lnTo>
                <a:lnTo>
                  <a:pt x="22" y="853"/>
                </a:lnTo>
                <a:lnTo>
                  <a:pt x="22" y="852"/>
                </a:lnTo>
                <a:lnTo>
                  <a:pt x="22" y="851"/>
                </a:lnTo>
                <a:lnTo>
                  <a:pt x="23" y="850"/>
                </a:lnTo>
                <a:lnTo>
                  <a:pt x="24" y="850"/>
                </a:lnTo>
                <a:lnTo>
                  <a:pt x="25" y="849"/>
                </a:lnTo>
                <a:lnTo>
                  <a:pt x="25" y="848"/>
                </a:lnTo>
                <a:lnTo>
                  <a:pt x="26" y="847"/>
                </a:lnTo>
                <a:lnTo>
                  <a:pt x="26" y="846"/>
                </a:lnTo>
                <a:lnTo>
                  <a:pt x="27" y="845"/>
                </a:lnTo>
                <a:lnTo>
                  <a:pt x="27" y="844"/>
                </a:lnTo>
                <a:lnTo>
                  <a:pt x="28" y="844"/>
                </a:lnTo>
                <a:lnTo>
                  <a:pt x="29" y="844"/>
                </a:lnTo>
                <a:lnTo>
                  <a:pt x="30" y="842"/>
                </a:lnTo>
                <a:lnTo>
                  <a:pt x="32" y="840"/>
                </a:lnTo>
                <a:lnTo>
                  <a:pt x="32" y="839"/>
                </a:lnTo>
                <a:lnTo>
                  <a:pt x="33" y="839"/>
                </a:lnTo>
                <a:lnTo>
                  <a:pt x="33" y="838"/>
                </a:lnTo>
                <a:lnTo>
                  <a:pt x="33" y="837"/>
                </a:lnTo>
                <a:lnTo>
                  <a:pt x="34" y="836"/>
                </a:lnTo>
                <a:lnTo>
                  <a:pt x="34" y="835"/>
                </a:lnTo>
                <a:lnTo>
                  <a:pt x="34" y="834"/>
                </a:lnTo>
                <a:lnTo>
                  <a:pt x="35" y="833"/>
                </a:lnTo>
                <a:lnTo>
                  <a:pt x="35" y="832"/>
                </a:lnTo>
                <a:lnTo>
                  <a:pt x="35" y="831"/>
                </a:lnTo>
                <a:lnTo>
                  <a:pt x="35" y="830"/>
                </a:lnTo>
                <a:lnTo>
                  <a:pt x="35" y="829"/>
                </a:lnTo>
                <a:lnTo>
                  <a:pt x="36" y="828"/>
                </a:lnTo>
                <a:lnTo>
                  <a:pt x="36" y="827"/>
                </a:lnTo>
                <a:lnTo>
                  <a:pt x="37" y="825"/>
                </a:lnTo>
                <a:lnTo>
                  <a:pt x="37" y="824"/>
                </a:lnTo>
                <a:lnTo>
                  <a:pt x="38" y="824"/>
                </a:lnTo>
                <a:lnTo>
                  <a:pt x="38" y="823"/>
                </a:lnTo>
                <a:lnTo>
                  <a:pt x="39" y="822"/>
                </a:lnTo>
                <a:lnTo>
                  <a:pt x="40" y="822"/>
                </a:lnTo>
                <a:lnTo>
                  <a:pt x="41" y="819"/>
                </a:lnTo>
                <a:lnTo>
                  <a:pt x="41" y="818"/>
                </a:lnTo>
                <a:lnTo>
                  <a:pt x="40" y="818"/>
                </a:lnTo>
                <a:lnTo>
                  <a:pt x="41" y="817"/>
                </a:lnTo>
                <a:lnTo>
                  <a:pt x="40" y="817"/>
                </a:lnTo>
                <a:lnTo>
                  <a:pt x="40" y="816"/>
                </a:lnTo>
                <a:lnTo>
                  <a:pt x="41" y="816"/>
                </a:lnTo>
                <a:lnTo>
                  <a:pt x="41" y="814"/>
                </a:lnTo>
                <a:lnTo>
                  <a:pt x="41" y="812"/>
                </a:lnTo>
                <a:lnTo>
                  <a:pt x="41" y="811"/>
                </a:lnTo>
                <a:lnTo>
                  <a:pt x="40" y="811"/>
                </a:lnTo>
                <a:lnTo>
                  <a:pt x="40" y="810"/>
                </a:lnTo>
                <a:lnTo>
                  <a:pt x="39" y="809"/>
                </a:lnTo>
                <a:lnTo>
                  <a:pt x="38" y="809"/>
                </a:lnTo>
                <a:lnTo>
                  <a:pt x="38" y="808"/>
                </a:lnTo>
                <a:lnTo>
                  <a:pt x="38" y="805"/>
                </a:lnTo>
                <a:lnTo>
                  <a:pt x="37" y="805"/>
                </a:lnTo>
                <a:lnTo>
                  <a:pt x="37" y="804"/>
                </a:lnTo>
                <a:lnTo>
                  <a:pt x="36" y="804"/>
                </a:lnTo>
                <a:lnTo>
                  <a:pt x="36" y="803"/>
                </a:lnTo>
                <a:lnTo>
                  <a:pt x="36" y="802"/>
                </a:lnTo>
                <a:lnTo>
                  <a:pt x="36" y="801"/>
                </a:lnTo>
                <a:lnTo>
                  <a:pt x="36" y="800"/>
                </a:lnTo>
                <a:lnTo>
                  <a:pt x="36" y="799"/>
                </a:lnTo>
                <a:lnTo>
                  <a:pt x="35" y="798"/>
                </a:lnTo>
                <a:lnTo>
                  <a:pt x="35" y="797"/>
                </a:lnTo>
                <a:lnTo>
                  <a:pt x="35" y="796"/>
                </a:lnTo>
                <a:lnTo>
                  <a:pt x="35" y="795"/>
                </a:lnTo>
                <a:lnTo>
                  <a:pt x="35" y="794"/>
                </a:lnTo>
                <a:lnTo>
                  <a:pt x="35" y="793"/>
                </a:lnTo>
                <a:lnTo>
                  <a:pt x="35" y="792"/>
                </a:lnTo>
                <a:lnTo>
                  <a:pt x="34" y="791"/>
                </a:lnTo>
                <a:lnTo>
                  <a:pt x="34" y="790"/>
                </a:lnTo>
                <a:lnTo>
                  <a:pt x="33" y="790"/>
                </a:lnTo>
                <a:lnTo>
                  <a:pt x="33" y="789"/>
                </a:lnTo>
                <a:lnTo>
                  <a:pt x="34" y="789"/>
                </a:lnTo>
                <a:lnTo>
                  <a:pt x="34" y="788"/>
                </a:lnTo>
                <a:lnTo>
                  <a:pt x="34" y="787"/>
                </a:lnTo>
                <a:lnTo>
                  <a:pt x="33" y="784"/>
                </a:lnTo>
                <a:lnTo>
                  <a:pt x="32" y="783"/>
                </a:lnTo>
                <a:lnTo>
                  <a:pt x="32" y="782"/>
                </a:lnTo>
                <a:lnTo>
                  <a:pt x="31" y="782"/>
                </a:lnTo>
                <a:lnTo>
                  <a:pt x="31" y="781"/>
                </a:lnTo>
                <a:lnTo>
                  <a:pt x="31" y="780"/>
                </a:lnTo>
                <a:lnTo>
                  <a:pt x="31" y="779"/>
                </a:lnTo>
                <a:lnTo>
                  <a:pt x="31" y="778"/>
                </a:lnTo>
                <a:lnTo>
                  <a:pt x="31" y="776"/>
                </a:lnTo>
                <a:lnTo>
                  <a:pt x="30" y="775"/>
                </a:lnTo>
                <a:lnTo>
                  <a:pt x="29" y="776"/>
                </a:lnTo>
                <a:lnTo>
                  <a:pt x="28" y="776"/>
                </a:lnTo>
                <a:lnTo>
                  <a:pt x="27" y="776"/>
                </a:lnTo>
                <a:lnTo>
                  <a:pt x="26" y="776"/>
                </a:lnTo>
                <a:lnTo>
                  <a:pt x="26" y="775"/>
                </a:lnTo>
                <a:lnTo>
                  <a:pt x="26" y="774"/>
                </a:lnTo>
                <a:lnTo>
                  <a:pt x="27" y="773"/>
                </a:lnTo>
                <a:lnTo>
                  <a:pt x="27" y="772"/>
                </a:lnTo>
                <a:lnTo>
                  <a:pt x="26" y="772"/>
                </a:lnTo>
                <a:lnTo>
                  <a:pt x="26" y="771"/>
                </a:lnTo>
                <a:lnTo>
                  <a:pt x="26" y="770"/>
                </a:lnTo>
                <a:lnTo>
                  <a:pt x="27" y="769"/>
                </a:lnTo>
                <a:lnTo>
                  <a:pt x="26" y="769"/>
                </a:lnTo>
                <a:lnTo>
                  <a:pt x="26" y="768"/>
                </a:lnTo>
                <a:lnTo>
                  <a:pt x="25" y="768"/>
                </a:lnTo>
                <a:lnTo>
                  <a:pt x="25" y="767"/>
                </a:lnTo>
                <a:lnTo>
                  <a:pt x="25" y="765"/>
                </a:lnTo>
                <a:lnTo>
                  <a:pt x="25" y="764"/>
                </a:lnTo>
                <a:lnTo>
                  <a:pt x="26" y="764"/>
                </a:lnTo>
                <a:lnTo>
                  <a:pt x="26" y="763"/>
                </a:lnTo>
                <a:lnTo>
                  <a:pt x="26" y="762"/>
                </a:lnTo>
                <a:lnTo>
                  <a:pt x="26" y="761"/>
                </a:lnTo>
                <a:lnTo>
                  <a:pt x="25" y="761"/>
                </a:lnTo>
                <a:lnTo>
                  <a:pt x="25" y="760"/>
                </a:lnTo>
                <a:lnTo>
                  <a:pt x="24" y="760"/>
                </a:lnTo>
                <a:lnTo>
                  <a:pt x="23" y="760"/>
                </a:lnTo>
                <a:lnTo>
                  <a:pt x="23" y="759"/>
                </a:lnTo>
                <a:lnTo>
                  <a:pt x="23" y="758"/>
                </a:lnTo>
                <a:lnTo>
                  <a:pt x="23" y="757"/>
                </a:lnTo>
                <a:lnTo>
                  <a:pt x="24" y="757"/>
                </a:lnTo>
                <a:lnTo>
                  <a:pt x="24" y="756"/>
                </a:lnTo>
                <a:lnTo>
                  <a:pt x="23" y="755"/>
                </a:lnTo>
                <a:lnTo>
                  <a:pt x="23" y="754"/>
                </a:lnTo>
                <a:lnTo>
                  <a:pt x="23" y="753"/>
                </a:lnTo>
                <a:lnTo>
                  <a:pt x="23" y="752"/>
                </a:lnTo>
                <a:lnTo>
                  <a:pt x="22" y="752"/>
                </a:lnTo>
                <a:lnTo>
                  <a:pt x="22" y="751"/>
                </a:lnTo>
                <a:lnTo>
                  <a:pt x="22" y="750"/>
                </a:lnTo>
                <a:lnTo>
                  <a:pt x="21" y="750"/>
                </a:lnTo>
                <a:lnTo>
                  <a:pt x="21" y="749"/>
                </a:lnTo>
                <a:lnTo>
                  <a:pt x="21" y="748"/>
                </a:lnTo>
                <a:lnTo>
                  <a:pt x="20" y="748"/>
                </a:lnTo>
                <a:lnTo>
                  <a:pt x="20" y="747"/>
                </a:lnTo>
                <a:lnTo>
                  <a:pt x="19" y="746"/>
                </a:lnTo>
                <a:lnTo>
                  <a:pt x="19" y="745"/>
                </a:lnTo>
                <a:lnTo>
                  <a:pt x="20" y="745"/>
                </a:lnTo>
                <a:lnTo>
                  <a:pt x="19" y="743"/>
                </a:lnTo>
                <a:lnTo>
                  <a:pt x="18" y="742"/>
                </a:lnTo>
                <a:lnTo>
                  <a:pt x="18" y="741"/>
                </a:lnTo>
                <a:lnTo>
                  <a:pt x="17" y="740"/>
                </a:lnTo>
                <a:lnTo>
                  <a:pt x="17" y="739"/>
                </a:lnTo>
                <a:lnTo>
                  <a:pt x="17" y="737"/>
                </a:lnTo>
                <a:lnTo>
                  <a:pt x="17" y="735"/>
                </a:lnTo>
                <a:lnTo>
                  <a:pt x="16" y="735"/>
                </a:lnTo>
                <a:lnTo>
                  <a:pt x="16" y="734"/>
                </a:lnTo>
                <a:lnTo>
                  <a:pt x="16" y="733"/>
                </a:lnTo>
                <a:lnTo>
                  <a:pt x="16" y="732"/>
                </a:lnTo>
                <a:lnTo>
                  <a:pt x="16" y="731"/>
                </a:lnTo>
                <a:lnTo>
                  <a:pt x="16" y="730"/>
                </a:lnTo>
                <a:lnTo>
                  <a:pt x="17" y="730"/>
                </a:lnTo>
                <a:lnTo>
                  <a:pt x="17" y="729"/>
                </a:lnTo>
                <a:lnTo>
                  <a:pt x="17" y="728"/>
                </a:lnTo>
                <a:lnTo>
                  <a:pt x="17" y="727"/>
                </a:lnTo>
                <a:lnTo>
                  <a:pt x="17" y="726"/>
                </a:lnTo>
                <a:lnTo>
                  <a:pt x="17" y="725"/>
                </a:lnTo>
                <a:lnTo>
                  <a:pt x="16" y="725"/>
                </a:lnTo>
                <a:lnTo>
                  <a:pt x="16" y="724"/>
                </a:lnTo>
                <a:lnTo>
                  <a:pt x="16" y="723"/>
                </a:lnTo>
                <a:lnTo>
                  <a:pt x="17" y="723"/>
                </a:lnTo>
                <a:lnTo>
                  <a:pt x="17" y="721"/>
                </a:lnTo>
                <a:lnTo>
                  <a:pt x="18" y="721"/>
                </a:lnTo>
                <a:lnTo>
                  <a:pt x="18" y="720"/>
                </a:lnTo>
                <a:lnTo>
                  <a:pt x="19" y="719"/>
                </a:lnTo>
                <a:lnTo>
                  <a:pt x="19" y="717"/>
                </a:lnTo>
                <a:lnTo>
                  <a:pt x="18" y="717"/>
                </a:lnTo>
                <a:lnTo>
                  <a:pt x="18" y="714"/>
                </a:lnTo>
                <a:lnTo>
                  <a:pt x="17" y="713"/>
                </a:lnTo>
                <a:lnTo>
                  <a:pt x="17" y="712"/>
                </a:lnTo>
                <a:lnTo>
                  <a:pt x="18" y="712"/>
                </a:lnTo>
                <a:lnTo>
                  <a:pt x="18" y="711"/>
                </a:lnTo>
                <a:lnTo>
                  <a:pt x="18" y="710"/>
                </a:lnTo>
                <a:lnTo>
                  <a:pt x="18" y="709"/>
                </a:lnTo>
                <a:lnTo>
                  <a:pt x="17" y="709"/>
                </a:lnTo>
                <a:lnTo>
                  <a:pt x="17" y="708"/>
                </a:lnTo>
                <a:lnTo>
                  <a:pt x="16" y="708"/>
                </a:lnTo>
                <a:lnTo>
                  <a:pt x="16" y="707"/>
                </a:lnTo>
                <a:lnTo>
                  <a:pt x="16" y="706"/>
                </a:lnTo>
                <a:lnTo>
                  <a:pt x="16" y="705"/>
                </a:lnTo>
                <a:lnTo>
                  <a:pt x="17" y="704"/>
                </a:lnTo>
                <a:lnTo>
                  <a:pt x="17" y="703"/>
                </a:lnTo>
                <a:lnTo>
                  <a:pt x="17" y="701"/>
                </a:lnTo>
                <a:lnTo>
                  <a:pt x="17" y="700"/>
                </a:lnTo>
                <a:lnTo>
                  <a:pt x="18" y="699"/>
                </a:lnTo>
                <a:lnTo>
                  <a:pt x="18" y="698"/>
                </a:lnTo>
                <a:lnTo>
                  <a:pt x="19" y="698"/>
                </a:lnTo>
                <a:lnTo>
                  <a:pt x="19" y="697"/>
                </a:lnTo>
                <a:lnTo>
                  <a:pt x="19" y="696"/>
                </a:lnTo>
                <a:lnTo>
                  <a:pt x="19" y="695"/>
                </a:lnTo>
                <a:lnTo>
                  <a:pt x="19" y="694"/>
                </a:lnTo>
                <a:lnTo>
                  <a:pt x="19" y="693"/>
                </a:lnTo>
                <a:lnTo>
                  <a:pt x="19" y="692"/>
                </a:lnTo>
                <a:lnTo>
                  <a:pt x="18" y="691"/>
                </a:lnTo>
                <a:lnTo>
                  <a:pt x="18" y="690"/>
                </a:lnTo>
                <a:lnTo>
                  <a:pt x="17" y="690"/>
                </a:lnTo>
                <a:lnTo>
                  <a:pt x="17" y="689"/>
                </a:lnTo>
                <a:lnTo>
                  <a:pt x="17" y="688"/>
                </a:lnTo>
                <a:lnTo>
                  <a:pt x="17" y="687"/>
                </a:lnTo>
                <a:lnTo>
                  <a:pt x="18" y="686"/>
                </a:lnTo>
                <a:lnTo>
                  <a:pt x="19" y="686"/>
                </a:lnTo>
                <a:lnTo>
                  <a:pt x="19" y="685"/>
                </a:lnTo>
                <a:lnTo>
                  <a:pt x="20" y="685"/>
                </a:lnTo>
                <a:lnTo>
                  <a:pt x="20" y="684"/>
                </a:lnTo>
                <a:lnTo>
                  <a:pt x="20" y="683"/>
                </a:lnTo>
                <a:lnTo>
                  <a:pt x="20" y="682"/>
                </a:lnTo>
                <a:lnTo>
                  <a:pt x="20" y="681"/>
                </a:lnTo>
                <a:lnTo>
                  <a:pt x="20" y="680"/>
                </a:lnTo>
                <a:lnTo>
                  <a:pt x="20" y="679"/>
                </a:lnTo>
                <a:lnTo>
                  <a:pt x="19" y="678"/>
                </a:lnTo>
                <a:lnTo>
                  <a:pt x="19" y="676"/>
                </a:lnTo>
                <a:lnTo>
                  <a:pt x="19" y="675"/>
                </a:lnTo>
                <a:lnTo>
                  <a:pt x="18" y="674"/>
                </a:lnTo>
                <a:lnTo>
                  <a:pt x="18" y="673"/>
                </a:lnTo>
                <a:lnTo>
                  <a:pt x="18" y="672"/>
                </a:lnTo>
                <a:lnTo>
                  <a:pt x="18" y="671"/>
                </a:lnTo>
                <a:lnTo>
                  <a:pt x="18" y="670"/>
                </a:lnTo>
                <a:lnTo>
                  <a:pt x="18" y="669"/>
                </a:lnTo>
                <a:lnTo>
                  <a:pt x="19" y="669"/>
                </a:lnTo>
                <a:lnTo>
                  <a:pt x="18" y="668"/>
                </a:lnTo>
                <a:lnTo>
                  <a:pt x="17" y="667"/>
                </a:lnTo>
                <a:lnTo>
                  <a:pt x="16" y="667"/>
                </a:lnTo>
                <a:lnTo>
                  <a:pt x="15" y="667"/>
                </a:lnTo>
                <a:lnTo>
                  <a:pt x="15" y="666"/>
                </a:lnTo>
                <a:lnTo>
                  <a:pt x="15" y="665"/>
                </a:lnTo>
                <a:lnTo>
                  <a:pt x="13" y="663"/>
                </a:lnTo>
                <a:lnTo>
                  <a:pt x="12" y="662"/>
                </a:lnTo>
                <a:lnTo>
                  <a:pt x="11" y="661"/>
                </a:lnTo>
                <a:lnTo>
                  <a:pt x="11" y="660"/>
                </a:lnTo>
                <a:lnTo>
                  <a:pt x="11" y="659"/>
                </a:lnTo>
                <a:lnTo>
                  <a:pt x="10" y="658"/>
                </a:lnTo>
                <a:lnTo>
                  <a:pt x="9" y="657"/>
                </a:lnTo>
                <a:lnTo>
                  <a:pt x="9" y="656"/>
                </a:lnTo>
                <a:lnTo>
                  <a:pt x="8" y="656"/>
                </a:lnTo>
                <a:lnTo>
                  <a:pt x="7" y="656"/>
                </a:lnTo>
                <a:lnTo>
                  <a:pt x="6" y="655"/>
                </a:lnTo>
                <a:lnTo>
                  <a:pt x="6" y="654"/>
                </a:lnTo>
                <a:lnTo>
                  <a:pt x="5" y="654"/>
                </a:lnTo>
                <a:lnTo>
                  <a:pt x="5" y="653"/>
                </a:lnTo>
                <a:lnTo>
                  <a:pt x="5" y="652"/>
                </a:lnTo>
                <a:lnTo>
                  <a:pt x="6" y="652"/>
                </a:lnTo>
                <a:lnTo>
                  <a:pt x="6" y="651"/>
                </a:lnTo>
                <a:lnTo>
                  <a:pt x="7" y="651"/>
                </a:lnTo>
                <a:lnTo>
                  <a:pt x="8" y="652"/>
                </a:lnTo>
                <a:lnTo>
                  <a:pt x="8" y="653"/>
                </a:lnTo>
                <a:lnTo>
                  <a:pt x="9" y="654"/>
                </a:lnTo>
                <a:lnTo>
                  <a:pt x="10" y="654"/>
                </a:lnTo>
                <a:lnTo>
                  <a:pt x="10" y="653"/>
                </a:lnTo>
                <a:lnTo>
                  <a:pt x="11" y="653"/>
                </a:lnTo>
                <a:lnTo>
                  <a:pt x="11" y="652"/>
                </a:lnTo>
                <a:lnTo>
                  <a:pt x="10" y="652"/>
                </a:lnTo>
                <a:lnTo>
                  <a:pt x="10" y="651"/>
                </a:lnTo>
                <a:lnTo>
                  <a:pt x="10" y="650"/>
                </a:lnTo>
                <a:lnTo>
                  <a:pt x="10" y="649"/>
                </a:lnTo>
                <a:lnTo>
                  <a:pt x="11" y="647"/>
                </a:lnTo>
                <a:lnTo>
                  <a:pt x="12" y="647"/>
                </a:lnTo>
                <a:lnTo>
                  <a:pt x="12" y="646"/>
                </a:lnTo>
                <a:lnTo>
                  <a:pt x="12" y="645"/>
                </a:lnTo>
                <a:lnTo>
                  <a:pt x="11" y="645"/>
                </a:lnTo>
                <a:lnTo>
                  <a:pt x="10" y="645"/>
                </a:lnTo>
                <a:lnTo>
                  <a:pt x="10" y="646"/>
                </a:lnTo>
                <a:lnTo>
                  <a:pt x="9" y="646"/>
                </a:lnTo>
                <a:lnTo>
                  <a:pt x="9" y="647"/>
                </a:lnTo>
                <a:lnTo>
                  <a:pt x="8" y="647"/>
                </a:lnTo>
                <a:lnTo>
                  <a:pt x="7" y="647"/>
                </a:lnTo>
                <a:lnTo>
                  <a:pt x="7" y="646"/>
                </a:lnTo>
                <a:lnTo>
                  <a:pt x="8" y="646"/>
                </a:lnTo>
                <a:lnTo>
                  <a:pt x="8" y="645"/>
                </a:lnTo>
                <a:lnTo>
                  <a:pt x="9" y="645"/>
                </a:lnTo>
                <a:lnTo>
                  <a:pt x="9" y="644"/>
                </a:lnTo>
                <a:lnTo>
                  <a:pt x="9" y="643"/>
                </a:lnTo>
                <a:lnTo>
                  <a:pt x="9" y="642"/>
                </a:lnTo>
                <a:lnTo>
                  <a:pt x="8" y="641"/>
                </a:lnTo>
                <a:lnTo>
                  <a:pt x="7" y="641"/>
                </a:lnTo>
                <a:lnTo>
                  <a:pt x="6" y="641"/>
                </a:lnTo>
                <a:lnTo>
                  <a:pt x="4" y="641"/>
                </a:lnTo>
                <a:lnTo>
                  <a:pt x="3" y="640"/>
                </a:lnTo>
                <a:lnTo>
                  <a:pt x="4" y="639"/>
                </a:lnTo>
                <a:lnTo>
                  <a:pt x="5" y="639"/>
                </a:lnTo>
                <a:lnTo>
                  <a:pt x="5" y="640"/>
                </a:lnTo>
                <a:lnTo>
                  <a:pt x="6" y="640"/>
                </a:lnTo>
                <a:lnTo>
                  <a:pt x="6" y="639"/>
                </a:lnTo>
                <a:lnTo>
                  <a:pt x="7" y="636"/>
                </a:lnTo>
                <a:lnTo>
                  <a:pt x="8" y="635"/>
                </a:lnTo>
                <a:lnTo>
                  <a:pt x="8" y="634"/>
                </a:lnTo>
                <a:lnTo>
                  <a:pt x="8" y="633"/>
                </a:lnTo>
                <a:lnTo>
                  <a:pt x="7" y="632"/>
                </a:lnTo>
                <a:lnTo>
                  <a:pt x="6" y="632"/>
                </a:lnTo>
                <a:lnTo>
                  <a:pt x="6" y="631"/>
                </a:lnTo>
                <a:lnTo>
                  <a:pt x="7" y="630"/>
                </a:lnTo>
                <a:lnTo>
                  <a:pt x="7" y="629"/>
                </a:lnTo>
                <a:lnTo>
                  <a:pt x="7" y="627"/>
                </a:lnTo>
                <a:lnTo>
                  <a:pt x="7" y="626"/>
                </a:lnTo>
                <a:lnTo>
                  <a:pt x="6" y="625"/>
                </a:lnTo>
                <a:lnTo>
                  <a:pt x="5" y="625"/>
                </a:lnTo>
                <a:lnTo>
                  <a:pt x="3" y="625"/>
                </a:lnTo>
                <a:lnTo>
                  <a:pt x="2" y="625"/>
                </a:lnTo>
                <a:lnTo>
                  <a:pt x="2" y="624"/>
                </a:lnTo>
                <a:lnTo>
                  <a:pt x="1" y="624"/>
                </a:lnTo>
                <a:lnTo>
                  <a:pt x="1" y="623"/>
                </a:lnTo>
                <a:lnTo>
                  <a:pt x="2" y="623"/>
                </a:lnTo>
                <a:lnTo>
                  <a:pt x="4" y="623"/>
                </a:lnTo>
                <a:lnTo>
                  <a:pt x="4" y="622"/>
                </a:lnTo>
                <a:lnTo>
                  <a:pt x="5" y="622"/>
                </a:lnTo>
                <a:lnTo>
                  <a:pt x="5" y="621"/>
                </a:lnTo>
                <a:lnTo>
                  <a:pt x="5" y="620"/>
                </a:lnTo>
                <a:lnTo>
                  <a:pt x="6" y="617"/>
                </a:lnTo>
                <a:lnTo>
                  <a:pt x="6" y="615"/>
                </a:lnTo>
                <a:lnTo>
                  <a:pt x="7" y="613"/>
                </a:lnTo>
                <a:lnTo>
                  <a:pt x="7" y="612"/>
                </a:lnTo>
                <a:lnTo>
                  <a:pt x="7" y="611"/>
                </a:lnTo>
                <a:lnTo>
                  <a:pt x="7" y="610"/>
                </a:lnTo>
                <a:lnTo>
                  <a:pt x="6" y="609"/>
                </a:lnTo>
                <a:lnTo>
                  <a:pt x="6" y="608"/>
                </a:lnTo>
                <a:lnTo>
                  <a:pt x="5" y="607"/>
                </a:lnTo>
                <a:lnTo>
                  <a:pt x="4" y="606"/>
                </a:lnTo>
                <a:lnTo>
                  <a:pt x="3" y="606"/>
                </a:lnTo>
                <a:lnTo>
                  <a:pt x="2" y="605"/>
                </a:lnTo>
                <a:lnTo>
                  <a:pt x="1" y="604"/>
                </a:lnTo>
                <a:lnTo>
                  <a:pt x="1" y="603"/>
                </a:lnTo>
                <a:lnTo>
                  <a:pt x="0" y="603"/>
                </a:lnTo>
                <a:lnTo>
                  <a:pt x="1" y="603"/>
                </a:lnTo>
                <a:lnTo>
                  <a:pt x="1" y="602"/>
                </a:lnTo>
                <a:lnTo>
                  <a:pt x="2" y="602"/>
                </a:lnTo>
                <a:lnTo>
                  <a:pt x="2" y="601"/>
                </a:lnTo>
                <a:lnTo>
                  <a:pt x="3" y="601"/>
                </a:lnTo>
                <a:lnTo>
                  <a:pt x="4" y="602"/>
                </a:lnTo>
                <a:lnTo>
                  <a:pt x="5" y="602"/>
                </a:lnTo>
                <a:lnTo>
                  <a:pt x="6" y="603"/>
                </a:lnTo>
                <a:lnTo>
                  <a:pt x="7" y="604"/>
                </a:lnTo>
                <a:lnTo>
                  <a:pt x="8" y="604"/>
                </a:lnTo>
                <a:lnTo>
                  <a:pt x="9" y="604"/>
                </a:lnTo>
                <a:lnTo>
                  <a:pt x="9" y="603"/>
                </a:lnTo>
                <a:lnTo>
                  <a:pt x="9" y="602"/>
                </a:lnTo>
                <a:lnTo>
                  <a:pt x="9" y="601"/>
                </a:lnTo>
                <a:lnTo>
                  <a:pt x="8" y="601"/>
                </a:lnTo>
                <a:lnTo>
                  <a:pt x="6" y="601"/>
                </a:lnTo>
                <a:lnTo>
                  <a:pt x="5" y="600"/>
                </a:lnTo>
                <a:lnTo>
                  <a:pt x="5" y="599"/>
                </a:lnTo>
                <a:lnTo>
                  <a:pt x="6" y="599"/>
                </a:lnTo>
                <a:lnTo>
                  <a:pt x="6" y="598"/>
                </a:lnTo>
                <a:lnTo>
                  <a:pt x="7" y="598"/>
                </a:lnTo>
                <a:lnTo>
                  <a:pt x="8" y="598"/>
                </a:lnTo>
                <a:lnTo>
                  <a:pt x="10" y="598"/>
                </a:lnTo>
                <a:lnTo>
                  <a:pt x="11" y="597"/>
                </a:lnTo>
                <a:lnTo>
                  <a:pt x="11" y="596"/>
                </a:lnTo>
                <a:lnTo>
                  <a:pt x="12" y="595"/>
                </a:lnTo>
                <a:lnTo>
                  <a:pt x="12" y="594"/>
                </a:lnTo>
                <a:lnTo>
                  <a:pt x="13" y="593"/>
                </a:lnTo>
                <a:lnTo>
                  <a:pt x="14" y="592"/>
                </a:lnTo>
                <a:lnTo>
                  <a:pt x="14" y="591"/>
                </a:lnTo>
                <a:lnTo>
                  <a:pt x="14" y="590"/>
                </a:lnTo>
                <a:lnTo>
                  <a:pt x="15" y="590"/>
                </a:lnTo>
                <a:lnTo>
                  <a:pt x="15" y="589"/>
                </a:lnTo>
                <a:lnTo>
                  <a:pt x="16" y="589"/>
                </a:lnTo>
                <a:lnTo>
                  <a:pt x="17" y="588"/>
                </a:lnTo>
                <a:lnTo>
                  <a:pt x="18" y="588"/>
                </a:lnTo>
                <a:lnTo>
                  <a:pt x="18" y="587"/>
                </a:lnTo>
                <a:lnTo>
                  <a:pt x="18" y="586"/>
                </a:lnTo>
                <a:lnTo>
                  <a:pt x="18" y="585"/>
                </a:lnTo>
                <a:lnTo>
                  <a:pt x="18" y="583"/>
                </a:lnTo>
                <a:lnTo>
                  <a:pt x="18" y="582"/>
                </a:lnTo>
                <a:lnTo>
                  <a:pt x="19" y="582"/>
                </a:lnTo>
                <a:lnTo>
                  <a:pt x="20" y="581"/>
                </a:lnTo>
                <a:lnTo>
                  <a:pt x="21" y="579"/>
                </a:lnTo>
                <a:lnTo>
                  <a:pt x="22" y="579"/>
                </a:lnTo>
                <a:lnTo>
                  <a:pt x="23" y="578"/>
                </a:lnTo>
                <a:lnTo>
                  <a:pt x="23" y="577"/>
                </a:lnTo>
                <a:lnTo>
                  <a:pt x="24" y="576"/>
                </a:lnTo>
                <a:lnTo>
                  <a:pt x="24" y="575"/>
                </a:lnTo>
                <a:lnTo>
                  <a:pt x="25" y="575"/>
                </a:lnTo>
                <a:lnTo>
                  <a:pt x="25" y="573"/>
                </a:lnTo>
                <a:lnTo>
                  <a:pt x="26" y="572"/>
                </a:lnTo>
                <a:lnTo>
                  <a:pt x="27" y="571"/>
                </a:lnTo>
                <a:lnTo>
                  <a:pt x="27" y="570"/>
                </a:lnTo>
                <a:lnTo>
                  <a:pt x="28" y="569"/>
                </a:lnTo>
                <a:lnTo>
                  <a:pt x="29" y="568"/>
                </a:lnTo>
                <a:lnTo>
                  <a:pt x="29" y="567"/>
                </a:lnTo>
                <a:lnTo>
                  <a:pt x="29" y="566"/>
                </a:lnTo>
                <a:lnTo>
                  <a:pt x="30" y="566"/>
                </a:lnTo>
                <a:lnTo>
                  <a:pt x="30" y="565"/>
                </a:lnTo>
                <a:lnTo>
                  <a:pt x="31" y="565"/>
                </a:lnTo>
                <a:lnTo>
                  <a:pt x="31" y="564"/>
                </a:lnTo>
                <a:lnTo>
                  <a:pt x="31" y="561"/>
                </a:lnTo>
                <a:lnTo>
                  <a:pt x="32" y="560"/>
                </a:lnTo>
                <a:lnTo>
                  <a:pt x="33" y="560"/>
                </a:lnTo>
                <a:lnTo>
                  <a:pt x="34" y="560"/>
                </a:lnTo>
                <a:lnTo>
                  <a:pt x="35" y="560"/>
                </a:lnTo>
                <a:lnTo>
                  <a:pt x="35" y="559"/>
                </a:lnTo>
                <a:lnTo>
                  <a:pt x="35" y="558"/>
                </a:lnTo>
                <a:lnTo>
                  <a:pt x="35" y="557"/>
                </a:lnTo>
                <a:lnTo>
                  <a:pt x="34" y="556"/>
                </a:lnTo>
                <a:lnTo>
                  <a:pt x="34" y="555"/>
                </a:lnTo>
                <a:lnTo>
                  <a:pt x="34" y="554"/>
                </a:lnTo>
                <a:lnTo>
                  <a:pt x="35" y="554"/>
                </a:lnTo>
                <a:lnTo>
                  <a:pt x="35" y="553"/>
                </a:lnTo>
                <a:lnTo>
                  <a:pt x="36" y="553"/>
                </a:lnTo>
                <a:lnTo>
                  <a:pt x="36" y="552"/>
                </a:lnTo>
                <a:lnTo>
                  <a:pt x="36" y="551"/>
                </a:lnTo>
                <a:lnTo>
                  <a:pt x="36" y="550"/>
                </a:lnTo>
                <a:lnTo>
                  <a:pt x="36" y="549"/>
                </a:lnTo>
                <a:lnTo>
                  <a:pt x="35" y="549"/>
                </a:lnTo>
                <a:lnTo>
                  <a:pt x="34" y="549"/>
                </a:lnTo>
                <a:lnTo>
                  <a:pt x="32" y="549"/>
                </a:lnTo>
                <a:lnTo>
                  <a:pt x="31" y="549"/>
                </a:lnTo>
                <a:lnTo>
                  <a:pt x="30" y="549"/>
                </a:lnTo>
                <a:lnTo>
                  <a:pt x="29" y="548"/>
                </a:lnTo>
                <a:lnTo>
                  <a:pt x="28" y="548"/>
                </a:lnTo>
                <a:lnTo>
                  <a:pt x="28" y="546"/>
                </a:lnTo>
                <a:lnTo>
                  <a:pt x="27" y="546"/>
                </a:lnTo>
                <a:lnTo>
                  <a:pt x="27" y="545"/>
                </a:lnTo>
                <a:lnTo>
                  <a:pt x="27" y="544"/>
                </a:lnTo>
                <a:lnTo>
                  <a:pt x="27" y="543"/>
                </a:lnTo>
                <a:lnTo>
                  <a:pt x="28" y="542"/>
                </a:lnTo>
                <a:lnTo>
                  <a:pt x="28" y="538"/>
                </a:lnTo>
                <a:lnTo>
                  <a:pt x="28" y="537"/>
                </a:lnTo>
                <a:lnTo>
                  <a:pt x="29" y="537"/>
                </a:lnTo>
                <a:lnTo>
                  <a:pt x="29" y="536"/>
                </a:lnTo>
                <a:lnTo>
                  <a:pt x="30" y="536"/>
                </a:lnTo>
                <a:lnTo>
                  <a:pt x="33" y="535"/>
                </a:lnTo>
                <a:lnTo>
                  <a:pt x="34" y="535"/>
                </a:lnTo>
                <a:lnTo>
                  <a:pt x="37" y="534"/>
                </a:lnTo>
                <a:lnTo>
                  <a:pt x="39" y="534"/>
                </a:lnTo>
                <a:lnTo>
                  <a:pt x="40" y="534"/>
                </a:lnTo>
                <a:lnTo>
                  <a:pt x="41" y="533"/>
                </a:lnTo>
                <a:lnTo>
                  <a:pt x="42" y="530"/>
                </a:lnTo>
                <a:lnTo>
                  <a:pt x="42" y="529"/>
                </a:lnTo>
                <a:lnTo>
                  <a:pt x="42" y="528"/>
                </a:lnTo>
                <a:lnTo>
                  <a:pt x="41" y="528"/>
                </a:lnTo>
                <a:lnTo>
                  <a:pt x="41" y="526"/>
                </a:lnTo>
                <a:lnTo>
                  <a:pt x="42" y="525"/>
                </a:lnTo>
                <a:lnTo>
                  <a:pt x="42" y="524"/>
                </a:lnTo>
                <a:lnTo>
                  <a:pt x="42" y="523"/>
                </a:lnTo>
                <a:lnTo>
                  <a:pt x="43" y="523"/>
                </a:lnTo>
                <a:lnTo>
                  <a:pt x="43" y="522"/>
                </a:lnTo>
                <a:lnTo>
                  <a:pt x="43" y="521"/>
                </a:lnTo>
                <a:lnTo>
                  <a:pt x="42" y="521"/>
                </a:lnTo>
                <a:lnTo>
                  <a:pt x="42" y="520"/>
                </a:lnTo>
                <a:lnTo>
                  <a:pt x="43" y="520"/>
                </a:lnTo>
                <a:lnTo>
                  <a:pt x="43" y="519"/>
                </a:lnTo>
                <a:lnTo>
                  <a:pt x="44" y="519"/>
                </a:lnTo>
                <a:lnTo>
                  <a:pt x="44" y="518"/>
                </a:lnTo>
                <a:lnTo>
                  <a:pt x="45" y="517"/>
                </a:lnTo>
                <a:lnTo>
                  <a:pt x="45" y="516"/>
                </a:lnTo>
                <a:lnTo>
                  <a:pt x="45" y="515"/>
                </a:lnTo>
                <a:lnTo>
                  <a:pt x="44" y="514"/>
                </a:lnTo>
                <a:lnTo>
                  <a:pt x="43" y="513"/>
                </a:lnTo>
                <a:lnTo>
                  <a:pt x="42" y="512"/>
                </a:lnTo>
                <a:lnTo>
                  <a:pt x="42" y="511"/>
                </a:lnTo>
                <a:lnTo>
                  <a:pt x="42" y="509"/>
                </a:lnTo>
                <a:lnTo>
                  <a:pt x="42" y="508"/>
                </a:lnTo>
                <a:lnTo>
                  <a:pt x="42" y="507"/>
                </a:lnTo>
                <a:lnTo>
                  <a:pt x="41" y="506"/>
                </a:lnTo>
                <a:lnTo>
                  <a:pt x="41" y="504"/>
                </a:lnTo>
                <a:lnTo>
                  <a:pt x="42" y="503"/>
                </a:lnTo>
                <a:lnTo>
                  <a:pt x="43" y="503"/>
                </a:lnTo>
                <a:lnTo>
                  <a:pt x="44" y="503"/>
                </a:lnTo>
                <a:lnTo>
                  <a:pt x="45" y="502"/>
                </a:lnTo>
                <a:lnTo>
                  <a:pt x="45" y="501"/>
                </a:lnTo>
                <a:lnTo>
                  <a:pt x="44" y="501"/>
                </a:lnTo>
                <a:lnTo>
                  <a:pt x="43" y="499"/>
                </a:lnTo>
                <a:lnTo>
                  <a:pt x="42" y="499"/>
                </a:lnTo>
                <a:lnTo>
                  <a:pt x="42" y="498"/>
                </a:lnTo>
                <a:lnTo>
                  <a:pt x="41" y="498"/>
                </a:lnTo>
                <a:lnTo>
                  <a:pt x="40" y="497"/>
                </a:lnTo>
                <a:lnTo>
                  <a:pt x="38" y="497"/>
                </a:lnTo>
                <a:lnTo>
                  <a:pt x="37" y="497"/>
                </a:lnTo>
                <a:lnTo>
                  <a:pt x="36" y="496"/>
                </a:lnTo>
                <a:lnTo>
                  <a:pt x="35" y="496"/>
                </a:lnTo>
                <a:lnTo>
                  <a:pt x="34" y="496"/>
                </a:lnTo>
                <a:lnTo>
                  <a:pt x="34" y="495"/>
                </a:lnTo>
                <a:lnTo>
                  <a:pt x="33" y="495"/>
                </a:lnTo>
                <a:lnTo>
                  <a:pt x="33" y="494"/>
                </a:lnTo>
                <a:lnTo>
                  <a:pt x="33" y="493"/>
                </a:lnTo>
                <a:lnTo>
                  <a:pt x="33" y="492"/>
                </a:lnTo>
                <a:lnTo>
                  <a:pt x="34" y="492"/>
                </a:lnTo>
                <a:lnTo>
                  <a:pt x="34" y="491"/>
                </a:lnTo>
                <a:lnTo>
                  <a:pt x="35" y="491"/>
                </a:lnTo>
                <a:lnTo>
                  <a:pt x="36" y="491"/>
                </a:lnTo>
                <a:lnTo>
                  <a:pt x="39" y="490"/>
                </a:lnTo>
                <a:lnTo>
                  <a:pt x="39" y="489"/>
                </a:lnTo>
                <a:lnTo>
                  <a:pt x="39" y="488"/>
                </a:lnTo>
                <a:lnTo>
                  <a:pt x="39" y="487"/>
                </a:lnTo>
                <a:lnTo>
                  <a:pt x="38" y="486"/>
                </a:lnTo>
                <a:lnTo>
                  <a:pt x="37" y="485"/>
                </a:lnTo>
                <a:lnTo>
                  <a:pt x="34" y="484"/>
                </a:lnTo>
                <a:lnTo>
                  <a:pt x="32" y="483"/>
                </a:lnTo>
                <a:lnTo>
                  <a:pt x="31" y="483"/>
                </a:lnTo>
                <a:lnTo>
                  <a:pt x="30" y="483"/>
                </a:lnTo>
                <a:lnTo>
                  <a:pt x="30" y="482"/>
                </a:lnTo>
                <a:lnTo>
                  <a:pt x="29" y="482"/>
                </a:lnTo>
                <a:lnTo>
                  <a:pt x="29" y="481"/>
                </a:lnTo>
                <a:lnTo>
                  <a:pt x="28" y="481"/>
                </a:lnTo>
                <a:lnTo>
                  <a:pt x="28" y="480"/>
                </a:lnTo>
                <a:lnTo>
                  <a:pt x="28" y="479"/>
                </a:lnTo>
                <a:lnTo>
                  <a:pt x="27" y="476"/>
                </a:lnTo>
                <a:lnTo>
                  <a:pt x="25" y="474"/>
                </a:lnTo>
                <a:lnTo>
                  <a:pt x="23" y="470"/>
                </a:lnTo>
                <a:lnTo>
                  <a:pt x="22" y="469"/>
                </a:lnTo>
                <a:lnTo>
                  <a:pt x="22" y="468"/>
                </a:lnTo>
                <a:lnTo>
                  <a:pt x="21" y="467"/>
                </a:lnTo>
                <a:lnTo>
                  <a:pt x="19" y="463"/>
                </a:lnTo>
                <a:lnTo>
                  <a:pt x="18" y="462"/>
                </a:lnTo>
                <a:lnTo>
                  <a:pt x="17" y="461"/>
                </a:lnTo>
                <a:lnTo>
                  <a:pt x="14" y="460"/>
                </a:lnTo>
                <a:lnTo>
                  <a:pt x="14" y="458"/>
                </a:lnTo>
                <a:lnTo>
                  <a:pt x="13" y="458"/>
                </a:lnTo>
                <a:lnTo>
                  <a:pt x="12" y="458"/>
                </a:lnTo>
                <a:lnTo>
                  <a:pt x="11" y="458"/>
                </a:lnTo>
                <a:lnTo>
                  <a:pt x="10" y="457"/>
                </a:lnTo>
                <a:lnTo>
                  <a:pt x="9" y="456"/>
                </a:lnTo>
                <a:lnTo>
                  <a:pt x="9" y="455"/>
                </a:lnTo>
                <a:lnTo>
                  <a:pt x="9" y="454"/>
                </a:lnTo>
                <a:lnTo>
                  <a:pt x="9" y="453"/>
                </a:lnTo>
                <a:lnTo>
                  <a:pt x="10" y="452"/>
                </a:lnTo>
                <a:lnTo>
                  <a:pt x="10" y="451"/>
                </a:lnTo>
                <a:lnTo>
                  <a:pt x="10" y="450"/>
                </a:lnTo>
                <a:lnTo>
                  <a:pt x="9" y="449"/>
                </a:lnTo>
                <a:lnTo>
                  <a:pt x="9" y="448"/>
                </a:lnTo>
                <a:lnTo>
                  <a:pt x="8" y="448"/>
                </a:lnTo>
                <a:lnTo>
                  <a:pt x="7" y="448"/>
                </a:lnTo>
                <a:lnTo>
                  <a:pt x="7" y="447"/>
                </a:lnTo>
                <a:lnTo>
                  <a:pt x="7" y="445"/>
                </a:lnTo>
                <a:lnTo>
                  <a:pt x="7" y="444"/>
                </a:lnTo>
                <a:lnTo>
                  <a:pt x="7" y="443"/>
                </a:lnTo>
                <a:lnTo>
                  <a:pt x="7" y="442"/>
                </a:lnTo>
                <a:lnTo>
                  <a:pt x="7" y="441"/>
                </a:lnTo>
                <a:lnTo>
                  <a:pt x="7" y="440"/>
                </a:lnTo>
                <a:lnTo>
                  <a:pt x="7" y="439"/>
                </a:lnTo>
                <a:lnTo>
                  <a:pt x="7" y="438"/>
                </a:lnTo>
                <a:lnTo>
                  <a:pt x="6" y="438"/>
                </a:lnTo>
                <a:lnTo>
                  <a:pt x="6" y="437"/>
                </a:lnTo>
                <a:lnTo>
                  <a:pt x="6" y="436"/>
                </a:lnTo>
                <a:lnTo>
                  <a:pt x="6" y="435"/>
                </a:lnTo>
                <a:lnTo>
                  <a:pt x="7" y="435"/>
                </a:lnTo>
                <a:lnTo>
                  <a:pt x="8" y="432"/>
                </a:lnTo>
                <a:lnTo>
                  <a:pt x="8" y="431"/>
                </a:lnTo>
                <a:lnTo>
                  <a:pt x="8" y="430"/>
                </a:lnTo>
                <a:lnTo>
                  <a:pt x="8" y="429"/>
                </a:lnTo>
                <a:lnTo>
                  <a:pt x="7" y="428"/>
                </a:lnTo>
                <a:lnTo>
                  <a:pt x="6" y="426"/>
                </a:lnTo>
                <a:lnTo>
                  <a:pt x="6" y="422"/>
                </a:lnTo>
                <a:lnTo>
                  <a:pt x="6" y="421"/>
                </a:lnTo>
                <a:lnTo>
                  <a:pt x="6" y="420"/>
                </a:lnTo>
                <a:lnTo>
                  <a:pt x="7" y="420"/>
                </a:lnTo>
                <a:lnTo>
                  <a:pt x="7" y="419"/>
                </a:lnTo>
                <a:lnTo>
                  <a:pt x="7" y="418"/>
                </a:lnTo>
                <a:lnTo>
                  <a:pt x="8" y="418"/>
                </a:lnTo>
                <a:lnTo>
                  <a:pt x="9" y="418"/>
                </a:lnTo>
                <a:lnTo>
                  <a:pt x="9" y="417"/>
                </a:lnTo>
                <a:lnTo>
                  <a:pt x="10" y="417"/>
                </a:lnTo>
                <a:lnTo>
                  <a:pt x="10" y="418"/>
                </a:lnTo>
                <a:lnTo>
                  <a:pt x="11" y="418"/>
                </a:lnTo>
                <a:lnTo>
                  <a:pt x="11" y="417"/>
                </a:lnTo>
                <a:lnTo>
                  <a:pt x="12" y="417"/>
                </a:lnTo>
                <a:lnTo>
                  <a:pt x="13" y="417"/>
                </a:lnTo>
                <a:lnTo>
                  <a:pt x="13" y="416"/>
                </a:lnTo>
                <a:lnTo>
                  <a:pt x="13" y="415"/>
                </a:lnTo>
                <a:lnTo>
                  <a:pt x="13" y="414"/>
                </a:lnTo>
                <a:lnTo>
                  <a:pt x="13" y="413"/>
                </a:lnTo>
                <a:lnTo>
                  <a:pt x="13" y="411"/>
                </a:lnTo>
                <a:lnTo>
                  <a:pt x="13" y="410"/>
                </a:lnTo>
                <a:lnTo>
                  <a:pt x="13" y="409"/>
                </a:lnTo>
                <a:lnTo>
                  <a:pt x="13" y="408"/>
                </a:lnTo>
                <a:lnTo>
                  <a:pt x="13" y="406"/>
                </a:lnTo>
                <a:lnTo>
                  <a:pt x="13" y="405"/>
                </a:lnTo>
                <a:lnTo>
                  <a:pt x="14" y="404"/>
                </a:lnTo>
                <a:lnTo>
                  <a:pt x="14" y="403"/>
                </a:lnTo>
                <a:lnTo>
                  <a:pt x="15" y="403"/>
                </a:lnTo>
                <a:lnTo>
                  <a:pt x="15" y="402"/>
                </a:lnTo>
                <a:lnTo>
                  <a:pt x="17" y="402"/>
                </a:lnTo>
                <a:lnTo>
                  <a:pt x="18" y="402"/>
                </a:lnTo>
                <a:lnTo>
                  <a:pt x="19" y="402"/>
                </a:lnTo>
                <a:lnTo>
                  <a:pt x="19" y="403"/>
                </a:lnTo>
                <a:lnTo>
                  <a:pt x="21" y="403"/>
                </a:lnTo>
                <a:lnTo>
                  <a:pt x="21" y="402"/>
                </a:lnTo>
                <a:lnTo>
                  <a:pt x="22" y="402"/>
                </a:lnTo>
                <a:lnTo>
                  <a:pt x="23" y="402"/>
                </a:lnTo>
                <a:lnTo>
                  <a:pt x="24" y="401"/>
                </a:lnTo>
                <a:lnTo>
                  <a:pt x="24" y="400"/>
                </a:lnTo>
                <a:lnTo>
                  <a:pt x="25" y="400"/>
                </a:lnTo>
                <a:lnTo>
                  <a:pt x="25" y="399"/>
                </a:lnTo>
                <a:lnTo>
                  <a:pt x="25" y="398"/>
                </a:lnTo>
                <a:lnTo>
                  <a:pt x="26" y="397"/>
                </a:lnTo>
                <a:lnTo>
                  <a:pt x="27" y="396"/>
                </a:lnTo>
                <a:lnTo>
                  <a:pt x="29" y="394"/>
                </a:lnTo>
                <a:lnTo>
                  <a:pt x="30" y="394"/>
                </a:lnTo>
                <a:lnTo>
                  <a:pt x="31" y="393"/>
                </a:lnTo>
                <a:lnTo>
                  <a:pt x="32" y="392"/>
                </a:lnTo>
                <a:lnTo>
                  <a:pt x="33" y="392"/>
                </a:lnTo>
                <a:lnTo>
                  <a:pt x="33" y="391"/>
                </a:lnTo>
                <a:lnTo>
                  <a:pt x="33" y="390"/>
                </a:lnTo>
                <a:lnTo>
                  <a:pt x="33" y="389"/>
                </a:lnTo>
                <a:lnTo>
                  <a:pt x="33" y="388"/>
                </a:lnTo>
                <a:lnTo>
                  <a:pt x="34" y="384"/>
                </a:lnTo>
                <a:lnTo>
                  <a:pt x="36" y="380"/>
                </a:lnTo>
                <a:lnTo>
                  <a:pt x="36" y="379"/>
                </a:lnTo>
                <a:lnTo>
                  <a:pt x="37" y="379"/>
                </a:lnTo>
                <a:lnTo>
                  <a:pt x="40" y="379"/>
                </a:lnTo>
                <a:lnTo>
                  <a:pt x="41" y="379"/>
                </a:lnTo>
                <a:lnTo>
                  <a:pt x="42" y="380"/>
                </a:lnTo>
                <a:lnTo>
                  <a:pt x="43" y="380"/>
                </a:lnTo>
                <a:lnTo>
                  <a:pt x="44" y="380"/>
                </a:lnTo>
                <a:lnTo>
                  <a:pt x="46" y="379"/>
                </a:lnTo>
                <a:lnTo>
                  <a:pt x="46" y="378"/>
                </a:lnTo>
                <a:lnTo>
                  <a:pt x="47" y="378"/>
                </a:lnTo>
                <a:lnTo>
                  <a:pt x="47" y="377"/>
                </a:lnTo>
                <a:lnTo>
                  <a:pt x="46" y="376"/>
                </a:lnTo>
                <a:lnTo>
                  <a:pt x="46" y="375"/>
                </a:lnTo>
                <a:lnTo>
                  <a:pt x="46" y="374"/>
                </a:lnTo>
                <a:lnTo>
                  <a:pt x="46" y="372"/>
                </a:lnTo>
                <a:lnTo>
                  <a:pt x="46" y="370"/>
                </a:lnTo>
                <a:lnTo>
                  <a:pt x="45" y="370"/>
                </a:lnTo>
                <a:lnTo>
                  <a:pt x="45" y="369"/>
                </a:lnTo>
                <a:lnTo>
                  <a:pt x="46" y="369"/>
                </a:lnTo>
                <a:lnTo>
                  <a:pt x="47" y="369"/>
                </a:lnTo>
                <a:lnTo>
                  <a:pt x="49" y="369"/>
                </a:lnTo>
                <a:lnTo>
                  <a:pt x="49" y="368"/>
                </a:lnTo>
                <a:lnTo>
                  <a:pt x="50" y="368"/>
                </a:lnTo>
                <a:lnTo>
                  <a:pt x="50" y="367"/>
                </a:lnTo>
                <a:lnTo>
                  <a:pt x="50" y="364"/>
                </a:lnTo>
                <a:lnTo>
                  <a:pt x="50" y="363"/>
                </a:lnTo>
                <a:lnTo>
                  <a:pt x="50" y="361"/>
                </a:lnTo>
                <a:lnTo>
                  <a:pt x="50" y="360"/>
                </a:lnTo>
                <a:lnTo>
                  <a:pt x="50" y="359"/>
                </a:lnTo>
                <a:lnTo>
                  <a:pt x="51" y="359"/>
                </a:lnTo>
                <a:lnTo>
                  <a:pt x="51" y="358"/>
                </a:lnTo>
                <a:lnTo>
                  <a:pt x="50" y="358"/>
                </a:lnTo>
                <a:lnTo>
                  <a:pt x="49" y="358"/>
                </a:lnTo>
                <a:lnTo>
                  <a:pt x="48" y="358"/>
                </a:lnTo>
                <a:lnTo>
                  <a:pt x="48" y="357"/>
                </a:lnTo>
                <a:lnTo>
                  <a:pt x="47" y="357"/>
                </a:lnTo>
                <a:lnTo>
                  <a:pt x="47" y="356"/>
                </a:lnTo>
                <a:lnTo>
                  <a:pt x="46" y="354"/>
                </a:lnTo>
                <a:lnTo>
                  <a:pt x="46" y="353"/>
                </a:lnTo>
                <a:lnTo>
                  <a:pt x="45" y="353"/>
                </a:lnTo>
                <a:lnTo>
                  <a:pt x="45" y="352"/>
                </a:lnTo>
                <a:lnTo>
                  <a:pt x="46" y="352"/>
                </a:lnTo>
                <a:lnTo>
                  <a:pt x="46" y="351"/>
                </a:lnTo>
                <a:lnTo>
                  <a:pt x="46" y="350"/>
                </a:lnTo>
                <a:lnTo>
                  <a:pt x="46" y="349"/>
                </a:lnTo>
                <a:lnTo>
                  <a:pt x="47" y="348"/>
                </a:lnTo>
                <a:lnTo>
                  <a:pt x="47" y="347"/>
                </a:lnTo>
                <a:lnTo>
                  <a:pt x="47" y="346"/>
                </a:lnTo>
                <a:lnTo>
                  <a:pt x="48" y="346"/>
                </a:lnTo>
                <a:lnTo>
                  <a:pt x="49" y="345"/>
                </a:lnTo>
                <a:lnTo>
                  <a:pt x="49" y="344"/>
                </a:lnTo>
                <a:lnTo>
                  <a:pt x="49" y="343"/>
                </a:lnTo>
                <a:lnTo>
                  <a:pt x="49" y="342"/>
                </a:lnTo>
                <a:lnTo>
                  <a:pt x="48" y="342"/>
                </a:lnTo>
                <a:lnTo>
                  <a:pt x="48" y="341"/>
                </a:lnTo>
                <a:lnTo>
                  <a:pt x="49" y="339"/>
                </a:lnTo>
                <a:lnTo>
                  <a:pt x="50" y="339"/>
                </a:lnTo>
                <a:lnTo>
                  <a:pt x="50" y="338"/>
                </a:lnTo>
                <a:lnTo>
                  <a:pt x="51" y="338"/>
                </a:lnTo>
                <a:lnTo>
                  <a:pt x="51" y="337"/>
                </a:lnTo>
                <a:lnTo>
                  <a:pt x="52" y="337"/>
                </a:lnTo>
                <a:lnTo>
                  <a:pt x="52" y="336"/>
                </a:lnTo>
                <a:lnTo>
                  <a:pt x="52" y="335"/>
                </a:lnTo>
                <a:lnTo>
                  <a:pt x="53" y="335"/>
                </a:lnTo>
                <a:lnTo>
                  <a:pt x="53" y="334"/>
                </a:lnTo>
                <a:lnTo>
                  <a:pt x="53" y="333"/>
                </a:lnTo>
                <a:lnTo>
                  <a:pt x="54" y="331"/>
                </a:lnTo>
                <a:lnTo>
                  <a:pt x="54" y="330"/>
                </a:lnTo>
                <a:lnTo>
                  <a:pt x="53" y="330"/>
                </a:lnTo>
                <a:lnTo>
                  <a:pt x="53" y="329"/>
                </a:lnTo>
                <a:lnTo>
                  <a:pt x="53" y="328"/>
                </a:lnTo>
                <a:lnTo>
                  <a:pt x="53" y="327"/>
                </a:lnTo>
                <a:lnTo>
                  <a:pt x="54" y="327"/>
                </a:lnTo>
                <a:lnTo>
                  <a:pt x="55" y="327"/>
                </a:lnTo>
                <a:lnTo>
                  <a:pt x="55" y="326"/>
                </a:lnTo>
                <a:lnTo>
                  <a:pt x="56" y="326"/>
                </a:lnTo>
                <a:lnTo>
                  <a:pt x="56" y="325"/>
                </a:lnTo>
                <a:lnTo>
                  <a:pt x="56" y="324"/>
                </a:lnTo>
                <a:lnTo>
                  <a:pt x="57" y="323"/>
                </a:lnTo>
                <a:lnTo>
                  <a:pt x="56" y="323"/>
                </a:lnTo>
                <a:lnTo>
                  <a:pt x="57" y="322"/>
                </a:lnTo>
                <a:lnTo>
                  <a:pt x="57" y="321"/>
                </a:lnTo>
                <a:lnTo>
                  <a:pt x="57" y="320"/>
                </a:lnTo>
                <a:lnTo>
                  <a:pt x="58" y="320"/>
                </a:lnTo>
                <a:lnTo>
                  <a:pt x="58" y="319"/>
                </a:lnTo>
                <a:lnTo>
                  <a:pt x="58" y="318"/>
                </a:lnTo>
                <a:lnTo>
                  <a:pt x="58" y="317"/>
                </a:lnTo>
                <a:lnTo>
                  <a:pt x="58" y="316"/>
                </a:lnTo>
                <a:lnTo>
                  <a:pt x="57" y="315"/>
                </a:lnTo>
                <a:lnTo>
                  <a:pt x="57" y="314"/>
                </a:lnTo>
                <a:lnTo>
                  <a:pt x="57" y="313"/>
                </a:lnTo>
                <a:lnTo>
                  <a:pt x="58" y="313"/>
                </a:lnTo>
                <a:lnTo>
                  <a:pt x="59" y="311"/>
                </a:lnTo>
                <a:lnTo>
                  <a:pt x="59" y="310"/>
                </a:lnTo>
                <a:lnTo>
                  <a:pt x="58" y="307"/>
                </a:lnTo>
                <a:lnTo>
                  <a:pt x="58" y="304"/>
                </a:lnTo>
                <a:lnTo>
                  <a:pt x="56" y="300"/>
                </a:lnTo>
                <a:lnTo>
                  <a:pt x="55" y="300"/>
                </a:lnTo>
                <a:lnTo>
                  <a:pt x="55" y="299"/>
                </a:lnTo>
                <a:lnTo>
                  <a:pt x="54" y="299"/>
                </a:lnTo>
                <a:lnTo>
                  <a:pt x="54" y="297"/>
                </a:lnTo>
                <a:lnTo>
                  <a:pt x="54" y="296"/>
                </a:lnTo>
                <a:lnTo>
                  <a:pt x="55" y="295"/>
                </a:lnTo>
                <a:lnTo>
                  <a:pt x="55" y="294"/>
                </a:lnTo>
                <a:lnTo>
                  <a:pt x="56" y="294"/>
                </a:lnTo>
                <a:lnTo>
                  <a:pt x="59" y="291"/>
                </a:lnTo>
                <a:lnTo>
                  <a:pt x="60" y="291"/>
                </a:lnTo>
                <a:lnTo>
                  <a:pt x="60" y="290"/>
                </a:lnTo>
                <a:lnTo>
                  <a:pt x="62" y="290"/>
                </a:lnTo>
                <a:lnTo>
                  <a:pt x="64" y="290"/>
                </a:lnTo>
                <a:lnTo>
                  <a:pt x="65" y="290"/>
                </a:lnTo>
                <a:lnTo>
                  <a:pt x="65" y="289"/>
                </a:lnTo>
                <a:lnTo>
                  <a:pt x="66" y="289"/>
                </a:lnTo>
                <a:lnTo>
                  <a:pt x="67" y="288"/>
                </a:lnTo>
                <a:lnTo>
                  <a:pt x="68" y="287"/>
                </a:lnTo>
                <a:lnTo>
                  <a:pt x="69" y="286"/>
                </a:lnTo>
                <a:lnTo>
                  <a:pt x="71" y="283"/>
                </a:lnTo>
                <a:lnTo>
                  <a:pt x="71" y="282"/>
                </a:lnTo>
                <a:lnTo>
                  <a:pt x="72" y="282"/>
                </a:lnTo>
                <a:lnTo>
                  <a:pt x="72" y="281"/>
                </a:lnTo>
                <a:lnTo>
                  <a:pt x="72" y="279"/>
                </a:lnTo>
                <a:lnTo>
                  <a:pt x="72" y="278"/>
                </a:lnTo>
                <a:lnTo>
                  <a:pt x="72" y="277"/>
                </a:lnTo>
                <a:lnTo>
                  <a:pt x="73" y="277"/>
                </a:lnTo>
                <a:lnTo>
                  <a:pt x="73" y="276"/>
                </a:lnTo>
                <a:lnTo>
                  <a:pt x="74" y="276"/>
                </a:lnTo>
                <a:lnTo>
                  <a:pt x="74" y="275"/>
                </a:lnTo>
                <a:lnTo>
                  <a:pt x="74" y="274"/>
                </a:lnTo>
                <a:lnTo>
                  <a:pt x="75" y="272"/>
                </a:lnTo>
                <a:lnTo>
                  <a:pt x="75" y="271"/>
                </a:lnTo>
                <a:lnTo>
                  <a:pt x="74" y="271"/>
                </a:lnTo>
                <a:lnTo>
                  <a:pt x="74" y="270"/>
                </a:lnTo>
                <a:lnTo>
                  <a:pt x="73" y="270"/>
                </a:lnTo>
                <a:lnTo>
                  <a:pt x="73" y="269"/>
                </a:lnTo>
                <a:lnTo>
                  <a:pt x="73" y="268"/>
                </a:lnTo>
                <a:lnTo>
                  <a:pt x="74" y="267"/>
                </a:lnTo>
                <a:lnTo>
                  <a:pt x="75" y="266"/>
                </a:lnTo>
                <a:lnTo>
                  <a:pt x="75" y="265"/>
                </a:lnTo>
                <a:lnTo>
                  <a:pt x="76" y="264"/>
                </a:lnTo>
                <a:lnTo>
                  <a:pt x="76" y="263"/>
                </a:lnTo>
                <a:lnTo>
                  <a:pt x="76" y="261"/>
                </a:lnTo>
                <a:lnTo>
                  <a:pt x="77" y="260"/>
                </a:lnTo>
                <a:lnTo>
                  <a:pt x="77" y="259"/>
                </a:lnTo>
                <a:lnTo>
                  <a:pt x="77" y="258"/>
                </a:lnTo>
                <a:lnTo>
                  <a:pt x="78" y="257"/>
                </a:lnTo>
                <a:lnTo>
                  <a:pt x="79" y="256"/>
                </a:lnTo>
                <a:lnTo>
                  <a:pt x="79" y="255"/>
                </a:lnTo>
                <a:lnTo>
                  <a:pt x="78" y="254"/>
                </a:lnTo>
                <a:lnTo>
                  <a:pt x="78" y="253"/>
                </a:lnTo>
                <a:lnTo>
                  <a:pt x="78" y="252"/>
                </a:lnTo>
                <a:lnTo>
                  <a:pt x="78" y="251"/>
                </a:lnTo>
                <a:lnTo>
                  <a:pt x="79" y="249"/>
                </a:lnTo>
                <a:lnTo>
                  <a:pt x="79" y="248"/>
                </a:lnTo>
                <a:lnTo>
                  <a:pt x="80" y="248"/>
                </a:lnTo>
                <a:lnTo>
                  <a:pt x="81" y="248"/>
                </a:lnTo>
                <a:lnTo>
                  <a:pt x="82" y="246"/>
                </a:lnTo>
                <a:lnTo>
                  <a:pt x="81" y="246"/>
                </a:lnTo>
                <a:lnTo>
                  <a:pt x="80" y="246"/>
                </a:lnTo>
                <a:lnTo>
                  <a:pt x="79" y="246"/>
                </a:lnTo>
                <a:lnTo>
                  <a:pt x="78" y="246"/>
                </a:lnTo>
                <a:lnTo>
                  <a:pt x="77" y="246"/>
                </a:lnTo>
                <a:lnTo>
                  <a:pt x="76" y="245"/>
                </a:lnTo>
                <a:lnTo>
                  <a:pt x="75" y="245"/>
                </a:lnTo>
                <a:lnTo>
                  <a:pt x="75" y="244"/>
                </a:lnTo>
                <a:lnTo>
                  <a:pt x="74" y="243"/>
                </a:lnTo>
                <a:lnTo>
                  <a:pt x="73" y="242"/>
                </a:lnTo>
                <a:lnTo>
                  <a:pt x="74" y="241"/>
                </a:lnTo>
                <a:lnTo>
                  <a:pt x="75" y="241"/>
                </a:lnTo>
                <a:lnTo>
                  <a:pt x="75" y="240"/>
                </a:lnTo>
                <a:lnTo>
                  <a:pt x="75" y="239"/>
                </a:lnTo>
                <a:lnTo>
                  <a:pt x="74" y="239"/>
                </a:lnTo>
                <a:lnTo>
                  <a:pt x="73" y="239"/>
                </a:lnTo>
                <a:lnTo>
                  <a:pt x="72" y="240"/>
                </a:lnTo>
                <a:lnTo>
                  <a:pt x="72" y="241"/>
                </a:lnTo>
                <a:lnTo>
                  <a:pt x="71" y="241"/>
                </a:lnTo>
                <a:lnTo>
                  <a:pt x="70" y="241"/>
                </a:lnTo>
                <a:lnTo>
                  <a:pt x="70" y="240"/>
                </a:lnTo>
                <a:lnTo>
                  <a:pt x="70" y="239"/>
                </a:lnTo>
                <a:lnTo>
                  <a:pt x="71" y="239"/>
                </a:lnTo>
                <a:lnTo>
                  <a:pt x="71" y="238"/>
                </a:lnTo>
                <a:lnTo>
                  <a:pt x="71" y="237"/>
                </a:lnTo>
                <a:lnTo>
                  <a:pt x="70" y="236"/>
                </a:lnTo>
                <a:lnTo>
                  <a:pt x="69" y="236"/>
                </a:lnTo>
                <a:lnTo>
                  <a:pt x="68" y="236"/>
                </a:lnTo>
                <a:lnTo>
                  <a:pt x="68" y="237"/>
                </a:lnTo>
                <a:lnTo>
                  <a:pt x="67" y="237"/>
                </a:lnTo>
                <a:lnTo>
                  <a:pt x="66" y="237"/>
                </a:lnTo>
                <a:lnTo>
                  <a:pt x="66" y="236"/>
                </a:lnTo>
                <a:lnTo>
                  <a:pt x="65" y="236"/>
                </a:lnTo>
                <a:lnTo>
                  <a:pt x="66" y="235"/>
                </a:lnTo>
                <a:lnTo>
                  <a:pt x="68" y="233"/>
                </a:lnTo>
                <a:lnTo>
                  <a:pt x="68" y="231"/>
                </a:lnTo>
                <a:lnTo>
                  <a:pt x="69" y="230"/>
                </a:lnTo>
                <a:lnTo>
                  <a:pt x="69" y="229"/>
                </a:lnTo>
                <a:lnTo>
                  <a:pt x="70" y="229"/>
                </a:lnTo>
                <a:lnTo>
                  <a:pt x="71" y="229"/>
                </a:lnTo>
                <a:lnTo>
                  <a:pt x="71" y="228"/>
                </a:lnTo>
                <a:lnTo>
                  <a:pt x="72" y="228"/>
                </a:lnTo>
                <a:lnTo>
                  <a:pt x="73" y="228"/>
                </a:lnTo>
                <a:lnTo>
                  <a:pt x="75" y="228"/>
                </a:lnTo>
                <a:lnTo>
                  <a:pt x="76" y="228"/>
                </a:lnTo>
                <a:lnTo>
                  <a:pt x="76" y="227"/>
                </a:lnTo>
                <a:lnTo>
                  <a:pt x="77" y="227"/>
                </a:lnTo>
                <a:lnTo>
                  <a:pt x="78" y="227"/>
                </a:lnTo>
                <a:lnTo>
                  <a:pt x="79" y="227"/>
                </a:lnTo>
                <a:lnTo>
                  <a:pt x="79" y="226"/>
                </a:lnTo>
                <a:lnTo>
                  <a:pt x="80" y="226"/>
                </a:lnTo>
                <a:lnTo>
                  <a:pt x="81" y="227"/>
                </a:lnTo>
                <a:lnTo>
                  <a:pt x="82" y="227"/>
                </a:lnTo>
                <a:lnTo>
                  <a:pt x="83" y="227"/>
                </a:lnTo>
                <a:lnTo>
                  <a:pt x="84" y="227"/>
                </a:lnTo>
                <a:lnTo>
                  <a:pt x="85" y="228"/>
                </a:lnTo>
                <a:lnTo>
                  <a:pt x="86" y="228"/>
                </a:lnTo>
                <a:lnTo>
                  <a:pt x="86" y="227"/>
                </a:lnTo>
                <a:lnTo>
                  <a:pt x="87" y="227"/>
                </a:lnTo>
                <a:lnTo>
                  <a:pt x="89" y="227"/>
                </a:lnTo>
                <a:lnTo>
                  <a:pt x="90" y="227"/>
                </a:lnTo>
                <a:lnTo>
                  <a:pt x="91" y="227"/>
                </a:lnTo>
                <a:lnTo>
                  <a:pt x="91" y="226"/>
                </a:lnTo>
                <a:lnTo>
                  <a:pt x="92" y="226"/>
                </a:lnTo>
                <a:lnTo>
                  <a:pt x="93" y="225"/>
                </a:lnTo>
                <a:lnTo>
                  <a:pt x="93" y="224"/>
                </a:lnTo>
                <a:lnTo>
                  <a:pt x="93" y="223"/>
                </a:lnTo>
                <a:lnTo>
                  <a:pt x="93" y="222"/>
                </a:lnTo>
                <a:lnTo>
                  <a:pt x="93" y="221"/>
                </a:lnTo>
                <a:lnTo>
                  <a:pt x="93" y="219"/>
                </a:lnTo>
                <a:lnTo>
                  <a:pt x="94" y="218"/>
                </a:lnTo>
                <a:lnTo>
                  <a:pt x="94" y="217"/>
                </a:lnTo>
                <a:lnTo>
                  <a:pt x="95" y="217"/>
                </a:lnTo>
                <a:lnTo>
                  <a:pt x="96" y="216"/>
                </a:lnTo>
                <a:lnTo>
                  <a:pt x="97" y="215"/>
                </a:lnTo>
                <a:lnTo>
                  <a:pt x="98" y="214"/>
                </a:lnTo>
                <a:lnTo>
                  <a:pt x="99" y="214"/>
                </a:lnTo>
                <a:lnTo>
                  <a:pt x="100" y="214"/>
                </a:lnTo>
                <a:lnTo>
                  <a:pt x="100" y="213"/>
                </a:lnTo>
                <a:lnTo>
                  <a:pt x="101" y="213"/>
                </a:lnTo>
                <a:lnTo>
                  <a:pt x="101" y="211"/>
                </a:lnTo>
                <a:lnTo>
                  <a:pt x="101" y="210"/>
                </a:lnTo>
                <a:lnTo>
                  <a:pt x="100" y="210"/>
                </a:lnTo>
                <a:lnTo>
                  <a:pt x="99" y="209"/>
                </a:lnTo>
                <a:lnTo>
                  <a:pt x="99" y="208"/>
                </a:lnTo>
                <a:lnTo>
                  <a:pt x="99" y="207"/>
                </a:lnTo>
                <a:lnTo>
                  <a:pt x="100" y="206"/>
                </a:lnTo>
                <a:lnTo>
                  <a:pt x="100" y="203"/>
                </a:lnTo>
                <a:lnTo>
                  <a:pt x="101" y="200"/>
                </a:lnTo>
                <a:lnTo>
                  <a:pt x="101" y="199"/>
                </a:lnTo>
                <a:lnTo>
                  <a:pt x="100" y="198"/>
                </a:lnTo>
                <a:lnTo>
                  <a:pt x="99" y="197"/>
                </a:lnTo>
                <a:lnTo>
                  <a:pt x="99" y="196"/>
                </a:lnTo>
                <a:lnTo>
                  <a:pt x="100" y="195"/>
                </a:lnTo>
                <a:lnTo>
                  <a:pt x="101" y="195"/>
                </a:lnTo>
                <a:lnTo>
                  <a:pt x="101" y="196"/>
                </a:lnTo>
                <a:lnTo>
                  <a:pt x="102" y="197"/>
                </a:lnTo>
                <a:lnTo>
                  <a:pt x="102" y="198"/>
                </a:lnTo>
                <a:lnTo>
                  <a:pt x="103" y="198"/>
                </a:lnTo>
                <a:lnTo>
                  <a:pt x="103" y="197"/>
                </a:lnTo>
                <a:lnTo>
                  <a:pt x="103" y="196"/>
                </a:lnTo>
                <a:lnTo>
                  <a:pt x="103" y="195"/>
                </a:lnTo>
                <a:lnTo>
                  <a:pt x="103" y="194"/>
                </a:lnTo>
                <a:lnTo>
                  <a:pt x="102" y="194"/>
                </a:lnTo>
                <a:lnTo>
                  <a:pt x="101" y="194"/>
                </a:lnTo>
                <a:lnTo>
                  <a:pt x="100" y="194"/>
                </a:lnTo>
                <a:lnTo>
                  <a:pt x="100" y="193"/>
                </a:lnTo>
                <a:lnTo>
                  <a:pt x="100" y="192"/>
                </a:lnTo>
                <a:lnTo>
                  <a:pt x="101" y="192"/>
                </a:lnTo>
                <a:lnTo>
                  <a:pt x="102" y="191"/>
                </a:lnTo>
                <a:lnTo>
                  <a:pt x="103" y="191"/>
                </a:lnTo>
                <a:lnTo>
                  <a:pt x="104" y="190"/>
                </a:lnTo>
                <a:lnTo>
                  <a:pt x="105" y="190"/>
                </a:lnTo>
                <a:lnTo>
                  <a:pt x="106" y="189"/>
                </a:lnTo>
                <a:lnTo>
                  <a:pt x="107" y="189"/>
                </a:lnTo>
                <a:lnTo>
                  <a:pt x="108" y="189"/>
                </a:lnTo>
                <a:lnTo>
                  <a:pt x="109" y="189"/>
                </a:lnTo>
                <a:lnTo>
                  <a:pt x="110" y="189"/>
                </a:lnTo>
                <a:lnTo>
                  <a:pt x="111" y="189"/>
                </a:lnTo>
                <a:lnTo>
                  <a:pt x="112" y="190"/>
                </a:lnTo>
                <a:lnTo>
                  <a:pt x="116" y="191"/>
                </a:lnTo>
                <a:lnTo>
                  <a:pt x="117" y="191"/>
                </a:lnTo>
                <a:lnTo>
                  <a:pt x="118" y="192"/>
                </a:lnTo>
                <a:lnTo>
                  <a:pt x="120" y="193"/>
                </a:lnTo>
                <a:lnTo>
                  <a:pt x="121" y="193"/>
                </a:lnTo>
                <a:lnTo>
                  <a:pt x="121" y="192"/>
                </a:lnTo>
                <a:lnTo>
                  <a:pt x="122" y="191"/>
                </a:lnTo>
                <a:lnTo>
                  <a:pt x="123" y="190"/>
                </a:lnTo>
                <a:lnTo>
                  <a:pt x="124" y="191"/>
                </a:lnTo>
                <a:lnTo>
                  <a:pt x="125" y="191"/>
                </a:lnTo>
                <a:lnTo>
                  <a:pt x="126" y="192"/>
                </a:lnTo>
                <a:lnTo>
                  <a:pt x="128" y="192"/>
                </a:lnTo>
                <a:lnTo>
                  <a:pt x="129" y="192"/>
                </a:lnTo>
                <a:lnTo>
                  <a:pt x="130" y="193"/>
                </a:lnTo>
                <a:lnTo>
                  <a:pt x="131" y="194"/>
                </a:lnTo>
                <a:lnTo>
                  <a:pt x="132" y="194"/>
                </a:lnTo>
                <a:lnTo>
                  <a:pt x="132" y="195"/>
                </a:lnTo>
                <a:lnTo>
                  <a:pt x="132" y="196"/>
                </a:lnTo>
                <a:lnTo>
                  <a:pt x="133" y="196"/>
                </a:lnTo>
                <a:lnTo>
                  <a:pt x="136" y="197"/>
                </a:lnTo>
                <a:lnTo>
                  <a:pt x="139" y="198"/>
                </a:lnTo>
                <a:lnTo>
                  <a:pt x="140" y="198"/>
                </a:lnTo>
                <a:lnTo>
                  <a:pt x="141" y="198"/>
                </a:lnTo>
                <a:lnTo>
                  <a:pt x="143" y="196"/>
                </a:lnTo>
                <a:lnTo>
                  <a:pt x="144" y="195"/>
                </a:lnTo>
                <a:lnTo>
                  <a:pt x="144" y="194"/>
                </a:lnTo>
                <a:lnTo>
                  <a:pt x="145" y="193"/>
                </a:lnTo>
                <a:lnTo>
                  <a:pt x="146" y="192"/>
                </a:lnTo>
                <a:lnTo>
                  <a:pt x="147" y="193"/>
                </a:lnTo>
                <a:lnTo>
                  <a:pt x="148" y="194"/>
                </a:lnTo>
                <a:lnTo>
                  <a:pt x="150" y="195"/>
                </a:lnTo>
                <a:lnTo>
                  <a:pt x="151" y="195"/>
                </a:lnTo>
                <a:lnTo>
                  <a:pt x="151" y="194"/>
                </a:lnTo>
                <a:lnTo>
                  <a:pt x="151" y="193"/>
                </a:lnTo>
                <a:lnTo>
                  <a:pt x="153" y="193"/>
                </a:lnTo>
                <a:lnTo>
                  <a:pt x="155" y="193"/>
                </a:lnTo>
                <a:lnTo>
                  <a:pt x="156" y="194"/>
                </a:lnTo>
                <a:lnTo>
                  <a:pt x="157" y="193"/>
                </a:lnTo>
                <a:lnTo>
                  <a:pt x="157" y="192"/>
                </a:lnTo>
                <a:lnTo>
                  <a:pt x="157" y="189"/>
                </a:lnTo>
                <a:lnTo>
                  <a:pt x="157" y="188"/>
                </a:lnTo>
                <a:lnTo>
                  <a:pt x="157" y="187"/>
                </a:lnTo>
                <a:lnTo>
                  <a:pt x="156" y="186"/>
                </a:lnTo>
                <a:lnTo>
                  <a:pt x="155" y="186"/>
                </a:lnTo>
                <a:lnTo>
                  <a:pt x="155" y="185"/>
                </a:lnTo>
                <a:lnTo>
                  <a:pt x="158" y="182"/>
                </a:lnTo>
                <a:lnTo>
                  <a:pt x="159" y="182"/>
                </a:lnTo>
                <a:lnTo>
                  <a:pt x="159" y="180"/>
                </a:lnTo>
                <a:lnTo>
                  <a:pt x="160" y="177"/>
                </a:lnTo>
                <a:lnTo>
                  <a:pt x="159" y="176"/>
                </a:lnTo>
                <a:lnTo>
                  <a:pt x="159" y="171"/>
                </a:lnTo>
                <a:lnTo>
                  <a:pt x="159" y="165"/>
                </a:lnTo>
                <a:lnTo>
                  <a:pt x="161" y="163"/>
                </a:lnTo>
                <a:lnTo>
                  <a:pt x="163" y="160"/>
                </a:lnTo>
                <a:lnTo>
                  <a:pt x="164" y="158"/>
                </a:lnTo>
                <a:lnTo>
                  <a:pt x="165" y="156"/>
                </a:lnTo>
                <a:lnTo>
                  <a:pt x="166" y="156"/>
                </a:lnTo>
                <a:lnTo>
                  <a:pt x="166" y="155"/>
                </a:lnTo>
                <a:lnTo>
                  <a:pt x="167" y="152"/>
                </a:lnTo>
                <a:lnTo>
                  <a:pt x="167" y="151"/>
                </a:lnTo>
                <a:lnTo>
                  <a:pt x="167" y="150"/>
                </a:lnTo>
                <a:lnTo>
                  <a:pt x="167" y="149"/>
                </a:lnTo>
                <a:lnTo>
                  <a:pt x="167" y="148"/>
                </a:lnTo>
                <a:lnTo>
                  <a:pt x="168" y="148"/>
                </a:lnTo>
                <a:lnTo>
                  <a:pt x="169" y="147"/>
                </a:lnTo>
                <a:lnTo>
                  <a:pt x="169" y="146"/>
                </a:lnTo>
                <a:lnTo>
                  <a:pt x="170" y="145"/>
                </a:lnTo>
                <a:lnTo>
                  <a:pt x="170" y="144"/>
                </a:lnTo>
                <a:lnTo>
                  <a:pt x="170" y="143"/>
                </a:lnTo>
                <a:lnTo>
                  <a:pt x="171" y="142"/>
                </a:lnTo>
                <a:lnTo>
                  <a:pt x="171" y="140"/>
                </a:lnTo>
                <a:lnTo>
                  <a:pt x="172" y="139"/>
                </a:lnTo>
                <a:lnTo>
                  <a:pt x="173" y="137"/>
                </a:lnTo>
                <a:lnTo>
                  <a:pt x="174" y="136"/>
                </a:lnTo>
                <a:lnTo>
                  <a:pt x="174" y="135"/>
                </a:lnTo>
                <a:lnTo>
                  <a:pt x="174" y="134"/>
                </a:lnTo>
                <a:lnTo>
                  <a:pt x="175" y="134"/>
                </a:lnTo>
                <a:lnTo>
                  <a:pt x="175" y="133"/>
                </a:lnTo>
                <a:lnTo>
                  <a:pt x="175" y="132"/>
                </a:lnTo>
                <a:lnTo>
                  <a:pt x="175" y="131"/>
                </a:lnTo>
                <a:lnTo>
                  <a:pt x="175" y="130"/>
                </a:lnTo>
                <a:lnTo>
                  <a:pt x="176" y="130"/>
                </a:lnTo>
                <a:lnTo>
                  <a:pt x="176" y="129"/>
                </a:lnTo>
                <a:lnTo>
                  <a:pt x="176" y="128"/>
                </a:lnTo>
                <a:lnTo>
                  <a:pt x="178" y="126"/>
                </a:lnTo>
                <a:lnTo>
                  <a:pt x="178" y="125"/>
                </a:lnTo>
                <a:lnTo>
                  <a:pt x="179" y="125"/>
                </a:lnTo>
                <a:lnTo>
                  <a:pt x="180" y="124"/>
                </a:lnTo>
                <a:lnTo>
                  <a:pt x="180" y="122"/>
                </a:lnTo>
                <a:lnTo>
                  <a:pt x="180" y="121"/>
                </a:lnTo>
                <a:lnTo>
                  <a:pt x="180" y="120"/>
                </a:lnTo>
                <a:lnTo>
                  <a:pt x="180" y="119"/>
                </a:lnTo>
                <a:lnTo>
                  <a:pt x="181" y="118"/>
                </a:lnTo>
                <a:lnTo>
                  <a:pt x="182" y="117"/>
                </a:lnTo>
                <a:lnTo>
                  <a:pt x="182" y="116"/>
                </a:lnTo>
                <a:lnTo>
                  <a:pt x="183" y="115"/>
                </a:lnTo>
                <a:lnTo>
                  <a:pt x="183" y="114"/>
                </a:lnTo>
                <a:lnTo>
                  <a:pt x="184" y="113"/>
                </a:lnTo>
                <a:lnTo>
                  <a:pt x="184" y="112"/>
                </a:lnTo>
                <a:lnTo>
                  <a:pt x="185" y="111"/>
                </a:lnTo>
                <a:lnTo>
                  <a:pt x="185" y="110"/>
                </a:lnTo>
                <a:lnTo>
                  <a:pt x="185" y="109"/>
                </a:lnTo>
                <a:lnTo>
                  <a:pt x="184" y="108"/>
                </a:lnTo>
                <a:lnTo>
                  <a:pt x="185" y="107"/>
                </a:lnTo>
                <a:lnTo>
                  <a:pt x="185" y="106"/>
                </a:lnTo>
                <a:lnTo>
                  <a:pt x="185" y="105"/>
                </a:lnTo>
                <a:lnTo>
                  <a:pt x="186" y="104"/>
                </a:lnTo>
                <a:lnTo>
                  <a:pt x="187" y="103"/>
                </a:lnTo>
                <a:lnTo>
                  <a:pt x="188" y="103"/>
                </a:lnTo>
                <a:lnTo>
                  <a:pt x="189" y="102"/>
                </a:lnTo>
                <a:lnTo>
                  <a:pt x="189" y="101"/>
                </a:lnTo>
                <a:lnTo>
                  <a:pt x="190" y="101"/>
                </a:lnTo>
                <a:lnTo>
                  <a:pt x="190" y="100"/>
                </a:lnTo>
                <a:lnTo>
                  <a:pt x="191" y="100"/>
                </a:lnTo>
                <a:lnTo>
                  <a:pt x="192" y="99"/>
                </a:lnTo>
                <a:lnTo>
                  <a:pt x="192" y="98"/>
                </a:lnTo>
                <a:lnTo>
                  <a:pt x="191" y="97"/>
                </a:lnTo>
                <a:lnTo>
                  <a:pt x="191" y="96"/>
                </a:lnTo>
                <a:lnTo>
                  <a:pt x="192" y="94"/>
                </a:lnTo>
                <a:lnTo>
                  <a:pt x="193" y="92"/>
                </a:lnTo>
                <a:lnTo>
                  <a:pt x="193" y="91"/>
                </a:lnTo>
                <a:lnTo>
                  <a:pt x="194" y="91"/>
                </a:lnTo>
                <a:lnTo>
                  <a:pt x="195" y="91"/>
                </a:lnTo>
                <a:lnTo>
                  <a:pt x="195" y="92"/>
                </a:lnTo>
                <a:lnTo>
                  <a:pt x="196" y="92"/>
                </a:lnTo>
                <a:lnTo>
                  <a:pt x="197" y="92"/>
                </a:lnTo>
                <a:lnTo>
                  <a:pt x="198" y="91"/>
                </a:lnTo>
                <a:lnTo>
                  <a:pt x="201" y="88"/>
                </a:lnTo>
                <a:lnTo>
                  <a:pt x="202" y="88"/>
                </a:lnTo>
                <a:lnTo>
                  <a:pt x="203" y="86"/>
                </a:lnTo>
                <a:lnTo>
                  <a:pt x="204" y="85"/>
                </a:lnTo>
                <a:lnTo>
                  <a:pt x="208" y="84"/>
                </a:lnTo>
                <a:lnTo>
                  <a:pt x="209" y="84"/>
                </a:lnTo>
                <a:lnTo>
                  <a:pt x="210" y="84"/>
                </a:lnTo>
                <a:lnTo>
                  <a:pt x="214" y="86"/>
                </a:lnTo>
                <a:lnTo>
                  <a:pt x="217" y="89"/>
                </a:lnTo>
                <a:lnTo>
                  <a:pt x="218" y="89"/>
                </a:lnTo>
                <a:lnTo>
                  <a:pt x="219" y="89"/>
                </a:lnTo>
                <a:lnTo>
                  <a:pt x="222" y="90"/>
                </a:lnTo>
                <a:lnTo>
                  <a:pt x="226" y="91"/>
                </a:lnTo>
                <a:lnTo>
                  <a:pt x="228" y="91"/>
                </a:lnTo>
                <a:lnTo>
                  <a:pt x="228" y="92"/>
                </a:lnTo>
                <a:lnTo>
                  <a:pt x="229" y="92"/>
                </a:lnTo>
                <a:lnTo>
                  <a:pt x="230" y="93"/>
                </a:lnTo>
                <a:lnTo>
                  <a:pt x="231" y="93"/>
                </a:lnTo>
                <a:lnTo>
                  <a:pt x="231" y="94"/>
                </a:lnTo>
                <a:lnTo>
                  <a:pt x="232" y="94"/>
                </a:lnTo>
                <a:lnTo>
                  <a:pt x="233" y="95"/>
                </a:lnTo>
                <a:lnTo>
                  <a:pt x="234" y="96"/>
                </a:lnTo>
                <a:lnTo>
                  <a:pt x="235" y="97"/>
                </a:lnTo>
                <a:lnTo>
                  <a:pt x="236" y="98"/>
                </a:lnTo>
                <a:lnTo>
                  <a:pt x="237" y="98"/>
                </a:lnTo>
                <a:lnTo>
                  <a:pt x="239" y="100"/>
                </a:lnTo>
                <a:lnTo>
                  <a:pt x="241" y="102"/>
                </a:lnTo>
                <a:lnTo>
                  <a:pt x="243" y="102"/>
                </a:lnTo>
                <a:lnTo>
                  <a:pt x="244" y="101"/>
                </a:lnTo>
                <a:lnTo>
                  <a:pt x="245" y="101"/>
                </a:lnTo>
                <a:lnTo>
                  <a:pt x="247" y="100"/>
                </a:lnTo>
                <a:lnTo>
                  <a:pt x="248" y="99"/>
                </a:lnTo>
                <a:lnTo>
                  <a:pt x="249" y="98"/>
                </a:lnTo>
                <a:lnTo>
                  <a:pt x="251" y="97"/>
                </a:lnTo>
                <a:lnTo>
                  <a:pt x="254" y="95"/>
                </a:lnTo>
                <a:lnTo>
                  <a:pt x="255" y="95"/>
                </a:lnTo>
                <a:lnTo>
                  <a:pt x="255" y="94"/>
                </a:lnTo>
                <a:lnTo>
                  <a:pt x="255" y="93"/>
                </a:lnTo>
                <a:lnTo>
                  <a:pt x="255" y="92"/>
                </a:lnTo>
                <a:lnTo>
                  <a:pt x="256" y="92"/>
                </a:lnTo>
                <a:lnTo>
                  <a:pt x="256" y="91"/>
                </a:lnTo>
                <a:lnTo>
                  <a:pt x="256" y="90"/>
                </a:lnTo>
                <a:lnTo>
                  <a:pt x="256" y="89"/>
                </a:lnTo>
                <a:lnTo>
                  <a:pt x="256" y="88"/>
                </a:lnTo>
                <a:lnTo>
                  <a:pt x="257" y="87"/>
                </a:lnTo>
                <a:lnTo>
                  <a:pt x="257" y="86"/>
                </a:lnTo>
                <a:lnTo>
                  <a:pt x="257" y="85"/>
                </a:lnTo>
                <a:lnTo>
                  <a:pt x="257" y="84"/>
                </a:lnTo>
                <a:lnTo>
                  <a:pt x="257" y="83"/>
                </a:lnTo>
                <a:lnTo>
                  <a:pt x="258" y="83"/>
                </a:lnTo>
                <a:lnTo>
                  <a:pt x="258" y="82"/>
                </a:lnTo>
                <a:lnTo>
                  <a:pt x="258" y="81"/>
                </a:lnTo>
                <a:lnTo>
                  <a:pt x="258" y="80"/>
                </a:lnTo>
                <a:lnTo>
                  <a:pt x="258" y="79"/>
                </a:lnTo>
                <a:lnTo>
                  <a:pt x="258" y="77"/>
                </a:lnTo>
                <a:lnTo>
                  <a:pt x="258" y="76"/>
                </a:lnTo>
                <a:lnTo>
                  <a:pt x="258" y="75"/>
                </a:lnTo>
                <a:lnTo>
                  <a:pt x="259" y="75"/>
                </a:lnTo>
                <a:lnTo>
                  <a:pt x="261" y="75"/>
                </a:lnTo>
                <a:lnTo>
                  <a:pt x="262" y="74"/>
                </a:lnTo>
                <a:lnTo>
                  <a:pt x="264" y="73"/>
                </a:lnTo>
                <a:lnTo>
                  <a:pt x="265" y="73"/>
                </a:lnTo>
                <a:lnTo>
                  <a:pt x="268" y="71"/>
                </a:lnTo>
                <a:lnTo>
                  <a:pt x="269" y="71"/>
                </a:lnTo>
                <a:lnTo>
                  <a:pt x="270" y="71"/>
                </a:lnTo>
                <a:lnTo>
                  <a:pt x="270" y="70"/>
                </a:lnTo>
                <a:lnTo>
                  <a:pt x="271" y="70"/>
                </a:lnTo>
                <a:lnTo>
                  <a:pt x="272" y="69"/>
                </a:lnTo>
                <a:lnTo>
                  <a:pt x="273" y="69"/>
                </a:lnTo>
                <a:lnTo>
                  <a:pt x="274" y="69"/>
                </a:lnTo>
                <a:lnTo>
                  <a:pt x="276" y="68"/>
                </a:lnTo>
                <a:lnTo>
                  <a:pt x="277" y="68"/>
                </a:lnTo>
                <a:lnTo>
                  <a:pt x="278" y="68"/>
                </a:lnTo>
                <a:lnTo>
                  <a:pt x="279" y="67"/>
                </a:lnTo>
                <a:lnTo>
                  <a:pt x="280" y="67"/>
                </a:lnTo>
                <a:lnTo>
                  <a:pt x="281" y="67"/>
                </a:lnTo>
                <a:lnTo>
                  <a:pt x="283" y="66"/>
                </a:lnTo>
                <a:lnTo>
                  <a:pt x="284" y="66"/>
                </a:lnTo>
                <a:lnTo>
                  <a:pt x="285" y="66"/>
                </a:lnTo>
                <a:lnTo>
                  <a:pt x="285" y="65"/>
                </a:lnTo>
                <a:lnTo>
                  <a:pt x="286" y="65"/>
                </a:lnTo>
                <a:lnTo>
                  <a:pt x="286" y="64"/>
                </a:lnTo>
                <a:lnTo>
                  <a:pt x="287" y="64"/>
                </a:lnTo>
                <a:lnTo>
                  <a:pt x="288" y="64"/>
                </a:lnTo>
                <a:lnTo>
                  <a:pt x="289" y="63"/>
                </a:lnTo>
                <a:lnTo>
                  <a:pt x="290" y="63"/>
                </a:lnTo>
                <a:lnTo>
                  <a:pt x="291" y="63"/>
                </a:lnTo>
                <a:lnTo>
                  <a:pt x="293" y="62"/>
                </a:lnTo>
                <a:lnTo>
                  <a:pt x="295" y="61"/>
                </a:lnTo>
                <a:lnTo>
                  <a:pt x="296" y="61"/>
                </a:lnTo>
                <a:lnTo>
                  <a:pt x="297" y="60"/>
                </a:lnTo>
                <a:lnTo>
                  <a:pt x="298" y="60"/>
                </a:lnTo>
                <a:lnTo>
                  <a:pt x="298" y="59"/>
                </a:lnTo>
                <a:lnTo>
                  <a:pt x="299" y="59"/>
                </a:lnTo>
                <a:lnTo>
                  <a:pt x="299" y="60"/>
                </a:lnTo>
                <a:lnTo>
                  <a:pt x="299" y="61"/>
                </a:lnTo>
                <a:lnTo>
                  <a:pt x="300" y="62"/>
                </a:lnTo>
                <a:lnTo>
                  <a:pt x="301" y="62"/>
                </a:lnTo>
                <a:lnTo>
                  <a:pt x="301" y="63"/>
                </a:lnTo>
                <a:lnTo>
                  <a:pt x="302" y="63"/>
                </a:lnTo>
                <a:lnTo>
                  <a:pt x="302" y="64"/>
                </a:lnTo>
                <a:lnTo>
                  <a:pt x="302" y="65"/>
                </a:lnTo>
                <a:lnTo>
                  <a:pt x="303" y="66"/>
                </a:lnTo>
                <a:lnTo>
                  <a:pt x="304" y="67"/>
                </a:lnTo>
                <a:lnTo>
                  <a:pt x="304" y="68"/>
                </a:lnTo>
                <a:lnTo>
                  <a:pt x="304" y="69"/>
                </a:lnTo>
                <a:lnTo>
                  <a:pt x="305" y="71"/>
                </a:lnTo>
                <a:lnTo>
                  <a:pt x="306" y="72"/>
                </a:lnTo>
                <a:lnTo>
                  <a:pt x="306" y="73"/>
                </a:lnTo>
                <a:lnTo>
                  <a:pt x="307" y="73"/>
                </a:lnTo>
                <a:lnTo>
                  <a:pt x="308" y="73"/>
                </a:lnTo>
                <a:lnTo>
                  <a:pt x="309" y="73"/>
                </a:lnTo>
                <a:lnTo>
                  <a:pt x="312" y="73"/>
                </a:lnTo>
                <a:lnTo>
                  <a:pt x="313" y="73"/>
                </a:lnTo>
                <a:lnTo>
                  <a:pt x="315" y="73"/>
                </a:lnTo>
                <a:lnTo>
                  <a:pt x="316" y="72"/>
                </a:lnTo>
                <a:lnTo>
                  <a:pt x="317" y="72"/>
                </a:lnTo>
                <a:lnTo>
                  <a:pt x="318" y="72"/>
                </a:lnTo>
                <a:lnTo>
                  <a:pt x="319" y="72"/>
                </a:lnTo>
                <a:lnTo>
                  <a:pt x="320" y="71"/>
                </a:lnTo>
                <a:lnTo>
                  <a:pt x="321" y="71"/>
                </a:lnTo>
                <a:lnTo>
                  <a:pt x="322" y="71"/>
                </a:lnTo>
                <a:lnTo>
                  <a:pt x="323" y="70"/>
                </a:lnTo>
                <a:lnTo>
                  <a:pt x="324" y="70"/>
                </a:lnTo>
                <a:lnTo>
                  <a:pt x="326" y="70"/>
                </a:lnTo>
                <a:lnTo>
                  <a:pt x="326" y="69"/>
                </a:lnTo>
                <a:lnTo>
                  <a:pt x="327" y="69"/>
                </a:lnTo>
                <a:lnTo>
                  <a:pt x="328" y="69"/>
                </a:lnTo>
                <a:lnTo>
                  <a:pt x="329" y="68"/>
                </a:lnTo>
                <a:lnTo>
                  <a:pt x="330" y="69"/>
                </a:lnTo>
                <a:lnTo>
                  <a:pt x="331" y="69"/>
                </a:lnTo>
                <a:lnTo>
                  <a:pt x="332" y="68"/>
                </a:lnTo>
                <a:lnTo>
                  <a:pt x="333" y="68"/>
                </a:lnTo>
                <a:lnTo>
                  <a:pt x="333" y="67"/>
                </a:lnTo>
                <a:lnTo>
                  <a:pt x="334" y="67"/>
                </a:lnTo>
                <a:lnTo>
                  <a:pt x="334" y="66"/>
                </a:lnTo>
                <a:lnTo>
                  <a:pt x="335" y="66"/>
                </a:lnTo>
                <a:lnTo>
                  <a:pt x="336" y="65"/>
                </a:lnTo>
                <a:lnTo>
                  <a:pt x="336" y="64"/>
                </a:lnTo>
                <a:lnTo>
                  <a:pt x="337" y="63"/>
                </a:lnTo>
                <a:lnTo>
                  <a:pt x="337" y="62"/>
                </a:lnTo>
                <a:lnTo>
                  <a:pt x="338" y="61"/>
                </a:lnTo>
                <a:lnTo>
                  <a:pt x="339" y="61"/>
                </a:lnTo>
                <a:lnTo>
                  <a:pt x="339" y="60"/>
                </a:lnTo>
                <a:lnTo>
                  <a:pt x="340" y="60"/>
                </a:lnTo>
                <a:lnTo>
                  <a:pt x="340" y="59"/>
                </a:lnTo>
                <a:lnTo>
                  <a:pt x="341" y="58"/>
                </a:lnTo>
                <a:lnTo>
                  <a:pt x="341" y="57"/>
                </a:lnTo>
                <a:lnTo>
                  <a:pt x="342" y="57"/>
                </a:lnTo>
                <a:lnTo>
                  <a:pt x="342" y="56"/>
                </a:lnTo>
                <a:lnTo>
                  <a:pt x="343" y="56"/>
                </a:lnTo>
                <a:lnTo>
                  <a:pt x="345" y="55"/>
                </a:lnTo>
                <a:lnTo>
                  <a:pt x="345" y="54"/>
                </a:lnTo>
                <a:lnTo>
                  <a:pt x="346" y="54"/>
                </a:lnTo>
                <a:lnTo>
                  <a:pt x="346" y="53"/>
                </a:lnTo>
                <a:lnTo>
                  <a:pt x="346" y="52"/>
                </a:lnTo>
                <a:lnTo>
                  <a:pt x="346" y="51"/>
                </a:lnTo>
                <a:lnTo>
                  <a:pt x="346" y="50"/>
                </a:lnTo>
                <a:lnTo>
                  <a:pt x="347" y="50"/>
                </a:lnTo>
                <a:lnTo>
                  <a:pt x="348" y="49"/>
                </a:lnTo>
                <a:lnTo>
                  <a:pt x="350" y="48"/>
                </a:lnTo>
                <a:lnTo>
                  <a:pt x="352" y="46"/>
                </a:lnTo>
                <a:lnTo>
                  <a:pt x="353" y="46"/>
                </a:lnTo>
                <a:lnTo>
                  <a:pt x="354" y="46"/>
                </a:lnTo>
                <a:lnTo>
                  <a:pt x="355" y="45"/>
                </a:lnTo>
                <a:lnTo>
                  <a:pt x="355" y="44"/>
                </a:lnTo>
                <a:lnTo>
                  <a:pt x="356" y="44"/>
                </a:lnTo>
                <a:lnTo>
                  <a:pt x="356" y="43"/>
                </a:lnTo>
                <a:lnTo>
                  <a:pt x="357" y="42"/>
                </a:lnTo>
                <a:lnTo>
                  <a:pt x="358" y="40"/>
                </a:lnTo>
                <a:lnTo>
                  <a:pt x="358" y="39"/>
                </a:lnTo>
                <a:lnTo>
                  <a:pt x="358" y="38"/>
                </a:lnTo>
                <a:lnTo>
                  <a:pt x="359" y="38"/>
                </a:lnTo>
                <a:lnTo>
                  <a:pt x="360" y="39"/>
                </a:lnTo>
                <a:lnTo>
                  <a:pt x="360" y="40"/>
                </a:lnTo>
                <a:lnTo>
                  <a:pt x="361" y="40"/>
                </a:lnTo>
                <a:lnTo>
                  <a:pt x="362" y="40"/>
                </a:lnTo>
                <a:lnTo>
                  <a:pt x="362" y="41"/>
                </a:lnTo>
                <a:lnTo>
                  <a:pt x="363" y="42"/>
                </a:lnTo>
                <a:lnTo>
                  <a:pt x="363" y="43"/>
                </a:lnTo>
                <a:lnTo>
                  <a:pt x="364" y="43"/>
                </a:lnTo>
                <a:lnTo>
                  <a:pt x="364" y="44"/>
                </a:lnTo>
                <a:lnTo>
                  <a:pt x="366" y="46"/>
                </a:lnTo>
                <a:lnTo>
                  <a:pt x="367" y="46"/>
                </a:lnTo>
                <a:lnTo>
                  <a:pt x="367" y="47"/>
                </a:lnTo>
                <a:lnTo>
                  <a:pt x="367" y="48"/>
                </a:lnTo>
                <a:lnTo>
                  <a:pt x="368" y="48"/>
                </a:lnTo>
                <a:lnTo>
                  <a:pt x="368" y="47"/>
                </a:lnTo>
                <a:lnTo>
                  <a:pt x="369" y="47"/>
                </a:lnTo>
                <a:lnTo>
                  <a:pt x="370" y="45"/>
                </a:lnTo>
                <a:lnTo>
                  <a:pt x="371" y="45"/>
                </a:lnTo>
                <a:lnTo>
                  <a:pt x="371" y="44"/>
                </a:lnTo>
                <a:lnTo>
                  <a:pt x="371" y="43"/>
                </a:lnTo>
                <a:lnTo>
                  <a:pt x="371" y="42"/>
                </a:lnTo>
                <a:lnTo>
                  <a:pt x="372" y="42"/>
                </a:lnTo>
                <a:lnTo>
                  <a:pt x="373" y="41"/>
                </a:lnTo>
                <a:lnTo>
                  <a:pt x="375" y="39"/>
                </a:lnTo>
                <a:lnTo>
                  <a:pt x="375" y="38"/>
                </a:lnTo>
                <a:lnTo>
                  <a:pt x="375" y="37"/>
                </a:lnTo>
                <a:lnTo>
                  <a:pt x="376" y="37"/>
                </a:lnTo>
                <a:lnTo>
                  <a:pt x="376" y="36"/>
                </a:lnTo>
                <a:lnTo>
                  <a:pt x="377" y="36"/>
                </a:lnTo>
                <a:lnTo>
                  <a:pt x="378" y="35"/>
                </a:lnTo>
                <a:lnTo>
                  <a:pt x="379" y="35"/>
                </a:lnTo>
                <a:lnTo>
                  <a:pt x="381" y="35"/>
                </a:lnTo>
                <a:lnTo>
                  <a:pt x="382" y="35"/>
                </a:lnTo>
                <a:lnTo>
                  <a:pt x="383" y="35"/>
                </a:lnTo>
                <a:lnTo>
                  <a:pt x="383" y="36"/>
                </a:lnTo>
                <a:lnTo>
                  <a:pt x="384" y="35"/>
                </a:lnTo>
                <a:lnTo>
                  <a:pt x="384" y="34"/>
                </a:lnTo>
                <a:lnTo>
                  <a:pt x="385" y="34"/>
                </a:lnTo>
                <a:lnTo>
                  <a:pt x="387" y="34"/>
                </a:lnTo>
                <a:lnTo>
                  <a:pt x="389" y="31"/>
                </a:lnTo>
                <a:lnTo>
                  <a:pt x="390" y="29"/>
                </a:lnTo>
                <a:lnTo>
                  <a:pt x="389" y="29"/>
                </a:lnTo>
                <a:lnTo>
                  <a:pt x="389" y="28"/>
                </a:lnTo>
                <a:lnTo>
                  <a:pt x="389" y="26"/>
                </a:lnTo>
                <a:lnTo>
                  <a:pt x="389" y="25"/>
                </a:lnTo>
                <a:lnTo>
                  <a:pt x="388" y="25"/>
                </a:lnTo>
                <a:lnTo>
                  <a:pt x="387" y="25"/>
                </a:lnTo>
                <a:lnTo>
                  <a:pt x="386" y="24"/>
                </a:lnTo>
                <a:lnTo>
                  <a:pt x="386" y="22"/>
                </a:lnTo>
                <a:lnTo>
                  <a:pt x="385" y="22"/>
                </a:lnTo>
                <a:lnTo>
                  <a:pt x="385" y="21"/>
                </a:lnTo>
                <a:lnTo>
                  <a:pt x="385" y="19"/>
                </a:lnTo>
                <a:lnTo>
                  <a:pt x="386" y="18"/>
                </a:lnTo>
                <a:lnTo>
                  <a:pt x="387" y="17"/>
                </a:lnTo>
                <a:lnTo>
                  <a:pt x="387" y="16"/>
                </a:lnTo>
                <a:lnTo>
                  <a:pt x="387" y="12"/>
                </a:lnTo>
                <a:lnTo>
                  <a:pt x="387" y="10"/>
                </a:lnTo>
                <a:lnTo>
                  <a:pt x="387" y="9"/>
                </a:lnTo>
                <a:lnTo>
                  <a:pt x="386" y="8"/>
                </a:lnTo>
                <a:lnTo>
                  <a:pt x="386" y="7"/>
                </a:lnTo>
                <a:lnTo>
                  <a:pt x="385" y="7"/>
                </a:lnTo>
                <a:lnTo>
                  <a:pt x="385" y="5"/>
                </a:lnTo>
                <a:lnTo>
                  <a:pt x="385" y="4"/>
                </a:lnTo>
                <a:lnTo>
                  <a:pt x="386" y="4"/>
                </a:lnTo>
                <a:lnTo>
                  <a:pt x="386" y="3"/>
                </a:lnTo>
                <a:lnTo>
                  <a:pt x="387" y="3"/>
                </a:lnTo>
                <a:lnTo>
                  <a:pt x="388" y="2"/>
                </a:lnTo>
                <a:lnTo>
                  <a:pt x="389" y="1"/>
                </a:lnTo>
                <a:lnTo>
                  <a:pt x="390" y="1"/>
                </a:lnTo>
                <a:lnTo>
                  <a:pt x="390" y="2"/>
                </a:lnTo>
                <a:lnTo>
                  <a:pt x="391" y="2"/>
                </a:lnTo>
                <a:lnTo>
                  <a:pt x="393" y="0"/>
                </a:lnTo>
                <a:lnTo>
                  <a:pt x="394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1590120" y="3853080"/>
            <a:ext cx="1040760" cy="911880"/>
          </a:xfrm>
          <a:custGeom>
            <a:avLst/>
            <a:gdLst/>
            <a:ahLst/>
            <a:rect l="0" t="0" r="r" b="b"/>
            <a:pathLst>
              <a:path w="2891" h="2533">
                <a:moveTo>
                  <a:pt x="2396" y="1"/>
                </a:moveTo>
                <a:lnTo>
                  <a:pt x="2397" y="2"/>
                </a:lnTo>
                <a:lnTo>
                  <a:pt x="2397" y="3"/>
                </a:lnTo>
                <a:lnTo>
                  <a:pt x="2398" y="3"/>
                </a:lnTo>
                <a:lnTo>
                  <a:pt x="2398" y="2"/>
                </a:lnTo>
                <a:lnTo>
                  <a:pt x="2399" y="2"/>
                </a:lnTo>
                <a:lnTo>
                  <a:pt x="2399" y="3"/>
                </a:lnTo>
                <a:lnTo>
                  <a:pt x="2400" y="3"/>
                </a:lnTo>
                <a:lnTo>
                  <a:pt x="2400" y="4"/>
                </a:lnTo>
                <a:lnTo>
                  <a:pt x="2401" y="4"/>
                </a:lnTo>
                <a:lnTo>
                  <a:pt x="2401" y="5"/>
                </a:lnTo>
                <a:lnTo>
                  <a:pt x="2402" y="5"/>
                </a:lnTo>
                <a:lnTo>
                  <a:pt x="2402" y="6"/>
                </a:lnTo>
                <a:lnTo>
                  <a:pt x="2402" y="5"/>
                </a:lnTo>
                <a:lnTo>
                  <a:pt x="2403" y="5"/>
                </a:lnTo>
                <a:lnTo>
                  <a:pt x="2404" y="5"/>
                </a:lnTo>
                <a:lnTo>
                  <a:pt x="2405" y="6"/>
                </a:lnTo>
                <a:lnTo>
                  <a:pt x="2405" y="7"/>
                </a:lnTo>
                <a:lnTo>
                  <a:pt x="2406" y="7"/>
                </a:lnTo>
                <a:lnTo>
                  <a:pt x="2407" y="8"/>
                </a:lnTo>
                <a:lnTo>
                  <a:pt x="2407" y="9"/>
                </a:lnTo>
                <a:lnTo>
                  <a:pt x="2408" y="9"/>
                </a:lnTo>
                <a:lnTo>
                  <a:pt x="2408" y="10"/>
                </a:lnTo>
                <a:lnTo>
                  <a:pt x="2409" y="10"/>
                </a:lnTo>
                <a:lnTo>
                  <a:pt x="2410" y="9"/>
                </a:lnTo>
                <a:lnTo>
                  <a:pt x="2411" y="9"/>
                </a:lnTo>
                <a:lnTo>
                  <a:pt x="2412" y="9"/>
                </a:lnTo>
                <a:lnTo>
                  <a:pt x="2413" y="10"/>
                </a:lnTo>
                <a:lnTo>
                  <a:pt x="2414" y="11"/>
                </a:lnTo>
                <a:lnTo>
                  <a:pt x="2415" y="11"/>
                </a:lnTo>
                <a:lnTo>
                  <a:pt x="2415" y="12"/>
                </a:lnTo>
                <a:lnTo>
                  <a:pt x="2415" y="14"/>
                </a:lnTo>
                <a:lnTo>
                  <a:pt x="2415" y="15"/>
                </a:lnTo>
                <a:lnTo>
                  <a:pt x="2415" y="16"/>
                </a:lnTo>
                <a:lnTo>
                  <a:pt x="2415" y="17"/>
                </a:lnTo>
                <a:lnTo>
                  <a:pt x="2415" y="18"/>
                </a:lnTo>
                <a:lnTo>
                  <a:pt x="2414" y="18"/>
                </a:lnTo>
                <a:lnTo>
                  <a:pt x="2413" y="18"/>
                </a:lnTo>
                <a:lnTo>
                  <a:pt x="2413" y="19"/>
                </a:lnTo>
                <a:lnTo>
                  <a:pt x="2414" y="20"/>
                </a:lnTo>
                <a:lnTo>
                  <a:pt x="2414" y="21"/>
                </a:lnTo>
                <a:lnTo>
                  <a:pt x="2415" y="22"/>
                </a:lnTo>
                <a:lnTo>
                  <a:pt x="2416" y="22"/>
                </a:lnTo>
                <a:lnTo>
                  <a:pt x="2417" y="22"/>
                </a:lnTo>
                <a:lnTo>
                  <a:pt x="2418" y="22"/>
                </a:lnTo>
                <a:lnTo>
                  <a:pt x="2419" y="23"/>
                </a:lnTo>
                <a:lnTo>
                  <a:pt x="2420" y="23"/>
                </a:lnTo>
                <a:lnTo>
                  <a:pt x="2420" y="24"/>
                </a:lnTo>
                <a:lnTo>
                  <a:pt x="2421" y="24"/>
                </a:lnTo>
                <a:lnTo>
                  <a:pt x="2422" y="24"/>
                </a:lnTo>
                <a:lnTo>
                  <a:pt x="2423" y="23"/>
                </a:lnTo>
                <a:lnTo>
                  <a:pt x="2424" y="23"/>
                </a:lnTo>
                <a:lnTo>
                  <a:pt x="2425" y="24"/>
                </a:lnTo>
                <a:lnTo>
                  <a:pt x="2425" y="25"/>
                </a:lnTo>
                <a:lnTo>
                  <a:pt x="2425" y="26"/>
                </a:lnTo>
                <a:lnTo>
                  <a:pt x="2426" y="26"/>
                </a:lnTo>
                <a:lnTo>
                  <a:pt x="2426" y="27"/>
                </a:lnTo>
                <a:lnTo>
                  <a:pt x="2427" y="27"/>
                </a:lnTo>
                <a:lnTo>
                  <a:pt x="2427" y="28"/>
                </a:lnTo>
                <a:lnTo>
                  <a:pt x="2427" y="29"/>
                </a:lnTo>
                <a:lnTo>
                  <a:pt x="2428" y="29"/>
                </a:lnTo>
                <a:lnTo>
                  <a:pt x="2428" y="30"/>
                </a:lnTo>
                <a:lnTo>
                  <a:pt x="2427" y="30"/>
                </a:lnTo>
                <a:lnTo>
                  <a:pt x="2427" y="31"/>
                </a:lnTo>
                <a:lnTo>
                  <a:pt x="2427" y="32"/>
                </a:lnTo>
                <a:lnTo>
                  <a:pt x="2427" y="31"/>
                </a:lnTo>
                <a:lnTo>
                  <a:pt x="2428" y="31"/>
                </a:lnTo>
                <a:lnTo>
                  <a:pt x="2429" y="32"/>
                </a:lnTo>
                <a:lnTo>
                  <a:pt x="2429" y="33"/>
                </a:lnTo>
                <a:lnTo>
                  <a:pt x="2430" y="33"/>
                </a:lnTo>
                <a:lnTo>
                  <a:pt x="2431" y="34"/>
                </a:lnTo>
                <a:lnTo>
                  <a:pt x="2431" y="33"/>
                </a:lnTo>
                <a:lnTo>
                  <a:pt x="2431" y="34"/>
                </a:lnTo>
                <a:lnTo>
                  <a:pt x="2432" y="34"/>
                </a:lnTo>
                <a:lnTo>
                  <a:pt x="2432" y="35"/>
                </a:lnTo>
                <a:lnTo>
                  <a:pt x="2432" y="36"/>
                </a:lnTo>
                <a:lnTo>
                  <a:pt x="2431" y="36"/>
                </a:lnTo>
                <a:lnTo>
                  <a:pt x="2431" y="37"/>
                </a:lnTo>
                <a:lnTo>
                  <a:pt x="2431" y="39"/>
                </a:lnTo>
                <a:lnTo>
                  <a:pt x="2430" y="39"/>
                </a:lnTo>
                <a:lnTo>
                  <a:pt x="2430" y="40"/>
                </a:lnTo>
                <a:lnTo>
                  <a:pt x="2430" y="41"/>
                </a:lnTo>
                <a:lnTo>
                  <a:pt x="2430" y="42"/>
                </a:lnTo>
                <a:lnTo>
                  <a:pt x="2429" y="42"/>
                </a:lnTo>
                <a:lnTo>
                  <a:pt x="2428" y="43"/>
                </a:lnTo>
                <a:lnTo>
                  <a:pt x="2428" y="44"/>
                </a:lnTo>
                <a:lnTo>
                  <a:pt x="2427" y="44"/>
                </a:lnTo>
                <a:lnTo>
                  <a:pt x="2426" y="45"/>
                </a:lnTo>
                <a:lnTo>
                  <a:pt x="2425" y="45"/>
                </a:lnTo>
                <a:lnTo>
                  <a:pt x="2424" y="45"/>
                </a:lnTo>
                <a:lnTo>
                  <a:pt x="2423" y="45"/>
                </a:lnTo>
                <a:lnTo>
                  <a:pt x="2423" y="46"/>
                </a:lnTo>
                <a:lnTo>
                  <a:pt x="2424" y="46"/>
                </a:lnTo>
                <a:lnTo>
                  <a:pt x="2424" y="47"/>
                </a:lnTo>
                <a:lnTo>
                  <a:pt x="2423" y="48"/>
                </a:lnTo>
                <a:lnTo>
                  <a:pt x="2423" y="49"/>
                </a:lnTo>
                <a:lnTo>
                  <a:pt x="2423" y="50"/>
                </a:lnTo>
                <a:lnTo>
                  <a:pt x="2423" y="51"/>
                </a:lnTo>
                <a:lnTo>
                  <a:pt x="2423" y="52"/>
                </a:lnTo>
                <a:lnTo>
                  <a:pt x="2422" y="52"/>
                </a:lnTo>
                <a:lnTo>
                  <a:pt x="2422" y="53"/>
                </a:lnTo>
                <a:lnTo>
                  <a:pt x="2422" y="54"/>
                </a:lnTo>
                <a:lnTo>
                  <a:pt x="2422" y="56"/>
                </a:lnTo>
                <a:lnTo>
                  <a:pt x="2422" y="57"/>
                </a:lnTo>
                <a:lnTo>
                  <a:pt x="2421" y="58"/>
                </a:lnTo>
                <a:lnTo>
                  <a:pt x="2421" y="59"/>
                </a:lnTo>
                <a:lnTo>
                  <a:pt x="2420" y="59"/>
                </a:lnTo>
                <a:lnTo>
                  <a:pt x="2420" y="60"/>
                </a:lnTo>
                <a:lnTo>
                  <a:pt x="2419" y="60"/>
                </a:lnTo>
                <a:lnTo>
                  <a:pt x="2419" y="61"/>
                </a:lnTo>
                <a:lnTo>
                  <a:pt x="2419" y="62"/>
                </a:lnTo>
                <a:lnTo>
                  <a:pt x="2418" y="62"/>
                </a:lnTo>
                <a:lnTo>
                  <a:pt x="2417" y="62"/>
                </a:lnTo>
                <a:lnTo>
                  <a:pt x="2417" y="63"/>
                </a:lnTo>
                <a:lnTo>
                  <a:pt x="2417" y="64"/>
                </a:lnTo>
                <a:lnTo>
                  <a:pt x="2417" y="65"/>
                </a:lnTo>
                <a:lnTo>
                  <a:pt x="2417" y="66"/>
                </a:lnTo>
                <a:lnTo>
                  <a:pt x="2418" y="66"/>
                </a:lnTo>
                <a:lnTo>
                  <a:pt x="2418" y="67"/>
                </a:lnTo>
                <a:lnTo>
                  <a:pt x="2419" y="68"/>
                </a:lnTo>
                <a:lnTo>
                  <a:pt x="2418" y="69"/>
                </a:lnTo>
                <a:lnTo>
                  <a:pt x="2417" y="69"/>
                </a:lnTo>
                <a:lnTo>
                  <a:pt x="2417" y="70"/>
                </a:lnTo>
                <a:lnTo>
                  <a:pt x="2417" y="72"/>
                </a:lnTo>
                <a:lnTo>
                  <a:pt x="2416" y="73"/>
                </a:lnTo>
                <a:lnTo>
                  <a:pt x="2415" y="74"/>
                </a:lnTo>
                <a:lnTo>
                  <a:pt x="2412" y="76"/>
                </a:lnTo>
                <a:lnTo>
                  <a:pt x="2412" y="77"/>
                </a:lnTo>
                <a:lnTo>
                  <a:pt x="2412" y="78"/>
                </a:lnTo>
                <a:lnTo>
                  <a:pt x="2411" y="79"/>
                </a:lnTo>
                <a:lnTo>
                  <a:pt x="2410" y="80"/>
                </a:lnTo>
                <a:lnTo>
                  <a:pt x="2410" y="81"/>
                </a:lnTo>
                <a:lnTo>
                  <a:pt x="2409" y="81"/>
                </a:lnTo>
                <a:lnTo>
                  <a:pt x="2408" y="81"/>
                </a:lnTo>
                <a:lnTo>
                  <a:pt x="2408" y="82"/>
                </a:lnTo>
                <a:lnTo>
                  <a:pt x="2407" y="82"/>
                </a:lnTo>
                <a:lnTo>
                  <a:pt x="2407" y="83"/>
                </a:lnTo>
                <a:lnTo>
                  <a:pt x="2407" y="84"/>
                </a:lnTo>
                <a:lnTo>
                  <a:pt x="2406" y="85"/>
                </a:lnTo>
                <a:lnTo>
                  <a:pt x="2406" y="86"/>
                </a:lnTo>
                <a:lnTo>
                  <a:pt x="2406" y="87"/>
                </a:lnTo>
                <a:lnTo>
                  <a:pt x="2406" y="88"/>
                </a:lnTo>
                <a:lnTo>
                  <a:pt x="2405" y="89"/>
                </a:lnTo>
                <a:lnTo>
                  <a:pt x="2404" y="90"/>
                </a:lnTo>
                <a:lnTo>
                  <a:pt x="2404" y="91"/>
                </a:lnTo>
                <a:lnTo>
                  <a:pt x="2403" y="91"/>
                </a:lnTo>
                <a:lnTo>
                  <a:pt x="2403" y="92"/>
                </a:lnTo>
                <a:lnTo>
                  <a:pt x="2402" y="93"/>
                </a:lnTo>
                <a:lnTo>
                  <a:pt x="2402" y="94"/>
                </a:lnTo>
                <a:lnTo>
                  <a:pt x="2401" y="94"/>
                </a:lnTo>
                <a:lnTo>
                  <a:pt x="2401" y="95"/>
                </a:lnTo>
                <a:lnTo>
                  <a:pt x="2400" y="95"/>
                </a:lnTo>
                <a:lnTo>
                  <a:pt x="2400" y="96"/>
                </a:lnTo>
                <a:lnTo>
                  <a:pt x="2399" y="97"/>
                </a:lnTo>
                <a:lnTo>
                  <a:pt x="2398" y="97"/>
                </a:lnTo>
                <a:lnTo>
                  <a:pt x="2397" y="97"/>
                </a:lnTo>
                <a:lnTo>
                  <a:pt x="2396" y="97"/>
                </a:lnTo>
                <a:lnTo>
                  <a:pt x="2396" y="98"/>
                </a:lnTo>
                <a:lnTo>
                  <a:pt x="2395" y="98"/>
                </a:lnTo>
                <a:lnTo>
                  <a:pt x="2394" y="98"/>
                </a:lnTo>
                <a:lnTo>
                  <a:pt x="2394" y="99"/>
                </a:lnTo>
                <a:lnTo>
                  <a:pt x="2394" y="100"/>
                </a:lnTo>
                <a:lnTo>
                  <a:pt x="2393" y="100"/>
                </a:lnTo>
                <a:lnTo>
                  <a:pt x="2393" y="101"/>
                </a:lnTo>
                <a:lnTo>
                  <a:pt x="2393" y="102"/>
                </a:lnTo>
                <a:lnTo>
                  <a:pt x="2392" y="103"/>
                </a:lnTo>
                <a:lnTo>
                  <a:pt x="2392" y="104"/>
                </a:lnTo>
                <a:lnTo>
                  <a:pt x="2391" y="104"/>
                </a:lnTo>
                <a:lnTo>
                  <a:pt x="2391" y="105"/>
                </a:lnTo>
                <a:lnTo>
                  <a:pt x="2390" y="105"/>
                </a:lnTo>
                <a:lnTo>
                  <a:pt x="2389" y="105"/>
                </a:lnTo>
                <a:lnTo>
                  <a:pt x="2389" y="106"/>
                </a:lnTo>
                <a:lnTo>
                  <a:pt x="2389" y="107"/>
                </a:lnTo>
                <a:lnTo>
                  <a:pt x="2388" y="108"/>
                </a:lnTo>
                <a:lnTo>
                  <a:pt x="2387" y="109"/>
                </a:lnTo>
                <a:lnTo>
                  <a:pt x="2386" y="109"/>
                </a:lnTo>
                <a:lnTo>
                  <a:pt x="2386" y="110"/>
                </a:lnTo>
                <a:lnTo>
                  <a:pt x="2385" y="111"/>
                </a:lnTo>
                <a:lnTo>
                  <a:pt x="2385" y="112"/>
                </a:lnTo>
                <a:lnTo>
                  <a:pt x="2386" y="113"/>
                </a:lnTo>
                <a:lnTo>
                  <a:pt x="2387" y="114"/>
                </a:lnTo>
                <a:lnTo>
                  <a:pt x="2389" y="114"/>
                </a:lnTo>
                <a:lnTo>
                  <a:pt x="2390" y="114"/>
                </a:lnTo>
                <a:lnTo>
                  <a:pt x="2390" y="113"/>
                </a:lnTo>
                <a:lnTo>
                  <a:pt x="2391" y="113"/>
                </a:lnTo>
                <a:lnTo>
                  <a:pt x="2392" y="113"/>
                </a:lnTo>
                <a:lnTo>
                  <a:pt x="2392" y="112"/>
                </a:lnTo>
                <a:lnTo>
                  <a:pt x="2393" y="112"/>
                </a:lnTo>
                <a:lnTo>
                  <a:pt x="2395" y="112"/>
                </a:lnTo>
                <a:lnTo>
                  <a:pt x="2395" y="113"/>
                </a:lnTo>
                <a:lnTo>
                  <a:pt x="2396" y="113"/>
                </a:lnTo>
                <a:lnTo>
                  <a:pt x="2397" y="113"/>
                </a:lnTo>
                <a:lnTo>
                  <a:pt x="2398" y="113"/>
                </a:lnTo>
                <a:lnTo>
                  <a:pt x="2398" y="114"/>
                </a:lnTo>
                <a:lnTo>
                  <a:pt x="2399" y="115"/>
                </a:lnTo>
                <a:lnTo>
                  <a:pt x="2399" y="116"/>
                </a:lnTo>
                <a:lnTo>
                  <a:pt x="2400" y="116"/>
                </a:lnTo>
                <a:lnTo>
                  <a:pt x="2400" y="117"/>
                </a:lnTo>
                <a:lnTo>
                  <a:pt x="2401" y="117"/>
                </a:lnTo>
                <a:lnTo>
                  <a:pt x="2401" y="118"/>
                </a:lnTo>
                <a:lnTo>
                  <a:pt x="2402" y="118"/>
                </a:lnTo>
                <a:lnTo>
                  <a:pt x="2403" y="119"/>
                </a:lnTo>
                <a:lnTo>
                  <a:pt x="2403" y="118"/>
                </a:lnTo>
                <a:lnTo>
                  <a:pt x="2404" y="118"/>
                </a:lnTo>
                <a:lnTo>
                  <a:pt x="2405" y="118"/>
                </a:lnTo>
                <a:lnTo>
                  <a:pt x="2405" y="119"/>
                </a:lnTo>
                <a:lnTo>
                  <a:pt x="2407" y="119"/>
                </a:lnTo>
                <a:lnTo>
                  <a:pt x="2407" y="120"/>
                </a:lnTo>
                <a:lnTo>
                  <a:pt x="2407" y="121"/>
                </a:lnTo>
                <a:lnTo>
                  <a:pt x="2408" y="121"/>
                </a:lnTo>
                <a:lnTo>
                  <a:pt x="2408" y="122"/>
                </a:lnTo>
                <a:lnTo>
                  <a:pt x="2409" y="122"/>
                </a:lnTo>
                <a:lnTo>
                  <a:pt x="2410" y="122"/>
                </a:lnTo>
                <a:lnTo>
                  <a:pt x="2410" y="123"/>
                </a:lnTo>
                <a:lnTo>
                  <a:pt x="2411" y="123"/>
                </a:lnTo>
                <a:lnTo>
                  <a:pt x="2412" y="123"/>
                </a:lnTo>
                <a:lnTo>
                  <a:pt x="2413" y="123"/>
                </a:lnTo>
                <a:lnTo>
                  <a:pt x="2414" y="124"/>
                </a:lnTo>
                <a:lnTo>
                  <a:pt x="2415" y="123"/>
                </a:lnTo>
                <a:lnTo>
                  <a:pt x="2416" y="123"/>
                </a:lnTo>
                <a:lnTo>
                  <a:pt x="2417" y="124"/>
                </a:lnTo>
                <a:lnTo>
                  <a:pt x="2418" y="124"/>
                </a:lnTo>
                <a:lnTo>
                  <a:pt x="2418" y="125"/>
                </a:lnTo>
                <a:lnTo>
                  <a:pt x="2418" y="126"/>
                </a:lnTo>
                <a:lnTo>
                  <a:pt x="2419" y="126"/>
                </a:lnTo>
                <a:lnTo>
                  <a:pt x="2419" y="127"/>
                </a:lnTo>
                <a:lnTo>
                  <a:pt x="2420" y="127"/>
                </a:lnTo>
                <a:lnTo>
                  <a:pt x="2421" y="126"/>
                </a:lnTo>
                <a:lnTo>
                  <a:pt x="2422" y="126"/>
                </a:lnTo>
                <a:lnTo>
                  <a:pt x="2422" y="125"/>
                </a:lnTo>
                <a:lnTo>
                  <a:pt x="2423" y="125"/>
                </a:lnTo>
                <a:lnTo>
                  <a:pt x="2423" y="126"/>
                </a:lnTo>
                <a:lnTo>
                  <a:pt x="2424" y="126"/>
                </a:lnTo>
                <a:lnTo>
                  <a:pt x="2425" y="126"/>
                </a:lnTo>
                <a:lnTo>
                  <a:pt x="2425" y="127"/>
                </a:lnTo>
                <a:lnTo>
                  <a:pt x="2426" y="128"/>
                </a:lnTo>
                <a:lnTo>
                  <a:pt x="2427" y="128"/>
                </a:lnTo>
                <a:lnTo>
                  <a:pt x="2428" y="128"/>
                </a:lnTo>
                <a:lnTo>
                  <a:pt x="2428" y="127"/>
                </a:lnTo>
                <a:lnTo>
                  <a:pt x="2429" y="127"/>
                </a:lnTo>
                <a:lnTo>
                  <a:pt x="2431" y="126"/>
                </a:lnTo>
                <a:lnTo>
                  <a:pt x="2431" y="127"/>
                </a:lnTo>
                <a:lnTo>
                  <a:pt x="2432" y="127"/>
                </a:lnTo>
                <a:lnTo>
                  <a:pt x="2432" y="128"/>
                </a:lnTo>
                <a:lnTo>
                  <a:pt x="2433" y="128"/>
                </a:lnTo>
                <a:lnTo>
                  <a:pt x="2434" y="128"/>
                </a:lnTo>
                <a:lnTo>
                  <a:pt x="2435" y="129"/>
                </a:lnTo>
                <a:lnTo>
                  <a:pt x="2435" y="130"/>
                </a:lnTo>
                <a:lnTo>
                  <a:pt x="2434" y="130"/>
                </a:lnTo>
                <a:lnTo>
                  <a:pt x="2434" y="131"/>
                </a:lnTo>
                <a:lnTo>
                  <a:pt x="2434" y="133"/>
                </a:lnTo>
                <a:lnTo>
                  <a:pt x="2434" y="134"/>
                </a:lnTo>
                <a:lnTo>
                  <a:pt x="2435" y="134"/>
                </a:lnTo>
                <a:lnTo>
                  <a:pt x="2436" y="136"/>
                </a:lnTo>
                <a:lnTo>
                  <a:pt x="2437" y="136"/>
                </a:lnTo>
                <a:lnTo>
                  <a:pt x="2438" y="136"/>
                </a:lnTo>
                <a:lnTo>
                  <a:pt x="2438" y="138"/>
                </a:lnTo>
                <a:lnTo>
                  <a:pt x="2439" y="139"/>
                </a:lnTo>
                <a:lnTo>
                  <a:pt x="2440" y="139"/>
                </a:lnTo>
                <a:lnTo>
                  <a:pt x="2441" y="141"/>
                </a:lnTo>
                <a:lnTo>
                  <a:pt x="2441" y="142"/>
                </a:lnTo>
                <a:lnTo>
                  <a:pt x="2441" y="143"/>
                </a:lnTo>
                <a:lnTo>
                  <a:pt x="2441" y="144"/>
                </a:lnTo>
                <a:lnTo>
                  <a:pt x="2442" y="144"/>
                </a:lnTo>
                <a:lnTo>
                  <a:pt x="2443" y="144"/>
                </a:lnTo>
                <a:lnTo>
                  <a:pt x="2444" y="144"/>
                </a:lnTo>
                <a:lnTo>
                  <a:pt x="2446" y="144"/>
                </a:lnTo>
                <a:lnTo>
                  <a:pt x="2446" y="145"/>
                </a:lnTo>
                <a:lnTo>
                  <a:pt x="2447" y="145"/>
                </a:lnTo>
                <a:lnTo>
                  <a:pt x="2448" y="145"/>
                </a:lnTo>
                <a:lnTo>
                  <a:pt x="2450" y="145"/>
                </a:lnTo>
                <a:lnTo>
                  <a:pt x="2450" y="146"/>
                </a:lnTo>
                <a:lnTo>
                  <a:pt x="2451" y="146"/>
                </a:lnTo>
                <a:lnTo>
                  <a:pt x="2452" y="146"/>
                </a:lnTo>
                <a:lnTo>
                  <a:pt x="2453" y="147"/>
                </a:lnTo>
                <a:lnTo>
                  <a:pt x="2455" y="146"/>
                </a:lnTo>
                <a:lnTo>
                  <a:pt x="2456" y="146"/>
                </a:lnTo>
                <a:lnTo>
                  <a:pt x="2457" y="146"/>
                </a:lnTo>
                <a:lnTo>
                  <a:pt x="2458" y="146"/>
                </a:lnTo>
                <a:lnTo>
                  <a:pt x="2459" y="146"/>
                </a:lnTo>
                <a:lnTo>
                  <a:pt x="2460" y="146"/>
                </a:lnTo>
                <a:lnTo>
                  <a:pt x="2460" y="145"/>
                </a:lnTo>
                <a:lnTo>
                  <a:pt x="2461" y="145"/>
                </a:lnTo>
                <a:lnTo>
                  <a:pt x="2462" y="145"/>
                </a:lnTo>
                <a:lnTo>
                  <a:pt x="2462" y="144"/>
                </a:lnTo>
                <a:lnTo>
                  <a:pt x="2463" y="144"/>
                </a:lnTo>
                <a:lnTo>
                  <a:pt x="2463" y="142"/>
                </a:lnTo>
                <a:lnTo>
                  <a:pt x="2463" y="141"/>
                </a:lnTo>
                <a:lnTo>
                  <a:pt x="2463" y="140"/>
                </a:lnTo>
                <a:lnTo>
                  <a:pt x="2463" y="139"/>
                </a:lnTo>
                <a:lnTo>
                  <a:pt x="2464" y="139"/>
                </a:lnTo>
                <a:lnTo>
                  <a:pt x="2465" y="139"/>
                </a:lnTo>
                <a:lnTo>
                  <a:pt x="2465" y="138"/>
                </a:lnTo>
                <a:lnTo>
                  <a:pt x="2465" y="137"/>
                </a:lnTo>
                <a:lnTo>
                  <a:pt x="2465" y="136"/>
                </a:lnTo>
                <a:lnTo>
                  <a:pt x="2465" y="135"/>
                </a:lnTo>
                <a:lnTo>
                  <a:pt x="2466" y="135"/>
                </a:lnTo>
                <a:lnTo>
                  <a:pt x="2467" y="133"/>
                </a:lnTo>
                <a:lnTo>
                  <a:pt x="2467" y="132"/>
                </a:lnTo>
                <a:lnTo>
                  <a:pt x="2468" y="132"/>
                </a:lnTo>
                <a:lnTo>
                  <a:pt x="2469" y="131"/>
                </a:lnTo>
                <a:lnTo>
                  <a:pt x="2469" y="130"/>
                </a:lnTo>
                <a:lnTo>
                  <a:pt x="2469" y="128"/>
                </a:lnTo>
                <a:lnTo>
                  <a:pt x="2470" y="128"/>
                </a:lnTo>
                <a:lnTo>
                  <a:pt x="2470" y="127"/>
                </a:lnTo>
                <a:lnTo>
                  <a:pt x="2469" y="125"/>
                </a:lnTo>
                <a:lnTo>
                  <a:pt x="2470" y="125"/>
                </a:lnTo>
                <a:lnTo>
                  <a:pt x="2471" y="124"/>
                </a:lnTo>
                <a:lnTo>
                  <a:pt x="2471" y="123"/>
                </a:lnTo>
                <a:lnTo>
                  <a:pt x="2472" y="123"/>
                </a:lnTo>
                <a:lnTo>
                  <a:pt x="2473" y="123"/>
                </a:lnTo>
                <a:lnTo>
                  <a:pt x="2473" y="122"/>
                </a:lnTo>
                <a:lnTo>
                  <a:pt x="2472" y="122"/>
                </a:lnTo>
                <a:lnTo>
                  <a:pt x="2472" y="121"/>
                </a:lnTo>
                <a:lnTo>
                  <a:pt x="2472" y="119"/>
                </a:lnTo>
                <a:lnTo>
                  <a:pt x="2473" y="119"/>
                </a:lnTo>
                <a:lnTo>
                  <a:pt x="2474" y="118"/>
                </a:lnTo>
                <a:lnTo>
                  <a:pt x="2474" y="117"/>
                </a:lnTo>
                <a:lnTo>
                  <a:pt x="2475" y="117"/>
                </a:lnTo>
                <a:lnTo>
                  <a:pt x="2475" y="116"/>
                </a:lnTo>
                <a:lnTo>
                  <a:pt x="2474" y="116"/>
                </a:lnTo>
                <a:lnTo>
                  <a:pt x="2474" y="115"/>
                </a:lnTo>
                <a:lnTo>
                  <a:pt x="2475" y="115"/>
                </a:lnTo>
                <a:lnTo>
                  <a:pt x="2475" y="114"/>
                </a:lnTo>
                <a:lnTo>
                  <a:pt x="2476" y="114"/>
                </a:lnTo>
                <a:lnTo>
                  <a:pt x="2476" y="113"/>
                </a:lnTo>
                <a:lnTo>
                  <a:pt x="2475" y="113"/>
                </a:lnTo>
                <a:lnTo>
                  <a:pt x="2475" y="112"/>
                </a:lnTo>
                <a:lnTo>
                  <a:pt x="2476" y="112"/>
                </a:lnTo>
                <a:lnTo>
                  <a:pt x="2476" y="111"/>
                </a:lnTo>
                <a:lnTo>
                  <a:pt x="2476" y="110"/>
                </a:lnTo>
                <a:lnTo>
                  <a:pt x="2476" y="109"/>
                </a:lnTo>
                <a:lnTo>
                  <a:pt x="2477" y="108"/>
                </a:lnTo>
                <a:lnTo>
                  <a:pt x="2478" y="108"/>
                </a:lnTo>
                <a:lnTo>
                  <a:pt x="2478" y="109"/>
                </a:lnTo>
                <a:lnTo>
                  <a:pt x="2479" y="110"/>
                </a:lnTo>
                <a:lnTo>
                  <a:pt x="2479" y="111"/>
                </a:lnTo>
                <a:lnTo>
                  <a:pt x="2480" y="112"/>
                </a:lnTo>
                <a:lnTo>
                  <a:pt x="2481" y="113"/>
                </a:lnTo>
                <a:lnTo>
                  <a:pt x="2482" y="114"/>
                </a:lnTo>
                <a:lnTo>
                  <a:pt x="2483" y="114"/>
                </a:lnTo>
                <a:lnTo>
                  <a:pt x="2484" y="114"/>
                </a:lnTo>
                <a:lnTo>
                  <a:pt x="2484" y="113"/>
                </a:lnTo>
                <a:lnTo>
                  <a:pt x="2485" y="113"/>
                </a:lnTo>
                <a:lnTo>
                  <a:pt x="2486" y="113"/>
                </a:lnTo>
                <a:lnTo>
                  <a:pt x="2487" y="113"/>
                </a:lnTo>
                <a:lnTo>
                  <a:pt x="2488" y="113"/>
                </a:lnTo>
                <a:lnTo>
                  <a:pt x="2490" y="112"/>
                </a:lnTo>
                <a:lnTo>
                  <a:pt x="2490" y="111"/>
                </a:lnTo>
                <a:lnTo>
                  <a:pt x="2491" y="111"/>
                </a:lnTo>
                <a:lnTo>
                  <a:pt x="2493" y="111"/>
                </a:lnTo>
                <a:lnTo>
                  <a:pt x="2493" y="112"/>
                </a:lnTo>
                <a:lnTo>
                  <a:pt x="2493" y="113"/>
                </a:lnTo>
                <a:lnTo>
                  <a:pt x="2494" y="113"/>
                </a:lnTo>
                <a:lnTo>
                  <a:pt x="2494" y="114"/>
                </a:lnTo>
                <a:lnTo>
                  <a:pt x="2494" y="115"/>
                </a:lnTo>
                <a:lnTo>
                  <a:pt x="2495" y="115"/>
                </a:lnTo>
                <a:lnTo>
                  <a:pt x="2495" y="116"/>
                </a:lnTo>
                <a:lnTo>
                  <a:pt x="2495" y="117"/>
                </a:lnTo>
                <a:lnTo>
                  <a:pt x="2496" y="117"/>
                </a:lnTo>
                <a:lnTo>
                  <a:pt x="2497" y="118"/>
                </a:lnTo>
                <a:lnTo>
                  <a:pt x="2497" y="119"/>
                </a:lnTo>
                <a:lnTo>
                  <a:pt x="2497" y="120"/>
                </a:lnTo>
                <a:lnTo>
                  <a:pt x="2498" y="120"/>
                </a:lnTo>
                <a:lnTo>
                  <a:pt x="2498" y="119"/>
                </a:lnTo>
                <a:lnTo>
                  <a:pt x="2499" y="119"/>
                </a:lnTo>
                <a:lnTo>
                  <a:pt x="2500" y="119"/>
                </a:lnTo>
                <a:lnTo>
                  <a:pt x="2500" y="120"/>
                </a:lnTo>
                <a:lnTo>
                  <a:pt x="2500" y="121"/>
                </a:lnTo>
                <a:lnTo>
                  <a:pt x="2501" y="122"/>
                </a:lnTo>
                <a:lnTo>
                  <a:pt x="2502" y="122"/>
                </a:lnTo>
                <a:lnTo>
                  <a:pt x="2503" y="122"/>
                </a:lnTo>
                <a:lnTo>
                  <a:pt x="2503" y="123"/>
                </a:lnTo>
                <a:lnTo>
                  <a:pt x="2504" y="124"/>
                </a:lnTo>
                <a:lnTo>
                  <a:pt x="2505" y="124"/>
                </a:lnTo>
                <a:lnTo>
                  <a:pt x="2505" y="123"/>
                </a:lnTo>
                <a:lnTo>
                  <a:pt x="2506" y="123"/>
                </a:lnTo>
                <a:lnTo>
                  <a:pt x="2506" y="122"/>
                </a:lnTo>
                <a:lnTo>
                  <a:pt x="2507" y="121"/>
                </a:lnTo>
                <a:lnTo>
                  <a:pt x="2508" y="122"/>
                </a:lnTo>
                <a:lnTo>
                  <a:pt x="2508" y="123"/>
                </a:lnTo>
                <a:lnTo>
                  <a:pt x="2509" y="123"/>
                </a:lnTo>
                <a:lnTo>
                  <a:pt x="2509" y="124"/>
                </a:lnTo>
                <a:lnTo>
                  <a:pt x="2509" y="125"/>
                </a:lnTo>
                <a:lnTo>
                  <a:pt x="2510" y="126"/>
                </a:lnTo>
                <a:lnTo>
                  <a:pt x="2511" y="126"/>
                </a:lnTo>
                <a:lnTo>
                  <a:pt x="2512" y="127"/>
                </a:lnTo>
                <a:lnTo>
                  <a:pt x="2512" y="128"/>
                </a:lnTo>
                <a:lnTo>
                  <a:pt x="2512" y="129"/>
                </a:lnTo>
                <a:lnTo>
                  <a:pt x="2511" y="130"/>
                </a:lnTo>
                <a:lnTo>
                  <a:pt x="2512" y="130"/>
                </a:lnTo>
                <a:lnTo>
                  <a:pt x="2512" y="131"/>
                </a:lnTo>
                <a:lnTo>
                  <a:pt x="2512" y="133"/>
                </a:lnTo>
                <a:lnTo>
                  <a:pt x="2512" y="134"/>
                </a:lnTo>
                <a:lnTo>
                  <a:pt x="2513" y="134"/>
                </a:lnTo>
                <a:lnTo>
                  <a:pt x="2514" y="134"/>
                </a:lnTo>
                <a:lnTo>
                  <a:pt x="2515" y="135"/>
                </a:lnTo>
                <a:lnTo>
                  <a:pt x="2517" y="135"/>
                </a:lnTo>
                <a:lnTo>
                  <a:pt x="2518" y="135"/>
                </a:lnTo>
                <a:lnTo>
                  <a:pt x="2519" y="135"/>
                </a:lnTo>
                <a:lnTo>
                  <a:pt x="2520" y="135"/>
                </a:lnTo>
                <a:lnTo>
                  <a:pt x="2521" y="135"/>
                </a:lnTo>
                <a:lnTo>
                  <a:pt x="2522" y="135"/>
                </a:lnTo>
                <a:lnTo>
                  <a:pt x="2523" y="136"/>
                </a:lnTo>
                <a:lnTo>
                  <a:pt x="2524" y="137"/>
                </a:lnTo>
                <a:lnTo>
                  <a:pt x="2525" y="137"/>
                </a:lnTo>
                <a:lnTo>
                  <a:pt x="2525" y="136"/>
                </a:lnTo>
                <a:lnTo>
                  <a:pt x="2526" y="136"/>
                </a:lnTo>
                <a:lnTo>
                  <a:pt x="2527" y="136"/>
                </a:lnTo>
                <a:lnTo>
                  <a:pt x="2528" y="135"/>
                </a:lnTo>
                <a:lnTo>
                  <a:pt x="2529" y="135"/>
                </a:lnTo>
                <a:lnTo>
                  <a:pt x="2530" y="134"/>
                </a:lnTo>
                <a:lnTo>
                  <a:pt x="2530" y="133"/>
                </a:lnTo>
                <a:lnTo>
                  <a:pt x="2531" y="134"/>
                </a:lnTo>
                <a:lnTo>
                  <a:pt x="2532" y="134"/>
                </a:lnTo>
                <a:lnTo>
                  <a:pt x="2533" y="134"/>
                </a:lnTo>
                <a:lnTo>
                  <a:pt x="2533" y="135"/>
                </a:lnTo>
                <a:lnTo>
                  <a:pt x="2534" y="135"/>
                </a:lnTo>
                <a:lnTo>
                  <a:pt x="2534" y="136"/>
                </a:lnTo>
                <a:lnTo>
                  <a:pt x="2535" y="137"/>
                </a:lnTo>
                <a:lnTo>
                  <a:pt x="2535" y="136"/>
                </a:lnTo>
                <a:lnTo>
                  <a:pt x="2536" y="136"/>
                </a:lnTo>
                <a:lnTo>
                  <a:pt x="2537" y="135"/>
                </a:lnTo>
                <a:lnTo>
                  <a:pt x="2538" y="135"/>
                </a:lnTo>
                <a:lnTo>
                  <a:pt x="2539" y="135"/>
                </a:lnTo>
                <a:lnTo>
                  <a:pt x="2540" y="135"/>
                </a:lnTo>
                <a:lnTo>
                  <a:pt x="2540" y="134"/>
                </a:lnTo>
                <a:lnTo>
                  <a:pt x="2541" y="134"/>
                </a:lnTo>
                <a:lnTo>
                  <a:pt x="2541" y="135"/>
                </a:lnTo>
                <a:lnTo>
                  <a:pt x="2542" y="135"/>
                </a:lnTo>
                <a:lnTo>
                  <a:pt x="2543" y="135"/>
                </a:lnTo>
                <a:lnTo>
                  <a:pt x="2543" y="136"/>
                </a:lnTo>
                <a:lnTo>
                  <a:pt x="2543" y="137"/>
                </a:lnTo>
                <a:lnTo>
                  <a:pt x="2543" y="138"/>
                </a:lnTo>
                <a:lnTo>
                  <a:pt x="2542" y="138"/>
                </a:lnTo>
                <a:lnTo>
                  <a:pt x="2541" y="140"/>
                </a:lnTo>
                <a:lnTo>
                  <a:pt x="2542" y="140"/>
                </a:lnTo>
                <a:lnTo>
                  <a:pt x="2542" y="141"/>
                </a:lnTo>
                <a:lnTo>
                  <a:pt x="2542" y="142"/>
                </a:lnTo>
                <a:lnTo>
                  <a:pt x="2543" y="142"/>
                </a:lnTo>
                <a:lnTo>
                  <a:pt x="2543" y="143"/>
                </a:lnTo>
                <a:lnTo>
                  <a:pt x="2543" y="145"/>
                </a:lnTo>
                <a:lnTo>
                  <a:pt x="2543" y="146"/>
                </a:lnTo>
                <a:lnTo>
                  <a:pt x="2544" y="146"/>
                </a:lnTo>
                <a:lnTo>
                  <a:pt x="2544" y="147"/>
                </a:lnTo>
                <a:lnTo>
                  <a:pt x="2543" y="147"/>
                </a:lnTo>
                <a:lnTo>
                  <a:pt x="2543" y="148"/>
                </a:lnTo>
                <a:lnTo>
                  <a:pt x="2542" y="148"/>
                </a:lnTo>
                <a:lnTo>
                  <a:pt x="2541" y="148"/>
                </a:lnTo>
                <a:lnTo>
                  <a:pt x="2541" y="149"/>
                </a:lnTo>
                <a:lnTo>
                  <a:pt x="2541" y="150"/>
                </a:lnTo>
                <a:lnTo>
                  <a:pt x="2541" y="151"/>
                </a:lnTo>
                <a:lnTo>
                  <a:pt x="2540" y="151"/>
                </a:lnTo>
                <a:lnTo>
                  <a:pt x="2539" y="152"/>
                </a:lnTo>
                <a:lnTo>
                  <a:pt x="2538" y="152"/>
                </a:lnTo>
                <a:lnTo>
                  <a:pt x="2537" y="153"/>
                </a:lnTo>
                <a:lnTo>
                  <a:pt x="2537" y="154"/>
                </a:lnTo>
                <a:lnTo>
                  <a:pt x="2536" y="154"/>
                </a:lnTo>
                <a:lnTo>
                  <a:pt x="2535" y="154"/>
                </a:lnTo>
                <a:lnTo>
                  <a:pt x="2534" y="154"/>
                </a:lnTo>
                <a:lnTo>
                  <a:pt x="2533" y="154"/>
                </a:lnTo>
                <a:lnTo>
                  <a:pt x="2533" y="155"/>
                </a:lnTo>
                <a:lnTo>
                  <a:pt x="2533" y="154"/>
                </a:lnTo>
                <a:lnTo>
                  <a:pt x="2532" y="155"/>
                </a:lnTo>
                <a:lnTo>
                  <a:pt x="2531" y="156"/>
                </a:lnTo>
                <a:lnTo>
                  <a:pt x="2532" y="157"/>
                </a:lnTo>
                <a:lnTo>
                  <a:pt x="2533" y="157"/>
                </a:lnTo>
                <a:lnTo>
                  <a:pt x="2533" y="158"/>
                </a:lnTo>
                <a:lnTo>
                  <a:pt x="2533" y="159"/>
                </a:lnTo>
                <a:lnTo>
                  <a:pt x="2534" y="160"/>
                </a:lnTo>
                <a:lnTo>
                  <a:pt x="2533" y="160"/>
                </a:lnTo>
                <a:lnTo>
                  <a:pt x="2533" y="161"/>
                </a:lnTo>
                <a:lnTo>
                  <a:pt x="2533" y="162"/>
                </a:lnTo>
                <a:lnTo>
                  <a:pt x="2533" y="163"/>
                </a:lnTo>
                <a:lnTo>
                  <a:pt x="2533" y="164"/>
                </a:lnTo>
                <a:lnTo>
                  <a:pt x="2532" y="164"/>
                </a:lnTo>
                <a:lnTo>
                  <a:pt x="2533" y="165"/>
                </a:lnTo>
                <a:lnTo>
                  <a:pt x="2533" y="166"/>
                </a:lnTo>
                <a:lnTo>
                  <a:pt x="2534" y="166"/>
                </a:lnTo>
                <a:lnTo>
                  <a:pt x="2534" y="165"/>
                </a:lnTo>
                <a:lnTo>
                  <a:pt x="2535" y="165"/>
                </a:lnTo>
                <a:lnTo>
                  <a:pt x="2535" y="166"/>
                </a:lnTo>
                <a:lnTo>
                  <a:pt x="2536" y="166"/>
                </a:lnTo>
                <a:lnTo>
                  <a:pt x="2536" y="167"/>
                </a:lnTo>
                <a:lnTo>
                  <a:pt x="2536" y="168"/>
                </a:lnTo>
                <a:lnTo>
                  <a:pt x="2536" y="169"/>
                </a:lnTo>
                <a:lnTo>
                  <a:pt x="2536" y="170"/>
                </a:lnTo>
                <a:lnTo>
                  <a:pt x="2536" y="171"/>
                </a:lnTo>
                <a:lnTo>
                  <a:pt x="2537" y="171"/>
                </a:lnTo>
                <a:lnTo>
                  <a:pt x="2538" y="171"/>
                </a:lnTo>
                <a:lnTo>
                  <a:pt x="2538" y="172"/>
                </a:lnTo>
                <a:lnTo>
                  <a:pt x="2538" y="174"/>
                </a:lnTo>
                <a:lnTo>
                  <a:pt x="2538" y="175"/>
                </a:lnTo>
                <a:lnTo>
                  <a:pt x="2539" y="175"/>
                </a:lnTo>
                <a:lnTo>
                  <a:pt x="2539" y="176"/>
                </a:lnTo>
                <a:lnTo>
                  <a:pt x="2539" y="177"/>
                </a:lnTo>
                <a:lnTo>
                  <a:pt x="2540" y="178"/>
                </a:lnTo>
                <a:lnTo>
                  <a:pt x="2541" y="178"/>
                </a:lnTo>
                <a:lnTo>
                  <a:pt x="2541" y="177"/>
                </a:lnTo>
                <a:lnTo>
                  <a:pt x="2542" y="177"/>
                </a:lnTo>
                <a:lnTo>
                  <a:pt x="2543" y="176"/>
                </a:lnTo>
                <a:lnTo>
                  <a:pt x="2544" y="176"/>
                </a:lnTo>
                <a:lnTo>
                  <a:pt x="2544" y="177"/>
                </a:lnTo>
                <a:lnTo>
                  <a:pt x="2545" y="179"/>
                </a:lnTo>
                <a:lnTo>
                  <a:pt x="2545" y="180"/>
                </a:lnTo>
                <a:lnTo>
                  <a:pt x="2544" y="180"/>
                </a:lnTo>
                <a:lnTo>
                  <a:pt x="2544" y="181"/>
                </a:lnTo>
                <a:lnTo>
                  <a:pt x="2546" y="183"/>
                </a:lnTo>
                <a:lnTo>
                  <a:pt x="2546" y="184"/>
                </a:lnTo>
                <a:lnTo>
                  <a:pt x="2546" y="185"/>
                </a:lnTo>
                <a:lnTo>
                  <a:pt x="2545" y="186"/>
                </a:lnTo>
                <a:lnTo>
                  <a:pt x="2544" y="189"/>
                </a:lnTo>
                <a:lnTo>
                  <a:pt x="2544" y="190"/>
                </a:lnTo>
                <a:lnTo>
                  <a:pt x="2545" y="190"/>
                </a:lnTo>
                <a:lnTo>
                  <a:pt x="2546" y="190"/>
                </a:lnTo>
                <a:lnTo>
                  <a:pt x="2546" y="191"/>
                </a:lnTo>
                <a:lnTo>
                  <a:pt x="2547" y="191"/>
                </a:lnTo>
                <a:lnTo>
                  <a:pt x="2547" y="192"/>
                </a:lnTo>
                <a:lnTo>
                  <a:pt x="2547" y="193"/>
                </a:lnTo>
                <a:lnTo>
                  <a:pt x="2548" y="194"/>
                </a:lnTo>
                <a:lnTo>
                  <a:pt x="2549" y="197"/>
                </a:lnTo>
                <a:lnTo>
                  <a:pt x="2548" y="197"/>
                </a:lnTo>
                <a:lnTo>
                  <a:pt x="2549" y="197"/>
                </a:lnTo>
                <a:lnTo>
                  <a:pt x="2549" y="198"/>
                </a:lnTo>
                <a:lnTo>
                  <a:pt x="2549" y="199"/>
                </a:lnTo>
                <a:lnTo>
                  <a:pt x="2550" y="199"/>
                </a:lnTo>
                <a:lnTo>
                  <a:pt x="2551" y="200"/>
                </a:lnTo>
                <a:lnTo>
                  <a:pt x="2552" y="201"/>
                </a:lnTo>
                <a:lnTo>
                  <a:pt x="2552" y="202"/>
                </a:lnTo>
                <a:lnTo>
                  <a:pt x="2553" y="203"/>
                </a:lnTo>
                <a:lnTo>
                  <a:pt x="2554" y="205"/>
                </a:lnTo>
                <a:lnTo>
                  <a:pt x="2554" y="206"/>
                </a:lnTo>
                <a:lnTo>
                  <a:pt x="2553" y="208"/>
                </a:lnTo>
                <a:lnTo>
                  <a:pt x="2553" y="209"/>
                </a:lnTo>
                <a:lnTo>
                  <a:pt x="2552" y="209"/>
                </a:lnTo>
                <a:lnTo>
                  <a:pt x="2552" y="210"/>
                </a:lnTo>
                <a:lnTo>
                  <a:pt x="2553" y="210"/>
                </a:lnTo>
                <a:lnTo>
                  <a:pt x="2554" y="211"/>
                </a:lnTo>
                <a:lnTo>
                  <a:pt x="2555" y="211"/>
                </a:lnTo>
                <a:lnTo>
                  <a:pt x="2555" y="212"/>
                </a:lnTo>
                <a:lnTo>
                  <a:pt x="2556" y="213"/>
                </a:lnTo>
                <a:lnTo>
                  <a:pt x="2556" y="214"/>
                </a:lnTo>
                <a:lnTo>
                  <a:pt x="2557" y="217"/>
                </a:lnTo>
                <a:lnTo>
                  <a:pt x="2558" y="218"/>
                </a:lnTo>
                <a:lnTo>
                  <a:pt x="2559" y="218"/>
                </a:lnTo>
                <a:lnTo>
                  <a:pt x="2559" y="219"/>
                </a:lnTo>
                <a:lnTo>
                  <a:pt x="2560" y="220"/>
                </a:lnTo>
                <a:lnTo>
                  <a:pt x="2560" y="221"/>
                </a:lnTo>
                <a:lnTo>
                  <a:pt x="2561" y="221"/>
                </a:lnTo>
                <a:lnTo>
                  <a:pt x="2562" y="221"/>
                </a:lnTo>
                <a:lnTo>
                  <a:pt x="2562" y="222"/>
                </a:lnTo>
                <a:lnTo>
                  <a:pt x="2562" y="223"/>
                </a:lnTo>
                <a:lnTo>
                  <a:pt x="2562" y="224"/>
                </a:lnTo>
                <a:lnTo>
                  <a:pt x="2563" y="225"/>
                </a:lnTo>
                <a:lnTo>
                  <a:pt x="2564" y="225"/>
                </a:lnTo>
                <a:lnTo>
                  <a:pt x="2566" y="227"/>
                </a:lnTo>
                <a:lnTo>
                  <a:pt x="2567" y="228"/>
                </a:lnTo>
                <a:lnTo>
                  <a:pt x="2567" y="229"/>
                </a:lnTo>
                <a:lnTo>
                  <a:pt x="2566" y="229"/>
                </a:lnTo>
                <a:lnTo>
                  <a:pt x="2565" y="230"/>
                </a:lnTo>
                <a:lnTo>
                  <a:pt x="2565" y="231"/>
                </a:lnTo>
                <a:lnTo>
                  <a:pt x="2565" y="232"/>
                </a:lnTo>
                <a:lnTo>
                  <a:pt x="2565" y="233"/>
                </a:lnTo>
                <a:lnTo>
                  <a:pt x="2566" y="233"/>
                </a:lnTo>
                <a:lnTo>
                  <a:pt x="2567" y="233"/>
                </a:lnTo>
                <a:lnTo>
                  <a:pt x="2570" y="235"/>
                </a:lnTo>
                <a:lnTo>
                  <a:pt x="2571" y="235"/>
                </a:lnTo>
                <a:lnTo>
                  <a:pt x="2571" y="236"/>
                </a:lnTo>
                <a:lnTo>
                  <a:pt x="2571" y="237"/>
                </a:lnTo>
                <a:lnTo>
                  <a:pt x="2571" y="238"/>
                </a:lnTo>
                <a:lnTo>
                  <a:pt x="2570" y="238"/>
                </a:lnTo>
                <a:lnTo>
                  <a:pt x="2569" y="238"/>
                </a:lnTo>
                <a:lnTo>
                  <a:pt x="2569" y="239"/>
                </a:lnTo>
                <a:lnTo>
                  <a:pt x="2568" y="239"/>
                </a:lnTo>
                <a:lnTo>
                  <a:pt x="2570" y="241"/>
                </a:lnTo>
                <a:lnTo>
                  <a:pt x="2571" y="241"/>
                </a:lnTo>
                <a:lnTo>
                  <a:pt x="2572" y="242"/>
                </a:lnTo>
                <a:lnTo>
                  <a:pt x="2572" y="243"/>
                </a:lnTo>
                <a:lnTo>
                  <a:pt x="2572" y="244"/>
                </a:lnTo>
                <a:lnTo>
                  <a:pt x="2571" y="244"/>
                </a:lnTo>
                <a:lnTo>
                  <a:pt x="2571" y="245"/>
                </a:lnTo>
                <a:lnTo>
                  <a:pt x="2570" y="246"/>
                </a:lnTo>
                <a:lnTo>
                  <a:pt x="2570" y="247"/>
                </a:lnTo>
                <a:lnTo>
                  <a:pt x="2571" y="248"/>
                </a:lnTo>
                <a:lnTo>
                  <a:pt x="2572" y="249"/>
                </a:lnTo>
                <a:lnTo>
                  <a:pt x="2572" y="250"/>
                </a:lnTo>
                <a:lnTo>
                  <a:pt x="2573" y="250"/>
                </a:lnTo>
                <a:lnTo>
                  <a:pt x="2574" y="250"/>
                </a:lnTo>
                <a:lnTo>
                  <a:pt x="2576" y="250"/>
                </a:lnTo>
                <a:lnTo>
                  <a:pt x="2575" y="251"/>
                </a:lnTo>
                <a:lnTo>
                  <a:pt x="2575" y="252"/>
                </a:lnTo>
                <a:lnTo>
                  <a:pt x="2575" y="253"/>
                </a:lnTo>
                <a:lnTo>
                  <a:pt x="2575" y="254"/>
                </a:lnTo>
                <a:lnTo>
                  <a:pt x="2576" y="254"/>
                </a:lnTo>
                <a:lnTo>
                  <a:pt x="2576" y="255"/>
                </a:lnTo>
                <a:lnTo>
                  <a:pt x="2577" y="255"/>
                </a:lnTo>
                <a:lnTo>
                  <a:pt x="2578" y="255"/>
                </a:lnTo>
                <a:lnTo>
                  <a:pt x="2579" y="255"/>
                </a:lnTo>
                <a:lnTo>
                  <a:pt x="2580" y="255"/>
                </a:lnTo>
                <a:lnTo>
                  <a:pt x="2580" y="256"/>
                </a:lnTo>
                <a:lnTo>
                  <a:pt x="2581" y="257"/>
                </a:lnTo>
                <a:lnTo>
                  <a:pt x="2582" y="257"/>
                </a:lnTo>
                <a:lnTo>
                  <a:pt x="2583" y="257"/>
                </a:lnTo>
                <a:lnTo>
                  <a:pt x="2583" y="258"/>
                </a:lnTo>
                <a:lnTo>
                  <a:pt x="2583" y="260"/>
                </a:lnTo>
                <a:lnTo>
                  <a:pt x="2583" y="261"/>
                </a:lnTo>
                <a:lnTo>
                  <a:pt x="2582" y="261"/>
                </a:lnTo>
                <a:lnTo>
                  <a:pt x="2582" y="262"/>
                </a:lnTo>
                <a:lnTo>
                  <a:pt x="2583" y="262"/>
                </a:lnTo>
                <a:lnTo>
                  <a:pt x="2583" y="263"/>
                </a:lnTo>
                <a:lnTo>
                  <a:pt x="2584" y="264"/>
                </a:lnTo>
                <a:lnTo>
                  <a:pt x="2584" y="265"/>
                </a:lnTo>
                <a:lnTo>
                  <a:pt x="2585" y="266"/>
                </a:lnTo>
                <a:lnTo>
                  <a:pt x="2586" y="266"/>
                </a:lnTo>
                <a:lnTo>
                  <a:pt x="2588" y="268"/>
                </a:lnTo>
                <a:lnTo>
                  <a:pt x="2589" y="269"/>
                </a:lnTo>
                <a:lnTo>
                  <a:pt x="2590" y="268"/>
                </a:lnTo>
                <a:lnTo>
                  <a:pt x="2590" y="267"/>
                </a:lnTo>
                <a:lnTo>
                  <a:pt x="2590" y="266"/>
                </a:lnTo>
                <a:lnTo>
                  <a:pt x="2594" y="266"/>
                </a:lnTo>
                <a:lnTo>
                  <a:pt x="2595" y="266"/>
                </a:lnTo>
                <a:lnTo>
                  <a:pt x="2596" y="267"/>
                </a:lnTo>
                <a:lnTo>
                  <a:pt x="2597" y="267"/>
                </a:lnTo>
                <a:lnTo>
                  <a:pt x="2598" y="267"/>
                </a:lnTo>
                <a:lnTo>
                  <a:pt x="2599" y="267"/>
                </a:lnTo>
                <a:lnTo>
                  <a:pt x="2600" y="268"/>
                </a:lnTo>
                <a:lnTo>
                  <a:pt x="2601" y="268"/>
                </a:lnTo>
                <a:lnTo>
                  <a:pt x="2601" y="267"/>
                </a:lnTo>
                <a:lnTo>
                  <a:pt x="2602" y="267"/>
                </a:lnTo>
                <a:lnTo>
                  <a:pt x="2603" y="267"/>
                </a:lnTo>
                <a:lnTo>
                  <a:pt x="2604" y="267"/>
                </a:lnTo>
                <a:lnTo>
                  <a:pt x="2604" y="268"/>
                </a:lnTo>
                <a:lnTo>
                  <a:pt x="2604" y="269"/>
                </a:lnTo>
                <a:lnTo>
                  <a:pt x="2606" y="269"/>
                </a:lnTo>
                <a:lnTo>
                  <a:pt x="2607" y="269"/>
                </a:lnTo>
                <a:lnTo>
                  <a:pt x="2608" y="269"/>
                </a:lnTo>
                <a:lnTo>
                  <a:pt x="2609" y="269"/>
                </a:lnTo>
                <a:lnTo>
                  <a:pt x="2610" y="269"/>
                </a:lnTo>
                <a:lnTo>
                  <a:pt x="2611" y="270"/>
                </a:lnTo>
                <a:lnTo>
                  <a:pt x="2613" y="271"/>
                </a:lnTo>
                <a:lnTo>
                  <a:pt x="2614" y="271"/>
                </a:lnTo>
                <a:lnTo>
                  <a:pt x="2615" y="272"/>
                </a:lnTo>
                <a:lnTo>
                  <a:pt x="2616" y="272"/>
                </a:lnTo>
                <a:lnTo>
                  <a:pt x="2616" y="273"/>
                </a:lnTo>
                <a:lnTo>
                  <a:pt x="2617" y="272"/>
                </a:lnTo>
                <a:lnTo>
                  <a:pt x="2617" y="271"/>
                </a:lnTo>
                <a:lnTo>
                  <a:pt x="2618" y="270"/>
                </a:lnTo>
                <a:lnTo>
                  <a:pt x="2618" y="269"/>
                </a:lnTo>
                <a:lnTo>
                  <a:pt x="2619" y="269"/>
                </a:lnTo>
                <a:lnTo>
                  <a:pt x="2621" y="268"/>
                </a:lnTo>
                <a:lnTo>
                  <a:pt x="2621" y="267"/>
                </a:lnTo>
                <a:lnTo>
                  <a:pt x="2622" y="268"/>
                </a:lnTo>
                <a:lnTo>
                  <a:pt x="2623" y="268"/>
                </a:lnTo>
                <a:lnTo>
                  <a:pt x="2624" y="268"/>
                </a:lnTo>
                <a:lnTo>
                  <a:pt x="2625" y="268"/>
                </a:lnTo>
                <a:lnTo>
                  <a:pt x="2625" y="267"/>
                </a:lnTo>
                <a:lnTo>
                  <a:pt x="2626" y="267"/>
                </a:lnTo>
                <a:lnTo>
                  <a:pt x="2626" y="266"/>
                </a:lnTo>
                <a:lnTo>
                  <a:pt x="2627" y="266"/>
                </a:lnTo>
                <a:lnTo>
                  <a:pt x="2628" y="266"/>
                </a:lnTo>
                <a:lnTo>
                  <a:pt x="2629" y="266"/>
                </a:lnTo>
                <a:lnTo>
                  <a:pt x="2630" y="266"/>
                </a:lnTo>
                <a:lnTo>
                  <a:pt x="2632" y="266"/>
                </a:lnTo>
                <a:lnTo>
                  <a:pt x="2632" y="265"/>
                </a:lnTo>
                <a:lnTo>
                  <a:pt x="2632" y="264"/>
                </a:lnTo>
                <a:lnTo>
                  <a:pt x="2632" y="263"/>
                </a:lnTo>
                <a:lnTo>
                  <a:pt x="2635" y="262"/>
                </a:lnTo>
                <a:lnTo>
                  <a:pt x="2636" y="262"/>
                </a:lnTo>
                <a:lnTo>
                  <a:pt x="2637" y="262"/>
                </a:lnTo>
                <a:lnTo>
                  <a:pt x="2637" y="263"/>
                </a:lnTo>
                <a:lnTo>
                  <a:pt x="2639" y="263"/>
                </a:lnTo>
                <a:lnTo>
                  <a:pt x="2639" y="262"/>
                </a:lnTo>
                <a:lnTo>
                  <a:pt x="2640" y="262"/>
                </a:lnTo>
                <a:lnTo>
                  <a:pt x="2640" y="261"/>
                </a:lnTo>
                <a:lnTo>
                  <a:pt x="2641" y="261"/>
                </a:lnTo>
                <a:lnTo>
                  <a:pt x="2641" y="262"/>
                </a:lnTo>
                <a:lnTo>
                  <a:pt x="2642" y="261"/>
                </a:lnTo>
                <a:lnTo>
                  <a:pt x="2644" y="260"/>
                </a:lnTo>
                <a:lnTo>
                  <a:pt x="2643" y="260"/>
                </a:lnTo>
                <a:lnTo>
                  <a:pt x="2643" y="259"/>
                </a:lnTo>
                <a:lnTo>
                  <a:pt x="2643" y="258"/>
                </a:lnTo>
                <a:lnTo>
                  <a:pt x="2644" y="258"/>
                </a:lnTo>
                <a:lnTo>
                  <a:pt x="2645" y="257"/>
                </a:lnTo>
                <a:lnTo>
                  <a:pt x="2647" y="256"/>
                </a:lnTo>
                <a:lnTo>
                  <a:pt x="2648" y="255"/>
                </a:lnTo>
                <a:lnTo>
                  <a:pt x="2649" y="255"/>
                </a:lnTo>
                <a:lnTo>
                  <a:pt x="2650" y="255"/>
                </a:lnTo>
                <a:lnTo>
                  <a:pt x="2650" y="254"/>
                </a:lnTo>
                <a:lnTo>
                  <a:pt x="2650" y="253"/>
                </a:lnTo>
                <a:lnTo>
                  <a:pt x="2649" y="252"/>
                </a:lnTo>
                <a:lnTo>
                  <a:pt x="2650" y="251"/>
                </a:lnTo>
                <a:lnTo>
                  <a:pt x="2651" y="250"/>
                </a:lnTo>
                <a:lnTo>
                  <a:pt x="2651" y="248"/>
                </a:lnTo>
                <a:lnTo>
                  <a:pt x="2651" y="247"/>
                </a:lnTo>
                <a:lnTo>
                  <a:pt x="2652" y="244"/>
                </a:lnTo>
                <a:lnTo>
                  <a:pt x="2653" y="243"/>
                </a:lnTo>
                <a:lnTo>
                  <a:pt x="2654" y="243"/>
                </a:lnTo>
                <a:lnTo>
                  <a:pt x="2654" y="244"/>
                </a:lnTo>
                <a:lnTo>
                  <a:pt x="2655" y="244"/>
                </a:lnTo>
                <a:lnTo>
                  <a:pt x="2657" y="245"/>
                </a:lnTo>
                <a:lnTo>
                  <a:pt x="2659" y="246"/>
                </a:lnTo>
                <a:lnTo>
                  <a:pt x="2662" y="247"/>
                </a:lnTo>
                <a:lnTo>
                  <a:pt x="2663" y="246"/>
                </a:lnTo>
                <a:lnTo>
                  <a:pt x="2664" y="245"/>
                </a:lnTo>
                <a:lnTo>
                  <a:pt x="2665" y="245"/>
                </a:lnTo>
                <a:lnTo>
                  <a:pt x="2666" y="245"/>
                </a:lnTo>
                <a:lnTo>
                  <a:pt x="2666" y="246"/>
                </a:lnTo>
                <a:lnTo>
                  <a:pt x="2667" y="246"/>
                </a:lnTo>
                <a:lnTo>
                  <a:pt x="2668" y="247"/>
                </a:lnTo>
                <a:lnTo>
                  <a:pt x="2668" y="248"/>
                </a:lnTo>
                <a:lnTo>
                  <a:pt x="2669" y="248"/>
                </a:lnTo>
                <a:lnTo>
                  <a:pt x="2669" y="249"/>
                </a:lnTo>
                <a:lnTo>
                  <a:pt x="2673" y="252"/>
                </a:lnTo>
                <a:lnTo>
                  <a:pt x="2675" y="253"/>
                </a:lnTo>
                <a:lnTo>
                  <a:pt x="2676" y="253"/>
                </a:lnTo>
                <a:lnTo>
                  <a:pt x="2677" y="252"/>
                </a:lnTo>
                <a:lnTo>
                  <a:pt x="2677" y="251"/>
                </a:lnTo>
                <a:lnTo>
                  <a:pt x="2680" y="249"/>
                </a:lnTo>
                <a:lnTo>
                  <a:pt x="2682" y="248"/>
                </a:lnTo>
                <a:lnTo>
                  <a:pt x="2683" y="248"/>
                </a:lnTo>
                <a:lnTo>
                  <a:pt x="2684" y="248"/>
                </a:lnTo>
                <a:lnTo>
                  <a:pt x="2685" y="248"/>
                </a:lnTo>
                <a:lnTo>
                  <a:pt x="2686" y="248"/>
                </a:lnTo>
                <a:lnTo>
                  <a:pt x="2687" y="248"/>
                </a:lnTo>
                <a:lnTo>
                  <a:pt x="2688" y="248"/>
                </a:lnTo>
                <a:lnTo>
                  <a:pt x="2689" y="248"/>
                </a:lnTo>
                <a:lnTo>
                  <a:pt x="2690" y="247"/>
                </a:lnTo>
                <a:lnTo>
                  <a:pt x="2690" y="246"/>
                </a:lnTo>
                <a:lnTo>
                  <a:pt x="2690" y="245"/>
                </a:lnTo>
                <a:lnTo>
                  <a:pt x="2691" y="244"/>
                </a:lnTo>
                <a:lnTo>
                  <a:pt x="2693" y="243"/>
                </a:lnTo>
                <a:lnTo>
                  <a:pt x="2695" y="244"/>
                </a:lnTo>
                <a:lnTo>
                  <a:pt x="2695" y="243"/>
                </a:lnTo>
                <a:lnTo>
                  <a:pt x="2696" y="243"/>
                </a:lnTo>
                <a:lnTo>
                  <a:pt x="2696" y="242"/>
                </a:lnTo>
                <a:lnTo>
                  <a:pt x="2698" y="243"/>
                </a:lnTo>
                <a:lnTo>
                  <a:pt x="2699" y="243"/>
                </a:lnTo>
                <a:lnTo>
                  <a:pt x="2701" y="242"/>
                </a:lnTo>
                <a:lnTo>
                  <a:pt x="2702" y="241"/>
                </a:lnTo>
                <a:lnTo>
                  <a:pt x="2704" y="241"/>
                </a:lnTo>
                <a:lnTo>
                  <a:pt x="2705" y="242"/>
                </a:lnTo>
                <a:lnTo>
                  <a:pt x="2707" y="244"/>
                </a:lnTo>
                <a:lnTo>
                  <a:pt x="2708" y="244"/>
                </a:lnTo>
                <a:lnTo>
                  <a:pt x="2710" y="246"/>
                </a:lnTo>
                <a:lnTo>
                  <a:pt x="2711" y="247"/>
                </a:lnTo>
                <a:lnTo>
                  <a:pt x="2712" y="247"/>
                </a:lnTo>
                <a:lnTo>
                  <a:pt x="2712" y="248"/>
                </a:lnTo>
                <a:lnTo>
                  <a:pt x="2713" y="248"/>
                </a:lnTo>
                <a:lnTo>
                  <a:pt x="2714" y="247"/>
                </a:lnTo>
                <a:lnTo>
                  <a:pt x="2715" y="247"/>
                </a:lnTo>
                <a:lnTo>
                  <a:pt x="2715" y="248"/>
                </a:lnTo>
                <a:lnTo>
                  <a:pt x="2717" y="249"/>
                </a:lnTo>
                <a:lnTo>
                  <a:pt x="2717" y="250"/>
                </a:lnTo>
                <a:lnTo>
                  <a:pt x="2717" y="249"/>
                </a:lnTo>
                <a:lnTo>
                  <a:pt x="2717" y="248"/>
                </a:lnTo>
                <a:lnTo>
                  <a:pt x="2719" y="248"/>
                </a:lnTo>
                <a:lnTo>
                  <a:pt x="2720" y="248"/>
                </a:lnTo>
                <a:lnTo>
                  <a:pt x="2721" y="248"/>
                </a:lnTo>
                <a:lnTo>
                  <a:pt x="2722" y="248"/>
                </a:lnTo>
                <a:lnTo>
                  <a:pt x="2722" y="247"/>
                </a:lnTo>
                <a:lnTo>
                  <a:pt x="2723" y="245"/>
                </a:lnTo>
                <a:lnTo>
                  <a:pt x="2723" y="244"/>
                </a:lnTo>
                <a:lnTo>
                  <a:pt x="2724" y="244"/>
                </a:lnTo>
                <a:lnTo>
                  <a:pt x="2724" y="243"/>
                </a:lnTo>
                <a:lnTo>
                  <a:pt x="2723" y="241"/>
                </a:lnTo>
                <a:lnTo>
                  <a:pt x="2722" y="238"/>
                </a:lnTo>
                <a:lnTo>
                  <a:pt x="2723" y="236"/>
                </a:lnTo>
                <a:lnTo>
                  <a:pt x="2724" y="235"/>
                </a:lnTo>
                <a:lnTo>
                  <a:pt x="2725" y="234"/>
                </a:lnTo>
                <a:lnTo>
                  <a:pt x="2726" y="234"/>
                </a:lnTo>
                <a:lnTo>
                  <a:pt x="2727" y="234"/>
                </a:lnTo>
                <a:lnTo>
                  <a:pt x="2727" y="232"/>
                </a:lnTo>
                <a:lnTo>
                  <a:pt x="2727" y="231"/>
                </a:lnTo>
                <a:lnTo>
                  <a:pt x="2728" y="231"/>
                </a:lnTo>
                <a:lnTo>
                  <a:pt x="2729" y="231"/>
                </a:lnTo>
                <a:lnTo>
                  <a:pt x="2730" y="231"/>
                </a:lnTo>
                <a:lnTo>
                  <a:pt x="2731" y="231"/>
                </a:lnTo>
                <a:lnTo>
                  <a:pt x="2732" y="231"/>
                </a:lnTo>
                <a:lnTo>
                  <a:pt x="2733" y="230"/>
                </a:lnTo>
                <a:lnTo>
                  <a:pt x="2734" y="230"/>
                </a:lnTo>
                <a:lnTo>
                  <a:pt x="2734" y="231"/>
                </a:lnTo>
                <a:lnTo>
                  <a:pt x="2736" y="231"/>
                </a:lnTo>
                <a:lnTo>
                  <a:pt x="2737" y="232"/>
                </a:lnTo>
                <a:lnTo>
                  <a:pt x="2738" y="233"/>
                </a:lnTo>
                <a:lnTo>
                  <a:pt x="2738" y="234"/>
                </a:lnTo>
                <a:lnTo>
                  <a:pt x="2739" y="234"/>
                </a:lnTo>
                <a:lnTo>
                  <a:pt x="2740" y="235"/>
                </a:lnTo>
                <a:lnTo>
                  <a:pt x="2742" y="236"/>
                </a:lnTo>
                <a:lnTo>
                  <a:pt x="2743" y="236"/>
                </a:lnTo>
                <a:lnTo>
                  <a:pt x="2744" y="234"/>
                </a:lnTo>
                <a:lnTo>
                  <a:pt x="2745" y="234"/>
                </a:lnTo>
                <a:lnTo>
                  <a:pt x="2745" y="235"/>
                </a:lnTo>
                <a:lnTo>
                  <a:pt x="2745" y="234"/>
                </a:lnTo>
                <a:lnTo>
                  <a:pt x="2746" y="234"/>
                </a:lnTo>
                <a:lnTo>
                  <a:pt x="2750" y="233"/>
                </a:lnTo>
                <a:lnTo>
                  <a:pt x="2750" y="232"/>
                </a:lnTo>
                <a:lnTo>
                  <a:pt x="2751" y="231"/>
                </a:lnTo>
                <a:lnTo>
                  <a:pt x="2752" y="230"/>
                </a:lnTo>
                <a:lnTo>
                  <a:pt x="2753" y="230"/>
                </a:lnTo>
                <a:lnTo>
                  <a:pt x="2753" y="229"/>
                </a:lnTo>
                <a:lnTo>
                  <a:pt x="2753" y="228"/>
                </a:lnTo>
                <a:lnTo>
                  <a:pt x="2753" y="227"/>
                </a:lnTo>
                <a:lnTo>
                  <a:pt x="2752" y="227"/>
                </a:lnTo>
                <a:lnTo>
                  <a:pt x="2753" y="226"/>
                </a:lnTo>
                <a:lnTo>
                  <a:pt x="2754" y="224"/>
                </a:lnTo>
                <a:lnTo>
                  <a:pt x="2755" y="224"/>
                </a:lnTo>
                <a:lnTo>
                  <a:pt x="2755" y="223"/>
                </a:lnTo>
                <a:lnTo>
                  <a:pt x="2756" y="224"/>
                </a:lnTo>
                <a:lnTo>
                  <a:pt x="2757" y="224"/>
                </a:lnTo>
                <a:lnTo>
                  <a:pt x="2758" y="224"/>
                </a:lnTo>
                <a:lnTo>
                  <a:pt x="2760" y="224"/>
                </a:lnTo>
                <a:lnTo>
                  <a:pt x="2762" y="224"/>
                </a:lnTo>
                <a:lnTo>
                  <a:pt x="2763" y="224"/>
                </a:lnTo>
                <a:lnTo>
                  <a:pt x="2764" y="224"/>
                </a:lnTo>
                <a:lnTo>
                  <a:pt x="2764" y="222"/>
                </a:lnTo>
                <a:lnTo>
                  <a:pt x="2764" y="221"/>
                </a:lnTo>
                <a:lnTo>
                  <a:pt x="2763" y="221"/>
                </a:lnTo>
                <a:lnTo>
                  <a:pt x="2763" y="220"/>
                </a:lnTo>
                <a:lnTo>
                  <a:pt x="2764" y="219"/>
                </a:lnTo>
                <a:lnTo>
                  <a:pt x="2765" y="216"/>
                </a:lnTo>
                <a:lnTo>
                  <a:pt x="2766" y="215"/>
                </a:lnTo>
                <a:lnTo>
                  <a:pt x="2767" y="215"/>
                </a:lnTo>
                <a:lnTo>
                  <a:pt x="2768" y="214"/>
                </a:lnTo>
                <a:lnTo>
                  <a:pt x="2768" y="213"/>
                </a:lnTo>
                <a:lnTo>
                  <a:pt x="2768" y="212"/>
                </a:lnTo>
                <a:lnTo>
                  <a:pt x="2767" y="210"/>
                </a:lnTo>
                <a:lnTo>
                  <a:pt x="2766" y="210"/>
                </a:lnTo>
                <a:lnTo>
                  <a:pt x="2765" y="208"/>
                </a:lnTo>
                <a:lnTo>
                  <a:pt x="2765" y="206"/>
                </a:lnTo>
                <a:lnTo>
                  <a:pt x="2765" y="205"/>
                </a:lnTo>
                <a:lnTo>
                  <a:pt x="2766" y="205"/>
                </a:lnTo>
                <a:lnTo>
                  <a:pt x="2767" y="204"/>
                </a:lnTo>
                <a:lnTo>
                  <a:pt x="2768" y="204"/>
                </a:lnTo>
                <a:lnTo>
                  <a:pt x="2769" y="204"/>
                </a:lnTo>
                <a:lnTo>
                  <a:pt x="2770" y="203"/>
                </a:lnTo>
                <a:lnTo>
                  <a:pt x="2771" y="203"/>
                </a:lnTo>
                <a:lnTo>
                  <a:pt x="2771" y="202"/>
                </a:lnTo>
                <a:lnTo>
                  <a:pt x="2771" y="201"/>
                </a:lnTo>
                <a:lnTo>
                  <a:pt x="2772" y="200"/>
                </a:lnTo>
                <a:lnTo>
                  <a:pt x="2773" y="200"/>
                </a:lnTo>
                <a:lnTo>
                  <a:pt x="2774" y="199"/>
                </a:lnTo>
                <a:lnTo>
                  <a:pt x="2775" y="199"/>
                </a:lnTo>
                <a:lnTo>
                  <a:pt x="2776" y="199"/>
                </a:lnTo>
                <a:lnTo>
                  <a:pt x="2777" y="198"/>
                </a:lnTo>
                <a:lnTo>
                  <a:pt x="2777" y="196"/>
                </a:lnTo>
                <a:lnTo>
                  <a:pt x="2777" y="195"/>
                </a:lnTo>
                <a:lnTo>
                  <a:pt x="2778" y="195"/>
                </a:lnTo>
                <a:lnTo>
                  <a:pt x="2778" y="194"/>
                </a:lnTo>
                <a:lnTo>
                  <a:pt x="2777" y="194"/>
                </a:lnTo>
                <a:lnTo>
                  <a:pt x="2777" y="193"/>
                </a:lnTo>
                <a:lnTo>
                  <a:pt x="2776" y="191"/>
                </a:lnTo>
                <a:lnTo>
                  <a:pt x="2775" y="189"/>
                </a:lnTo>
                <a:lnTo>
                  <a:pt x="2775" y="187"/>
                </a:lnTo>
                <a:lnTo>
                  <a:pt x="2775" y="185"/>
                </a:lnTo>
                <a:lnTo>
                  <a:pt x="2776" y="183"/>
                </a:lnTo>
                <a:lnTo>
                  <a:pt x="2776" y="182"/>
                </a:lnTo>
                <a:lnTo>
                  <a:pt x="2777" y="180"/>
                </a:lnTo>
                <a:lnTo>
                  <a:pt x="2777" y="179"/>
                </a:lnTo>
                <a:lnTo>
                  <a:pt x="2778" y="179"/>
                </a:lnTo>
                <a:lnTo>
                  <a:pt x="2779" y="178"/>
                </a:lnTo>
                <a:lnTo>
                  <a:pt x="2779" y="179"/>
                </a:lnTo>
                <a:lnTo>
                  <a:pt x="2780" y="180"/>
                </a:lnTo>
                <a:lnTo>
                  <a:pt x="2780" y="182"/>
                </a:lnTo>
                <a:lnTo>
                  <a:pt x="2781" y="182"/>
                </a:lnTo>
                <a:lnTo>
                  <a:pt x="2782" y="182"/>
                </a:lnTo>
                <a:lnTo>
                  <a:pt x="2782" y="181"/>
                </a:lnTo>
                <a:lnTo>
                  <a:pt x="2784" y="181"/>
                </a:lnTo>
                <a:lnTo>
                  <a:pt x="2785" y="181"/>
                </a:lnTo>
                <a:lnTo>
                  <a:pt x="2786" y="181"/>
                </a:lnTo>
                <a:lnTo>
                  <a:pt x="2787" y="181"/>
                </a:lnTo>
                <a:lnTo>
                  <a:pt x="2788" y="182"/>
                </a:lnTo>
                <a:lnTo>
                  <a:pt x="2789" y="182"/>
                </a:lnTo>
                <a:lnTo>
                  <a:pt x="2789" y="181"/>
                </a:lnTo>
                <a:lnTo>
                  <a:pt x="2789" y="180"/>
                </a:lnTo>
                <a:lnTo>
                  <a:pt x="2790" y="179"/>
                </a:lnTo>
                <a:lnTo>
                  <a:pt x="2791" y="180"/>
                </a:lnTo>
                <a:lnTo>
                  <a:pt x="2793" y="180"/>
                </a:lnTo>
                <a:lnTo>
                  <a:pt x="2793" y="179"/>
                </a:lnTo>
                <a:lnTo>
                  <a:pt x="2794" y="179"/>
                </a:lnTo>
                <a:lnTo>
                  <a:pt x="2795" y="179"/>
                </a:lnTo>
                <a:lnTo>
                  <a:pt x="2796" y="180"/>
                </a:lnTo>
                <a:lnTo>
                  <a:pt x="2796" y="181"/>
                </a:lnTo>
                <a:lnTo>
                  <a:pt x="2797" y="181"/>
                </a:lnTo>
                <a:lnTo>
                  <a:pt x="2797" y="182"/>
                </a:lnTo>
                <a:lnTo>
                  <a:pt x="2798" y="182"/>
                </a:lnTo>
                <a:lnTo>
                  <a:pt x="2799" y="182"/>
                </a:lnTo>
                <a:lnTo>
                  <a:pt x="2799" y="181"/>
                </a:lnTo>
                <a:lnTo>
                  <a:pt x="2800" y="180"/>
                </a:lnTo>
                <a:lnTo>
                  <a:pt x="2801" y="180"/>
                </a:lnTo>
                <a:lnTo>
                  <a:pt x="2802" y="179"/>
                </a:lnTo>
                <a:lnTo>
                  <a:pt x="2802" y="180"/>
                </a:lnTo>
                <a:lnTo>
                  <a:pt x="2803" y="180"/>
                </a:lnTo>
                <a:lnTo>
                  <a:pt x="2804" y="180"/>
                </a:lnTo>
                <a:lnTo>
                  <a:pt x="2804" y="181"/>
                </a:lnTo>
                <a:lnTo>
                  <a:pt x="2804" y="182"/>
                </a:lnTo>
                <a:lnTo>
                  <a:pt x="2805" y="182"/>
                </a:lnTo>
                <a:lnTo>
                  <a:pt x="2805" y="183"/>
                </a:lnTo>
                <a:lnTo>
                  <a:pt x="2805" y="184"/>
                </a:lnTo>
                <a:lnTo>
                  <a:pt x="2807" y="185"/>
                </a:lnTo>
                <a:lnTo>
                  <a:pt x="2809" y="186"/>
                </a:lnTo>
                <a:lnTo>
                  <a:pt x="2810" y="186"/>
                </a:lnTo>
                <a:lnTo>
                  <a:pt x="2811" y="187"/>
                </a:lnTo>
                <a:lnTo>
                  <a:pt x="2812" y="187"/>
                </a:lnTo>
                <a:lnTo>
                  <a:pt x="2812" y="188"/>
                </a:lnTo>
                <a:lnTo>
                  <a:pt x="2813" y="188"/>
                </a:lnTo>
                <a:lnTo>
                  <a:pt x="2814" y="189"/>
                </a:lnTo>
                <a:lnTo>
                  <a:pt x="2815" y="190"/>
                </a:lnTo>
                <a:lnTo>
                  <a:pt x="2816" y="190"/>
                </a:lnTo>
                <a:lnTo>
                  <a:pt x="2816" y="191"/>
                </a:lnTo>
                <a:lnTo>
                  <a:pt x="2817" y="191"/>
                </a:lnTo>
                <a:lnTo>
                  <a:pt x="2818" y="191"/>
                </a:lnTo>
                <a:lnTo>
                  <a:pt x="2818" y="192"/>
                </a:lnTo>
                <a:lnTo>
                  <a:pt x="2819" y="193"/>
                </a:lnTo>
                <a:lnTo>
                  <a:pt x="2820" y="193"/>
                </a:lnTo>
                <a:lnTo>
                  <a:pt x="2820" y="194"/>
                </a:lnTo>
                <a:lnTo>
                  <a:pt x="2821" y="194"/>
                </a:lnTo>
                <a:lnTo>
                  <a:pt x="2822" y="195"/>
                </a:lnTo>
                <a:lnTo>
                  <a:pt x="2823" y="195"/>
                </a:lnTo>
                <a:lnTo>
                  <a:pt x="2824" y="196"/>
                </a:lnTo>
                <a:lnTo>
                  <a:pt x="2825" y="197"/>
                </a:lnTo>
                <a:lnTo>
                  <a:pt x="2825" y="198"/>
                </a:lnTo>
                <a:lnTo>
                  <a:pt x="2826" y="198"/>
                </a:lnTo>
                <a:lnTo>
                  <a:pt x="2826" y="199"/>
                </a:lnTo>
                <a:lnTo>
                  <a:pt x="2827" y="199"/>
                </a:lnTo>
                <a:lnTo>
                  <a:pt x="2828" y="199"/>
                </a:lnTo>
                <a:lnTo>
                  <a:pt x="2828" y="200"/>
                </a:lnTo>
                <a:lnTo>
                  <a:pt x="2829" y="200"/>
                </a:lnTo>
                <a:lnTo>
                  <a:pt x="2829" y="201"/>
                </a:lnTo>
                <a:lnTo>
                  <a:pt x="2829" y="202"/>
                </a:lnTo>
                <a:lnTo>
                  <a:pt x="2829" y="203"/>
                </a:lnTo>
                <a:lnTo>
                  <a:pt x="2830" y="203"/>
                </a:lnTo>
                <a:lnTo>
                  <a:pt x="2831" y="203"/>
                </a:lnTo>
                <a:lnTo>
                  <a:pt x="2831" y="204"/>
                </a:lnTo>
                <a:lnTo>
                  <a:pt x="2832" y="204"/>
                </a:lnTo>
                <a:lnTo>
                  <a:pt x="2833" y="205"/>
                </a:lnTo>
                <a:lnTo>
                  <a:pt x="2833" y="206"/>
                </a:lnTo>
                <a:lnTo>
                  <a:pt x="2834" y="206"/>
                </a:lnTo>
                <a:lnTo>
                  <a:pt x="2835" y="206"/>
                </a:lnTo>
                <a:lnTo>
                  <a:pt x="2835" y="207"/>
                </a:lnTo>
                <a:lnTo>
                  <a:pt x="2835" y="208"/>
                </a:lnTo>
                <a:lnTo>
                  <a:pt x="2836" y="209"/>
                </a:lnTo>
                <a:lnTo>
                  <a:pt x="2837" y="210"/>
                </a:lnTo>
                <a:lnTo>
                  <a:pt x="2838" y="210"/>
                </a:lnTo>
                <a:lnTo>
                  <a:pt x="2838" y="211"/>
                </a:lnTo>
                <a:lnTo>
                  <a:pt x="2839" y="212"/>
                </a:lnTo>
                <a:lnTo>
                  <a:pt x="2840" y="213"/>
                </a:lnTo>
                <a:lnTo>
                  <a:pt x="2841" y="213"/>
                </a:lnTo>
                <a:lnTo>
                  <a:pt x="2841" y="214"/>
                </a:lnTo>
                <a:lnTo>
                  <a:pt x="2843" y="214"/>
                </a:lnTo>
                <a:lnTo>
                  <a:pt x="2844" y="214"/>
                </a:lnTo>
                <a:lnTo>
                  <a:pt x="2844" y="215"/>
                </a:lnTo>
                <a:lnTo>
                  <a:pt x="2845" y="216"/>
                </a:lnTo>
                <a:lnTo>
                  <a:pt x="2846" y="217"/>
                </a:lnTo>
                <a:lnTo>
                  <a:pt x="2846" y="218"/>
                </a:lnTo>
                <a:lnTo>
                  <a:pt x="2846" y="219"/>
                </a:lnTo>
                <a:lnTo>
                  <a:pt x="2847" y="219"/>
                </a:lnTo>
                <a:lnTo>
                  <a:pt x="2847" y="220"/>
                </a:lnTo>
                <a:lnTo>
                  <a:pt x="2848" y="220"/>
                </a:lnTo>
                <a:lnTo>
                  <a:pt x="2849" y="221"/>
                </a:lnTo>
                <a:lnTo>
                  <a:pt x="2850" y="223"/>
                </a:lnTo>
                <a:lnTo>
                  <a:pt x="2851" y="223"/>
                </a:lnTo>
                <a:lnTo>
                  <a:pt x="2852" y="223"/>
                </a:lnTo>
                <a:lnTo>
                  <a:pt x="2853" y="224"/>
                </a:lnTo>
                <a:lnTo>
                  <a:pt x="2853" y="225"/>
                </a:lnTo>
                <a:lnTo>
                  <a:pt x="2853" y="226"/>
                </a:lnTo>
                <a:lnTo>
                  <a:pt x="2853" y="227"/>
                </a:lnTo>
                <a:lnTo>
                  <a:pt x="2852" y="227"/>
                </a:lnTo>
                <a:lnTo>
                  <a:pt x="2852" y="228"/>
                </a:lnTo>
                <a:lnTo>
                  <a:pt x="2853" y="229"/>
                </a:lnTo>
                <a:lnTo>
                  <a:pt x="2854" y="229"/>
                </a:lnTo>
                <a:lnTo>
                  <a:pt x="2855" y="228"/>
                </a:lnTo>
                <a:lnTo>
                  <a:pt x="2856" y="228"/>
                </a:lnTo>
                <a:lnTo>
                  <a:pt x="2857" y="228"/>
                </a:lnTo>
                <a:lnTo>
                  <a:pt x="2859" y="227"/>
                </a:lnTo>
                <a:lnTo>
                  <a:pt x="2861" y="228"/>
                </a:lnTo>
                <a:lnTo>
                  <a:pt x="2861" y="229"/>
                </a:lnTo>
                <a:lnTo>
                  <a:pt x="2862" y="229"/>
                </a:lnTo>
                <a:lnTo>
                  <a:pt x="2863" y="229"/>
                </a:lnTo>
                <a:lnTo>
                  <a:pt x="2863" y="230"/>
                </a:lnTo>
                <a:lnTo>
                  <a:pt x="2863" y="231"/>
                </a:lnTo>
                <a:lnTo>
                  <a:pt x="2864" y="231"/>
                </a:lnTo>
                <a:lnTo>
                  <a:pt x="2864" y="232"/>
                </a:lnTo>
                <a:lnTo>
                  <a:pt x="2864" y="233"/>
                </a:lnTo>
                <a:lnTo>
                  <a:pt x="2865" y="233"/>
                </a:lnTo>
                <a:lnTo>
                  <a:pt x="2865" y="234"/>
                </a:lnTo>
                <a:lnTo>
                  <a:pt x="2865" y="235"/>
                </a:lnTo>
                <a:lnTo>
                  <a:pt x="2866" y="235"/>
                </a:lnTo>
                <a:lnTo>
                  <a:pt x="2866" y="236"/>
                </a:lnTo>
                <a:lnTo>
                  <a:pt x="2866" y="235"/>
                </a:lnTo>
                <a:lnTo>
                  <a:pt x="2866" y="236"/>
                </a:lnTo>
                <a:lnTo>
                  <a:pt x="2867" y="236"/>
                </a:lnTo>
                <a:lnTo>
                  <a:pt x="2866" y="236"/>
                </a:lnTo>
                <a:lnTo>
                  <a:pt x="2866" y="237"/>
                </a:lnTo>
                <a:lnTo>
                  <a:pt x="2866" y="238"/>
                </a:lnTo>
                <a:lnTo>
                  <a:pt x="2867" y="239"/>
                </a:lnTo>
                <a:lnTo>
                  <a:pt x="2868" y="239"/>
                </a:lnTo>
                <a:lnTo>
                  <a:pt x="2869" y="239"/>
                </a:lnTo>
                <a:lnTo>
                  <a:pt x="2870" y="239"/>
                </a:lnTo>
                <a:lnTo>
                  <a:pt x="2870" y="238"/>
                </a:lnTo>
                <a:lnTo>
                  <a:pt x="2871" y="238"/>
                </a:lnTo>
                <a:lnTo>
                  <a:pt x="2871" y="239"/>
                </a:lnTo>
                <a:lnTo>
                  <a:pt x="2872" y="239"/>
                </a:lnTo>
                <a:lnTo>
                  <a:pt x="2873" y="239"/>
                </a:lnTo>
                <a:lnTo>
                  <a:pt x="2872" y="239"/>
                </a:lnTo>
                <a:lnTo>
                  <a:pt x="2872" y="240"/>
                </a:lnTo>
                <a:lnTo>
                  <a:pt x="2873" y="241"/>
                </a:lnTo>
                <a:lnTo>
                  <a:pt x="2873" y="242"/>
                </a:lnTo>
                <a:lnTo>
                  <a:pt x="2874" y="242"/>
                </a:lnTo>
                <a:lnTo>
                  <a:pt x="2875" y="242"/>
                </a:lnTo>
                <a:lnTo>
                  <a:pt x="2875" y="241"/>
                </a:lnTo>
                <a:lnTo>
                  <a:pt x="2876" y="240"/>
                </a:lnTo>
                <a:lnTo>
                  <a:pt x="2876" y="239"/>
                </a:lnTo>
                <a:lnTo>
                  <a:pt x="2877" y="239"/>
                </a:lnTo>
                <a:lnTo>
                  <a:pt x="2878" y="239"/>
                </a:lnTo>
                <a:lnTo>
                  <a:pt x="2878" y="240"/>
                </a:lnTo>
                <a:lnTo>
                  <a:pt x="2878" y="239"/>
                </a:lnTo>
                <a:lnTo>
                  <a:pt x="2879" y="239"/>
                </a:lnTo>
                <a:lnTo>
                  <a:pt x="2879" y="240"/>
                </a:lnTo>
                <a:lnTo>
                  <a:pt x="2879" y="242"/>
                </a:lnTo>
                <a:lnTo>
                  <a:pt x="2879" y="243"/>
                </a:lnTo>
                <a:lnTo>
                  <a:pt x="2878" y="243"/>
                </a:lnTo>
                <a:lnTo>
                  <a:pt x="2878" y="244"/>
                </a:lnTo>
                <a:lnTo>
                  <a:pt x="2879" y="244"/>
                </a:lnTo>
                <a:lnTo>
                  <a:pt x="2879" y="245"/>
                </a:lnTo>
                <a:lnTo>
                  <a:pt x="2879" y="244"/>
                </a:lnTo>
                <a:lnTo>
                  <a:pt x="2878" y="244"/>
                </a:lnTo>
                <a:lnTo>
                  <a:pt x="2878" y="245"/>
                </a:lnTo>
                <a:lnTo>
                  <a:pt x="2879" y="245"/>
                </a:lnTo>
                <a:lnTo>
                  <a:pt x="2880" y="245"/>
                </a:lnTo>
                <a:lnTo>
                  <a:pt x="2880" y="246"/>
                </a:lnTo>
                <a:lnTo>
                  <a:pt x="2881" y="246"/>
                </a:lnTo>
                <a:lnTo>
                  <a:pt x="2882" y="246"/>
                </a:lnTo>
                <a:lnTo>
                  <a:pt x="2883" y="246"/>
                </a:lnTo>
                <a:lnTo>
                  <a:pt x="2883" y="247"/>
                </a:lnTo>
                <a:lnTo>
                  <a:pt x="2882" y="247"/>
                </a:lnTo>
                <a:lnTo>
                  <a:pt x="2882" y="248"/>
                </a:lnTo>
                <a:lnTo>
                  <a:pt x="2883" y="248"/>
                </a:lnTo>
                <a:lnTo>
                  <a:pt x="2884" y="248"/>
                </a:lnTo>
                <a:lnTo>
                  <a:pt x="2884" y="249"/>
                </a:lnTo>
                <a:lnTo>
                  <a:pt x="2885" y="249"/>
                </a:lnTo>
                <a:lnTo>
                  <a:pt x="2886" y="249"/>
                </a:lnTo>
                <a:lnTo>
                  <a:pt x="2887" y="249"/>
                </a:lnTo>
                <a:lnTo>
                  <a:pt x="2888" y="250"/>
                </a:lnTo>
                <a:lnTo>
                  <a:pt x="2887" y="251"/>
                </a:lnTo>
                <a:lnTo>
                  <a:pt x="2886" y="250"/>
                </a:lnTo>
                <a:lnTo>
                  <a:pt x="2885" y="250"/>
                </a:lnTo>
                <a:lnTo>
                  <a:pt x="2885" y="251"/>
                </a:lnTo>
                <a:lnTo>
                  <a:pt x="2886" y="251"/>
                </a:lnTo>
                <a:lnTo>
                  <a:pt x="2887" y="251"/>
                </a:lnTo>
                <a:lnTo>
                  <a:pt x="2887" y="253"/>
                </a:lnTo>
                <a:lnTo>
                  <a:pt x="2886" y="254"/>
                </a:lnTo>
                <a:lnTo>
                  <a:pt x="2886" y="255"/>
                </a:lnTo>
                <a:lnTo>
                  <a:pt x="2887" y="256"/>
                </a:lnTo>
                <a:lnTo>
                  <a:pt x="2888" y="257"/>
                </a:lnTo>
                <a:lnTo>
                  <a:pt x="2888" y="258"/>
                </a:lnTo>
                <a:lnTo>
                  <a:pt x="2887" y="258"/>
                </a:lnTo>
                <a:lnTo>
                  <a:pt x="2888" y="258"/>
                </a:lnTo>
                <a:lnTo>
                  <a:pt x="2889" y="259"/>
                </a:lnTo>
                <a:lnTo>
                  <a:pt x="2890" y="258"/>
                </a:lnTo>
                <a:lnTo>
                  <a:pt x="2891" y="258"/>
                </a:lnTo>
                <a:lnTo>
                  <a:pt x="2891" y="260"/>
                </a:lnTo>
                <a:lnTo>
                  <a:pt x="2890" y="260"/>
                </a:lnTo>
                <a:lnTo>
                  <a:pt x="2890" y="261"/>
                </a:lnTo>
                <a:lnTo>
                  <a:pt x="2889" y="263"/>
                </a:lnTo>
                <a:lnTo>
                  <a:pt x="2889" y="264"/>
                </a:lnTo>
                <a:lnTo>
                  <a:pt x="2889" y="265"/>
                </a:lnTo>
                <a:lnTo>
                  <a:pt x="2889" y="266"/>
                </a:lnTo>
                <a:lnTo>
                  <a:pt x="2889" y="267"/>
                </a:lnTo>
                <a:lnTo>
                  <a:pt x="2889" y="265"/>
                </a:lnTo>
                <a:lnTo>
                  <a:pt x="2888" y="265"/>
                </a:lnTo>
                <a:lnTo>
                  <a:pt x="2887" y="266"/>
                </a:lnTo>
                <a:lnTo>
                  <a:pt x="2887" y="267"/>
                </a:lnTo>
                <a:lnTo>
                  <a:pt x="2888" y="269"/>
                </a:lnTo>
                <a:lnTo>
                  <a:pt x="2889" y="269"/>
                </a:lnTo>
                <a:lnTo>
                  <a:pt x="2889" y="270"/>
                </a:lnTo>
                <a:lnTo>
                  <a:pt x="2888" y="270"/>
                </a:lnTo>
                <a:lnTo>
                  <a:pt x="2887" y="269"/>
                </a:lnTo>
                <a:lnTo>
                  <a:pt x="2887" y="270"/>
                </a:lnTo>
                <a:lnTo>
                  <a:pt x="2886" y="270"/>
                </a:lnTo>
                <a:lnTo>
                  <a:pt x="2885" y="270"/>
                </a:lnTo>
                <a:lnTo>
                  <a:pt x="2885" y="271"/>
                </a:lnTo>
                <a:lnTo>
                  <a:pt x="2886" y="271"/>
                </a:lnTo>
                <a:lnTo>
                  <a:pt x="2887" y="271"/>
                </a:lnTo>
                <a:lnTo>
                  <a:pt x="2886" y="271"/>
                </a:lnTo>
                <a:lnTo>
                  <a:pt x="2886" y="272"/>
                </a:lnTo>
                <a:lnTo>
                  <a:pt x="2886" y="271"/>
                </a:lnTo>
                <a:lnTo>
                  <a:pt x="2886" y="272"/>
                </a:lnTo>
                <a:lnTo>
                  <a:pt x="2886" y="273"/>
                </a:lnTo>
                <a:lnTo>
                  <a:pt x="2887" y="274"/>
                </a:lnTo>
                <a:lnTo>
                  <a:pt x="2887" y="275"/>
                </a:lnTo>
                <a:lnTo>
                  <a:pt x="2886" y="275"/>
                </a:lnTo>
                <a:lnTo>
                  <a:pt x="2885" y="275"/>
                </a:lnTo>
                <a:lnTo>
                  <a:pt x="2884" y="275"/>
                </a:lnTo>
                <a:lnTo>
                  <a:pt x="2884" y="274"/>
                </a:lnTo>
                <a:lnTo>
                  <a:pt x="2884" y="272"/>
                </a:lnTo>
                <a:lnTo>
                  <a:pt x="2883" y="272"/>
                </a:lnTo>
                <a:lnTo>
                  <a:pt x="2882" y="272"/>
                </a:lnTo>
                <a:lnTo>
                  <a:pt x="2882" y="273"/>
                </a:lnTo>
                <a:lnTo>
                  <a:pt x="2882" y="275"/>
                </a:lnTo>
                <a:lnTo>
                  <a:pt x="2882" y="276"/>
                </a:lnTo>
                <a:lnTo>
                  <a:pt x="2881" y="276"/>
                </a:lnTo>
                <a:lnTo>
                  <a:pt x="2882" y="277"/>
                </a:lnTo>
                <a:lnTo>
                  <a:pt x="2883" y="277"/>
                </a:lnTo>
                <a:lnTo>
                  <a:pt x="2883" y="278"/>
                </a:lnTo>
                <a:lnTo>
                  <a:pt x="2882" y="278"/>
                </a:lnTo>
                <a:lnTo>
                  <a:pt x="2882" y="279"/>
                </a:lnTo>
                <a:lnTo>
                  <a:pt x="2881" y="279"/>
                </a:lnTo>
                <a:lnTo>
                  <a:pt x="2880" y="279"/>
                </a:lnTo>
                <a:lnTo>
                  <a:pt x="2879" y="279"/>
                </a:lnTo>
                <a:lnTo>
                  <a:pt x="2878" y="279"/>
                </a:lnTo>
                <a:lnTo>
                  <a:pt x="2877" y="279"/>
                </a:lnTo>
                <a:lnTo>
                  <a:pt x="2878" y="279"/>
                </a:lnTo>
                <a:lnTo>
                  <a:pt x="2879" y="279"/>
                </a:lnTo>
                <a:lnTo>
                  <a:pt x="2880" y="280"/>
                </a:lnTo>
                <a:lnTo>
                  <a:pt x="2881" y="281"/>
                </a:lnTo>
                <a:lnTo>
                  <a:pt x="2881" y="282"/>
                </a:lnTo>
                <a:lnTo>
                  <a:pt x="2881" y="283"/>
                </a:lnTo>
                <a:lnTo>
                  <a:pt x="2880" y="283"/>
                </a:lnTo>
                <a:lnTo>
                  <a:pt x="2880" y="284"/>
                </a:lnTo>
                <a:lnTo>
                  <a:pt x="2879" y="284"/>
                </a:lnTo>
                <a:lnTo>
                  <a:pt x="2878" y="284"/>
                </a:lnTo>
                <a:lnTo>
                  <a:pt x="2877" y="285"/>
                </a:lnTo>
                <a:lnTo>
                  <a:pt x="2877" y="286"/>
                </a:lnTo>
                <a:lnTo>
                  <a:pt x="2878" y="286"/>
                </a:lnTo>
                <a:lnTo>
                  <a:pt x="2879" y="287"/>
                </a:lnTo>
                <a:lnTo>
                  <a:pt x="2878" y="288"/>
                </a:lnTo>
                <a:lnTo>
                  <a:pt x="2877" y="288"/>
                </a:lnTo>
                <a:lnTo>
                  <a:pt x="2877" y="289"/>
                </a:lnTo>
                <a:lnTo>
                  <a:pt x="2876" y="290"/>
                </a:lnTo>
                <a:lnTo>
                  <a:pt x="2875" y="290"/>
                </a:lnTo>
                <a:lnTo>
                  <a:pt x="2874" y="290"/>
                </a:lnTo>
                <a:lnTo>
                  <a:pt x="2874" y="291"/>
                </a:lnTo>
                <a:lnTo>
                  <a:pt x="2874" y="292"/>
                </a:lnTo>
                <a:lnTo>
                  <a:pt x="2875" y="293"/>
                </a:lnTo>
                <a:lnTo>
                  <a:pt x="2876" y="293"/>
                </a:lnTo>
                <a:lnTo>
                  <a:pt x="2875" y="294"/>
                </a:lnTo>
                <a:lnTo>
                  <a:pt x="2875" y="295"/>
                </a:lnTo>
                <a:lnTo>
                  <a:pt x="2874" y="295"/>
                </a:lnTo>
                <a:lnTo>
                  <a:pt x="2873" y="294"/>
                </a:lnTo>
                <a:lnTo>
                  <a:pt x="2872" y="294"/>
                </a:lnTo>
                <a:lnTo>
                  <a:pt x="2871" y="293"/>
                </a:lnTo>
                <a:lnTo>
                  <a:pt x="2871" y="294"/>
                </a:lnTo>
                <a:lnTo>
                  <a:pt x="2870" y="294"/>
                </a:lnTo>
                <a:lnTo>
                  <a:pt x="2869" y="295"/>
                </a:lnTo>
                <a:lnTo>
                  <a:pt x="2869" y="296"/>
                </a:lnTo>
                <a:lnTo>
                  <a:pt x="2868" y="296"/>
                </a:lnTo>
                <a:lnTo>
                  <a:pt x="2868" y="297"/>
                </a:lnTo>
                <a:lnTo>
                  <a:pt x="2868" y="298"/>
                </a:lnTo>
                <a:lnTo>
                  <a:pt x="2869" y="298"/>
                </a:lnTo>
                <a:lnTo>
                  <a:pt x="2870" y="298"/>
                </a:lnTo>
                <a:lnTo>
                  <a:pt x="2871" y="298"/>
                </a:lnTo>
                <a:lnTo>
                  <a:pt x="2872" y="298"/>
                </a:lnTo>
                <a:lnTo>
                  <a:pt x="2872" y="299"/>
                </a:lnTo>
                <a:lnTo>
                  <a:pt x="2871" y="299"/>
                </a:lnTo>
                <a:lnTo>
                  <a:pt x="2871" y="300"/>
                </a:lnTo>
                <a:lnTo>
                  <a:pt x="2870" y="300"/>
                </a:lnTo>
                <a:lnTo>
                  <a:pt x="2870" y="301"/>
                </a:lnTo>
                <a:lnTo>
                  <a:pt x="2871" y="301"/>
                </a:lnTo>
                <a:lnTo>
                  <a:pt x="2872" y="301"/>
                </a:lnTo>
                <a:lnTo>
                  <a:pt x="2872" y="302"/>
                </a:lnTo>
                <a:lnTo>
                  <a:pt x="2872" y="301"/>
                </a:lnTo>
                <a:lnTo>
                  <a:pt x="2873" y="302"/>
                </a:lnTo>
                <a:lnTo>
                  <a:pt x="2874" y="302"/>
                </a:lnTo>
                <a:lnTo>
                  <a:pt x="2875" y="302"/>
                </a:lnTo>
                <a:lnTo>
                  <a:pt x="2875" y="303"/>
                </a:lnTo>
                <a:lnTo>
                  <a:pt x="2876" y="303"/>
                </a:lnTo>
                <a:lnTo>
                  <a:pt x="2875" y="303"/>
                </a:lnTo>
                <a:lnTo>
                  <a:pt x="2875" y="305"/>
                </a:lnTo>
                <a:lnTo>
                  <a:pt x="2875" y="306"/>
                </a:lnTo>
                <a:lnTo>
                  <a:pt x="2874" y="306"/>
                </a:lnTo>
                <a:lnTo>
                  <a:pt x="2873" y="307"/>
                </a:lnTo>
                <a:lnTo>
                  <a:pt x="2873" y="308"/>
                </a:lnTo>
                <a:lnTo>
                  <a:pt x="2874" y="309"/>
                </a:lnTo>
                <a:lnTo>
                  <a:pt x="2875" y="309"/>
                </a:lnTo>
                <a:lnTo>
                  <a:pt x="2875" y="310"/>
                </a:lnTo>
                <a:lnTo>
                  <a:pt x="2875" y="311"/>
                </a:lnTo>
                <a:lnTo>
                  <a:pt x="2874" y="311"/>
                </a:lnTo>
                <a:lnTo>
                  <a:pt x="2874" y="312"/>
                </a:lnTo>
                <a:lnTo>
                  <a:pt x="2875" y="313"/>
                </a:lnTo>
                <a:lnTo>
                  <a:pt x="2875" y="314"/>
                </a:lnTo>
                <a:lnTo>
                  <a:pt x="2876" y="314"/>
                </a:lnTo>
                <a:lnTo>
                  <a:pt x="2877" y="314"/>
                </a:lnTo>
                <a:lnTo>
                  <a:pt x="2877" y="315"/>
                </a:lnTo>
                <a:lnTo>
                  <a:pt x="2877" y="316"/>
                </a:lnTo>
                <a:lnTo>
                  <a:pt x="2877" y="317"/>
                </a:lnTo>
                <a:lnTo>
                  <a:pt x="2877" y="318"/>
                </a:lnTo>
                <a:lnTo>
                  <a:pt x="2878" y="319"/>
                </a:lnTo>
                <a:lnTo>
                  <a:pt x="2878" y="320"/>
                </a:lnTo>
                <a:lnTo>
                  <a:pt x="2879" y="321"/>
                </a:lnTo>
                <a:lnTo>
                  <a:pt x="2879" y="322"/>
                </a:lnTo>
                <a:lnTo>
                  <a:pt x="2880" y="322"/>
                </a:lnTo>
                <a:lnTo>
                  <a:pt x="2880" y="323"/>
                </a:lnTo>
                <a:lnTo>
                  <a:pt x="2880" y="324"/>
                </a:lnTo>
                <a:lnTo>
                  <a:pt x="2880" y="325"/>
                </a:lnTo>
                <a:lnTo>
                  <a:pt x="2880" y="326"/>
                </a:lnTo>
                <a:lnTo>
                  <a:pt x="2879" y="326"/>
                </a:lnTo>
                <a:lnTo>
                  <a:pt x="2878" y="327"/>
                </a:lnTo>
                <a:lnTo>
                  <a:pt x="2878" y="328"/>
                </a:lnTo>
                <a:lnTo>
                  <a:pt x="2877" y="329"/>
                </a:lnTo>
                <a:lnTo>
                  <a:pt x="2876" y="329"/>
                </a:lnTo>
                <a:lnTo>
                  <a:pt x="2875" y="329"/>
                </a:lnTo>
                <a:lnTo>
                  <a:pt x="2875" y="330"/>
                </a:lnTo>
                <a:lnTo>
                  <a:pt x="2876" y="330"/>
                </a:lnTo>
                <a:lnTo>
                  <a:pt x="2876" y="331"/>
                </a:lnTo>
                <a:lnTo>
                  <a:pt x="2875" y="331"/>
                </a:lnTo>
                <a:lnTo>
                  <a:pt x="2875" y="332"/>
                </a:lnTo>
                <a:lnTo>
                  <a:pt x="2876" y="332"/>
                </a:lnTo>
                <a:lnTo>
                  <a:pt x="2875" y="332"/>
                </a:lnTo>
                <a:lnTo>
                  <a:pt x="2875" y="333"/>
                </a:lnTo>
                <a:lnTo>
                  <a:pt x="2874" y="333"/>
                </a:lnTo>
                <a:lnTo>
                  <a:pt x="2873" y="333"/>
                </a:lnTo>
                <a:lnTo>
                  <a:pt x="2873" y="332"/>
                </a:lnTo>
                <a:lnTo>
                  <a:pt x="2874" y="332"/>
                </a:lnTo>
                <a:lnTo>
                  <a:pt x="2874" y="331"/>
                </a:lnTo>
                <a:lnTo>
                  <a:pt x="2873" y="331"/>
                </a:lnTo>
                <a:lnTo>
                  <a:pt x="2872" y="331"/>
                </a:lnTo>
                <a:lnTo>
                  <a:pt x="2872" y="332"/>
                </a:lnTo>
                <a:lnTo>
                  <a:pt x="2871" y="333"/>
                </a:lnTo>
                <a:lnTo>
                  <a:pt x="2871" y="334"/>
                </a:lnTo>
                <a:lnTo>
                  <a:pt x="2870" y="335"/>
                </a:lnTo>
                <a:lnTo>
                  <a:pt x="2870" y="336"/>
                </a:lnTo>
                <a:lnTo>
                  <a:pt x="2869" y="336"/>
                </a:lnTo>
                <a:lnTo>
                  <a:pt x="2868" y="336"/>
                </a:lnTo>
                <a:lnTo>
                  <a:pt x="2868" y="337"/>
                </a:lnTo>
                <a:lnTo>
                  <a:pt x="2869" y="337"/>
                </a:lnTo>
                <a:lnTo>
                  <a:pt x="2870" y="337"/>
                </a:lnTo>
                <a:lnTo>
                  <a:pt x="2870" y="338"/>
                </a:lnTo>
                <a:lnTo>
                  <a:pt x="2869" y="338"/>
                </a:lnTo>
                <a:lnTo>
                  <a:pt x="2869" y="339"/>
                </a:lnTo>
                <a:lnTo>
                  <a:pt x="2868" y="339"/>
                </a:lnTo>
                <a:lnTo>
                  <a:pt x="2867" y="339"/>
                </a:lnTo>
                <a:lnTo>
                  <a:pt x="2866" y="340"/>
                </a:lnTo>
                <a:lnTo>
                  <a:pt x="2866" y="342"/>
                </a:lnTo>
                <a:lnTo>
                  <a:pt x="2866" y="343"/>
                </a:lnTo>
                <a:lnTo>
                  <a:pt x="2866" y="344"/>
                </a:lnTo>
                <a:lnTo>
                  <a:pt x="2865" y="344"/>
                </a:lnTo>
                <a:lnTo>
                  <a:pt x="2865" y="345"/>
                </a:lnTo>
                <a:lnTo>
                  <a:pt x="2864" y="345"/>
                </a:lnTo>
                <a:lnTo>
                  <a:pt x="2863" y="345"/>
                </a:lnTo>
                <a:lnTo>
                  <a:pt x="2863" y="344"/>
                </a:lnTo>
                <a:lnTo>
                  <a:pt x="2861" y="344"/>
                </a:lnTo>
                <a:lnTo>
                  <a:pt x="2860" y="345"/>
                </a:lnTo>
                <a:lnTo>
                  <a:pt x="2860" y="346"/>
                </a:lnTo>
                <a:lnTo>
                  <a:pt x="2861" y="346"/>
                </a:lnTo>
                <a:lnTo>
                  <a:pt x="2860" y="346"/>
                </a:lnTo>
                <a:lnTo>
                  <a:pt x="2859" y="346"/>
                </a:lnTo>
                <a:lnTo>
                  <a:pt x="2858" y="346"/>
                </a:lnTo>
                <a:lnTo>
                  <a:pt x="2858" y="347"/>
                </a:lnTo>
                <a:lnTo>
                  <a:pt x="2859" y="348"/>
                </a:lnTo>
                <a:lnTo>
                  <a:pt x="2860" y="348"/>
                </a:lnTo>
                <a:lnTo>
                  <a:pt x="2860" y="349"/>
                </a:lnTo>
                <a:lnTo>
                  <a:pt x="2860" y="350"/>
                </a:lnTo>
                <a:lnTo>
                  <a:pt x="2861" y="350"/>
                </a:lnTo>
                <a:lnTo>
                  <a:pt x="2861" y="351"/>
                </a:lnTo>
                <a:lnTo>
                  <a:pt x="2861" y="352"/>
                </a:lnTo>
                <a:lnTo>
                  <a:pt x="2860" y="352"/>
                </a:lnTo>
                <a:lnTo>
                  <a:pt x="2859" y="352"/>
                </a:lnTo>
                <a:lnTo>
                  <a:pt x="2858" y="351"/>
                </a:lnTo>
                <a:lnTo>
                  <a:pt x="2857" y="350"/>
                </a:lnTo>
                <a:lnTo>
                  <a:pt x="2856" y="350"/>
                </a:lnTo>
                <a:lnTo>
                  <a:pt x="2856" y="351"/>
                </a:lnTo>
                <a:lnTo>
                  <a:pt x="2855" y="352"/>
                </a:lnTo>
                <a:lnTo>
                  <a:pt x="2856" y="352"/>
                </a:lnTo>
                <a:lnTo>
                  <a:pt x="2856" y="353"/>
                </a:lnTo>
                <a:lnTo>
                  <a:pt x="2857" y="354"/>
                </a:lnTo>
                <a:lnTo>
                  <a:pt x="2857" y="355"/>
                </a:lnTo>
                <a:lnTo>
                  <a:pt x="2858" y="356"/>
                </a:lnTo>
                <a:lnTo>
                  <a:pt x="2857" y="357"/>
                </a:lnTo>
                <a:lnTo>
                  <a:pt x="2857" y="358"/>
                </a:lnTo>
                <a:lnTo>
                  <a:pt x="2858" y="358"/>
                </a:lnTo>
                <a:lnTo>
                  <a:pt x="2859" y="358"/>
                </a:lnTo>
                <a:lnTo>
                  <a:pt x="2859" y="359"/>
                </a:lnTo>
                <a:lnTo>
                  <a:pt x="2859" y="360"/>
                </a:lnTo>
                <a:lnTo>
                  <a:pt x="2858" y="360"/>
                </a:lnTo>
                <a:lnTo>
                  <a:pt x="2857" y="360"/>
                </a:lnTo>
                <a:lnTo>
                  <a:pt x="2857" y="361"/>
                </a:lnTo>
                <a:lnTo>
                  <a:pt x="2857" y="362"/>
                </a:lnTo>
                <a:lnTo>
                  <a:pt x="2858" y="363"/>
                </a:lnTo>
                <a:lnTo>
                  <a:pt x="2859" y="363"/>
                </a:lnTo>
                <a:lnTo>
                  <a:pt x="2859" y="364"/>
                </a:lnTo>
                <a:lnTo>
                  <a:pt x="2858" y="364"/>
                </a:lnTo>
                <a:lnTo>
                  <a:pt x="2857" y="364"/>
                </a:lnTo>
                <a:lnTo>
                  <a:pt x="2857" y="365"/>
                </a:lnTo>
                <a:lnTo>
                  <a:pt x="2856" y="365"/>
                </a:lnTo>
                <a:lnTo>
                  <a:pt x="2857" y="365"/>
                </a:lnTo>
                <a:lnTo>
                  <a:pt x="2857" y="366"/>
                </a:lnTo>
                <a:lnTo>
                  <a:pt x="2858" y="365"/>
                </a:lnTo>
                <a:lnTo>
                  <a:pt x="2858" y="366"/>
                </a:lnTo>
                <a:lnTo>
                  <a:pt x="2858" y="367"/>
                </a:lnTo>
                <a:lnTo>
                  <a:pt x="2857" y="367"/>
                </a:lnTo>
                <a:lnTo>
                  <a:pt x="2857" y="366"/>
                </a:lnTo>
                <a:lnTo>
                  <a:pt x="2856" y="366"/>
                </a:lnTo>
                <a:lnTo>
                  <a:pt x="2856" y="367"/>
                </a:lnTo>
                <a:lnTo>
                  <a:pt x="2855" y="367"/>
                </a:lnTo>
                <a:lnTo>
                  <a:pt x="2855" y="368"/>
                </a:lnTo>
                <a:lnTo>
                  <a:pt x="2855" y="369"/>
                </a:lnTo>
                <a:lnTo>
                  <a:pt x="2854" y="369"/>
                </a:lnTo>
                <a:lnTo>
                  <a:pt x="2853" y="369"/>
                </a:lnTo>
                <a:lnTo>
                  <a:pt x="2853" y="370"/>
                </a:lnTo>
                <a:lnTo>
                  <a:pt x="2853" y="371"/>
                </a:lnTo>
                <a:lnTo>
                  <a:pt x="2854" y="371"/>
                </a:lnTo>
                <a:lnTo>
                  <a:pt x="2854" y="372"/>
                </a:lnTo>
                <a:lnTo>
                  <a:pt x="2854" y="373"/>
                </a:lnTo>
                <a:lnTo>
                  <a:pt x="2854" y="374"/>
                </a:lnTo>
                <a:lnTo>
                  <a:pt x="2853" y="374"/>
                </a:lnTo>
                <a:lnTo>
                  <a:pt x="2852" y="375"/>
                </a:lnTo>
                <a:lnTo>
                  <a:pt x="2852" y="376"/>
                </a:lnTo>
                <a:lnTo>
                  <a:pt x="2853" y="376"/>
                </a:lnTo>
                <a:lnTo>
                  <a:pt x="2854" y="376"/>
                </a:lnTo>
                <a:lnTo>
                  <a:pt x="2854" y="377"/>
                </a:lnTo>
                <a:lnTo>
                  <a:pt x="2853" y="377"/>
                </a:lnTo>
                <a:lnTo>
                  <a:pt x="2853" y="378"/>
                </a:lnTo>
                <a:lnTo>
                  <a:pt x="2854" y="378"/>
                </a:lnTo>
                <a:lnTo>
                  <a:pt x="2855" y="378"/>
                </a:lnTo>
                <a:lnTo>
                  <a:pt x="2855" y="379"/>
                </a:lnTo>
                <a:lnTo>
                  <a:pt x="2855" y="380"/>
                </a:lnTo>
                <a:lnTo>
                  <a:pt x="2854" y="380"/>
                </a:lnTo>
                <a:lnTo>
                  <a:pt x="2854" y="379"/>
                </a:lnTo>
                <a:lnTo>
                  <a:pt x="2853" y="379"/>
                </a:lnTo>
                <a:lnTo>
                  <a:pt x="2853" y="380"/>
                </a:lnTo>
                <a:lnTo>
                  <a:pt x="2853" y="381"/>
                </a:lnTo>
                <a:lnTo>
                  <a:pt x="2854" y="381"/>
                </a:lnTo>
                <a:lnTo>
                  <a:pt x="2854" y="382"/>
                </a:lnTo>
                <a:lnTo>
                  <a:pt x="2854" y="383"/>
                </a:lnTo>
                <a:lnTo>
                  <a:pt x="2853" y="383"/>
                </a:lnTo>
                <a:lnTo>
                  <a:pt x="2853" y="384"/>
                </a:lnTo>
                <a:lnTo>
                  <a:pt x="2852" y="384"/>
                </a:lnTo>
                <a:lnTo>
                  <a:pt x="2852" y="385"/>
                </a:lnTo>
                <a:lnTo>
                  <a:pt x="2851" y="385"/>
                </a:lnTo>
                <a:lnTo>
                  <a:pt x="2850" y="385"/>
                </a:lnTo>
                <a:lnTo>
                  <a:pt x="2849" y="385"/>
                </a:lnTo>
                <a:lnTo>
                  <a:pt x="2849" y="386"/>
                </a:lnTo>
                <a:lnTo>
                  <a:pt x="2849" y="387"/>
                </a:lnTo>
                <a:lnTo>
                  <a:pt x="2849" y="388"/>
                </a:lnTo>
                <a:lnTo>
                  <a:pt x="2850" y="388"/>
                </a:lnTo>
                <a:lnTo>
                  <a:pt x="2850" y="389"/>
                </a:lnTo>
                <a:lnTo>
                  <a:pt x="2849" y="389"/>
                </a:lnTo>
                <a:lnTo>
                  <a:pt x="2848" y="390"/>
                </a:lnTo>
                <a:lnTo>
                  <a:pt x="2847" y="391"/>
                </a:lnTo>
                <a:lnTo>
                  <a:pt x="2846" y="391"/>
                </a:lnTo>
                <a:lnTo>
                  <a:pt x="2845" y="391"/>
                </a:lnTo>
                <a:lnTo>
                  <a:pt x="2845" y="392"/>
                </a:lnTo>
                <a:lnTo>
                  <a:pt x="2846" y="392"/>
                </a:lnTo>
                <a:lnTo>
                  <a:pt x="2847" y="393"/>
                </a:lnTo>
                <a:lnTo>
                  <a:pt x="2848" y="393"/>
                </a:lnTo>
                <a:lnTo>
                  <a:pt x="2849" y="393"/>
                </a:lnTo>
                <a:lnTo>
                  <a:pt x="2850" y="393"/>
                </a:lnTo>
                <a:lnTo>
                  <a:pt x="2850" y="394"/>
                </a:lnTo>
                <a:lnTo>
                  <a:pt x="2849" y="394"/>
                </a:lnTo>
                <a:lnTo>
                  <a:pt x="2849" y="395"/>
                </a:lnTo>
                <a:lnTo>
                  <a:pt x="2848" y="395"/>
                </a:lnTo>
                <a:lnTo>
                  <a:pt x="2847" y="395"/>
                </a:lnTo>
                <a:lnTo>
                  <a:pt x="2846" y="395"/>
                </a:lnTo>
                <a:lnTo>
                  <a:pt x="2845" y="395"/>
                </a:lnTo>
                <a:lnTo>
                  <a:pt x="2845" y="396"/>
                </a:lnTo>
                <a:lnTo>
                  <a:pt x="2846" y="397"/>
                </a:lnTo>
                <a:lnTo>
                  <a:pt x="2846" y="398"/>
                </a:lnTo>
                <a:lnTo>
                  <a:pt x="2845" y="398"/>
                </a:lnTo>
                <a:lnTo>
                  <a:pt x="2844" y="398"/>
                </a:lnTo>
                <a:lnTo>
                  <a:pt x="2844" y="397"/>
                </a:lnTo>
                <a:lnTo>
                  <a:pt x="2844" y="396"/>
                </a:lnTo>
                <a:lnTo>
                  <a:pt x="2844" y="395"/>
                </a:lnTo>
                <a:lnTo>
                  <a:pt x="2843" y="395"/>
                </a:lnTo>
                <a:lnTo>
                  <a:pt x="2842" y="396"/>
                </a:lnTo>
                <a:lnTo>
                  <a:pt x="2842" y="397"/>
                </a:lnTo>
                <a:lnTo>
                  <a:pt x="2841" y="397"/>
                </a:lnTo>
                <a:lnTo>
                  <a:pt x="2841" y="398"/>
                </a:lnTo>
                <a:lnTo>
                  <a:pt x="2841" y="399"/>
                </a:lnTo>
                <a:lnTo>
                  <a:pt x="2841" y="400"/>
                </a:lnTo>
                <a:lnTo>
                  <a:pt x="2841" y="401"/>
                </a:lnTo>
                <a:lnTo>
                  <a:pt x="2840" y="401"/>
                </a:lnTo>
                <a:lnTo>
                  <a:pt x="2840" y="402"/>
                </a:lnTo>
                <a:lnTo>
                  <a:pt x="2839" y="402"/>
                </a:lnTo>
                <a:lnTo>
                  <a:pt x="2840" y="402"/>
                </a:lnTo>
                <a:lnTo>
                  <a:pt x="2841" y="402"/>
                </a:lnTo>
                <a:lnTo>
                  <a:pt x="2842" y="402"/>
                </a:lnTo>
                <a:lnTo>
                  <a:pt x="2842" y="403"/>
                </a:lnTo>
                <a:lnTo>
                  <a:pt x="2843" y="403"/>
                </a:lnTo>
                <a:lnTo>
                  <a:pt x="2842" y="403"/>
                </a:lnTo>
                <a:lnTo>
                  <a:pt x="2842" y="404"/>
                </a:lnTo>
                <a:lnTo>
                  <a:pt x="2841" y="405"/>
                </a:lnTo>
                <a:lnTo>
                  <a:pt x="2842" y="406"/>
                </a:lnTo>
                <a:lnTo>
                  <a:pt x="2843" y="406"/>
                </a:lnTo>
                <a:lnTo>
                  <a:pt x="2844" y="406"/>
                </a:lnTo>
                <a:lnTo>
                  <a:pt x="2845" y="406"/>
                </a:lnTo>
                <a:lnTo>
                  <a:pt x="2846" y="406"/>
                </a:lnTo>
                <a:lnTo>
                  <a:pt x="2847" y="406"/>
                </a:lnTo>
                <a:lnTo>
                  <a:pt x="2848" y="406"/>
                </a:lnTo>
                <a:lnTo>
                  <a:pt x="2849" y="407"/>
                </a:lnTo>
                <a:lnTo>
                  <a:pt x="2848" y="407"/>
                </a:lnTo>
                <a:lnTo>
                  <a:pt x="2848" y="408"/>
                </a:lnTo>
                <a:lnTo>
                  <a:pt x="2847" y="409"/>
                </a:lnTo>
                <a:lnTo>
                  <a:pt x="2846" y="409"/>
                </a:lnTo>
                <a:lnTo>
                  <a:pt x="2845" y="409"/>
                </a:lnTo>
                <a:lnTo>
                  <a:pt x="2844" y="408"/>
                </a:lnTo>
                <a:lnTo>
                  <a:pt x="2843" y="408"/>
                </a:lnTo>
                <a:lnTo>
                  <a:pt x="2842" y="408"/>
                </a:lnTo>
                <a:lnTo>
                  <a:pt x="2842" y="409"/>
                </a:lnTo>
                <a:lnTo>
                  <a:pt x="2842" y="410"/>
                </a:lnTo>
                <a:lnTo>
                  <a:pt x="2841" y="410"/>
                </a:lnTo>
                <a:lnTo>
                  <a:pt x="2841" y="411"/>
                </a:lnTo>
                <a:lnTo>
                  <a:pt x="2842" y="411"/>
                </a:lnTo>
                <a:lnTo>
                  <a:pt x="2843" y="411"/>
                </a:lnTo>
                <a:lnTo>
                  <a:pt x="2844" y="411"/>
                </a:lnTo>
                <a:lnTo>
                  <a:pt x="2845" y="411"/>
                </a:lnTo>
                <a:lnTo>
                  <a:pt x="2845" y="412"/>
                </a:lnTo>
                <a:lnTo>
                  <a:pt x="2846" y="413"/>
                </a:lnTo>
                <a:lnTo>
                  <a:pt x="2846" y="414"/>
                </a:lnTo>
                <a:lnTo>
                  <a:pt x="2846" y="415"/>
                </a:lnTo>
                <a:lnTo>
                  <a:pt x="2846" y="416"/>
                </a:lnTo>
                <a:lnTo>
                  <a:pt x="2845" y="416"/>
                </a:lnTo>
                <a:lnTo>
                  <a:pt x="2845" y="417"/>
                </a:lnTo>
                <a:lnTo>
                  <a:pt x="2844" y="417"/>
                </a:lnTo>
                <a:lnTo>
                  <a:pt x="2843" y="417"/>
                </a:lnTo>
                <a:lnTo>
                  <a:pt x="2842" y="418"/>
                </a:lnTo>
                <a:lnTo>
                  <a:pt x="2841" y="418"/>
                </a:lnTo>
                <a:lnTo>
                  <a:pt x="2841" y="419"/>
                </a:lnTo>
                <a:lnTo>
                  <a:pt x="2841" y="420"/>
                </a:lnTo>
                <a:lnTo>
                  <a:pt x="2842" y="420"/>
                </a:lnTo>
                <a:lnTo>
                  <a:pt x="2842" y="421"/>
                </a:lnTo>
                <a:lnTo>
                  <a:pt x="2842" y="422"/>
                </a:lnTo>
                <a:lnTo>
                  <a:pt x="2841" y="423"/>
                </a:lnTo>
                <a:lnTo>
                  <a:pt x="2840" y="423"/>
                </a:lnTo>
                <a:lnTo>
                  <a:pt x="2839" y="423"/>
                </a:lnTo>
                <a:lnTo>
                  <a:pt x="2838" y="424"/>
                </a:lnTo>
                <a:lnTo>
                  <a:pt x="2837" y="424"/>
                </a:lnTo>
                <a:lnTo>
                  <a:pt x="2837" y="425"/>
                </a:lnTo>
                <a:lnTo>
                  <a:pt x="2838" y="426"/>
                </a:lnTo>
                <a:lnTo>
                  <a:pt x="2839" y="427"/>
                </a:lnTo>
                <a:lnTo>
                  <a:pt x="2839" y="428"/>
                </a:lnTo>
                <a:lnTo>
                  <a:pt x="2840" y="428"/>
                </a:lnTo>
                <a:lnTo>
                  <a:pt x="2841" y="428"/>
                </a:lnTo>
                <a:lnTo>
                  <a:pt x="2842" y="428"/>
                </a:lnTo>
                <a:lnTo>
                  <a:pt x="2842" y="429"/>
                </a:lnTo>
                <a:lnTo>
                  <a:pt x="2841" y="430"/>
                </a:lnTo>
                <a:lnTo>
                  <a:pt x="2841" y="431"/>
                </a:lnTo>
                <a:lnTo>
                  <a:pt x="2841" y="432"/>
                </a:lnTo>
                <a:lnTo>
                  <a:pt x="2843" y="432"/>
                </a:lnTo>
                <a:lnTo>
                  <a:pt x="2843" y="433"/>
                </a:lnTo>
                <a:lnTo>
                  <a:pt x="2844" y="434"/>
                </a:lnTo>
                <a:lnTo>
                  <a:pt x="2845" y="435"/>
                </a:lnTo>
                <a:lnTo>
                  <a:pt x="2845" y="436"/>
                </a:lnTo>
                <a:lnTo>
                  <a:pt x="2845" y="437"/>
                </a:lnTo>
                <a:lnTo>
                  <a:pt x="2844" y="437"/>
                </a:lnTo>
                <a:lnTo>
                  <a:pt x="2843" y="437"/>
                </a:lnTo>
                <a:lnTo>
                  <a:pt x="2843" y="438"/>
                </a:lnTo>
                <a:lnTo>
                  <a:pt x="2844" y="438"/>
                </a:lnTo>
                <a:lnTo>
                  <a:pt x="2845" y="439"/>
                </a:lnTo>
                <a:lnTo>
                  <a:pt x="2845" y="440"/>
                </a:lnTo>
                <a:lnTo>
                  <a:pt x="2845" y="441"/>
                </a:lnTo>
                <a:lnTo>
                  <a:pt x="2844" y="441"/>
                </a:lnTo>
                <a:lnTo>
                  <a:pt x="2844" y="442"/>
                </a:lnTo>
                <a:lnTo>
                  <a:pt x="2843" y="442"/>
                </a:lnTo>
                <a:lnTo>
                  <a:pt x="2842" y="442"/>
                </a:lnTo>
                <a:lnTo>
                  <a:pt x="2841" y="443"/>
                </a:lnTo>
                <a:lnTo>
                  <a:pt x="2840" y="443"/>
                </a:lnTo>
                <a:lnTo>
                  <a:pt x="2840" y="444"/>
                </a:lnTo>
                <a:lnTo>
                  <a:pt x="2840" y="445"/>
                </a:lnTo>
                <a:lnTo>
                  <a:pt x="2841" y="445"/>
                </a:lnTo>
                <a:lnTo>
                  <a:pt x="2842" y="445"/>
                </a:lnTo>
                <a:lnTo>
                  <a:pt x="2843" y="446"/>
                </a:lnTo>
                <a:lnTo>
                  <a:pt x="2844" y="446"/>
                </a:lnTo>
                <a:lnTo>
                  <a:pt x="2845" y="446"/>
                </a:lnTo>
                <a:lnTo>
                  <a:pt x="2845" y="447"/>
                </a:lnTo>
                <a:lnTo>
                  <a:pt x="2846" y="447"/>
                </a:lnTo>
                <a:lnTo>
                  <a:pt x="2846" y="448"/>
                </a:lnTo>
                <a:lnTo>
                  <a:pt x="2846" y="449"/>
                </a:lnTo>
                <a:lnTo>
                  <a:pt x="2846" y="450"/>
                </a:lnTo>
                <a:lnTo>
                  <a:pt x="2846" y="453"/>
                </a:lnTo>
                <a:lnTo>
                  <a:pt x="2846" y="454"/>
                </a:lnTo>
                <a:lnTo>
                  <a:pt x="2846" y="455"/>
                </a:lnTo>
                <a:lnTo>
                  <a:pt x="2845" y="455"/>
                </a:lnTo>
                <a:lnTo>
                  <a:pt x="2845" y="456"/>
                </a:lnTo>
                <a:lnTo>
                  <a:pt x="2845" y="457"/>
                </a:lnTo>
                <a:lnTo>
                  <a:pt x="2846" y="457"/>
                </a:lnTo>
                <a:lnTo>
                  <a:pt x="2847" y="457"/>
                </a:lnTo>
                <a:lnTo>
                  <a:pt x="2848" y="457"/>
                </a:lnTo>
                <a:lnTo>
                  <a:pt x="2848" y="458"/>
                </a:lnTo>
                <a:lnTo>
                  <a:pt x="2847" y="458"/>
                </a:lnTo>
                <a:lnTo>
                  <a:pt x="2847" y="459"/>
                </a:lnTo>
                <a:lnTo>
                  <a:pt x="2847" y="460"/>
                </a:lnTo>
                <a:lnTo>
                  <a:pt x="2847" y="461"/>
                </a:lnTo>
                <a:lnTo>
                  <a:pt x="2848" y="461"/>
                </a:lnTo>
                <a:lnTo>
                  <a:pt x="2848" y="462"/>
                </a:lnTo>
                <a:lnTo>
                  <a:pt x="2848" y="463"/>
                </a:lnTo>
                <a:lnTo>
                  <a:pt x="2848" y="464"/>
                </a:lnTo>
                <a:lnTo>
                  <a:pt x="2849" y="464"/>
                </a:lnTo>
                <a:lnTo>
                  <a:pt x="2849" y="465"/>
                </a:lnTo>
                <a:lnTo>
                  <a:pt x="2849" y="466"/>
                </a:lnTo>
                <a:lnTo>
                  <a:pt x="2848" y="467"/>
                </a:lnTo>
                <a:lnTo>
                  <a:pt x="2848" y="468"/>
                </a:lnTo>
                <a:lnTo>
                  <a:pt x="2847" y="469"/>
                </a:lnTo>
                <a:lnTo>
                  <a:pt x="2847" y="470"/>
                </a:lnTo>
                <a:lnTo>
                  <a:pt x="2848" y="470"/>
                </a:lnTo>
                <a:lnTo>
                  <a:pt x="2848" y="471"/>
                </a:lnTo>
                <a:lnTo>
                  <a:pt x="2848" y="472"/>
                </a:lnTo>
                <a:lnTo>
                  <a:pt x="2847" y="472"/>
                </a:lnTo>
                <a:lnTo>
                  <a:pt x="2846" y="472"/>
                </a:lnTo>
                <a:lnTo>
                  <a:pt x="2846" y="471"/>
                </a:lnTo>
                <a:lnTo>
                  <a:pt x="2846" y="470"/>
                </a:lnTo>
                <a:lnTo>
                  <a:pt x="2846" y="469"/>
                </a:lnTo>
                <a:lnTo>
                  <a:pt x="2846" y="468"/>
                </a:lnTo>
                <a:lnTo>
                  <a:pt x="2845" y="468"/>
                </a:lnTo>
                <a:lnTo>
                  <a:pt x="2844" y="467"/>
                </a:lnTo>
                <a:lnTo>
                  <a:pt x="2843" y="467"/>
                </a:lnTo>
                <a:lnTo>
                  <a:pt x="2842" y="467"/>
                </a:lnTo>
                <a:lnTo>
                  <a:pt x="2841" y="467"/>
                </a:lnTo>
                <a:lnTo>
                  <a:pt x="2840" y="467"/>
                </a:lnTo>
                <a:lnTo>
                  <a:pt x="2840" y="469"/>
                </a:lnTo>
                <a:lnTo>
                  <a:pt x="2840" y="470"/>
                </a:lnTo>
                <a:lnTo>
                  <a:pt x="2841" y="471"/>
                </a:lnTo>
                <a:lnTo>
                  <a:pt x="2841" y="472"/>
                </a:lnTo>
                <a:lnTo>
                  <a:pt x="2842" y="472"/>
                </a:lnTo>
                <a:lnTo>
                  <a:pt x="2842" y="473"/>
                </a:lnTo>
                <a:lnTo>
                  <a:pt x="2842" y="474"/>
                </a:lnTo>
                <a:lnTo>
                  <a:pt x="2843" y="474"/>
                </a:lnTo>
                <a:lnTo>
                  <a:pt x="2843" y="475"/>
                </a:lnTo>
                <a:lnTo>
                  <a:pt x="2844" y="475"/>
                </a:lnTo>
                <a:lnTo>
                  <a:pt x="2845" y="474"/>
                </a:lnTo>
                <a:lnTo>
                  <a:pt x="2845" y="473"/>
                </a:lnTo>
                <a:lnTo>
                  <a:pt x="2845" y="472"/>
                </a:lnTo>
                <a:lnTo>
                  <a:pt x="2846" y="472"/>
                </a:lnTo>
                <a:lnTo>
                  <a:pt x="2846" y="473"/>
                </a:lnTo>
                <a:lnTo>
                  <a:pt x="2846" y="474"/>
                </a:lnTo>
                <a:lnTo>
                  <a:pt x="2847" y="475"/>
                </a:lnTo>
                <a:lnTo>
                  <a:pt x="2848" y="475"/>
                </a:lnTo>
                <a:lnTo>
                  <a:pt x="2849" y="476"/>
                </a:lnTo>
                <a:lnTo>
                  <a:pt x="2849" y="477"/>
                </a:lnTo>
                <a:lnTo>
                  <a:pt x="2850" y="477"/>
                </a:lnTo>
                <a:lnTo>
                  <a:pt x="2851" y="477"/>
                </a:lnTo>
                <a:lnTo>
                  <a:pt x="2851" y="476"/>
                </a:lnTo>
                <a:lnTo>
                  <a:pt x="2852" y="476"/>
                </a:lnTo>
                <a:lnTo>
                  <a:pt x="2852" y="477"/>
                </a:lnTo>
                <a:lnTo>
                  <a:pt x="2853" y="477"/>
                </a:lnTo>
                <a:lnTo>
                  <a:pt x="2852" y="477"/>
                </a:lnTo>
                <a:lnTo>
                  <a:pt x="2852" y="478"/>
                </a:lnTo>
                <a:lnTo>
                  <a:pt x="2853" y="479"/>
                </a:lnTo>
                <a:lnTo>
                  <a:pt x="2853" y="480"/>
                </a:lnTo>
                <a:lnTo>
                  <a:pt x="2852" y="480"/>
                </a:lnTo>
                <a:lnTo>
                  <a:pt x="2852" y="481"/>
                </a:lnTo>
                <a:lnTo>
                  <a:pt x="2851" y="481"/>
                </a:lnTo>
                <a:lnTo>
                  <a:pt x="2852" y="481"/>
                </a:lnTo>
                <a:lnTo>
                  <a:pt x="2853" y="481"/>
                </a:lnTo>
                <a:lnTo>
                  <a:pt x="2853" y="482"/>
                </a:lnTo>
                <a:lnTo>
                  <a:pt x="2854" y="483"/>
                </a:lnTo>
                <a:lnTo>
                  <a:pt x="2854" y="484"/>
                </a:lnTo>
                <a:lnTo>
                  <a:pt x="2854" y="485"/>
                </a:lnTo>
                <a:lnTo>
                  <a:pt x="2853" y="485"/>
                </a:lnTo>
                <a:lnTo>
                  <a:pt x="2852" y="485"/>
                </a:lnTo>
                <a:lnTo>
                  <a:pt x="2852" y="486"/>
                </a:lnTo>
                <a:lnTo>
                  <a:pt x="2853" y="486"/>
                </a:lnTo>
                <a:lnTo>
                  <a:pt x="2853" y="487"/>
                </a:lnTo>
                <a:lnTo>
                  <a:pt x="2854" y="488"/>
                </a:lnTo>
                <a:lnTo>
                  <a:pt x="2854" y="489"/>
                </a:lnTo>
                <a:lnTo>
                  <a:pt x="2854" y="490"/>
                </a:lnTo>
                <a:lnTo>
                  <a:pt x="2855" y="490"/>
                </a:lnTo>
                <a:lnTo>
                  <a:pt x="2856" y="490"/>
                </a:lnTo>
                <a:lnTo>
                  <a:pt x="2856" y="491"/>
                </a:lnTo>
                <a:lnTo>
                  <a:pt x="2855" y="491"/>
                </a:lnTo>
                <a:lnTo>
                  <a:pt x="2855" y="492"/>
                </a:lnTo>
                <a:lnTo>
                  <a:pt x="2856" y="493"/>
                </a:lnTo>
                <a:lnTo>
                  <a:pt x="2857" y="493"/>
                </a:lnTo>
                <a:lnTo>
                  <a:pt x="2859" y="495"/>
                </a:lnTo>
                <a:lnTo>
                  <a:pt x="2860" y="496"/>
                </a:lnTo>
                <a:lnTo>
                  <a:pt x="2860" y="497"/>
                </a:lnTo>
                <a:lnTo>
                  <a:pt x="2860" y="498"/>
                </a:lnTo>
                <a:lnTo>
                  <a:pt x="2859" y="499"/>
                </a:lnTo>
                <a:lnTo>
                  <a:pt x="2860" y="500"/>
                </a:lnTo>
                <a:lnTo>
                  <a:pt x="2860" y="502"/>
                </a:lnTo>
                <a:lnTo>
                  <a:pt x="2860" y="503"/>
                </a:lnTo>
                <a:lnTo>
                  <a:pt x="2861" y="503"/>
                </a:lnTo>
                <a:lnTo>
                  <a:pt x="2860" y="504"/>
                </a:lnTo>
                <a:lnTo>
                  <a:pt x="2860" y="505"/>
                </a:lnTo>
                <a:lnTo>
                  <a:pt x="2861" y="505"/>
                </a:lnTo>
                <a:lnTo>
                  <a:pt x="2861" y="506"/>
                </a:lnTo>
                <a:lnTo>
                  <a:pt x="2861" y="505"/>
                </a:lnTo>
                <a:lnTo>
                  <a:pt x="2862" y="505"/>
                </a:lnTo>
                <a:lnTo>
                  <a:pt x="2862" y="506"/>
                </a:lnTo>
                <a:lnTo>
                  <a:pt x="2863" y="506"/>
                </a:lnTo>
                <a:lnTo>
                  <a:pt x="2863" y="507"/>
                </a:lnTo>
                <a:lnTo>
                  <a:pt x="2863" y="508"/>
                </a:lnTo>
                <a:lnTo>
                  <a:pt x="2863" y="509"/>
                </a:lnTo>
                <a:lnTo>
                  <a:pt x="2864" y="509"/>
                </a:lnTo>
                <a:lnTo>
                  <a:pt x="2864" y="510"/>
                </a:lnTo>
                <a:lnTo>
                  <a:pt x="2863" y="510"/>
                </a:lnTo>
                <a:lnTo>
                  <a:pt x="2862" y="510"/>
                </a:lnTo>
                <a:lnTo>
                  <a:pt x="2861" y="510"/>
                </a:lnTo>
                <a:lnTo>
                  <a:pt x="2861" y="511"/>
                </a:lnTo>
                <a:lnTo>
                  <a:pt x="2862" y="511"/>
                </a:lnTo>
                <a:lnTo>
                  <a:pt x="2862" y="512"/>
                </a:lnTo>
                <a:lnTo>
                  <a:pt x="2863" y="513"/>
                </a:lnTo>
                <a:lnTo>
                  <a:pt x="2863" y="514"/>
                </a:lnTo>
                <a:lnTo>
                  <a:pt x="2862" y="514"/>
                </a:lnTo>
                <a:lnTo>
                  <a:pt x="2862" y="515"/>
                </a:lnTo>
                <a:lnTo>
                  <a:pt x="2863" y="516"/>
                </a:lnTo>
                <a:lnTo>
                  <a:pt x="2864" y="516"/>
                </a:lnTo>
                <a:lnTo>
                  <a:pt x="2863" y="517"/>
                </a:lnTo>
                <a:lnTo>
                  <a:pt x="2862" y="518"/>
                </a:lnTo>
                <a:lnTo>
                  <a:pt x="2862" y="519"/>
                </a:lnTo>
                <a:lnTo>
                  <a:pt x="2862" y="520"/>
                </a:lnTo>
                <a:lnTo>
                  <a:pt x="2861" y="520"/>
                </a:lnTo>
                <a:lnTo>
                  <a:pt x="2861" y="521"/>
                </a:lnTo>
                <a:lnTo>
                  <a:pt x="2861" y="522"/>
                </a:lnTo>
                <a:lnTo>
                  <a:pt x="2860" y="522"/>
                </a:lnTo>
                <a:lnTo>
                  <a:pt x="2860" y="523"/>
                </a:lnTo>
                <a:lnTo>
                  <a:pt x="2860" y="524"/>
                </a:lnTo>
                <a:lnTo>
                  <a:pt x="2861" y="524"/>
                </a:lnTo>
                <a:lnTo>
                  <a:pt x="2862" y="524"/>
                </a:lnTo>
                <a:lnTo>
                  <a:pt x="2861" y="524"/>
                </a:lnTo>
                <a:lnTo>
                  <a:pt x="2861" y="525"/>
                </a:lnTo>
                <a:lnTo>
                  <a:pt x="2861" y="526"/>
                </a:lnTo>
                <a:lnTo>
                  <a:pt x="2862" y="526"/>
                </a:lnTo>
                <a:lnTo>
                  <a:pt x="2862" y="525"/>
                </a:lnTo>
                <a:lnTo>
                  <a:pt x="2863" y="525"/>
                </a:lnTo>
                <a:lnTo>
                  <a:pt x="2863" y="526"/>
                </a:lnTo>
                <a:lnTo>
                  <a:pt x="2862" y="526"/>
                </a:lnTo>
                <a:lnTo>
                  <a:pt x="2861" y="526"/>
                </a:lnTo>
                <a:lnTo>
                  <a:pt x="2861" y="527"/>
                </a:lnTo>
                <a:lnTo>
                  <a:pt x="2861" y="528"/>
                </a:lnTo>
                <a:lnTo>
                  <a:pt x="2862" y="528"/>
                </a:lnTo>
                <a:lnTo>
                  <a:pt x="2863" y="529"/>
                </a:lnTo>
                <a:lnTo>
                  <a:pt x="2863" y="530"/>
                </a:lnTo>
                <a:lnTo>
                  <a:pt x="2863" y="532"/>
                </a:lnTo>
                <a:lnTo>
                  <a:pt x="2863" y="533"/>
                </a:lnTo>
                <a:lnTo>
                  <a:pt x="2863" y="534"/>
                </a:lnTo>
                <a:lnTo>
                  <a:pt x="2863" y="535"/>
                </a:lnTo>
                <a:lnTo>
                  <a:pt x="2863" y="536"/>
                </a:lnTo>
                <a:lnTo>
                  <a:pt x="2862" y="537"/>
                </a:lnTo>
                <a:lnTo>
                  <a:pt x="2861" y="537"/>
                </a:lnTo>
                <a:lnTo>
                  <a:pt x="2860" y="537"/>
                </a:lnTo>
                <a:lnTo>
                  <a:pt x="2860" y="538"/>
                </a:lnTo>
                <a:lnTo>
                  <a:pt x="2860" y="539"/>
                </a:lnTo>
                <a:lnTo>
                  <a:pt x="2859" y="539"/>
                </a:lnTo>
                <a:lnTo>
                  <a:pt x="2859" y="540"/>
                </a:lnTo>
                <a:lnTo>
                  <a:pt x="2859" y="541"/>
                </a:lnTo>
                <a:lnTo>
                  <a:pt x="2858" y="541"/>
                </a:lnTo>
                <a:lnTo>
                  <a:pt x="2858" y="543"/>
                </a:lnTo>
                <a:lnTo>
                  <a:pt x="2858" y="544"/>
                </a:lnTo>
                <a:lnTo>
                  <a:pt x="2857" y="544"/>
                </a:lnTo>
                <a:lnTo>
                  <a:pt x="2857" y="545"/>
                </a:lnTo>
                <a:lnTo>
                  <a:pt x="2856" y="545"/>
                </a:lnTo>
                <a:lnTo>
                  <a:pt x="2856" y="546"/>
                </a:lnTo>
                <a:lnTo>
                  <a:pt x="2855" y="547"/>
                </a:lnTo>
                <a:lnTo>
                  <a:pt x="2854" y="547"/>
                </a:lnTo>
                <a:lnTo>
                  <a:pt x="2853" y="547"/>
                </a:lnTo>
                <a:lnTo>
                  <a:pt x="2852" y="547"/>
                </a:lnTo>
                <a:lnTo>
                  <a:pt x="2851" y="546"/>
                </a:lnTo>
                <a:lnTo>
                  <a:pt x="2850" y="546"/>
                </a:lnTo>
                <a:lnTo>
                  <a:pt x="2849" y="546"/>
                </a:lnTo>
                <a:lnTo>
                  <a:pt x="2848" y="545"/>
                </a:lnTo>
                <a:lnTo>
                  <a:pt x="2847" y="545"/>
                </a:lnTo>
                <a:lnTo>
                  <a:pt x="2846" y="544"/>
                </a:lnTo>
                <a:lnTo>
                  <a:pt x="2846" y="543"/>
                </a:lnTo>
                <a:lnTo>
                  <a:pt x="2846" y="542"/>
                </a:lnTo>
                <a:lnTo>
                  <a:pt x="2846" y="541"/>
                </a:lnTo>
                <a:lnTo>
                  <a:pt x="2845" y="541"/>
                </a:lnTo>
                <a:lnTo>
                  <a:pt x="2845" y="542"/>
                </a:lnTo>
                <a:lnTo>
                  <a:pt x="2844" y="542"/>
                </a:lnTo>
                <a:lnTo>
                  <a:pt x="2843" y="542"/>
                </a:lnTo>
                <a:lnTo>
                  <a:pt x="2842" y="542"/>
                </a:lnTo>
                <a:lnTo>
                  <a:pt x="2842" y="543"/>
                </a:lnTo>
                <a:lnTo>
                  <a:pt x="2842" y="544"/>
                </a:lnTo>
                <a:lnTo>
                  <a:pt x="2841" y="544"/>
                </a:lnTo>
                <a:lnTo>
                  <a:pt x="2841" y="545"/>
                </a:lnTo>
                <a:lnTo>
                  <a:pt x="2840" y="545"/>
                </a:lnTo>
                <a:lnTo>
                  <a:pt x="2840" y="544"/>
                </a:lnTo>
                <a:lnTo>
                  <a:pt x="2839" y="544"/>
                </a:lnTo>
                <a:lnTo>
                  <a:pt x="2839" y="545"/>
                </a:lnTo>
                <a:lnTo>
                  <a:pt x="2838" y="545"/>
                </a:lnTo>
                <a:lnTo>
                  <a:pt x="2837" y="545"/>
                </a:lnTo>
                <a:lnTo>
                  <a:pt x="2837" y="544"/>
                </a:lnTo>
                <a:lnTo>
                  <a:pt x="2836" y="544"/>
                </a:lnTo>
                <a:lnTo>
                  <a:pt x="2835" y="544"/>
                </a:lnTo>
                <a:lnTo>
                  <a:pt x="2835" y="543"/>
                </a:lnTo>
                <a:lnTo>
                  <a:pt x="2834" y="543"/>
                </a:lnTo>
                <a:lnTo>
                  <a:pt x="2833" y="543"/>
                </a:lnTo>
                <a:lnTo>
                  <a:pt x="2832" y="544"/>
                </a:lnTo>
                <a:lnTo>
                  <a:pt x="2831" y="544"/>
                </a:lnTo>
                <a:lnTo>
                  <a:pt x="2830" y="545"/>
                </a:lnTo>
                <a:lnTo>
                  <a:pt x="2829" y="546"/>
                </a:lnTo>
                <a:lnTo>
                  <a:pt x="2829" y="549"/>
                </a:lnTo>
                <a:lnTo>
                  <a:pt x="2829" y="550"/>
                </a:lnTo>
                <a:lnTo>
                  <a:pt x="2829" y="552"/>
                </a:lnTo>
                <a:lnTo>
                  <a:pt x="2828" y="552"/>
                </a:lnTo>
                <a:lnTo>
                  <a:pt x="2828" y="553"/>
                </a:lnTo>
                <a:lnTo>
                  <a:pt x="2827" y="554"/>
                </a:lnTo>
                <a:lnTo>
                  <a:pt x="2826" y="554"/>
                </a:lnTo>
                <a:lnTo>
                  <a:pt x="2825" y="555"/>
                </a:lnTo>
                <a:lnTo>
                  <a:pt x="2825" y="556"/>
                </a:lnTo>
                <a:lnTo>
                  <a:pt x="2826" y="557"/>
                </a:lnTo>
                <a:lnTo>
                  <a:pt x="2827" y="558"/>
                </a:lnTo>
                <a:lnTo>
                  <a:pt x="2828" y="559"/>
                </a:lnTo>
                <a:lnTo>
                  <a:pt x="2828" y="560"/>
                </a:lnTo>
                <a:lnTo>
                  <a:pt x="2829" y="560"/>
                </a:lnTo>
                <a:lnTo>
                  <a:pt x="2829" y="561"/>
                </a:lnTo>
                <a:lnTo>
                  <a:pt x="2828" y="561"/>
                </a:lnTo>
                <a:lnTo>
                  <a:pt x="2828" y="562"/>
                </a:lnTo>
                <a:lnTo>
                  <a:pt x="2828" y="563"/>
                </a:lnTo>
                <a:lnTo>
                  <a:pt x="2828" y="564"/>
                </a:lnTo>
                <a:lnTo>
                  <a:pt x="2829" y="564"/>
                </a:lnTo>
                <a:lnTo>
                  <a:pt x="2829" y="565"/>
                </a:lnTo>
                <a:lnTo>
                  <a:pt x="2828" y="565"/>
                </a:lnTo>
                <a:lnTo>
                  <a:pt x="2828" y="566"/>
                </a:lnTo>
                <a:lnTo>
                  <a:pt x="2828" y="567"/>
                </a:lnTo>
                <a:lnTo>
                  <a:pt x="2828" y="568"/>
                </a:lnTo>
                <a:lnTo>
                  <a:pt x="2828" y="569"/>
                </a:lnTo>
                <a:lnTo>
                  <a:pt x="2828" y="570"/>
                </a:lnTo>
                <a:lnTo>
                  <a:pt x="2827" y="571"/>
                </a:lnTo>
                <a:lnTo>
                  <a:pt x="2827" y="572"/>
                </a:lnTo>
                <a:lnTo>
                  <a:pt x="2826" y="572"/>
                </a:lnTo>
                <a:lnTo>
                  <a:pt x="2826" y="573"/>
                </a:lnTo>
                <a:lnTo>
                  <a:pt x="2825" y="575"/>
                </a:lnTo>
                <a:lnTo>
                  <a:pt x="2825" y="576"/>
                </a:lnTo>
                <a:lnTo>
                  <a:pt x="2825" y="578"/>
                </a:lnTo>
                <a:lnTo>
                  <a:pt x="2824" y="580"/>
                </a:lnTo>
                <a:lnTo>
                  <a:pt x="2824" y="581"/>
                </a:lnTo>
                <a:lnTo>
                  <a:pt x="2825" y="582"/>
                </a:lnTo>
                <a:lnTo>
                  <a:pt x="2825" y="583"/>
                </a:lnTo>
                <a:lnTo>
                  <a:pt x="2825" y="584"/>
                </a:lnTo>
                <a:lnTo>
                  <a:pt x="2825" y="585"/>
                </a:lnTo>
                <a:lnTo>
                  <a:pt x="2824" y="585"/>
                </a:lnTo>
                <a:lnTo>
                  <a:pt x="2823" y="585"/>
                </a:lnTo>
                <a:lnTo>
                  <a:pt x="2822" y="585"/>
                </a:lnTo>
                <a:lnTo>
                  <a:pt x="2822" y="587"/>
                </a:lnTo>
                <a:lnTo>
                  <a:pt x="2822" y="588"/>
                </a:lnTo>
                <a:lnTo>
                  <a:pt x="2822" y="590"/>
                </a:lnTo>
                <a:lnTo>
                  <a:pt x="2823" y="590"/>
                </a:lnTo>
                <a:lnTo>
                  <a:pt x="2823" y="594"/>
                </a:lnTo>
                <a:lnTo>
                  <a:pt x="2822" y="597"/>
                </a:lnTo>
                <a:lnTo>
                  <a:pt x="2821" y="598"/>
                </a:lnTo>
                <a:lnTo>
                  <a:pt x="2820" y="598"/>
                </a:lnTo>
                <a:lnTo>
                  <a:pt x="2818" y="599"/>
                </a:lnTo>
                <a:lnTo>
                  <a:pt x="2818" y="601"/>
                </a:lnTo>
                <a:lnTo>
                  <a:pt x="2818" y="602"/>
                </a:lnTo>
                <a:lnTo>
                  <a:pt x="2818" y="603"/>
                </a:lnTo>
                <a:lnTo>
                  <a:pt x="2818" y="604"/>
                </a:lnTo>
                <a:lnTo>
                  <a:pt x="2819" y="605"/>
                </a:lnTo>
                <a:lnTo>
                  <a:pt x="2819" y="606"/>
                </a:lnTo>
                <a:lnTo>
                  <a:pt x="2820" y="606"/>
                </a:lnTo>
                <a:lnTo>
                  <a:pt x="2820" y="607"/>
                </a:lnTo>
                <a:lnTo>
                  <a:pt x="2820" y="608"/>
                </a:lnTo>
                <a:lnTo>
                  <a:pt x="2819" y="608"/>
                </a:lnTo>
                <a:lnTo>
                  <a:pt x="2818" y="610"/>
                </a:lnTo>
                <a:lnTo>
                  <a:pt x="2818" y="611"/>
                </a:lnTo>
                <a:lnTo>
                  <a:pt x="2817" y="612"/>
                </a:lnTo>
                <a:lnTo>
                  <a:pt x="2817" y="613"/>
                </a:lnTo>
                <a:lnTo>
                  <a:pt x="2818" y="615"/>
                </a:lnTo>
                <a:lnTo>
                  <a:pt x="2818" y="617"/>
                </a:lnTo>
                <a:lnTo>
                  <a:pt x="2819" y="619"/>
                </a:lnTo>
                <a:lnTo>
                  <a:pt x="2819" y="622"/>
                </a:lnTo>
                <a:lnTo>
                  <a:pt x="2819" y="624"/>
                </a:lnTo>
                <a:lnTo>
                  <a:pt x="2819" y="625"/>
                </a:lnTo>
                <a:lnTo>
                  <a:pt x="2818" y="626"/>
                </a:lnTo>
                <a:lnTo>
                  <a:pt x="2819" y="628"/>
                </a:lnTo>
                <a:lnTo>
                  <a:pt x="2819" y="629"/>
                </a:lnTo>
                <a:lnTo>
                  <a:pt x="2819" y="630"/>
                </a:lnTo>
                <a:lnTo>
                  <a:pt x="2819" y="631"/>
                </a:lnTo>
                <a:lnTo>
                  <a:pt x="2818" y="631"/>
                </a:lnTo>
                <a:lnTo>
                  <a:pt x="2818" y="632"/>
                </a:lnTo>
                <a:lnTo>
                  <a:pt x="2818" y="634"/>
                </a:lnTo>
                <a:lnTo>
                  <a:pt x="2817" y="636"/>
                </a:lnTo>
                <a:lnTo>
                  <a:pt x="2817" y="637"/>
                </a:lnTo>
                <a:lnTo>
                  <a:pt x="2815" y="638"/>
                </a:lnTo>
                <a:lnTo>
                  <a:pt x="2815" y="639"/>
                </a:lnTo>
                <a:lnTo>
                  <a:pt x="2814" y="642"/>
                </a:lnTo>
                <a:lnTo>
                  <a:pt x="2814" y="644"/>
                </a:lnTo>
                <a:lnTo>
                  <a:pt x="2815" y="644"/>
                </a:lnTo>
                <a:lnTo>
                  <a:pt x="2816" y="644"/>
                </a:lnTo>
                <a:lnTo>
                  <a:pt x="2816" y="645"/>
                </a:lnTo>
                <a:lnTo>
                  <a:pt x="2817" y="645"/>
                </a:lnTo>
                <a:lnTo>
                  <a:pt x="2817" y="646"/>
                </a:lnTo>
                <a:lnTo>
                  <a:pt x="2817" y="647"/>
                </a:lnTo>
                <a:lnTo>
                  <a:pt x="2816" y="647"/>
                </a:lnTo>
                <a:lnTo>
                  <a:pt x="2816" y="648"/>
                </a:lnTo>
                <a:lnTo>
                  <a:pt x="2816" y="649"/>
                </a:lnTo>
                <a:lnTo>
                  <a:pt x="2817" y="651"/>
                </a:lnTo>
                <a:lnTo>
                  <a:pt x="2817" y="652"/>
                </a:lnTo>
                <a:lnTo>
                  <a:pt x="2817" y="653"/>
                </a:lnTo>
                <a:lnTo>
                  <a:pt x="2818" y="654"/>
                </a:lnTo>
                <a:lnTo>
                  <a:pt x="2819" y="654"/>
                </a:lnTo>
                <a:lnTo>
                  <a:pt x="2819" y="655"/>
                </a:lnTo>
                <a:lnTo>
                  <a:pt x="2820" y="655"/>
                </a:lnTo>
                <a:lnTo>
                  <a:pt x="2819" y="656"/>
                </a:lnTo>
                <a:lnTo>
                  <a:pt x="2818" y="656"/>
                </a:lnTo>
                <a:lnTo>
                  <a:pt x="2818" y="657"/>
                </a:lnTo>
                <a:lnTo>
                  <a:pt x="2817" y="657"/>
                </a:lnTo>
                <a:lnTo>
                  <a:pt x="2817" y="658"/>
                </a:lnTo>
                <a:lnTo>
                  <a:pt x="2816" y="658"/>
                </a:lnTo>
                <a:lnTo>
                  <a:pt x="2815" y="659"/>
                </a:lnTo>
                <a:lnTo>
                  <a:pt x="2816" y="660"/>
                </a:lnTo>
                <a:lnTo>
                  <a:pt x="2817" y="661"/>
                </a:lnTo>
                <a:lnTo>
                  <a:pt x="2818" y="662"/>
                </a:lnTo>
                <a:lnTo>
                  <a:pt x="2818" y="663"/>
                </a:lnTo>
                <a:lnTo>
                  <a:pt x="2818" y="664"/>
                </a:lnTo>
                <a:lnTo>
                  <a:pt x="2818" y="665"/>
                </a:lnTo>
                <a:lnTo>
                  <a:pt x="2818" y="666"/>
                </a:lnTo>
                <a:lnTo>
                  <a:pt x="2818" y="667"/>
                </a:lnTo>
                <a:lnTo>
                  <a:pt x="2819" y="667"/>
                </a:lnTo>
                <a:lnTo>
                  <a:pt x="2818" y="668"/>
                </a:lnTo>
                <a:lnTo>
                  <a:pt x="2818" y="669"/>
                </a:lnTo>
                <a:lnTo>
                  <a:pt x="2819" y="669"/>
                </a:lnTo>
                <a:lnTo>
                  <a:pt x="2819" y="670"/>
                </a:lnTo>
                <a:lnTo>
                  <a:pt x="2820" y="670"/>
                </a:lnTo>
                <a:lnTo>
                  <a:pt x="2821" y="670"/>
                </a:lnTo>
                <a:lnTo>
                  <a:pt x="2821" y="671"/>
                </a:lnTo>
                <a:lnTo>
                  <a:pt x="2822" y="671"/>
                </a:lnTo>
                <a:lnTo>
                  <a:pt x="2822" y="672"/>
                </a:lnTo>
                <a:lnTo>
                  <a:pt x="2822" y="673"/>
                </a:lnTo>
                <a:lnTo>
                  <a:pt x="2822" y="674"/>
                </a:lnTo>
                <a:lnTo>
                  <a:pt x="2822" y="675"/>
                </a:lnTo>
                <a:lnTo>
                  <a:pt x="2823" y="676"/>
                </a:lnTo>
                <a:lnTo>
                  <a:pt x="2824" y="676"/>
                </a:lnTo>
                <a:lnTo>
                  <a:pt x="2825" y="676"/>
                </a:lnTo>
                <a:lnTo>
                  <a:pt x="2825" y="677"/>
                </a:lnTo>
                <a:lnTo>
                  <a:pt x="2825" y="678"/>
                </a:lnTo>
                <a:lnTo>
                  <a:pt x="2825" y="679"/>
                </a:lnTo>
                <a:lnTo>
                  <a:pt x="2826" y="679"/>
                </a:lnTo>
                <a:lnTo>
                  <a:pt x="2827" y="679"/>
                </a:lnTo>
                <a:lnTo>
                  <a:pt x="2827" y="680"/>
                </a:lnTo>
                <a:lnTo>
                  <a:pt x="2826" y="680"/>
                </a:lnTo>
                <a:lnTo>
                  <a:pt x="2825" y="681"/>
                </a:lnTo>
                <a:lnTo>
                  <a:pt x="2825" y="682"/>
                </a:lnTo>
                <a:lnTo>
                  <a:pt x="2825" y="683"/>
                </a:lnTo>
                <a:lnTo>
                  <a:pt x="2825" y="684"/>
                </a:lnTo>
                <a:lnTo>
                  <a:pt x="2826" y="684"/>
                </a:lnTo>
                <a:lnTo>
                  <a:pt x="2827" y="684"/>
                </a:lnTo>
                <a:lnTo>
                  <a:pt x="2828" y="685"/>
                </a:lnTo>
                <a:lnTo>
                  <a:pt x="2828" y="686"/>
                </a:lnTo>
                <a:lnTo>
                  <a:pt x="2827" y="688"/>
                </a:lnTo>
                <a:lnTo>
                  <a:pt x="2826" y="689"/>
                </a:lnTo>
                <a:lnTo>
                  <a:pt x="2826" y="690"/>
                </a:lnTo>
                <a:lnTo>
                  <a:pt x="2827" y="691"/>
                </a:lnTo>
                <a:lnTo>
                  <a:pt x="2827" y="692"/>
                </a:lnTo>
                <a:lnTo>
                  <a:pt x="2826" y="693"/>
                </a:lnTo>
                <a:lnTo>
                  <a:pt x="2826" y="694"/>
                </a:lnTo>
                <a:lnTo>
                  <a:pt x="2827" y="694"/>
                </a:lnTo>
                <a:lnTo>
                  <a:pt x="2826" y="696"/>
                </a:lnTo>
                <a:lnTo>
                  <a:pt x="2825" y="697"/>
                </a:lnTo>
                <a:lnTo>
                  <a:pt x="2824" y="698"/>
                </a:lnTo>
                <a:lnTo>
                  <a:pt x="2824" y="699"/>
                </a:lnTo>
                <a:lnTo>
                  <a:pt x="2825" y="699"/>
                </a:lnTo>
                <a:lnTo>
                  <a:pt x="2825" y="700"/>
                </a:lnTo>
                <a:lnTo>
                  <a:pt x="2825" y="701"/>
                </a:lnTo>
                <a:lnTo>
                  <a:pt x="2824" y="701"/>
                </a:lnTo>
                <a:lnTo>
                  <a:pt x="2825" y="702"/>
                </a:lnTo>
                <a:lnTo>
                  <a:pt x="2826" y="702"/>
                </a:lnTo>
                <a:lnTo>
                  <a:pt x="2826" y="703"/>
                </a:lnTo>
                <a:lnTo>
                  <a:pt x="2826" y="704"/>
                </a:lnTo>
                <a:lnTo>
                  <a:pt x="2826" y="705"/>
                </a:lnTo>
                <a:lnTo>
                  <a:pt x="2825" y="705"/>
                </a:lnTo>
                <a:lnTo>
                  <a:pt x="2824" y="706"/>
                </a:lnTo>
                <a:lnTo>
                  <a:pt x="2824" y="707"/>
                </a:lnTo>
                <a:lnTo>
                  <a:pt x="2824" y="708"/>
                </a:lnTo>
                <a:lnTo>
                  <a:pt x="2823" y="708"/>
                </a:lnTo>
                <a:lnTo>
                  <a:pt x="2822" y="708"/>
                </a:lnTo>
                <a:lnTo>
                  <a:pt x="2822" y="709"/>
                </a:lnTo>
                <a:lnTo>
                  <a:pt x="2822" y="710"/>
                </a:lnTo>
                <a:lnTo>
                  <a:pt x="2822" y="711"/>
                </a:lnTo>
                <a:lnTo>
                  <a:pt x="2821" y="712"/>
                </a:lnTo>
                <a:lnTo>
                  <a:pt x="2820" y="712"/>
                </a:lnTo>
                <a:lnTo>
                  <a:pt x="2819" y="713"/>
                </a:lnTo>
                <a:lnTo>
                  <a:pt x="2818" y="713"/>
                </a:lnTo>
                <a:lnTo>
                  <a:pt x="2818" y="714"/>
                </a:lnTo>
                <a:lnTo>
                  <a:pt x="2819" y="714"/>
                </a:lnTo>
                <a:lnTo>
                  <a:pt x="2819" y="715"/>
                </a:lnTo>
                <a:lnTo>
                  <a:pt x="2818" y="715"/>
                </a:lnTo>
                <a:lnTo>
                  <a:pt x="2817" y="715"/>
                </a:lnTo>
                <a:lnTo>
                  <a:pt x="2817" y="714"/>
                </a:lnTo>
                <a:lnTo>
                  <a:pt x="2817" y="713"/>
                </a:lnTo>
                <a:lnTo>
                  <a:pt x="2817" y="712"/>
                </a:lnTo>
                <a:lnTo>
                  <a:pt x="2818" y="712"/>
                </a:lnTo>
                <a:lnTo>
                  <a:pt x="2818" y="711"/>
                </a:lnTo>
                <a:lnTo>
                  <a:pt x="2818" y="710"/>
                </a:lnTo>
                <a:lnTo>
                  <a:pt x="2817" y="710"/>
                </a:lnTo>
                <a:lnTo>
                  <a:pt x="2817" y="709"/>
                </a:lnTo>
                <a:lnTo>
                  <a:pt x="2818" y="709"/>
                </a:lnTo>
                <a:lnTo>
                  <a:pt x="2818" y="708"/>
                </a:lnTo>
                <a:lnTo>
                  <a:pt x="2819" y="708"/>
                </a:lnTo>
                <a:lnTo>
                  <a:pt x="2821" y="707"/>
                </a:lnTo>
                <a:lnTo>
                  <a:pt x="2821" y="706"/>
                </a:lnTo>
                <a:lnTo>
                  <a:pt x="2820" y="705"/>
                </a:lnTo>
                <a:lnTo>
                  <a:pt x="2819" y="704"/>
                </a:lnTo>
                <a:lnTo>
                  <a:pt x="2819" y="703"/>
                </a:lnTo>
                <a:lnTo>
                  <a:pt x="2820" y="703"/>
                </a:lnTo>
                <a:lnTo>
                  <a:pt x="2820" y="702"/>
                </a:lnTo>
                <a:lnTo>
                  <a:pt x="2821" y="702"/>
                </a:lnTo>
                <a:lnTo>
                  <a:pt x="2820" y="701"/>
                </a:lnTo>
                <a:lnTo>
                  <a:pt x="2819" y="701"/>
                </a:lnTo>
                <a:lnTo>
                  <a:pt x="2819" y="700"/>
                </a:lnTo>
                <a:lnTo>
                  <a:pt x="2819" y="701"/>
                </a:lnTo>
                <a:lnTo>
                  <a:pt x="2818" y="701"/>
                </a:lnTo>
                <a:lnTo>
                  <a:pt x="2817" y="701"/>
                </a:lnTo>
                <a:lnTo>
                  <a:pt x="2816" y="701"/>
                </a:lnTo>
                <a:lnTo>
                  <a:pt x="2815" y="701"/>
                </a:lnTo>
                <a:lnTo>
                  <a:pt x="2814" y="700"/>
                </a:lnTo>
                <a:lnTo>
                  <a:pt x="2814" y="699"/>
                </a:lnTo>
                <a:lnTo>
                  <a:pt x="2814" y="698"/>
                </a:lnTo>
                <a:lnTo>
                  <a:pt x="2813" y="698"/>
                </a:lnTo>
                <a:lnTo>
                  <a:pt x="2813" y="697"/>
                </a:lnTo>
                <a:lnTo>
                  <a:pt x="2813" y="696"/>
                </a:lnTo>
                <a:lnTo>
                  <a:pt x="2812" y="696"/>
                </a:lnTo>
                <a:lnTo>
                  <a:pt x="2813" y="695"/>
                </a:lnTo>
                <a:lnTo>
                  <a:pt x="2814" y="695"/>
                </a:lnTo>
                <a:lnTo>
                  <a:pt x="2814" y="694"/>
                </a:lnTo>
                <a:lnTo>
                  <a:pt x="2814" y="693"/>
                </a:lnTo>
                <a:lnTo>
                  <a:pt x="2813" y="693"/>
                </a:lnTo>
                <a:lnTo>
                  <a:pt x="2813" y="692"/>
                </a:lnTo>
                <a:lnTo>
                  <a:pt x="2813" y="691"/>
                </a:lnTo>
                <a:lnTo>
                  <a:pt x="2812" y="691"/>
                </a:lnTo>
                <a:lnTo>
                  <a:pt x="2811" y="691"/>
                </a:lnTo>
                <a:lnTo>
                  <a:pt x="2810" y="691"/>
                </a:lnTo>
                <a:lnTo>
                  <a:pt x="2810" y="690"/>
                </a:lnTo>
                <a:lnTo>
                  <a:pt x="2810" y="689"/>
                </a:lnTo>
                <a:lnTo>
                  <a:pt x="2809" y="688"/>
                </a:lnTo>
                <a:lnTo>
                  <a:pt x="2808" y="688"/>
                </a:lnTo>
                <a:lnTo>
                  <a:pt x="2807" y="688"/>
                </a:lnTo>
                <a:lnTo>
                  <a:pt x="2807" y="686"/>
                </a:lnTo>
                <a:lnTo>
                  <a:pt x="2805" y="685"/>
                </a:lnTo>
                <a:lnTo>
                  <a:pt x="2804" y="685"/>
                </a:lnTo>
                <a:lnTo>
                  <a:pt x="2803" y="683"/>
                </a:lnTo>
                <a:lnTo>
                  <a:pt x="2803" y="682"/>
                </a:lnTo>
                <a:lnTo>
                  <a:pt x="2802" y="681"/>
                </a:lnTo>
                <a:lnTo>
                  <a:pt x="2802" y="682"/>
                </a:lnTo>
                <a:lnTo>
                  <a:pt x="2801" y="681"/>
                </a:lnTo>
                <a:lnTo>
                  <a:pt x="2801" y="680"/>
                </a:lnTo>
                <a:lnTo>
                  <a:pt x="2800" y="679"/>
                </a:lnTo>
                <a:lnTo>
                  <a:pt x="2800" y="678"/>
                </a:lnTo>
                <a:lnTo>
                  <a:pt x="2799" y="678"/>
                </a:lnTo>
                <a:lnTo>
                  <a:pt x="2798" y="678"/>
                </a:lnTo>
                <a:lnTo>
                  <a:pt x="2798" y="677"/>
                </a:lnTo>
                <a:lnTo>
                  <a:pt x="2799" y="676"/>
                </a:lnTo>
                <a:lnTo>
                  <a:pt x="2798" y="676"/>
                </a:lnTo>
                <a:lnTo>
                  <a:pt x="2798" y="675"/>
                </a:lnTo>
                <a:lnTo>
                  <a:pt x="2798" y="674"/>
                </a:lnTo>
                <a:lnTo>
                  <a:pt x="2797" y="674"/>
                </a:lnTo>
                <a:lnTo>
                  <a:pt x="2798" y="674"/>
                </a:lnTo>
                <a:lnTo>
                  <a:pt x="2798" y="673"/>
                </a:lnTo>
                <a:lnTo>
                  <a:pt x="2798" y="671"/>
                </a:lnTo>
                <a:lnTo>
                  <a:pt x="2798" y="670"/>
                </a:lnTo>
                <a:lnTo>
                  <a:pt x="2797" y="670"/>
                </a:lnTo>
                <a:lnTo>
                  <a:pt x="2796" y="668"/>
                </a:lnTo>
                <a:lnTo>
                  <a:pt x="2796" y="667"/>
                </a:lnTo>
                <a:lnTo>
                  <a:pt x="2797" y="667"/>
                </a:lnTo>
                <a:lnTo>
                  <a:pt x="2797" y="666"/>
                </a:lnTo>
                <a:lnTo>
                  <a:pt x="2797" y="665"/>
                </a:lnTo>
                <a:lnTo>
                  <a:pt x="2797" y="664"/>
                </a:lnTo>
                <a:lnTo>
                  <a:pt x="2796" y="664"/>
                </a:lnTo>
                <a:lnTo>
                  <a:pt x="2795" y="663"/>
                </a:lnTo>
                <a:lnTo>
                  <a:pt x="2794" y="662"/>
                </a:lnTo>
                <a:lnTo>
                  <a:pt x="2793" y="661"/>
                </a:lnTo>
                <a:lnTo>
                  <a:pt x="2793" y="660"/>
                </a:lnTo>
                <a:lnTo>
                  <a:pt x="2793" y="659"/>
                </a:lnTo>
                <a:lnTo>
                  <a:pt x="2794" y="659"/>
                </a:lnTo>
                <a:lnTo>
                  <a:pt x="2794" y="658"/>
                </a:lnTo>
                <a:lnTo>
                  <a:pt x="2794" y="657"/>
                </a:lnTo>
                <a:lnTo>
                  <a:pt x="2793" y="656"/>
                </a:lnTo>
                <a:lnTo>
                  <a:pt x="2793" y="655"/>
                </a:lnTo>
                <a:lnTo>
                  <a:pt x="2793" y="654"/>
                </a:lnTo>
                <a:lnTo>
                  <a:pt x="2792" y="653"/>
                </a:lnTo>
                <a:lnTo>
                  <a:pt x="2792" y="652"/>
                </a:lnTo>
                <a:lnTo>
                  <a:pt x="2791" y="652"/>
                </a:lnTo>
                <a:lnTo>
                  <a:pt x="2790" y="652"/>
                </a:lnTo>
                <a:lnTo>
                  <a:pt x="2789" y="652"/>
                </a:lnTo>
                <a:lnTo>
                  <a:pt x="2789" y="651"/>
                </a:lnTo>
                <a:lnTo>
                  <a:pt x="2788" y="651"/>
                </a:lnTo>
                <a:lnTo>
                  <a:pt x="2787" y="651"/>
                </a:lnTo>
                <a:lnTo>
                  <a:pt x="2786" y="654"/>
                </a:lnTo>
                <a:lnTo>
                  <a:pt x="2785" y="654"/>
                </a:lnTo>
                <a:lnTo>
                  <a:pt x="2785" y="655"/>
                </a:lnTo>
                <a:lnTo>
                  <a:pt x="2784" y="655"/>
                </a:lnTo>
                <a:lnTo>
                  <a:pt x="2780" y="660"/>
                </a:lnTo>
                <a:lnTo>
                  <a:pt x="2778" y="662"/>
                </a:lnTo>
                <a:lnTo>
                  <a:pt x="2778" y="663"/>
                </a:lnTo>
                <a:lnTo>
                  <a:pt x="2777" y="664"/>
                </a:lnTo>
                <a:lnTo>
                  <a:pt x="2776" y="665"/>
                </a:lnTo>
                <a:lnTo>
                  <a:pt x="2774" y="667"/>
                </a:lnTo>
                <a:lnTo>
                  <a:pt x="2773" y="668"/>
                </a:lnTo>
                <a:lnTo>
                  <a:pt x="2772" y="668"/>
                </a:lnTo>
                <a:lnTo>
                  <a:pt x="2772" y="669"/>
                </a:lnTo>
                <a:lnTo>
                  <a:pt x="2772" y="670"/>
                </a:lnTo>
                <a:lnTo>
                  <a:pt x="2771" y="670"/>
                </a:lnTo>
                <a:lnTo>
                  <a:pt x="2771" y="671"/>
                </a:lnTo>
                <a:lnTo>
                  <a:pt x="2771" y="672"/>
                </a:lnTo>
                <a:lnTo>
                  <a:pt x="2770" y="672"/>
                </a:lnTo>
                <a:lnTo>
                  <a:pt x="2770" y="673"/>
                </a:lnTo>
                <a:lnTo>
                  <a:pt x="2769" y="674"/>
                </a:lnTo>
                <a:lnTo>
                  <a:pt x="2768" y="675"/>
                </a:lnTo>
                <a:lnTo>
                  <a:pt x="2768" y="676"/>
                </a:lnTo>
                <a:lnTo>
                  <a:pt x="2767" y="678"/>
                </a:lnTo>
                <a:lnTo>
                  <a:pt x="2764" y="682"/>
                </a:lnTo>
                <a:lnTo>
                  <a:pt x="2764" y="683"/>
                </a:lnTo>
                <a:lnTo>
                  <a:pt x="2763" y="683"/>
                </a:lnTo>
                <a:lnTo>
                  <a:pt x="2763" y="684"/>
                </a:lnTo>
                <a:lnTo>
                  <a:pt x="2762" y="685"/>
                </a:lnTo>
                <a:lnTo>
                  <a:pt x="2762" y="686"/>
                </a:lnTo>
                <a:lnTo>
                  <a:pt x="2761" y="688"/>
                </a:lnTo>
                <a:lnTo>
                  <a:pt x="2761" y="689"/>
                </a:lnTo>
                <a:lnTo>
                  <a:pt x="2757" y="694"/>
                </a:lnTo>
                <a:lnTo>
                  <a:pt x="2757" y="696"/>
                </a:lnTo>
                <a:lnTo>
                  <a:pt x="2756" y="697"/>
                </a:lnTo>
                <a:lnTo>
                  <a:pt x="2755" y="698"/>
                </a:lnTo>
                <a:lnTo>
                  <a:pt x="2755" y="699"/>
                </a:lnTo>
                <a:lnTo>
                  <a:pt x="2753" y="701"/>
                </a:lnTo>
                <a:lnTo>
                  <a:pt x="2752" y="703"/>
                </a:lnTo>
                <a:lnTo>
                  <a:pt x="2751" y="704"/>
                </a:lnTo>
                <a:lnTo>
                  <a:pt x="2751" y="705"/>
                </a:lnTo>
                <a:lnTo>
                  <a:pt x="2749" y="708"/>
                </a:lnTo>
                <a:lnTo>
                  <a:pt x="2747" y="711"/>
                </a:lnTo>
                <a:lnTo>
                  <a:pt x="2746" y="711"/>
                </a:lnTo>
                <a:lnTo>
                  <a:pt x="2746" y="712"/>
                </a:lnTo>
                <a:lnTo>
                  <a:pt x="2744" y="715"/>
                </a:lnTo>
                <a:lnTo>
                  <a:pt x="2743" y="718"/>
                </a:lnTo>
                <a:lnTo>
                  <a:pt x="2743" y="719"/>
                </a:lnTo>
                <a:lnTo>
                  <a:pt x="2742" y="721"/>
                </a:lnTo>
                <a:lnTo>
                  <a:pt x="2741" y="722"/>
                </a:lnTo>
                <a:lnTo>
                  <a:pt x="2740" y="723"/>
                </a:lnTo>
                <a:lnTo>
                  <a:pt x="2739" y="725"/>
                </a:lnTo>
                <a:lnTo>
                  <a:pt x="2739" y="727"/>
                </a:lnTo>
                <a:lnTo>
                  <a:pt x="2738" y="727"/>
                </a:lnTo>
                <a:lnTo>
                  <a:pt x="2738" y="728"/>
                </a:lnTo>
                <a:lnTo>
                  <a:pt x="2736" y="732"/>
                </a:lnTo>
                <a:lnTo>
                  <a:pt x="2736" y="733"/>
                </a:lnTo>
                <a:lnTo>
                  <a:pt x="2735" y="734"/>
                </a:lnTo>
                <a:lnTo>
                  <a:pt x="2734" y="736"/>
                </a:lnTo>
                <a:lnTo>
                  <a:pt x="2733" y="737"/>
                </a:lnTo>
                <a:lnTo>
                  <a:pt x="2733" y="738"/>
                </a:lnTo>
                <a:lnTo>
                  <a:pt x="2732" y="739"/>
                </a:lnTo>
                <a:lnTo>
                  <a:pt x="2730" y="741"/>
                </a:lnTo>
                <a:lnTo>
                  <a:pt x="2730" y="742"/>
                </a:lnTo>
                <a:lnTo>
                  <a:pt x="2729" y="742"/>
                </a:lnTo>
                <a:lnTo>
                  <a:pt x="2727" y="743"/>
                </a:lnTo>
                <a:lnTo>
                  <a:pt x="2724" y="745"/>
                </a:lnTo>
                <a:lnTo>
                  <a:pt x="2723" y="746"/>
                </a:lnTo>
                <a:lnTo>
                  <a:pt x="2720" y="748"/>
                </a:lnTo>
                <a:lnTo>
                  <a:pt x="2719" y="749"/>
                </a:lnTo>
                <a:lnTo>
                  <a:pt x="2718" y="749"/>
                </a:lnTo>
                <a:lnTo>
                  <a:pt x="2715" y="751"/>
                </a:lnTo>
                <a:lnTo>
                  <a:pt x="2713" y="753"/>
                </a:lnTo>
                <a:lnTo>
                  <a:pt x="2712" y="754"/>
                </a:lnTo>
                <a:lnTo>
                  <a:pt x="2710" y="754"/>
                </a:lnTo>
                <a:lnTo>
                  <a:pt x="2710" y="755"/>
                </a:lnTo>
                <a:lnTo>
                  <a:pt x="2709" y="755"/>
                </a:lnTo>
                <a:lnTo>
                  <a:pt x="2708" y="756"/>
                </a:lnTo>
                <a:lnTo>
                  <a:pt x="2708" y="757"/>
                </a:lnTo>
                <a:lnTo>
                  <a:pt x="2707" y="757"/>
                </a:lnTo>
                <a:lnTo>
                  <a:pt x="2707" y="758"/>
                </a:lnTo>
                <a:lnTo>
                  <a:pt x="2707" y="761"/>
                </a:lnTo>
                <a:lnTo>
                  <a:pt x="2707" y="762"/>
                </a:lnTo>
                <a:lnTo>
                  <a:pt x="2706" y="765"/>
                </a:lnTo>
                <a:lnTo>
                  <a:pt x="2706" y="767"/>
                </a:lnTo>
                <a:lnTo>
                  <a:pt x="2705" y="771"/>
                </a:lnTo>
                <a:lnTo>
                  <a:pt x="2704" y="773"/>
                </a:lnTo>
                <a:lnTo>
                  <a:pt x="2704" y="774"/>
                </a:lnTo>
                <a:lnTo>
                  <a:pt x="2703" y="776"/>
                </a:lnTo>
                <a:lnTo>
                  <a:pt x="2703" y="778"/>
                </a:lnTo>
                <a:lnTo>
                  <a:pt x="2702" y="779"/>
                </a:lnTo>
                <a:lnTo>
                  <a:pt x="2701" y="781"/>
                </a:lnTo>
                <a:lnTo>
                  <a:pt x="2700" y="783"/>
                </a:lnTo>
                <a:lnTo>
                  <a:pt x="2698" y="785"/>
                </a:lnTo>
                <a:lnTo>
                  <a:pt x="2697" y="785"/>
                </a:lnTo>
                <a:lnTo>
                  <a:pt x="2695" y="787"/>
                </a:lnTo>
                <a:lnTo>
                  <a:pt x="2692" y="789"/>
                </a:lnTo>
                <a:lnTo>
                  <a:pt x="2691" y="789"/>
                </a:lnTo>
                <a:lnTo>
                  <a:pt x="2689" y="791"/>
                </a:lnTo>
                <a:lnTo>
                  <a:pt x="2688" y="791"/>
                </a:lnTo>
                <a:lnTo>
                  <a:pt x="2687" y="792"/>
                </a:lnTo>
                <a:lnTo>
                  <a:pt x="2687" y="793"/>
                </a:lnTo>
                <a:lnTo>
                  <a:pt x="2686" y="793"/>
                </a:lnTo>
                <a:lnTo>
                  <a:pt x="2685" y="794"/>
                </a:lnTo>
                <a:lnTo>
                  <a:pt x="2683" y="797"/>
                </a:lnTo>
                <a:lnTo>
                  <a:pt x="2680" y="799"/>
                </a:lnTo>
                <a:lnTo>
                  <a:pt x="2678" y="800"/>
                </a:lnTo>
                <a:lnTo>
                  <a:pt x="2677" y="801"/>
                </a:lnTo>
                <a:lnTo>
                  <a:pt x="2676" y="802"/>
                </a:lnTo>
                <a:lnTo>
                  <a:pt x="2674" y="803"/>
                </a:lnTo>
                <a:lnTo>
                  <a:pt x="2672" y="804"/>
                </a:lnTo>
                <a:lnTo>
                  <a:pt x="2671" y="805"/>
                </a:lnTo>
                <a:lnTo>
                  <a:pt x="2670" y="805"/>
                </a:lnTo>
                <a:lnTo>
                  <a:pt x="2669" y="807"/>
                </a:lnTo>
                <a:lnTo>
                  <a:pt x="2669" y="808"/>
                </a:lnTo>
                <a:lnTo>
                  <a:pt x="2667" y="811"/>
                </a:lnTo>
                <a:lnTo>
                  <a:pt x="2665" y="814"/>
                </a:lnTo>
                <a:lnTo>
                  <a:pt x="2664" y="815"/>
                </a:lnTo>
                <a:lnTo>
                  <a:pt x="2664" y="816"/>
                </a:lnTo>
                <a:lnTo>
                  <a:pt x="2663" y="816"/>
                </a:lnTo>
                <a:lnTo>
                  <a:pt x="2661" y="818"/>
                </a:lnTo>
                <a:lnTo>
                  <a:pt x="2657" y="822"/>
                </a:lnTo>
                <a:lnTo>
                  <a:pt x="2654" y="824"/>
                </a:lnTo>
                <a:lnTo>
                  <a:pt x="2652" y="826"/>
                </a:lnTo>
                <a:lnTo>
                  <a:pt x="2648" y="829"/>
                </a:lnTo>
                <a:lnTo>
                  <a:pt x="2647" y="830"/>
                </a:lnTo>
                <a:lnTo>
                  <a:pt x="2647" y="831"/>
                </a:lnTo>
                <a:lnTo>
                  <a:pt x="2646" y="832"/>
                </a:lnTo>
                <a:lnTo>
                  <a:pt x="2646" y="834"/>
                </a:lnTo>
                <a:lnTo>
                  <a:pt x="2645" y="835"/>
                </a:lnTo>
                <a:lnTo>
                  <a:pt x="2645" y="836"/>
                </a:lnTo>
                <a:lnTo>
                  <a:pt x="2645" y="838"/>
                </a:lnTo>
                <a:lnTo>
                  <a:pt x="2644" y="839"/>
                </a:lnTo>
                <a:lnTo>
                  <a:pt x="2645" y="842"/>
                </a:lnTo>
                <a:lnTo>
                  <a:pt x="2644" y="846"/>
                </a:lnTo>
                <a:lnTo>
                  <a:pt x="2644" y="849"/>
                </a:lnTo>
                <a:lnTo>
                  <a:pt x="2644" y="850"/>
                </a:lnTo>
                <a:lnTo>
                  <a:pt x="2644" y="851"/>
                </a:lnTo>
                <a:lnTo>
                  <a:pt x="2643" y="852"/>
                </a:lnTo>
                <a:lnTo>
                  <a:pt x="2643" y="853"/>
                </a:lnTo>
                <a:lnTo>
                  <a:pt x="2642" y="853"/>
                </a:lnTo>
                <a:lnTo>
                  <a:pt x="2642" y="854"/>
                </a:lnTo>
                <a:lnTo>
                  <a:pt x="2640" y="856"/>
                </a:lnTo>
                <a:lnTo>
                  <a:pt x="2639" y="857"/>
                </a:lnTo>
                <a:lnTo>
                  <a:pt x="2638" y="859"/>
                </a:lnTo>
                <a:lnTo>
                  <a:pt x="2637" y="859"/>
                </a:lnTo>
                <a:lnTo>
                  <a:pt x="2636" y="861"/>
                </a:lnTo>
                <a:lnTo>
                  <a:pt x="2636" y="863"/>
                </a:lnTo>
                <a:lnTo>
                  <a:pt x="2636" y="864"/>
                </a:lnTo>
                <a:lnTo>
                  <a:pt x="2637" y="864"/>
                </a:lnTo>
                <a:lnTo>
                  <a:pt x="2638" y="865"/>
                </a:lnTo>
                <a:lnTo>
                  <a:pt x="2638" y="866"/>
                </a:lnTo>
                <a:lnTo>
                  <a:pt x="2638" y="867"/>
                </a:lnTo>
                <a:lnTo>
                  <a:pt x="2639" y="867"/>
                </a:lnTo>
                <a:lnTo>
                  <a:pt x="2639" y="868"/>
                </a:lnTo>
                <a:lnTo>
                  <a:pt x="2640" y="868"/>
                </a:lnTo>
                <a:lnTo>
                  <a:pt x="2640" y="867"/>
                </a:lnTo>
                <a:lnTo>
                  <a:pt x="2640" y="868"/>
                </a:lnTo>
                <a:lnTo>
                  <a:pt x="2641" y="868"/>
                </a:lnTo>
                <a:lnTo>
                  <a:pt x="2641" y="869"/>
                </a:lnTo>
                <a:lnTo>
                  <a:pt x="2641" y="870"/>
                </a:lnTo>
                <a:lnTo>
                  <a:pt x="2642" y="870"/>
                </a:lnTo>
                <a:lnTo>
                  <a:pt x="2642" y="871"/>
                </a:lnTo>
                <a:lnTo>
                  <a:pt x="2642" y="872"/>
                </a:lnTo>
                <a:lnTo>
                  <a:pt x="2644" y="873"/>
                </a:lnTo>
                <a:lnTo>
                  <a:pt x="2645" y="874"/>
                </a:lnTo>
                <a:lnTo>
                  <a:pt x="2646" y="874"/>
                </a:lnTo>
                <a:lnTo>
                  <a:pt x="2647" y="875"/>
                </a:lnTo>
                <a:lnTo>
                  <a:pt x="2648" y="876"/>
                </a:lnTo>
                <a:lnTo>
                  <a:pt x="2648" y="875"/>
                </a:lnTo>
                <a:lnTo>
                  <a:pt x="2648" y="876"/>
                </a:lnTo>
                <a:lnTo>
                  <a:pt x="2648" y="877"/>
                </a:lnTo>
                <a:lnTo>
                  <a:pt x="2649" y="878"/>
                </a:lnTo>
                <a:lnTo>
                  <a:pt x="2650" y="880"/>
                </a:lnTo>
                <a:lnTo>
                  <a:pt x="2651" y="880"/>
                </a:lnTo>
                <a:lnTo>
                  <a:pt x="2651" y="881"/>
                </a:lnTo>
                <a:lnTo>
                  <a:pt x="2652" y="881"/>
                </a:lnTo>
                <a:lnTo>
                  <a:pt x="2652" y="882"/>
                </a:lnTo>
                <a:lnTo>
                  <a:pt x="2653" y="883"/>
                </a:lnTo>
                <a:lnTo>
                  <a:pt x="2653" y="884"/>
                </a:lnTo>
                <a:lnTo>
                  <a:pt x="2654" y="884"/>
                </a:lnTo>
                <a:lnTo>
                  <a:pt x="2654" y="885"/>
                </a:lnTo>
                <a:lnTo>
                  <a:pt x="2655" y="885"/>
                </a:lnTo>
                <a:lnTo>
                  <a:pt x="2655" y="886"/>
                </a:lnTo>
                <a:lnTo>
                  <a:pt x="2656" y="886"/>
                </a:lnTo>
                <a:lnTo>
                  <a:pt x="2657" y="886"/>
                </a:lnTo>
                <a:lnTo>
                  <a:pt x="2657" y="887"/>
                </a:lnTo>
                <a:lnTo>
                  <a:pt x="2658" y="887"/>
                </a:lnTo>
                <a:lnTo>
                  <a:pt x="2659" y="887"/>
                </a:lnTo>
                <a:lnTo>
                  <a:pt x="2661" y="890"/>
                </a:lnTo>
                <a:lnTo>
                  <a:pt x="2661" y="891"/>
                </a:lnTo>
                <a:lnTo>
                  <a:pt x="2662" y="891"/>
                </a:lnTo>
                <a:lnTo>
                  <a:pt x="2662" y="892"/>
                </a:lnTo>
                <a:lnTo>
                  <a:pt x="2663" y="892"/>
                </a:lnTo>
                <a:lnTo>
                  <a:pt x="2664" y="892"/>
                </a:lnTo>
                <a:lnTo>
                  <a:pt x="2665" y="893"/>
                </a:lnTo>
                <a:lnTo>
                  <a:pt x="2666" y="893"/>
                </a:lnTo>
                <a:lnTo>
                  <a:pt x="2667" y="893"/>
                </a:lnTo>
                <a:lnTo>
                  <a:pt x="2667" y="894"/>
                </a:lnTo>
                <a:lnTo>
                  <a:pt x="2668" y="894"/>
                </a:lnTo>
                <a:lnTo>
                  <a:pt x="2669" y="894"/>
                </a:lnTo>
                <a:lnTo>
                  <a:pt x="2670" y="895"/>
                </a:lnTo>
                <a:lnTo>
                  <a:pt x="2670" y="894"/>
                </a:lnTo>
                <a:lnTo>
                  <a:pt x="2671" y="894"/>
                </a:lnTo>
                <a:lnTo>
                  <a:pt x="2674" y="894"/>
                </a:lnTo>
                <a:lnTo>
                  <a:pt x="2675" y="894"/>
                </a:lnTo>
                <a:lnTo>
                  <a:pt x="2675" y="895"/>
                </a:lnTo>
                <a:lnTo>
                  <a:pt x="2676" y="895"/>
                </a:lnTo>
                <a:lnTo>
                  <a:pt x="2677" y="895"/>
                </a:lnTo>
                <a:lnTo>
                  <a:pt x="2677" y="896"/>
                </a:lnTo>
                <a:lnTo>
                  <a:pt x="2678" y="896"/>
                </a:lnTo>
                <a:lnTo>
                  <a:pt x="2679" y="895"/>
                </a:lnTo>
                <a:lnTo>
                  <a:pt x="2680" y="895"/>
                </a:lnTo>
                <a:lnTo>
                  <a:pt x="2682" y="895"/>
                </a:lnTo>
                <a:lnTo>
                  <a:pt x="2683" y="896"/>
                </a:lnTo>
                <a:lnTo>
                  <a:pt x="2684" y="896"/>
                </a:lnTo>
                <a:lnTo>
                  <a:pt x="2685" y="896"/>
                </a:lnTo>
                <a:lnTo>
                  <a:pt x="2686" y="896"/>
                </a:lnTo>
                <a:lnTo>
                  <a:pt x="2686" y="895"/>
                </a:lnTo>
                <a:lnTo>
                  <a:pt x="2687" y="895"/>
                </a:lnTo>
                <a:lnTo>
                  <a:pt x="2687" y="896"/>
                </a:lnTo>
                <a:lnTo>
                  <a:pt x="2688" y="897"/>
                </a:lnTo>
                <a:lnTo>
                  <a:pt x="2687" y="897"/>
                </a:lnTo>
                <a:lnTo>
                  <a:pt x="2687" y="898"/>
                </a:lnTo>
                <a:lnTo>
                  <a:pt x="2687" y="899"/>
                </a:lnTo>
                <a:lnTo>
                  <a:pt x="2686" y="899"/>
                </a:lnTo>
                <a:lnTo>
                  <a:pt x="2686" y="900"/>
                </a:lnTo>
                <a:lnTo>
                  <a:pt x="2684" y="901"/>
                </a:lnTo>
                <a:lnTo>
                  <a:pt x="2683" y="903"/>
                </a:lnTo>
                <a:lnTo>
                  <a:pt x="2683" y="904"/>
                </a:lnTo>
                <a:lnTo>
                  <a:pt x="2681" y="906"/>
                </a:lnTo>
                <a:lnTo>
                  <a:pt x="2682" y="908"/>
                </a:lnTo>
                <a:lnTo>
                  <a:pt x="2682" y="909"/>
                </a:lnTo>
                <a:lnTo>
                  <a:pt x="2682" y="910"/>
                </a:lnTo>
                <a:lnTo>
                  <a:pt x="2682" y="911"/>
                </a:lnTo>
                <a:lnTo>
                  <a:pt x="2683" y="912"/>
                </a:lnTo>
                <a:lnTo>
                  <a:pt x="2685" y="913"/>
                </a:lnTo>
                <a:lnTo>
                  <a:pt x="2684" y="914"/>
                </a:lnTo>
                <a:lnTo>
                  <a:pt x="2684" y="915"/>
                </a:lnTo>
                <a:lnTo>
                  <a:pt x="2685" y="915"/>
                </a:lnTo>
                <a:lnTo>
                  <a:pt x="2685" y="916"/>
                </a:lnTo>
                <a:lnTo>
                  <a:pt x="2685" y="915"/>
                </a:lnTo>
                <a:lnTo>
                  <a:pt x="2685" y="916"/>
                </a:lnTo>
                <a:lnTo>
                  <a:pt x="2686" y="916"/>
                </a:lnTo>
                <a:lnTo>
                  <a:pt x="2687" y="915"/>
                </a:lnTo>
                <a:lnTo>
                  <a:pt x="2688" y="915"/>
                </a:lnTo>
                <a:lnTo>
                  <a:pt x="2689" y="915"/>
                </a:lnTo>
                <a:lnTo>
                  <a:pt x="2690" y="915"/>
                </a:lnTo>
                <a:lnTo>
                  <a:pt x="2690" y="914"/>
                </a:lnTo>
                <a:lnTo>
                  <a:pt x="2691" y="914"/>
                </a:lnTo>
                <a:lnTo>
                  <a:pt x="2691" y="913"/>
                </a:lnTo>
                <a:lnTo>
                  <a:pt x="2692" y="912"/>
                </a:lnTo>
                <a:lnTo>
                  <a:pt x="2692" y="911"/>
                </a:lnTo>
                <a:lnTo>
                  <a:pt x="2693" y="912"/>
                </a:lnTo>
                <a:lnTo>
                  <a:pt x="2693" y="911"/>
                </a:lnTo>
                <a:lnTo>
                  <a:pt x="2694" y="911"/>
                </a:lnTo>
                <a:lnTo>
                  <a:pt x="2695" y="911"/>
                </a:lnTo>
                <a:lnTo>
                  <a:pt x="2694" y="911"/>
                </a:lnTo>
                <a:lnTo>
                  <a:pt x="2695" y="911"/>
                </a:lnTo>
                <a:lnTo>
                  <a:pt x="2695" y="912"/>
                </a:lnTo>
                <a:lnTo>
                  <a:pt x="2695" y="913"/>
                </a:lnTo>
                <a:lnTo>
                  <a:pt x="2695" y="915"/>
                </a:lnTo>
                <a:lnTo>
                  <a:pt x="2695" y="916"/>
                </a:lnTo>
                <a:lnTo>
                  <a:pt x="2696" y="916"/>
                </a:lnTo>
                <a:lnTo>
                  <a:pt x="2696" y="917"/>
                </a:lnTo>
                <a:lnTo>
                  <a:pt x="2696" y="918"/>
                </a:lnTo>
                <a:lnTo>
                  <a:pt x="2696" y="919"/>
                </a:lnTo>
                <a:lnTo>
                  <a:pt x="2696" y="920"/>
                </a:lnTo>
                <a:lnTo>
                  <a:pt x="2695" y="921"/>
                </a:lnTo>
                <a:lnTo>
                  <a:pt x="2695" y="922"/>
                </a:lnTo>
                <a:lnTo>
                  <a:pt x="2696" y="923"/>
                </a:lnTo>
                <a:lnTo>
                  <a:pt x="2697" y="924"/>
                </a:lnTo>
                <a:lnTo>
                  <a:pt x="2697" y="925"/>
                </a:lnTo>
                <a:lnTo>
                  <a:pt x="2698" y="925"/>
                </a:lnTo>
                <a:lnTo>
                  <a:pt x="2698" y="926"/>
                </a:lnTo>
                <a:lnTo>
                  <a:pt x="2698" y="927"/>
                </a:lnTo>
                <a:lnTo>
                  <a:pt x="2698" y="928"/>
                </a:lnTo>
                <a:lnTo>
                  <a:pt x="2698" y="929"/>
                </a:lnTo>
                <a:lnTo>
                  <a:pt x="2698" y="930"/>
                </a:lnTo>
                <a:lnTo>
                  <a:pt x="2699" y="931"/>
                </a:lnTo>
                <a:lnTo>
                  <a:pt x="2700" y="932"/>
                </a:lnTo>
                <a:lnTo>
                  <a:pt x="2700" y="933"/>
                </a:lnTo>
                <a:lnTo>
                  <a:pt x="2701" y="933"/>
                </a:lnTo>
                <a:lnTo>
                  <a:pt x="2701" y="934"/>
                </a:lnTo>
                <a:lnTo>
                  <a:pt x="2702" y="934"/>
                </a:lnTo>
                <a:lnTo>
                  <a:pt x="2702" y="935"/>
                </a:lnTo>
                <a:lnTo>
                  <a:pt x="2702" y="936"/>
                </a:lnTo>
                <a:lnTo>
                  <a:pt x="2703" y="936"/>
                </a:lnTo>
                <a:lnTo>
                  <a:pt x="2703" y="935"/>
                </a:lnTo>
                <a:lnTo>
                  <a:pt x="2704" y="935"/>
                </a:lnTo>
                <a:lnTo>
                  <a:pt x="2704" y="936"/>
                </a:lnTo>
                <a:lnTo>
                  <a:pt x="2705" y="936"/>
                </a:lnTo>
                <a:lnTo>
                  <a:pt x="2706" y="937"/>
                </a:lnTo>
                <a:lnTo>
                  <a:pt x="2707" y="937"/>
                </a:lnTo>
                <a:lnTo>
                  <a:pt x="2708" y="938"/>
                </a:lnTo>
                <a:lnTo>
                  <a:pt x="2709" y="938"/>
                </a:lnTo>
                <a:lnTo>
                  <a:pt x="2710" y="938"/>
                </a:lnTo>
                <a:lnTo>
                  <a:pt x="2710" y="939"/>
                </a:lnTo>
                <a:lnTo>
                  <a:pt x="2710" y="941"/>
                </a:lnTo>
                <a:lnTo>
                  <a:pt x="2711" y="941"/>
                </a:lnTo>
                <a:lnTo>
                  <a:pt x="2712" y="942"/>
                </a:lnTo>
                <a:lnTo>
                  <a:pt x="2712" y="943"/>
                </a:lnTo>
                <a:lnTo>
                  <a:pt x="2713" y="943"/>
                </a:lnTo>
                <a:lnTo>
                  <a:pt x="2714" y="943"/>
                </a:lnTo>
                <a:lnTo>
                  <a:pt x="2715" y="943"/>
                </a:lnTo>
                <a:lnTo>
                  <a:pt x="2715" y="942"/>
                </a:lnTo>
                <a:lnTo>
                  <a:pt x="2716" y="941"/>
                </a:lnTo>
                <a:lnTo>
                  <a:pt x="2717" y="941"/>
                </a:lnTo>
                <a:lnTo>
                  <a:pt x="2717" y="940"/>
                </a:lnTo>
                <a:lnTo>
                  <a:pt x="2718" y="941"/>
                </a:lnTo>
                <a:lnTo>
                  <a:pt x="2718" y="940"/>
                </a:lnTo>
                <a:lnTo>
                  <a:pt x="2718" y="939"/>
                </a:lnTo>
                <a:lnTo>
                  <a:pt x="2719" y="939"/>
                </a:lnTo>
                <a:lnTo>
                  <a:pt x="2720" y="940"/>
                </a:lnTo>
                <a:lnTo>
                  <a:pt x="2720" y="939"/>
                </a:lnTo>
                <a:lnTo>
                  <a:pt x="2720" y="940"/>
                </a:lnTo>
                <a:lnTo>
                  <a:pt x="2721" y="940"/>
                </a:lnTo>
                <a:lnTo>
                  <a:pt x="2722" y="940"/>
                </a:lnTo>
                <a:lnTo>
                  <a:pt x="2723" y="940"/>
                </a:lnTo>
                <a:lnTo>
                  <a:pt x="2725" y="939"/>
                </a:lnTo>
                <a:lnTo>
                  <a:pt x="2725" y="938"/>
                </a:lnTo>
                <a:lnTo>
                  <a:pt x="2726" y="938"/>
                </a:lnTo>
                <a:lnTo>
                  <a:pt x="2727" y="938"/>
                </a:lnTo>
                <a:lnTo>
                  <a:pt x="2728" y="937"/>
                </a:lnTo>
                <a:lnTo>
                  <a:pt x="2728" y="936"/>
                </a:lnTo>
                <a:lnTo>
                  <a:pt x="2729" y="936"/>
                </a:lnTo>
                <a:lnTo>
                  <a:pt x="2729" y="935"/>
                </a:lnTo>
                <a:lnTo>
                  <a:pt x="2729" y="934"/>
                </a:lnTo>
                <a:lnTo>
                  <a:pt x="2728" y="934"/>
                </a:lnTo>
                <a:lnTo>
                  <a:pt x="2729" y="933"/>
                </a:lnTo>
                <a:lnTo>
                  <a:pt x="2729" y="931"/>
                </a:lnTo>
                <a:lnTo>
                  <a:pt x="2729" y="930"/>
                </a:lnTo>
                <a:lnTo>
                  <a:pt x="2729" y="929"/>
                </a:lnTo>
                <a:lnTo>
                  <a:pt x="2730" y="929"/>
                </a:lnTo>
                <a:lnTo>
                  <a:pt x="2730" y="928"/>
                </a:lnTo>
                <a:lnTo>
                  <a:pt x="2730" y="927"/>
                </a:lnTo>
                <a:lnTo>
                  <a:pt x="2730" y="926"/>
                </a:lnTo>
                <a:lnTo>
                  <a:pt x="2731" y="926"/>
                </a:lnTo>
                <a:lnTo>
                  <a:pt x="2731" y="925"/>
                </a:lnTo>
                <a:lnTo>
                  <a:pt x="2732" y="925"/>
                </a:lnTo>
                <a:lnTo>
                  <a:pt x="2731" y="924"/>
                </a:lnTo>
                <a:lnTo>
                  <a:pt x="2730" y="923"/>
                </a:lnTo>
                <a:lnTo>
                  <a:pt x="2730" y="922"/>
                </a:lnTo>
                <a:lnTo>
                  <a:pt x="2731" y="922"/>
                </a:lnTo>
                <a:lnTo>
                  <a:pt x="2731" y="921"/>
                </a:lnTo>
                <a:lnTo>
                  <a:pt x="2730" y="921"/>
                </a:lnTo>
                <a:lnTo>
                  <a:pt x="2730" y="920"/>
                </a:lnTo>
                <a:lnTo>
                  <a:pt x="2731" y="920"/>
                </a:lnTo>
                <a:lnTo>
                  <a:pt x="2731" y="919"/>
                </a:lnTo>
                <a:lnTo>
                  <a:pt x="2731" y="918"/>
                </a:lnTo>
                <a:lnTo>
                  <a:pt x="2732" y="918"/>
                </a:lnTo>
                <a:lnTo>
                  <a:pt x="2732" y="919"/>
                </a:lnTo>
                <a:lnTo>
                  <a:pt x="2733" y="919"/>
                </a:lnTo>
                <a:lnTo>
                  <a:pt x="2734" y="919"/>
                </a:lnTo>
                <a:lnTo>
                  <a:pt x="2734" y="918"/>
                </a:lnTo>
                <a:lnTo>
                  <a:pt x="2735" y="918"/>
                </a:lnTo>
                <a:lnTo>
                  <a:pt x="2736" y="918"/>
                </a:lnTo>
                <a:lnTo>
                  <a:pt x="2737" y="919"/>
                </a:lnTo>
                <a:lnTo>
                  <a:pt x="2737" y="918"/>
                </a:lnTo>
                <a:lnTo>
                  <a:pt x="2738" y="917"/>
                </a:lnTo>
                <a:lnTo>
                  <a:pt x="2739" y="917"/>
                </a:lnTo>
                <a:lnTo>
                  <a:pt x="2740" y="918"/>
                </a:lnTo>
                <a:lnTo>
                  <a:pt x="2741" y="918"/>
                </a:lnTo>
                <a:lnTo>
                  <a:pt x="2742" y="919"/>
                </a:lnTo>
                <a:lnTo>
                  <a:pt x="2742" y="920"/>
                </a:lnTo>
                <a:lnTo>
                  <a:pt x="2743" y="922"/>
                </a:lnTo>
                <a:lnTo>
                  <a:pt x="2744" y="921"/>
                </a:lnTo>
                <a:lnTo>
                  <a:pt x="2745" y="921"/>
                </a:lnTo>
                <a:lnTo>
                  <a:pt x="2745" y="920"/>
                </a:lnTo>
                <a:lnTo>
                  <a:pt x="2746" y="920"/>
                </a:lnTo>
                <a:lnTo>
                  <a:pt x="2748" y="912"/>
                </a:lnTo>
                <a:lnTo>
                  <a:pt x="2748" y="909"/>
                </a:lnTo>
                <a:lnTo>
                  <a:pt x="2747" y="907"/>
                </a:lnTo>
                <a:lnTo>
                  <a:pt x="2747" y="905"/>
                </a:lnTo>
                <a:lnTo>
                  <a:pt x="2745" y="904"/>
                </a:lnTo>
                <a:lnTo>
                  <a:pt x="2745" y="903"/>
                </a:lnTo>
                <a:lnTo>
                  <a:pt x="2744" y="902"/>
                </a:lnTo>
                <a:lnTo>
                  <a:pt x="2743" y="902"/>
                </a:lnTo>
                <a:lnTo>
                  <a:pt x="2741" y="900"/>
                </a:lnTo>
                <a:lnTo>
                  <a:pt x="2740" y="901"/>
                </a:lnTo>
                <a:lnTo>
                  <a:pt x="2738" y="901"/>
                </a:lnTo>
                <a:lnTo>
                  <a:pt x="2736" y="902"/>
                </a:lnTo>
                <a:lnTo>
                  <a:pt x="2735" y="900"/>
                </a:lnTo>
                <a:lnTo>
                  <a:pt x="2735" y="899"/>
                </a:lnTo>
                <a:lnTo>
                  <a:pt x="2734" y="899"/>
                </a:lnTo>
                <a:lnTo>
                  <a:pt x="2735" y="898"/>
                </a:lnTo>
                <a:lnTo>
                  <a:pt x="2735" y="897"/>
                </a:lnTo>
                <a:lnTo>
                  <a:pt x="2736" y="898"/>
                </a:lnTo>
                <a:lnTo>
                  <a:pt x="2737" y="898"/>
                </a:lnTo>
                <a:lnTo>
                  <a:pt x="2738" y="898"/>
                </a:lnTo>
                <a:lnTo>
                  <a:pt x="2739" y="899"/>
                </a:lnTo>
                <a:lnTo>
                  <a:pt x="2740" y="899"/>
                </a:lnTo>
                <a:lnTo>
                  <a:pt x="2741" y="900"/>
                </a:lnTo>
                <a:lnTo>
                  <a:pt x="2742" y="900"/>
                </a:lnTo>
                <a:lnTo>
                  <a:pt x="2743" y="901"/>
                </a:lnTo>
                <a:lnTo>
                  <a:pt x="2744" y="902"/>
                </a:lnTo>
                <a:lnTo>
                  <a:pt x="2745" y="903"/>
                </a:lnTo>
                <a:lnTo>
                  <a:pt x="2745" y="904"/>
                </a:lnTo>
                <a:lnTo>
                  <a:pt x="2747" y="904"/>
                </a:lnTo>
                <a:lnTo>
                  <a:pt x="2748" y="904"/>
                </a:lnTo>
                <a:lnTo>
                  <a:pt x="2749" y="904"/>
                </a:lnTo>
                <a:lnTo>
                  <a:pt x="2750" y="904"/>
                </a:lnTo>
                <a:lnTo>
                  <a:pt x="2751" y="904"/>
                </a:lnTo>
                <a:lnTo>
                  <a:pt x="2751" y="903"/>
                </a:lnTo>
                <a:lnTo>
                  <a:pt x="2752" y="902"/>
                </a:lnTo>
                <a:lnTo>
                  <a:pt x="2753" y="901"/>
                </a:lnTo>
                <a:lnTo>
                  <a:pt x="2754" y="901"/>
                </a:lnTo>
                <a:lnTo>
                  <a:pt x="2754" y="900"/>
                </a:lnTo>
                <a:lnTo>
                  <a:pt x="2755" y="900"/>
                </a:lnTo>
                <a:lnTo>
                  <a:pt x="2756" y="900"/>
                </a:lnTo>
                <a:lnTo>
                  <a:pt x="2758" y="900"/>
                </a:lnTo>
                <a:lnTo>
                  <a:pt x="2758" y="899"/>
                </a:lnTo>
                <a:lnTo>
                  <a:pt x="2759" y="899"/>
                </a:lnTo>
                <a:lnTo>
                  <a:pt x="2759" y="900"/>
                </a:lnTo>
                <a:lnTo>
                  <a:pt x="2759" y="901"/>
                </a:lnTo>
                <a:lnTo>
                  <a:pt x="2759" y="904"/>
                </a:lnTo>
                <a:lnTo>
                  <a:pt x="2759" y="905"/>
                </a:lnTo>
                <a:lnTo>
                  <a:pt x="2759" y="906"/>
                </a:lnTo>
                <a:lnTo>
                  <a:pt x="2758" y="906"/>
                </a:lnTo>
                <a:lnTo>
                  <a:pt x="2758" y="908"/>
                </a:lnTo>
                <a:lnTo>
                  <a:pt x="2758" y="909"/>
                </a:lnTo>
                <a:lnTo>
                  <a:pt x="2758" y="910"/>
                </a:lnTo>
                <a:lnTo>
                  <a:pt x="2758" y="912"/>
                </a:lnTo>
                <a:lnTo>
                  <a:pt x="2757" y="913"/>
                </a:lnTo>
                <a:lnTo>
                  <a:pt x="2757" y="914"/>
                </a:lnTo>
                <a:lnTo>
                  <a:pt x="2757" y="915"/>
                </a:lnTo>
                <a:lnTo>
                  <a:pt x="2757" y="916"/>
                </a:lnTo>
                <a:lnTo>
                  <a:pt x="2757" y="917"/>
                </a:lnTo>
                <a:lnTo>
                  <a:pt x="2758" y="917"/>
                </a:lnTo>
                <a:lnTo>
                  <a:pt x="2758" y="918"/>
                </a:lnTo>
                <a:lnTo>
                  <a:pt x="2759" y="918"/>
                </a:lnTo>
                <a:lnTo>
                  <a:pt x="2759" y="919"/>
                </a:lnTo>
                <a:lnTo>
                  <a:pt x="2760" y="919"/>
                </a:lnTo>
                <a:lnTo>
                  <a:pt x="2761" y="919"/>
                </a:lnTo>
                <a:lnTo>
                  <a:pt x="2762" y="918"/>
                </a:lnTo>
                <a:lnTo>
                  <a:pt x="2763" y="918"/>
                </a:lnTo>
                <a:lnTo>
                  <a:pt x="2764" y="918"/>
                </a:lnTo>
                <a:lnTo>
                  <a:pt x="2765" y="918"/>
                </a:lnTo>
                <a:lnTo>
                  <a:pt x="2766" y="918"/>
                </a:lnTo>
                <a:lnTo>
                  <a:pt x="2767" y="917"/>
                </a:lnTo>
                <a:lnTo>
                  <a:pt x="2767" y="914"/>
                </a:lnTo>
                <a:lnTo>
                  <a:pt x="2766" y="914"/>
                </a:lnTo>
                <a:lnTo>
                  <a:pt x="2766" y="913"/>
                </a:lnTo>
                <a:lnTo>
                  <a:pt x="2766" y="912"/>
                </a:lnTo>
                <a:lnTo>
                  <a:pt x="2765" y="912"/>
                </a:lnTo>
                <a:lnTo>
                  <a:pt x="2766" y="911"/>
                </a:lnTo>
                <a:lnTo>
                  <a:pt x="2766" y="910"/>
                </a:lnTo>
                <a:lnTo>
                  <a:pt x="2766" y="909"/>
                </a:lnTo>
                <a:lnTo>
                  <a:pt x="2766" y="908"/>
                </a:lnTo>
                <a:lnTo>
                  <a:pt x="2766" y="907"/>
                </a:lnTo>
                <a:lnTo>
                  <a:pt x="2767" y="908"/>
                </a:lnTo>
                <a:lnTo>
                  <a:pt x="2767" y="907"/>
                </a:lnTo>
                <a:lnTo>
                  <a:pt x="2768" y="907"/>
                </a:lnTo>
                <a:lnTo>
                  <a:pt x="2769" y="907"/>
                </a:lnTo>
                <a:lnTo>
                  <a:pt x="2769" y="908"/>
                </a:lnTo>
                <a:lnTo>
                  <a:pt x="2769" y="909"/>
                </a:lnTo>
                <a:lnTo>
                  <a:pt x="2769" y="910"/>
                </a:lnTo>
                <a:lnTo>
                  <a:pt x="2768" y="910"/>
                </a:lnTo>
                <a:lnTo>
                  <a:pt x="2768" y="911"/>
                </a:lnTo>
                <a:lnTo>
                  <a:pt x="2769" y="911"/>
                </a:lnTo>
                <a:lnTo>
                  <a:pt x="2769" y="912"/>
                </a:lnTo>
                <a:lnTo>
                  <a:pt x="2770" y="913"/>
                </a:lnTo>
                <a:lnTo>
                  <a:pt x="2771" y="913"/>
                </a:lnTo>
                <a:lnTo>
                  <a:pt x="2771" y="914"/>
                </a:lnTo>
                <a:lnTo>
                  <a:pt x="2771" y="915"/>
                </a:lnTo>
                <a:lnTo>
                  <a:pt x="2770" y="915"/>
                </a:lnTo>
                <a:lnTo>
                  <a:pt x="2770" y="916"/>
                </a:lnTo>
                <a:lnTo>
                  <a:pt x="2769" y="916"/>
                </a:lnTo>
                <a:lnTo>
                  <a:pt x="2768" y="917"/>
                </a:lnTo>
                <a:lnTo>
                  <a:pt x="2768" y="918"/>
                </a:lnTo>
                <a:lnTo>
                  <a:pt x="2769" y="918"/>
                </a:lnTo>
                <a:lnTo>
                  <a:pt x="2769" y="919"/>
                </a:lnTo>
                <a:lnTo>
                  <a:pt x="2770" y="919"/>
                </a:lnTo>
                <a:lnTo>
                  <a:pt x="2771" y="919"/>
                </a:lnTo>
                <a:lnTo>
                  <a:pt x="2772" y="918"/>
                </a:lnTo>
                <a:lnTo>
                  <a:pt x="2773" y="918"/>
                </a:lnTo>
                <a:lnTo>
                  <a:pt x="2773" y="919"/>
                </a:lnTo>
                <a:lnTo>
                  <a:pt x="2773" y="920"/>
                </a:lnTo>
                <a:lnTo>
                  <a:pt x="2773" y="921"/>
                </a:lnTo>
                <a:lnTo>
                  <a:pt x="2774" y="922"/>
                </a:lnTo>
                <a:lnTo>
                  <a:pt x="2774" y="923"/>
                </a:lnTo>
                <a:lnTo>
                  <a:pt x="2775" y="926"/>
                </a:lnTo>
                <a:lnTo>
                  <a:pt x="2774" y="926"/>
                </a:lnTo>
                <a:lnTo>
                  <a:pt x="2774" y="927"/>
                </a:lnTo>
                <a:lnTo>
                  <a:pt x="2775" y="929"/>
                </a:lnTo>
                <a:lnTo>
                  <a:pt x="2776" y="931"/>
                </a:lnTo>
                <a:lnTo>
                  <a:pt x="2775" y="931"/>
                </a:lnTo>
                <a:lnTo>
                  <a:pt x="2775" y="932"/>
                </a:lnTo>
                <a:lnTo>
                  <a:pt x="2774" y="935"/>
                </a:lnTo>
                <a:lnTo>
                  <a:pt x="2774" y="937"/>
                </a:lnTo>
                <a:lnTo>
                  <a:pt x="2771" y="938"/>
                </a:lnTo>
                <a:lnTo>
                  <a:pt x="2767" y="939"/>
                </a:lnTo>
                <a:lnTo>
                  <a:pt x="2766" y="939"/>
                </a:lnTo>
                <a:lnTo>
                  <a:pt x="2765" y="939"/>
                </a:lnTo>
                <a:lnTo>
                  <a:pt x="2763" y="940"/>
                </a:lnTo>
                <a:lnTo>
                  <a:pt x="2762" y="940"/>
                </a:lnTo>
                <a:lnTo>
                  <a:pt x="2761" y="940"/>
                </a:lnTo>
                <a:lnTo>
                  <a:pt x="2756" y="942"/>
                </a:lnTo>
                <a:lnTo>
                  <a:pt x="2755" y="942"/>
                </a:lnTo>
                <a:lnTo>
                  <a:pt x="2750" y="944"/>
                </a:lnTo>
                <a:lnTo>
                  <a:pt x="2749" y="945"/>
                </a:lnTo>
                <a:lnTo>
                  <a:pt x="2748" y="945"/>
                </a:lnTo>
                <a:lnTo>
                  <a:pt x="2747" y="946"/>
                </a:lnTo>
                <a:lnTo>
                  <a:pt x="2746" y="947"/>
                </a:lnTo>
                <a:lnTo>
                  <a:pt x="2745" y="947"/>
                </a:lnTo>
                <a:lnTo>
                  <a:pt x="2744" y="947"/>
                </a:lnTo>
                <a:lnTo>
                  <a:pt x="2743" y="947"/>
                </a:lnTo>
                <a:lnTo>
                  <a:pt x="2742" y="948"/>
                </a:lnTo>
                <a:lnTo>
                  <a:pt x="2741" y="948"/>
                </a:lnTo>
                <a:lnTo>
                  <a:pt x="2741" y="949"/>
                </a:lnTo>
                <a:lnTo>
                  <a:pt x="2741" y="950"/>
                </a:lnTo>
                <a:lnTo>
                  <a:pt x="2742" y="950"/>
                </a:lnTo>
                <a:lnTo>
                  <a:pt x="2742" y="951"/>
                </a:lnTo>
                <a:lnTo>
                  <a:pt x="2742" y="952"/>
                </a:lnTo>
                <a:lnTo>
                  <a:pt x="2743" y="953"/>
                </a:lnTo>
                <a:lnTo>
                  <a:pt x="2743" y="954"/>
                </a:lnTo>
                <a:lnTo>
                  <a:pt x="2742" y="955"/>
                </a:lnTo>
                <a:lnTo>
                  <a:pt x="2741" y="956"/>
                </a:lnTo>
                <a:lnTo>
                  <a:pt x="2739" y="957"/>
                </a:lnTo>
                <a:lnTo>
                  <a:pt x="2740" y="958"/>
                </a:lnTo>
                <a:lnTo>
                  <a:pt x="2739" y="959"/>
                </a:lnTo>
                <a:lnTo>
                  <a:pt x="2739" y="960"/>
                </a:lnTo>
                <a:lnTo>
                  <a:pt x="2738" y="959"/>
                </a:lnTo>
                <a:lnTo>
                  <a:pt x="2737" y="959"/>
                </a:lnTo>
                <a:lnTo>
                  <a:pt x="2737" y="960"/>
                </a:lnTo>
                <a:lnTo>
                  <a:pt x="2736" y="959"/>
                </a:lnTo>
                <a:lnTo>
                  <a:pt x="2735" y="959"/>
                </a:lnTo>
                <a:lnTo>
                  <a:pt x="2734" y="958"/>
                </a:lnTo>
                <a:lnTo>
                  <a:pt x="2733" y="957"/>
                </a:lnTo>
                <a:lnTo>
                  <a:pt x="2731" y="957"/>
                </a:lnTo>
                <a:lnTo>
                  <a:pt x="2730" y="958"/>
                </a:lnTo>
                <a:lnTo>
                  <a:pt x="2729" y="958"/>
                </a:lnTo>
                <a:lnTo>
                  <a:pt x="2728" y="959"/>
                </a:lnTo>
                <a:lnTo>
                  <a:pt x="2727" y="959"/>
                </a:lnTo>
                <a:lnTo>
                  <a:pt x="2726" y="959"/>
                </a:lnTo>
                <a:lnTo>
                  <a:pt x="2725" y="960"/>
                </a:lnTo>
                <a:lnTo>
                  <a:pt x="2725" y="961"/>
                </a:lnTo>
                <a:lnTo>
                  <a:pt x="2724" y="962"/>
                </a:lnTo>
                <a:lnTo>
                  <a:pt x="2723" y="960"/>
                </a:lnTo>
                <a:lnTo>
                  <a:pt x="2723" y="959"/>
                </a:lnTo>
                <a:lnTo>
                  <a:pt x="2722" y="957"/>
                </a:lnTo>
                <a:lnTo>
                  <a:pt x="2722" y="958"/>
                </a:lnTo>
                <a:lnTo>
                  <a:pt x="2721" y="958"/>
                </a:lnTo>
                <a:lnTo>
                  <a:pt x="2719" y="958"/>
                </a:lnTo>
                <a:lnTo>
                  <a:pt x="2719" y="959"/>
                </a:lnTo>
                <a:lnTo>
                  <a:pt x="2720" y="960"/>
                </a:lnTo>
                <a:lnTo>
                  <a:pt x="2720" y="961"/>
                </a:lnTo>
                <a:lnTo>
                  <a:pt x="2720" y="962"/>
                </a:lnTo>
                <a:lnTo>
                  <a:pt x="2721" y="964"/>
                </a:lnTo>
                <a:lnTo>
                  <a:pt x="2718" y="965"/>
                </a:lnTo>
                <a:lnTo>
                  <a:pt x="2716" y="965"/>
                </a:lnTo>
                <a:lnTo>
                  <a:pt x="2716" y="966"/>
                </a:lnTo>
                <a:lnTo>
                  <a:pt x="2716" y="967"/>
                </a:lnTo>
                <a:lnTo>
                  <a:pt x="2716" y="968"/>
                </a:lnTo>
                <a:lnTo>
                  <a:pt x="2717" y="970"/>
                </a:lnTo>
                <a:lnTo>
                  <a:pt x="2717" y="971"/>
                </a:lnTo>
                <a:lnTo>
                  <a:pt x="2718" y="973"/>
                </a:lnTo>
                <a:lnTo>
                  <a:pt x="2720" y="982"/>
                </a:lnTo>
                <a:lnTo>
                  <a:pt x="2720" y="983"/>
                </a:lnTo>
                <a:lnTo>
                  <a:pt x="2720" y="984"/>
                </a:lnTo>
                <a:lnTo>
                  <a:pt x="2720" y="986"/>
                </a:lnTo>
                <a:lnTo>
                  <a:pt x="2721" y="986"/>
                </a:lnTo>
                <a:lnTo>
                  <a:pt x="2731" y="999"/>
                </a:lnTo>
                <a:lnTo>
                  <a:pt x="2736" y="1003"/>
                </a:lnTo>
                <a:lnTo>
                  <a:pt x="2737" y="1004"/>
                </a:lnTo>
                <a:lnTo>
                  <a:pt x="2738" y="1004"/>
                </a:lnTo>
                <a:lnTo>
                  <a:pt x="2743" y="1011"/>
                </a:lnTo>
                <a:lnTo>
                  <a:pt x="2742" y="1012"/>
                </a:lnTo>
                <a:lnTo>
                  <a:pt x="2740" y="1014"/>
                </a:lnTo>
                <a:lnTo>
                  <a:pt x="2739" y="1018"/>
                </a:lnTo>
                <a:lnTo>
                  <a:pt x="2739" y="1022"/>
                </a:lnTo>
                <a:lnTo>
                  <a:pt x="2739" y="1023"/>
                </a:lnTo>
                <a:lnTo>
                  <a:pt x="2737" y="1024"/>
                </a:lnTo>
                <a:lnTo>
                  <a:pt x="2738" y="1025"/>
                </a:lnTo>
                <a:lnTo>
                  <a:pt x="2739" y="1030"/>
                </a:lnTo>
                <a:lnTo>
                  <a:pt x="2735" y="1032"/>
                </a:lnTo>
                <a:lnTo>
                  <a:pt x="2733" y="1036"/>
                </a:lnTo>
                <a:lnTo>
                  <a:pt x="2729" y="1037"/>
                </a:lnTo>
                <a:lnTo>
                  <a:pt x="2724" y="1039"/>
                </a:lnTo>
                <a:lnTo>
                  <a:pt x="2708" y="1044"/>
                </a:lnTo>
                <a:lnTo>
                  <a:pt x="2716" y="1067"/>
                </a:lnTo>
                <a:lnTo>
                  <a:pt x="2716" y="1068"/>
                </a:lnTo>
                <a:lnTo>
                  <a:pt x="2716" y="1069"/>
                </a:lnTo>
                <a:lnTo>
                  <a:pt x="2716" y="1070"/>
                </a:lnTo>
                <a:lnTo>
                  <a:pt x="2716" y="1071"/>
                </a:lnTo>
                <a:lnTo>
                  <a:pt x="2716" y="1072"/>
                </a:lnTo>
                <a:lnTo>
                  <a:pt x="2716" y="1073"/>
                </a:lnTo>
                <a:lnTo>
                  <a:pt x="2715" y="1076"/>
                </a:lnTo>
                <a:lnTo>
                  <a:pt x="2712" y="1077"/>
                </a:lnTo>
                <a:lnTo>
                  <a:pt x="2712" y="1078"/>
                </a:lnTo>
                <a:lnTo>
                  <a:pt x="2711" y="1079"/>
                </a:lnTo>
                <a:lnTo>
                  <a:pt x="2710" y="1080"/>
                </a:lnTo>
                <a:lnTo>
                  <a:pt x="2710" y="1081"/>
                </a:lnTo>
                <a:lnTo>
                  <a:pt x="2711" y="1082"/>
                </a:lnTo>
                <a:lnTo>
                  <a:pt x="2712" y="1083"/>
                </a:lnTo>
                <a:lnTo>
                  <a:pt x="2713" y="1084"/>
                </a:lnTo>
                <a:lnTo>
                  <a:pt x="2713" y="1085"/>
                </a:lnTo>
                <a:lnTo>
                  <a:pt x="2714" y="1086"/>
                </a:lnTo>
                <a:lnTo>
                  <a:pt x="2714" y="1087"/>
                </a:lnTo>
                <a:lnTo>
                  <a:pt x="2715" y="1087"/>
                </a:lnTo>
                <a:lnTo>
                  <a:pt x="2715" y="1088"/>
                </a:lnTo>
                <a:lnTo>
                  <a:pt x="2716" y="1089"/>
                </a:lnTo>
                <a:lnTo>
                  <a:pt x="2716" y="1090"/>
                </a:lnTo>
                <a:lnTo>
                  <a:pt x="2715" y="1092"/>
                </a:lnTo>
                <a:lnTo>
                  <a:pt x="2715" y="1093"/>
                </a:lnTo>
                <a:lnTo>
                  <a:pt x="2714" y="1093"/>
                </a:lnTo>
                <a:lnTo>
                  <a:pt x="2715" y="1093"/>
                </a:lnTo>
                <a:lnTo>
                  <a:pt x="2713" y="1094"/>
                </a:lnTo>
                <a:lnTo>
                  <a:pt x="2713" y="1095"/>
                </a:lnTo>
                <a:lnTo>
                  <a:pt x="2713" y="1096"/>
                </a:lnTo>
                <a:lnTo>
                  <a:pt x="2714" y="1097"/>
                </a:lnTo>
                <a:lnTo>
                  <a:pt x="2713" y="1098"/>
                </a:lnTo>
                <a:lnTo>
                  <a:pt x="2713" y="1099"/>
                </a:lnTo>
                <a:lnTo>
                  <a:pt x="2712" y="1100"/>
                </a:lnTo>
                <a:lnTo>
                  <a:pt x="2713" y="1100"/>
                </a:lnTo>
                <a:lnTo>
                  <a:pt x="2709" y="1101"/>
                </a:lnTo>
                <a:lnTo>
                  <a:pt x="2705" y="1102"/>
                </a:lnTo>
                <a:lnTo>
                  <a:pt x="2705" y="1100"/>
                </a:lnTo>
                <a:lnTo>
                  <a:pt x="2705" y="1099"/>
                </a:lnTo>
                <a:lnTo>
                  <a:pt x="2704" y="1099"/>
                </a:lnTo>
                <a:lnTo>
                  <a:pt x="2704" y="1098"/>
                </a:lnTo>
                <a:lnTo>
                  <a:pt x="2703" y="1098"/>
                </a:lnTo>
                <a:lnTo>
                  <a:pt x="2702" y="1098"/>
                </a:lnTo>
                <a:lnTo>
                  <a:pt x="2702" y="1096"/>
                </a:lnTo>
                <a:lnTo>
                  <a:pt x="2702" y="1095"/>
                </a:lnTo>
                <a:lnTo>
                  <a:pt x="2701" y="1094"/>
                </a:lnTo>
                <a:lnTo>
                  <a:pt x="2701" y="1093"/>
                </a:lnTo>
                <a:lnTo>
                  <a:pt x="2700" y="1092"/>
                </a:lnTo>
                <a:lnTo>
                  <a:pt x="2697" y="1092"/>
                </a:lnTo>
                <a:lnTo>
                  <a:pt x="2696" y="1092"/>
                </a:lnTo>
                <a:lnTo>
                  <a:pt x="2694" y="1090"/>
                </a:lnTo>
                <a:lnTo>
                  <a:pt x="2692" y="1089"/>
                </a:lnTo>
                <a:lnTo>
                  <a:pt x="2692" y="1088"/>
                </a:lnTo>
                <a:lnTo>
                  <a:pt x="2692" y="1087"/>
                </a:lnTo>
                <a:lnTo>
                  <a:pt x="2691" y="1087"/>
                </a:lnTo>
                <a:lnTo>
                  <a:pt x="2691" y="1086"/>
                </a:lnTo>
                <a:lnTo>
                  <a:pt x="2690" y="1086"/>
                </a:lnTo>
                <a:lnTo>
                  <a:pt x="2689" y="1087"/>
                </a:lnTo>
                <a:lnTo>
                  <a:pt x="2689" y="1088"/>
                </a:lnTo>
                <a:lnTo>
                  <a:pt x="2688" y="1089"/>
                </a:lnTo>
                <a:lnTo>
                  <a:pt x="2688" y="1090"/>
                </a:lnTo>
                <a:lnTo>
                  <a:pt x="2688" y="1092"/>
                </a:lnTo>
                <a:lnTo>
                  <a:pt x="2687" y="1092"/>
                </a:lnTo>
                <a:lnTo>
                  <a:pt x="2686" y="1092"/>
                </a:lnTo>
                <a:lnTo>
                  <a:pt x="2685" y="1091"/>
                </a:lnTo>
                <a:lnTo>
                  <a:pt x="2685" y="1090"/>
                </a:lnTo>
                <a:lnTo>
                  <a:pt x="2685" y="1089"/>
                </a:lnTo>
                <a:lnTo>
                  <a:pt x="2685" y="1088"/>
                </a:lnTo>
                <a:lnTo>
                  <a:pt x="2685" y="1087"/>
                </a:lnTo>
                <a:lnTo>
                  <a:pt x="2684" y="1086"/>
                </a:lnTo>
                <a:lnTo>
                  <a:pt x="2684" y="1085"/>
                </a:lnTo>
                <a:lnTo>
                  <a:pt x="2684" y="1084"/>
                </a:lnTo>
                <a:lnTo>
                  <a:pt x="2684" y="1083"/>
                </a:lnTo>
                <a:lnTo>
                  <a:pt x="2683" y="1083"/>
                </a:lnTo>
                <a:lnTo>
                  <a:pt x="2683" y="1082"/>
                </a:lnTo>
                <a:lnTo>
                  <a:pt x="2683" y="1081"/>
                </a:lnTo>
                <a:lnTo>
                  <a:pt x="2682" y="1081"/>
                </a:lnTo>
                <a:lnTo>
                  <a:pt x="2681" y="1080"/>
                </a:lnTo>
                <a:lnTo>
                  <a:pt x="2680" y="1079"/>
                </a:lnTo>
                <a:lnTo>
                  <a:pt x="2680" y="1078"/>
                </a:lnTo>
                <a:lnTo>
                  <a:pt x="2676" y="1074"/>
                </a:lnTo>
                <a:lnTo>
                  <a:pt x="2669" y="1075"/>
                </a:lnTo>
                <a:lnTo>
                  <a:pt x="2668" y="1075"/>
                </a:lnTo>
                <a:lnTo>
                  <a:pt x="2668" y="1077"/>
                </a:lnTo>
                <a:lnTo>
                  <a:pt x="2668" y="1078"/>
                </a:lnTo>
                <a:lnTo>
                  <a:pt x="2669" y="1080"/>
                </a:lnTo>
                <a:lnTo>
                  <a:pt x="2670" y="1083"/>
                </a:lnTo>
                <a:lnTo>
                  <a:pt x="2670" y="1084"/>
                </a:lnTo>
                <a:lnTo>
                  <a:pt x="2669" y="1085"/>
                </a:lnTo>
                <a:lnTo>
                  <a:pt x="2668" y="1085"/>
                </a:lnTo>
                <a:lnTo>
                  <a:pt x="2667" y="1084"/>
                </a:lnTo>
                <a:lnTo>
                  <a:pt x="2666" y="1085"/>
                </a:lnTo>
                <a:lnTo>
                  <a:pt x="2667" y="1085"/>
                </a:lnTo>
                <a:lnTo>
                  <a:pt x="2667" y="1086"/>
                </a:lnTo>
                <a:lnTo>
                  <a:pt x="2666" y="1086"/>
                </a:lnTo>
                <a:lnTo>
                  <a:pt x="2665" y="1087"/>
                </a:lnTo>
                <a:lnTo>
                  <a:pt x="2665" y="1088"/>
                </a:lnTo>
                <a:lnTo>
                  <a:pt x="2666" y="1089"/>
                </a:lnTo>
                <a:lnTo>
                  <a:pt x="2665" y="1089"/>
                </a:lnTo>
                <a:lnTo>
                  <a:pt x="2665" y="1090"/>
                </a:lnTo>
                <a:lnTo>
                  <a:pt x="2664" y="1090"/>
                </a:lnTo>
                <a:lnTo>
                  <a:pt x="2665" y="1090"/>
                </a:lnTo>
                <a:lnTo>
                  <a:pt x="2665" y="1091"/>
                </a:lnTo>
                <a:lnTo>
                  <a:pt x="2664" y="1091"/>
                </a:lnTo>
                <a:lnTo>
                  <a:pt x="2664" y="1092"/>
                </a:lnTo>
                <a:lnTo>
                  <a:pt x="2663" y="1093"/>
                </a:lnTo>
                <a:lnTo>
                  <a:pt x="2662" y="1093"/>
                </a:lnTo>
                <a:lnTo>
                  <a:pt x="2662" y="1094"/>
                </a:lnTo>
                <a:lnTo>
                  <a:pt x="2663" y="1094"/>
                </a:lnTo>
                <a:lnTo>
                  <a:pt x="2662" y="1094"/>
                </a:lnTo>
                <a:lnTo>
                  <a:pt x="2661" y="1094"/>
                </a:lnTo>
                <a:lnTo>
                  <a:pt x="2661" y="1095"/>
                </a:lnTo>
                <a:lnTo>
                  <a:pt x="2661" y="1096"/>
                </a:lnTo>
                <a:lnTo>
                  <a:pt x="2660" y="1096"/>
                </a:lnTo>
                <a:lnTo>
                  <a:pt x="2660" y="1095"/>
                </a:lnTo>
                <a:lnTo>
                  <a:pt x="2659" y="1094"/>
                </a:lnTo>
                <a:lnTo>
                  <a:pt x="2658" y="1093"/>
                </a:lnTo>
                <a:lnTo>
                  <a:pt x="2658" y="1092"/>
                </a:lnTo>
                <a:lnTo>
                  <a:pt x="2658" y="1091"/>
                </a:lnTo>
                <a:lnTo>
                  <a:pt x="2657" y="1091"/>
                </a:lnTo>
                <a:lnTo>
                  <a:pt x="2656" y="1091"/>
                </a:lnTo>
                <a:lnTo>
                  <a:pt x="2655" y="1091"/>
                </a:lnTo>
                <a:lnTo>
                  <a:pt x="2655" y="1089"/>
                </a:lnTo>
                <a:lnTo>
                  <a:pt x="2654" y="1089"/>
                </a:lnTo>
                <a:lnTo>
                  <a:pt x="2654" y="1088"/>
                </a:lnTo>
                <a:lnTo>
                  <a:pt x="2653" y="1088"/>
                </a:lnTo>
                <a:lnTo>
                  <a:pt x="2653" y="1087"/>
                </a:lnTo>
                <a:lnTo>
                  <a:pt x="2652" y="1088"/>
                </a:lnTo>
                <a:lnTo>
                  <a:pt x="2651" y="1088"/>
                </a:lnTo>
                <a:lnTo>
                  <a:pt x="2651" y="1087"/>
                </a:lnTo>
                <a:lnTo>
                  <a:pt x="2650" y="1087"/>
                </a:lnTo>
                <a:lnTo>
                  <a:pt x="2649" y="1087"/>
                </a:lnTo>
                <a:lnTo>
                  <a:pt x="2647" y="1087"/>
                </a:lnTo>
                <a:lnTo>
                  <a:pt x="2646" y="1087"/>
                </a:lnTo>
                <a:lnTo>
                  <a:pt x="2646" y="1086"/>
                </a:lnTo>
                <a:lnTo>
                  <a:pt x="2645" y="1086"/>
                </a:lnTo>
                <a:lnTo>
                  <a:pt x="2643" y="1086"/>
                </a:lnTo>
                <a:lnTo>
                  <a:pt x="2642" y="1086"/>
                </a:lnTo>
                <a:lnTo>
                  <a:pt x="2641" y="1086"/>
                </a:lnTo>
                <a:lnTo>
                  <a:pt x="2641" y="1085"/>
                </a:lnTo>
                <a:lnTo>
                  <a:pt x="2640" y="1085"/>
                </a:lnTo>
                <a:lnTo>
                  <a:pt x="2640" y="1084"/>
                </a:lnTo>
                <a:lnTo>
                  <a:pt x="2639" y="1084"/>
                </a:lnTo>
                <a:lnTo>
                  <a:pt x="2639" y="1083"/>
                </a:lnTo>
                <a:lnTo>
                  <a:pt x="2639" y="1081"/>
                </a:lnTo>
                <a:lnTo>
                  <a:pt x="2638" y="1080"/>
                </a:lnTo>
                <a:lnTo>
                  <a:pt x="2638" y="1079"/>
                </a:lnTo>
                <a:lnTo>
                  <a:pt x="2637" y="1079"/>
                </a:lnTo>
                <a:lnTo>
                  <a:pt x="2636" y="1079"/>
                </a:lnTo>
                <a:lnTo>
                  <a:pt x="2636" y="1078"/>
                </a:lnTo>
                <a:lnTo>
                  <a:pt x="2636" y="1079"/>
                </a:lnTo>
                <a:lnTo>
                  <a:pt x="2635" y="1079"/>
                </a:lnTo>
                <a:lnTo>
                  <a:pt x="2635" y="1078"/>
                </a:lnTo>
                <a:lnTo>
                  <a:pt x="2634" y="1078"/>
                </a:lnTo>
                <a:lnTo>
                  <a:pt x="2634" y="1077"/>
                </a:lnTo>
                <a:lnTo>
                  <a:pt x="2634" y="1076"/>
                </a:lnTo>
                <a:lnTo>
                  <a:pt x="2633" y="1076"/>
                </a:lnTo>
                <a:lnTo>
                  <a:pt x="2634" y="1076"/>
                </a:lnTo>
                <a:lnTo>
                  <a:pt x="2634" y="1075"/>
                </a:lnTo>
                <a:lnTo>
                  <a:pt x="2633" y="1075"/>
                </a:lnTo>
                <a:lnTo>
                  <a:pt x="2632" y="1075"/>
                </a:lnTo>
                <a:lnTo>
                  <a:pt x="2631" y="1075"/>
                </a:lnTo>
                <a:lnTo>
                  <a:pt x="2630" y="1075"/>
                </a:lnTo>
                <a:lnTo>
                  <a:pt x="2630" y="1074"/>
                </a:lnTo>
                <a:lnTo>
                  <a:pt x="2630" y="1073"/>
                </a:lnTo>
                <a:lnTo>
                  <a:pt x="2629" y="1073"/>
                </a:lnTo>
                <a:lnTo>
                  <a:pt x="2629" y="1072"/>
                </a:lnTo>
                <a:lnTo>
                  <a:pt x="2628" y="1072"/>
                </a:lnTo>
                <a:lnTo>
                  <a:pt x="2628" y="1074"/>
                </a:lnTo>
                <a:lnTo>
                  <a:pt x="2627" y="1074"/>
                </a:lnTo>
                <a:lnTo>
                  <a:pt x="2626" y="1074"/>
                </a:lnTo>
                <a:lnTo>
                  <a:pt x="2625" y="1073"/>
                </a:lnTo>
                <a:lnTo>
                  <a:pt x="2624" y="1072"/>
                </a:lnTo>
                <a:lnTo>
                  <a:pt x="2624" y="1073"/>
                </a:lnTo>
                <a:lnTo>
                  <a:pt x="2623" y="1072"/>
                </a:lnTo>
                <a:lnTo>
                  <a:pt x="2622" y="1072"/>
                </a:lnTo>
                <a:lnTo>
                  <a:pt x="2621" y="1072"/>
                </a:lnTo>
                <a:lnTo>
                  <a:pt x="2621" y="1073"/>
                </a:lnTo>
                <a:lnTo>
                  <a:pt x="2621" y="1072"/>
                </a:lnTo>
                <a:lnTo>
                  <a:pt x="2620" y="1071"/>
                </a:lnTo>
                <a:lnTo>
                  <a:pt x="2620" y="1070"/>
                </a:lnTo>
                <a:lnTo>
                  <a:pt x="2619" y="1070"/>
                </a:lnTo>
                <a:lnTo>
                  <a:pt x="2617" y="1070"/>
                </a:lnTo>
                <a:lnTo>
                  <a:pt x="2617" y="1071"/>
                </a:lnTo>
                <a:lnTo>
                  <a:pt x="2616" y="1071"/>
                </a:lnTo>
                <a:lnTo>
                  <a:pt x="2615" y="1072"/>
                </a:lnTo>
                <a:lnTo>
                  <a:pt x="2614" y="1072"/>
                </a:lnTo>
                <a:lnTo>
                  <a:pt x="2613" y="1071"/>
                </a:lnTo>
                <a:lnTo>
                  <a:pt x="2612" y="1070"/>
                </a:lnTo>
                <a:lnTo>
                  <a:pt x="2612" y="1069"/>
                </a:lnTo>
                <a:lnTo>
                  <a:pt x="2611" y="1069"/>
                </a:lnTo>
                <a:lnTo>
                  <a:pt x="2610" y="1069"/>
                </a:lnTo>
                <a:lnTo>
                  <a:pt x="2609" y="1069"/>
                </a:lnTo>
                <a:lnTo>
                  <a:pt x="2608" y="1069"/>
                </a:lnTo>
                <a:lnTo>
                  <a:pt x="2608" y="1070"/>
                </a:lnTo>
                <a:lnTo>
                  <a:pt x="2608" y="1071"/>
                </a:lnTo>
                <a:lnTo>
                  <a:pt x="2607" y="1071"/>
                </a:lnTo>
                <a:lnTo>
                  <a:pt x="2606" y="1072"/>
                </a:lnTo>
                <a:lnTo>
                  <a:pt x="2606" y="1073"/>
                </a:lnTo>
                <a:lnTo>
                  <a:pt x="2605" y="1073"/>
                </a:lnTo>
                <a:lnTo>
                  <a:pt x="2605" y="1074"/>
                </a:lnTo>
                <a:lnTo>
                  <a:pt x="2604" y="1074"/>
                </a:lnTo>
                <a:lnTo>
                  <a:pt x="2603" y="1075"/>
                </a:lnTo>
                <a:lnTo>
                  <a:pt x="2604" y="1075"/>
                </a:lnTo>
                <a:lnTo>
                  <a:pt x="2604" y="1076"/>
                </a:lnTo>
                <a:lnTo>
                  <a:pt x="2605" y="1076"/>
                </a:lnTo>
                <a:lnTo>
                  <a:pt x="2606" y="1076"/>
                </a:lnTo>
                <a:lnTo>
                  <a:pt x="2607" y="1076"/>
                </a:lnTo>
                <a:lnTo>
                  <a:pt x="2607" y="1077"/>
                </a:lnTo>
                <a:lnTo>
                  <a:pt x="2608" y="1078"/>
                </a:lnTo>
                <a:lnTo>
                  <a:pt x="2609" y="1078"/>
                </a:lnTo>
                <a:lnTo>
                  <a:pt x="2609" y="1079"/>
                </a:lnTo>
                <a:lnTo>
                  <a:pt x="2610" y="1080"/>
                </a:lnTo>
                <a:lnTo>
                  <a:pt x="2610" y="1081"/>
                </a:lnTo>
                <a:lnTo>
                  <a:pt x="2609" y="1081"/>
                </a:lnTo>
                <a:lnTo>
                  <a:pt x="2609" y="1082"/>
                </a:lnTo>
                <a:lnTo>
                  <a:pt x="2610" y="1082"/>
                </a:lnTo>
                <a:lnTo>
                  <a:pt x="2610" y="1083"/>
                </a:lnTo>
                <a:lnTo>
                  <a:pt x="2611" y="1083"/>
                </a:lnTo>
                <a:lnTo>
                  <a:pt x="2611" y="1084"/>
                </a:lnTo>
                <a:lnTo>
                  <a:pt x="2612" y="1085"/>
                </a:lnTo>
                <a:lnTo>
                  <a:pt x="2611" y="1085"/>
                </a:lnTo>
                <a:lnTo>
                  <a:pt x="2611" y="1086"/>
                </a:lnTo>
                <a:lnTo>
                  <a:pt x="2611" y="1087"/>
                </a:lnTo>
                <a:lnTo>
                  <a:pt x="2611" y="1088"/>
                </a:lnTo>
                <a:lnTo>
                  <a:pt x="2611" y="1089"/>
                </a:lnTo>
                <a:lnTo>
                  <a:pt x="2611" y="1090"/>
                </a:lnTo>
                <a:lnTo>
                  <a:pt x="2612" y="1090"/>
                </a:lnTo>
                <a:lnTo>
                  <a:pt x="2612" y="1091"/>
                </a:lnTo>
                <a:lnTo>
                  <a:pt x="2612" y="1092"/>
                </a:lnTo>
                <a:lnTo>
                  <a:pt x="2611" y="1092"/>
                </a:lnTo>
                <a:lnTo>
                  <a:pt x="2611" y="1093"/>
                </a:lnTo>
                <a:lnTo>
                  <a:pt x="2610" y="1093"/>
                </a:lnTo>
                <a:lnTo>
                  <a:pt x="2610" y="1094"/>
                </a:lnTo>
                <a:lnTo>
                  <a:pt x="2610" y="1095"/>
                </a:lnTo>
                <a:lnTo>
                  <a:pt x="2609" y="1096"/>
                </a:lnTo>
                <a:lnTo>
                  <a:pt x="2609" y="1097"/>
                </a:lnTo>
                <a:lnTo>
                  <a:pt x="2608" y="1097"/>
                </a:lnTo>
                <a:lnTo>
                  <a:pt x="2608" y="1098"/>
                </a:lnTo>
                <a:lnTo>
                  <a:pt x="2608" y="1099"/>
                </a:lnTo>
                <a:lnTo>
                  <a:pt x="2609" y="1100"/>
                </a:lnTo>
                <a:lnTo>
                  <a:pt x="2609" y="1101"/>
                </a:lnTo>
                <a:lnTo>
                  <a:pt x="2608" y="1101"/>
                </a:lnTo>
                <a:lnTo>
                  <a:pt x="2607" y="1102"/>
                </a:lnTo>
                <a:lnTo>
                  <a:pt x="2608" y="1103"/>
                </a:lnTo>
                <a:lnTo>
                  <a:pt x="2608" y="1104"/>
                </a:lnTo>
                <a:lnTo>
                  <a:pt x="2607" y="1103"/>
                </a:lnTo>
                <a:lnTo>
                  <a:pt x="2608" y="1104"/>
                </a:lnTo>
                <a:lnTo>
                  <a:pt x="2608" y="1105"/>
                </a:lnTo>
                <a:lnTo>
                  <a:pt x="2607" y="1105"/>
                </a:lnTo>
                <a:lnTo>
                  <a:pt x="2607" y="1106"/>
                </a:lnTo>
                <a:lnTo>
                  <a:pt x="2606" y="1106"/>
                </a:lnTo>
                <a:lnTo>
                  <a:pt x="2605" y="1106"/>
                </a:lnTo>
                <a:lnTo>
                  <a:pt x="2606" y="1106"/>
                </a:lnTo>
                <a:lnTo>
                  <a:pt x="2605" y="1105"/>
                </a:lnTo>
                <a:lnTo>
                  <a:pt x="2605" y="1106"/>
                </a:lnTo>
                <a:lnTo>
                  <a:pt x="2606" y="1106"/>
                </a:lnTo>
                <a:lnTo>
                  <a:pt x="2605" y="1107"/>
                </a:lnTo>
                <a:lnTo>
                  <a:pt x="2604" y="1107"/>
                </a:lnTo>
                <a:lnTo>
                  <a:pt x="2604" y="1108"/>
                </a:lnTo>
                <a:lnTo>
                  <a:pt x="2603" y="1108"/>
                </a:lnTo>
                <a:lnTo>
                  <a:pt x="2602" y="1109"/>
                </a:lnTo>
                <a:lnTo>
                  <a:pt x="2602" y="1110"/>
                </a:lnTo>
                <a:lnTo>
                  <a:pt x="2603" y="1110"/>
                </a:lnTo>
                <a:lnTo>
                  <a:pt x="2602" y="1110"/>
                </a:lnTo>
                <a:lnTo>
                  <a:pt x="2601" y="1110"/>
                </a:lnTo>
                <a:lnTo>
                  <a:pt x="2600" y="1110"/>
                </a:lnTo>
                <a:lnTo>
                  <a:pt x="2599" y="1110"/>
                </a:lnTo>
                <a:lnTo>
                  <a:pt x="2599" y="1111"/>
                </a:lnTo>
                <a:lnTo>
                  <a:pt x="2598" y="1112"/>
                </a:lnTo>
                <a:lnTo>
                  <a:pt x="2598" y="1113"/>
                </a:lnTo>
                <a:lnTo>
                  <a:pt x="2598" y="1114"/>
                </a:lnTo>
                <a:lnTo>
                  <a:pt x="2599" y="1114"/>
                </a:lnTo>
                <a:lnTo>
                  <a:pt x="2600" y="1114"/>
                </a:lnTo>
                <a:lnTo>
                  <a:pt x="2601" y="1114"/>
                </a:lnTo>
                <a:lnTo>
                  <a:pt x="2601" y="1115"/>
                </a:lnTo>
                <a:lnTo>
                  <a:pt x="2600" y="1115"/>
                </a:lnTo>
                <a:lnTo>
                  <a:pt x="2600" y="1116"/>
                </a:lnTo>
                <a:lnTo>
                  <a:pt x="2601" y="1116"/>
                </a:lnTo>
                <a:lnTo>
                  <a:pt x="2601" y="1117"/>
                </a:lnTo>
                <a:lnTo>
                  <a:pt x="2602" y="1117"/>
                </a:lnTo>
                <a:lnTo>
                  <a:pt x="2603" y="1118"/>
                </a:lnTo>
                <a:lnTo>
                  <a:pt x="2606" y="1119"/>
                </a:lnTo>
                <a:lnTo>
                  <a:pt x="2608" y="1119"/>
                </a:lnTo>
                <a:lnTo>
                  <a:pt x="2609" y="1120"/>
                </a:lnTo>
                <a:lnTo>
                  <a:pt x="2610" y="1120"/>
                </a:lnTo>
                <a:lnTo>
                  <a:pt x="2611" y="1120"/>
                </a:lnTo>
                <a:lnTo>
                  <a:pt x="2612" y="1120"/>
                </a:lnTo>
                <a:lnTo>
                  <a:pt x="2613" y="1119"/>
                </a:lnTo>
                <a:lnTo>
                  <a:pt x="2615" y="1120"/>
                </a:lnTo>
                <a:lnTo>
                  <a:pt x="2617" y="1120"/>
                </a:lnTo>
                <a:lnTo>
                  <a:pt x="2616" y="1119"/>
                </a:lnTo>
                <a:lnTo>
                  <a:pt x="2617" y="1118"/>
                </a:lnTo>
                <a:lnTo>
                  <a:pt x="2616" y="1118"/>
                </a:lnTo>
                <a:lnTo>
                  <a:pt x="2617" y="1117"/>
                </a:lnTo>
                <a:lnTo>
                  <a:pt x="2617" y="1116"/>
                </a:lnTo>
                <a:lnTo>
                  <a:pt x="2618" y="1116"/>
                </a:lnTo>
                <a:lnTo>
                  <a:pt x="2619" y="1115"/>
                </a:lnTo>
                <a:lnTo>
                  <a:pt x="2620" y="1115"/>
                </a:lnTo>
                <a:lnTo>
                  <a:pt x="2621" y="1114"/>
                </a:lnTo>
                <a:lnTo>
                  <a:pt x="2622" y="1114"/>
                </a:lnTo>
                <a:lnTo>
                  <a:pt x="2625" y="1114"/>
                </a:lnTo>
                <a:lnTo>
                  <a:pt x="2626" y="1114"/>
                </a:lnTo>
                <a:lnTo>
                  <a:pt x="2627" y="1113"/>
                </a:lnTo>
                <a:lnTo>
                  <a:pt x="2628" y="1113"/>
                </a:lnTo>
                <a:lnTo>
                  <a:pt x="2629" y="1114"/>
                </a:lnTo>
                <a:lnTo>
                  <a:pt x="2629" y="1113"/>
                </a:lnTo>
                <a:lnTo>
                  <a:pt x="2630" y="1113"/>
                </a:lnTo>
                <a:lnTo>
                  <a:pt x="2630" y="1114"/>
                </a:lnTo>
                <a:lnTo>
                  <a:pt x="2633" y="1116"/>
                </a:lnTo>
                <a:lnTo>
                  <a:pt x="2634" y="1118"/>
                </a:lnTo>
                <a:lnTo>
                  <a:pt x="2635" y="1121"/>
                </a:lnTo>
                <a:lnTo>
                  <a:pt x="2637" y="1123"/>
                </a:lnTo>
                <a:lnTo>
                  <a:pt x="2637" y="1124"/>
                </a:lnTo>
                <a:lnTo>
                  <a:pt x="2638" y="1124"/>
                </a:lnTo>
                <a:lnTo>
                  <a:pt x="2638" y="1126"/>
                </a:lnTo>
                <a:lnTo>
                  <a:pt x="2638" y="1129"/>
                </a:lnTo>
                <a:lnTo>
                  <a:pt x="2638" y="1130"/>
                </a:lnTo>
                <a:lnTo>
                  <a:pt x="2637" y="1130"/>
                </a:lnTo>
                <a:lnTo>
                  <a:pt x="2636" y="1130"/>
                </a:lnTo>
                <a:lnTo>
                  <a:pt x="2635" y="1130"/>
                </a:lnTo>
                <a:lnTo>
                  <a:pt x="2635" y="1131"/>
                </a:lnTo>
                <a:lnTo>
                  <a:pt x="2636" y="1132"/>
                </a:lnTo>
                <a:lnTo>
                  <a:pt x="2636" y="1133"/>
                </a:lnTo>
                <a:lnTo>
                  <a:pt x="2636" y="1134"/>
                </a:lnTo>
                <a:lnTo>
                  <a:pt x="2637" y="1134"/>
                </a:lnTo>
                <a:lnTo>
                  <a:pt x="2637" y="1135"/>
                </a:lnTo>
                <a:lnTo>
                  <a:pt x="2638" y="1135"/>
                </a:lnTo>
                <a:lnTo>
                  <a:pt x="2639" y="1137"/>
                </a:lnTo>
                <a:lnTo>
                  <a:pt x="2639" y="1138"/>
                </a:lnTo>
                <a:lnTo>
                  <a:pt x="2640" y="1139"/>
                </a:lnTo>
                <a:lnTo>
                  <a:pt x="2641" y="1141"/>
                </a:lnTo>
                <a:lnTo>
                  <a:pt x="2641" y="1143"/>
                </a:lnTo>
                <a:lnTo>
                  <a:pt x="2642" y="1143"/>
                </a:lnTo>
                <a:lnTo>
                  <a:pt x="2642" y="1144"/>
                </a:lnTo>
                <a:lnTo>
                  <a:pt x="2644" y="1145"/>
                </a:lnTo>
                <a:lnTo>
                  <a:pt x="2645" y="1146"/>
                </a:lnTo>
                <a:lnTo>
                  <a:pt x="2646" y="1146"/>
                </a:lnTo>
                <a:lnTo>
                  <a:pt x="2648" y="1147"/>
                </a:lnTo>
                <a:lnTo>
                  <a:pt x="2651" y="1148"/>
                </a:lnTo>
                <a:lnTo>
                  <a:pt x="2653" y="1148"/>
                </a:lnTo>
                <a:lnTo>
                  <a:pt x="2655" y="1149"/>
                </a:lnTo>
                <a:lnTo>
                  <a:pt x="2657" y="1149"/>
                </a:lnTo>
                <a:lnTo>
                  <a:pt x="2660" y="1150"/>
                </a:lnTo>
                <a:lnTo>
                  <a:pt x="2660" y="1151"/>
                </a:lnTo>
                <a:lnTo>
                  <a:pt x="2661" y="1153"/>
                </a:lnTo>
                <a:lnTo>
                  <a:pt x="2662" y="1155"/>
                </a:lnTo>
                <a:lnTo>
                  <a:pt x="2660" y="1160"/>
                </a:lnTo>
                <a:lnTo>
                  <a:pt x="2660" y="1161"/>
                </a:lnTo>
                <a:lnTo>
                  <a:pt x="2660" y="1163"/>
                </a:lnTo>
                <a:lnTo>
                  <a:pt x="2660" y="1164"/>
                </a:lnTo>
                <a:lnTo>
                  <a:pt x="2660" y="1165"/>
                </a:lnTo>
                <a:lnTo>
                  <a:pt x="2660" y="1166"/>
                </a:lnTo>
                <a:lnTo>
                  <a:pt x="2660" y="1168"/>
                </a:lnTo>
                <a:lnTo>
                  <a:pt x="2661" y="1170"/>
                </a:lnTo>
                <a:lnTo>
                  <a:pt x="2661" y="1171"/>
                </a:lnTo>
                <a:lnTo>
                  <a:pt x="2662" y="1172"/>
                </a:lnTo>
                <a:lnTo>
                  <a:pt x="2670" y="1173"/>
                </a:lnTo>
                <a:lnTo>
                  <a:pt x="2672" y="1173"/>
                </a:lnTo>
                <a:lnTo>
                  <a:pt x="2672" y="1175"/>
                </a:lnTo>
                <a:lnTo>
                  <a:pt x="2673" y="1178"/>
                </a:lnTo>
                <a:lnTo>
                  <a:pt x="2673" y="1184"/>
                </a:lnTo>
                <a:lnTo>
                  <a:pt x="2672" y="1186"/>
                </a:lnTo>
                <a:lnTo>
                  <a:pt x="2669" y="1189"/>
                </a:lnTo>
                <a:lnTo>
                  <a:pt x="2664" y="1189"/>
                </a:lnTo>
                <a:lnTo>
                  <a:pt x="2664" y="1191"/>
                </a:lnTo>
                <a:lnTo>
                  <a:pt x="2663" y="1193"/>
                </a:lnTo>
                <a:lnTo>
                  <a:pt x="2662" y="1196"/>
                </a:lnTo>
                <a:lnTo>
                  <a:pt x="2664" y="1202"/>
                </a:lnTo>
                <a:lnTo>
                  <a:pt x="2665" y="1207"/>
                </a:lnTo>
                <a:lnTo>
                  <a:pt x="2664" y="1210"/>
                </a:lnTo>
                <a:lnTo>
                  <a:pt x="2664" y="1214"/>
                </a:lnTo>
                <a:lnTo>
                  <a:pt x="2662" y="1217"/>
                </a:lnTo>
                <a:lnTo>
                  <a:pt x="2664" y="1225"/>
                </a:lnTo>
                <a:lnTo>
                  <a:pt x="2665" y="1230"/>
                </a:lnTo>
                <a:lnTo>
                  <a:pt x="2664" y="1231"/>
                </a:lnTo>
                <a:lnTo>
                  <a:pt x="2663" y="1231"/>
                </a:lnTo>
                <a:lnTo>
                  <a:pt x="2662" y="1231"/>
                </a:lnTo>
                <a:lnTo>
                  <a:pt x="2661" y="1232"/>
                </a:lnTo>
                <a:lnTo>
                  <a:pt x="2661" y="1233"/>
                </a:lnTo>
                <a:lnTo>
                  <a:pt x="2662" y="1234"/>
                </a:lnTo>
                <a:lnTo>
                  <a:pt x="2662" y="1235"/>
                </a:lnTo>
                <a:lnTo>
                  <a:pt x="2663" y="1235"/>
                </a:lnTo>
                <a:lnTo>
                  <a:pt x="2663" y="1236"/>
                </a:lnTo>
                <a:lnTo>
                  <a:pt x="2664" y="1235"/>
                </a:lnTo>
                <a:lnTo>
                  <a:pt x="2665" y="1236"/>
                </a:lnTo>
                <a:lnTo>
                  <a:pt x="2665" y="1237"/>
                </a:lnTo>
                <a:lnTo>
                  <a:pt x="2665" y="1238"/>
                </a:lnTo>
                <a:lnTo>
                  <a:pt x="2665" y="1239"/>
                </a:lnTo>
                <a:lnTo>
                  <a:pt x="2666" y="1239"/>
                </a:lnTo>
                <a:lnTo>
                  <a:pt x="2667" y="1240"/>
                </a:lnTo>
                <a:lnTo>
                  <a:pt x="2667" y="1241"/>
                </a:lnTo>
                <a:lnTo>
                  <a:pt x="2667" y="1242"/>
                </a:lnTo>
                <a:lnTo>
                  <a:pt x="2668" y="1242"/>
                </a:lnTo>
                <a:lnTo>
                  <a:pt x="2668" y="1244"/>
                </a:lnTo>
                <a:lnTo>
                  <a:pt x="2669" y="1244"/>
                </a:lnTo>
                <a:lnTo>
                  <a:pt x="2669" y="1245"/>
                </a:lnTo>
                <a:lnTo>
                  <a:pt x="2669" y="1246"/>
                </a:lnTo>
                <a:lnTo>
                  <a:pt x="2669" y="1247"/>
                </a:lnTo>
                <a:lnTo>
                  <a:pt x="2669" y="1249"/>
                </a:lnTo>
                <a:lnTo>
                  <a:pt x="2670" y="1250"/>
                </a:lnTo>
                <a:lnTo>
                  <a:pt x="2672" y="1250"/>
                </a:lnTo>
                <a:lnTo>
                  <a:pt x="2673" y="1250"/>
                </a:lnTo>
                <a:lnTo>
                  <a:pt x="2674" y="1250"/>
                </a:lnTo>
                <a:lnTo>
                  <a:pt x="2676" y="1250"/>
                </a:lnTo>
                <a:lnTo>
                  <a:pt x="2678" y="1250"/>
                </a:lnTo>
                <a:lnTo>
                  <a:pt x="2677" y="1251"/>
                </a:lnTo>
                <a:lnTo>
                  <a:pt x="2676" y="1252"/>
                </a:lnTo>
                <a:lnTo>
                  <a:pt x="2675" y="1253"/>
                </a:lnTo>
                <a:lnTo>
                  <a:pt x="2674" y="1253"/>
                </a:lnTo>
                <a:lnTo>
                  <a:pt x="2672" y="1252"/>
                </a:lnTo>
                <a:lnTo>
                  <a:pt x="2671" y="1255"/>
                </a:lnTo>
                <a:lnTo>
                  <a:pt x="2672" y="1257"/>
                </a:lnTo>
                <a:lnTo>
                  <a:pt x="2673" y="1256"/>
                </a:lnTo>
                <a:lnTo>
                  <a:pt x="2677" y="1255"/>
                </a:lnTo>
                <a:lnTo>
                  <a:pt x="2678" y="1257"/>
                </a:lnTo>
                <a:lnTo>
                  <a:pt x="2677" y="1257"/>
                </a:lnTo>
                <a:lnTo>
                  <a:pt x="2678" y="1258"/>
                </a:lnTo>
                <a:lnTo>
                  <a:pt x="2677" y="1259"/>
                </a:lnTo>
                <a:lnTo>
                  <a:pt x="2675" y="1260"/>
                </a:lnTo>
                <a:lnTo>
                  <a:pt x="2674" y="1261"/>
                </a:lnTo>
                <a:lnTo>
                  <a:pt x="2674" y="1262"/>
                </a:lnTo>
                <a:lnTo>
                  <a:pt x="2674" y="1263"/>
                </a:lnTo>
                <a:lnTo>
                  <a:pt x="2674" y="1264"/>
                </a:lnTo>
                <a:lnTo>
                  <a:pt x="2673" y="1266"/>
                </a:lnTo>
                <a:lnTo>
                  <a:pt x="2673" y="1267"/>
                </a:lnTo>
                <a:lnTo>
                  <a:pt x="2674" y="1269"/>
                </a:lnTo>
                <a:lnTo>
                  <a:pt x="2676" y="1275"/>
                </a:lnTo>
                <a:lnTo>
                  <a:pt x="2678" y="1276"/>
                </a:lnTo>
                <a:lnTo>
                  <a:pt x="2679" y="1278"/>
                </a:lnTo>
                <a:lnTo>
                  <a:pt x="2679" y="1280"/>
                </a:lnTo>
                <a:lnTo>
                  <a:pt x="2682" y="1281"/>
                </a:lnTo>
                <a:lnTo>
                  <a:pt x="2686" y="1281"/>
                </a:lnTo>
                <a:lnTo>
                  <a:pt x="2686" y="1282"/>
                </a:lnTo>
                <a:lnTo>
                  <a:pt x="2687" y="1282"/>
                </a:lnTo>
                <a:lnTo>
                  <a:pt x="2687" y="1283"/>
                </a:lnTo>
                <a:lnTo>
                  <a:pt x="2688" y="1283"/>
                </a:lnTo>
                <a:lnTo>
                  <a:pt x="2688" y="1284"/>
                </a:lnTo>
                <a:lnTo>
                  <a:pt x="2689" y="1285"/>
                </a:lnTo>
                <a:lnTo>
                  <a:pt x="2690" y="1286"/>
                </a:lnTo>
                <a:lnTo>
                  <a:pt x="2690" y="1287"/>
                </a:lnTo>
                <a:lnTo>
                  <a:pt x="2690" y="1290"/>
                </a:lnTo>
                <a:lnTo>
                  <a:pt x="2690" y="1291"/>
                </a:lnTo>
                <a:lnTo>
                  <a:pt x="2692" y="1293"/>
                </a:lnTo>
                <a:lnTo>
                  <a:pt x="2693" y="1293"/>
                </a:lnTo>
                <a:lnTo>
                  <a:pt x="2695" y="1293"/>
                </a:lnTo>
                <a:lnTo>
                  <a:pt x="2696" y="1293"/>
                </a:lnTo>
                <a:lnTo>
                  <a:pt x="2698" y="1292"/>
                </a:lnTo>
                <a:lnTo>
                  <a:pt x="2700" y="1300"/>
                </a:lnTo>
                <a:lnTo>
                  <a:pt x="2700" y="1302"/>
                </a:lnTo>
                <a:lnTo>
                  <a:pt x="2703" y="1317"/>
                </a:lnTo>
                <a:lnTo>
                  <a:pt x="2702" y="1323"/>
                </a:lnTo>
                <a:lnTo>
                  <a:pt x="2701" y="1324"/>
                </a:lnTo>
                <a:lnTo>
                  <a:pt x="2702" y="1326"/>
                </a:lnTo>
                <a:lnTo>
                  <a:pt x="2705" y="1327"/>
                </a:lnTo>
                <a:lnTo>
                  <a:pt x="2707" y="1328"/>
                </a:lnTo>
                <a:lnTo>
                  <a:pt x="2708" y="1328"/>
                </a:lnTo>
                <a:lnTo>
                  <a:pt x="2709" y="1328"/>
                </a:lnTo>
                <a:lnTo>
                  <a:pt x="2713" y="1327"/>
                </a:lnTo>
                <a:lnTo>
                  <a:pt x="2725" y="1324"/>
                </a:lnTo>
                <a:lnTo>
                  <a:pt x="2726" y="1324"/>
                </a:lnTo>
                <a:lnTo>
                  <a:pt x="2727" y="1323"/>
                </a:lnTo>
                <a:lnTo>
                  <a:pt x="2728" y="1322"/>
                </a:lnTo>
                <a:lnTo>
                  <a:pt x="2730" y="1321"/>
                </a:lnTo>
                <a:lnTo>
                  <a:pt x="2732" y="1319"/>
                </a:lnTo>
                <a:lnTo>
                  <a:pt x="2735" y="1318"/>
                </a:lnTo>
                <a:lnTo>
                  <a:pt x="2736" y="1317"/>
                </a:lnTo>
                <a:lnTo>
                  <a:pt x="2740" y="1314"/>
                </a:lnTo>
                <a:lnTo>
                  <a:pt x="2744" y="1313"/>
                </a:lnTo>
                <a:lnTo>
                  <a:pt x="2745" y="1312"/>
                </a:lnTo>
                <a:lnTo>
                  <a:pt x="2745" y="1311"/>
                </a:lnTo>
                <a:lnTo>
                  <a:pt x="2746" y="1309"/>
                </a:lnTo>
                <a:lnTo>
                  <a:pt x="2746" y="1308"/>
                </a:lnTo>
                <a:lnTo>
                  <a:pt x="2746" y="1307"/>
                </a:lnTo>
                <a:lnTo>
                  <a:pt x="2748" y="1304"/>
                </a:lnTo>
                <a:lnTo>
                  <a:pt x="2749" y="1302"/>
                </a:lnTo>
                <a:lnTo>
                  <a:pt x="2750" y="1301"/>
                </a:lnTo>
                <a:lnTo>
                  <a:pt x="2751" y="1299"/>
                </a:lnTo>
                <a:lnTo>
                  <a:pt x="2752" y="1298"/>
                </a:lnTo>
                <a:lnTo>
                  <a:pt x="2760" y="1293"/>
                </a:lnTo>
                <a:lnTo>
                  <a:pt x="2761" y="1293"/>
                </a:lnTo>
                <a:lnTo>
                  <a:pt x="2761" y="1292"/>
                </a:lnTo>
                <a:lnTo>
                  <a:pt x="2762" y="1291"/>
                </a:lnTo>
                <a:lnTo>
                  <a:pt x="2763" y="1290"/>
                </a:lnTo>
                <a:lnTo>
                  <a:pt x="2764" y="1289"/>
                </a:lnTo>
                <a:lnTo>
                  <a:pt x="2765" y="1288"/>
                </a:lnTo>
                <a:lnTo>
                  <a:pt x="2765" y="1287"/>
                </a:lnTo>
                <a:lnTo>
                  <a:pt x="2766" y="1287"/>
                </a:lnTo>
                <a:lnTo>
                  <a:pt x="2766" y="1286"/>
                </a:lnTo>
                <a:lnTo>
                  <a:pt x="2768" y="1285"/>
                </a:lnTo>
                <a:lnTo>
                  <a:pt x="2768" y="1284"/>
                </a:lnTo>
                <a:lnTo>
                  <a:pt x="2769" y="1283"/>
                </a:lnTo>
                <a:lnTo>
                  <a:pt x="2770" y="1282"/>
                </a:lnTo>
                <a:lnTo>
                  <a:pt x="2771" y="1280"/>
                </a:lnTo>
                <a:lnTo>
                  <a:pt x="2772" y="1279"/>
                </a:lnTo>
                <a:lnTo>
                  <a:pt x="2773" y="1279"/>
                </a:lnTo>
                <a:lnTo>
                  <a:pt x="2773" y="1278"/>
                </a:lnTo>
                <a:lnTo>
                  <a:pt x="2774" y="1277"/>
                </a:lnTo>
                <a:lnTo>
                  <a:pt x="2775" y="1276"/>
                </a:lnTo>
                <a:lnTo>
                  <a:pt x="2777" y="1275"/>
                </a:lnTo>
                <a:lnTo>
                  <a:pt x="2778" y="1274"/>
                </a:lnTo>
                <a:lnTo>
                  <a:pt x="2779" y="1273"/>
                </a:lnTo>
                <a:lnTo>
                  <a:pt x="2780" y="1273"/>
                </a:lnTo>
                <a:lnTo>
                  <a:pt x="2781" y="1272"/>
                </a:lnTo>
                <a:lnTo>
                  <a:pt x="2782" y="1272"/>
                </a:lnTo>
                <a:lnTo>
                  <a:pt x="2784" y="1272"/>
                </a:lnTo>
                <a:lnTo>
                  <a:pt x="2784" y="1271"/>
                </a:lnTo>
                <a:lnTo>
                  <a:pt x="2785" y="1271"/>
                </a:lnTo>
                <a:lnTo>
                  <a:pt x="2786" y="1272"/>
                </a:lnTo>
                <a:lnTo>
                  <a:pt x="2786" y="1273"/>
                </a:lnTo>
                <a:lnTo>
                  <a:pt x="2787" y="1274"/>
                </a:lnTo>
                <a:lnTo>
                  <a:pt x="2787" y="1275"/>
                </a:lnTo>
                <a:lnTo>
                  <a:pt x="2786" y="1276"/>
                </a:lnTo>
                <a:lnTo>
                  <a:pt x="2787" y="1277"/>
                </a:lnTo>
                <a:lnTo>
                  <a:pt x="2787" y="1278"/>
                </a:lnTo>
                <a:lnTo>
                  <a:pt x="2788" y="1278"/>
                </a:lnTo>
                <a:lnTo>
                  <a:pt x="2787" y="1279"/>
                </a:lnTo>
                <a:lnTo>
                  <a:pt x="2786" y="1279"/>
                </a:lnTo>
                <a:lnTo>
                  <a:pt x="2789" y="1283"/>
                </a:lnTo>
                <a:lnTo>
                  <a:pt x="2789" y="1285"/>
                </a:lnTo>
                <a:lnTo>
                  <a:pt x="2789" y="1287"/>
                </a:lnTo>
                <a:lnTo>
                  <a:pt x="2788" y="1287"/>
                </a:lnTo>
                <a:lnTo>
                  <a:pt x="2787" y="1288"/>
                </a:lnTo>
                <a:lnTo>
                  <a:pt x="2788" y="1289"/>
                </a:lnTo>
                <a:lnTo>
                  <a:pt x="2789" y="1292"/>
                </a:lnTo>
                <a:lnTo>
                  <a:pt x="2789" y="1293"/>
                </a:lnTo>
                <a:lnTo>
                  <a:pt x="2790" y="1293"/>
                </a:lnTo>
                <a:lnTo>
                  <a:pt x="2792" y="1293"/>
                </a:lnTo>
                <a:lnTo>
                  <a:pt x="2794" y="1294"/>
                </a:lnTo>
                <a:lnTo>
                  <a:pt x="2795" y="1295"/>
                </a:lnTo>
                <a:lnTo>
                  <a:pt x="2796" y="1295"/>
                </a:lnTo>
                <a:lnTo>
                  <a:pt x="2797" y="1295"/>
                </a:lnTo>
                <a:lnTo>
                  <a:pt x="2798" y="1295"/>
                </a:lnTo>
                <a:lnTo>
                  <a:pt x="2799" y="1297"/>
                </a:lnTo>
                <a:lnTo>
                  <a:pt x="2803" y="1300"/>
                </a:lnTo>
                <a:lnTo>
                  <a:pt x="2803" y="1301"/>
                </a:lnTo>
                <a:lnTo>
                  <a:pt x="2809" y="1307"/>
                </a:lnTo>
                <a:lnTo>
                  <a:pt x="2811" y="1312"/>
                </a:lnTo>
                <a:lnTo>
                  <a:pt x="2811" y="1313"/>
                </a:lnTo>
                <a:lnTo>
                  <a:pt x="2812" y="1312"/>
                </a:lnTo>
                <a:lnTo>
                  <a:pt x="2813" y="1314"/>
                </a:lnTo>
                <a:lnTo>
                  <a:pt x="2813" y="1315"/>
                </a:lnTo>
                <a:lnTo>
                  <a:pt x="2815" y="1315"/>
                </a:lnTo>
                <a:lnTo>
                  <a:pt x="2815" y="1316"/>
                </a:lnTo>
                <a:lnTo>
                  <a:pt x="2816" y="1316"/>
                </a:lnTo>
                <a:lnTo>
                  <a:pt x="2816" y="1317"/>
                </a:lnTo>
                <a:lnTo>
                  <a:pt x="2823" y="1318"/>
                </a:lnTo>
                <a:lnTo>
                  <a:pt x="2824" y="1318"/>
                </a:lnTo>
                <a:lnTo>
                  <a:pt x="2823" y="1319"/>
                </a:lnTo>
                <a:lnTo>
                  <a:pt x="2824" y="1319"/>
                </a:lnTo>
                <a:lnTo>
                  <a:pt x="2823" y="1319"/>
                </a:lnTo>
                <a:lnTo>
                  <a:pt x="2823" y="1320"/>
                </a:lnTo>
                <a:lnTo>
                  <a:pt x="2824" y="1321"/>
                </a:lnTo>
                <a:lnTo>
                  <a:pt x="2822" y="1322"/>
                </a:lnTo>
                <a:lnTo>
                  <a:pt x="2822" y="1323"/>
                </a:lnTo>
                <a:lnTo>
                  <a:pt x="2822" y="1325"/>
                </a:lnTo>
                <a:lnTo>
                  <a:pt x="2821" y="1326"/>
                </a:lnTo>
                <a:lnTo>
                  <a:pt x="2822" y="1327"/>
                </a:lnTo>
                <a:lnTo>
                  <a:pt x="2821" y="1327"/>
                </a:lnTo>
                <a:lnTo>
                  <a:pt x="2822" y="1327"/>
                </a:lnTo>
                <a:lnTo>
                  <a:pt x="2821" y="1328"/>
                </a:lnTo>
                <a:lnTo>
                  <a:pt x="2821" y="1329"/>
                </a:lnTo>
                <a:lnTo>
                  <a:pt x="2822" y="1329"/>
                </a:lnTo>
                <a:lnTo>
                  <a:pt x="2821" y="1330"/>
                </a:lnTo>
                <a:lnTo>
                  <a:pt x="2820" y="1330"/>
                </a:lnTo>
                <a:lnTo>
                  <a:pt x="2819" y="1331"/>
                </a:lnTo>
                <a:lnTo>
                  <a:pt x="2820" y="1333"/>
                </a:lnTo>
                <a:lnTo>
                  <a:pt x="2820" y="1334"/>
                </a:lnTo>
                <a:lnTo>
                  <a:pt x="2821" y="1335"/>
                </a:lnTo>
                <a:lnTo>
                  <a:pt x="2819" y="1336"/>
                </a:lnTo>
                <a:lnTo>
                  <a:pt x="2820" y="1337"/>
                </a:lnTo>
                <a:lnTo>
                  <a:pt x="2821" y="1337"/>
                </a:lnTo>
                <a:lnTo>
                  <a:pt x="2821" y="1338"/>
                </a:lnTo>
                <a:lnTo>
                  <a:pt x="2821" y="1339"/>
                </a:lnTo>
                <a:lnTo>
                  <a:pt x="2822" y="1340"/>
                </a:lnTo>
                <a:lnTo>
                  <a:pt x="2823" y="1340"/>
                </a:lnTo>
                <a:lnTo>
                  <a:pt x="2825" y="1341"/>
                </a:lnTo>
                <a:lnTo>
                  <a:pt x="2826" y="1342"/>
                </a:lnTo>
                <a:lnTo>
                  <a:pt x="2826" y="1343"/>
                </a:lnTo>
                <a:lnTo>
                  <a:pt x="2828" y="1344"/>
                </a:lnTo>
                <a:lnTo>
                  <a:pt x="2829" y="1345"/>
                </a:lnTo>
                <a:lnTo>
                  <a:pt x="2830" y="1345"/>
                </a:lnTo>
                <a:lnTo>
                  <a:pt x="2830" y="1346"/>
                </a:lnTo>
                <a:lnTo>
                  <a:pt x="2829" y="1346"/>
                </a:lnTo>
                <a:lnTo>
                  <a:pt x="2828" y="1346"/>
                </a:lnTo>
                <a:lnTo>
                  <a:pt x="2828" y="1348"/>
                </a:lnTo>
                <a:lnTo>
                  <a:pt x="2828" y="1349"/>
                </a:lnTo>
                <a:lnTo>
                  <a:pt x="2829" y="1350"/>
                </a:lnTo>
                <a:lnTo>
                  <a:pt x="2831" y="1350"/>
                </a:lnTo>
                <a:lnTo>
                  <a:pt x="2832" y="1351"/>
                </a:lnTo>
                <a:lnTo>
                  <a:pt x="2833" y="1352"/>
                </a:lnTo>
                <a:lnTo>
                  <a:pt x="2834" y="1353"/>
                </a:lnTo>
                <a:lnTo>
                  <a:pt x="2835" y="1354"/>
                </a:lnTo>
                <a:lnTo>
                  <a:pt x="2835" y="1355"/>
                </a:lnTo>
                <a:lnTo>
                  <a:pt x="2836" y="1355"/>
                </a:lnTo>
                <a:lnTo>
                  <a:pt x="2836" y="1356"/>
                </a:lnTo>
                <a:lnTo>
                  <a:pt x="2836" y="1357"/>
                </a:lnTo>
                <a:lnTo>
                  <a:pt x="2837" y="1358"/>
                </a:lnTo>
                <a:lnTo>
                  <a:pt x="2837" y="1360"/>
                </a:lnTo>
                <a:lnTo>
                  <a:pt x="2838" y="1359"/>
                </a:lnTo>
                <a:lnTo>
                  <a:pt x="2839" y="1360"/>
                </a:lnTo>
                <a:lnTo>
                  <a:pt x="2840" y="1362"/>
                </a:lnTo>
                <a:lnTo>
                  <a:pt x="2841" y="1363"/>
                </a:lnTo>
                <a:lnTo>
                  <a:pt x="2841" y="1365"/>
                </a:lnTo>
                <a:lnTo>
                  <a:pt x="2841" y="1366"/>
                </a:lnTo>
                <a:lnTo>
                  <a:pt x="2841" y="1367"/>
                </a:lnTo>
                <a:lnTo>
                  <a:pt x="2841" y="1368"/>
                </a:lnTo>
                <a:lnTo>
                  <a:pt x="2842" y="1368"/>
                </a:lnTo>
                <a:lnTo>
                  <a:pt x="2843" y="1369"/>
                </a:lnTo>
                <a:lnTo>
                  <a:pt x="2843" y="1371"/>
                </a:lnTo>
                <a:lnTo>
                  <a:pt x="2844" y="1371"/>
                </a:lnTo>
                <a:lnTo>
                  <a:pt x="2845" y="1372"/>
                </a:lnTo>
                <a:lnTo>
                  <a:pt x="2846" y="1373"/>
                </a:lnTo>
                <a:lnTo>
                  <a:pt x="2846" y="1374"/>
                </a:lnTo>
                <a:lnTo>
                  <a:pt x="2846" y="1375"/>
                </a:lnTo>
                <a:lnTo>
                  <a:pt x="2845" y="1376"/>
                </a:lnTo>
                <a:lnTo>
                  <a:pt x="2845" y="1377"/>
                </a:lnTo>
                <a:lnTo>
                  <a:pt x="2845" y="1378"/>
                </a:lnTo>
                <a:lnTo>
                  <a:pt x="2846" y="1378"/>
                </a:lnTo>
                <a:lnTo>
                  <a:pt x="2845" y="1379"/>
                </a:lnTo>
                <a:lnTo>
                  <a:pt x="2845" y="1380"/>
                </a:lnTo>
                <a:lnTo>
                  <a:pt x="2846" y="1380"/>
                </a:lnTo>
                <a:lnTo>
                  <a:pt x="2846" y="1381"/>
                </a:lnTo>
                <a:lnTo>
                  <a:pt x="2847" y="1381"/>
                </a:lnTo>
                <a:lnTo>
                  <a:pt x="2847" y="1380"/>
                </a:lnTo>
                <a:lnTo>
                  <a:pt x="2849" y="1382"/>
                </a:lnTo>
                <a:lnTo>
                  <a:pt x="2850" y="1383"/>
                </a:lnTo>
                <a:lnTo>
                  <a:pt x="2850" y="1384"/>
                </a:lnTo>
                <a:lnTo>
                  <a:pt x="2851" y="1385"/>
                </a:lnTo>
                <a:lnTo>
                  <a:pt x="2851" y="1386"/>
                </a:lnTo>
                <a:lnTo>
                  <a:pt x="2851" y="1387"/>
                </a:lnTo>
                <a:lnTo>
                  <a:pt x="2851" y="1388"/>
                </a:lnTo>
                <a:lnTo>
                  <a:pt x="2852" y="1388"/>
                </a:lnTo>
                <a:lnTo>
                  <a:pt x="2852" y="1389"/>
                </a:lnTo>
                <a:lnTo>
                  <a:pt x="2853" y="1390"/>
                </a:lnTo>
                <a:lnTo>
                  <a:pt x="2853" y="1391"/>
                </a:lnTo>
                <a:lnTo>
                  <a:pt x="2853" y="1392"/>
                </a:lnTo>
                <a:lnTo>
                  <a:pt x="2854" y="1392"/>
                </a:lnTo>
                <a:lnTo>
                  <a:pt x="2854" y="1393"/>
                </a:lnTo>
                <a:lnTo>
                  <a:pt x="2854" y="1394"/>
                </a:lnTo>
                <a:lnTo>
                  <a:pt x="2854" y="1395"/>
                </a:lnTo>
                <a:lnTo>
                  <a:pt x="2853" y="1395"/>
                </a:lnTo>
                <a:lnTo>
                  <a:pt x="2852" y="1396"/>
                </a:lnTo>
                <a:lnTo>
                  <a:pt x="2852" y="1397"/>
                </a:lnTo>
                <a:lnTo>
                  <a:pt x="2851" y="1397"/>
                </a:lnTo>
                <a:lnTo>
                  <a:pt x="2852" y="1398"/>
                </a:lnTo>
                <a:lnTo>
                  <a:pt x="2852" y="1399"/>
                </a:lnTo>
                <a:lnTo>
                  <a:pt x="2853" y="1400"/>
                </a:lnTo>
                <a:lnTo>
                  <a:pt x="2853" y="1401"/>
                </a:lnTo>
                <a:lnTo>
                  <a:pt x="2851" y="1401"/>
                </a:lnTo>
                <a:lnTo>
                  <a:pt x="2850" y="1402"/>
                </a:lnTo>
                <a:lnTo>
                  <a:pt x="2849" y="1402"/>
                </a:lnTo>
                <a:lnTo>
                  <a:pt x="2847" y="1403"/>
                </a:lnTo>
                <a:lnTo>
                  <a:pt x="2844" y="1401"/>
                </a:lnTo>
                <a:lnTo>
                  <a:pt x="2843" y="1401"/>
                </a:lnTo>
                <a:lnTo>
                  <a:pt x="2843" y="1400"/>
                </a:lnTo>
                <a:lnTo>
                  <a:pt x="2843" y="1401"/>
                </a:lnTo>
                <a:lnTo>
                  <a:pt x="2843" y="1402"/>
                </a:lnTo>
                <a:lnTo>
                  <a:pt x="2844" y="1404"/>
                </a:lnTo>
                <a:lnTo>
                  <a:pt x="2845" y="1405"/>
                </a:lnTo>
                <a:lnTo>
                  <a:pt x="2845" y="1404"/>
                </a:lnTo>
                <a:lnTo>
                  <a:pt x="2846" y="1404"/>
                </a:lnTo>
                <a:lnTo>
                  <a:pt x="2848" y="1405"/>
                </a:lnTo>
                <a:lnTo>
                  <a:pt x="2848" y="1406"/>
                </a:lnTo>
                <a:lnTo>
                  <a:pt x="2848" y="1407"/>
                </a:lnTo>
                <a:lnTo>
                  <a:pt x="2848" y="1409"/>
                </a:lnTo>
                <a:lnTo>
                  <a:pt x="2847" y="1409"/>
                </a:lnTo>
                <a:lnTo>
                  <a:pt x="2845" y="1409"/>
                </a:lnTo>
                <a:lnTo>
                  <a:pt x="2844" y="1409"/>
                </a:lnTo>
                <a:lnTo>
                  <a:pt x="2843" y="1408"/>
                </a:lnTo>
                <a:lnTo>
                  <a:pt x="2842" y="1408"/>
                </a:lnTo>
                <a:lnTo>
                  <a:pt x="2840" y="1408"/>
                </a:lnTo>
                <a:lnTo>
                  <a:pt x="2839" y="1408"/>
                </a:lnTo>
                <a:lnTo>
                  <a:pt x="2837" y="1408"/>
                </a:lnTo>
                <a:lnTo>
                  <a:pt x="2836" y="1408"/>
                </a:lnTo>
                <a:lnTo>
                  <a:pt x="2836" y="1409"/>
                </a:lnTo>
                <a:lnTo>
                  <a:pt x="2834" y="1410"/>
                </a:lnTo>
                <a:lnTo>
                  <a:pt x="2833" y="1410"/>
                </a:lnTo>
                <a:lnTo>
                  <a:pt x="2833" y="1411"/>
                </a:lnTo>
                <a:lnTo>
                  <a:pt x="2832" y="1411"/>
                </a:lnTo>
                <a:lnTo>
                  <a:pt x="2832" y="1414"/>
                </a:lnTo>
                <a:lnTo>
                  <a:pt x="2833" y="1414"/>
                </a:lnTo>
                <a:lnTo>
                  <a:pt x="2834" y="1415"/>
                </a:lnTo>
                <a:lnTo>
                  <a:pt x="2835" y="1415"/>
                </a:lnTo>
                <a:lnTo>
                  <a:pt x="2835" y="1416"/>
                </a:lnTo>
                <a:lnTo>
                  <a:pt x="2835" y="1418"/>
                </a:lnTo>
                <a:lnTo>
                  <a:pt x="2835" y="1420"/>
                </a:lnTo>
                <a:lnTo>
                  <a:pt x="2836" y="1421"/>
                </a:lnTo>
                <a:lnTo>
                  <a:pt x="2837" y="1421"/>
                </a:lnTo>
                <a:lnTo>
                  <a:pt x="2840" y="1420"/>
                </a:lnTo>
                <a:lnTo>
                  <a:pt x="2841" y="1421"/>
                </a:lnTo>
                <a:lnTo>
                  <a:pt x="2842" y="1421"/>
                </a:lnTo>
                <a:lnTo>
                  <a:pt x="2842" y="1422"/>
                </a:lnTo>
                <a:lnTo>
                  <a:pt x="2843" y="1422"/>
                </a:lnTo>
                <a:lnTo>
                  <a:pt x="2843" y="1423"/>
                </a:lnTo>
                <a:lnTo>
                  <a:pt x="2843" y="1424"/>
                </a:lnTo>
                <a:lnTo>
                  <a:pt x="2844" y="1425"/>
                </a:lnTo>
                <a:lnTo>
                  <a:pt x="2845" y="1426"/>
                </a:lnTo>
                <a:lnTo>
                  <a:pt x="2846" y="1427"/>
                </a:lnTo>
                <a:lnTo>
                  <a:pt x="2846" y="1428"/>
                </a:lnTo>
                <a:lnTo>
                  <a:pt x="2847" y="1428"/>
                </a:lnTo>
                <a:lnTo>
                  <a:pt x="2848" y="1430"/>
                </a:lnTo>
                <a:lnTo>
                  <a:pt x="2850" y="1429"/>
                </a:lnTo>
                <a:lnTo>
                  <a:pt x="2850" y="1428"/>
                </a:lnTo>
                <a:lnTo>
                  <a:pt x="2850" y="1427"/>
                </a:lnTo>
                <a:lnTo>
                  <a:pt x="2849" y="1427"/>
                </a:lnTo>
                <a:lnTo>
                  <a:pt x="2850" y="1426"/>
                </a:lnTo>
                <a:lnTo>
                  <a:pt x="2854" y="1424"/>
                </a:lnTo>
                <a:lnTo>
                  <a:pt x="2855" y="1424"/>
                </a:lnTo>
                <a:lnTo>
                  <a:pt x="2856" y="1425"/>
                </a:lnTo>
                <a:lnTo>
                  <a:pt x="2856" y="1426"/>
                </a:lnTo>
                <a:lnTo>
                  <a:pt x="2858" y="1428"/>
                </a:lnTo>
                <a:lnTo>
                  <a:pt x="2858" y="1429"/>
                </a:lnTo>
                <a:lnTo>
                  <a:pt x="2859" y="1429"/>
                </a:lnTo>
                <a:lnTo>
                  <a:pt x="2860" y="1430"/>
                </a:lnTo>
                <a:lnTo>
                  <a:pt x="2860" y="1429"/>
                </a:lnTo>
                <a:lnTo>
                  <a:pt x="2861" y="1428"/>
                </a:lnTo>
                <a:lnTo>
                  <a:pt x="2861" y="1427"/>
                </a:lnTo>
                <a:lnTo>
                  <a:pt x="2862" y="1427"/>
                </a:lnTo>
                <a:lnTo>
                  <a:pt x="2862" y="1428"/>
                </a:lnTo>
                <a:lnTo>
                  <a:pt x="2863" y="1428"/>
                </a:lnTo>
                <a:lnTo>
                  <a:pt x="2864" y="1429"/>
                </a:lnTo>
                <a:lnTo>
                  <a:pt x="2865" y="1430"/>
                </a:lnTo>
                <a:lnTo>
                  <a:pt x="2865" y="1431"/>
                </a:lnTo>
                <a:lnTo>
                  <a:pt x="2866" y="1431"/>
                </a:lnTo>
                <a:lnTo>
                  <a:pt x="2867" y="1432"/>
                </a:lnTo>
                <a:lnTo>
                  <a:pt x="2869" y="1433"/>
                </a:lnTo>
                <a:lnTo>
                  <a:pt x="2870" y="1433"/>
                </a:lnTo>
                <a:lnTo>
                  <a:pt x="2871" y="1433"/>
                </a:lnTo>
                <a:lnTo>
                  <a:pt x="2871" y="1432"/>
                </a:lnTo>
                <a:lnTo>
                  <a:pt x="2873" y="1432"/>
                </a:lnTo>
                <a:lnTo>
                  <a:pt x="2876" y="1431"/>
                </a:lnTo>
                <a:lnTo>
                  <a:pt x="2878" y="1431"/>
                </a:lnTo>
                <a:lnTo>
                  <a:pt x="2879" y="1430"/>
                </a:lnTo>
                <a:lnTo>
                  <a:pt x="2880" y="1430"/>
                </a:lnTo>
                <a:lnTo>
                  <a:pt x="2880" y="1431"/>
                </a:lnTo>
                <a:lnTo>
                  <a:pt x="2880" y="1432"/>
                </a:lnTo>
                <a:lnTo>
                  <a:pt x="2880" y="1433"/>
                </a:lnTo>
                <a:lnTo>
                  <a:pt x="2881" y="1433"/>
                </a:lnTo>
                <a:lnTo>
                  <a:pt x="2881" y="1434"/>
                </a:lnTo>
                <a:lnTo>
                  <a:pt x="2882" y="1436"/>
                </a:lnTo>
                <a:lnTo>
                  <a:pt x="2881" y="1436"/>
                </a:lnTo>
                <a:lnTo>
                  <a:pt x="2881" y="1437"/>
                </a:lnTo>
                <a:lnTo>
                  <a:pt x="2881" y="1438"/>
                </a:lnTo>
                <a:lnTo>
                  <a:pt x="2882" y="1438"/>
                </a:lnTo>
                <a:lnTo>
                  <a:pt x="2883" y="1438"/>
                </a:lnTo>
                <a:lnTo>
                  <a:pt x="2883" y="1439"/>
                </a:lnTo>
                <a:lnTo>
                  <a:pt x="2882" y="1439"/>
                </a:lnTo>
                <a:lnTo>
                  <a:pt x="2881" y="1439"/>
                </a:lnTo>
                <a:lnTo>
                  <a:pt x="2881" y="1440"/>
                </a:lnTo>
                <a:lnTo>
                  <a:pt x="2881" y="1442"/>
                </a:lnTo>
                <a:lnTo>
                  <a:pt x="2881" y="1443"/>
                </a:lnTo>
                <a:lnTo>
                  <a:pt x="2881" y="1444"/>
                </a:lnTo>
                <a:lnTo>
                  <a:pt x="2882" y="1444"/>
                </a:lnTo>
                <a:lnTo>
                  <a:pt x="2882" y="1445"/>
                </a:lnTo>
                <a:lnTo>
                  <a:pt x="2881" y="1445"/>
                </a:lnTo>
                <a:lnTo>
                  <a:pt x="2880" y="1444"/>
                </a:lnTo>
                <a:lnTo>
                  <a:pt x="2880" y="1445"/>
                </a:lnTo>
                <a:lnTo>
                  <a:pt x="2879" y="1446"/>
                </a:lnTo>
                <a:lnTo>
                  <a:pt x="2878" y="1446"/>
                </a:lnTo>
                <a:lnTo>
                  <a:pt x="2878" y="1447"/>
                </a:lnTo>
                <a:lnTo>
                  <a:pt x="2879" y="1448"/>
                </a:lnTo>
                <a:lnTo>
                  <a:pt x="2879" y="1449"/>
                </a:lnTo>
                <a:lnTo>
                  <a:pt x="2880" y="1449"/>
                </a:lnTo>
                <a:lnTo>
                  <a:pt x="2880" y="1450"/>
                </a:lnTo>
                <a:lnTo>
                  <a:pt x="2880" y="1451"/>
                </a:lnTo>
                <a:lnTo>
                  <a:pt x="2880" y="1452"/>
                </a:lnTo>
                <a:lnTo>
                  <a:pt x="2881" y="1452"/>
                </a:lnTo>
                <a:lnTo>
                  <a:pt x="2881" y="1453"/>
                </a:lnTo>
                <a:lnTo>
                  <a:pt x="2880" y="1453"/>
                </a:lnTo>
                <a:lnTo>
                  <a:pt x="2879" y="1453"/>
                </a:lnTo>
                <a:lnTo>
                  <a:pt x="2879" y="1454"/>
                </a:lnTo>
                <a:lnTo>
                  <a:pt x="2878" y="1455"/>
                </a:lnTo>
                <a:lnTo>
                  <a:pt x="2878" y="1456"/>
                </a:lnTo>
                <a:lnTo>
                  <a:pt x="2879" y="1458"/>
                </a:lnTo>
                <a:lnTo>
                  <a:pt x="2880" y="1458"/>
                </a:lnTo>
                <a:lnTo>
                  <a:pt x="2881" y="1458"/>
                </a:lnTo>
                <a:lnTo>
                  <a:pt x="2881" y="1459"/>
                </a:lnTo>
                <a:lnTo>
                  <a:pt x="2881" y="1460"/>
                </a:lnTo>
                <a:lnTo>
                  <a:pt x="2880" y="1460"/>
                </a:lnTo>
                <a:lnTo>
                  <a:pt x="2879" y="1460"/>
                </a:lnTo>
                <a:lnTo>
                  <a:pt x="2879" y="1461"/>
                </a:lnTo>
                <a:lnTo>
                  <a:pt x="2879" y="1462"/>
                </a:lnTo>
                <a:lnTo>
                  <a:pt x="2880" y="1462"/>
                </a:lnTo>
                <a:lnTo>
                  <a:pt x="2880" y="1463"/>
                </a:lnTo>
                <a:lnTo>
                  <a:pt x="2880" y="1464"/>
                </a:lnTo>
                <a:lnTo>
                  <a:pt x="2879" y="1466"/>
                </a:lnTo>
                <a:lnTo>
                  <a:pt x="2879" y="1467"/>
                </a:lnTo>
                <a:lnTo>
                  <a:pt x="2880" y="1467"/>
                </a:lnTo>
                <a:lnTo>
                  <a:pt x="2880" y="1468"/>
                </a:lnTo>
                <a:lnTo>
                  <a:pt x="2879" y="1468"/>
                </a:lnTo>
                <a:lnTo>
                  <a:pt x="2879" y="1469"/>
                </a:lnTo>
                <a:lnTo>
                  <a:pt x="2879" y="1470"/>
                </a:lnTo>
                <a:lnTo>
                  <a:pt x="2879" y="1471"/>
                </a:lnTo>
                <a:lnTo>
                  <a:pt x="2880" y="1474"/>
                </a:lnTo>
                <a:lnTo>
                  <a:pt x="2880" y="1475"/>
                </a:lnTo>
                <a:lnTo>
                  <a:pt x="2879" y="1476"/>
                </a:lnTo>
                <a:lnTo>
                  <a:pt x="2878" y="1476"/>
                </a:lnTo>
                <a:lnTo>
                  <a:pt x="2878" y="1477"/>
                </a:lnTo>
                <a:lnTo>
                  <a:pt x="2877" y="1478"/>
                </a:lnTo>
                <a:lnTo>
                  <a:pt x="2878" y="1480"/>
                </a:lnTo>
                <a:lnTo>
                  <a:pt x="2879" y="1480"/>
                </a:lnTo>
                <a:lnTo>
                  <a:pt x="2879" y="1481"/>
                </a:lnTo>
                <a:lnTo>
                  <a:pt x="2877" y="1483"/>
                </a:lnTo>
                <a:lnTo>
                  <a:pt x="2876" y="1483"/>
                </a:lnTo>
                <a:lnTo>
                  <a:pt x="2876" y="1484"/>
                </a:lnTo>
                <a:lnTo>
                  <a:pt x="2876" y="1485"/>
                </a:lnTo>
                <a:lnTo>
                  <a:pt x="2877" y="1486"/>
                </a:lnTo>
                <a:lnTo>
                  <a:pt x="2876" y="1487"/>
                </a:lnTo>
                <a:lnTo>
                  <a:pt x="2875" y="1487"/>
                </a:lnTo>
                <a:lnTo>
                  <a:pt x="2875" y="1488"/>
                </a:lnTo>
                <a:lnTo>
                  <a:pt x="2874" y="1488"/>
                </a:lnTo>
                <a:lnTo>
                  <a:pt x="2874" y="1487"/>
                </a:lnTo>
                <a:lnTo>
                  <a:pt x="2873" y="1488"/>
                </a:lnTo>
                <a:lnTo>
                  <a:pt x="2872" y="1488"/>
                </a:lnTo>
                <a:lnTo>
                  <a:pt x="2871" y="1488"/>
                </a:lnTo>
                <a:lnTo>
                  <a:pt x="2871" y="1487"/>
                </a:lnTo>
                <a:lnTo>
                  <a:pt x="2870" y="1487"/>
                </a:lnTo>
                <a:lnTo>
                  <a:pt x="2870" y="1486"/>
                </a:lnTo>
                <a:lnTo>
                  <a:pt x="2869" y="1486"/>
                </a:lnTo>
                <a:lnTo>
                  <a:pt x="2868" y="1487"/>
                </a:lnTo>
                <a:lnTo>
                  <a:pt x="2868" y="1486"/>
                </a:lnTo>
                <a:lnTo>
                  <a:pt x="2867" y="1486"/>
                </a:lnTo>
                <a:lnTo>
                  <a:pt x="2866" y="1486"/>
                </a:lnTo>
                <a:lnTo>
                  <a:pt x="2866" y="1485"/>
                </a:lnTo>
                <a:lnTo>
                  <a:pt x="2865" y="1484"/>
                </a:lnTo>
                <a:lnTo>
                  <a:pt x="2864" y="1484"/>
                </a:lnTo>
                <a:lnTo>
                  <a:pt x="2863" y="1485"/>
                </a:lnTo>
                <a:lnTo>
                  <a:pt x="2862" y="1485"/>
                </a:lnTo>
                <a:lnTo>
                  <a:pt x="2861" y="1485"/>
                </a:lnTo>
                <a:lnTo>
                  <a:pt x="2861" y="1486"/>
                </a:lnTo>
                <a:lnTo>
                  <a:pt x="2861" y="1487"/>
                </a:lnTo>
                <a:lnTo>
                  <a:pt x="2860" y="1487"/>
                </a:lnTo>
                <a:lnTo>
                  <a:pt x="2859" y="1487"/>
                </a:lnTo>
                <a:lnTo>
                  <a:pt x="2858" y="1487"/>
                </a:lnTo>
                <a:lnTo>
                  <a:pt x="2858" y="1488"/>
                </a:lnTo>
                <a:lnTo>
                  <a:pt x="2857" y="1488"/>
                </a:lnTo>
                <a:lnTo>
                  <a:pt x="2857" y="1489"/>
                </a:lnTo>
                <a:lnTo>
                  <a:pt x="2856" y="1489"/>
                </a:lnTo>
                <a:lnTo>
                  <a:pt x="2856" y="1490"/>
                </a:lnTo>
                <a:lnTo>
                  <a:pt x="2855" y="1490"/>
                </a:lnTo>
                <a:lnTo>
                  <a:pt x="2855" y="1491"/>
                </a:lnTo>
                <a:lnTo>
                  <a:pt x="2854" y="1491"/>
                </a:lnTo>
                <a:lnTo>
                  <a:pt x="2852" y="1492"/>
                </a:lnTo>
                <a:lnTo>
                  <a:pt x="2851" y="1492"/>
                </a:lnTo>
                <a:lnTo>
                  <a:pt x="2850" y="1493"/>
                </a:lnTo>
                <a:lnTo>
                  <a:pt x="2849" y="1493"/>
                </a:lnTo>
                <a:lnTo>
                  <a:pt x="2848" y="1494"/>
                </a:lnTo>
                <a:lnTo>
                  <a:pt x="2847" y="1494"/>
                </a:lnTo>
                <a:lnTo>
                  <a:pt x="2846" y="1494"/>
                </a:lnTo>
                <a:lnTo>
                  <a:pt x="2845" y="1495"/>
                </a:lnTo>
                <a:lnTo>
                  <a:pt x="2844" y="1495"/>
                </a:lnTo>
                <a:lnTo>
                  <a:pt x="2842" y="1496"/>
                </a:lnTo>
                <a:lnTo>
                  <a:pt x="2842" y="1497"/>
                </a:lnTo>
                <a:lnTo>
                  <a:pt x="2841" y="1498"/>
                </a:lnTo>
                <a:lnTo>
                  <a:pt x="2841" y="1499"/>
                </a:lnTo>
                <a:lnTo>
                  <a:pt x="2840" y="1499"/>
                </a:lnTo>
                <a:lnTo>
                  <a:pt x="2840" y="1500"/>
                </a:lnTo>
                <a:lnTo>
                  <a:pt x="2841" y="1500"/>
                </a:lnTo>
                <a:lnTo>
                  <a:pt x="2840" y="1501"/>
                </a:lnTo>
                <a:lnTo>
                  <a:pt x="2840" y="1502"/>
                </a:lnTo>
                <a:lnTo>
                  <a:pt x="2839" y="1503"/>
                </a:lnTo>
                <a:lnTo>
                  <a:pt x="2838" y="1503"/>
                </a:lnTo>
                <a:lnTo>
                  <a:pt x="2838" y="1504"/>
                </a:lnTo>
                <a:lnTo>
                  <a:pt x="2837" y="1504"/>
                </a:lnTo>
                <a:lnTo>
                  <a:pt x="2837" y="1505"/>
                </a:lnTo>
                <a:lnTo>
                  <a:pt x="2837" y="1506"/>
                </a:lnTo>
                <a:lnTo>
                  <a:pt x="2836" y="1507"/>
                </a:lnTo>
                <a:lnTo>
                  <a:pt x="2836" y="1508"/>
                </a:lnTo>
                <a:lnTo>
                  <a:pt x="2837" y="1508"/>
                </a:lnTo>
                <a:lnTo>
                  <a:pt x="2837" y="1509"/>
                </a:lnTo>
                <a:lnTo>
                  <a:pt x="2837" y="1511"/>
                </a:lnTo>
                <a:lnTo>
                  <a:pt x="2838" y="1512"/>
                </a:lnTo>
                <a:lnTo>
                  <a:pt x="2838" y="1513"/>
                </a:lnTo>
                <a:lnTo>
                  <a:pt x="2837" y="1514"/>
                </a:lnTo>
                <a:lnTo>
                  <a:pt x="2837" y="1515"/>
                </a:lnTo>
                <a:lnTo>
                  <a:pt x="2837" y="1516"/>
                </a:lnTo>
                <a:lnTo>
                  <a:pt x="2837" y="1517"/>
                </a:lnTo>
                <a:lnTo>
                  <a:pt x="2837" y="1518"/>
                </a:lnTo>
                <a:lnTo>
                  <a:pt x="2837" y="1519"/>
                </a:lnTo>
                <a:lnTo>
                  <a:pt x="2838" y="1519"/>
                </a:lnTo>
                <a:lnTo>
                  <a:pt x="2839" y="1519"/>
                </a:lnTo>
                <a:lnTo>
                  <a:pt x="2840" y="1519"/>
                </a:lnTo>
                <a:lnTo>
                  <a:pt x="2841" y="1520"/>
                </a:lnTo>
                <a:lnTo>
                  <a:pt x="2842" y="1520"/>
                </a:lnTo>
                <a:lnTo>
                  <a:pt x="2843" y="1521"/>
                </a:lnTo>
                <a:lnTo>
                  <a:pt x="2843" y="1522"/>
                </a:lnTo>
                <a:lnTo>
                  <a:pt x="2842" y="1522"/>
                </a:lnTo>
                <a:lnTo>
                  <a:pt x="2841" y="1522"/>
                </a:lnTo>
                <a:lnTo>
                  <a:pt x="2840" y="1522"/>
                </a:lnTo>
                <a:lnTo>
                  <a:pt x="2839" y="1522"/>
                </a:lnTo>
                <a:lnTo>
                  <a:pt x="2839" y="1523"/>
                </a:lnTo>
                <a:lnTo>
                  <a:pt x="2839" y="1524"/>
                </a:lnTo>
                <a:lnTo>
                  <a:pt x="2838" y="1525"/>
                </a:lnTo>
                <a:lnTo>
                  <a:pt x="2837" y="1525"/>
                </a:lnTo>
                <a:lnTo>
                  <a:pt x="2836" y="1526"/>
                </a:lnTo>
                <a:lnTo>
                  <a:pt x="2835" y="1526"/>
                </a:lnTo>
                <a:lnTo>
                  <a:pt x="2835" y="1527"/>
                </a:lnTo>
                <a:lnTo>
                  <a:pt x="2834" y="1527"/>
                </a:lnTo>
                <a:lnTo>
                  <a:pt x="2833" y="1527"/>
                </a:lnTo>
                <a:lnTo>
                  <a:pt x="2832" y="1528"/>
                </a:lnTo>
                <a:lnTo>
                  <a:pt x="2832" y="1529"/>
                </a:lnTo>
                <a:lnTo>
                  <a:pt x="2831" y="1529"/>
                </a:lnTo>
                <a:lnTo>
                  <a:pt x="2831" y="1530"/>
                </a:lnTo>
                <a:lnTo>
                  <a:pt x="2830" y="1530"/>
                </a:lnTo>
                <a:lnTo>
                  <a:pt x="2829" y="1530"/>
                </a:lnTo>
                <a:lnTo>
                  <a:pt x="2829" y="1531"/>
                </a:lnTo>
                <a:lnTo>
                  <a:pt x="2828" y="1533"/>
                </a:lnTo>
                <a:lnTo>
                  <a:pt x="2827" y="1533"/>
                </a:lnTo>
                <a:lnTo>
                  <a:pt x="2826" y="1533"/>
                </a:lnTo>
                <a:lnTo>
                  <a:pt x="2825" y="1534"/>
                </a:lnTo>
                <a:lnTo>
                  <a:pt x="2823" y="1534"/>
                </a:lnTo>
                <a:lnTo>
                  <a:pt x="2821" y="1534"/>
                </a:lnTo>
                <a:lnTo>
                  <a:pt x="2820" y="1534"/>
                </a:lnTo>
                <a:lnTo>
                  <a:pt x="2819" y="1534"/>
                </a:lnTo>
                <a:lnTo>
                  <a:pt x="2819" y="1533"/>
                </a:lnTo>
                <a:lnTo>
                  <a:pt x="2819" y="1534"/>
                </a:lnTo>
                <a:lnTo>
                  <a:pt x="2818" y="1534"/>
                </a:lnTo>
                <a:lnTo>
                  <a:pt x="2818" y="1535"/>
                </a:lnTo>
                <a:lnTo>
                  <a:pt x="2818" y="1536"/>
                </a:lnTo>
                <a:lnTo>
                  <a:pt x="2817" y="1537"/>
                </a:lnTo>
                <a:lnTo>
                  <a:pt x="2816" y="1538"/>
                </a:lnTo>
                <a:lnTo>
                  <a:pt x="2815" y="1538"/>
                </a:lnTo>
                <a:lnTo>
                  <a:pt x="2814" y="1537"/>
                </a:lnTo>
                <a:lnTo>
                  <a:pt x="2814" y="1536"/>
                </a:lnTo>
                <a:lnTo>
                  <a:pt x="2813" y="1536"/>
                </a:lnTo>
                <a:lnTo>
                  <a:pt x="2812" y="1536"/>
                </a:lnTo>
                <a:lnTo>
                  <a:pt x="2811" y="1536"/>
                </a:lnTo>
                <a:lnTo>
                  <a:pt x="2810" y="1536"/>
                </a:lnTo>
                <a:lnTo>
                  <a:pt x="2809" y="1537"/>
                </a:lnTo>
                <a:lnTo>
                  <a:pt x="2808" y="1537"/>
                </a:lnTo>
                <a:lnTo>
                  <a:pt x="2808" y="1538"/>
                </a:lnTo>
                <a:lnTo>
                  <a:pt x="2808" y="1539"/>
                </a:lnTo>
                <a:lnTo>
                  <a:pt x="2808" y="1540"/>
                </a:lnTo>
                <a:lnTo>
                  <a:pt x="2808" y="1541"/>
                </a:lnTo>
                <a:lnTo>
                  <a:pt x="2808" y="1542"/>
                </a:lnTo>
                <a:lnTo>
                  <a:pt x="2808" y="1543"/>
                </a:lnTo>
                <a:lnTo>
                  <a:pt x="2807" y="1543"/>
                </a:lnTo>
                <a:lnTo>
                  <a:pt x="2807" y="1544"/>
                </a:lnTo>
                <a:lnTo>
                  <a:pt x="2807" y="1547"/>
                </a:lnTo>
                <a:lnTo>
                  <a:pt x="2805" y="1547"/>
                </a:lnTo>
                <a:lnTo>
                  <a:pt x="2805" y="1546"/>
                </a:lnTo>
                <a:lnTo>
                  <a:pt x="2805" y="1545"/>
                </a:lnTo>
                <a:lnTo>
                  <a:pt x="2804" y="1545"/>
                </a:lnTo>
                <a:lnTo>
                  <a:pt x="2804" y="1546"/>
                </a:lnTo>
                <a:lnTo>
                  <a:pt x="2803" y="1545"/>
                </a:lnTo>
                <a:lnTo>
                  <a:pt x="2802" y="1545"/>
                </a:lnTo>
                <a:lnTo>
                  <a:pt x="2801" y="1543"/>
                </a:lnTo>
                <a:lnTo>
                  <a:pt x="2800" y="1543"/>
                </a:lnTo>
                <a:lnTo>
                  <a:pt x="2799" y="1543"/>
                </a:lnTo>
                <a:lnTo>
                  <a:pt x="2798" y="1543"/>
                </a:lnTo>
                <a:lnTo>
                  <a:pt x="2798" y="1542"/>
                </a:lnTo>
                <a:lnTo>
                  <a:pt x="2798" y="1541"/>
                </a:lnTo>
                <a:lnTo>
                  <a:pt x="2797" y="1541"/>
                </a:lnTo>
                <a:lnTo>
                  <a:pt x="2796" y="1540"/>
                </a:lnTo>
                <a:lnTo>
                  <a:pt x="2796" y="1541"/>
                </a:lnTo>
                <a:lnTo>
                  <a:pt x="2795" y="1541"/>
                </a:lnTo>
                <a:lnTo>
                  <a:pt x="2794" y="1541"/>
                </a:lnTo>
                <a:lnTo>
                  <a:pt x="2794" y="1540"/>
                </a:lnTo>
                <a:lnTo>
                  <a:pt x="2793" y="1540"/>
                </a:lnTo>
                <a:lnTo>
                  <a:pt x="2792" y="1540"/>
                </a:lnTo>
                <a:lnTo>
                  <a:pt x="2792" y="1539"/>
                </a:lnTo>
                <a:lnTo>
                  <a:pt x="2791" y="1539"/>
                </a:lnTo>
                <a:lnTo>
                  <a:pt x="2791" y="1538"/>
                </a:lnTo>
                <a:lnTo>
                  <a:pt x="2791" y="1537"/>
                </a:lnTo>
                <a:lnTo>
                  <a:pt x="2790" y="1537"/>
                </a:lnTo>
                <a:lnTo>
                  <a:pt x="2789" y="1538"/>
                </a:lnTo>
                <a:lnTo>
                  <a:pt x="2788" y="1538"/>
                </a:lnTo>
                <a:lnTo>
                  <a:pt x="2787" y="1538"/>
                </a:lnTo>
                <a:lnTo>
                  <a:pt x="2786" y="1539"/>
                </a:lnTo>
                <a:lnTo>
                  <a:pt x="2785" y="1539"/>
                </a:lnTo>
                <a:lnTo>
                  <a:pt x="2784" y="1539"/>
                </a:lnTo>
                <a:lnTo>
                  <a:pt x="2783" y="1539"/>
                </a:lnTo>
                <a:lnTo>
                  <a:pt x="2782" y="1539"/>
                </a:lnTo>
                <a:lnTo>
                  <a:pt x="2781" y="1540"/>
                </a:lnTo>
                <a:lnTo>
                  <a:pt x="2781" y="1541"/>
                </a:lnTo>
                <a:lnTo>
                  <a:pt x="2780" y="1541"/>
                </a:lnTo>
                <a:lnTo>
                  <a:pt x="2779" y="1541"/>
                </a:lnTo>
                <a:lnTo>
                  <a:pt x="2778" y="1541"/>
                </a:lnTo>
                <a:lnTo>
                  <a:pt x="2775" y="1540"/>
                </a:lnTo>
                <a:lnTo>
                  <a:pt x="2774" y="1540"/>
                </a:lnTo>
                <a:lnTo>
                  <a:pt x="2774" y="1539"/>
                </a:lnTo>
                <a:lnTo>
                  <a:pt x="2773" y="1538"/>
                </a:lnTo>
                <a:lnTo>
                  <a:pt x="2772" y="1537"/>
                </a:lnTo>
                <a:lnTo>
                  <a:pt x="2773" y="1537"/>
                </a:lnTo>
                <a:lnTo>
                  <a:pt x="2773" y="1536"/>
                </a:lnTo>
                <a:lnTo>
                  <a:pt x="2773" y="1535"/>
                </a:lnTo>
                <a:lnTo>
                  <a:pt x="2772" y="1535"/>
                </a:lnTo>
                <a:lnTo>
                  <a:pt x="2771" y="1535"/>
                </a:lnTo>
                <a:lnTo>
                  <a:pt x="2771" y="1534"/>
                </a:lnTo>
                <a:lnTo>
                  <a:pt x="2768" y="1534"/>
                </a:lnTo>
                <a:lnTo>
                  <a:pt x="2767" y="1535"/>
                </a:lnTo>
                <a:lnTo>
                  <a:pt x="2766" y="1534"/>
                </a:lnTo>
                <a:lnTo>
                  <a:pt x="2765" y="1534"/>
                </a:lnTo>
                <a:lnTo>
                  <a:pt x="2764" y="1534"/>
                </a:lnTo>
                <a:lnTo>
                  <a:pt x="2763" y="1534"/>
                </a:lnTo>
                <a:lnTo>
                  <a:pt x="2762" y="1534"/>
                </a:lnTo>
                <a:lnTo>
                  <a:pt x="2761" y="1534"/>
                </a:lnTo>
                <a:lnTo>
                  <a:pt x="2760" y="1534"/>
                </a:lnTo>
                <a:lnTo>
                  <a:pt x="2759" y="1535"/>
                </a:lnTo>
                <a:lnTo>
                  <a:pt x="2757" y="1534"/>
                </a:lnTo>
                <a:lnTo>
                  <a:pt x="2756" y="1535"/>
                </a:lnTo>
                <a:lnTo>
                  <a:pt x="2755" y="1535"/>
                </a:lnTo>
                <a:lnTo>
                  <a:pt x="2753" y="1536"/>
                </a:lnTo>
                <a:lnTo>
                  <a:pt x="2752" y="1536"/>
                </a:lnTo>
                <a:lnTo>
                  <a:pt x="2751" y="1536"/>
                </a:lnTo>
                <a:lnTo>
                  <a:pt x="2750" y="1537"/>
                </a:lnTo>
                <a:lnTo>
                  <a:pt x="2749" y="1537"/>
                </a:lnTo>
                <a:lnTo>
                  <a:pt x="2748" y="1538"/>
                </a:lnTo>
                <a:lnTo>
                  <a:pt x="2748" y="1539"/>
                </a:lnTo>
                <a:lnTo>
                  <a:pt x="2749" y="1540"/>
                </a:lnTo>
                <a:lnTo>
                  <a:pt x="2749" y="1541"/>
                </a:lnTo>
                <a:lnTo>
                  <a:pt x="2750" y="1541"/>
                </a:lnTo>
                <a:lnTo>
                  <a:pt x="2750" y="1543"/>
                </a:lnTo>
                <a:lnTo>
                  <a:pt x="2750" y="1544"/>
                </a:lnTo>
                <a:lnTo>
                  <a:pt x="2751" y="1544"/>
                </a:lnTo>
                <a:lnTo>
                  <a:pt x="2752" y="1546"/>
                </a:lnTo>
                <a:lnTo>
                  <a:pt x="2753" y="1546"/>
                </a:lnTo>
                <a:lnTo>
                  <a:pt x="2754" y="1546"/>
                </a:lnTo>
                <a:lnTo>
                  <a:pt x="2755" y="1546"/>
                </a:lnTo>
                <a:lnTo>
                  <a:pt x="2757" y="1546"/>
                </a:lnTo>
                <a:lnTo>
                  <a:pt x="2759" y="1545"/>
                </a:lnTo>
                <a:lnTo>
                  <a:pt x="2760" y="1545"/>
                </a:lnTo>
                <a:lnTo>
                  <a:pt x="2761" y="1544"/>
                </a:lnTo>
                <a:lnTo>
                  <a:pt x="2761" y="1545"/>
                </a:lnTo>
                <a:lnTo>
                  <a:pt x="2762" y="1546"/>
                </a:lnTo>
                <a:lnTo>
                  <a:pt x="2762" y="1547"/>
                </a:lnTo>
                <a:lnTo>
                  <a:pt x="2762" y="1548"/>
                </a:lnTo>
                <a:lnTo>
                  <a:pt x="2761" y="1548"/>
                </a:lnTo>
                <a:lnTo>
                  <a:pt x="2760" y="1548"/>
                </a:lnTo>
                <a:lnTo>
                  <a:pt x="2760" y="1549"/>
                </a:lnTo>
                <a:lnTo>
                  <a:pt x="2760" y="1550"/>
                </a:lnTo>
                <a:lnTo>
                  <a:pt x="2760" y="1551"/>
                </a:lnTo>
                <a:lnTo>
                  <a:pt x="2760" y="1552"/>
                </a:lnTo>
                <a:lnTo>
                  <a:pt x="2759" y="1553"/>
                </a:lnTo>
                <a:lnTo>
                  <a:pt x="2758" y="1554"/>
                </a:lnTo>
                <a:lnTo>
                  <a:pt x="2757" y="1554"/>
                </a:lnTo>
                <a:lnTo>
                  <a:pt x="2757" y="1555"/>
                </a:lnTo>
                <a:lnTo>
                  <a:pt x="2756" y="1556"/>
                </a:lnTo>
                <a:lnTo>
                  <a:pt x="2757" y="1557"/>
                </a:lnTo>
                <a:lnTo>
                  <a:pt x="2757" y="1558"/>
                </a:lnTo>
                <a:lnTo>
                  <a:pt x="2757" y="1559"/>
                </a:lnTo>
                <a:lnTo>
                  <a:pt x="2756" y="1560"/>
                </a:lnTo>
                <a:lnTo>
                  <a:pt x="2755" y="1560"/>
                </a:lnTo>
                <a:lnTo>
                  <a:pt x="2754" y="1560"/>
                </a:lnTo>
                <a:lnTo>
                  <a:pt x="2753" y="1560"/>
                </a:lnTo>
                <a:lnTo>
                  <a:pt x="2752" y="1561"/>
                </a:lnTo>
                <a:lnTo>
                  <a:pt x="2752" y="1562"/>
                </a:lnTo>
                <a:lnTo>
                  <a:pt x="2751" y="1562"/>
                </a:lnTo>
                <a:lnTo>
                  <a:pt x="2751" y="1561"/>
                </a:lnTo>
                <a:lnTo>
                  <a:pt x="2750" y="1561"/>
                </a:lnTo>
                <a:lnTo>
                  <a:pt x="2749" y="1560"/>
                </a:lnTo>
                <a:lnTo>
                  <a:pt x="2749" y="1561"/>
                </a:lnTo>
                <a:lnTo>
                  <a:pt x="2748" y="1561"/>
                </a:lnTo>
                <a:lnTo>
                  <a:pt x="2747" y="1560"/>
                </a:lnTo>
                <a:lnTo>
                  <a:pt x="2746" y="1560"/>
                </a:lnTo>
                <a:lnTo>
                  <a:pt x="2745" y="1560"/>
                </a:lnTo>
                <a:lnTo>
                  <a:pt x="2744" y="1560"/>
                </a:lnTo>
                <a:lnTo>
                  <a:pt x="2743" y="1560"/>
                </a:lnTo>
                <a:lnTo>
                  <a:pt x="2742" y="1560"/>
                </a:lnTo>
                <a:lnTo>
                  <a:pt x="2742" y="1559"/>
                </a:lnTo>
                <a:lnTo>
                  <a:pt x="2741" y="1559"/>
                </a:lnTo>
                <a:lnTo>
                  <a:pt x="2740" y="1558"/>
                </a:lnTo>
                <a:lnTo>
                  <a:pt x="2739" y="1558"/>
                </a:lnTo>
                <a:lnTo>
                  <a:pt x="2739" y="1557"/>
                </a:lnTo>
                <a:lnTo>
                  <a:pt x="2738" y="1556"/>
                </a:lnTo>
                <a:lnTo>
                  <a:pt x="2737" y="1556"/>
                </a:lnTo>
                <a:lnTo>
                  <a:pt x="2736" y="1556"/>
                </a:lnTo>
                <a:lnTo>
                  <a:pt x="2735" y="1556"/>
                </a:lnTo>
                <a:lnTo>
                  <a:pt x="2735" y="1555"/>
                </a:lnTo>
                <a:lnTo>
                  <a:pt x="2735" y="1556"/>
                </a:lnTo>
                <a:lnTo>
                  <a:pt x="2735" y="1557"/>
                </a:lnTo>
                <a:lnTo>
                  <a:pt x="2736" y="1557"/>
                </a:lnTo>
                <a:lnTo>
                  <a:pt x="2736" y="1558"/>
                </a:lnTo>
                <a:lnTo>
                  <a:pt x="2736" y="1559"/>
                </a:lnTo>
                <a:lnTo>
                  <a:pt x="2736" y="1561"/>
                </a:lnTo>
                <a:lnTo>
                  <a:pt x="2736" y="1562"/>
                </a:lnTo>
                <a:lnTo>
                  <a:pt x="2736" y="1563"/>
                </a:lnTo>
                <a:lnTo>
                  <a:pt x="2735" y="1564"/>
                </a:lnTo>
                <a:lnTo>
                  <a:pt x="2735" y="1563"/>
                </a:lnTo>
                <a:lnTo>
                  <a:pt x="2736" y="1563"/>
                </a:lnTo>
                <a:lnTo>
                  <a:pt x="2736" y="1562"/>
                </a:lnTo>
                <a:lnTo>
                  <a:pt x="2735" y="1562"/>
                </a:lnTo>
                <a:lnTo>
                  <a:pt x="2733" y="1562"/>
                </a:lnTo>
                <a:lnTo>
                  <a:pt x="2732" y="1563"/>
                </a:lnTo>
                <a:lnTo>
                  <a:pt x="2731" y="1563"/>
                </a:lnTo>
                <a:lnTo>
                  <a:pt x="2729" y="1563"/>
                </a:lnTo>
                <a:lnTo>
                  <a:pt x="2728" y="1563"/>
                </a:lnTo>
                <a:lnTo>
                  <a:pt x="2727" y="1562"/>
                </a:lnTo>
                <a:lnTo>
                  <a:pt x="2726" y="1562"/>
                </a:lnTo>
                <a:lnTo>
                  <a:pt x="2725" y="1562"/>
                </a:lnTo>
                <a:lnTo>
                  <a:pt x="2724" y="1562"/>
                </a:lnTo>
                <a:lnTo>
                  <a:pt x="2722" y="1561"/>
                </a:lnTo>
                <a:lnTo>
                  <a:pt x="2721" y="1561"/>
                </a:lnTo>
                <a:lnTo>
                  <a:pt x="2721" y="1560"/>
                </a:lnTo>
                <a:lnTo>
                  <a:pt x="2720" y="1560"/>
                </a:lnTo>
                <a:lnTo>
                  <a:pt x="2719" y="1560"/>
                </a:lnTo>
                <a:lnTo>
                  <a:pt x="2719" y="1561"/>
                </a:lnTo>
                <a:lnTo>
                  <a:pt x="2718" y="1562"/>
                </a:lnTo>
                <a:lnTo>
                  <a:pt x="2716" y="1563"/>
                </a:lnTo>
                <a:lnTo>
                  <a:pt x="2715" y="1564"/>
                </a:lnTo>
                <a:lnTo>
                  <a:pt x="2712" y="1564"/>
                </a:lnTo>
                <a:lnTo>
                  <a:pt x="2712" y="1565"/>
                </a:lnTo>
                <a:lnTo>
                  <a:pt x="2713" y="1565"/>
                </a:lnTo>
                <a:lnTo>
                  <a:pt x="2712" y="1566"/>
                </a:lnTo>
                <a:lnTo>
                  <a:pt x="2711" y="1565"/>
                </a:lnTo>
                <a:lnTo>
                  <a:pt x="2710" y="1565"/>
                </a:lnTo>
                <a:lnTo>
                  <a:pt x="2709" y="1565"/>
                </a:lnTo>
                <a:lnTo>
                  <a:pt x="2709" y="1566"/>
                </a:lnTo>
                <a:lnTo>
                  <a:pt x="2710" y="1566"/>
                </a:lnTo>
                <a:lnTo>
                  <a:pt x="2710" y="1567"/>
                </a:lnTo>
                <a:lnTo>
                  <a:pt x="2709" y="1567"/>
                </a:lnTo>
                <a:lnTo>
                  <a:pt x="2707" y="1567"/>
                </a:lnTo>
                <a:lnTo>
                  <a:pt x="2707" y="1568"/>
                </a:lnTo>
                <a:lnTo>
                  <a:pt x="2708" y="1569"/>
                </a:lnTo>
                <a:lnTo>
                  <a:pt x="2708" y="1570"/>
                </a:lnTo>
                <a:lnTo>
                  <a:pt x="2708" y="1571"/>
                </a:lnTo>
                <a:lnTo>
                  <a:pt x="2707" y="1571"/>
                </a:lnTo>
                <a:lnTo>
                  <a:pt x="2706" y="1572"/>
                </a:lnTo>
                <a:lnTo>
                  <a:pt x="2706" y="1573"/>
                </a:lnTo>
                <a:lnTo>
                  <a:pt x="2706" y="1575"/>
                </a:lnTo>
                <a:lnTo>
                  <a:pt x="2705" y="1575"/>
                </a:lnTo>
                <a:lnTo>
                  <a:pt x="2705" y="1576"/>
                </a:lnTo>
                <a:lnTo>
                  <a:pt x="2705" y="1577"/>
                </a:lnTo>
                <a:lnTo>
                  <a:pt x="2706" y="1577"/>
                </a:lnTo>
                <a:lnTo>
                  <a:pt x="2706" y="1576"/>
                </a:lnTo>
                <a:lnTo>
                  <a:pt x="2707" y="1576"/>
                </a:lnTo>
                <a:lnTo>
                  <a:pt x="2707" y="1577"/>
                </a:lnTo>
                <a:lnTo>
                  <a:pt x="2706" y="1577"/>
                </a:lnTo>
                <a:lnTo>
                  <a:pt x="2705" y="1577"/>
                </a:lnTo>
                <a:lnTo>
                  <a:pt x="2705" y="1578"/>
                </a:lnTo>
                <a:lnTo>
                  <a:pt x="2706" y="1579"/>
                </a:lnTo>
                <a:lnTo>
                  <a:pt x="2707" y="1579"/>
                </a:lnTo>
                <a:lnTo>
                  <a:pt x="2707" y="1580"/>
                </a:lnTo>
                <a:lnTo>
                  <a:pt x="2707" y="1581"/>
                </a:lnTo>
                <a:lnTo>
                  <a:pt x="2707" y="1582"/>
                </a:lnTo>
                <a:lnTo>
                  <a:pt x="2708" y="1582"/>
                </a:lnTo>
                <a:lnTo>
                  <a:pt x="2708" y="1583"/>
                </a:lnTo>
                <a:lnTo>
                  <a:pt x="2707" y="1583"/>
                </a:lnTo>
                <a:lnTo>
                  <a:pt x="2706" y="1582"/>
                </a:lnTo>
                <a:lnTo>
                  <a:pt x="2705" y="1582"/>
                </a:lnTo>
                <a:lnTo>
                  <a:pt x="2706" y="1583"/>
                </a:lnTo>
                <a:lnTo>
                  <a:pt x="2706" y="1584"/>
                </a:lnTo>
                <a:lnTo>
                  <a:pt x="2707" y="1584"/>
                </a:lnTo>
                <a:lnTo>
                  <a:pt x="2707" y="1585"/>
                </a:lnTo>
                <a:lnTo>
                  <a:pt x="2706" y="1587"/>
                </a:lnTo>
                <a:lnTo>
                  <a:pt x="2705" y="1588"/>
                </a:lnTo>
                <a:lnTo>
                  <a:pt x="2705" y="1587"/>
                </a:lnTo>
                <a:lnTo>
                  <a:pt x="2704" y="1587"/>
                </a:lnTo>
                <a:lnTo>
                  <a:pt x="2703" y="1587"/>
                </a:lnTo>
                <a:lnTo>
                  <a:pt x="2703" y="1588"/>
                </a:lnTo>
                <a:lnTo>
                  <a:pt x="2703" y="1589"/>
                </a:lnTo>
                <a:lnTo>
                  <a:pt x="2703" y="1590"/>
                </a:lnTo>
                <a:lnTo>
                  <a:pt x="2703" y="1591"/>
                </a:lnTo>
                <a:lnTo>
                  <a:pt x="2704" y="1592"/>
                </a:lnTo>
                <a:lnTo>
                  <a:pt x="2703" y="1592"/>
                </a:lnTo>
                <a:lnTo>
                  <a:pt x="2703" y="1591"/>
                </a:lnTo>
                <a:lnTo>
                  <a:pt x="2702" y="1591"/>
                </a:lnTo>
                <a:lnTo>
                  <a:pt x="2702" y="1592"/>
                </a:lnTo>
                <a:lnTo>
                  <a:pt x="2701" y="1592"/>
                </a:lnTo>
                <a:lnTo>
                  <a:pt x="2700" y="1592"/>
                </a:lnTo>
                <a:lnTo>
                  <a:pt x="2699" y="1592"/>
                </a:lnTo>
                <a:lnTo>
                  <a:pt x="2700" y="1592"/>
                </a:lnTo>
                <a:lnTo>
                  <a:pt x="2700" y="1593"/>
                </a:lnTo>
                <a:lnTo>
                  <a:pt x="2699" y="1593"/>
                </a:lnTo>
                <a:lnTo>
                  <a:pt x="2699" y="1594"/>
                </a:lnTo>
                <a:lnTo>
                  <a:pt x="2699" y="1596"/>
                </a:lnTo>
                <a:lnTo>
                  <a:pt x="2699" y="1597"/>
                </a:lnTo>
                <a:lnTo>
                  <a:pt x="2698" y="1598"/>
                </a:lnTo>
                <a:lnTo>
                  <a:pt x="2698" y="1596"/>
                </a:lnTo>
                <a:lnTo>
                  <a:pt x="2697" y="1596"/>
                </a:lnTo>
                <a:lnTo>
                  <a:pt x="2696" y="1598"/>
                </a:lnTo>
                <a:lnTo>
                  <a:pt x="2696" y="1599"/>
                </a:lnTo>
                <a:lnTo>
                  <a:pt x="2695" y="1599"/>
                </a:lnTo>
                <a:lnTo>
                  <a:pt x="2694" y="1600"/>
                </a:lnTo>
                <a:lnTo>
                  <a:pt x="2693" y="1601"/>
                </a:lnTo>
                <a:lnTo>
                  <a:pt x="2692" y="1600"/>
                </a:lnTo>
                <a:lnTo>
                  <a:pt x="2692" y="1601"/>
                </a:lnTo>
                <a:lnTo>
                  <a:pt x="2692" y="1602"/>
                </a:lnTo>
                <a:lnTo>
                  <a:pt x="2691" y="1603"/>
                </a:lnTo>
                <a:lnTo>
                  <a:pt x="2691" y="1604"/>
                </a:lnTo>
                <a:lnTo>
                  <a:pt x="2690" y="1605"/>
                </a:lnTo>
                <a:lnTo>
                  <a:pt x="2690" y="1606"/>
                </a:lnTo>
                <a:lnTo>
                  <a:pt x="2690" y="1607"/>
                </a:lnTo>
                <a:lnTo>
                  <a:pt x="2689" y="1608"/>
                </a:lnTo>
                <a:lnTo>
                  <a:pt x="2688" y="1609"/>
                </a:lnTo>
                <a:lnTo>
                  <a:pt x="2687" y="1609"/>
                </a:lnTo>
                <a:lnTo>
                  <a:pt x="2686" y="1609"/>
                </a:lnTo>
                <a:lnTo>
                  <a:pt x="2685" y="1609"/>
                </a:lnTo>
                <a:lnTo>
                  <a:pt x="2685" y="1610"/>
                </a:lnTo>
                <a:lnTo>
                  <a:pt x="2684" y="1610"/>
                </a:lnTo>
                <a:lnTo>
                  <a:pt x="2683" y="1609"/>
                </a:lnTo>
                <a:lnTo>
                  <a:pt x="2682" y="1608"/>
                </a:lnTo>
                <a:lnTo>
                  <a:pt x="2681" y="1607"/>
                </a:lnTo>
                <a:lnTo>
                  <a:pt x="2681" y="1606"/>
                </a:lnTo>
                <a:lnTo>
                  <a:pt x="2681" y="1605"/>
                </a:lnTo>
                <a:lnTo>
                  <a:pt x="2680" y="1604"/>
                </a:lnTo>
                <a:lnTo>
                  <a:pt x="2679" y="1605"/>
                </a:lnTo>
                <a:lnTo>
                  <a:pt x="2679" y="1604"/>
                </a:lnTo>
                <a:lnTo>
                  <a:pt x="2678" y="1604"/>
                </a:lnTo>
                <a:lnTo>
                  <a:pt x="2677" y="1603"/>
                </a:lnTo>
                <a:lnTo>
                  <a:pt x="2676" y="1603"/>
                </a:lnTo>
                <a:lnTo>
                  <a:pt x="2676" y="1602"/>
                </a:lnTo>
                <a:lnTo>
                  <a:pt x="2676" y="1601"/>
                </a:lnTo>
                <a:lnTo>
                  <a:pt x="2676" y="1600"/>
                </a:lnTo>
                <a:lnTo>
                  <a:pt x="2676" y="1599"/>
                </a:lnTo>
                <a:lnTo>
                  <a:pt x="2675" y="1600"/>
                </a:lnTo>
                <a:lnTo>
                  <a:pt x="2674" y="1600"/>
                </a:lnTo>
                <a:lnTo>
                  <a:pt x="2674" y="1601"/>
                </a:lnTo>
                <a:lnTo>
                  <a:pt x="2673" y="1602"/>
                </a:lnTo>
                <a:lnTo>
                  <a:pt x="2673" y="1603"/>
                </a:lnTo>
                <a:lnTo>
                  <a:pt x="2673" y="1604"/>
                </a:lnTo>
                <a:lnTo>
                  <a:pt x="2672" y="1604"/>
                </a:lnTo>
                <a:lnTo>
                  <a:pt x="2671" y="1604"/>
                </a:lnTo>
                <a:lnTo>
                  <a:pt x="2669" y="1605"/>
                </a:lnTo>
                <a:lnTo>
                  <a:pt x="2668" y="1605"/>
                </a:lnTo>
                <a:lnTo>
                  <a:pt x="2667" y="1605"/>
                </a:lnTo>
                <a:lnTo>
                  <a:pt x="2666" y="1605"/>
                </a:lnTo>
                <a:lnTo>
                  <a:pt x="2666" y="1606"/>
                </a:lnTo>
                <a:lnTo>
                  <a:pt x="2665" y="1606"/>
                </a:lnTo>
                <a:lnTo>
                  <a:pt x="2665" y="1605"/>
                </a:lnTo>
                <a:lnTo>
                  <a:pt x="2664" y="1605"/>
                </a:lnTo>
                <a:lnTo>
                  <a:pt x="2663" y="1605"/>
                </a:lnTo>
                <a:lnTo>
                  <a:pt x="2663" y="1604"/>
                </a:lnTo>
                <a:lnTo>
                  <a:pt x="2662" y="1604"/>
                </a:lnTo>
                <a:lnTo>
                  <a:pt x="2662" y="1605"/>
                </a:lnTo>
                <a:lnTo>
                  <a:pt x="2662" y="1606"/>
                </a:lnTo>
                <a:lnTo>
                  <a:pt x="2661" y="1607"/>
                </a:lnTo>
                <a:lnTo>
                  <a:pt x="2660" y="1608"/>
                </a:lnTo>
                <a:lnTo>
                  <a:pt x="2659" y="1608"/>
                </a:lnTo>
                <a:lnTo>
                  <a:pt x="2658" y="1608"/>
                </a:lnTo>
                <a:lnTo>
                  <a:pt x="2657" y="1608"/>
                </a:lnTo>
                <a:lnTo>
                  <a:pt x="2657" y="1607"/>
                </a:lnTo>
                <a:lnTo>
                  <a:pt x="2656" y="1607"/>
                </a:lnTo>
                <a:lnTo>
                  <a:pt x="2656" y="1608"/>
                </a:lnTo>
                <a:lnTo>
                  <a:pt x="2656" y="1609"/>
                </a:lnTo>
                <a:lnTo>
                  <a:pt x="2655" y="1609"/>
                </a:lnTo>
                <a:lnTo>
                  <a:pt x="2654" y="1609"/>
                </a:lnTo>
                <a:lnTo>
                  <a:pt x="2653" y="1609"/>
                </a:lnTo>
                <a:lnTo>
                  <a:pt x="2653" y="1610"/>
                </a:lnTo>
                <a:lnTo>
                  <a:pt x="2653" y="1611"/>
                </a:lnTo>
                <a:lnTo>
                  <a:pt x="2653" y="1613"/>
                </a:lnTo>
                <a:lnTo>
                  <a:pt x="2652" y="1613"/>
                </a:lnTo>
                <a:lnTo>
                  <a:pt x="2651" y="1612"/>
                </a:lnTo>
                <a:lnTo>
                  <a:pt x="2650" y="1612"/>
                </a:lnTo>
                <a:lnTo>
                  <a:pt x="2649" y="1612"/>
                </a:lnTo>
                <a:lnTo>
                  <a:pt x="2649" y="1613"/>
                </a:lnTo>
                <a:lnTo>
                  <a:pt x="2649" y="1614"/>
                </a:lnTo>
                <a:lnTo>
                  <a:pt x="2648" y="1615"/>
                </a:lnTo>
                <a:lnTo>
                  <a:pt x="2647" y="1615"/>
                </a:lnTo>
                <a:lnTo>
                  <a:pt x="2646" y="1616"/>
                </a:lnTo>
                <a:lnTo>
                  <a:pt x="2645" y="1617"/>
                </a:lnTo>
                <a:lnTo>
                  <a:pt x="2645" y="1618"/>
                </a:lnTo>
                <a:lnTo>
                  <a:pt x="2646" y="1618"/>
                </a:lnTo>
                <a:lnTo>
                  <a:pt x="2646" y="1617"/>
                </a:lnTo>
                <a:lnTo>
                  <a:pt x="2646" y="1618"/>
                </a:lnTo>
                <a:lnTo>
                  <a:pt x="2646" y="1619"/>
                </a:lnTo>
                <a:lnTo>
                  <a:pt x="2645" y="1619"/>
                </a:lnTo>
                <a:lnTo>
                  <a:pt x="2646" y="1619"/>
                </a:lnTo>
                <a:lnTo>
                  <a:pt x="2646" y="1620"/>
                </a:lnTo>
                <a:lnTo>
                  <a:pt x="2646" y="1621"/>
                </a:lnTo>
                <a:lnTo>
                  <a:pt x="2646" y="1622"/>
                </a:lnTo>
                <a:lnTo>
                  <a:pt x="2645" y="1622"/>
                </a:lnTo>
                <a:lnTo>
                  <a:pt x="2645" y="1623"/>
                </a:lnTo>
                <a:lnTo>
                  <a:pt x="2644" y="1623"/>
                </a:lnTo>
                <a:lnTo>
                  <a:pt x="2644" y="1624"/>
                </a:lnTo>
                <a:lnTo>
                  <a:pt x="2644" y="1625"/>
                </a:lnTo>
                <a:lnTo>
                  <a:pt x="2643" y="1625"/>
                </a:lnTo>
                <a:lnTo>
                  <a:pt x="2643" y="1626"/>
                </a:lnTo>
                <a:lnTo>
                  <a:pt x="2642" y="1626"/>
                </a:lnTo>
                <a:lnTo>
                  <a:pt x="2641" y="1626"/>
                </a:lnTo>
                <a:lnTo>
                  <a:pt x="2641" y="1627"/>
                </a:lnTo>
                <a:lnTo>
                  <a:pt x="2640" y="1627"/>
                </a:lnTo>
                <a:lnTo>
                  <a:pt x="2639" y="1628"/>
                </a:lnTo>
                <a:lnTo>
                  <a:pt x="2638" y="1628"/>
                </a:lnTo>
                <a:lnTo>
                  <a:pt x="2637" y="1628"/>
                </a:lnTo>
                <a:lnTo>
                  <a:pt x="2637" y="1630"/>
                </a:lnTo>
                <a:lnTo>
                  <a:pt x="2636" y="1630"/>
                </a:lnTo>
                <a:lnTo>
                  <a:pt x="2636" y="1631"/>
                </a:lnTo>
                <a:lnTo>
                  <a:pt x="2635" y="1631"/>
                </a:lnTo>
                <a:lnTo>
                  <a:pt x="2634" y="1632"/>
                </a:lnTo>
                <a:lnTo>
                  <a:pt x="2634" y="1633"/>
                </a:lnTo>
                <a:lnTo>
                  <a:pt x="2635" y="1633"/>
                </a:lnTo>
                <a:lnTo>
                  <a:pt x="2634" y="1634"/>
                </a:lnTo>
                <a:lnTo>
                  <a:pt x="2634" y="1635"/>
                </a:lnTo>
                <a:lnTo>
                  <a:pt x="2633" y="1636"/>
                </a:lnTo>
                <a:lnTo>
                  <a:pt x="2632" y="1637"/>
                </a:lnTo>
                <a:lnTo>
                  <a:pt x="2631" y="1638"/>
                </a:lnTo>
                <a:lnTo>
                  <a:pt x="2632" y="1638"/>
                </a:lnTo>
                <a:lnTo>
                  <a:pt x="2631" y="1640"/>
                </a:lnTo>
                <a:lnTo>
                  <a:pt x="2630" y="1640"/>
                </a:lnTo>
                <a:lnTo>
                  <a:pt x="2630" y="1641"/>
                </a:lnTo>
                <a:lnTo>
                  <a:pt x="2630" y="1642"/>
                </a:lnTo>
                <a:lnTo>
                  <a:pt x="2629" y="1642"/>
                </a:lnTo>
                <a:lnTo>
                  <a:pt x="2629" y="1643"/>
                </a:lnTo>
                <a:lnTo>
                  <a:pt x="2628" y="1644"/>
                </a:lnTo>
                <a:lnTo>
                  <a:pt x="2627" y="1644"/>
                </a:lnTo>
                <a:lnTo>
                  <a:pt x="2627" y="1643"/>
                </a:lnTo>
                <a:lnTo>
                  <a:pt x="2626" y="1643"/>
                </a:lnTo>
                <a:lnTo>
                  <a:pt x="2626" y="1644"/>
                </a:lnTo>
                <a:lnTo>
                  <a:pt x="2625" y="1644"/>
                </a:lnTo>
                <a:lnTo>
                  <a:pt x="2625" y="1645"/>
                </a:lnTo>
                <a:lnTo>
                  <a:pt x="2624" y="1647"/>
                </a:lnTo>
                <a:lnTo>
                  <a:pt x="2624" y="1648"/>
                </a:lnTo>
                <a:lnTo>
                  <a:pt x="2624" y="1649"/>
                </a:lnTo>
                <a:lnTo>
                  <a:pt x="2623" y="1649"/>
                </a:lnTo>
                <a:lnTo>
                  <a:pt x="2623" y="1648"/>
                </a:lnTo>
                <a:lnTo>
                  <a:pt x="2622" y="1648"/>
                </a:lnTo>
                <a:lnTo>
                  <a:pt x="2621" y="1648"/>
                </a:lnTo>
                <a:lnTo>
                  <a:pt x="2620" y="1649"/>
                </a:lnTo>
                <a:lnTo>
                  <a:pt x="2621" y="1650"/>
                </a:lnTo>
                <a:lnTo>
                  <a:pt x="2620" y="1650"/>
                </a:lnTo>
                <a:lnTo>
                  <a:pt x="2620" y="1651"/>
                </a:lnTo>
                <a:lnTo>
                  <a:pt x="2620" y="1650"/>
                </a:lnTo>
                <a:lnTo>
                  <a:pt x="2620" y="1651"/>
                </a:lnTo>
                <a:lnTo>
                  <a:pt x="2619" y="1651"/>
                </a:lnTo>
                <a:lnTo>
                  <a:pt x="2618" y="1650"/>
                </a:lnTo>
                <a:lnTo>
                  <a:pt x="2617" y="1650"/>
                </a:lnTo>
                <a:lnTo>
                  <a:pt x="2617" y="1649"/>
                </a:lnTo>
                <a:lnTo>
                  <a:pt x="2618" y="1649"/>
                </a:lnTo>
                <a:lnTo>
                  <a:pt x="2618" y="1648"/>
                </a:lnTo>
                <a:lnTo>
                  <a:pt x="2617" y="1648"/>
                </a:lnTo>
                <a:lnTo>
                  <a:pt x="2617" y="1649"/>
                </a:lnTo>
                <a:lnTo>
                  <a:pt x="2616" y="1649"/>
                </a:lnTo>
                <a:lnTo>
                  <a:pt x="2616" y="1648"/>
                </a:lnTo>
                <a:lnTo>
                  <a:pt x="2615" y="1648"/>
                </a:lnTo>
                <a:lnTo>
                  <a:pt x="2614" y="1649"/>
                </a:lnTo>
                <a:lnTo>
                  <a:pt x="2613" y="1649"/>
                </a:lnTo>
                <a:lnTo>
                  <a:pt x="2612" y="1648"/>
                </a:lnTo>
                <a:lnTo>
                  <a:pt x="2612" y="1647"/>
                </a:lnTo>
                <a:lnTo>
                  <a:pt x="2611" y="1647"/>
                </a:lnTo>
                <a:lnTo>
                  <a:pt x="2610" y="1647"/>
                </a:lnTo>
                <a:lnTo>
                  <a:pt x="2609" y="1647"/>
                </a:lnTo>
                <a:lnTo>
                  <a:pt x="2608" y="1647"/>
                </a:lnTo>
                <a:lnTo>
                  <a:pt x="2608" y="1648"/>
                </a:lnTo>
                <a:lnTo>
                  <a:pt x="2606" y="1648"/>
                </a:lnTo>
                <a:lnTo>
                  <a:pt x="2606" y="1649"/>
                </a:lnTo>
                <a:lnTo>
                  <a:pt x="2605" y="1649"/>
                </a:lnTo>
                <a:lnTo>
                  <a:pt x="2604" y="1649"/>
                </a:lnTo>
                <a:lnTo>
                  <a:pt x="2603" y="1649"/>
                </a:lnTo>
                <a:lnTo>
                  <a:pt x="2603" y="1650"/>
                </a:lnTo>
                <a:lnTo>
                  <a:pt x="2604" y="1651"/>
                </a:lnTo>
                <a:lnTo>
                  <a:pt x="2605" y="1652"/>
                </a:lnTo>
                <a:lnTo>
                  <a:pt x="2605" y="1653"/>
                </a:lnTo>
                <a:lnTo>
                  <a:pt x="2604" y="1653"/>
                </a:lnTo>
                <a:lnTo>
                  <a:pt x="2603" y="1653"/>
                </a:lnTo>
                <a:lnTo>
                  <a:pt x="2602" y="1652"/>
                </a:lnTo>
                <a:lnTo>
                  <a:pt x="2602" y="1653"/>
                </a:lnTo>
                <a:lnTo>
                  <a:pt x="2601" y="1653"/>
                </a:lnTo>
                <a:lnTo>
                  <a:pt x="2601" y="1652"/>
                </a:lnTo>
                <a:lnTo>
                  <a:pt x="2600" y="1653"/>
                </a:lnTo>
                <a:lnTo>
                  <a:pt x="2599" y="1653"/>
                </a:lnTo>
                <a:lnTo>
                  <a:pt x="2598" y="1653"/>
                </a:lnTo>
                <a:lnTo>
                  <a:pt x="2597" y="1655"/>
                </a:lnTo>
                <a:lnTo>
                  <a:pt x="2598" y="1655"/>
                </a:lnTo>
                <a:lnTo>
                  <a:pt x="2598" y="1657"/>
                </a:lnTo>
                <a:lnTo>
                  <a:pt x="2597" y="1657"/>
                </a:lnTo>
                <a:lnTo>
                  <a:pt x="2597" y="1656"/>
                </a:lnTo>
                <a:lnTo>
                  <a:pt x="2596" y="1656"/>
                </a:lnTo>
                <a:lnTo>
                  <a:pt x="2595" y="1656"/>
                </a:lnTo>
                <a:lnTo>
                  <a:pt x="2594" y="1656"/>
                </a:lnTo>
                <a:lnTo>
                  <a:pt x="2594" y="1657"/>
                </a:lnTo>
                <a:lnTo>
                  <a:pt x="2595" y="1658"/>
                </a:lnTo>
                <a:lnTo>
                  <a:pt x="2595" y="1659"/>
                </a:lnTo>
                <a:lnTo>
                  <a:pt x="2593" y="1659"/>
                </a:lnTo>
                <a:lnTo>
                  <a:pt x="2591" y="1659"/>
                </a:lnTo>
                <a:lnTo>
                  <a:pt x="2588" y="1659"/>
                </a:lnTo>
                <a:lnTo>
                  <a:pt x="2588" y="1660"/>
                </a:lnTo>
                <a:lnTo>
                  <a:pt x="2588" y="1661"/>
                </a:lnTo>
                <a:lnTo>
                  <a:pt x="2587" y="1661"/>
                </a:lnTo>
                <a:lnTo>
                  <a:pt x="2588" y="1662"/>
                </a:lnTo>
                <a:lnTo>
                  <a:pt x="2588" y="1663"/>
                </a:lnTo>
                <a:lnTo>
                  <a:pt x="2587" y="1663"/>
                </a:lnTo>
                <a:lnTo>
                  <a:pt x="2587" y="1662"/>
                </a:lnTo>
                <a:lnTo>
                  <a:pt x="2586" y="1662"/>
                </a:lnTo>
                <a:lnTo>
                  <a:pt x="2585" y="1663"/>
                </a:lnTo>
                <a:lnTo>
                  <a:pt x="2585" y="1664"/>
                </a:lnTo>
                <a:lnTo>
                  <a:pt x="2585" y="1663"/>
                </a:lnTo>
                <a:lnTo>
                  <a:pt x="2585" y="1664"/>
                </a:lnTo>
                <a:lnTo>
                  <a:pt x="2584" y="1665"/>
                </a:lnTo>
                <a:lnTo>
                  <a:pt x="2583" y="1666"/>
                </a:lnTo>
                <a:lnTo>
                  <a:pt x="2582" y="1667"/>
                </a:lnTo>
                <a:lnTo>
                  <a:pt x="2581" y="1667"/>
                </a:lnTo>
                <a:lnTo>
                  <a:pt x="2581" y="1668"/>
                </a:lnTo>
                <a:lnTo>
                  <a:pt x="2581" y="1669"/>
                </a:lnTo>
                <a:lnTo>
                  <a:pt x="2580" y="1669"/>
                </a:lnTo>
                <a:lnTo>
                  <a:pt x="2579" y="1669"/>
                </a:lnTo>
                <a:lnTo>
                  <a:pt x="2579" y="1670"/>
                </a:lnTo>
                <a:lnTo>
                  <a:pt x="2578" y="1670"/>
                </a:lnTo>
                <a:lnTo>
                  <a:pt x="2577" y="1671"/>
                </a:lnTo>
                <a:lnTo>
                  <a:pt x="2576" y="1671"/>
                </a:lnTo>
                <a:lnTo>
                  <a:pt x="2576" y="1670"/>
                </a:lnTo>
                <a:lnTo>
                  <a:pt x="2575" y="1670"/>
                </a:lnTo>
                <a:lnTo>
                  <a:pt x="2574" y="1670"/>
                </a:lnTo>
                <a:lnTo>
                  <a:pt x="2573" y="1670"/>
                </a:lnTo>
                <a:lnTo>
                  <a:pt x="2573" y="1671"/>
                </a:lnTo>
                <a:lnTo>
                  <a:pt x="2573" y="1672"/>
                </a:lnTo>
                <a:lnTo>
                  <a:pt x="2572" y="1672"/>
                </a:lnTo>
                <a:lnTo>
                  <a:pt x="2572" y="1673"/>
                </a:lnTo>
                <a:lnTo>
                  <a:pt x="2571" y="1673"/>
                </a:lnTo>
                <a:lnTo>
                  <a:pt x="2571" y="1674"/>
                </a:lnTo>
                <a:lnTo>
                  <a:pt x="2570" y="1674"/>
                </a:lnTo>
                <a:lnTo>
                  <a:pt x="2569" y="1674"/>
                </a:lnTo>
                <a:lnTo>
                  <a:pt x="2568" y="1675"/>
                </a:lnTo>
                <a:lnTo>
                  <a:pt x="2568" y="1676"/>
                </a:lnTo>
                <a:lnTo>
                  <a:pt x="2567" y="1676"/>
                </a:lnTo>
                <a:lnTo>
                  <a:pt x="2566" y="1676"/>
                </a:lnTo>
                <a:lnTo>
                  <a:pt x="2566" y="1677"/>
                </a:lnTo>
                <a:lnTo>
                  <a:pt x="2566" y="1678"/>
                </a:lnTo>
                <a:lnTo>
                  <a:pt x="2565" y="1678"/>
                </a:lnTo>
                <a:lnTo>
                  <a:pt x="2564" y="1679"/>
                </a:lnTo>
                <a:lnTo>
                  <a:pt x="2563" y="1680"/>
                </a:lnTo>
                <a:lnTo>
                  <a:pt x="2563" y="1681"/>
                </a:lnTo>
                <a:lnTo>
                  <a:pt x="2562" y="1681"/>
                </a:lnTo>
                <a:lnTo>
                  <a:pt x="2562" y="1682"/>
                </a:lnTo>
                <a:lnTo>
                  <a:pt x="2563" y="1683"/>
                </a:lnTo>
                <a:lnTo>
                  <a:pt x="2564" y="1683"/>
                </a:lnTo>
                <a:lnTo>
                  <a:pt x="2564" y="1682"/>
                </a:lnTo>
                <a:lnTo>
                  <a:pt x="2565" y="1682"/>
                </a:lnTo>
                <a:lnTo>
                  <a:pt x="2565" y="1683"/>
                </a:lnTo>
                <a:lnTo>
                  <a:pt x="2566" y="1683"/>
                </a:lnTo>
                <a:lnTo>
                  <a:pt x="2565" y="1683"/>
                </a:lnTo>
                <a:lnTo>
                  <a:pt x="2565" y="1684"/>
                </a:lnTo>
                <a:lnTo>
                  <a:pt x="2564" y="1684"/>
                </a:lnTo>
                <a:lnTo>
                  <a:pt x="2564" y="1685"/>
                </a:lnTo>
                <a:lnTo>
                  <a:pt x="2565" y="1685"/>
                </a:lnTo>
                <a:lnTo>
                  <a:pt x="2565" y="1686"/>
                </a:lnTo>
                <a:lnTo>
                  <a:pt x="2565" y="1687"/>
                </a:lnTo>
                <a:lnTo>
                  <a:pt x="2564" y="1687"/>
                </a:lnTo>
                <a:lnTo>
                  <a:pt x="2563" y="1688"/>
                </a:lnTo>
                <a:lnTo>
                  <a:pt x="2563" y="1689"/>
                </a:lnTo>
                <a:lnTo>
                  <a:pt x="2562" y="1689"/>
                </a:lnTo>
                <a:lnTo>
                  <a:pt x="2561" y="1689"/>
                </a:lnTo>
                <a:lnTo>
                  <a:pt x="2561" y="1690"/>
                </a:lnTo>
                <a:lnTo>
                  <a:pt x="2561" y="1691"/>
                </a:lnTo>
                <a:lnTo>
                  <a:pt x="2562" y="1691"/>
                </a:lnTo>
                <a:lnTo>
                  <a:pt x="2562" y="1692"/>
                </a:lnTo>
                <a:lnTo>
                  <a:pt x="2562" y="1693"/>
                </a:lnTo>
                <a:lnTo>
                  <a:pt x="2562" y="1694"/>
                </a:lnTo>
                <a:lnTo>
                  <a:pt x="2563" y="1695"/>
                </a:lnTo>
                <a:lnTo>
                  <a:pt x="2562" y="1696"/>
                </a:lnTo>
                <a:lnTo>
                  <a:pt x="2561" y="1696"/>
                </a:lnTo>
                <a:lnTo>
                  <a:pt x="2561" y="1697"/>
                </a:lnTo>
                <a:lnTo>
                  <a:pt x="2560" y="1697"/>
                </a:lnTo>
                <a:lnTo>
                  <a:pt x="2559" y="1698"/>
                </a:lnTo>
                <a:lnTo>
                  <a:pt x="2558" y="1699"/>
                </a:lnTo>
                <a:lnTo>
                  <a:pt x="2559" y="1699"/>
                </a:lnTo>
                <a:lnTo>
                  <a:pt x="2559" y="1700"/>
                </a:lnTo>
                <a:lnTo>
                  <a:pt x="2560" y="1700"/>
                </a:lnTo>
                <a:lnTo>
                  <a:pt x="2559" y="1700"/>
                </a:lnTo>
                <a:lnTo>
                  <a:pt x="2559" y="1701"/>
                </a:lnTo>
                <a:lnTo>
                  <a:pt x="2558" y="1701"/>
                </a:lnTo>
                <a:lnTo>
                  <a:pt x="2557" y="1701"/>
                </a:lnTo>
                <a:lnTo>
                  <a:pt x="2556" y="1701"/>
                </a:lnTo>
                <a:lnTo>
                  <a:pt x="2556" y="1700"/>
                </a:lnTo>
                <a:lnTo>
                  <a:pt x="2555" y="1700"/>
                </a:lnTo>
                <a:lnTo>
                  <a:pt x="2554" y="1700"/>
                </a:lnTo>
                <a:lnTo>
                  <a:pt x="2553" y="1701"/>
                </a:lnTo>
                <a:lnTo>
                  <a:pt x="2552" y="1701"/>
                </a:lnTo>
                <a:lnTo>
                  <a:pt x="2552" y="1702"/>
                </a:lnTo>
                <a:lnTo>
                  <a:pt x="2552" y="1703"/>
                </a:lnTo>
                <a:lnTo>
                  <a:pt x="2551" y="1703"/>
                </a:lnTo>
                <a:lnTo>
                  <a:pt x="2550" y="1703"/>
                </a:lnTo>
                <a:lnTo>
                  <a:pt x="2551" y="1704"/>
                </a:lnTo>
                <a:lnTo>
                  <a:pt x="2551" y="1705"/>
                </a:lnTo>
                <a:lnTo>
                  <a:pt x="2550" y="1705"/>
                </a:lnTo>
                <a:lnTo>
                  <a:pt x="2550" y="1706"/>
                </a:lnTo>
                <a:lnTo>
                  <a:pt x="2548" y="1706"/>
                </a:lnTo>
                <a:lnTo>
                  <a:pt x="2548" y="1707"/>
                </a:lnTo>
                <a:lnTo>
                  <a:pt x="2548" y="1708"/>
                </a:lnTo>
                <a:lnTo>
                  <a:pt x="2548" y="1709"/>
                </a:lnTo>
                <a:lnTo>
                  <a:pt x="2549" y="1709"/>
                </a:lnTo>
                <a:lnTo>
                  <a:pt x="2549" y="1710"/>
                </a:lnTo>
                <a:lnTo>
                  <a:pt x="2548" y="1711"/>
                </a:lnTo>
                <a:lnTo>
                  <a:pt x="2548" y="1712"/>
                </a:lnTo>
                <a:lnTo>
                  <a:pt x="2548" y="1711"/>
                </a:lnTo>
                <a:lnTo>
                  <a:pt x="2548" y="1710"/>
                </a:lnTo>
                <a:lnTo>
                  <a:pt x="2547" y="1710"/>
                </a:lnTo>
                <a:lnTo>
                  <a:pt x="2546" y="1710"/>
                </a:lnTo>
                <a:lnTo>
                  <a:pt x="2546" y="1712"/>
                </a:lnTo>
                <a:lnTo>
                  <a:pt x="2545" y="1712"/>
                </a:lnTo>
                <a:lnTo>
                  <a:pt x="2546" y="1712"/>
                </a:lnTo>
                <a:lnTo>
                  <a:pt x="2547" y="1712"/>
                </a:lnTo>
                <a:lnTo>
                  <a:pt x="2547" y="1713"/>
                </a:lnTo>
                <a:lnTo>
                  <a:pt x="2546" y="1713"/>
                </a:lnTo>
                <a:lnTo>
                  <a:pt x="2546" y="1712"/>
                </a:lnTo>
                <a:lnTo>
                  <a:pt x="2545" y="1712"/>
                </a:lnTo>
                <a:lnTo>
                  <a:pt x="2544" y="1712"/>
                </a:lnTo>
                <a:lnTo>
                  <a:pt x="2544" y="1713"/>
                </a:lnTo>
                <a:lnTo>
                  <a:pt x="2544" y="1714"/>
                </a:lnTo>
                <a:lnTo>
                  <a:pt x="2545" y="1714"/>
                </a:lnTo>
                <a:lnTo>
                  <a:pt x="2544" y="1715"/>
                </a:lnTo>
                <a:lnTo>
                  <a:pt x="2544" y="1716"/>
                </a:lnTo>
                <a:lnTo>
                  <a:pt x="2545" y="1716"/>
                </a:lnTo>
                <a:lnTo>
                  <a:pt x="2546" y="1716"/>
                </a:lnTo>
                <a:lnTo>
                  <a:pt x="2546" y="1715"/>
                </a:lnTo>
                <a:lnTo>
                  <a:pt x="2547" y="1716"/>
                </a:lnTo>
                <a:lnTo>
                  <a:pt x="2548" y="1717"/>
                </a:lnTo>
                <a:lnTo>
                  <a:pt x="2547" y="1718"/>
                </a:lnTo>
                <a:lnTo>
                  <a:pt x="2546" y="1718"/>
                </a:lnTo>
                <a:lnTo>
                  <a:pt x="2544" y="1718"/>
                </a:lnTo>
                <a:lnTo>
                  <a:pt x="2543" y="1718"/>
                </a:lnTo>
                <a:lnTo>
                  <a:pt x="2543" y="1719"/>
                </a:lnTo>
                <a:lnTo>
                  <a:pt x="2543" y="1720"/>
                </a:lnTo>
                <a:lnTo>
                  <a:pt x="2542" y="1720"/>
                </a:lnTo>
                <a:lnTo>
                  <a:pt x="2542" y="1721"/>
                </a:lnTo>
                <a:lnTo>
                  <a:pt x="2541" y="1722"/>
                </a:lnTo>
                <a:lnTo>
                  <a:pt x="2541" y="1723"/>
                </a:lnTo>
                <a:lnTo>
                  <a:pt x="2540" y="1723"/>
                </a:lnTo>
                <a:lnTo>
                  <a:pt x="2540" y="1724"/>
                </a:lnTo>
                <a:lnTo>
                  <a:pt x="2539" y="1724"/>
                </a:lnTo>
                <a:lnTo>
                  <a:pt x="2538" y="1725"/>
                </a:lnTo>
                <a:lnTo>
                  <a:pt x="2537" y="1725"/>
                </a:lnTo>
                <a:lnTo>
                  <a:pt x="2537" y="1726"/>
                </a:lnTo>
                <a:lnTo>
                  <a:pt x="2537" y="1727"/>
                </a:lnTo>
                <a:lnTo>
                  <a:pt x="2537" y="1728"/>
                </a:lnTo>
                <a:lnTo>
                  <a:pt x="2538" y="1728"/>
                </a:lnTo>
                <a:lnTo>
                  <a:pt x="2537" y="1729"/>
                </a:lnTo>
                <a:lnTo>
                  <a:pt x="2536" y="1729"/>
                </a:lnTo>
                <a:lnTo>
                  <a:pt x="2536" y="1730"/>
                </a:lnTo>
                <a:lnTo>
                  <a:pt x="2536" y="1731"/>
                </a:lnTo>
                <a:lnTo>
                  <a:pt x="2535" y="1731"/>
                </a:lnTo>
                <a:lnTo>
                  <a:pt x="2535" y="1732"/>
                </a:lnTo>
                <a:lnTo>
                  <a:pt x="2535" y="1733"/>
                </a:lnTo>
                <a:lnTo>
                  <a:pt x="2535" y="1734"/>
                </a:lnTo>
                <a:lnTo>
                  <a:pt x="2534" y="1734"/>
                </a:lnTo>
                <a:lnTo>
                  <a:pt x="2534" y="1735"/>
                </a:lnTo>
                <a:lnTo>
                  <a:pt x="2534" y="1736"/>
                </a:lnTo>
                <a:lnTo>
                  <a:pt x="2533" y="1736"/>
                </a:lnTo>
                <a:lnTo>
                  <a:pt x="2533" y="1737"/>
                </a:lnTo>
                <a:lnTo>
                  <a:pt x="2532" y="1737"/>
                </a:lnTo>
                <a:lnTo>
                  <a:pt x="2532" y="1738"/>
                </a:lnTo>
                <a:lnTo>
                  <a:pt x="2533" y="1738"/>
                </a:lnTo>
                <a:lnTo>
                  <a:pt x="2533" y="1739"/>
                </a:lnTo>
                <a:lnTo>
                  <a:pt x="2533" y="1740"/>
                </a:lnTo>
                <a:lnTo>
                  <a:pt x="2533" y="1741"/>
                </a:lnTo>
                <a:lnTo>
                  <a:pt x="2533" y="1742"/>
                </a:lnTo>
                <a:lnTo>
                  <a:pt x="2534" y="1743"/>
                </a:lnTo>
                <a:lnTo>
                  <a:pt x="2534" y="1744"/>
                </a:lnTo>
                <a:lnTo>
                  <a:pt x="2535" y="1744"/>
                </a:lnTo>
                <a:lnTo>
                  <a:pt x="2534" y="1744"/>
                </a:lnTo>
                <a:lnTo>
                  <a:pt x="2534" y="1745"/>
                </a:lnTo>
                <a:lnTo>
                  <a:pt x="2533" y="1746"/>
                </a:lnTo>
                <a:lnTo>
                  <a:pt x="2532" y="1747"/>
                </a:lnTo>
                <a:lnTo>
                  <a:pt x="2532" y="1748"/>
                </a:lnTo>
                <a:lnTo>
                  <a:pt x="2531" y="1748"/>
                </a:lnTo>
                <a:lnTo>
                  <a:pt x="2531" y="1749"/>
                </a:lnTo>
                <a:lnTo>
                  <a:pt x="2530" y="1749"/>
                </a:lnTo>
                <a:lnTo>
                  <a:pt x="2529" y="1750"/>
                </a:lnTo>
                <a:lnTo>
                  <a:pt x="2529" y="1749"/>
                </a:lnTo>
                <a:lnTo>
                  <a:pt x="2528" y="1749"/>
                </a:lnTo>
                <a:lnTo>
                  <a:pt x="2527" y="1749"/>
                </a:lnTo>
                <a:lnTo>
                  <a:pt x="2526" y="1749"/>
                </a:lnTo>
                <a:lnTo>
                  <a:pt x="2525" y="1748"/>
                </a:lnTo>
                <a:lnTo>
                  <a:pt x="2524" y="1748"/>
                </a:lnTo>
                <a:lnTo>
                  <a:pt x="2524" y="1749"/>
                </a:lnTo>
                <a:lnTo>
                  <a:pt x="2524" y="1748"/>
                </a:lnTo>
                <a:lnTo>
                  <a:pt x="2523" y="1748"/>
                </a:lnTo>
                <a:lnTo>
                  <a:pt x="2523" y="1747"/>
                </a:lnTo>
                <a:lnTo>
                  <a:pt x="2523" y="1746"/>
                </a:lnTo>
                <a:lnTo>
                  <a:pt x="2522" y="1745"/>
                </a:lnTo>
                <a:lnTo>
                  <a:pt x="2522" y="1744"/>
                </a:lnTo>
                <a:lnTo>
                  <a:pt x="2522" y="1743"/>
                </a:lnTo>
                <a:lnTo>
                  <a:pt x="2523" y="1743"/>
                </a:lnTo>
                <a:lnTo>
                  <a:pt x="2522" y="1743"/>
                </a:lnTo>
                <a:lnTo>
                  <a:pt x="2522" y="1742"/>
                </a:lnTo>
                <a:lnTo>
                  <a:pt x="2522" y="1741"/>
                </a:lnTo>
                <a:lnTo>
                  <a:pt x="2523" y="1741"/>
                </a:lnTo>
                <a:lnTo>
                  <a:pt x="2522" y="1740"/>
                </a:lnTo>
                <a:lnTo>
                  <a:pt x="2523" y="1740"/>
                </a:lnTo>
                <a:lnTo>
                  <a:pt x="2524" y="1739"/>
                </a:lnTo>
                <a:lnTo>
                  <a:pt x="2524" y="1738"/>
                </a:lnTo>
                <a:lnTo>
                  <a:pt x="2523" y="1738"/>
                </a:lnTo>
                <a:lnTo>
                  <a:pt x="2522" y="1738"/>
                </a:lnTo>
                <a:lnTo>
                  <a:pt x="2522" y="1737"/>
                </a:lnTo>
                <a:lnTo>
                  <a:pt x="2523" y="1737"/>
                </a:lnTo>
                <a:lnTo>
                  <a:pt x="2523" y="1736"/>
                </a:lnTo>
                <a:lnTo>
                  <a:pt x="2522" y="1736"/>
                </a:lnTo>
                <a:lnTo>
                  <a:pt x="2522" y="1735"/>
                </a:lnTo>
                <a:lnTo>
                  <a:pt x="2522" y="1734"/>
                </a:lnTo>
                <a:lnTo>
                  <a:pt x="2522" y="1733"/>
                </a:lnTo>
                <a:lnTo>
                  <a:pt x="2522" y="1732"/>
                </a:lnTo>
                <a:lnTo>
                  <a:pt x="2522" y="1731"/>
                </a:lnTo>
                <a:lnTo>
                  <a:pt x="2522" y="1730"/>
                </a:lnTo>
                <a:lnTo>
                  <a:pt x="2522" y="1731"/>
                </a:lnTo>
                <a:lnTo>
                  <a:pt x="2521" y="1731"/>
                </a:lnTo>
                <a:lnTo>
                  <a:pt x="2521" y="1732"/>
                </a:lnTo>
                <a:lnTo>
                  <a:pt x="2520" y="1732"/>
                </a:lnTo>
                <a:lnTo>
                  <a:pt x="2519" y="1731"/>
                </a:lnTo>
                <a:lnTo>
                  <a:pt x="2519" y="1730"/>
                </a:lnTo>
                <a:lnTo>
                  <a:pt x="2518" y="1730"/>
                </a:lnTo>
                <a:lnTo>
                  <a:pt x="2518" y="1729"/>
                </a:lnTo>
                <a:lnTo>
                  <a:pt x="2518" y="1728"/>
                </a:lnTo>
                <a:lnTo>
                  <a:pt x="2518" y="1727"/>
                </a:lnTo>
                <a:lnTo>
                  <a:pt x="2517" y="1727"/>
                </a:lnTo>
                <a:lnTo>
                  <a:pt x="2517" y="1726"/>
                </a:lnTo>
                <a:lnTo>
                  <a:pt x="2515" y="1724"/>
                </a:lnTo>
                <a:lnTo>
                  <a:pt x="2515" y="1722"/>
                </a:lnTo>
                <a:lnTo>
                  <a:pt x="2515" y="1721"/>
                </a:lnTo>
                <a:lnTo>
                  <a:pt x="2515" y="1720"/>
                </a:lnTo>
                <a:lnTo>
                  <a:pt x="2512" y="1719"/>
                </a:lnTo>
                <a:lnTo>
                  <a:pt x="2510" y="1718"/>
                </a:lnTo>
                <a:lnTo>
                  <a:pt x="2510" y="1715"/>
                </a:lnTo>
                <a:lnTo>
                  <a:pt x="2510" y="1714"/>
                </a:lnTo>
                <a:lnTo>
                  <a:pt x="2510" y="1713"/>
                </a:lnTo>
                <a:lnTo>
                  <a:pt x="2510" y="1712"/>
                </a:lnTo>
                <a:lnTo>
                  <a:pt x="2510" y="1711"/>
                </a:lnTo>
                <a:lnTo>
                  <a:pt x="2509" y="1710"/>
                </a:lnTo>
                <a:lnTo>
                  <a:pt x="2509" y="1709"/>
                </a:lnTo>
                <a:lnTo>
                  <a:pt x="2508" y="1709"/>
                </a:lnTo>
                <a:lnTo>
                  <a:pt x="2507" y="1709"/>
                </a:lnTo>
                <a:lnTo>
                  <a:pt x="2506" y="1709"/>
                </a:lnTo>
                <a:lnTo>
                  <a:pt x="2506" y="1708"/>
                </a:lnTo>
                <a:lnTo>
                  <a:pt x="2505" y="1706"/>
                </a:lnTo>
                <a:lnTo>
                  <a:pt x="2504" y="1706"/>
                </a:lnTo>
                <a:lnTo>
                  <a:pt x="2504" y="1705"/>
                </a:lnTo>
                <a:lnTo>
                  <a:pt x="2503" y="1704"/>
                </a:lnTo>
                <a:lnTo>
                  <a:pt x="2502" y="1704"/>
                </a:lnTo>
                <a:lnTo>
                  <a:pt x="2501" y="1704"/>
                </a:lnTo>
                <a:lnTo>
                  <a:pt x="2501" y="1703"/>
                </a:lnTo>
                <a:lnTo>
                  <a:pt x="2502" y="1703"/>
                </a:lnTo>
                <a:lnTo>
                  <a:pt x="2502" y="1702"/>
                </a:lnTo>
                <a:lnTo>
                  <a:pt x="2500" y="1700"/>
                </a:lnTo>
                <a:lnTo>
                  <a:pt x="2499" y="1699"/>
                </a:lnTo>
                <a:lnTo>
                  <a:pt x="2499" y="1698"/>
                </a:lnTo>
                <a:lnTo>
                  <a:pt x="2498" y="1696"/>
                </a:lnTo>
                <a:lnTo>
                  <a:pt x="2495" y="1693"/>
                </a:lnTo>
                <a:lnTo>
                  <a:pt x="2494" y="1693"/>
                </a:lnTo>
                <a:lnTo>
                  <a:pt x="2493" y="1692"/>
                </a:lnTo>
                <a:lnTo>
                  <a:pt x="2493" y="1691"/>
                </a:lnTo>
                <a:lnTo>
                  <a:pt x="2493" y="1690"/>
                </a:lnTo>
                <a:lnTo>
                  <a:pt x="2492" y="1689"/>
                </a:lnTo>
                <a:lnTo>
                  <a:pt x="2491" y="1686"/>
                </a:lnTo>
                <a:lnTo>
                  <a:pt x="2493" y="1685"/>
                </a:lnTo>
                <a:lnTo>
                  <a:pt x="2493" y="1684"/>
                </a:lnTo>
                <a:lnTo>
                  <a:pt x="2493" y="1683"/>
                </a:lnTo>
                <a:lnTo>
                  <a:pt x="2493" y="1682"/>
                </a:lnTo>
                <a:lnTo>
                  <a:pt x="2493" y="1681"/>
                </a:lnTo>
                <a:lnTo>
                  <a:pt x="2494" y="1680"/>
                </a:lnTo>
                <a:lnTo>
                  <a:pt x="2493" y="1680"/>
                </a:lnTo>
                <a:lnTo>
                  <a:pt x="2493" y="1679"/>
                </a:lnTo>
                <a:lnTo>
                  <a:pt x="2493" y="1678"/>
                </a:lnTo>
                <a:lnTo>
                  <a:pt x="2492" y="1677"/>
                </a:lnTo>
                <a:lnTo>
                  <a:pt x="2492" y="1676"/>
                </a:lnTo>
                <a:lnTo>
                  <a:pt x="2491" y="1676"/>
                </a:lnTo>
                <a:lnTo>
                  <a:pt x="2489" y="1676"/>
                </a:lnTo>
                <a:lnTo>
                  <a:pt x="2488" y="1676"/>
                </a:lnTo>
                <a:lnTo>
                  <a:pt x="2487" y="1676"/>
                </a:lnTo>
                <a:lnTo>
                  <a:pt x="2486" y="1676"/>
                </a:lnTo>
                <a:lnTo>
                  <a:pt x="2485" y="1676"/>
                </a:lnTo>
                <a:lnTo>
                  <a:pt x="2484" y="1677"/>
                </a:lnTo>
                <a:lnTo>
                  <a:pt x="2483" y="1677"/>
                </a:lnTo>
                <a:lnTo>
                  <a:pt x="2482" y="1677"/>
                </a:lnTo>
                <a:lnTo>
                  <a:pt x="2483" y="1677"/>
                </a:lnTo>
                <a:lnTo>
                  <a:pt x="2482" y="1677"/>
                </a:lnTo>
                <a:lnTo>
                  <a:pt x="2481" y="1677"/>
                </a:lnTo>
                <a:lnTo>
                  <a:pt x="2480" y="1677"/>
                </a:lnTo>
                <a:lnTo>
                  <a:pt x="2480" y="1676"/>
                </a:lnTo>
                <a:lnTo>
                  <a:pt x="2479" y="1676"/>
                </a:lnTo>
                <a:lnTo>
                  <a:pt x="2478" y="1676"/>
                </a:lnTo>
                <a:lnTo>
                  <a:pt x="2477" y="1677"/>
                </a:lnTo>
                <a:lnTo>
                  <a:pt x="2477" y="1676"/>
                </a:lnTo>
                <a:lnTo>
                  <a:pt x="2478" y="1676"/>
                </a:lnTo>
                <a:lnTo>
                  <a:pt x="2477" y="1675"/>
                </a:lnTo>
                <a:lnTo>
                  <a:pt x="2476" y="1676"/>
                </a:lnTo>
                <a:lnTo>
                  <a:pt x="2475" y="1676"/>
                </a:lnTo>
                <a:lnTo>
                  <a:pt x="2473" y="1675"/>
                </a:lnTo>
                <a:lnTo>
                  <a:pt x="2473" y="1674"/>
                </a:lnTo>
                <a:lnTo>
                  <a:pt x="2472" y="1674"/>
                </a:lnTo>
                <a:lnTo>
                  <a:pt x="2471" y="1674"/>
                </a:lnTo>
                <a:lnTo>
                  <a:pt x="2470" y="1674"/>
                </a:lnTo>
                <a:lnTo>
                  <a:pt x="2469" y="1675"/>
                </a:lnTo>
                <a:lnTo>
                  <a:pt x="2468" y="1675"/>
                </a:lnTo>
                <a:lnTo>
                  <a:pt x="2468" y="1674"/>
                </a:lnTo>
                <a:lnTo>
                  <a:pt x="2467" y="1674"/>
                </a:lnTo>
                <a:lnTo>
                  <a:pt x="2466" y="1673"/>
                </a:lnTo>
                <a:lnTo>
                  <a:pt x="2465" y="1673"/>
                </a:lnTo>
                <a:lnTo>
                  <a:pt x="2465" y="1672"/>
                </a:lnTo>
                <a:lnTo>
                  <a:pt x="2465" y="1671"/>
                </a:lnTo>
                <a:lnTo>
                  <a:pt x="2464" y="1670"/>
                </a:lnTo>
                <a:lnTo>
                  <a:pt x="2462" y="1670"/>
                </a:lnTo>
                <a:lnTo>
                  <a:pt x="2461" y="1669"/>
                </a:lnTo>
                <a:lnTo>
                  <a:pt x="2460" y="1670"/>
                </a:lnTo>
                <a:lnTo>
                  <a:pt x="2459" y="1669"/>
                </a:lnTo>
                <a:lnTo>
                  <a:pt x="2460" y="1668"/>
                </a:lnTo>
                <a:lnTo>
                  <a:pt x="2459" y="1667"/>
                </a:lnTo>
                <a:lnTo>
                  <a:pt x="2459" y="1668"/>
                </a:lnTo>
                <a:lnTo>
                  <a:pt x="2457" y="1668"/>
                </a:lnTo>
                <a:lnTo>
                  <a:pt x="2456" y="1668"/>
                </a:lnTo>
                <a:lnTo>
                  <a:pt x="2456" y="1667"/>
                </a:lnTo>
                <a:lnTo>
                  <a:pt x="2456" y="1666"/>
                </a:lnTo>
                <a:lnTo>
                  <a:pt x="2457" y="1664"/>
                </a:lnTo>
                <a:lnTo>
                  <a:pt x="2458" y="1663"/>
                </a:lnTo>
                <a:lnTo>
                  <a:pt x="2458" y="1662"/>
                </a:lnTo>
                <a:lnTo>
                  <a:pt x="2458" y="1661"/>
                </a:lnTo>
                <a:lnTo>
                  <a:pt x="2458" y="1659"/>
                </a:lnTo>
                <a:lnTo>
                  <a:pt x="2458" y="1658"/>
                </a:lnTo>
                <a:lnTo>
                  <a:pt x="2457" y="1658"/>
                </a:lnTo>
                <a:lnTo>
                  <a:pt x="2455" y="1657"/>
                </a:lnTo>
                <a:lnTo>
                  <a:pt x="2455" y="1658"/>
                </a:lnTo>
                <a:lnTo>
                  <a:pt x="2453" y="1657"/>
                </a:lnTo>
                <a:lnTo>
                  <a:pt x="2452" y="1657"/>
                </a:lnTo>
                <a:lnTo>
                  <a:pt x="2452" y="1656"/>
                </a:lnTo>
                <a:lnTo>
                  <a:pt x="2451" y="1655"/>
                </a:lnTo>
                <a:lnTo>
                  <a:pt x="2451" y="1654"/>
                </a:lnTo>
                <a:lnTo>
                  <a:pt x="2450" y="1654"/>
                </a:lnTo>
                <a:lnTo>
                  <a:pt x="2450" y="1655"/>
                </a:lnTo>
                <a:lnTo>
                  <a:pt x="2450" y="1658"/>
                </a:lnTo>
                <a:lnTo>
                  <a:pt x="2449" y="1659"/>
                </a:lnTo>
                <a:lnTo>
                  <a:pt x="2449" y="1660"/>
                </a:lnTo>
                <a:lnTo>
                  <a:pt x="2449" y="1661"/>
                </a:lnTo>
                <a:lnTo>
                  <a:pt x="2448" y="1662"/>
                </a:lnTo>
                <a:lnTo>
                  <a:pt x="2446" y="1664"/>
                </a:lnTo>
                <a:lnTo>
                  <a:pt x="2445" y="1664"/>
                </a:lnTo>
                <a:lnTo>
                  <a:pt x="2444" y="1664"/>
                </a:lnTo>
                <a:lnTo>
                  <a:pt x="2444" y="1665"/>
                </a:lnTo>
                <a:lnTo>
                  <a:pt x="2444" y="1666"/>
                </a:lnTo>
                <a:lnTo>
                  <a:pt x="2442" y="1668"/>
                </a:lnTo>
                <a:lnTo>
                  <a:pt x="2440" y="1669"/>
                </a:lnTo>
                <a:lnTo>
                  <a:pt x="2439" y="1669"/>
                </a:lnTo>
                <a:lnTo>
                  <a:pt x="2438" y="1670"/>
                </a:lnTo>
                <a:lnTo>
                  <a:pt x="2436" y="1670"/>
                </a:lnTo>
                <a:lnTo>
                  <a:pt x="2435" y="1670"/>
                </a:lnTo>
                <a:lnTo>
                  <a:pt x="2434" y="1671"/>
                </a:lnTo>
                <a:lnTo>
                  <a:pt x="2434" y="1672"/>
                </a:lnTo>
                <a:lnTo>
                  <a:pt x="2434" y="1673"/>
                </a:lnTo>
                <a:lnTo>
                  <a:pt x="2433" y="1674"/>
                </a:lnTo>
                <a:lnTo>
                  <a:pt x="2431" y="1676"/>
                </a:lnTo>
                <a:lnTo>
                  <a:pt x="2430" y="1676"/>
                </a:lnTo>
                <a:lnTo>
                  <a:pt x="2429" y="1676"/>
                </a:lnTo>
                <a:lnTo>
                  <a:pt x="2429" y="1677"/>
                </a:lnTo>
                <a:lnTo>
                  <a:pt x="2428" y="1677"/>
                </a:lnTo>
                <a:lnTo>
                  <a:pt x="2428" y="1678"/>
                </a:lnTo>
                <a:lnTo>
                  <a:pt x="2428" y="1679"/>
                </a:lnTo>
                <a:lnTo>
                  <a:pt x="2428" y="1680"/>
                </a:lnTo>
                <a:lnTo>
                  <a:pt x="2428" y="1681"/>
                </a:lnTo>
                <a:lnTo>
                  <a:pt x="2427" y="1682"/>
                </a:lnTo>
                <a:lnTo>
                  <a:pt x="2427" y="1683"/>
                </a:lnTo>
                <a:lnTo>
                  <a:pt x="2426" y="1684"/>
                </a:lnTo>
                <a:lnTo>
                  <a:pt x="2426" y="1686"/>
                </a:lnTo>
                <a:lnTo>
                  <a:pt x="2425" y="1687"/>
                </a:lnTo>
                <a:lnTo>
                  <a:pt x="2426" y="1687"/>
                </a:lnTo>
                <a:lnTo>
                  <a:pt x="2426" y="1688"/>
                </a:lnTo>
                <a:lnTo>
                  <a:pt x="2426" y="1689"/>
                </a:lnTo>
                <a:lnTo>
                  <a:pt x="2427" y="1689"/>
                </a:lnTo>
                <a:lnTo>
                  <a:pt x="2428" y="1689"/>
                </a:lnTo>
                <a:lnTo>
                  <a:pt x="2428" y="1688"/>
                </a:lnTo>
                <a:lnTo>
                  <a:pt x="2429" y="1688"/>
                </a:lnTo>
                <a:lnTo>
                  <a:pt x="2429" y="1689"/>
                </a:lnTo>
                <a:lnTo>
                  <a:pt x="2430" y="1689"/>
                </a:lnTo>
                <a:lnTo>
                  <a:pt x="2431" y="1692"/>
                </a:lnTo>
                <a:lnTo>
                  <a:pt x="2431" y="1693"/>
                </a:lnTo>
                <a:lnTo>
                  <a:pt x="2432" y="1694"/>
                </a:lnTo>
                <a:lnTo>
                  <a:pt x="2433" y="1694"/>
                </a:lnTo>
                <a:lnTo>
                  <a:pt x="2434" y="1694"/>
                </a:lnTo>
                <a:lnTo>
                  <a:pt x="2434" y="1695"/>
                </a:lnTo>
                <a:lnTo>
                  <a:pt x="2433" y="1695"/>
                </a:lnTo>
                <a:lnTo>
                  <a:pt x="2434" y="1696"/>
                </a:lnTo>
                <a:lnTo>
                  <a:pt x="2434" y="1697"/>
                </a:lnTo>
                <a:lnTo>
                  <a:pt x="2435" y="1698"/>
                </a:lnTo>
                <a:lnTo>
                  <a:pt x="2436" y="1698"/>
                </a:lnTo>
                <a:lnTo>
                  <a:pt x="2437" y="1698"/>
                </a:lnTo>
                <a:lnTo>
                  <a:pt x="2438" y="1698"/>
                </a:lnTo>
                <a:lnTo>
                  <a:pt x="2439" y="1698"/>
                </a:lnTo>
                <a:lnTo>
                  <a:pt x="2440" y="1699"/>
                </a:lnTo>
                <a:lnTo>
                  <a:pt x="2442" y="1699"/>
                </a:lnTo>
                <a:lnTo>
                  <a:pt x="2442" y="1700"/>
                </a:lnTo>
                <a:lnTo>
                  <a:pt x="2443" y="1702"/>
                </a:lnTo>
                <a:lnTo>
                  <a:pt x="2443" y="1703"/>
                </a:lnTo>
                <a:lnTo>
                  <a:pt x="2443" y="1704"/>
                </a:lnTo>
                <a:lnTo>
                  <a:pt x="2443" y="1705"/>
                </a:lnTo>
                <a:lnTo>
                  <a:pt x="2443" y="1706"/>
                </a:lnTo>
                <a:lnTo>
                  <a:pt x="2444" y="1706"/>
                </a:lnTo>
                <a:lnTo>
                  <a:pt x="2444" y="1707"/>
                </a:lnTo>
                <a:lnTo>
                  <a:pt x="2444" y="1708"/>
                </a:lnTo>
                <a:lnTo>
                  <a:pt x="2444" y="1709"/>
                </a:lnTo>
                <a:lnTo>
                  <a:pt x="2444" y="1711"/>
                </a:lnTo>
                <a:lnTo>
                  <a:pt x="2444" y="1712"/>
                </a:lnTo>
                <a:lnTo>
                  <a:pt x="2443" y="1713"/>
                </a:lnTo>
                <a:lnTo>
                  <a:pt x="2443" y="1714"/>
                </a:lnTo>
                <a:lnTo>
                  <a:pt x="2443" y="1715"/>
                </a:lnTo>
                <a:lnTo>
                  <a:pt x="2443" y="1716"/>
                </a:lnTo>
                <a:lnTo>
                  <a:pt x="2442" y="1716"/>
                </a:lnTo>
                <a:lnTo>
                  <a:pt x="2442" y="1718"/>
                </a:lnTo>
                <a:lnTo>
                  <a:pt x="2441" y="1718"/>
                </a:lnTo>
                <a:lnTo>
                  <a:pt x="2441" y="1719"/>
                </a:lnTo>
                <a:lnTo>
                  <a:pt x="2440" y="1719"/>
                </a:lnTo>
                <a:lnTo>
                  <a:pt x="2440" y="1720"/>
                </a:lnTo>
                <a:lnTo>
                  <a:pt x="2440" y="1721"/>
                </a:lnTo>
                <a:lnTo>
                  <a:pt x="2441" y="1723"/>
                </a:lnTo>
                <a:lnTo>
                  <a:pt x="2440" y="1724"/>
                </a:lnTo>
                <a:lnTo>
                  <a:pt x="2440" y="1725"/>
                </a:lnTo>
                <a:lnTo>
                  <a:pt x="2440" y="1726"/>
                </a:lnTo>
                <a:lnTo>
                  <a:pt x="2441" y="1726"/>
                </a:lnTo>
                <a:lnTo>
                  <a:pt x="2441" y="1727"/>
                </a:lnTo>
                <a:lnTo>
                  <a:pt x="2442" y="1728"/>
                </a:lnTo>
                <a:lnTo>
                  <a:pt x="2442" y="1730"/>
                </a:lnTo>
                <a:lnTo>
                  <a:pt x="2442" y="1731"/>
                </a:lnTo>
                <a:lnTo>
                  <a:pt x="2442" y="1732"/>
                </a:lnTo>
                <a:lnTo>
                  <a:pt x="2441" y="1732"/>
                </a:lnTo>
                <a:lnTo>
                  <a:pt x="2441" y="1733"/>
                </a:lnTo>
                <a:lnTo>
                  <a:pt x="2442" y="1734"/>
                </a:lnTo>
                <a:lnTo>
                  <a:pt x="2442" y="1735"/>
                </a:lnTo>
                <a:lnTo>
                  <a:pt x="2443" y="1735"/>
                </a:lnTo>
                <a:lnTo>
                  <a:pt x="2443" y="1736"/>
                </a:lnTo>
                <a:lnTo>
                  <a:pt x="2443" y="1737"/>
                </a:lnTo>
                <a:lnTo>
                  <a:pt x="2442" y="1737"/>
                </a:lnTo>
                <a:lnTo>
                  <a:pt x="2442" y="1738"/>
                </a:lnTo>
                <a:lnTo>
                  <a:pt x="2442" y="1739"/>
                </a:lnTo>
                <a:lnTo>
                  <a:pt x="2442" y="1740"/>
                </a:lnTo>
                <a:lnTo>
                  <a:pt x="2442" y="1741"/>
                </a:lnTo>
                <a:lnTo>
                  <a:pt x="2442" y="1742"/>
                </a:lnTo>
                <a:lnTo>
                  <a:pt x="2442" y="1744"/>
                </a:lnTo>
                <a:lnTo>
                  <a:pt x="2442" y="1746"/>
                </a:lnTo>
                <a:lnTo>
                  <a:pt x="2441" y="1746"/>
                </a:lnTo>
                <a:lnTo>
                  <a:pt x="2440" y="1747"/>
                </a:lnTo>
                <a:lnTo>
                  <a:pt x="2440" y="1748"/>
                </a:lnTo>
                <a:lnTo>
                  <a:pt x="2440" y="1749"/>
                </a:lnTo>
                <a:lnTo>
                  <a:pt x="2440" y="1750"/>
                </a:lnTo>
                <a:lnTo>
                  <a:pt x="2441" y="1751"/>
                </a:lnTo>
                <a:lnTo>
                  <a:pt x="2442" y="1751"/>
                </a:lnTo>
                <a:lnTo>
                  <a:pt x="2443" y="1751"/>
                </a:lnTo>
                <a:lnTo>
                  <a:pt x="2443" y="1752"/>
                </a:lnTo>
                <a:lnTo>
                  <a:pt x="2443" y="1754"/>
                </a:lnTo>
                <a:lnTo>
                  <a:pt x="2442" y="1755"/>
                </a:lnTo>
                <a:lnTo>
                  <a:pt x="2442" y="1756"/>
                </a:lnTo>
                <a:lnTo>
                  <a:pt x="2443" y="1756"/>
                </a:lnTo>
                <a:lnTo>
                  <a:pt x="2443" y="1755"/>
                </a:lnTo>
                <a:lnTo>
                  <a:pt x="2443" y="1756"/>
                </a:lnTo>
                <a:lnTo>
                  <a:pt x="2444" y="1756"/>
                </a:lnTo>
                <a:lnTo>
                  <a:pt x="2444" y="1757"/>
                </a:lnTo>
                <a:lnTo>
                  <a:pt x="2444" y="1758"/>
                </a:lnTo>
                <a:lnTo>
                  <a:pt x="2443" y="1759"/>
                </a:lnTo>
                <a:lnTo>
                  <a:pt x="2443" y="1760"/>
                </a:lnTo>
                <a:lnTo>
                  <a:pt x="2443" y="1761"/>
                </a:lnTo>
                <a:lnTo>
                  <a:pt x="2443" y="1763"/>
                </a:lnTo>
                <a:lnTo>
                  <a:pt x="2444" y="1764"/>
                </a:lnTo>
                <a:lnTo>
                  <a:pt x="2445" y="1764"/>
                </a:lnTo>
                <a:lnTo>
                  <a:pt x="2445" y="1765"/>
                </a:lnTo>
                <a:lnTo>
                  <a:pt x="2445" y="1766"/>
                </a:lnTo>
                <a:lnTo>
                  <a:pt x="2445" y="1767"/>
                </a:lnTo>
                <a:lnTo>
                  <a:pt x="2445" y="1768"/>
                </a:lnTo>
                <a:lnTo>
                  <a:pt x="2445" y="1770"/>
                </a:lnTo>
                <a:lnTo>
                  <a:pt x="2446" y="1771"/>
                </a:lnTo>
                <a:lnTo>
                  <a:pt x="2446" y="1770"/>
                </a:lnTo>
                <a:lnTo>
                  <a:pt x="2447" y="1771"/>
                </a:lnTo>
                <a:lnTo>
                  <a:pt x="2448" y="1772"/>
                </a:lnTo>
                <a:lnTo>
                  <a:pt x="2449" y="1773"/>
                </a:lnTo>
                <a:lnTo>
                  <a:pt x="2449" y="1774"/>
                </a:lnTo>
                <a:lnTo>
                  <a:pt x="2450" y="1774"/>
                </a:lnTo>
                <a:lnTo>
                  <a:pt x="2451" y="1775"/>
                </a:lnTo>
                <a:lnTo>
                  <a:pt x="2452" y="1775"/>
                </a:lnTo>
                <a:lnTo>
                  <a:pt x="2454" y="1776"/>
                </a:lnTo>
                <a:lnTo>
                  <a:pt x="2455" y="1776"/>
                </a:lnTo>
                <a:lnTo>
                  <a:pt x="2456" y="1776"/>
                </a:lnTo>
                <a:lnTo>
                  <a:pt x="2458" y="1777"/>
                </a:lnTo>
                <a:lnTo>
                  <a:pt x="2458" y="1778"/>
                </a:lnTo>
                <a:lnTo>
                  <a:pt x="2459" y="1778"/>
                </a:lnTo>
                <a:lnTo>
                  <a:pt x="2458" y="1778"/>
                </a:lnTo>
                <a:lnTo>
                  <a:pt x="2459" y="1779"/>
                </a:lnTo>
                <a:lnTo>
                  <a:pt x="2459" y="1780"/>
                </a:lnTo>
                <a:lnTo>
                  <a:pt x="2458" y="1781"/>
                </a:lnTo>
                <a:lnTo>
                  <a:pt x="2457" y="1781"/>
                </a:lnTo>
                <a:lnTo>
                  <a:pt x="2456" y="1781"/>
                </a:lnTo>
                <a:lnTo>
                  <a:pt x="2453" y="1781"/>
                </a:lnTo>
                <a:lnTo>
                  <a:pt x="2453" y="1783"/>
                </a:lnTo>
                <a:lnTo>
                  <a:pt x="2454" y="1784"/>
                </a:lnTo>
                <a:lnTo>
                  <a:pt x="2454" y="1785"/>
                </a:lnTo>
                <a:lnTo>
                  <a:pt x="2455" y="1785"/>
                </a:lnTo>
                <a:lnTo>
                  <a:pt x="2456" y="1786"/>
                </a:lnTo>
                <a:lnTo>
                  <a:pt x="2456" y="1787"/>
                </a:lnTo>
                <a:lnTo>
                  <a:pt x="2456" y="1788"/>
                </a:lnTo>
                <a:lnTo>
                  <a:pt x="2457" y="1787"/>
                </a:lnTo>
                <a:lnTo>
                  <a:pt x="2458" y="1788"/>
                </a:lnTo>
                <a:lnTo>
                  <a:pt x="2458" y="1789"/>
                </a:lnTo>
                <a:lnTo>
                  <a:pt x="2459" y="1789"/>
                </a:lnTo>
                <a:lnTo>
                  <a:pt x="2459" y="1790"/>
                </a:lnTo>
                <a:lnTo>
                  <a:pt x="2458" y="1790"/>
                </a:lnTo>
                <a:lnTo>
                  <a:pt x="2458" y="1791"/>
                </a:lnTo>
                <a:lnTo>
                  <a:pt x="2458" y="1792"/>
                </a:lnTo>
                <a:lnTo>
                  <a:pt x="2459" y="1792"/>
                </a:lnTo>
                <a:lnTo>
                  <a:pt x="2459" y="1793"/>
                </a:lnTo>
                <a:lnTo>
                  <a:pt x="2458" y="1795"/>
                </a:lnTo>
                <a:lnTo>
                  <a:pt x="2457" y="1796"/>
                </a:lnTo>
                <a:lnTo>
                  <a:pt x="2456" y="1798"/>
                </a:lnTo>
                <a:lnTo>
                  <a:pt x="2456" y="1799"/>
                </a:lnTo>
                <a:lnTo>
                  <a:pt x="2456" y="1800"/>
                </a:lnTo>
                <a:lnTo>
                  <a:pt x="2457" y="1801"/>
                </a:lnTo>
                <a:lnTo>
                  <a:pt x="2457" y="1802"/>
                </a:lnTo>
                <a:lnTo>
                  <a:pt x="2457" y="1803"/>
                </a:lnTo>
                <a:lnTo>
                  <a:pt x="2456" y="1803"/>
                </a:lnTo>
                <a:lnTo>
                  <a:pt x="2456" y="1804"/>
                </a:lnTo>
                <a:lnTo>
                  <a:pt x="2455" y="1804"/>
                </a:lnTo>
                <a:lnTo>
                  <a:pt x="2455" y="1805"/>
                </a:lnTo>
                <a:lnTo>
                  <a:pt x="2454" y="1805"/>
                </a:lnTo>
                <a:lnTo>
                  <a:pt x="2453" y="1805"/>
                </a:lnTo>
                <a:lnTo>
                  <a:pt x="2452" y="1805"/>
                </a:lnTo>
                <a:lnTo>
                  <a:pt x="2451" y="1806"/>
                </a:lnTo>
                <a:lnTo>
                  <a:pt x="2451" y="1807"/>
                </a:lnTo>
                <a:lnTo>
                  <a:pt x="2451" y="1808"/>
                </a:lnTo>
                <a:lnTo>
                  <a:pt x="2452" y="1808"/>
                </a:lnTo>
                <a:lnTo>
                  <a:pt x="2453" y="1809"/>
                </a:lnTo>
                <a:lnTo>
                  <a:pt x="2453" y="1810"/>
                </a:lnTo>
                <a:lnTo>
                  <a:pt x="2453" y="1811"/>
                </a:lnTo>
                <a:lnTo>
                  <a:pt x="2453" y="1812"/>
                </a:lnTo>
                <a:lnTo>
                  <a:pt x="2452" y="1812"/>
                </a:lnTo>
                <a:lnTo>
                  <a:pt x="2453" y="1813"/>
                </a:lnTo>
                <a:lnTo>
                  <a:pt x="2454" y="1814"/>
                </a:lnTo>
                <a:lnTo>
                  <a:pt x="2454" y="1816"/>
                </a:lnTo>
                <a:lnTo>
                  <a:pt x="2454" y="1818"/>
                </a:lnTo>
                <a:lnTo>
                  <a:pt x="2453" y="1817"/>
                </a:lnTo>
                <a:lnTo>
                  <a:pt x="2453" y="1816"/>
                </a:lnTo>
                <a:lnTo>
                  <a:pt x="2452" y="1816"/>
                </a:lnTo>
                <a:lnTo>
                  <a:pt x="2452" y="1815"/>
                </a:lnTo>
                <a:lnTo>
                  <a:pt x="2452" y="1816"/>
                </a:lnTo>
                <a:lnTo>
                  <a:pt x="2452" y="1817"/>
                </a:lnTo>
                <a:lnTo>
                  <a:pt x="2452" y="1818"/>
                </a:lnTo>
                <a:lnTo>
                  <a:pt x="2451" y="1818"/>
                </a:lnTo>
                <a:lnTo>
                  <a:pt x="2451" y="1819"/>
                </a:lnTo>
                <a:lnTo>
                  <a:pt x="2450" y="1819"/>
                </a:lnTo>
                <a:lnTo>
                  <a:pt x="2450" y="1818"/>
                </a:lnTo>
                <a:lnTo>
                  <a:pt x="2449" y="1818"/>
                </a:lnTo>
                <a:lnTo>
                  <a:pt x="2447" y="1819"/>
                </a:lnTo>
                <a:lnTo>
                  <a:pt x="2445" y="1819"/>
                </a:lnTo>
                <a:lnTo>
                  <a:pt x="2445" y="1820"/>
                </a:lnTo>
                <a:lnTo>
                  <a:pt x="2445" y="1821"/>
                </a:lnTo>
                <a:lnTo>
                  <a:pt x="2445" y="1822"/>
                </a:lnTo>
                <a:lnTo>
                  <a:pt x="2444" y="1822"/>
                </a:lnTo>
                <a:lnTo>
                  <a:pt x="2442" y="1823"/>
                </a:lnTo>
                <a:lnTo>
                  <a:pt x="2442" y="1825"/>
                </a:lnTo>
                <a:lnTo>
                  <a:pt x="2441" y="1826"/>
                </a:lnTo>
                <a:lnTo>
                  <a:pt x="2439" y="1826"/>
                </a:lnTo>
                <a:lnTo>
                  <a:pt x="2438" y="1826"/>
                </a:lnTo>
                <a:lnTo>
                  <a:pt x="2436" y="1825"/>
                </a:lnTo>
                <a:lnTo>
                  <a:pt x="2435" y="1825"/>
                </a:lnTo>
                <a:lnTo>
                  <a:pt x="2434" y="1825"/>
                </a:lnTo>
                <a:lnTo>
                  <a:pt x="2434" y="1826"/>
                </a:lnTo>
                <a:lnTo>
                  <a:pt x="2433" y="1826"/>
                </a:lnTo>
                <a:lnTo>
                  <a:pt x="2432" y="1826"/>
                </a:lnTo>
                <a:lnTo>
                  <a:pt x="2430" y="1826"/>
                </a:lnTo>
                <a:lnTo>
                  <a:pt x="2428" y="1827"/>
                </a:lnTo>
                <a:lnTo>
                  <a:pt x="2427" y="1826"/>
                </a:lnTo>
                <a:lnTo>
                  <a:pt x="2426" y="1826"/>
                </a:lnTo>
                <a:lnTo>
                  <a:pt x="2426" y="1827"/>
                </a:lnTo>
                <a:lnTo>
                  <a:pt x="2425" y="1827"/>
                </a:lnTo>
                <a:lnTo>
                  <a:pt x="2424" y="1827"/>
                </a:lnTo>
                <a:lnTo>
                  <a:pt x="2423" y="1827"/>
                </a:lnTo>
                <a:lnTo>
                  <a:pt x="2422" y="1827"/>
                </a:lnTo>
                <a:lnTo>
                  <a:pt x="2421" y="1826"/>
                </a:lnTo>
                <a:lnTo>
                  <a:pt x="2419" y="1826"/>
                </a:lnTo>
                <a:lnTo>
                  <a:pt x="2417" y="1826"/>
                </a:lnTo>
                <a:lnTo>
                  <a:pt x="2416" y="1826"/>
                </a:lnTo>
                <a:lnTo>
                  <a:pt x="2415" y="1826"/>
                </a:lnTo>
                <a:lnTo>
                  <a:pt x="2415" y="1827"/>
                </a:lnTo>
                <a:lnTo>
                  <a:pt x="2414" y="1826"/>
                </a:lnTo>
                <a:lnTo>
                  <a:pt x="2413" y="1826"/>
                </a:lnTo>
                <a:lnTo>
                  <a:pt x="2412" y="1826"/>
                </a:lnTo>
                <a:lnTo>
                  <a:pt x="2412" y="1827"/>
                </a:lnTo>
                <a:lnTo>
                  <a:pt x="2412" y="1828"/>
                </a:lnTo>
                <a:lnTo>
                  <a:pt x="2411" y="1828"/>
                </a:lnTo>
                <a:lnTo>
                  <a:pt x="2410" y="1828"/>
                </a:lnTo>
                <a:lnTo>
                  <a:pt x="2410" y="1827"/>
                </a:lnTo>
                <a:lnTo>
                  <a:pt x="2409" y="1827"/>
                </a:lnTo>
                <a:lnTo>
                  <a:pt x="2408" y="1828"/>
                </a:lnTo>
                <a:lnTo>
                  <a:pt x="2408" y="1829"/>
                </a:lnTo>
                <a:lnTo>
                  <a:pt x="2407" y="1829"/>
                </a:lnTo>
                <a:lnTo>
                  <a:pt x="2407" y="1828"/>
                </a:lnTo>
                <a:lnTo>
                  <a:pt x="2405" y="1828"/>
                </a:lnTo>
                <a:lnTo>
                  <a:pt x="2404" y="1828"/>
                </a:lnTo>
                <a:lnTo>
                  <a:pt x="2404" y="1829"/>
                </a:lnTo>
                <a:lnTo>
                  <a:pt x="2404" y="1828"/>
                </a:lnTo>
                <a:lnTo>
                  <a:pt x="2403" y="1827"/>
                </a:lnTo>
                <a:lnTo>
                  <a:pt x="2403" y="1826"/>
                </a:lnTo>
                <a:lnTo>
                  <a:pt x="2402" y="1824"/>
                </a:lnTo>
                <a:lnTo>
                  <a:pt x="2401" y="1823"/>
                </a:lnTo>
                <a:lnTo>
                  <a:pt x="2400" y="1821"/>
                </a:lnTo>
                <a:lnTo>
                  <a:pt x="2399" y="1820"/>
                </a:lnTo>
                <a:lnTo>
                  <a:pt x="2400" y="1819"/>
                </a:lnTo>
                <a:lnTo>
                  <a:pt x="2400" y="1817"/>
                </a:lnTo>
                <a:lnTo>
                  <a:pt x="2399" y="1817"/>
                </a:lnTo>
                <a:lnTo>
                  <a:pt x="2399" y="1819"/>
                </a:lnTo>
                <a:lnTo>
                  <a:pt x="2398" y="1819"/>
                </a:lnTo>
                <a:lnTo>
                  <a:pt x="2397" y="1819"/>
                </a:lnTo>
                <a:lnTo>
                  <a:pt x="2397" y="1820"/>
                </a:lnTo>
                <a:lnTo>
                  <a:pt x="2396" y="1821"/>
                </a:lnTo>
                <a:lnTo>
                  <a:pt x="2395" y="1821"/>
                </a:lnTo>
                <a:lnTo>
                  <a:pt x="2394" y="1821"/>
                </a:lnTo>
                <a:lnTo>
                  <a:pt x="2393" y="1822"/>
                </a:lnTo>
                <a:lnTo>
                  <a:pt x="2392" y="1823"/>
                </a:lnTo>
                <a:lnTo>
                  <a:pt x="2392" y="1824"/>
                </a:lnTo>
                <a:lnTo>
                  <a:pt x="2392" y="1825"/>
                </a:lnTo>
                <a:lnTo>
                  <a:pt x="2392" y="1826"/>
                </a:lnTo>
                <a:lnTo>
                  <a:pt x="2391" y="1826"/>
                </a:lnTo>
                <a:lnTo>
                  <a:pt x="2391" y="1827"/>
                </a:lnTo>
                <a:lnTo>
                  <a:pt x="2390" y="1827"/>
                </a:lnTo>
                <a:lnTo>
                  <a:pt x="2390" y="1828"/>
                </a:lnTo>
                <a:lnTo>
                  <a:pt x="2389" y="1828"/>
                </a:lnTo>
                <a:lnTo>
                  <a:pt x="2387" y="1827"/>
                </a:lnTo>
                <a:lnTo>
                  <a:pt x="2386" y="1827"/>
                </a:lnTo>
                <a:lnTo>
                  <a:pt x="2385" y="1826"/>
                </a:lnTo>
                <a:lnTo>
                  <a:pt x="2384" y="1826"/>
                </a:lnTo>
                <a:lnTo>
                  <a:pt x="2384" y="1827"/>
                </a:lnTo>
                <a:lnTo>
                  <a:pt x="2383" y="1826"/>
                </a:lnTo>
                <a:lnTo>
                  <a:pt x="2382" y="1825"/>
                </a:lnTo>
                <a:lnTo>
                  <a:pt x="2381" y="1824"/>
                </a:lnTo>
                <a:lnTo>
                  <a:pt x="2380" y="1824"/>
                </a:lnTo>
                <a:lnTo>
                  <a:pt x="2380" y="1825"/>
                </a:lnTo>
                <a:lnTo>
                  <a:pt x="2379" y="1825"/>
                </a:lnTo>
                <a:lnTo>
                  <a:pt x="2378" y="1826"/>
                </a:lnTo>
                <a:lnTo>
                  <a:pt x="2377" y="1826"/>
                </a:lnTo>
                <a:lnTo>
                  <a:pt x="2375" y="1826"/>
                </a:lnTo>
                <a:lnTo>
                  <a:pt x="2374" y="1826"/>
                </a:lnTo>
                <a:lnTo>
                  <a:pt x="2373" y="1826"/>
                </a:lnTo>
                <a:lnTo>
                  <a:pt x="2372" y="1826"/>
                </a:lnTo>
                <a:lnTo>
                  <a:pt x="2371" y="1826"/>
                </a:lnTo>
                <a:lnTo>
                  <a:pt x="2370" y="1826"/>
                </a:lnTo>
                <a:lnTo>
                  <a:pt x="2369" y="1826"/>
                </a:lnTo>
                <a:lnTo>
                  <a:pt x="2368" y="1826"/>
                </a:lnTo>
                <a:lnTo>
                  <a:pt x="2367" y="1827"/>
                </a:lnTo>
                <a:lnTo>
                  <a:pt x="2366" y="1826"/>
                </a:lnTo>
                <a:lnTo>
                  <a:pt x="2365" y="1826"/>
                </a:lnTo>
                <a:lnTo>
                  <a:pt x="2364" y="1828"/>
                </a:lnTo>
                <a:lnTo>
                  <a:pt x="2361" y="1828"/>
                </a:lnTo>
                <a:lnTo>
                  <a:pt x="2360" y="1828"/>
                </a:lnTo>
                <a:lnTo>
                  <a:pt x="2359" y="1828"/>
                </a:lnTo>
                <a:lnTo>
                  <a:pt x="2358" y="1829"/>
                </a:lnTo>
                <a:lnTo>
                  <a:pt x="2357" y="1829"/>
                </a:lnTo>
                <a:lnTo>
                  <a:pt x="2357" y="1830"/>
                </a:lnTo>
                <a:lnTo>
                  <a:pt x="2356" y="1830"/>
                </a:lnTo>
                <a:lnTo>
                  <a:pt x="2355" y="1830"/>
                </a:lnTo>
                <a:lnTo>
                  <a:pt x="2354" y="1830"/>
                </a:lnTo>
                <a:lnTo>
                  <a:pt x="2353" y="1831"/>
                </a:lnTo>
                <a:lnTo>
                  <a:pt x="2353" y="1832"/>
                </a:lnTo>
                <a:lnTo>
                  <a:pt x="2354" y="1833"/>
                </a:lnTo>
                <a:lnTo>
                  <a:pt x="2353" y="1833"/>
                </a:lnTo>
                <a:lnTo>
                  <a:pt x="2352" y="1834"/>
                </a:lnTo>
                <a:lnTo>
                  <a:pt x="2352" y="1835"/>
                </a:lnTo>
                <a:lnTo>
                  <a:pt x="2351" y="1835"/>
                </a:lnTo>
                <a:lnTo>
                  <a:pt x="2349" y="1835"/>
                </a:lnTo>
                <a:lnTo>
                  <a:pt x="2348" y="1834"/>
                </a:lnTo>
                <a:lnTo>
                  <a:pt x="2347" y="1833"/>
                </a:lnTo>
                <a:lnTo>
                  <a:pt x="2346" y="1832"/>
                </a:lnTo>
                <a:lnTo>
                  <a:pt x="2347" y="1831"/>
                </a:lnTo>
                <a:lnTo>
                  <a:pt x="2346" y="1830"/>
                </a:lnTo>
                <a:lnTo>
                  <a:pt x="2346" y="1828"/>
                </a:lnTo>
                <a:lnTo>
                  <a:pt x="2346" y="1827"/>
                </a:lnTo>
                <a:lnTo>
                  <a:pt x="2345" y="1827"/>
                </a:lnTo>
                <a:lnTo>
                  <a:pt x="2345" y="1826"/>
                </a:lnTo>
                <a:lnTo>
                  <a:pt x="2345" y="1825"/>
                </a:lnTo>
                <a:lnTo>
                  <a:pt x="2346" y="1824"/>
                </a:lnTo>
                <a:lnTo>
                  <a:pt x="2346" y="1823"/>
                </a:lnTo>
                <a:lnTo>
                  <a:pt x="2345" y="1823"/>
                </a:lnTo>
                <a:lnTo>
                  <a:pt x="2344" y="1819"/>
                </a:lnTo>
                <a:lnTo>
                  <a:pt x="2345" y="1819"/>
                </a:lnTo>
                <a:lnTo>
                  <a:pt x="2344" y="1818"/>
                </a:lnTo>
                <a:lnTo>
                  <a:pt x="2343" y="1817"/>
                </a:lnTo>
                <a:lnTo>
                  <a:pt x="2343" y="1816"/>
                </a:lnTo>
                <a:lnTo>
                  <a:pt x="2342" y="1815"/>
                </a:lnTo>
                <a:lnTo>
                  <a:pt x="2341" y="1815"/>
                </a:lnTo>
                <a:lnTo>
                  <a:pt x="2340" y="1815"/>
                </a:lnTo>
                <a:lnTo>
                  <a:pt x="2338" y="1814"/>
                </a:lnTo>
                <a:lnTo>
                  <a:pt x="2337" y="1813"/>
                </a:lnTo>
                <a:lnTo>
                  <a:pt x="2337" y="1814"/>
                </a:lnTo>
                <a:lnTo>
                  <a:pt x="2336" y="1814"/>
                </a:lnTo>
                <a:lnTo>
                  <a:pt x="2335" y="1814"/>
                </a:lnTo>
                <a:lnTo>
                  <a:pt x="2334" y="1813"/>
                </a:lnTo>
                <a:lnTo>
                  <a:pt x="2334" y="1811"/>
                </a:lnTo>
                <a:lnTo>
                  <a:pt x="2335" y="1811"/>
                </a:lnTo>
                <a:lnTo>
                  <a:pt x="2336" y="1810"/>
                </a:lnTo>
                <a:lnTo>
                  <a:pt x="2337" y="1810"/>
                </a:lnTo>
                <a:lnTo>
                  <a:pt x="2338" y="1810"/>
                </a:lnTo>
                <a:lnTo>
                  <a:pt x="2337" y="1809"/>
                </a:lnTo>
                <a:lnTo>
                  <a:pt x="2337" y="1808"/>
                </a:lnTo>
                <a:lnTo>
                  <a:pt x="2337" y="1807"/>
                </a:lnTo>
                <a:lnTo>
                  <a:pt x="2338" y="1807"/>
                </a:lnTo>
                <a:lnTo>
                  <a:pt x="2339" y="1807"/>
                </a:lnTo>
                <a:lnTo>
                  <a:pt x="2339" y="1806"/>
                </a:lnTo>
                <a:lnTo>
                  <a:pt x="2339" y="1805"/>
                </a:lnTo>
                <a:lnTo>
                  <a:pt x="2338" y="1803"/>
                </a:lnTo>
                <a:lnTo>
                  <a:pt x="2337" y="1803"/>
                </a:lnTo>
                <a:lnTo>
                  <a:pt x="2337" y="1802"/>
                </a:lnTo>
                <a:lnTo>
                  <a:pt x="2337" y="1801"/>
                </a:lnTo>
                <a:lnTo>
                  <a:pt x="2337" y="1800"/>
                </a:lnTo>
                <a:lnTo>
                  <a:pt x="2337" y="1799"/>
                </a:lnTo>
                <a:lnTo>
                  <a:pt x="2337" y="1798"/>
                </a:lnTo>
                <a:lnTo>
                  <a:pt x="2338" y="1798"/>
                </a:lnTo>
                <a:lnTo>
                  <a:pt x="2337" y="1798"/>
                </a:lnTo>
                <a:lnTo>
                  <a:pt x="2337" y="1797"/>
                </a:lnTo>
                <a:lnTo>
                  <a:pt x="2336" y="1797"/>
                </a:lnTo>
                <a:lnTo>
                  <a:pt x="2335" y="1798"/>
                </a:lnTo>
                <a:lnTo>
                  <a:pt x="2334" y="1799"/>
                </a:lnTo>
                <a:lnTo>
                  <a:pt x="2334" y="1798"/>
                </a:lnTo>
                <a:lnTo>
                  <a:pt x="2334" y="1797"/>
                </a:lnTo>
                <a:lnTo>
                  <a:pt x="2332" y="1797"/>
                </a:lnTo>
                <a:lnTo>
                  <a:pt x="2331" y="1797"/>
                </a:lnTo>
                <a:lnTo>
                  <a:pt x="2331" y="1796"/>
                </a:lnTo>
                <a:lnTo>
                  <a:pt x="2330" y="1796"/>
                </a:lnTo>
                <a:lnTo>
                  <a:pt x="2330" y="1797"/>
                </a:lnTo>
                <a:lnTo>
                  <a:pt x="2328" y="1797"/>
                </a:lnTo>
                <a:lnTo>
                  <a:pt x="2328" y="1796"/>
                </a:lnTo>
                <a:lnTo>
                  <a:pt x="2327" y="1796"/>
                </a:lnTo>
                <a:lnTo>
                  <a:pt x="2327" y="1795"/>
                </a:lnTo>
                <a:lnTo>
                  <a:pt x="2326" y="1795"/>
                </a:lnTo>
                <a:lnTo>
                  <a:pt x="2326" y="1793"/>
                </a:lnTo>
                <a:lnTo>
                  <a:pt x="2325" y="1792"/>
                </a:lnTo>
                <a:lnTo>
                  <a:pt x="2325" y="1790"/>
                </a:lnTo>
                <a:lnTo>
                  <a:pt x="2325" y="1789"/>
                </a:lnTo>
                <a:lnTo>
                  <a:pt x="2325" y="1788"/>
                </a:lnTo>
                <a:lnTo>
                  <a:pt x="2325" y="1787"/>
                </a:lnTo>
                <a:lnTo>
                  <a:pt x="2324" y="1787"/>
                </a:lnTo>
                <a:lnTo>
                  <a:pt x="2323" y="1787"/>
                </a:lnTo>
                <a:lnTo>
                  <a:pt x="2323" y="1786"/>
                </a:lnTo>
                <a:lnTo>
                  <a:pt x="2322" y="1785"/>
                </a:lnTo>
                <a:lnTo>
                  <a:pt x="2322" y="1784"/>
                </a:lnTo>
                <a:lnTo>
                  <a:pt x="2321" y="1784"/>
                </a:lnTo>
                <a:lnTo>
                  <a:pt x="2320" y="1784"/>
                </a:lnTo>
                <a:lnTo>
                  <a:pt x="2320" y="1783"/>
                </a:lnTo>
                <a:lnTo>
                  <a:pt x="2319" y="1783"/>
                </a:lnTo>
                <a:lnTo>
                  <a:pt x="2318" y="1782"/>
                </a:lnTo>
                <a:lnTo>
                  <a:pt x="2318" y="1783"/>
                </a:lnTo>
                <a:lnTo>
                  <a:pt x="2318" y="1782"/>
                </a:lnTo>
                <a:lnTo>
                  <a:pt x="2318" y="1781"/>
                </a:lnTo>
                <a:lnTo>
                  <a:pt x="2318" y="1780"/>
                </a:lnTo>
                <a:lnTo>
                  <a:pt x="2318" y="1779"/>
                </a:lnTo>
                <a:lnTo>
                  <a:pt x="2317" y="1779"/>
                </a:lnTo>
                <a:lnTo>
                  <a:pt x="2317" y="1778"/>
                </a:lnTo>
                <a:lnTo>
                  <a:pt x="2316" y="1777"/>
                </a:lnTo>
                <a:lnTo>
                  <a:pt x="2316" y="1776"/>
                </a:lnTo>
                <a:lnTo>
                  <a:pt x="2315" y="1776"/>
                </a:lnTo>
                <a:lnTo>
                  <a:pt x="2314" y="1775"/>
                </a:lnTo>
                <a:lnTo>
                  <a:pt x="2314" y="1773"/>
                </a:lnTo>
                <a:lnTo>
                  <a:pt x="2314" y="1770"/>
                </a:lnTo>
                <a:lnTo>
                  <a:pt x="2313" y="1770"/>
                </a:lnTo>
                <a:lnTo>
                  <a:pt x="2314" y="1768"/>
                </a:lnTo>
                <a:lnTo>
                  <a:pt x="2314" y="1767"/>
                </a:lnTo>
                <a:lnTo>
                  <a:pt x="2314" y="1766"/>
                </a:lnTo>
                <a:lnTo>
                  <a:pt x="2314" y="1765"/>
                </a:lnTo>
                <a:lnTo>
                  <a:pt x="2314" y="1764"/>
                </a:lnTo>
                <a:lnTo>
                  <a:pt x="2315" y="1764"/>
                </a:lnTo>
                <a:lnTo>
                  <a:pt x="2316" y="1763"/>
                </a:lnTo>
                <a:lnTo>
                  <a:pt x="2317" y="1762"/>
                </a:lnTo>
                <a:lnTo>
                  <a:pt x="2317" y="1761"/>
                </a:lnTo>
                <a:lnTo>
                  <a:pt x="2318" y="1761"/>
                </a:lnTo>
                <a:lnTo>
                  <a:pt x="2318" y="1762"/>
                </a:lnTo>
                <a:lnTo>
                  <a:pt x="2319" y="1762"/>
                </a:lnTo>
                <a:lnTo>
                  <a:pt x="2320" y="1762"/>
                </a:lnTo>
                <a:lnTo>
                  <a:pt x="2321" y="1762"/>
                </a:lnTo>
                <a:lnTo>
                  <a:pt x="2321" y="1761"/>
                </a:lnTo>
                <a:lnTo>
                  <a:pt x="2322" y="1761"/>
                </a:lnTo>
                <a:lnTo>
                  <a:pt x="2323" y="1761"/>
                </a:lnTo>
                <a:lnTo>
                  <a:pt x="2325" y="1763"/>
                </a:lnTo>
                <a:lnTo>
                  <a:pt x="2325" y="1764"/>
                </a:lnTo>
                <a:lnTo>
                  <a:pt x="2325" y="1765"/>
                </a:lnTo>
                <a:lnTo>
                  <a:pt x="2325" y="1766"/>
                </a:lnTo>
                <a:lnTo>
                  <a:pt x="2326" y="1767"/>
                </a:lnTo>
                <a:lnTo>
                  <a:pt x="2327" y="1768"/>
                </a:lnTo>
                <a:lnTo>
                  <a:pt x="2329" y="1768"/>
                </a:lnTo>
                <a:lnTo>
                  <a:pt x="2330" y="1767"/>
                </a:lnTo>
                <a:lnTo>
                  <a:pt x="2330" y="1766"/>
                </a:lnTo>
                <a:lnTo>
                  <a:pt x="2331" y="1766"/>
                </a:lnTo>
                <a:lnTo>
                  <a:pt x="2332" y="1765"/>
                </a:lnTo>
                <a:lnTo>
                  <a:pt x="2332" y="1764"/>
                </a:lnTo>
                <a:lnTo>
                  <a:pt x="2332" y="1763"/>
                </a:lnTo>
                <a:lnTo>
                  <a:pt x="2332" y="1761"/>
                </a:lnTo>
                <a:lnTo>
                  <a:pt x="2332" y="1760"/>
                </a:lnTo>
                <a:lnTo>
                  <a:pt x="2332" y="1758"/>
                </a:lnTo>
                <a:lnTo>
                  <a:pt x="2333" y="1757"/>
                </a:lnTo>
                <a:lnTo>
                  <a:pt x="2333" y="1756"/>
                </a:lnTo>
                <a:lnTo>
                  <a:pt x="2334" y="1755"/>
                </a:lnTo>
                <a:lnTo>
                  <a:pt x="2335" y="1755"/>
                </a:lnTo>
                <a:lnTo>
                  <a:pt x="2334" y="1754"/>
                </a:lnTo>
                <a:lnTo>
                  <a:pt x="2334" y="1753"/>
                </a:lnTo>
                <a:lnTo>
                  <a:pt x="2333" y="1753"/>
                </a:lnTo>
                <a:lnTo>
                  <a:pt x="2333" y="1752"/>
                </a:lnTo>
                <a:lnTo>
                  <a:pt x="2333" y="1751"/>
                </a:lnTo>
                <a:lnTo>
                  <a:pt x="2333" y="1750"/>
                </a:lnTo>
                <a:lnTo>
                  <a:pt x="2332" y="1750"/>
                </a:lnTo>
                <a:lnTo>
                  <a:pt x="2331" y="1749"/>
                </a:lnTo>
                <a:lnTo>
                  <a:pt x="2329" y="1748"/>
                </a:lnTo>
                <a:lnTo>
                  <a:pt x="2329" y="1747"/>
                </a:lnTo>
                <a:lnTo>
                  <a:pt x="2328" y="1747"/>
                </a:lnTo>
                <a:lnTo>
                  <a:pt x="2327" y="1746"/>
                </a:lnTo>
                <a:lnTo>
                  <a:pt x="2326" y="1745"/>
                </a:lnTo>
                <a:lnTo>
                  <a:pt x="2325" y="1745"/>
                </a:lnTo>
                <a:lnTo>
                  <a:pt x="2325" y="1744"/>
                </a:lnTo>
                <a:lnTo>
                  <a:pt x="2324" y="1744"/>
                </a:lnTo>
                <a:lnTo>
                  <a:pt x="2324" y="1743"/>
                </a:lnTo>
                <a:lnTo>
                  <a:pt x="2325" y="1743"/>
                </a:lnTo>
                <a:lnTo>
                  <a:pt x="2326" y="1742"/>
                </a:lnTo>
                <a:lnTo>
                  <a:pt x="2328" y="1741"/>
                </a:lnTo>
                <a:lnTo>
                  <a:pt x="2328" y="1740"/>
                </a:lnTo>
                <a:lnTo>
                  <a:pt x="2328" y="1739"/>
                </a:lnTo>
                <a:lnTo>
                  <a:pt x="2328" y="1738"/>
                </a:lnTo>
                <a:lnTo>
                  <a:pt x="2328" y="1737"/>
                </a:lnTo>
                <a:lnTo>
                  <a:pt x="2328" y="1736"/>
                </a:lnTo>
                <a:lnTo>
                  <a:pt x="2328" y="1735"/>
                </a:lnTo>
                <a:lnTo>
                  <a:pt x="2328" y="1734"/>
                </a:lnTo>
                <a:lnTo>
                  <a:pt x="2328" y="1733"/>
                </a:lnTo>
                <a:lnTo>
                  <a:pt x="2327" y="1733"/>
                </a:lnTo>
                <a:lnTo>
                  <a:pt x="2326" y="1732"/>
                </a:lnTo>
                <a:lnTo>
                  <a:pt x="2326" y="1731"/>
                </a:lnTo>
                <a:lnTo>
                  <a:pt x="2325" y="1731"/>
                </a:lnTo>
                <a:lnTo>
                  <a:pt x="2322" y="1731"/>
                </a:lnTo>
                <a:lnTo>
                  <a:pt x="2321" y="1731"/>
                </a:lnTo>
                <a:lnTo>
                  <a:pt x="2320" y="1731"/>
                </a:lnTo>
                <a:lnTo>
                  <a:pt x="2320" y="1732"/>
                </a:lnTo>
                <a:lnTo>
                  <a:pt x="2320" y="1731"/>
                </a:lnTo>
                <a:lnTo>
                  <a:pt x="2319" y="1730"/>
                </a:lnTo>
                <a:lnTo>
                  <a:pt x="2320" y="1730"/>
                </a:lnTo>
                <a:lnTo>
                  <a:pt x="2321" y="1729"/>
                </a:lnTo>
                <a:lnTo>
                  <a:pt x="2322" y="1729"/>
                </a:lnTo>
                <a:lnTo>
                  <a:pt x="2323" y="1728"/>
                </a:lnTo>
                <a:lnTo>
                  <a:pt x="2324" y="1728"/>
                </a:lnTo>
                <a:lnTo>
                  <a:pt x="2324" y="1726"/>
                </a:lnTo>
                <a:lnTo>
                  <a:pt x="2325" y="1725"/>
                </a:lnTo>
                <a:lnTo>
                  <a:pt x="2325" y="1724"/>
                </a:lnTo>
                <a:lnTo>
                  <a:pt x="2325" y="1723"/>
                </a:lnTo>
                <a:lnTo>
                  <a:pt x="2324" y="1723"/>
                </a:lnTo>
                <a:lnTo>
                  <a:pt x="2323" y="1722"/>
                </a:lnTo>
                <a:lnTo>
                  <a:pt x="2322" y="1721"/>
                </a:lnTo>
                <a:lnTo>
                  <a:pt x="2322" y="1720"/>
                </a:lnTo>
                <a:lnTo>
                  <a:pt x="2321" y="1719"/>
                </a:lnTo>
                <a:lnTo>
                  <a:pt x="2320" y="1719"/>
                </a:lnTo>
                <a:lnTo>
                  <a:pt x="2319" y="1719"/>
                </a:lnTo>
                <a:lnTo>
                  <a:pt x="2318" y="1719"/>
                </a:lnTo>
                <a:lnTo>
                  <a:pt x="2317" y="1719"/>
                </a:lnTo>
                <a:lnTo>
                  <a:pt x="2316" y="1720"/>
                </a:lnTo>
                <a:lnTo>
                  <a:pt x="2316" y="1721"/>
                </a:lnTo>
                <a:lnTo>
                  <a:pt x="2316" y="1722"/>
                </a:lnTo>
                <a:lnTo>
                  <a:pt x="2316" y="1723"/>
                </a:lnTo>
                <a:lnTo>
                  <a:pt x="2317" y="1723"/>
                </a:lnTo>
                <a:lnTo>
                  <a:pt x="2317" y="1724"/>
                </a:lnTo>
                <a:lnTo>
                  <a:pt x="2317" y="1725"/>
                </a:lnTo>
                <a:lnTo>
                  <a:pt x="2317" y="1726"/>
                </a:lnTo>
                <a:lnTo>
                  <a:pt x="2316" y="1726"/>
                </a:lnTo>
                <a:lnTo>
                  <a:pt x="2316" y="1727"/>
                </a:lnTo>
                <a:lnTo>
                  <a:pt x="2314" y="1728"/>
                </a:lnTo>
                <a:lnTo>
                  <a:pt x="2314" y="1729"/>
                </a:lnTo>
                <a:lnTo>
                  <a:pt x="2311" y="1730"/>
                </a:lnTo>
                <a:lnTo>
                  <a:pt x="2310" y="1729"/>
                </a:lnTo>
                <a:lnTo>
                  <a:pt x="2308" y="1729"/>
                </a:lnTo>
                <a:lnTo>
                  <a:pt x="2306" y="1729"/>
                </a:lnTo>
                <a:lnTo>
                  <a:pt x="2305" y="1729"/>
                </a:lnTo>
                <a:lnTo>
                  <a:pt x="2305" y="1728"/>
                </a:lnTo>
                <a:lnTo>
                  <a:pt x="2306" y="1728"/>
                </a:lnTo>
                <a:lnTo>
                  <a:pt x="2307" y="1728"/>
                </a:lnTo>
                <a:lnTo>
                  <a:pt x="2308" y="1727"/>
                </a:lnTo>
                <a:lnTo>
                  <a:pt x="2309" y="1726"/>
                </a:lnTo>
                <a:lnTo>
                  <a:pt x="2308" y="1726"/>
                </a:lnTo>
                <a:lnTo>
                  <a:pt x="2308" y="1725"/>
                </a:lnTo>
                <a:lnTo>
                  <a:pt x="2307" y="1724"/>
                </a:lnTo>
                <a:lnTo>
                  <a:pt x="2308" y="1724"/>
                </a:lnTo>
                <a:lnTo>
                  <a:pt x="2308" y="1725"/>
                </a:lnTo>
                <a:lnTo>
                  <a:pt x="2309" y="1725"/>
                </a:lnTo>
                <a:lnTo>
                  <a:pt x="2310" y="1725"/>
                </a:lnTo>
                <a:lnTo>
                  <a:pt x="2310" y="1724"/>
                </a:lnTo>
                <a:lnTo>
                  <a:pt x="2309" y="1724"/>
                </a:lnTo>
                <a:lnTo>
                  <a:pt x="2309" y="1722"/>
                </a:lnTo>
                <a:lnTo>
                  <a:pt x="2310" y="1722"/>
                </a:lnTo>
                <a:lnTo>
                  <a:pt x="2309" y="1721"/>
                </a:lnTo>
                <a:lnTo>
                  <a:pt x="2309" y="1720"/>
                </a:lnTo>
                <a:lnTo>
                  <a:pt x="2309" y="1721"/>
                </a:lnTo>
                <a:lnTo>
                  <a:pt x="2308" y="1721"/>
                </a:lnTo>
                <a:lnTo>
                  <a:pt x="2308" y="1720"/>
                </a:lnTo>
                <a:lnTo>
                  <a:pt x="2307" y="1720"/>
                </a:lnTo>
                <a:lnTo>
                  <a:pt x="2306" y="1720"/>
                </a:lnTo>
                <a:lnTo>
                  <a:pt x="2305" y="1720"/>
                </a:lnTo>
                <a:lnTo>
                  <a:pt x="2304" y="1720"/>
                </a:lnTo>
                <a:lnTo>
                  <a:pt x="2303" y="1719"/>
                </a:lnTo>
                <a:lnTo>
                  <a:pt x="2302" y="1718"/>
                </a:lnTo>
                <a:lnTo>
                  <a:pt x="2301" y="1718"/>
                </a:lnTo>
                <a:lnTo>
                  <a:pt x="2302" y="1718"/>
                </a:lnTo>
                <a:lnTo>
                  <a:pt x="2302" y="1717"/>
                </a:lnTo>
                <a:lnTo>
                  <a:pt x="2302" y="1716"/>
                </a:lnTo>
                <a:lnTo>
                  <a:pt x="2302" y="1715"/>
                </a:lnTo>
                <a:lnTo>
                  <a:pt x="2301" y="1715"/>
                </a:lnTo>
                <a:lnTo>
                  <a:pt x="2301" y="1714"/>
                </a:lnTo>
                <a:lnTo>
                  <a:pt x="2302" y="1713"/>
                </a:lnTo>
                <a:lnTo>
                  <a:pt x="2302" y="1711"/>
                </a:lnTo>
                <a:lnTo>
                  <a:pt x="2303" y="1709"/>
                </a:lnTo>
                <a:lnTo>
                  <a:pt x="2301" y="1708"/>
                </a:lnTo>
                <a:lnTo>
                  <a:pt x="2300" y="1708"/>
                </a:lnTo>
                <a:lnTo>
                  <a:pt x="2298" y="1707"/>
                </a:lnTo>
                <a:lnTo>
                  <a:pt x="2297" y="1706"/>
                </a:lnTo>
                <a:lnTo>
                  <a:pt x="2296" y="1706"/>
                </a:lnTo>
                <a:lnTo>
                  <a:pt x="2295" y="1706"/>
                </a:lnTo>
                <a:lnTo>
                  <a:pt x="2294" y="1706"/>
                </a:lnTo>
                <a:lnTo>
                  <a:pt x="2294" y="1705"/>
                </a:lnTo>
                <a:lnTo>
                  <a:pt x="2293" y="1704"/>
                </a:lnTo>
                <a:lnTo>
                  <a:pt x="2292" y="1704"/>
                </a:lnTo>
                <a:lnTo>
                  <a:pt x="2291" y="1704"/>
                </a:lnTo>
                <a:lnTo>
                  <a:pt x="2290" y="1703"/>
                </a:lnTo>
                <a:lnTo>
                  <a:pt x="2289" y="1702"/>
                </a:lnTo>
                <a:lnTo>
                  <a:pt x="2287" y="1701"/>
                </a:lnTo>
                <a:lnTo>
                  <a:pt x="2286" y="1701"/>
                </a:lnTo>
                <a:lnTo>
                  <a:pt x="2285" y="1700"/>
                </a:lnTo>
                <a:lnTo>
                  <a:pt x="2287" y="1698"/>
                </a:lnTo>
                <a:lnTo>
                  <a:pt x="2287" y="1697"/>
                </a:lnTo>
                <a:lnTo>
                  <a:pt x="2288" y="1697"/>
                </a:lnTo>
                <a:lnTo>
                  <a:pt x="2289" y="1697"/>
                </a:lnTo>
                <a:lnTo>
                  <a:pt x="2290" y="1697"/>
                </a:lnTo>
                <a:lnTo>
                  <a:pt x="2290" y="1695"/>
                </a:lnTo>
                <a:lnTo>
                  <a:pt x="2291" y="1695"/>
                </a:lnTo>
                <a:lnTo>
                  <a:pt x="2292" y="1695"/>
                </a:lnTo>
                <a:lnTo>
                  <a:pt x="2293" y="1694"/>
                </a:lnTo>
                <a:lnTo>
                  <a:pt x="2294" y="1693"/>
                </a:lnTo>
                <a:lnTo>
                  <a:pt x="2294" y="1691"/>
                </a:lnTo>
                <a:lnTo>
                  <a:pt x="2294" y="1689"/>
                </a:lnTo>
                <a:lnTo>
                  <a:pt x="2292" y="1688"/>
                </a:lnTo>
                <a:lnTo>
                  <a:pt x="2291" y="1688"/>
                </a:lnTo>
                <a:lnTo>
                  <a:pt x="2290" y="1688"/>
                </a:lnTo>
                <a:lnTo>
                  <a:pt x="2290" y="1687"/>
                </a:lnTo>
                <a:lnTo>
                  <a:pt x="2289" y="1686"/>
                </a:lnTo>
                <a:lnTo>
                  <a:pt x="2288" y="1686"/>
                </a:lnTo>
                <a:lnTo>
                  <a:pt x="2288" y="1684"/>
                </a:lnTo>
                <a:lnTo>
                  <a:pt x="2288" y="1683"/>
                </a:lnTo>
                <a:lnTo>
                  <a:pt x="2288" y="1680"/>
                </a:lnTo>
                <a:lnTo>
                  <a:pt x="2289" y="1680"/>
                </a:lnTo>
                <a:lnTo>
                  <a:pt x="2289" y="1679"/>
                </a:lnTo>
                <a:lnTo>
                  <a:pt x="2289" y="1678"/>
                </a:lnTo>
                <a:lnTo>
                  <a:pt x="2289" y="1677"/>
                </a:lnTo>
                <a:lnTo>
                  <a:pt x="2288" y="1677"/>
                </a:lnTo>
                <a:lnTo>
                  <a:pt x="2288" y="1676"/>
                </a:lnTo>
                <a:lnTo>
                  <a:pt x="2288" y="1675"/>
                </a:lnTo>
                <a:lnTo>
                  <a:pt x="2287" y="1674"/>
                </a:lnTo>
                <a:lnTo>
                  <a:pt x="2286" y="1674"/>
                </a:lnTo>
                <a:lnTo>
                  <a:pt x="2286" y="1673"/>
                </a:lnTo>
                <a:lnTo>
                  <a:pt x="2285" y="1673"/>
                </a:lnTo>
                <a:lnTo>
                  <a:pt x="2284" y="1673"/>
                </a:lnTo>
                <a:lnTo>
                  <a:pt x="2283" y="1673"/>
                </a:lnTo>
                <a:lnTo>
                  <a:pt x="2283" y="1672"/>
                </a:lnTo>
                <a:lnTo>
                  <a:pt x="2283" y="1671"/>
                </a:lnTo>
                <a:lnTo>
                  <a:pt x="2281" y="1671"/>
                </a:lnTo>
                <a:lnTo>
                  <a:pt x="2278" y="1669"/>
                </a:lnTo>
                <a:lnTo>
                  <a:pt x="2278" y="1668"/>
                </a:lnTo>
                <a:lnTo>
                  <a:pt x="2278" y="1667"/>
                </a:lnTo>
                <a:lnTo>
                  <a:pt x="2276" y="1666"/>
                </a:lnTo>
                <a:lnTo>
                  <a:pt x="2276" y="1665"/>
                </a:lnTo>
                <a:lnTo>
                  <a:pt x="2275" y="1665"/>
                </a:lnTo>
                <a:lnTo>
                  <a:pt x="2274" y="1665"/>
                </a:lnTo>
                <a:lnTo>
                  <a:pt x="2273" y="1664"/>
                </a:lnTo>
                <a:lnTo>
                  <a:pt x="2272" y="1664"/>
                </a:lnTo>
                <a:lnTo>
                  <a:pt x="2272" y="1663"/>
                </a:lnTo>
                <a:lnTo>
                  <a:pt x="2271" y="1663"/>
                </a:lnTo>
                <a:lnTo>
                  <a:pt x="2270" y="1663"/>
                </a:lnTo>
                <a:lnTo>
                  <a:pt x="2270" y="1662"/>
                </a:lnTo>
                <a:lnTo>
                  <a:pt x="2269" y="1660"/>
                </a:lnTo>
                <a:lnTo>
                  <a:pt x="2267" y="1656"/>
                </a:lnTo>
                <a:lnTo>
                  <a:pt x="2266" y="1656"/>
                </a:lnTo>
                <a:lnTo>
                  <a:pt x="2265" y="1655"/>
                </a:lnTo>
                <a:lnTo>
                  <a:pt x="2264" y="1653"/>
                </a:lnTo>
                <a:lnTo>
                  <a:pt x="2263" y="1653"/>
                </a:lnTo>
                <a:lnTo>
                  <a:pt x="2262" y="1652"/>
                </a:lnTo>
                <a:lnTo>
                  <a:pt x="2261" y="1652"/>
                </a:lnTo>
                <a:lnTo>
                  <a:pt x="2259" y="1650"/>
                </a:lnTo>
                <a:lnTo>
                  <a:pt x="2260" y="1649"/>
                </a:lnTo>
                <a:lnTo>
                  <a:pt x="2260" y="1648"/>
                </a:lnTo>
                <a:lnTo>
                  <a:pt x="2260" y="1646"/>
                </a:lnTo>
                <a:lnTo>
                  <a:pt x="2259" y="1646"/>
                </a:lnTo>
                <a:lnTo>
                  <a:pt x="2258" y="1646"/>
                </a:lnTo>
                <a:lnTo>
                  <a:pt x="2257" y="1647"/>
                </a:lnTo>
                <a:lnTo>
                  <a:pt x="2255" y="1648"/>
                </a:lnTo>
                <a:lnTo>
                  <a:pt x="2255" y="1649"/>
                </a:lnTo>
                <a:lnTo>
                  <a:pt x="2254" y="1649"/>
                </a:lnTo>
                <a:lnTo>
                  <a:pt x="2253" y="1649"/>
                </a:lnTo>
                <a:lnTo>
                  <a:pt x="2252" y="1650"/>
                </a:lnTo>
                <a:lnTo>
                  <a:pt x="2251" y="1650"/>
                </a:lnTo>
                <a:lnTo>
                  <a:pt x="2250" y="1651"/>
                </a:lnTo>
                <a:lnTo>
                  <a:pt x="2248" y="1652"/>
                </a:lnTo>
                <a:lnTo>
                  <a:pt x="2247" y="1652"/>
                </a:lnTo>
                <a:lnTo>
                  <a:pt x="2246" y="1652"/>
                </a:lnTo>
                <a:lnTo>
                  <a:pt x="2246" y="1653"/>
                </a:lnTo>
                <a:lnTo>
                  <a:pt x="2245" y="1653"/>
                </a:lnTo>
                <a:lnTo>
                  <a:pt x="2244" y="1652"/>
                </a:lnTo>
                <a:lnTo>
                  <a:pt x="2243" y="1652"/>
                </a:lnTo>
                <a:lnTo>
                  <a:pt x="2239" y="1652"/>
                </a:lnTo>
                <a:lnTo>
                  <a:pt x="2239" y="1651"/>
                </a:lnTo>
                <a:lnTo>
                  <a:pt x="2238" y="1651"/>
                </a:lnTo>
                <a:lnTo>
                  <a:pt x="2236" y="1651"/>
                </a:lnTo>
                <a:lnTo>
                  <a:pt x="2235" y="1651"/>
                </a:lnTo>
                <a:lnTo>
                  <a:pt x="2234" y="1651"/>
                </a:lnTo>
                <a:lnTo>
                  <a:pt x="2233" y="1651"/>
                </a:lnTo>
                <a:lnTo>
                  <a:pt x="2232" y="1651"/>
                </a:lnTo>
                <a:lnTo>
                  <a:pt x="2231" y="1651"/>
                </a:lnTo>
                <a:lnTo>
                  <a:pt x="2231" y="1652"/>
                </a:lnTo>
                <a:lnTo>
                  <a:pt x="2230" y="1653"/>
                </a:lnTo>
                <a:lnTo>
                  <a:pt x="2230" y="1654"/>
                </a:lnTo>
                <a:lnTo>
                  <a:pt x="2230" y="1653"/>
                </a:lnTo>
                <a:lnTo>
                  <a:pt x="2229" y="1653"/>
                </a:lnTo>
                <a:lnTo>
                  <a:pt x="2229" y="1652"/>
                </a:lnTo>
                <a:lnTo>
                  <a:pt x="2228" y="1652"/>
                </a:lnTo>
                <a:lnTo>
                  <a:pt x="2228" y="1653"/>
                </a:lnTo>
                <a:lnTo>
                  <a:pt x="2227" y="1653"/>
                </a:lnTo>
                <a:lnTo>
                  <a:pt x="2226" y="1653"/>
                </a:lnTo>
                <a:lnTo>
                  <a:pt x="2225" y="1653"/>
                </a:lnTo>
                <a:lnTo>
                  <a:pt x="2225" y="1652"/>
                </a:lnTo>
                <a:lnTo>
                  <a:pt x="2224" y="1652"/>
                </a:lnTo>
                <a:lnTo>
                  <a:pt x="2223" y="1653"/>
                </a:lnTo>
                <a:lnTo>
                  <a:pt x="2223" y="1654"/>
                </a:lnTo>
                <a:lnTo>
                  <a:pt x="2222" y="1654"/>
                </a:lnTo>
                <a:lnTo>
                  <a:pt x="2222" y="1655"/>
                </a:lnTo>
                <a:lnTo>
                  <a:pt x="2221" y="1655"/>
                </a:lnTo>
                <a:lnTo>
                  <a:pt x="2221" y="1656"/>
                </a:lnTo>
                <a:lnTo>
                  <a:pt x="2220" y="1656"/>
                </a:lnTo>
                <a:lnTo>
                  <a:pt x="2221" y="1656"/>
                </a:lnTo>
                <a:lnTo>
                  <a:pt x="2221" y="1658"/>
                </a:lnTo>
                <a:lnTo>
                  <a:pt x="2221" y="1659"/>
                </a:lnTo>
                <a:lnTo>
                  <a:pt x="2221" y="1660"/>
                </a:lnTo>
                <a:lnTo>
                  <a:pt x="2219" y="1661"/>
                </a:lnTo>
                <a:lnTo>
                  <a:pt x="2218" y="1662"/>
                </a:lnTo>
                <a:lnTo>
                  <a:pt x="2218" y="1663"/>
                </a:lnTo>
                <a:lnTo>
                  <a:pt x="2217" y="1664"/>
                </a:lnTo>
                <a:lnTo>
                  <a:pt x="2217" y="1665"/>
                </a:lnTo>
                <a:lnTo>
                  <a:pt x="2217" y="1666"/>
                </a:lnTo>
                <a:lnTo>
                  <a:pt x="2218" y="1666"/>
                </a:lnTo>
                <a:lnTo>
                  <a:pt x="2219" y="1666"/>
                </a:lnTo>
                <a:lnTo>
                  <a:pt x="2219" y="1667"/>
                </a:lnTo>
                <a:lnTo>
                  <a:pt x="2220" y="1669"/>
                </a:lnTo>
                <a:lnTo>
                  <a:pt x="2220" y="1670"/>
                </a:lnTo>
                <a:lnTo>
                  <a:pt x="2220" y="1672"/>
                </a:lnTo>
                <a:lnTo>
                  <a:pt x="2220" y="1673"/>
                </a:lnTo>
                <a:lnTo>
                  <a:pt x="2219" y="1674"/>
                </a:lnTo>
                <a:lnTo>
                  <a:pt x="2218" y="1674"/>
                </a:lnTo>
                <a:lnTo>
                  <a:pt x="2218" y="1675"/>
                </a:lnTo>
                <a:lnTo>
                  <a:pt x="2217" y="1675"/>
                </a:lnTo>
                <a:lnTo>
                  <a:pt x="2216" y="1675"/>
                </a:lnTo>
                <a:lnTo>
                  <a:pt x="2214" y="1675"/>
                </a:lnTo>
                <a:lnTo>
                  <a:pt x="2214" y="1676"/>
                </a:lnTo>
                <a:lnTo>
                  <a:pt x="2212" y="1676"/>
                </a:lnTo>
                <a:lnTo>
                  <a:pt x="2211" y="1676"/>
                </a:lnTo>
                <a:lnTo>
                  <a:pt x="2210" y="1675"/>
                </a:lnTo>
                <a:lnTo>
                  <a:pt x="2208" y="1675"/>
                </a:lnTo>
                <a:lnTo>
                  <a:pt x="2207" y="1674"/>
                </a:lnTo>
                <a:lnTo>
                  <a:pt x="2206" y="1674"/>
                </a:lnTo>
                <a:lnTo>
                  <a:pt x="2205" y="1674"/>
                </a:lnTo>
                <a:lnTo>
                  <a:pt x="2205" y="1673"/>
                </a:lnTo>
                <a:lnTo>
                  <a:pt x="2205" y="1674"/>
                </a:lnTo>
                <a:lnTo>
                  <a:pt x="2204" y="1674"/>
                </a:lnTo>
                <a:lnTo>
                  <a:pt x="2203" y="1675"/>
                </a:lnTo>
                <a:lnTo>
                  <a:pt x="2202" y="1675"/>
                </a:lnTo>
                <a:lnTo>
                  <a:pt x="2201" y="1675"/>
                </a:lnTo>
                <a:lnTo>
                  <a:pt x="2199" y="1676"/>
                </a:lnTo>
                <a:lnTo>
                  <a:pt x="2197" y="1677"/>
                </a:lnTo>
                <a:lnTo>
                  <a:pt x="2194" y="1677"/>
                </a:lnTo>
                <a:lnTo>
                  <a:pt x="2193" y="1677"/>
                </a:lnTo>
                <a:lnTo>
                  <a:pt x="2192" y="1677"/>
                </a:lnTo>
                <a:lnTo>
                  <a:pt x="2189" y="1677"/>
                </a:lnTo>
                <a:lnTo>
                  <a:pt x="2188" y="1677"/>
                </a:lnTo>
                <a:lnTo>
                  <a:pt x="2187" y="1677"/>
                </a:lnTo>
                <a:lnTo>
                  <a:pt x="2186" y="1676"/>
                </a:lnTo>
                <a:lnTo>
                  <a:pt x="2185" y="1675"/>
                </a:lnTo>
                <a:lnTo>
                  <a:pt x="2185" y="1676"/>
                </a:lnTo>
                <a:lnTo>
                  <a:pt x="2184" y="1678"/>
                </a:lnTo>
                <a:lnTo>
                  <a:pt x="2183" y="1679"/>
                </a:lnTo>
                <a:lnTo>
                  <a:pt x="2183" y="1680"/>
                </a:lnTo>
                <a:lnTo>
                  <a:pt x="2182" y="1680"/>
                </a:lnTo>
                <a:lnTo>
                  <a:pt x="2181" y="1681"/>
                </a:lnTo>
                <a:lnTo>
                  <a:pt x="2180" y="1681"/>
                </a:lnTo>
                <a:lnTo>
                  <a:pt x="2179" y="1680"/>
                </a:lnTo>
                <a:lnTo>
                  <a:pt x="2178" y="1680"/>
                </a:lnTo>
                <a:lnTo>
                  <a:pt x="2177" y="1681"/>
                </a:lnTo>
                <a:lnTo>
                  <a:pt x="2176" y="1681"/>
                </a:lnTo>
                <a:lnTo>
                  <a:pt x="2176" y="1682"/>
                </a:lnTo>
                <a:lnTo>
                  <a:pt x="2176" y="1683"/>
                </a:lnTo>
                <a:lnTo>
                  <a:pt x="2176" y="1684"/>
                </a:lnTo>
                <a:lnTo>
                  <a:pt x="2176" y="1685"/>
                </a:lnTo>
                <a:lnTo>
                  <a:pt x="2175" y="1686"/>
                </a:lnTo>
                <a:lnTo>
                  <a:pt x="2174" y="1686"/>
                </a:lnTo>
                <a:lnTo>
                  <a:pt x="2173" y="1686"/>
                </a:lnTo>
                <a:lnTo>
                  <a:pt x="2171" y="1687"/>
                </a:lnTo>
                <a:lnTo>
                  <a:pt x="2169" y="1689"/>
                </a:lnTo>
                <a:lnTo>
                  <a:pt x="2168" y="1689"/>
                </a:lnTo>
                <a:lnTo>
                  <a:pt x="2167" y="1691"/>
                </a:lnTo>
                <a:lnTo>
                  <a:pt x="2166" y="1692"/>
                </a:lnTo>
                <a:lnTo>
                  <a:pt x="2165" y="1693"/>
                </a:lnTo>
                <a:lnTo>
                  <a:pt x="2165" y="1694"/>
                </a:lnTo>
                <a:lnTo>
                  <a:pt x="2165" y="1695"/>
                </a:lnTo>
                <a:lnTo>
                  <a:pt x="2164" y="1696"/>
                </a:lnTo>
                <a:lnTo>
                  <a:pt x="2164" y="1698"/>
                </a:lnTo>
                <a:lnTo>
                  <a:pt x="2165" y="1701"/>
                </a:lnTo>
                <a:lnTo>
                  <a:pt x="2166" y="1701"/>
                </a:lnTo>
                <a:lnTo>
                  <a:pt x="2166" y="1703"/>
                </a:lnTo>
                <a:lnTo>
                  <a:pt x="2167" y="1704"/>
                </a:lnTo>
                <a:lnTo>
                  <a:pt x="2167" y="1705"/>
                </a:lnTo>
                <a:lnTo>
                  <a:pt x="2168" y="1706"/>
                </a:lnTo>
                <a:lnTo>
                  <a:pt x="2168" y="1707"/>
                </a:lnTo>
                <a:lnTo>
                  <a:pt x="2169" y="1708"/>
                </a:lnTo>
                <a:lnTo>
                  <a:pt x="2169" y="1709"/>
                </a:lnTo>
                <a:lnTo>
                  <a:pt x="2168" y="1711"/>
                </a:lnTo>
                <a:lnTo>
                  <a:pt x="2168" y="1712"/>
                </a:lnTo>
                <a:lnTo>
                  <a:pt x="2169" y="1714"/>
                </a:lnTo>
                <a:lnTo>
                  <a:pt x="2169" y="1715"/>
                </a:lnTo>
                <a:lnTo>
                  <a:pt x="2170" y="1716"/>
                </a:lnTo>
                <a:lnTo>
                  <a:pt x="2170" y="1718"/>
                </a:lnTo>
                <a:lnTo>
                  <a:pt x="2171" y="1718"/>
                </a:lnTo>
                <a:lnTo>
                  <a:pt x="2171" y="1719"/>
                </a:lnTo>
                <a:lnTo>
                  <a:pt x="2171" y="1721"/>
                </a:lnTo>
                <a:lnTo>
                  <a:pt x="2171" y="1722"/>
                </a:lnTo>
                <a:lnTo>
                  <a:pt x="2170" y="1723"/>
                </a:lnTo>
                <a:lnTo>
                  <a:pt x="2169" y="1723"/>
                </a:lnTo>
                <a:lnTo>
                  <a:pt x="2168" y="1722"/>
                </a:lnTo>
                <a:lnTo>
                  <a:pt x="2167" y="1722"/>
                </a:lnTo>
                <a:lnTo>
                  <a:pt x="2166" y="1723"/>
                </a:lnTo>
                <a:lnTo>
                  <a:pt x="2165" y="1723"/>
                </a:lnTo>
                <a:lnTo>
                  <a:pt x="2164" y="1723"/>
                </a:lnTo>
                <a:lnTo>
                  <a:pt x="2164" y="1722"/>
                </a:lnTo>
                <a:lnTo>
                  <a:pt x="2163" y="1722"/>
                </a:lnTo>
                <a:lnTo>
                  <a:pt x="2159" y="1722"/>
                </a:lnTo>
                <a:lnTo>
                  <a:pt x="2158" y="1722"/>
                </a:lnTo>
                <a:lnTo>
                  <a:pt x="2157" y="1722"/>
                </a:lnTo>
                <a:lnTo>
                  <a:pt x="2156" y="1721"/>
                </a:lnTo>
                <a:lnTo>
                  <a:pt x="2156" y="1722"/>
                </a:lnTo>
                <a:lnTo>
                  <a:pt x="2157" y="1723"/>
                </a:lnTo>
                <a:lnTo>
                  <a:pt x="2157" y="1724"/>
                </a:lnTo>
                <a:lnTo>
                  <a:pt x="2158" y="1725"/>
                </a:lnTo>
                <a:lnTo>
                  <a:pt x="2159" y="1726"/>
                </a:lnTo>
                <a:lnTo>
                  <a:pt x="2160" y="1727"/>
                </a:lnTo>
                <a:lnTo>
                  <a:pt x="2161" y="1728"/>
                </a:lnTo>
                <a:lnTo>
                  <a:pt x="2161" y="1729"/>
                </a:lnTo>
                <a:lnTo>
                  <a:pt x="2162" y="1729"/>
                </a:lnTo>
                <a:lnTo>
                  <a:pt x="2163" y="1729"/>
                </a:lnTo>
                <a:lnTo>
                  <a:pt x="2164" y="1728"/>
                </a:lnTo>
                <a:lnTo>
                  <a:pt x="2164" y="1729"/>
                </a:lnTo>
                <a:lnTo>
                  <a:pt x="2165" y="1729"/>
                </a:lnTo>
                <a:lnTo>
                  <a:pt x="2165" y="1730"/>
                </a:lnTo>
                <a:lnTo>
                  <a:pt x="2165" y="1731"/>
                </a:lnTo>
                <a:lnTo>
                  <a:pt x="2166" y="1732"/>
                </a:lnTo>
                <a:lnTo>
                  <a:pt x="2167" y="1732"/>
                </a:lnTo>
                <a:lnTo>
                  <a:pt x="2167" y="1733"/>
                </a:lnTo>
                <a:lnTo>
                  <a:pt x="2168" y="1734"/>
                </a:lnTo>
                <a:lnTo>
                  <a:pt x="2169" y="1735"/>
                </a:lnTo>
                <a:lnTo>
                  <a:pt x="2170" y="1736"/>
                </a:lnTo>
                <a:lnTo>
                  <a:pt x="2170" y="1737"/>
                </a:lnTo>
                <a:lnTo>
                  <a:pt x="2170" y="1738"/>
                </a:lnTo>
                <a:lnTo>
                  <a:pt x="2170" y="1739"/>
                </a:lnTo>
                <a:lnTo>
                  <a:pt x="2169" y="1740"/>
                </a:lnTo>
                <a:lnTo>
                  <a:pt x="2169" y="1741"/>
                </a:lnTo>
                <a:lnTo>
                  <a:pt x="2170" y="1742"/>
                </a:lnTo>
                <a:lnTo>
                  <a:pt x="2170" y="1743"/>
                </a:lnTo>
                <a:lnTo>
                  <a:pt x="2170" y="1745"/>
                </a:lnTo>
                <a:lnTo>
                  <a:pt x="2170" y="1747"/>
                </a:lnTo>
                <a:lnTo>
                  <a:pt x="2170" y="1748"/>
                </a:lnTo>
                <a:lnTo>
                  <a:pt x="2170" y="1749"/>
                </a:lnTo>
                <a:lnTo>
                  <a:pt x="2170" y="1750"/>
                </a:lnTo>
                <a:lnTo>
                  <a:pt x="2168" y="1752"/>
                </a:lnTo>
                <a:lnTo>
                  <a:pt x="2167" y="1752"/>
                </a:lnTo>
                <a:lnTo>
                  <a:pt x="2166" y="1752"/>
                </a:lnTo>
                <a:lnTo>
                  <a:pt x="2166" y="1753"/>
                </a:lnTo>
                <a:lnTo>
                  <a:pt x="2165" y="1754"/>
                </a:lnTo>
                <a:lnTo>
                  <a:pt x="2161" y="1757"/>
                </a:lnTo>
                <a:lnTo>
                  <a:pt x="2160" y="1757"/>
                </a:lnTo>
                <a:lnTo>
                  <a:pt x="2159" y="1755"/>
                </a:lnTo>
                <a:lnTo>
                  <a:pt x="2158" y="1755"/>
                </a:lnTo>
                <a:lnTo>
                  <a:pt x="2159" y="1755"/>
                </a:lnTo>
                <a:lnTo>
                  <a:pt x="2159" y="1754"/>
                </a:lnTo>
                <a:lnTo>
                  <a:pt x="2158" y="1754"/>
                </a:lnTo>
                <a:lnTo>
                  <a:pt x="2157" y="1754"/>
                </a:lnTo>
                <a:lnTo>
                  <a:pt x="2156" y="1756"/>
                </a:lnTo>
                <a:lnTo>
                  <a:pt x="2155" y="1757"/>
                </a:lnTo>
                <a:lnTo>
                  <a:pt x="2155" y="1758"/>
                </a:lnTo>
                <a:lnTo>
                  <a:pt x="2155" y="1759"/>
                </a:lnTo>
                <a:lnTo>
                  <a:pt x="2155" y="1760"/>
                </a:lnTo>
                <a:lnTo>
                  <a:pt x="2154" y="1761"/>
                </a:lnTo>
                <a:lnTo>
                  <a:pt x="2151" y="1762"/>
                </a:lnTo>
                <a:lnTo>
                  <a:pt x="2151" y="1763"/>
                </a:lnTo>
                <a:lnTo>
                  <a:pt x="2148" y="1762"/>
                </a:lnTo>
                <a:lnTo>
                  <a:pt x="2147" y="1763"/>
                </a:lnTo>
                <a:lnTo>
                  <a:pt x="2146" y="1763"/>
                </a:lnTo>
                <a:lnTo>
                  <a:pt x="2146" y="1764"/>
                </a:lnTo>
                <a:lnTo>
                  <a:pt x="2145" y="1765"/>
                </a:lnTo>
                <a:lnTo>
                  <a:pt x="2145" y="1766"/>
                </a:lnTo>
                <a:lnTo>
                  <a:pt x="2144" y="1766"/>
                </a:lnTo>
                <a:lnTo>
                  <a:pt x="2144" y="1765"/>
                </a:lnTo>
                <a:lnTo>
                  <a:pt x="2143" y="1765"/>
                </a:lnTo>
                <a:lnTo>
                  <a:pt x="2142" y="1765"/>
                </a:lnTo>
                <a:lnTo>
                  <a:pt x="2141" y="1765"/>
                </a:lnTo>
                <a:lnTo>
                  <a:pt x="2140" y="1765"/>
                </a:lnTo>
                <a:lnTo>
                  <a:pt x="2140" y="1766"/>
                </a:lnTo>
                <a:lnTo>
                  <a:pt x="2140" y="1767"/>
                </a:lnTo>
                <a:lnTo>
                  <a:pt x="2139" y="1767"/>
                </a:lnTo>
                <a:lnTo>
                  <a:pt x="2138" y="1767"/>
                </a:lnTo>
                <a:lnTo>
                  <a:pt x="2137" y="1766"/>
                </a:lnTo>
                <a:lnTo>
                  <a:pt x="2136" y="1766"/>
                </a:lnTo>
                <a:lnTo>
                  <a:pt x="2135" y="1766"/>
                </a:lnTo>
                <a:lnTo>
                  <a:pt x="2133" y="1764"/>
                </a:lnTo>
                <a:lnTo>
                  <a:pt x="2133" y="1763"/>
                </a:lnTo>
                <a:lnTo>
                  <a:pt x="2132" y="1763"/>
                </a:lnTo>
                <a:lnTo>
                  <a:pt x="2132" y="1762"/>
                </a:lnTo>
                <a:lnTo>
                  <a:pt x="2131" y="1761"/>
                </a:lnTo>
                <a:lnTo>
                  <a:pt x="2129" y="1760"/>
                </a:lnTo>
                <a:lnTo>
                  <a:pt x="2129" y="1759"/>
                </a:lnTo>
                <a:lnTo>
                  <a:pt x="2128" y="1759"/>
                </a:lnTo>
                <a:lnTo>
                  <a:pt x="2128" y="1760"/>
                </a:lnTo>
                <a:lnTo>
                  <a:pt x="2128" y="1761"/>
                </a:lnTo>
                <a:lnTo>
                  <a:pt x="2127" y="1762"/>
                </a:lnTo>
                <a:lnTo>
                  <a:pt x="2125" y="1764"/>
                </a:lnTo>
                <a:lnTo>
                  <a:pt x="2125" y="1765"/>
                </a:lnTo>
                <a:lnTo>
                  <a:pt x="2124" y="1765"/>
                </a:lnTo>
                <a:lnTo>
                  <a:pt x="2122" y="1767"/>
                </a:lnTo>
                <a:lnTo>
                  <a:pt x="2121" y="1767"/>
                </a:lnTo>
                <a:lnTo>
                  <a:pt x="2120" y="1766"/>
                </a:lnTo>
                <a:lnTo>
                  <a:pt x="2119" y="1766"/>
                </a:lnTo>
                <a:lnTo>
                  <a:pt x="2118" y="1767"/>
                </a:lnTo>
                <a:lnTo>
                  <a:pt x="2117" y="1766"/>
                </a:lnTo>
                <a:lnTo>
                  <a:pt x="2118" y="1766"/>
                </a:lnTo>
                <a:lnTo>
                  <a:pt x="2120" y="1763"/>
                </a:lnTo>
                <a:lnTo>
                  <a:pt x="2120" y="1762"/>
                </a:lnTo>
                <a:lnTo>
                  <a:pt x="2120" y="1760"/>
                </a:lnTo>
                <a:lnTo>
                  <a:pt x="2120" y="1759"/>
                </a:lnTo>
                <a:lnTo>
                  <a:pt x="2119" y="1759"/>
                </a:lnTo>
                <a:lnTo>
                  <a:pt x="2118" y="1758"/>
                </a:lnTo>
                <a:lnTo>
                  <a:pt x="2117" y="1758"/>
                </a:lnTo>
                <a:lnTo>
                  <a:pt x="2116" y="1757"/>
                </a:lnTo>
                <a:lnTo>
                  <a:pt x="2115" y="1757"/>
                </a:lnTo>
                <a:lnTo>
                  <a:pt x="2116" y="1757"/>
                </a:lnTo>
                <a:lnTo>
                  <a:pt x="2115" y="1757"/>
                </a:lnTo>
                <a:lnTo>
                  <a:pt x="2114" y="1757"/>
                </a:lnTo>
                <a:lnTo>
                  <a:pt x="2112" y="1757"/>
                </a:lnTo>
                <a:lnTo>
                  <a:pt x="2110" y="1757"/>
                </a:lnTo>
                <a:lnTo>
                  <a:pt x="2110" y="1758"/>
                </a:lnTo>
                <a:lnTo>
                  <a:pt x="2109" y="1758"/>
                </a:lnTo>
                <a:lnTo>
                  <a:pt x="2108" y="1760"/>
                </a:lnTo>
                <a:lnTo>
                  <a:pt x="2108" y="1762"/>
                </a:lnTo>
                <a:lnTo>
                  <a:pt x="2108" y="1763"/>
                </a:lnTo>
                <a:lnTo>
                  <a:pt x="2107" y="1764"/>
                </a:lnTo>
                <a:lnTo>
                  <a:pt x="2106" y="1764"/>
                </a:lnTo>
                <a:lnTo>
                  <a:pt x="2105" y="1764"/>
                </a:lnTo>
                <a:lnTo>
                  <a:pt x="2105" y="1765"/>
                </a:lnTo>
                <a:lnTo>
                  <a:pt x="2105" y="1766"/>
                </a:lnTo>
                <a:lnTo>
                  <a:pt x="2104" y="1766"/>
                </a:lnTo>
                <a:lnTo>
                  <a:pt x="2103" y="1766"/>
                </a:lnTo>
                <a:lnTo>
                  <a:pt x="2103" y="1767"/>
                </a:lnTo>
                <a:lnTo>
                  <a:pt x="2102" y="1767"/>
                </a:lnTo>
                <a:lnTo>
                  <a:pt x="2102" y="1768"/>
                </a:lnTo>
                <a:lnTo>
                  <a:pt x="2101" y="1768"/>
                </a:lnTo>
                <a:lnTo>
                  <a:pt x="2100" y="1769"/>
                </a:lnTo>
                <a:lnTo>
                  <a:pt x="2100" y="1770"/>
                </a:lnTo>
                <a:lnTo>
                  <a:pt x="2099" y="1770"/>
                </a:lnTo>
                <a:lnTo>
                  <a:pt x="2100" y="1771"/>
                </a:lnTo>
                <a:lnTo>
                  <a:pt x="2100" y="1772"/>
                </a:lnTo>
                <a:lnTo>
                  <a:pt x="2099" y="1773"/>
                </a:lnTo>
                <a:lnTo>
                  <a:pt x="2099" y="1774"/>
                </a:lnTo>
                <a:lnTo>
                  <a:pt x="2099" y="1776"/>
                </a:lnTo>
                <a:lnTo>
                  <a:pt x="2098" y="1777"/>
                </a:lnTo>
                <a:lnTo>
                  <a:pt x="2099" y="1778"/>
                </a:lnTo>
                <a:lnTo>
                  <a:pt x="2098" y="1779"/>
                </a:lnTo>
                <a:lnTo>
                  <a:pt x="2098" y="1780"/>
                </a:lnTo>
                <a:lnTo>
                  <a:pt x="2098" y="1781"/>
                </a:lnTo>
                <a:lnTo>
                  <a:pt x="2097" y="1781"/>
                </a:lnTo>
                <a:lnTo>
                  <a:pt x="2097" y="1782"/>
                </a:lnTo>
                <a:lnTo>
                  <a:pt x="2096" y="1781"/>
                </a:lnTo>
                <a:lnTo>
                  <a:pt x="2095" y="1780"/>
                </a:lnTo>
                <a:lnTo>
                  <a:pt x="2094" y="1780"/>
                </a:lnTo>
                <a:lnTo>
                  <a:pt x="2094" y="1781"/>
                </a:lnTo>
                <a:lnTo>
                  <a:pt x="2093" y="1782"/>
                </a:lnTo>
                <a:lnTo>
                  <a:pt x="2092" y="1781"/>
                </a:lnTo>
                <a:lnTo>
                  <a:pt x="2091" y="1781"/>
                </a:lnTo>
                <a:lnTo>
                  <a:pt x="2090" y="1781"/>
                </a:lnTo>
                <a:lnTo>
                  <a:pt x="2090" y="1782"/>
                </a:lnTo>
                <a:lnTo>
                  <a:pt x="2088" y="1784"/>
                </a:lnTo>
                <a:lnTo>
                  <a:pt x="2088" y="1785"/>
                </a:lnTo>
                <a:lnTo>
                  <a:pt x="2088" y="1787"/>
                </a:lnTo>
                <a:lnTo>
                  <a:pt x="2089" y="1788"/>
                </a:lnTo>
                <a:lnTo>
                  <a:pt x="2090" y="1789"/>
                </a:lnTo>
                <a:lnTo>
                  <a:pt x="2091" y="1790"/>
                </a:lnTo>
                <a:lnTo>
                  <a:pt x="2091" y="1791"/>
                </a:lnTo>
                <a:lnTo>
                  <a:pt x="2090" y="1792"/>
                </a:lnTo>
                <a:lnTo>
                  <a:pt x="2089" y="1794"/>
                </a:lnTo>
                <a:lnTo>
                  <a:pt x="2089" y="1795"/>
                </a:lnTo>
                <a:lnTo>
                  <a:pt x="2088" y="1795"/>
                </a:lnTo>
                <a:lnTo>
                  <a:pt x="2088" y="1796"/>
                </a:lnTo>
                <a:lnTo>
                  <a:pt x="2086" y="1796"/>
                </a:lnTo>
                <a:lnTo>
                  <a:pt x="2086" y="1795"/>
                </a:lnTo>
                <a:lnTo>
                  <a:pt x="2083" y="1795"/>
                </a:lnTo>
                <a:lnTo>
                  <a:pt x="2081" y="1796"/>
                </a:lnTo>
                <a:lnTo>
                  <a:pt x="2079" y="1797"/>
                </a:lnTo>
                <a:lnTo>
                  <a:pt x="2079" y="1796"/>
                </a:lnTo>
                <a:lnTo>
                  <a:pt x="2078" y="1795"/>
                </a:lnTo>
                <a:lnTo>
                  <a:pt x="2078" y="1794"/>
                </a:lnTo>
                <a:lnTo>
                  <a:pt x="2077" y="1793"/>
                </a:lnTo>
                <a:lnTo>
                  <a:pt x="2077" y="1792"/>
                </a:lnTo>
                <a:lnTo>
                  <a:pt x="2077" y="1791"/>
                </a:lnTo>
                <a:lnTo>
                  <a:pt x="2077" y="1789"/>
                </a:lnTo>
                <a:lnTo>
                  <a:pt x="2076" y="1789"/>
                </a:lnTo>
                <a:lnTo>
                  <a:pt x="2073" y="1785"/>
                </a:lnTo>
                <a:lnTo>
                  <a:pt x="2073" y="1784"/>
                </a:lnTo>
                <a:lnTo>
                  <a:pt x="2072" y="1784"/>
                </a:lnTo>
                <a:lnTo>
                  <a:pt x="2072" y="1783"/>
                </a:lnTo>
                <a:lnTo>
                  <a:pt x="2071" y="1783"/>
                </a:lnTo>
                <a:lnTo>
                  <a:pt x="2071" y="1782"/>
                </a:lnTo>
                <a:lnTo>
                  <a:pt x="2070" y="1781"/>
                </a:lnTo>
                <a:lnTo>
                  <a:pt x="2070" y="1780"/>
                </a:lnTo>
                <a:lnTo>
                  <a:pt x="2069" y="1780"/>
                </a:lnTo>
                <a:lnTo>
                  <a:pt x="2069" y="1779"/>
                </a:lnTo>
                <a:lnTo>
                  <a:pt x="2068" y="1778"/>
                </a:lnTo>
                <a:lnTo>
                  <a:pt x="2068" y="1777"/>
                </a:lnTo>
                <a:lnTo>
                  <a:pt x="2068" y="1776"/>
                </a:lnTo>
                <a:lnTo>
                  <a:pt x="2067" y="1776"/>
                </a:lnTo>
                <a:lnTo>
                  <a:pt x="2067" y="1774"/>
                </a:lnTo>
                <a:lnTo>
                  <a:pt x="2066" y="1774"/>
                </a:lnTo>
                <a:lnTo>
                  <a:pt x="2066" y="1773"/>
                </a:lnTo>
                <a:lnTo>
                  <a:pt x="2066" y="1772"/>
                </a:lnTo>
                <a:lnTo>
                  <a:pt x="2066" y="1771"/>
                </a:lnTo>
                <a:lnTo>
                  <a:pt x="2065" y="1772"/>
                </a:lnTo>
                <a:lnTo>
                  <a:pt x="2064" y="1773"/>
                </a:lnTo>
                <a:lnTo>
                  <a:pt x="2063" y="1773"/>
                </a:lnTo>
                <a:lnTo>
                  <a:pt x="2062" y="1773"/>
                </a:lnTo>
                <a:lnTo>
                  <a:pt x="2062" y="1774"/>
                </a:lnTo>
                <a:lnTo>
                  <a:pt x="2061" y="1774"/>
                </a:lnTo>
                <a:lnTo>
                  <a:pt x="2060" y="1774"/>
                </a:lnTo>
                <a:lnTo>
                  <a:pt x="2059" y="1774"/>
                </a:lnTo>
                <a:lnTo>
                  <a:pt x="2058" y="1775"/>
                </a:lnTo>
                <a:lnTo>
                  <a:pt x="2058" y="1774"/>
                </a:lnTo>
                <a:lnTo>
                  <a:pt x="2057" y="1774"/>
                </a:lnTo>
                <a:lnTo>
                  <a:pt x="2056" y="1775"/>
                </a:lnTo>
                <a:lnTo>
                  <a:pt x="2055" y="1776"/>
                </a:lnTo>
                <a:lnTo>
                  <a:pt x="2055" y="1777"/>
                </a:lnTo>
                <a:lnTo>
                  <a:pt x="2054" y="1778"/>
                </a:lnTo>
                <a:lnTo>
                  <a:pt x="2053" y="1778"/>
                </a:lnTo>
                <a:lnTo>
                  <a:pt x="2052" y="1778"/>
                </a:lnTo>
                <a:lnTo>
                  <a:pt x="2052" y="1779"/>
                </a:lnTo>
                <a:lnTo>
                  <a:pt x="2053" y="1779"/>
                </a:lnTo>
                <a:lnTo>
                  <a:pt x="2053" y="1780"/>
                </a:lnTo>
                <a:lnTo>
                  <a:pt x="2052" y="1781"/>
                </a:lnTo>
                <a:lnTo>
                  <a:pt x="2050" y="1783"/>
                </a:lnTo>
                <a:lnTo>
                  <a:pt x="2049" y="1783"/>
                </a:lnTo>
                <a:lnTo>
                  <a:pt x="2048" y="1783"/>
                </a:lnTo>
                <a:lnTo>
                  <a:pt x="2047" y="1783"/>
                </a:lnTo>
                <a:lnTo>
                  <a:pt x="2047" y="1782"/>
                </a:lnTo>
                <a:lnTo>
                  <a:pt x="2046" y="1782"/>
                </a:lnTo>
                <a:lnTo>
                  <a:pt x="2045" y="1784"/>
                </a:lnTo>
                <a:lnTo>
                  <a:pt x="2045" y="1785"/>
                </a:lnTo>
                <a:lnTo>
                  <a:pt x="2045" y="1786"/>
                </a:lnTo>
                <a:lnTo>
                  <a:pt x="2044" y="1787"/>
                </a:lnTo>
                <a:lnTo>
                  <a:pt x="2042" y="1788"/>
                </a:lnTo>
                <a:lnTo>
                  <a:pt x="2039" y="1792"/>
                </a:lnTo>
                <a:lnTo>
                  <a:pt x="2038" y="1793"/>
                </a:lnTo>
                <a:lnTo>
                  <a:pt x="2036" y="1794"/>
                </a:lnTo>
                <a:lnTo>
                  <a:pt x="2035" y="1795"/>
                </a:lnTo>
                <a:lnTo>
                  <a:pt x="2034" y="1795"/>
                </a:lnTo>
                <a:lnTo>
                  <a:pt x="2034" y="1796"/>
                </a:lnTo>
                <a:lnTo>
                  <a:pt x="2032" y="1798"/>
                </a:lnTo>
                <a:lnTo>
                  <a:pt x="2030" y="1799"/>
                </a:lnTo>
                <a:lnTo>
                  <a:pt x="2030" y="1800"/>
                </a:lnTo>
                <a:lnTo>
                  <a:pt x="2029" y="1800"/>
                </a:lnTo>
                <a:lnTo>
                  <a:pt x="2028" y="1801"/>
                </a:lnTo>
                <a:lnTo>
                  <a:pt x="2028" y="1802"/>
                </a:lnTo>
                <a:lnTo>
                  <a:pt x="2026" y="1803"/>
                </a:lnTo>
                <a:lnTo>
                  <a:pt x="2025" y="1804"/>
                </a:lnTo>
                <a:lnTo>
                  <a:pt x="2024" y="1804"/>
                </a:lnTo>
                <a:lnTo>
                  <a:pt x="2023" y="1805"/>
                </a:lnTo>
                <a:lnTo>
                  <a:pt x="2022" y="1805"/>
                </a:lnTo>
                <a:lnTo>
                  <a:pt x="2022" y="1806"/>
                </a:lnTo>
                <a:lnTo>
                  <a:pt x="2021" y="1806"/>
                </a:lnTo>
                <a:lnTo>
                  <a:pt x="2018" y="1807"/>
                </a:lnTo>
                <a:lnTo>
                  <a:pt x="2018" y="1808"/>
                </a:lnTo>
                <a:lnTo>
                  <a:pt x="2017" y="1808"/>
                </a:lnTo>
                <a:lnTo>
                  <a:pt x="2016" y="1809"/>
                </a:lnTo>
                <a:lnTo>
                  <a:pt x="2015" y="1809"/>
                </a:lnTo>
                <a:lnTo>
                  <a:pt x="2014" y="1811"/>
                </a:lnTo>
                <a:lnTo>
                  <a:pt x="2012" y="1811"/>
                </a:lnTo>
                <a:lnTo>
                  <a:pt x="2011" y="1812"/>
                </a:lnTo>
                <a:lnTo>
                  <a:pt x="2008" y="1813"/>
                </a:lnTo>
                <a:lnTo>
                  <a:pt x="2007" y="1814"/>
                </a:lnTo>
                <a:lnTo>
                  <a:pt x="2006" y="1814"/>
                </a:lnTo>
                <a:lnTo>
                  <a:pt x="2005" y="1814"/>
                </a:lnTo>
                <a:lnTo>
                  <a:pt x="2004" y="1815"/>
                </a:lnTo>
                <a:lnTo>
                  <a:pt x="2003" y="1815"/>
                </a:lnTo>
                <a:lnTo>
                  <a:pt x="2002" y="1816"/>
                </a:lnTo>
                <a:lnTo>
                  <a:pt x="2003" y="1818"/>
                </a:lnTo>
                <a:lnTo>
                  <a:pt x="2005" y="1819"/>
                </a:lnTo>
                <a:lnTo>
                  <a:pt x="2005" y="1820"/>
                </a:lnTo>
                <a:lnTo>
                  <a:pt x="2006" y="1820"/>
                </a:lnTo>
                <a:lnTo>
                  <a:pt x="2007" y="1820"/>
                </a:lnTo>
                <a:lnTo>
                  <a:pt x="2007" y="1821"/>
                </a:lnTo>
                <a:lnTo>
                  <a:pt x="2008" y="1821"/>
                </a:lnTo>
                <a:lnTo>
                  <a:pt x="2008" y="1822"/>
                </a:lnTo>
                <a:lnTo>
                  <a:pt x="2008" y="1824"/>
                </a:lnTo>
                <a:lnTo>
                  <a:pt x="2007" y="1826"/>
                </a:lnTo>
                <a:lnTo>
                  <a:pt x="2007" y="1827"/>
                </a:lnTo>
                <a:lnTo>
                  <a:pt x="2008" y="1827"/>
                </a:lnTo>
                <a:lnTo>
                  <a:pt x="2008" y="1828"/>
                </a:lnTo>
                <a:lnTo>
                  <a:pt x="2009" y="1828"/>
                </a:lnTo>
                <a:lnTo>
                  <a:pt x="2009" y="1829"/>
                </a:lnTo>
                <a:lnTo>
                  <a:pt x="2010" y="1830"/>
                </a:lnTo>
                <a:lnTo>
                  <a:pt x="2011" y="1831"/>
                </a:lnTo>
                <a:lnTo>
                  <a:pt x="2010" y="1832"/>
                </a:lnTo>
                <a:lnTo>
                  <a:pt x="2009" y="1832"/>
                </a:lnTo>
                <a:lnTo>
                  <a:pt x="2007" y="1833"/>
                </a:lnTo>
                <a:lnTo>
                  <a:pt x="2006" y="1833"/>
                </a:lnTo>
                <a:lnTo>
                  <a:pt x="2004" y="1833"/>
                </a:lnTo>
                <a:lnTo>
                  <a:pt x="2003" y="1833"/>
                </a:lnTo>
                <a:lnTo>
                  <a:pt x="2003" y="1832"/>
                </a:lnTo>
                <a:lnTo>
                  <a:pt x="2002" y="1830"/>
                </a:lnTo>
                <a:lnTo>
                  <a:pt x="2000" y="1829"/>
                </a:lnTo>
                <a:lnTo>
                  <a:pt x="1998" y="1830"/>
                </a:lnTo>
                <a:lnTo>
                  <a:pt x="1999" y="1831"/>
                </a:lnTo>
                <a:lnTo>
                  <a:pt x="1999" y="1833"/>
                </a:lnTo>
                <a:lnTo>
                  <a:pt x="1999" y="1834"/>
                </a:lnTo>
                <a:lnTo>
                  <a:pt x="1999" y="1835"/>
                </a:lnTo>
                <a:lnTo>
                  <a:pt x="1998" y="1835"/>
                </a:lnTo>
                <a:lnTo>
                  <a:pt x="1998" y="1836"/>
                </a:lnTo>
                <a:lnTo>
                  <a:pt x="1996" y="1836"/>
                </a:lnTo>
                <a:lnTo>
                  <a:pt x="1993" y="1837"/>
                </a:lnTo>
                <a:lnTo>
                  <a:pt x="1992" y="1838"/>
                </a:lnTo>
                <a:lnTo>
                  <a:pt x="1992" y="1836"/>
                </a:lnTo>
                <a:lnTo>
                  <a:pt x="1992" y="1834"/>
                </a:lnTo>
                <a:lnTo>
                  <a:pt x="1992" y="1833"/>
                </a:lnTo>
                <a:lnTo>
                  <a:pt x="1991" y="1833"/>
                </a:lnTo>
                <a:lnTo>
                  <a:pt x="1989" y="1833"/>
                </a:lnTo>
                <a:lnTo>
                  <a:pt x="1988" y="1833"/>
                </a:lnTo>
                <a:lnTo>
                  <a:pt x="1986" y="1833"/>
                </a:lnTo>
                <a:lnTo>
                  <a:pt x="1986" y="1832"/>
                </a:lnTo>
                <a:lnTo>
                  <a:pt x="1985" y="1831"/>
                </a:lnTo>
                <a:lnTo>
                  <a:pt x="1984" y="1832"/>
                </a:lnTo>
                <a:lnTo>
                  <a:pt x="1982" y="1832"/>
                </a:lnTo>
                <a:lnTo>
                  <a:pt x="1981" y="1832"/>
                </a:lnTo>
                <a:lnTo>
                  <a:pt x="1981" y="1831"/>
                </a:lnTo>
                <a:lnTo>
                  <a:pt x="1980" y="1831"/>
                </a:lnTo>
                <a:lnTo>
                  <a:pt x="1979" y="1831"/>
                </a:lnTo>
                <a:lnTo>
                  <a:pt x="1978" y="1833"/>
                </a:lnTo>
                <a:lnTo>
                  <a:pt x="1977" y="1834"/>
                </a:lnTo>
                <a:lnTo>
                  <a:pt x="1976" y="1835"/>
                </a:lnTo>
                <a:lnTo>
                  <a:pt x="1975" y="1835"/>
                </a:lnTo>
                <a:lnTo>
                  <a:pt x="1974" y="1835"/>
                </a:lnTo>
                <a:lnTo>
                  <a:pt x="1973" y="1835"/>
                </a:lnTo>
                <a:lnTo>
                  <a:pt x="1973" y="1834"/>
                </a:lnTo>
                <a:lnTo>
                  <a:pt x="1971" y="1833"/>
                </a:lnTo>
                <a:lnTo>
                  <a:pt x="1970" y="1833"/>
                </a:lnTo>
                <a:lnTo>
                  <a:pt x="1969" y="1834"/>
                </a:lnTo>
                <a:lnTo>
                  <a:pt x="1968" y="1834"/>
                </a:lnTo>
                <a:lnTo>
                  <a:pt x="1967" y="1834"/>
                </a:lnTo>
                <a:lnTo>
                  <a:pt x="1966" y="1835"/>
                </a:lnTo>
                <a:lnTo>
                  <a:pt x="1966" y="1834"/>
                </a:lnTo>
                <a:lnTo>
                  <a:pt x="1965" y="1834"/>
                </a:lnTo>
                <a:lnTo>
                  <a:pt x="1964" y="1834"/>
                </a:lnTo>
                <a:lnTo>
                  <a:pt x="1963" y="1834"/>
                </a:lnTo>
                <a:lnTo>
                  <a:pt x="1962" y="1834"/>
                </a:lnTo>
                <a:lnTo>
                  <a:pt x="1961" y="1834"/>
                </a:lnTo>
                <a:lnTo>
                  <a:pt x="1961" y="1835"/>
                </a:lnTo>
                <a:lnTo>
                  <a:pt x="1960" y="1835"/>
                </a:lnTo>
                <a:lnTo>
                  <a:pt x="1959" y="1835"/>
                </a:lnTo>
                <a:lnTo>
                  <a:pt x="1957" y="1835"/>
                </a:lnTo>
                <a:lnTo>
                  <a:pt x="1956" y="1836"/>
                </a:lnTo>
                <a:lnTo>
                  <a:pt x="1956" y="1837"/>
                </a:lnTo>
                <a:lnTo>
                  <a:pt x="1955" y="1837"/>
                </a:lnTo>
                <a:lnTo>
                  <a:pt x="1954" y="1837"/>
                </a:lnTo>
                <a:lnTo>
                  <a:pt x="1954" y="1836"/>
                </a:lnTo>
                <a:lnTo>
                  <a:pt x="1955" y="1835"/>
                </a:lnTo>
                <a:lnTo>
                  <a:pt x="1956" y="1833"/>
                </a:lnTo>
                <a:lnTo>
                  <a:pt x="1956" y="1832"/>
                </a:lnTo>
                <a:lnTo>
                  <a:pt x="1957" y="1832"/>
                </a:lnTo>
                <a:lnTo>
                  <a:pt x="1958" y="1831"/>
                </a:lnTo>
                <a:lnTo>
                  <a:pt x="1958" y="1830"/>
                </a:lnTo>
                <a:lnTo>
                  <a:pt x="1958" y="1828"/>
                </a:lnTo>
                <a:lnTo>
                  <a:pt x="1958" y="1826"/>
                </a:lnTo>
                <a:lnTo>
                  <a:pt x="1958" y="1825"/>
                </a:lnTo>
                <a:lnTo>
                  <a:pt x="1957" y="1823"/>
                </a:lnTo>
                <a:lnTo>
                  <a:pt x="1957" y="1822"/>
                </a:lnTo>
                <a:lnTo>
                  <a:pt x="1956" y="1818"/>
                </a:lnTo>
                <a:lnTo>
                  <a:pt x="1956" y="1816"/>
                </a:lnTo>
                <a:lnTo>
                  <a:pt x="1956" y="1815"/>
                </a:lnTo>
                <a:lnTo>
                  <a:pt x="1956" y="1813"/>
                </a:lnTo>
                <a:lnTo>
                  <a:pt x="1955" y="1808"/>
                </a:lnTo>
                <a:lnTo>
                  <a:pt x="1954" y="1809"/>
                </a:lnTo>
                <a:lnTo>
                  <a:pt x="1953" y="1808"/>
                </a:lnTo>
                <a:lnTo>
                  <a:pt x="1952" y="1807"/>
                </a:lnTo>
                <a:lnTo>
                  <a:pt x="1952" y="1806"/>
                </a:lnTo>
                <a:lnTo>
                  <a:pt x="1951" y="1806"/>
                </a:lnTo>
                <a:lnTo>
                  <a:pt x="1952" y="1804"/>
                </a:lnTo>
                <a:lnTo>
                  <a:pt x="1953" y="1804"/>
                </a:lnTo>
                <a:lnTo>
                  <a:pt x="1953" y="1805"/>
                </a:lnTo>
                <a:lnTo>
                  <a:pt x="1954" y="1805"/>
                </a:lnTo>
                <a:lnTo>
                  <a:pt x="1956" y="1803"/>
                </a:lnTo>
                <a:lnTo>
                  <a:pt x="1957" y="1802"/>
                </a:lnTo>
                <a:lnTo>
                  <a:pt x="1957" y="1801"/>
                </a:lnTo>
                <a:lnTo>
                  <a:pt x="1958" y="1801"/>
                </a:lnTo>
                <a:lnTo>
                  <a:pt x="1958" y="1800"/>
                </a:lnTo>
                <a:lnTo>
                  <a:pt x="1958" y="1799"/>
                </a:lnTo>
                <a:lnTo>
                  <a:pt x="1959" y="1799"/>
                </a:lnTo>
                <a:lnTo>
                  <a:pt x="1959" y="1798"/>
                </a:lnTo>
                <a:lnTo>
                  <a:pt x="1958" y="1797"/>
                </a:lnTo>
                <a:lnTo>
                  <a:pt x="1958" y="1798"/>
                </a:lnTo>
                <a:lnTo>
                  <a:pt x="1957" y="1798"/>
                </a:lnTo>
                <a:lnTo>
                  <a:pt x="1956" y="1797"/>
                </a:lnTo>
                <a:lnTo>
                  <a:pt x="1955" y="1795"/>
                </a:lnTo>
                <a:lnTo>
                  <a:pt x="1956" y="1794"/>
                </a:lnTo>
                <a:lnTo>
                  <a:pt x="1956" y="1793"/>
                </a:lnTo>
                <a:lnTo>
                  <a:pt x="1955" y="1793"/>
                </a:lnTo>
                <a:lnTo>
                  <a:pt x="1956" y="1791"/>
                </a:lnTo>
                <a:lnTo>
                  <a:pt x="1956" y="1790"/>
                </a:lnTo>
                <a:lnTo>
                  <a:pt x="1956" y="1789"/>
                </a:lnTo>
                <a:lnTo>
                  <a:pt x="1955" y="1789"/>
                </a:lnTo>
                <a:lnTo>
                  <a:pt x="1955" y="1788"/>
                </a:lnTo>
                <a:lnTo>
                  <a:pt x="1955" y="1786"/>
                </a:lnTo>
                <a:lnTo>
                  <a:pt x="1955" y="1785"/>
                </a:lnTo>
                <a:lnTo>
                  <a:pt x="1956" y="1785"/>
                </a:lnTo>
                <a:lnTo>
                  <a:pt x="1957" y="1785"/>
                </a:lnTo>
                <a:lnTo>
                  <a:pt x="1957" y="1784"/>
                </a:lnTo>
                <a:lnTo>
                  <a:pt x="1956" y="1783"/>
                </a:lnTo>
                <a:lnTo>
                  <a:pt x="1955" y="1783"/>
                </a:lnTo>
                <a:lnTo>
                  <a:pt x="1954" y="1782"/>
                </a:lnTo>
                <a:lnTo>
                  <a:pt x="1954" y="1780"/>
                </a:lnTo>
                <a:lnTo>
                  <a:pt x="1954" y="1779"/>
                </a:lnTo>
                <a:lnTo>
                  <a:pt x="1954" y="1778"/>
                </a:lnTo>
                <a:lnTo>
                  <a:pt x="1953" y="1775"/>
                </a:lnTo>
                <a:lnTo>
                  <a:pt x="1952" y="1773"/>
                </a:lnTo>
                <a:lnTo>
                  <a:pt x="1951" y="1774"/>
                </a:lnTo>
                <a:lnTo>
                  <a:pt x="1949" y="1773"/>
                </a:lnTo>
                <a:lnTo>
                  <a:pt x="1950" y="1772"/>
                </a:lnTo>
                <a:lnTo>
                  <a:pt x="1950" y="1771"/>
                </a:lnTo>
                <a:lnTo>
                  <a:pt x="1950" y="1770"/>
                </a:lnTo>
                <a:lnTo>
                  <a:pt x="1949" y="1770"/>
                </a:lnTo>
                <a:lnTo>
                  <a:pt x="1948" y="1770"/>
                </a:lnTo>
                <a:lnTo>
                  <a:pt x="1948" y="1769"/>
                </a:lnTo>
                <a:lnTo>
                  <a:pt x="1948" y="1768"/>
                </a:lnTo>
                <a:lnTo>
                  <a:pt x="1947" y="1768"/>
                </a:lnTo>
                <a:lnTo>
                  <a:pt x="1947" y="1765"/>
                </a:lnTo>
                <a:lnTo>
                  <a:pt x="1946" y="1764"/>
                </a:lnTo>
                <a:lnTo>
                  <a:pt x="1946" y="1762"/>
                </a:lnTo>
                <a:lnTo>
                  <a:pt x="1947" y="1762"/>
                </a:lnTo>
                <a:lnTo>
                  <a:pt x="1947" y="1761"/>
                </a:lnTo>
                <a:lnTo>
                  <a:pt x="1946" y="1761"/>
                </a:lnTo>
                <a:lnTo>
                  <a:pt x="1945" y="1759"/>
                </a:lnTo>
                <a:lnTo>
                  <a:pt x="1944" y="1758"/>
                </a:lnTo>
                <a:lnTo>
                  <a:pt x="1943" y="1757"/>
                </a:lnTo>
                <a:lnTo>
                  <a:pt x="1942" y="1756"/>
                </a:lnTo>
                <a:lnTo>
                  <a:pt x="1942" y="1755"/>
                </a:lnTo>
                <a:lnTo>
                  <a:pt x="1942" y="1754"/>
                </a:lnTo>
                <a:lnTo>
                  <a:pt x="1941" y="1754"/>
                </a:lnTo>
                <a:lnTo>
                  <a:pt x="1940" y="1754"/>
                </a:lnTo>
                <a:lnTo>
                  <a:pt x="1939" y="1754"/>
                </a:lnTo>
                <a:lnTo>
                  <a:pt x="1938" y="1754"/>
                </a:lnTo>
                <a:lnTo>
                  <a:pt x="1938" y="1755"/>
                </a:lnTo>
                <a:lnTo>
                  <a:pt x="1938" y="1756"/>
                </a:lnTo>
                <a:lnTo>
                  <a:pt x="1938" y="1757"/>
                </a:lnTo>
                <a:lnTo>
                  <a:pt x="1937" y="1757"/>
                </a:lnTo>
                <a:lnTo>
                  <a:pt x="1936" y="1758"/>
                </a:lnTo>
                <a:lnTo>
                  <a:pt x="1936" y="1759"/>
                </a:lnTo>
                <a:lnTo>
                  <a:pt x="1935" y="1759"/>
                </a:lnTo>
                <a:lnTo>
                  <a:pt x="1934" y="1760"/>
                </a:lnTo>
                <a:lnTo>
                  <a:pt x="1932" y="1760"/>
                </a:lnTo>
                <a:lnTo>
                  <a:pt x="1931" y="1760"/>
                </a:lnTo>
                <a:lnTo>
                  <a:pt x="1929" y="1760"/>
                </a:lnTo>
                <a:lnTo>
                  <a:pt x="1927" y="1760"/>
                </a:lnTo>
                <a:lnTo>
                  <a:pt x="1926" y="1761"/>
                </a:lnTo>
                <a:lnTo>
                  <a:pt x="1925" y="1761"/>
                </a:lnTo>
                <a:lnTo>
                  <a:pt x="1924" y="1761"/>
                </a:lnTo>
                <a:lnTo>
                  <a:pt x="1924" y="1762"/>
                </a:lnTo>
                <a:lnTo>
                  <a:pt x="1923" y="1762"/>
                </a:lnTo>
                <a:lnTo>
                  <a:pt x="1923" y="1763"/>
                </a:lnTo>
                <a:lnTo>
                  <a:pt x="1922" y="1762"/>
                </a:lnTo>
                <a:lnTo>
                  <a:pt x="1921" y="1762"/>
                </a:lnTo>
                <a:lnTo>
                  <a:pt x="1921" y="1761"/>
                </a:lnTo>
                <a:lnTo>
                  <a:pt x="1920" y="1760"/>
                </a:lnTo>
                <a:lnTo>
                  <a:pt x="1918" y="1760"/>
                </a:lnTo>
                <a:lnTo>
                  <a:pt x="1918" y="1759"/>
                </a:lnTo>
                <a:lnTo>
                  <a:pt x="1917" y="1759"/>
                </a:lnTo>
                <a:lnTo>
                  <a:pt x="1915" y="1759"/>
                </a:lnTo>
                <a:lnTo>
                  <a:pt x="1913" y="1760"/>
                </a:lnTo>
                <a:lnTo>
                  <a:pt x="1913" y="1761"/>
                </a:lnTo>
                <a:lnTo>
                  <a:pt x="1912" y="1761"/>
                </a:lnTo>
                <a:lnTo>
                  <a:pt x="1911" y="1761"/>
                </a:lnTo>
                <a:lnTo>
                  <a:pt x="1909" y="1761"/>
                </a:lnTo>
                <a:lnTo>
                  <a:pt x="1908" y="1761"/>
                </a:lnTo>
                <a:lnTo>
                  <a:pt x="1908" y="1762"/>
                </a:lnTo>
                <a:lnTo>
                  <a:pt x="1908" y="1765"/>
                </a:lnTo>
                <a:lnTo>
                  <a:pt x="1907" y="1767"/>
                </a:lnTo>
                <a:lnTo>
                  <a:pt x="1907" y="1768"/>
                </a:lnTo>
                <a:lnTo>
                  <a:pt x="1907" y="1770"/>
                </a:lnTo>
                <a:lnTo>
                  <a:pt x="1906" y="1771"/>
                </a:lnTo>
                <a:lnTo>
                  <a:pt x="1905" y="1771"/>
                </a:lnTo>
                <a:lnTo>
                  <a:pt x="1905" y="1772"/>
                </a:lnTo>
                <a:lnTo>
                  <a:pt x="1905" y="1773"/>
                </a:lnTo>
                <a:lnTo>
                  <a:pt x="1904" y="1773"/>
                </a:lnTo>
                <a:lnTo>
                  <a:pt x="1904" y="1774"/>
                </a:lnTo>
                <a:lnTo>
                  <a:pt x="1904" y="1775"/>
                </a:lnTo>
                <a:lnTo>
                  <a:pt x="1904" y="1777"/>
                </a:lnTo>
                <a:lnTo>
                  <a:pt x="1905" y="1777"/>
                </a:lnTo>
                <a:lnTo>
                  <a:pt x="1905" y="1778"/>
                </a:lnTo>
                <a:lnTo>
                  <a:pt x="1906" y="1778"/>
                </a:lnTo>
                <a:lnTo>
                  <a:pt x="1906" y="1779"/>
                </a:lnTo>
                <a:lnTo>
                  <a:pt x="1906" y="1780"/>
                </a:lnTo>
                <a:lnTo>
                  <a:pt x="1906" y="1781"/>
                </a:lnTo>
                <a:lnTo>
                  <a:pt x="1907" y="1781"/>
                </a:lnTo>
                <a:lnTo>
                  <a:pt x="1908" y="1781"/>
                </a:lnTo>
                <a:lnTo>
                  <a:pt x="1909" y="1783"/>
                </a:lnTo>
                <a:lnTo>
                  <a:pt x="1910" y="1783"/>
                </a:lnTo>
                <a:lnTo>
                  <a:pt x="1909" y="1784"/>
                </a:lnTo>
                <a:lnTo>
                  <a:pt x="1908" y="1785"/>
                </a:lnTo>
                <a:lnTo>
                  <a:pt x="1907" y="1785"/>
                </a:lnTo>
                <a:lnTo>
                  <a:pt x="1907" y="1786"/>
                </a:lnTo>
                <a:lnTo>
                  <a:pt x="1906" y="1787"/>
                </a:lnTo>
                <a:lnTo>
                  <a:pt x="1905" y="1788"/>
                </a:lnTo>
                <a:lnTo>
                  <a:pt x="1901" y="1789"/>
                </a:lnTo>
                <a:lnTo>
                  <a:pt x="1900" y="1790"/>
                </a:lnTo>
                <a:lnTo>
                  <a:pt x="1898" y="1789"/>
                </a:lnTo>
                <a:lnTo>
                  <a:pt x="1897" y="1788"/>
                </a:lnTo>
                <a:lnTo>
                  <a:pt x="1895" y="1788"/>
                </a:lnTo>
                <a:lnTo>
                  <a:pt x="1894" y="1789"/>
                </a:lnTo>
                <a:lnTo>
                  <a:pt x="1893" y="1789"/>
                </a:lnTo>
                <a:lnTo>
                  <a:pt x="1892" y="1789"/>
                </a:lnTo>
                <a:lnTo>
                  <a:pt x="1892" y="1790"/>
                </a:lnTo>
                <a:lnTo>
                  <a:pt x="1893" y="1791"/>
                </a:lnTo>
                <a:lnTo>
                  <a:pt x="1893" y="1792"/>
                </a:lnTo>
                <a:lnTo>
                  <a:pt x="1892" y="1792"/>
                </a:lnTo>
                <a:lnTo>
                  <a:pt x="1892" y="1793"/>
                </a:lnTo>
                <a:lnTo>
                  <a:pt x="1891" y="1793"/>
                </a:lnTo>
                <a:lnTo>
                  <a:pt x="1890" y="1793"/>
                </a:lnTo>
                <a:lnTo>
                  <a:pt x="1890" y="1794"/>
                </a:lnTo>
                <a:lnTo>
                  <a:pt x="1890" y="1795"/>
                </a:lnTo>
                <a:lnTo>
                  <a:pt x="1890" y="1796"/>
                </a:lnTo>
                <a:lnTo>
                  <a:pt x="1889" y="1797"/>
                </a:lnTo>
                <a:lnTo>
                  <a:pt x="1889" y="1798"/>
                </a:lnTo>
                <a:lnTo>
                  <a:pt x="1888" y="1798"/>
                </a:lnTo>
                <a:lnTo>
                  <a:pt x="1887" y="1800"/>
                </a:lnTo>
                <a:lnTo>
                  <a:pt x="1887" y="1802"/>
                </a:lnTo>
                <a:lnTo>
                  <a:pt x="1886" y="1802"/>
                </a:lnTo>
                <a:lnTo>
                  <a:pt x="1886" y="1803"/>
                </a:lnTo>
                <a:lnTo>
                  <a:pt x="1886" y="1805"/>
                </a:lnTo>
                <a:lnTo>
                  <a:pt x="1885" y="1806"/>
                </a:lnTo>
                <a:lnTo>
                  <a:pt x="1885" y="1805"/>
                </a:lnTo>
                <a:lnTo>
                  <a:pt x="1885" y="1806"/>
                </a:lnTo>
                <a:lnTo>
                  <a:pt x="1884" y="1806"/>
                </a:lnTo>
                <a:lnTo>
                  <a:pt x="1883" y="1807"/>
                </a:lnTo>
                <a:lnTo>
                  <a:pt x="1882" y="1808"/>
                </a:lnTo>
                <a:lnTo>
                  <a:pt x="1882" y="1809"/>
                </a:lnTo>
                <a:lnTo>
                  <a:pt x="1881" y="1811"/>
                </a:lnTo>
                <a:lnTo>
                  <a:pt x="1881" y="1812"/>
                </a:lnTo>
                <a:lnTo>
                  <a:pt x="1880" y="1812"/>
                </a:lnTo>
                <a:lnTo>
                  <a:pt x="1880" y="1813"/>
                </a:lnTo>
                <a:lnTo>
                  <a:pt x="1879" y="1813"/>
                </a:lnTo>
                <a:lnTo>
                  <a:pt x="1878" y="1815"/>
                </a:lnTo>
                <a:lnTo>
                  <a:pt x="1878" y="1817"/>
                </a:lnTo>
                <a:lnTo>
                  <a:pt x="1879" y="1818"/>
                </a:lnTo>
                <a:lnTo>
                  <a:pt x="1879" y="1819"/>
                </a:lnTo>
                <a:lnTo>
                  <a:pt x="1879" y="1820"/>
                </a:lnTo>
                <a:lnTo>
                  <a:pt x="1880" y="1820"/>
                </a:lnTo>
                <a:lnTo>
                  <a:pt x="1880" y="1821"/>
                </a:lnTo>
                <a:lnTo>
                  <a:pt x="1880" y="1822"/>
                </a:lnTo>
                <a:lnTo>
                  <a:pt x="1879" y="1823"/>
                </a:lnTo>
                <a:lnTo>
                  <a:pt x="1881" y="1825"/>
                </a:lnTo>
                <a:lnTo>
                  <a:pt x="1882" y="1826"/>
                </a:lnTo>
                <a:lnTo>
                  <a:pt x="1883" y="1827"/>
                </a:lnTo>
                <a:lnTo>
                  <a:pt x="1883" y="1828"/>
                </a:lnTo>
                <a:lnTo>
                  <a:pt x="1883" y="1829"/>
                </a:lnTo>
                <a:lnTo>
                  <a:pt x="1882" y="1829"/>
                </a:lnTo>
                <a:lnTo>
                  <a:pt x="1881" y="1829"/>
                </a:lnTo>
                <a:lnTo>
                  <a:pt x="1881" y="1831"/>
                </a:lnTo>
                <a:lnTo>
                  <a:pt x="1882" y="1833"/>
                </a:lnTo>
                <a:lnTo>
                  <a:pt x="1884" y="1836"/>
                </a:lnTo>
                <a:lnTo>
                  <a:pt x="1886" y="1839"/>
                </a:lnTo>
                <a:lnTo>
                  <a:pt x="1886" y="1840"/>
                </a:lnTo>
                <a:lnTo>
                  <a:pt x="1885" y="1840"/>
                </a:lnTo>
                <a:lnTo>
                  <a:pt x="1884" y="1840"/>
                </a:lnTo>
                <a:lnTo>
                  <a:pt x="1883" y="1841"/>
                </a:lnTo>
                <a:lnTo>
                  <a:pt x="1883" y="1842"/>
                </a:lnTo>
                <a:lnTo>
                  <a:pt x="1884" y="1843"/>
                </a:lnTo>
                <a:lnTo>
                  <a:pt x="1885" y="1844"/>
                </a:lnTo>
                <a:lnTo>
                  <a:pt x="1884" y="1846"/>
                </a:lnTo>
                <a:lnTo>
                  <a:pt x="1883" y="1846"/>
                </a:lnTo>
                <a:lnTo>
                  <a:pt x="1883" y="1847"/>
                </a:lnTo>
                <a:lnTo>
                  <a:pt x="1883" y="1848"/>
                </a:lnTo>
                <a:lnTo>
                  <a:pt x="1883" y="1849"/>
                </a:lnTo>
                <a:lnTo>
                  <a:pt x="1884" y="1850"/>
                </a:lnTo>
                <a:lnTo>
                  <a:pt x="1884" y="1851"/>
                </a:lnTo>
                <a:lnTo>
                  <a:pt x="1885" y="1852"/>
                </a:lnTo>
                <a:lnTo>
                  <a:pt x="1885" y="1853"/>
                </a:lnTo>
                <a:lnTo>
                  <a:pt x="1885" y="1855"/>
                </a:lnTo>
                <a:lnTo>
                  <a:pt x="1885" y="1857"/>
                </a:lnTo>
                <a:lnTo>
                  <a:pt x="1884" y="1857"/>
                </a:lnTo>
                <a:lnTo>
                  <a:pt x="1883" y="1857"/>
                </a:lnTo>
                <a:lnTo>
                  <a:pt x="1882" y="1857"/>
                </a:lnTo>
                <a:lnTo>
                  <a:pt x="1882" y="1856"/>
                </a:lnTo>
                <a:lnTo>
                  <a:pt x="1879" y="1856"/>
                </a:lnTo>
                <a:lnTo>
                  <a:pt x="1877" y="1856"/>
                </a:lnTo>
                <a:lnTo>
                  <a:pt x="1875" y="1855"/>
                </a:lnTo>
                <a:lnTo>
                  <a:pt x="1874" y="1855"/>
                </a:lnTo>
                <a:lnTo>
                  <a:pt x="1873" y="1855"/>
                </a:lnTo>
                <a:lnTo>
                  <a:pt x="1872" y="1855"/>
                </a:lnTo>
                <a:lnTo>
                  <a:pt x="1871" y="1854"/>
                </a:lnTo>
                <a:lnTo>
                  <a:pt x="1871" y="1855"/>
                </a:lnTo>
                <a:lnTo>
                  <a:pt x="1870" y="1855"/>
                </a:lnTo>
                <a:lnTo>
                  <a:pt x="1869" y="1856"/>
                </a:lnTo>
                <a:lnTo>
                  <a:pt x="1868" y="1856"/>
                </a:lnTo>
                <a:lnTo>
                  <a:pt x="1867" y="1856"/>
                </a:lnTo>
                <a:lnTo>
                  <a:pt x="1866" y="1856"/>
                </a:lnTo>
                <a:lnTo>
                  <a:pt x="1866" y="1857"/>
                </a:lnTo>
                <a:lnTo>
                  <a:pt x="1865" y="1857"/>
                </a:lnTo>
                <a:lnTo>
                  <a:pt x="1864" y="1857"/>
                </a:lnTo>
                <a:lnTo>
                  <a:pt x="1864" y="1856"/>
                </a:lnTo>
                <a:lnTo>
                  <a:pt x="1863" y="1857"/>
                </a:lnTo>
                <a:lnTo>
                  <a:pt x="1862" y="1857"/>
                </a:lnTo>
                <a:lnTo>
                  <a:pt x="1862" y="1858"/>
                </a:lnTo>
                <a:lnTo>
                  <a:pt x="1861" y="1858"/>
                </a:lnTo>
                <a:lnTo>
                  <a:pt x="1860" y="1858"/>
                </a:lnTo>
                <a:lnTo>
                  <a:pt x="1860" y="1859"/>
                </a:lnTo>
                <a:lnTo>
                  <a:pt x="1859" y="1859"/>
                </a:lnTo>
                <a:lnTo>
                  <a:pt x="1859" y="1860"/>
                </a:lnTo>
                <a:lnTo>
                  <a:pt x="1858" y="1860"/>
                </a:lnTo>
                <a:lnTo>
                  <a:pt x="1857" y="1861"/>
                </a:lnTo>
                <a:lnTo>
                  <a:pt x="1857" y="1862"/>
                </a:lnTo>
                <a:lnTo>
                  <a:pt x="1856" y="1862"/>
                </a:lnTo>
                <a:lnTo>
                  <a:pt x="1855" y="1863"/>
                </a:lnTo>
                <a:lnTo>
                  <a:pt x="1855" y="1864"/>
                </a:lnTo>
                <a:lnTo>
                  <a:pt x="1853" y="1864"/>
                </a:lnTo>
                <a:lnTo>
                  <a:pt x="1852" y="1864"/>
                </a:lnTo>
                <a:lnTo>
                  <a:pt x="1852" y="1865"/>
                </a:lnTo>
                <a:lnTo>
                  <a:pt x="1852" y="1866"/>
                </a:lnTo>
                <a:lnTo>
                  <a:pt x="1852" y="1867"/>
                </a:lnTo>
                <a:lnTo>
                  <a:pt x="1852" y="1868"/>
                </a:lnTo>
                <a:lnTo>
                  <a:pt x="1851" y="1869"/>
                </a:lnTo>
                <a:lnTo>
                  <a:pt x="1851" y="1870"/>
                </a:lnTo>
                <a:lnTo>
                  <a:pt x="1850" y="1870"/>
                </a:lnTo>
                <a:lnTo>
                  <a:pt x="1850" y="1871"/>
                </a:lnTo>
                <a:lnTo>
                  <a:pt x="1849" y="1871"/>
                </a:lnTo>
                <a:lnTo>
                  <a:pt x="1848" y="1871"/>
                </a:lnTo>
                <a:lnTo>
                  <a:pt x="1848" y="1872"/>
                </a:lnTo>
                <a:lnTo>
                  <a:pt x="1847" y="1872"/>
                </a:lnTo>
                <a:lnTo>
                  <a:pt x="1847" y="1873"/>
                </a:lnTo>
                <a:lnTo>
                  <a:pt x="1847" y="1874"/>
                </a:lnTo>
                <a:lnTo>
                  <a:pt x="1847" y="1875"/>
                </a:lnTo>
                <a:lnTo>
                  <a:pt x="1846" y="1876"/>
                </a:lnTo>
                <a:lnTo>
                  <a:pt x="1847" y="1876"/>
                </a:lnTo>
                <a:lnTo>
                  <a:pt x="1849" y="1876"/>
                </a:lnTo>
                <a:lnTo>
                  <a:pt x="1850" y="1876"/>
                </a:lnTo>
                <a:lnTo>
                  <a:pt x="1851" y="1877"/>
                </a:lnTo>
                <a:lnTo>
                  <a:pt x="1852" y="1877"/>
                </a:lnTo>
                <a:lnTo>
                  <a:pt x="1853" y="1877"/>
                </a:lnTo>
                <a:lnTo>
                  <a:pt x="1853" y="1878"/>
                </a:lnTo>
                <a:lnTo>
                  <a:pt x="1854" y="1878"/>
                </a:lnTo>
                <a:lnTo>
                  <a:pt x="1855" y="1878"/>
                </a:lnTo>
                <a:lnTo>
                  <a:pt x="1855" y="1879"/>
                </a:lnTo>
                <a:lnTo>
                  <a:pt x="1854" y="1880"/>
                </a:lnTo>
                <a:lnTo>
                  <a:pt x="1854" y="1881"/>
                </a:lnTo>
                <a:lnTo>
                  <a:pt x="1854" y="1882"/>
                </a:lnTo>
                <a:lnTo>
                  <a:pt x="1855" y="1882"/>
                </a:lnTo>
                <a:lnTo>
                  <a:pt x="1855" y="1883"/>
                </a:lnTo>
                <a:lnTo>
                  <a:pt x="1855" y="1884"/>
                </a:lnTo>
                <a:lnTo>
                  <a:pt x="1854" y="1884"/>
                </a:lnTo>
                <a:lnTo>
                  <a:pt x="1854" y="1886"/>
                </a:lnTo>
                <a:lnTo>
                  <a:pt x="1853" y="1886"/>
                </a:lnTo>
                <a:lnTo>
                  <a:pt x="1853" y="1887"/>
                </a:lnTo>
                <a:lnTo>
                  <a:pt x="1854" y="1887"/>
                </a:lnTo>
                <a:lnTo>
                  <a:pt x="1854" y="1888"/>
                </a:lnTo>
                <a:lnTo>
                  <a:pt x="1853" y="1887"/>
                </a:lnTo>
                <a:lnTo>
                  <a:pt x="1853" y="1888"/>
                </a:lnTo>
                <a:lnTo>
                  <a:pt x="1854" y="1888"/>
                </a:lnTo>
                <a:lnTo>
                  <a:pt x="1854" y="1889"/>
                </a:lnTo>
                <a:lnTo>
                  <a:pt x="1853" y="1889"/>
                </a:lnTo>
                <a:lnTo>
                  <a:pt x="1852" y="1890"/>
                </a:lnTo>
                <a:lnTo>
                  <a:pt x="1851" y="1890"/>
                </a:lnTo>
                <a:lnTo>
                  <a:pt x="1851" y="1891"/>
                </a:lnTo>
                <a:lnTo>
                  <a:pt x="1851" y="1892"/>
                </a:lnTo>
                <a:lnTo>
                  <a:pt x="1852" y="1892"/>
                </a:lnTo>
                <a:lnTo>
                  <a:pt x="1852" y="1893"/>
                </a:lnTo>
                <a:lnTo>
                  <a:pt x="1853" y="1893"/>
                </a:lnTo>
                <a:lnTo>
                  <a:pt x="1854" y="1894"/>
                </a:lnTo>
                <a:lnTo>
                  <a:pt x="1855" y="1894"/>
                </a:lnTo>
                <a:lnTo>
                  <a:pt x="1855" y="1893"/>
                </a:lnTo>
                <a:lnTo>
                  <a:pt x="1857" y="1894"/>
                </a:lnTo>
                <a:lnTo>
                  <a:pt x="1858" y="1894"/>
                </a:lnTo>
                <a:lnTo>
                  <a:pt x="1858" y="1895"/>
                </a:lnTo>
                <a:lnTo>
                  <a:pt x="1858" y="1896"/>
                </a:lnTo>
                <a:lnTo>
                  <a:pt x="1858" y="1898"/>
                </a:lnTo>
                <a:lnTo>
                  <a:pt x="1858" y="1899"/>
                </a:lnTo>
                <a:lnTo>
                  <a:pt x="1859" y="1899"/>
                </a:lnTo>
                <a:lnTo>
                  <a:pt x="1859" y="1901"/>
                </a:lnTo>
                <a:lnTo>
                  <a:pt x="1860" y="1901"/>
                </a:lnTo>
                <a:lnTo>
                  <a:pt x="1860" y="1899"/>
                </a:lnTo>
                <a:lnTo>
                  <a:pt x="1861" y="1899"/>
                </a:lnTo>
                <a:lnTo>
                  <a:pt x="1861" y="1898"/>
                </a:lnTo>
                <a:lnTo>
                  <a:pt x="1860" y="1897"/>
                </a:lnTo>
                <a:lnTo>
                  <a:pt x="1861" y="1897"/>
                </a:lnTo>
                <a:lnTo>
                  <a:pt x="1861" y="1896"/>
                </a:lnTo>
                <a:lnTo>
                  <a:pt x="1862" y="1896"/>
                </a:lnTo>
                <a:lnTo>
                  <a:pt x="1862" y="1897"/>
                </a:lnTo>
                <a:lnTo>
                  <a:pt x="1863" y="1898"/>
                </a:lnTo>
                <a:lnTo>
                  <a:pt x="1863" y="1899"/>
                </a:lnTo>
                <a:lnTo>
                  <a:pt x="1864" y="1899"/>
                </a:lnTo>
                <a:lnTo>
                  <a:pt x="1864" y="1900"/>
                </a:lnTo>
                <a:lnTo>
                  <a:pt x="1864" y="1901"/>
                </a:lnTo>
                <a:lnTo>
                  <a:pt x="1864" y="1902"/>
                </a:lnTo>
                <a:lnTo>
                  <a:pt x="1865" y="1902"/>
                </a:lnTo>
                <a:lnTo>
                  <a:pt x="1865" y="1903"/>
                </a:lnTo>
                <a:lnTo>
                  <a:pt x="1864" y="1904"/>
                </a:lnTo>
                <a:lnTo>
                  <a:pt x="1864" y="1906"/>
                </a:lnTo>
                <a:lnTo>
                  <a:pt x="1864" y="1907"/>
                </a:lnTo>
                <a:lnTo>
                  <a:pt x="1864" y="1908"/>
                </a:lnTo>
                <a:lnTo>
                  <a:pt x="1864" y="1909"/>
                </a:lnTo>
                <a:lnTo>
                  <a:pt x="1864" y="1910"/>
                </a:lnTo>
                <a:lnTo>
                  <a:pt x="1863" y="1910"/>
                </a:lnTo>
                <a:lnTo>
                  <a:pt x="1862" y="1910"/>
                </a:lnTo>
                <a:lnTo>
                  <a:pt x="1861" y="1910"/>
                </a:lnTo>
                <a:lnTo>
                  <a:pt x="1861" y="1911"/>
                </a:lnTo>
                <a:lnTo>
                  <a:pt x="1860" y="1912"/>
                </a:lnTo>
                <a:lnTo>
                  <a:pt x="1859" y="1912"/>
                </a:lnTo>
                <a:lnTo>
                  <a:pt x="1859" y="1911"/>
                </a:lnTo>
                <a:lnTo>
                  <a:pt x="1858" y="1911"/>
                </a:lnTo>
                <a:lnTo>
                  <a:pt x="1857" y="1911"/>
                </a:lnTo>
                <a:lnTo>
                  <a:pt x="1856" y="1912"/>
                </a:lnTo>
                <a:lnTo>
                  <a:pt x="1855" y="1912"/>
                </a:lnTo>
                <a:lnTo>
                  <a:pt x="1855" y="1913"/>
                </a:lnTo>
                <a:lnTo>
                  <a:pt x="1854" y="1914"/>
                </a:lnTo>
                <a:lnTo>
                  <a:pt x="1854" y="1915"/>
                </a:lnTo>
                <a:lnTo>
                  <a:pt x="1854" y="1917"/>
                </a:lnTo>
                <a:lnTo>
                  <a:pt x="1853" y="1918"/>
                </a:lnTo>
                <a:lnTo>
                  <a:pt x="1852" y="1918"/>
                </a:lnTo>
                <a:lnTo>
                  <a:pt x="1852" y="1919"/>
                </a:lnTo>
                <a:lnTo>
                  <a:pt x="1852" y="1920"/>
                </a:lnTo>
                <a:lnTo>
                  <a:pt x="1851" y="1921"/>
                </a:lnTo>
                <a:lnTo>
                  <a:pt x="1851" y="1922"/>
                </a:lnTo>
                <a:lnTo>
                  <a:pt x="1852" y="1922"/>
                </a:lnTo>
                <a:lnTo>
                  <a:pt x="1852" y="1923"/>
                </a:lnTo>
                <a:lnTo>
                  <a:pt x="1850" y="1922"/>
                </a:lnTo>
                <a:lnTo>
                  <a:pt x="1849" y="1922"/>
                </a:lnTo>
                <a:lnTo>
                  <a:pt x="1847" y="1923"/>
                </a:lnTo>
                <a:lnTo>
                  <a:pt x="1846" y="1924"/>
                </a:lnTo>
                <a:lnTo>
                  <a:pt x="1846" y="1925"/>
                </a:lnTo>
                <a:lnTo>
                  <a:pt x="1846" y="1926"/>
                </a:lnTo>
                <a:lnTo>
                  <a:pt x="1848" y="1927"/>
                </a:lnTo>
                <a:lnTo>
                  <a:pt x="1848" y="1928"/>
                </a:lnTo>
                <a:lnTo>
                  <a:pt x="1848" y="1927"/>
                </a:lnTo>
                <a:lnTo>
                  <a:pt x="1850" y="1927"/>
                </a:lnTo>
                <a:lnTo>
                  <a:pt x="1851" y="1927"/>
                </a:lnTo>
                <a:lnTo>
                  <a:pt x="1851" y="1928"/>
                </a:lnTo>
                <a:lnTo>
                  <a:pt x="1851" y="1929"/>
                </a:lnTo>
                <a:lnTo>
                  <a:pt x="1851" y="1930"/>
                </a:lnTo>
                <a:lnTo>
                  <a:pt x="1853" y="1930"/>
                </a:lnTo>
                <a:lnTo>
                  <a:pt x="1853" y="1931"/>
                </a:lnTo>
                <a:lnTo>
                  <a:pt x="1854" y="1931"/>
                </a:lnTo>
                <a:lnTo>
                  <a:pt x="1854" y="1932"/>
                </a:lnTo>
                <a:lnTo>
                  <a:pt x="1855" y="1932"/>
                </a:lnTo>
                <a:lnTo>
                  <a:pt x="1857" y="1933"/>
                </a:lnTo>
                <a:lnTo>
                  <a:pt x="1857" y="1934"/>
                </a:lnTo>
                <a:lnTo>
                  <a:pt x="1858" y="1935"/>
                </a:lnTo>
                <a:lnTo>
                  <a:pt x="1858" y="1936"/>
                </a:lnTo>
                <a:lnTo>
                  <a:pt x="1860" y="1937"/>
                </a:lnTo>
                <a:lnTo>
                  <a:pt x="1861" y="1937"/>
                </a:lnTo>
                <a:lnTo>
                  <a:pt x="1862" y="1937"/>
                </a:lnTo>
                <a:lnTo>
                  <a:pt x="1862" y="1938"/>
                </a:lnTo>
                <a:lnTo>
                  <a:pt x="1863" y="1939"/>
                </a:lnTo>
                <a:lnTo>
                  <a:pt x="1863" y="1940"/>
                </a:lnTo>
                <a:lnTo>
                  <a:pt x="1864" y="1939"/>
                </a:lnTo>
                <a:lnTo>
                  <a:pt x="1864" y="1938"/>
                </a:lnTo>
                <a:lnTo>
                  <a:pt x="1864" y="1939"/>
                </a:lnTo>
                <a:lnTo>
                  <a:pt x="1865" y="1940"/>
                </a:lnTo>
                <a:lnTo>
                  <a:pt x="1865" y="1941"/>
                </a:lnTo>
                <a:lnTo>
                  <a:pt x="1865" y="1943"/>
                </a:lnTo>
                <a:lnTo>
                  <a:pt x="1865" y="1946"/>
                </a:lnTo>
                <a:lnTo>
                  <a:pt x="1866" y="1947"/>
                </a:lnTo>
                <a:lnTo>
                  <a:pt x="1867" y="1947"/>
                </a:lnTo>
                <a:lnTo>
                  <a:pt x="1867" y="1946"/>
                </a:lnTo>
                <a:lnTo>
                  <a:pt x="1867" y="1945"/>
                </a:lnTo>
                <a:lnTo>
                  <a:pt x="1868" y="1946"/>
                </a:lnTo>
                <a:lnTo>
                  <a:pt x="1868" y="1947"/>
                </a:lnTo>
                <a:lnTo>
                  <a:pt x="1869" y="1947"/>
                </a:lnTo>
                <a:lnTo>
                  <a:pt x="1871" y="1947"/>
                </a:lnTo>
                <a:lnTo>
                  <a:pt x="1873" y="1947"/>
                </a:lnTo>
                <a:lnTo>
                  <a:pt x="1874" y="1948"/>
                </a:lnTo>
                <a:lnTo>
                  <a:pt x="1873" y="1949"/>
                </a:lnTo>
                <a:lnTo>
                  <a:pt x="1872" y="1949"/>
                </a:lnTo>
                <a:lnTo>
                  <a:pt x="1872" y="1950"/>
                </a:lnTo>
                <a:lnTo>
                  <a:pt x="1873" y="1952"/>
                </a:lnTo>
                <a:lnTo>
                  <a:pt x="1874" y="1954"/>
                </a:lnTo>
                <a:lnTo>
                  <a:pt x="1874" y="1955"/>
                </a:lnTo>
                <a:lnTo>
                  <a:pt x="1874" y="1958"/>
                </a:lnTo>
                <a:lnTo>
                  <a:pt x="1875" y="1958"/>
                </a:lnTo>
                <a:lnTo>
                  <a:pt x="1876" y="1958"/>
                </a:lnTo>
                <a:lnTo>
                  <a:pt x="1876" y="1959"/>
                </a:lnTo>
                <a:lnTo>
                  <a:pt x="1877" y="1959"/>
                </a:lnTo>
                <a:lnTo>
                  <a:pt x="1877" y="1960"/>
                </a:lnTo>
                <a:lnTo>
                  <a:pt x="1876" y="1960"/>
                </a:lnTo>
                <a:lnTo>
                  <a:pt x="1876" y="1961"/>
                </a:lnTo>
                <a:lnTo>
                  <a:pt x="1875" y="1961"/>
                </a:lnTo>
                <a:lnTo>
                  <a:pt x="1875" y="1962"/>
                </a:lnTo>
                <a:lnTo>
                  <a:pt x="1874" y="1963"/>
                </a:lnTo>
                <a:lnTo>
                  <a:pt x="1875" y="1963"/>
                </a:lnTo>
                <a:lnTo>
                  <a:pt x="1875" y="1964"/>
                </a:lnTo>
                <a:lnTo>
                  <a:pt x="1875" y="1965"/>
                </a:lnTo>
                <a:lnTo>
                  <a:pt x="1876" y="1966"/>
                </a:lnTo>
                <a:lnTo>
                  <a:pt x="1877" y="1966"/>
                </a:lnTo>
                <a:lnTo>
                  <a:pt x="1877" y="1967"/>
                </a:lnTo>
                <a:lnTo>
                  <a:pt x="1878" y="1967"/>
                </a:lnTo>
                <a:lnTo>
                  <a:pt x="1878" y="1968"/>
                </a:lnTo>
                <a:lnTo>
                  <a:pt x="1878" y="1969"/>
                </a:lnTo>
                <a:lnTo>
                  <a:pt x="1879" y="1969"/>
                </a:lnTo>
                <a:lnTo>
                  <a:pt x="1879" y="1968"/>
                </a:lnTo>
                <a:lnTo>
                  <a:pt x="1880" y="1968"/>
                </a:lnTo>
                <a:lnTo>
                  <a:pt x="1881" y="1967"/>
                </a:lnTo>
                <a:lnTo>
                  <a:pt x="1881" y="1968"/>
                </a:lnTo>
                <a:lnTo>
                  <a:pt x="1881" y="1969"/>
                </a:lnTo>
                <a:lnTo>
                  <a:pt x="1882" y="1970"/>
                </a:lnTo>
                <a:lnTo>
                  <a:pt x="1881" y="1970"/>
                </a:lnTo>
                <a:lnTo>
                  <a:pt x="1881" y="1972"/>
                </a:lnTo>
                <a:lnTo>
                  <a:pt x="1882" y="1973"/>
                </a:lnTo>
                <a:lnTo>
                  <a:pt x="1882" y="1974"/>
                </a:lnTo>
                <a:lnTo>
                  <a:pt x="1883" y="1974"/>
                </a:lnTo>
                <a:lnTo>
                  <a:pt x="1884" y="1975"/>
                </a:lnTo>
                <a:lnTo>
                  <a:pt x="1885" y="1975"/>
                </a:lnTo>
                <a:lnTo>
                  <a:pt x="1883" y="1977"/>
                </a:lnTo>
                <a:lnTo>
                  <a:pt x="1882" y="1977"/>
                </a:lnTo>
                <a:lnTo>
                  <a:pt x="1882" y="1976"/>
                </a:lnTo>
                <a:lnTo>
                  <a:pt x="1881" y="1976"/>
                </a:lnTo>
                <a:lnTo>
                  <a:pt x="1880" y="1977"/>
                </a:lnTo>
                <a:lnTo>
                  <a:pt x="1879" y="1978"/>
                </a:lnTo>
                <a:lnTo>
                  <a:pt x="1878" y="1978"/>
                </a:lnTo>
                <a:lnTo>
                  <a:pt x="1878" y="1979"/>
                </a:lnTo>
                <a:lnTo>
                  <a:pt x="1877" y="1979"/>
                </a:lnTo>
                <a:lnTo>
                  <a:pt x="1877" y="1980"/>
                </a:lnTo>
                <a:lnTo>
                  <a:pt x="1877" y="1982"/>
                </a:lnTo>
                <a:lnTo>
                  <a:pt x="1878" y="1982"/>
                </a:lnTo>
                <a:lnTo>
                  <a:pt x="1878" y="1983"/>
                </a:lnTo>
                <a:lnTo>
                  <a:pt x="1879" y="1984"/>
                </a:lnTo>
                <a:lnTo>
                  <a:pt x="1879" y="1985"/>
                </a:lnTo>
                <a:lnTo>
                  <a:pt x="1879" y="1987"/>
                </a:lnTo>
                <a:lnTo>
                  <a:pt x="1879" y="1991"/>
                </a:lnTo>
                <a:lnTo>
                  <a:pt x="1879" y="1992"/>
                </a:lnTo>
                <a:lnTo>
                  <a:pt x="1878" y="1993"/>
                </a:lnTo>
                <a:lnTo>
                  <a:pt x="1877" y="1994"/>
                </a:lnTo>
                <a:lnTo>
                  <a:pt x="1877" y="1996"/>
                </a:lnTo>
                <a:lnTo>
                  <a:pt x="1877" y="1997"/>
                </a:lnTo>
                <a:lnTo>
                  <a:pt x="1878" y="1997"/>
                </a:lnTo>
                <a:lnTo>
                  <a:pt x="1878" y="1999"/>
                </a:lnTo>
                <a:lnTo>
                  <a:pt x="1879" y="2000"/>
                </a:lnTo>
                <a:lnTo>
                  <a:pt x="1880" y="2000"/>
                </a:lnTo>
                <a:lnTo>
                  <a:pt x="1881" y="2000"/>
                </a:lnTo>
                <a:lnTo>
                  <a:pt x="1881" y="2001"/>
                </a:lnTo>
                <a:lnTo>
                  <a:pt x="1881" y="2003"/>
                </a:lnTo>
                <a:lnTo>
                  <a:pt x="1881" y="2004"/>
                </a:lnTo>
                <a:lnTo>
                  <a:pt x="1882" y="2004"/>
                </a:lnTo>
                <a:lnTo>
                  <a:pt x="1881" y="2006"/>
                </a:lnTo>
                <a:lnTo>
                  <a:pt x="1879" y="2009"/>
                </a:lnTo>
                <a:lnTo>
                  <a:pt x="1877" y="2009"/>
                </a:lnTo>
                <a:lnTo>
                  <a:pt x="1876" y="2009"/>
                </a:lnTo>
                <a:lnTo>
                  <a:pt x="1876" y="2010"/>
                </a:lnTo>
                <a:lnTo>
                  <a:pt x="1875" y="2011"/>
                </a:lnTo>
                <a:lnTo>
                  <a:pt x="1875" y="2010"/>
                </a:lnTo>
                <a:lnTo>
                  <a:pt x="1874" y="2010"/>
                </a:lnTo>
                <a:lnTo>
                  <a:pt x="1873" y="2010"/>
                </a:lnTo>
                <a:lnTo>
                  <a:pt x="1871" y="2010"/>
                </a:lnTo>
                <a:lnTo>
                  <a:pt x="1870" y="2010"/>
                </a:lnTo>
                <a:lnTo>
                  <a:pt x="1869" y="2011"/>
                </a:lnTo>
                <a:lnTo>
                  <a:pt x="1868" y="2011"/>
                </a:lnTo>
                <a:lnTo>
                  <a:pt x="1868" y="2012"/>
                </a:lnTo>
                <a:lnTo>
                  <a:pt x="1867" y="2012"/>
                </a:lnTo>
                <a:lnTo>
                  <a:pt x="1867" y="2013"/>
                </a:lnTo>
                <a:lnTo>
                  <a:pt x="1867" y="2014"/>
                </a:lnTo>
                <a:lnTo>
                  <a:pt x="1865" y="2016"/>
                </a:lnTo>
                <a:lnTo>
                  <a:pt x="1864" y="2017"/>
                </a:lnTo>
                <a:lnTo>
                  <a:pt x="1863" y="2017"/>
                </a:lnTo>
                <a:lnTo>
                  <a:pt x="1863" y="2018"/>
                </a:lnTo>
                <a:lnTo>
                  <a:pt x="1863" y="2019"/>
                </a:lnTo>
                <a:lnTo>
                  <a:pt x="1863" y="2020"/>
                </a:lnTo>
                <a:lnTo>
                  <a:pt x="1862" y="2020"/>
                </a:lnTo>
                <a:lnTo>
                  <a:pt x="1861" y="2022"/>
                </a:lnTo>
                <a:lnTo>
                  <a:pt x="1860" y="2022"/>
                </a:lnTo>
                <a:lnTo>
                  <a:pt x="1860" y="2023"/>
                </a:lnTo>
                <a:lnTo>
                  <a:pt x="1859" y="2023"/>
                </a:lnTo>
                <a:lnTo>
                  <a:pt x="1859" y="2022"/>
                </a:lnTo>
                <a:lnTo>
                  <a:pt x="1859" y="2021"/>
                </a:lnTo>
                <a:lnTo>
                  <a:pt x="1858" y="2021"/>
                </a:lnTo>
                <a:lnTo>
                  <a:pt x="1856" y="2019"/>
                </a:lnTo>
                <a:lnTo>
                  <a:pt x="1856" y="2018"/>
                </a:lnTo>
                <a:lnTo>
                  <a:pt x="1855" y="2018"/>
                </a:lnTo>
                <a:lnTo>
                  <a:pt x="1855" y="2017"/>
                </a:lnTo>
                <a:lnTo>
                  <a:pt x="1854" y="2016"/>
                </a:lnTo>
                <a:lnTo>
                  <a:pt x="1854" y="2015"/>
                </a:lnTo>
                <a:lnTo>
                  <a:pt x="1853" y="2015"/>
                </a:lnTo>
                <a:lnTo>
                  <a:pt x="1852" y="2015"/>
                </a:lnTo>
                <a:lnTo>
                  <a:pt x="1852" y="2014"/>
                </a:lnTo>
                <a:lnTo>
                  <a:pt x="1851" y="2013"/>
                </a:lnTo>
                <a:lnTo>
                  <a:pt x="1850" y="2013"/>
                </a:lnTo>
                <a:lnTo>
                  <a:pt x="1850" y="2014"/>
                </a:lnTo>
                <a:lnTo>
                  <a:pt x="1850" y="2015"/>
                </a:lnTo>
                <a:lnTo>
                  <a:pt x="1849" y="2017"/>
                </a:lnTo>
                <a:lnTo>
                  <a:pt x="1848" y="2018"/>
                </a:lnTo>
                <a:lnTo>
                  <a:pt x="1848" y="2019"/>
                </a:lnTo>
                <a:lnTo>
                  <a:pt x="1847" y="2019"/>
                </a:lnTo>
                <a:lnTo>
                  <a:pt x="1847" y="2020"/>
                </a:lnTo>
                <a:lnTo>
                  <a:pt x="1846" y="2021"/>
                </a:lnTo>
                <a:lnTo>
                  <a:pt x="1845" y="2021"/>
                </a:lnTo>
                <a:lnTo>
                  <a:pt x="1844" y="2021"/>
                </a:lnTo>
                <a:lnTo>
                  <a:pt x="1842" y="2023"/>
                </a:lnTo>
                <a:lnTo>
                  <a:pt x="1840" y="2024"/>
                </a:lnTo>
                <a:lnTo>
                  <a:pt x="1839" y="2025"/>
                </a:lnTo>
                <a:lnTo>
                  <a:pt x="1838" y="2025"/>
                </a:lnTo>
                <a:lnTo>
                  <a:pt x="1838" y="2026"/>
                </a:lnTo>
                <a:lnTo>
                  <a:pt x="1838" y="2027"/>
                </a:lnTo>
                <a:lnTo>
                  <a:pt x="1838" y="2028"/>
                </a:lnTo>
                <a:lnTo>
                  <a:pt x="1838" y="2029"/>
                </a:lnTo>
                <a:lnTo>
                  <a:pt x="1837" y="2029"/>
                </a:lnTo>
                <a:lnTo>
                  <a:pt x="1837" y="2030"/>
                </a:lnTo>
                <a:lnTo>
                  <a:pt x="1835" y="2031"/>
                </a:lnTo>
                <a:lnTo>
                  <a:pt x="1834" y="2031"/>
                </a:lnTo>
                <a:lnTo>
                  <a:pt x="1834" y="2032"/>
                </a:lnTo>
                <a:lnTo>
                  <a:pt x="1833" y="2032"/>
                </a:lnTo>
                <a:lnTo>
                  <a:pt x="1833" y="2033"/>
                </a:lnTo>
                <a:lnTo>
                  <a:pt x="1832" y="2034"/>
                </a:lnTo>
                <a:lnTo>
                  <a:pt x="1832" y="2035"/>
                </a:lnTo>
                <a:lnTo>
                  <a:pt x="1831" y="2035"/>
                </a:lnTo>
                <a:lnTo>
                  <a:pt x="1831" y="2036"/>
                </a:lnTo>
                <a:lnTo>
                  <a:pt x="1830" y="2036"/>
                </a:lnTo>
                <a:lnTo>
                  <a:pt x="1829" y="2037"/>
                </a:lnTo>
                <a:lnTo>
                  <a:pt x="1829" y="2038"/>
                </a:lnTo>
                <a:lnTo>
                  <a:pt x="1828" y="2039"/>
                </a:lnTo>
                <a:lnTo>
                  <a:pt x="1828" y="2040"/>
                </a:lnTo>
                <a:lnTo>
                  <a:pt x="1827" y="2041"/>
                </a:lnTo>
                <a:lnTo>
                  <a:pt x="1826" y="2041"/>
                </a:lnTo>
                <a:lnTo>
                  <a:pt x="1826" y="2042"/>
                </a:lnTo>
                <a:lnTo>
                  <a:pt x="1825" y="2042"/>
                </a:lnTo>
                <a:lnTo>
                  <a:pt x="1825" y="2043"/>
                </a:lnTo>
                <a:lnTo>
                  <a:pt x="1824" y="2043"/>
                </a:lnTo>
                <a:lnTo>
                  <a:pt x="1823" y="2044"/>
                </a:lnTo>
                <a:lnTo>
                  <a:pt x="1822" y="2044"/>
                </a:lnTo>
                <a:lnTo>
                  <a:pt x="1821" y="2043"/>
                </a:lnTo>
                <a:lnTo>
                  <a:pt x="1820" y="2044"/>
                </a:lnTo>
                <a:lnTo>
                  <a:pt x="1819" y="2044"/>
                </a:lnTo>
                <a:lnTo>
                  <a:pt x="1818" y="2044"/>
                </a:lnTo>
                <a:lnTo>
                  <a:pt x="1818" y="2045"/>
                </a:lnTo>
                <a:lnTo>
                  <a:pt x="1816" y="2045"/>
                </a:lnTo>
                <a:lnTo>
                  <a:pt x="1815" y="2045"/>
                </a:lnTo>
                <a:lnTo>
                  <a:pt x="1814" y="2046"/>
                </a:lnTo>
                <a:lnTo>
                  <a:pt x="1813" y="2046"/>
                </a:lnTo>
                <a:lnTo>
                  <a:pt x="1812" y="2046"/>
                </a:lnTo>
                <a:lnTo>
                  <a:pt x="1811" y="2047"/>
                </a:lnTo>
                <a:lnTo>
                  <a:pt x="1810" y="2047"/>
                </a:lnTo>
                <a:lnTo>
                  <a:pt x="1809" y="2047"/>
                </a:lnTo>
                <a:lnTo>
                  <a:pt x="1808" y="2047"/>
                </a:lnTo>
                <a:lnTo>
                  <a:pt x="1807" y="2048"/>
                </a:lnTo>
                <a:lnTo>
                  <a:pt x="1805" y="2048"/>
                </a:lnTo>
                <a:lnTo>
                  <a:pt x="1804" y="2048"/>
                </a:lnTo>
                <a:lnTo>
                  <a:pt x="1801" y="2048"/>
                </a:lnTo>
                <a:lnTo>
                  <a:pt x="1800" y="2048"/>
                </a:lnTo>
                <a:lnTo>
                  <a:pt x="1799" y="2048"/>
                </a:lnTo>
                <a:lnTo>
                  <a:pt x="1798" y="2048"/>
                </a:lnTo>
                <a:lnTo>
                  <a:pt x="1798" y="2047"/>
                </a:lnTo>
                <a:lnTo>
                  <a:pt x="1797" y="2046"/>
                </a:lnTo>
                <a:lnTo>
                  <a:pt x="1796" y="2044"/>
                </a:lnTo>
                <a:lnTo>
                  <a:pt x="1796" y="2043"/>
                </a:lnTo>
                <a:lnTo>
                  <a:pt x="1796" y="2042"/>
                </a:lnTo>
                <a:lnTo>
                  <a:pt x="1795" y="2041"/>
                </a:lnTo>
                <a:lnTo>
                  <a:pt x="1794" y="2040"/>
                </a:lnTo>
                <a:lnTo>
                  <a:pt x="1794" y="2039"/>
                </a:lnTo>
                <a:lnTo>
                  <a:pt x="1794" y="2038"/>
                </a:lnTo>
                <a:lnTo>
                  <a:pt x="1793" y="2038"/>
                </a:lnTo>
                <a:lnTo>
                  <a:pt x="1793" y="2037"/>
                </a:lnTo>
                <a:lnTo>
                  <a:pt x="1792" y="2037"/>
                </a:lnTo>
                <a:lnTo>
                  <a:pt x="1791" y="2036"/>
                </a:lnTo>
                <a:lnTo>
                  <a:pt x="1791" y="2035"/>
                </a:lnTo>
                <a:lnTo>
                  <a:pt x="1791" y="2034"/>
                </a:lnTo>
                <a:lnTo>
                  <a:pt x="1790" y="2034"/>
                </a:lnTo>
                <a:lnTo>
                  <a:pt x="1790" y="2035"/>
                </a:lnTo>
                <a:lnTo>
                  <a:pt x="1789" y="2035"/>
                </a:lnTo>
                <a:lnTo>
                  <a:pt x="1788" y="2036"/>
                </a:lnTo>
                <a:lnTo>
                  <a:pt x="1787" y="2036"/>
                </a:lnTo>
                <a:lnTo>
                  <a:pt x="1785" y="2037"/>
                </a:lnTo>
                <a:lnTo>
                  <a:pt x="1783" y="2038"/>
                </a:lnTo>
                <a:lnTo>
                  <a:pt x="1782" y="2038"/>
                </a:lnTo>
                <a:lnTo>
                  <a:pt x="1781" y="2038"/>
                </a:lnTo>
                <a:lnTo>
                  <a:pt x="1780" y="2039"/>
                </a:lnTo>
                <a:lnTo>
                  <a:pt x="1779" y="2039"/>
                </a:lnTo>
                <a:lnTo>
                  <a:pt x="1778" y="2039"/>
                </a:lnTo>
                <a:lnTo>
                  <a:pt x="1778" y="2040"/>
                </a:lnTo>
                <a:lnTo>
                  <a:pt x="1777" y="2040"/>
                </a:lnTo>
                <a:lnTo>
                  <a:pt x="1777" y="2041"/>
                </a:lnTo>
                <a:lnTo>
                  <a:pt x="1776" y="2041"/>
                </a:lnTo>
                <a:lnTo>
                  <a:pt x="1775" y="2041"/>
                </a:lnTo>
                <a:lnTo>
                  <a:pt x="1773" y="2042"/>
                </a:lnTo>
                <a:lnTo>
                  <a:pt x="1772" y="2042"/>
                </a:lnTo>
                <a:lnTo>
                  <a:pt x="1771" y="2042"/>
                </a:lnTo>
                <a:lnTo>
                  <a:pt x="1770" y="2043"/>
                </a:lnTo>
                <a:lnTo>
                  <a:pt x="1769" y="2043"/>
                </a:lnTo>
                <a:lnTo>
                  <a:pt x="1768" y="2043"/>
                </a:lnTo>
                <a:lnTo>
                  <a:pt x="1766" y="2044"/>
                </a:lnTo>
                <a:lnTo>
                  <a:pt x="1765" y="2044"/>
                </a:lnTo>
                <a:lnTo>
                  <a:pt x="1764" y="2044"/>
                </a:lnTo>
                <a:lnTo>
                  <a:pt x="1763" y="2045"/>
                </a:lnTo>
                <a:lnTo>
                  <a:pt x="1762" y="2045"/>
                </a:lnTo>
                <a:lnTo>
                  <a:pt x="1762" y="2046"/>
                </a:lnTo>
                <a:lnTo>
                  <a:pt x="1761" y="2046"/>
                </a:lnTo>
                <a:lnTo>
                  <a:pt x="1760" y="2046"/>
                </a:lnTo>
                <a:lnTo>
                  <a:pt x="1757" y="2048"/>
                </a:lnTo>
                <a:lnTo>
                  <a:pt x="1756" y="2048"/>
                </a:lnTo>
                <a:lnTo>
                  <a:pt x="1754" y="2049"/>
                </a:lnTo>
                <a:lnTo>
                  <a:pt x="1753" y="2050"/>
                </a:lnTo>
                <a:lnTo>
                  <a:pt x="1752" y="2050"/>
                </a:lnTo>
                <a:lnTo>
                  <a:pt x="1751" y="2050"/>
                </a:lnTo>
                <a:lnTo>
                  <a:pt x="1751" y="2051"/>
                </a:lnTo>
                <a:lnTo>
                  <a:pt x="1751" y="2052"/>
                </a:lnTo>
                <a:lnTo>
                  <a:pt x="1751" y="2054"/>
                </a:lnTo>
                <a:lnTo>
                  <a:pt x="1751" y="2055"/>
                </a:lnTo>
                <a:lnTo>
                  <a:pt x="1751" y="2056"/>
                </a:lnTo>
                <a:lnTo>
                  <a:pt x="1751" y="2057"/>
                </a:lnTo>
                <a:lnTo>
                  <a:pt x="1751" y="2058"/>
                </a:lnTo>
                <a:lnTo>
                  <a:pt x="1750" y="2058"/>
                </a:lnTo>
                <a:lnTo>
                  <a:pt x="1750" y="2059"/>
                </a:lnTo>
                <a:lnTo>
                  <a:pt x="1750" y="2060"/>
                </a:lnTo>
                <a:lnTo>
                  <a:pt x="1750" y="2061"/>
                </a:lnTo>
                <a:lnTo>
                  <a:pt x="1750" y="2062"/>
                </a:lnTo>
                <a:lnTo>
                  <a:pt x="1749" y="2063"/>
                </a:lnTo>
                <a:lnTo>
                  <a:pt x="1749" y="2064"/>
                </a:lnTo>
                <a:lnTo>
                  <a:pt x="1749" y="2065"/>
                </a:lnTo>
                <a:lnTo>
                  <a:pt x="1749" y="2066"/>
                </a:lnTo>
                <a:lnTo>
                  <a:pt x="1749" y="2067"/>
                </a:lnTo>
                <a:lnTo>
                  <a:pt x="1748" y="2067"/>
                </a:lnTo>
                <a:lnTo>
                  <a:pt x="1748" y="2068"/>
                </a:lnTo>
                <a:lnTo>
                  <a:pt x="1748" y="2069"/>
                </a:lnTo>
                <a:lnTo>
                  <a:pt x="1748" y="2070"/>
                </a:lnTo>
                <a:lnTo>
                  <a:pt x="1747" y="2070"/>
                </a:lnTo>
                <a:lnTo>
                  <a:pt x="1744" y="2072"/>
                </a:lnTo>
                <a:lnTo>
                  <a:pt x="1742" y="2073"/>
                </a:lnTo>
                <a:lnTo>
                  <a:pt x="1741" y="2074"/>
                </a:lnTo>
                <a:lnTo>
                  <a:pt x="1740" y="2075"/>
                </a:lnTo>
                <a:lnTo>
                  <a:pt x="1738" y="2076"/>
                </a:lnTo>
                <a:lnTo>
                  <a:pt x="1737" y="2076"/>
                </a:lnTo>
                <a:lnTo>
                  <a:pt x="1736" y="2077"/>
                </a:lnTo>
                <a:lnTo>
                  <a:pt x="1734" y="2077"/>
                </a:lnTo>
                <a:lnTo>
                  <a:pt x="1732" y="2075"/>
                </a:lnTo>
                <a:lnTo>
                  <a:pt x="1730" y="2073"/>
                </a:lnTo>
                <a:lnTo>
                  <a:pt x="1729" y="2073"/>
                </a:lnTo>
                <a:lnTo>
                  <a:pt x="1728" y="2072"/>
                </a:lnTo>
                <a:lnTo>
                  <a:pt x="1727" y="2071"/>
                </a:lnTo>
                <a:lnTo>
                  <a:pt x="1726" y="2070"/>
                </a:lnTo>
                <a:lnTo>
                  <a:pt x="1725" y="2069"/>
                </a:lnTo>
                <a:lnTo>
                  <a:pt x="1724" y="2069"/>
                </a:lnTo>
                <a:lnTo>
                  <a:pt x="1724" y="2068"/>
                </a:lnTo>
                <a:lnTo>
                  <a:pt x="1723" y="2068"/>
                </a:lnTo>
                <a:lnTo>
                  <a:pt x="1722" y="2067"/>
                </a:lnTo>
                <a:lnTo>
                  <a:pt x="1721" y="2067"/>
                </a:lnTo>
                <a:lnTo>
                  <a:pt x="1721" y="2066"/>
                </a:lnTo>
                <a:lnTo>
                  <a:pt x="1719" y="2066"/>
                </a:lnTo>
                <a:lnTo>
                  <a:pt x="1715" y="2065"/>
                </a:lnTo>
                <a:lnTo>
                  <a:pt x="1712" y="2064"/>
                </a:lnTo>
                <a:lnTo>
                  <a:pt x="1711" y="2064"/>
                </a:lnTo>
                <a:lnTo>
                  <a:pt x="1710" y="2064"/>
                </a:lnTo>
                <a:lnTo>
                  <a:pt x="1707" y="2061"/>
                </a:lnTo>
                <a:lnTo>
                  <a:pt x="1703" y="2059"/>
                </a:lnTo>
                <a:lnTo>
                  <a:pt x="1702" y="2059"/>
                </a:lnTo>
                <a:lnTo>
                  <a:pt x="1701" y="2059"/>
                </a:lnTo>
                <a:lnTo>
                  <a:pt x="1697" y="2060"/>
                </a:lnTo>
                <a:lnTo>
                  <a:pt x="1696" y="2061"/>
                </a:lnTo>
                <a:lnTo>
                  <a:pt x="1695" y="2063"/>
                </a:lnTo>
                <a:lnTo>
                  <a:pt x="1694" y="2063"/>
                </a:lnTo>
                <a:lnTo>
                  <a:pt x="1691" y="2066"/>
                </a:lnTo>
                <a:lnTo>
                  <a:pt x="1690" y="2067"/>
                </a:lnTo>
                <a:lnTo>
                  <a:pt x="1689" y="2067"/>
                </a:lnTo>
                <a:lnTo>
                  <a:pt x="1688" y="2067"/>
                </a:lnTo>
                <a:lnTo>
                  <a:pt x="1688" y="2066"/>
                </a:lnTo>
                <a:lnTo>
                  <a:pt x="1687" y="2066"/>
                </a:lnTo>
                <a:lnTo>
                  <a:pt x="1686" y="2066"/>
                </a:lnTo>
                <a:lnTo>
                  <a:pt x="1686" y="2067"/>
                </a:lnTo>
                <a:lnTo>
                  <a:pt x="1685" y="2069"/>
                </a:lnTo>
                <a:lnTo>
                  <a:pt x="1684" y="2071"/>
                </a:lnTo>
                <a:lnTo>
                  <a:pt x="1684" y="2072"/>
                </a:lnTo>
                <a:lnTo>
                  <a:pt x="1685" y="2073"/>
                </a:lnTo>
                <a:lnTo>
                  <a:pt x="1685" y="2074"/>
                </a:lnTo>
                <a:lnTo>
                  <a:pt x="1684" y="2075"/>
                </a:lnTo>
                <a:lnTo>
                  <a:pt x="1683" y="2075"/>
                </a:lnTo>
                <a:lnTo>
                  <a:pt x="1683" y="2076"/>
                </a:lnTo>
                <a:lnTo>
                  <a:pt x="1682" y="2076"/>
                </a:lnTo>
                <a:lnTo>
                  <a:pt x="1682" y="2077"/>
                </a:lnTo>
                <a:lnTo>
                  <a:pt x="1681" y="2078"/>
                </a:lnTo>
                <a:lnTo>
                  <a:pt x="1680" y="2078"/>
                </a:lnTo>
                <a:lnTo>
                  <a:pt x="1679" y="2079"/>
                </a:lnTo>
                <a:lnTo>
                  <a:pt x="1678" y="2080"/>
                </a:lnTo>
                <a:lnTo>
                  <a:pt x="1678" y="2081"/>
                </a:lnTo>
                <a:lnTo>
                  <a:pt x="1678" y="2082"/>
                </a:lnTo>
                <a:lnTo>
                  <a:pt x="1677" y="2083"/>
                </a:lnTo>
                <a:lnTo>
                  <a:pt x="1678" y="2084"/>
                </a:lnTo>
                <a:lnTo>
                  <a:pt x="1678" y="2085"/>
                </a:lnTo>
                <a:lnTo>
                  <a:pt x="1678" y="2086"/>
                </a:lnTo>
                <a:lnTo>
                  <a:pt x="1677" y="2087"/>
                </a:lnTo>
                <a:lnTo>
                  <a:pt x="1677" y="2088"/>
                </a:lnTo>
                <a:lnTo>
                  <a:pt x="1676" y="2089"/>
                </a:lnTo>
                <a:lnTo>
                  <a:pt x="1676" y="2090"/>
                </a:lnTo>
                <a:lnTo>
                  <a:pt x="1675" y="2091"/>
                </a:lnTo>
                <a:lnTo>
                  <a:pt x="1675" y="2092"/>
                </a:lnTo>
                <a:lnTo>
                  <a:pt x="1674" y="2093"/>
                </a:lnTo>
                <a:lnTo>
                  <a:pt x="1673" y="2094"/>
                </a:lnTo>
                <a:lnTo>
                  <a:pt x="1673" y="2095"/>
                </a:lnTo>
                <a:lnTo>
                  <a:pt x="1673" y="2096"/>
                </a:lnTo>
                <a:lnTo>
                  <a:pt x="1673" y="2097"/>
                </a:lnTo>
                <a:lnTo>
                  <a:pt x="1673" y="2099"/>
                </a:lnTo>
                <a:lnTo>
                  <a:pt x="1672" y="2100"/>
                </a:lnTo>
                <a:lnTo>
                  <a:pt x="1671" y="2100"/>
                </a:lnTo>
                <a:lnTo>
                  <a:pt x="1671" y="2101"/>
                </a:lnTo>
                <a:lnTo>
                  <a:pt x="1669" y="2103"/>
                </a:lnTo>
                <a:lnTo>
                  <a:pt x="1669" y="2104"/>
                </a:lnTo>
                <a:lnTo>
                  <a:pt x="1669" y="2105"/>
                </a:lnTo>
                <a:lnTo>
                  <a:pt x="1668" y="2105"/>
                </a:lnTo>
                <a:lnTo>
                  <a:pt x="1668" y="2106"/>
                </a:lnTo>
                <a:lnTo>
                  <a:pt x="1668" y="2107"/>
                </a:lnTo>
                <a:lnTo>
                  <a:pt x="1668" y="2108"/>
                </a:lnTo>
                <a:lnTo>
                  <a:pt x="1668" y="2109"/>
                </a:lnTo>
                <a:lnTo>
                  <a:pt x="1667" y="2109"/>
                </a:lnTo>
                <a:lnTo>
                  <a:pt x="1667" y="2110"/>
                </a:lnTo>
                <a:lnTo>
                  <a:pt x="1667" y="2111"/>
                </a:lnTo>
                <a:lnTo>
                  <a:pt x="1666" y="2112"/>
                </a:lnTo>
                <a:lnTo>
                  <a:pt x="1665" y="2114"/>
                </a:lnTo>
                <a:lnTo>
                  <a:pt x="1664" y="2115"/>
                </a:lnTo>
                <a:lnTo>
                  <a:pt x="1664" y="2117"/>
                </a:lnTo>
                <a:lnTo>
                  <a:pt x="1663" y="2118"/>
                </a:lnTo>
                <a:lnTo>
                  <a:pt x="1663" y="2119"/>
                </a:lnTo>
                <a:lnTo>
                  <a:pt x="1663" y="2120"/>
                </a:lnTo>
                <a:lnTo>
                  <a:pt x="1662" y="2121"/>
                </a:lnTo>
                <a:lnTo>
                  <a:pt x="1662" y="2122"/>
                </a:lnTo>
                <a:lnTo>
                  <a:pt x="1661" y="2123"/>
                </a:lnTo>
                <a:lnTo>
                  <a:pt x="1660" y="2123"/>
                </a:lnTo>
                <a:lnTo>
                  <a:pt x="1660" y="2124"/>
                </a:lnTo>
                <a:lnTo>
                  <a:pt x="1660" y="2125"/>
                </a:lnTo>
                <a:lnTo>
                  <a:pt x="1660" y="2126"/>
                </a:lnTo>
                <a:lnTo>
                  <a:pt x="1660" y="2127"/>
                </a:lnTo>
                <a:lnTo>
                  <a:pt x="1659" y="2130"/>
                </a:lnTo>
                <a:lnTo>
                  <a:pt x="1659" y="2131"/>
                </a:lnTo>
                <a:lnTo>
                  <a:pt x="1658" y="2131"/>
                </a:lnTo>
                <a:lnTo>
                  <a:pt x="1657" y="2133"/>
                </a:lnTo>
                <a:lnTo>
                  <a:pt x="1656" y="2135"/>
                </a:lnTo>
                <a:lnTo>
                  <a:pt x="1654" y="2138"/>
                </a:lnTo>
                <a:lnTo>
                  <a:pt x="1652" y="2140"/>
                </a:lnTo>
                <a:lnTo>
                  <a:pt x="1652" y="2146"/>
                </a:lnTo>
                <a:lnTo>
                  <a:pt x="1652" y="2151"/>
                </a:lnTo>
                <a:lnTo>
                  <a:pt x="1653" y="2152"/>
                </a:lnTo>
                <a:lnTo>
                  <a:pt x="1652" y="2155"/>
                </a:lnTo>
                <a:lnTo>
                  <a:pt x="1652" y="2157"/>
                </a:lnTo>
                <a:lnTo>
                  <a:pt x="1651" y="2157"/>
                </a:lnTo>
                <a:lnTo>
                  <a:pt x="1648" y="2160"/>
                </a:lnTo>
                <a:lnTo>
                  <a:pt x="1648" y="2161"/>
                </a:lnTo>
                <a:lnTo>
                  <a:pt x="1649" y="2161"/>
                </a:lnTo>
                <a:lnTo>
                  <a:pt x="1650" y="2162"/>
                </a:lnTo>
                <a:lnTo>
                  <a:pt x="1650" y="2163"/>
                </a:lnTo>
                <a:lnTo>
                  <a:pt x="1650" y="2164"/>
                </a:lnTo>
                <a:lnTo>
                  <a:pt x="1650" y="2167"/>
                </a:lnTo>
                <a:lnTo>
                  <a:pt x="1650" y="2168"/>
                </a:lnTo>
                <a:lnTo>
                  <a:pt x="1649" y="2169"/>
                </a:lnTo>
                <a:lnTo>
                  <a:pt x="1648" y="2168"/>
                </a:lnTo>
                <a:lnTo>
                  <a:pt x="1646" y="2168"/>
                </a:lnTo>
                <a:lnTo>
                  <a:pt x="1644" y="2168"/>
                </a:lnTo>
                <a:lnTo>
                  <a:pt x="1644" y="2169"/>
                </a:lnTo>
                <a:lnTo>
                  <a:pt x="1644" y="2170"/>
                </a:lnTo>
                <a:lnTo>
                  <a:pt x="1643" y="2170"/>
                </a:lnTo>
                <a:lnTo>
                  <a:pt x="1641" y="2169"/>
                </a:lnTo>
                <a:lnTo>
                  <a:pt x="1640" y="2168"/>
                </a:lnTo>
                <a:lnTo>
                  <a:pt x="1639" y="2167"/>
                </a:lnTo>
                <a:lnTo>
                  <a:pt x="1638" y="2168"/>
                </a:lnTo>
                <a:lnTo>
                  <a:pt x="1637" y="2169"/>
                </a:lnTo>
                <a:lnTo>
                  <a:pt x="1637" y="2170"/>
                </a:lnTo>
                <a:lnTo>
                  <a:pt x="1636" y="2171"/>
                </a:lnTo>
                <a:lnTo>
                  <a:pt x="1634" y="2173"/>
                </a:lnTo>
                <a:lnTo>
                  <a:pt x="1633" y="2173"/>
                </a:lnTo>
                <a:lnTo>
                  <a:pt x="1632" y="2173"/>
                </a:lnTo>
                <a:lnTo>
                  <a:pt x="1629" y="2172"/>
                </a:lnTo>
                <a:lnTo>
                  <a:pt x="1626" y="2171"/>
                </a:lnTo>
                <a:lnTo>
                  <a:pt x="1625" y="2171"/>
                </a:lnTo>
                <a:lnTo>
                  <a:pt x="1625" y="2170"/>
                </a:lnTo>
                <a:lnTo>
                  <a:pt x="1625" y="2169"/>
                </a:lnTo>
                <a:lnTo>
                  <a:pt x="1624" y="2169"/>
                </a:lnTo>
                <a:lnTo>
                  <a:pt x="1623" y="2168"/>
                </a:lnTo>
                <a:lnTo>
                  <a:pt x="1622" y="2167"/>
                </a:lnTo>
                <a:lnTo>
                  <a:pt x="1621" y="2167"/>
                </a:lnTo>
                <a:lnTo>
                  <a:pt x="1619" y="2167"/>
                </a:lnTo>
                <a:lnTo>
                  <a:pt x="1618" y="2166"/>
                </a:lnTo>
                <a:lnTo>
                  <a:pt x="1617" y="2166"/>
                </a:lnTo>
                <a:lnTo>
                  <a:pt x="1616" y="2165"/>
                </a:lnTo>
                <a:lnTo>
                  <a:pt x="1615" y="2166"/>
                </a:lnTo>
                <a:lnTo>
                  <a:pt x="1614" y="2167"/>
                </a:lnTo>
                <a:lnTo>
                  <a:pt x="1614" y="2168"/>
                </a:lnTo>
                <a:lnTo>
                  <a:pt x="1613" y="2168"/>
                </a:lnTo>
                <a:lnTo>
                  <a:pt x="1611" y="2167"/>
                </a:lnTo>
                <a:lnTo>
                  <a:pt x="1610" y="2166"/>
                </a:lnTo>
                <a:lnTo>
                  <a:pt x="1609" y="2166"/>
                </a:lnTo>
                <a:lnTo>
                  <a:pt x="1605" y="2165"/>
                </a:lnTo>
                <a:lnTo>
                  <a:pt x="1604" y="2164"/>
                </a:lnTo>
                <a:lnTo>
                  <a:pt x="1603" y="2164"/>
                </a:lnTo>
                <a:lnTo>
                  <a:pt x="1602" y="2164"/>
                </a:lnTo>
                <a:lnTo>
                  <a:pt x="1601" y="2164"/>
                </a:lnTo>
                <a:lnTo>
                  <a:pt x="1600" y="2164"/>
                </a:lnTo>
                <a:lnTo>
                  <a:pt x="1599" y="2164"/>
                </a:lnTo>
                <a:lnTo>
                  <a:pt x="1598" y="2165"/>
                </a:lnTo>
                <a:lnTo>
                  <a:pt x="1597" y="2165"/>
                </a:lnTo>
                <a:lnTo>
                  <a:pt x="1596" y="2166"/>
                </a:lnTo>
                <a:lnTo>
                  <a:pt x="1595" y="2166"/>
                </a:lnTo>
                <a:lnTo>
                  <a:pt x="1594" y="2167"/>
                </a:lnTo>
                <a:lnTo>
                  <a:pt x="1593" y="2167"/>
                </a:lnTo>
                <a:lnTo>
                  <a:pt x="1593" y="2168"/>
                </a:lnTo>
                <a:lnTo>
                  <a:pt x="1593" y="2169"/>
                </a:lnTo>
                <a:lnTo>
                  <a:pt x="1594" y="2169"/>
                </a:lnTo>
                <a:lnTo>
                  <a:pt x="1595" y="2169"/>
                </a:lnTo>
                <a:lnTo>
                  <a:pt x="1596" y="2169"/>
                </a:lnTo>
                <a:lnTo>
                  <a:pt x="1596" y="2170"/>
                </a:lnTo>
                <a:lnTo>
                  <a:pt x="1596" y="2171"/>
                </a:lnTo>
                <a:lnTo>
                  <a:pt x="1596" y="2172"/>
                </a:lnTo>
                <a:lnTo>
                  <a:pt x="1596" y="2173"/>
                </a:lnTo>
                <a:lnTo>
                  <a:pt x="1595" y="2173"/>
                </a:lnTo>
                <a:lnTo>
                  <a:pt x="1595" y="2172"/>
                </a:lnTo>
                <a:lnTo>
                  <a:pt x="1594" y="2171"/>
                </a:lnTo>
                <a:lnTo>
                  <a:pt x="1594" y="2170"/>
                </a:lnTo>
                <a:lnTo>
                  <a:pt x="1593" y="2170"/>
                </a:lnTo>
                <a:lnTo>
                  <a:pt x="1592" y="2171"/>
                </a:lnTo>
                <a:lnTo>
                  <a:pt x="1592" y="2172"/>
                </a:lnTo>
                <a:lnTo>
                  <a:pt x="1593" y="2173"/>
                </a:lnTo>
                <a:lnTo>
                  <a:pt x="1594" y="2174"/>
                </a:lnTo>
                <a:lnTo>
                  <a:pt x="1594" y="2175"/>
                </a:lnTo>
                <a:lnTo>
                  <a:pt x="1593" y="2178"/>
                </a:lnTo>
                <a:lnTo>
                  <a:pt x="1593" y="2181"/>
                </a:lnTo>
                <a:lnTo>
                  <a:pt x="1592" y="2182"/>
                </a:lnTo>
                <a:lnTo>
                  <a:pt x="1592" y="2183"/>
                </a:lnTo>
                <a:lnTo>
                  <a:pt x="1592" y="2184"/>
                </a:lnTo>
                <a:lnTo>
                  <a:pt x="1593" y="2185"/>
                </a:lnTo>
                <a:lnTo>
                  <a:pt x="1594" y="2185"/>
                </a:lnTo>
                <a:lnTo>
                  <a:pt x="1594" y="2186"/>
                </a:lnTo>
                <a:lnTo>
                  <a:pt x="1594" y="2188"/>
                </a:lnTo>
                <a:lnTo>
                  <a:pt x="1593" y="2188"/>
                </a:lnTo>
                <a:lnTo>
                  <a:pt x="1593" y="2189"/>
                </a:lnTo>
                <a:lnTo>
                  <a:pt x="1592" y="2189"/>
                </a:lnTo>
                <a:lnTo>
                  <a:pt x="1591" y="2189"/>
                </a:lnTo>
                <a:lnTo>
                  <a:pt x="1590" y="2190"/>
                </a:lnTo>
                <a:lnTo>
                  <a:pt x="1589" y="2191"/>
                </a:lnTo>
                <a:lnTo>
                  <a:pt x="1588" y="2192"/>
                </a:lnTo>
                <a:lnTo>
                  <a:pt x="1587" y="2192"/>
                </a:lnTo>
                <a:lnTo>
                  <a:pt x="1587" y="2193"/>
                </a:lnTo>
                <a:lnTo>
                  <a:pt x="1586" y="2194"/>
                </a:lnTo>
                <a:lnTo>
                  <a:pt x="1586" y="2196"/>
                </a:lnTo>
                <a:lnTo>
                  <a:pt x="1586" y="2197"/>
                </a:lnTo>
                <a:lnTo>
                  <a:pt x="1586" y="2198"/>
                </a:lnTo>
                <a:lnTo>
                  <a:pt x="1586" y="2199"/>
                </a:lnTo>
                <a:lnTo>
                  <a:pt x="1586" y="2200"/>
                </a:lnTo>
                <a:lnTo>
                  <a:pt x="1585" y="2201"/>
                </a:lnTo>
                <a:lnTo>
                  <a:pt x="1584" y="2201"/>
                </a:lnTo>
                <a:lnTo>
                  <a:pt x="1584" y="2202"/>
                </a:lnTo>
                <a:lnTo>
                  <a:pt x="1583" y="2202"/>
                </a:lnTo>
                <a:lnTo>
                  <a:pt x="1582" y="2202"/>
                </a:lnTo>
                <a:lnTo>
                  <a:pt x="1580" y="2202"/>
                </a:lnTo>
                <a:lnTo>
                  <a:pt x="1579" y="2202"/>
                </a:lnTo>
                <a:lnTo>
                  <a:pt x="1579" y="2203"/>
                </a:lnTo>
                <a:lnTo>
                  <a:pt x="1578" y="2203"/>
                </a:lnTo>
                <a:lnTo>
                  <a:pt x="1577" y="2202"/>
                </a:lnTo>
                <a:lnTo>
                  <a:pt x="1576" y="2202"/>
                </a:lnTo>
                <a:lnTo>
                  <a:pt x="1575" y="2202"/>
                </a:lnTo>
                <a:lnTo>
                  <a:pt x="1574" y="2202"/>
                </a:lnTo>
                <a:lnTo>
                  <a:pt x="1573" y="2201"/>
                </a:lnTo>
                <a:lnTo>
                  <a:pt x="1572" y="2201"/>
                </a:lnTo>
                <a:lnTo>
                  <a:pt x="1572" y="2202"/>
                </a:lnTo>
                <a:lnTo>
                  <a:pt x="1571" y="2202"/>
                </a:lnTo>
                <a:lnTo>
                  <a:pt x="1570" y="2202"/>
                </a:lnTo>
                <a:lnTo>
                  <a:pt x="1569" y="2202"/>
                </a:lnTo>
                <a:lnTo>
                  <a:pt x="1569" y="2203"/>
                </a:lnTo>
                <a:lnTo>
                  <a:pt x="1568" y="2203"/>
                </a:lnTo>
                <a:lnTo>
                  <a:pt x="1566" y="2203"/>
                </a:lnTo>
                <a:lnTo>
                  <a:pt x="1565" y="2203"/>
                </a:lnTo>
                <a:lnTo>
                  <a:pt x="1564" y="2203"/>
                </a:lnTo>
                <a:lnTo>
                  <a:pt x="1564" y="2204"/>
                </a:lnTo>
                <a:lnTo>
                  <a:pt x="1563" y="2204"/>
                </a:lnTo>
                <a:lnTo>
                  <a:pt x="1562" y="2204"/>
                </a:lnTo>
                <a:lnTo>
                  <a:pt x="1562" y="2205"/>
                </a:lnTo>
                <a:lnTo>
                  <a:pt x="1561" y="2206"/>
                </a:lnTo>
                <a:lnTo>
                  <a:pt x="1561" y="2208"/>
                </a:lnTo>
                <a:lnTo>
                  <a:pt x="1559" y="2210"/>
                </a:lnTo>
                <a:lnTo>
                  <a:pt x="1558" y="2211"/>
                </a:lnTo>
                <a:lnTo>
                  <a:pt x="1559" y="2211"/>
                </a:lnTo>
                <a:lnTo>
                  <a:pt x="1559" y="2212"/>
                </a:lnTo>
                <a:lnTo>
                  <a:pt x="1560" y="2212"/>
                </a:lnTo>
                <a:lnTo>
                  <a:pt x="1559" y="2213"/>
                </a:lnTo>
                <a:lnTo>
                  <a:pt x="1558" y="2213"/>
                </a:lnTo>
                <a:lnTo>
                  <a:pt x="1557" y="2213"/>
                </a:lnTo>
                <a:lnTo>
                  <a:pt x="1556" y="2211"/>
                </a:lnTo>
                <a:lnTo>
                  <a:pt x="1555" y="2210"/>
                </a:lnTo>
                <a:lnTo>
                  <a:pt x="1555" y="2209"/>
                </a:lnTo>
                <a:lnTo>
                  <a:pt x="1556" y="2207"/>
                </a:lnTo>
                <a:lnTo>
                  <a:pt x="1556" y="2206"/>
                </a:lnTo>
                <a:lnTo>
                  <a:pt x="1556" y="2205"/>
                </a:lnTo>
                <a:lnTo>
                  <a:pt x="1555" y="2205"/>
                </a:lnTo>
                <a:lnTo>
                  <a:pt x="1554" y="2205"/>
                </a:lnTo>
                <a:lnTo>
                  <a:pt x="1554" y="2206"/>
                </a:lnTo>
                <a:lnTo>
                  <a:pt x="1554" y="2207"/>
                </a:lnTo>
                <a:lnTo>
                  <a:pt x="1553" y="2207"/>
                </a:lnTo>
                <a:lnTo>
                  <a:pt x="1552" y="2206"/>
                </a:lnTo>
                <a:lnTo>
                  <a:pt x="1551" y="2202"/>
                </a:lnTo>
                <a:lnTo>
                  <a:pt x="1551" y="2200"/>
                </a:lnTo>
                <a:lnTo>
                  <a:pt x="1552" y="2200"/>
                </a:lnTo>
                <a:lnTo>
                  <a:pt x="1553" y="2199"/>
                </a:lnTo>
                <a:lnTo>
                  <a:pt x="1555" y="2197"/>
                </a:lnTo>
                <a:lnTo>
                  <a:pt x="1555" y="2196"/>
                </a:lnTo>
                <a:lnTo>
                  <a:pt x="1556" y="2194"/>
                </a:lnTo>
                <a:lnTo>
                  <a:pt x="1556" y="2192"/>
                </a:lnTo>
                <a:lnTo>
                  <a:pt x="1558" y="2189"/>
                </a:lnTo>
                <a:lnTo>
                  <a:pt x="1560" y="2188"/>
                </a:lnTo>
                <a:lnTo>
                  <a:pt x="1561" y="2188"/>
                </a:lnTo>
                <a:lnTo>
                  <a:pt x="1561" y="2186"/>
                </a:lnTo>
                <a:lnTo>
                  <a:pt x="1562" y="2181"/>
                </a:lnTo>
                <a:lnTo>
                  <a:pt x="1561" y="2181"/>
                </a:lnTo>
                <a:lnTo>
                  <a:pt x="1561" y="2180"/>
                </a:lnTo>
                <a:lnTo>
                  <a:pt x="1559" y="2178"/>
                </a:lnTo>
                <a:lnTo>
                  <a:pt x="1558" y="2179"/>
                </a:lnTo>
                <a:lnTo>
                  <a:pt x="1557" y="2179"/>
                </a:lnTo>
                <a:lnTo>
                  <a:pt x="1557" y="2181"/>
                </a:lnTo>
                <a:lnTo>
                  <a:pt x="1556" y="2182"/>
                </a:lnTo>
                <a:lnTo>
                  <a:pt x="1555" y="2182"/>
                </a:lnTo>
                <a:lnTo>
                  <a:pt x="1554" y="2183"/>
                </a:lnTo>
                <a:lnTo>
                  <a:pt x="1550" y="2183"/>
                </a:lnTo>
                <a:lnTo>
                  <a:pt x="1547" y="2183"/>
                </a:lnTo>
                <a:lnTo>
                  <a:pt x="1545" y="2184"/>
                </a:lnTo>
                <a:lnTo>
                  <a:pt x="1544" y="2185"/>
                </a:lnTo>
                <a:lnTo>
                  <a:pt x="1543" y="2186"/>
                </a:lnTo>
                <a:lnTo>
                  <a:pt x="1542" y="2187"/>
                </a:lnTo>
                <a:lnTo>
                  <a:pt x="1539" y="2190"/>
                </a:lnTo>
                <a:lnTo>
                  <a:pt x="1534" y="2191"/>
                </a:lnTo>
                <a:lnTo>
                  <a:pt x="1533" y="2191"/>
                </a:lnTo>
                <a:lnTo>
                  <a:pt x="1531" y="2192"/>
                </a:lnTo>
                <a:lnTo>
                  <a:pt x="1529" y="2194"/>
                </a:lnTo>
                <a:lnTo>
                  <a:pt x="1529" y="2195"/>
                </a:lnTo>
                <a:lnTo>
                  <a:pt x="1529" y="2196"/>
                </a:lnTo>
                <a:lnTo>
                  <a:pt x="1527" y="2200"/>
                </a:lnTo>
                <a:lnTo>
                  <a:pt x="1525" y="2202"/>
                </a:lnTo>
                <a:lnTo>
                  <a:pt x="1525" y="2203"/>
                </a:lnTo>
                <a:lnTo>
                  <a:pt x="1523" y="2206"/>
                </a:lnTo>
                <a:lnTo>
                  <a:pt x="1522" y="2207"/>
                </a:lnTo>
                <a:lnTo>
                  <a:pt x="1522" y="2208"/>
                </a:lnTo>
                <a:lnTo>
                  <a:pt x="1521" y="2208"/>
                </a:lnTo>
                <a:lnTo>
                  <a:pt x="1521" y="2209"/>
                </a:lnTo>
                <a:lnTo>
                  <a:pt x="1521" y="2210"/>
                </a:lnTo>
                <a:lnTo>
                  <a:pt x="1520" y="2211"/>
                </a:lnTo>
                <a:lnTo>
                  <a:pt x="1519" y="2212"/>
                </a:lnTo>
                <a:lnTo>
                  <a:pt x="1516" y="2216"/>
                </a:lnTo>
                <a:lnTo>
                  <a:pt x="1516" y="2217"/>
                </a:lnTo>
                <a:lnTo>
                  <a:pt x="1515" y="2225"/>
                </a:lnTo>
                <a:lnTo>
                  <a:pt x="1513" y="2228"/>
                </a:lnTo>
                <a:lnTo>
                  <a:pt x="1512" y="2229"/>
                </a:lnTo>
                <a:lnTo>
                  <a:pt x="1511" y="2230"/>
                </a:lnTo>
                <a:lnTo>
                  <a:pt x="1504" y="2230"/>
                </a:lnTo>
                <a:lnTo>
                  <a:pt x="1503" y="2230"/>
                </a:lnTo>
                <a:lnTo>
                  <a:pt x="1500" y="2229"/>
                </a:lnTo>
                <a:lnTo>
                  <a:pt x="1500" y="2228"/>
                </a:lnTo>
                <a:lnTo>
                  <a:pt x="1498" y="2226"/>
                </a:lnTo>
                <a:lnTo>
                  <a:pt x="1497" y="2224"/>
                </a:lnTo>
                <a:lnTo>
                  <a:pt x="1496" y="2223"/>
                </a:lnTo>
                <a:lnTo>
                  <a:pt x="1497" y="2221"/>
                </a:lnTo>
                <a:lnTo>
                  <a:pt x="1495" y="2218"/>
                </a:lnTo>
                <a:lnTo>
                  <a:pt x="1495" y="2217"/>
                </a:lnTo>
                <a:lnTo>
                  <a:pt x="1493" y="2215"/>
                </a:lnTo>
                <a:lnTo>
                  <a:pt x="1492" y="2215"/>
                </a:lnTo>
                <a:lnTo>
                  <a:pt x="1491" y="2213"/>
                </a:lnTo>
                <a:lnTo>
                  <a:pt x="1490" y="2213"/>
                </a:lnTo>
                <a:lnTo>
                  <a:pt x="1489" y="2214"/>
                </a:lnTo>
                <a:lnTo>
                  <a:pt x="1489" y="2215"/>
                </a:lnTo>
                <a:lnTo>
                  <a:pt x="1490" y="2215"/>
                </a:lnTo>
                <a:lnTo>
                  <a:pt x="1489" y="2216"/>
                </a:lnTo>
                <a:lnTo>
                  <a:pt x="1488" y="2217"/>
                </a:lnTo>
                <a:lnTo>
                  <a:pt x="1487" y="2217"/>
                </a:lnTo>
                <a:lnTo>
                  <a:pt x="1486" y="2217"/>
                </a:lnTo>
                <a:lnTo>
                  <a:pt x="1486" y="2216"/>
                </a:lnTo>
                <a:lnTo>
                  <a:pt x="1485" y="2215"/>
                </a:lnTo>
                <a:lnTo>
                  <a:pt x="1484" y="2215"/>
                </a:lnTo>
                <a:lnTo>
                  <a:pt x="1482" y="2214"/>
                </a:lnTo>
                <a:lnTo>
                  <a:pt x="1481" y="2214"/>
                </a:lnTo>
                <a:lnTo>
                  <a:pt x="1480" y="2215"/>
                </a:lnTo>
                <a:lnTo>
                  <a:pt x="1479" y="2217"/>
                </a:lnTo>
                <a:lnTo>
                  <a:pt x="1479" y="2219"/>
                </a:lnTo>
                <a:lnTo>
                  <a:pt x="1480" y="2220"/>
                </a:lnTo>
                <a:lnTo>
                  <a:pt x="1480" y="2221"/>
                </a:lnTo>
                <a:lnTo>
                  <a:pt x="1478" y="2224"/>
                </a:lnTo>
                <a:lnTo>
                  <a:pt x="1477" y="2225"/>
                </a:lnTo>
                <a:lnTo>
                  <a:pt x="1476" y="2225"/>
                </a:lnTo>
                <a:lnTo>
                  <a:pt x="1475" y="2225"/>
                </a:lnTo>
                <a:lnTo>
                  <a:pt x="1475" y="2224"/>
                </a:lnTo>
                <a:lnTo>
                  <a:pt x="1474" y="2223"/>
                </a:lnTo>
                <a:lnTo>
                  <a:pt x="1473" y="2223"/>
                </a:lnTo>
                <a:lnTo>
                  <a:pt x="1472" y="2222"/>
                </a:lnTo>
                <a:lnTo>
                  <a:pt x="1470" y="2221"/>
                </a:lnTo>
                <a:lnTo>
                  <a:pt x="1469" y="2220"/>
                </a:lnTo>
                <a:lnTo>
                  <a:pt x="1468" y="2219"/>
                </a:lnTo>
                <a:lnTo>
                  <a:pt x="1468" y="2218"/>
                </a:lnTo>
                <a:lnTo>
                  <a:pt x="1467" y="2217"/>
                </a:lnTo>
                <a:lnTo>
                  <a:pt x="1465" y="2216"/>
                </a:lnTo>
                <a:lnTo>
                  <a:pt x="1465" y="2215"/>
                </a:lnTo>
                <a:lnTo>
                  <a:pt x="1464" y="2215"/>
                </a:lnTo>
                <a:lnTo>
                  <a:pt x="1463" y="2213"/>
                </a:lnTo>
                <a:lnTo>
                  <a:pt x="1462" y="2212"/>
                </a:lnTo>
                <a:lnTo>
                  <a:pt x="1461" y="2212"/>
                </a:lnTo>
                <a:lnTo>
                  <a:pt x="1462" y="2211"/>
                </a:lnTo>
                <a:lnTo>
                  <a:pt x="1462" y="2209"/>
                </a:lnTo>
                <a:lnTo>
                  <a:pt x="1462" y="2208"/>
                </a:lnTo>
                <a:lnTo>
                  <a:pt x="1458" y="2209"/>
                </a:lnTo>
                <a:lnTo>
                  <a:pt x="1457" y="2208"/>
                </a:lnTo>
                <a:lnTo>
                  <a:pt x="1457" y="2207"/>
                </a:lnTo>
                <a:lnTo>
                  <a:pt x="1455" y="2206"/>
                </a:lnTo>
                <a:lnTo>
                  <a:pt x="1453" y="2207"/>
                </a:lnTo>
                <a:lnTo>
                  <a:pt x="1447" y="2204"/>
                </a:lnTo>
                <a:lnTo>
                  <a:pt x="1446" y="2205"/>
                </a:lnTo>
                <a:lnTo>
                  <a:pt x="1445" y="2206"/>
                </a:lnTo>
                <a:lnTo>
                  <a:pt x="1445" y="2209"/>
                </a:lnTo>
                <a:lnTo>
                  <a:pt x="1445" y="2210"/>
                </a:lnTo>
                <a:lnTo>
                  <a:pt x="1445" y="2211"/>
                </a:lnTo>
                <a:lnTo>
                  <a:pt x="1446" y="2214"/>
                </a:lnTo>
                <a:lnTo>
                  <a:pt x="1447" y="2215"/>
                </a:lnTo>
                <a:lnTo>
                  <a:pt x="1448" y="2215"/>
                </a:lnTo>
                <a:lnTo>
                  <a:pt x="1449" y="2215"/>
                </a:lnTo>
                <a:lnTo>
                  <a:pt x="1450" y="2215"/>
                </a:lnTo>
                <a:lnTo>
                  <a:pt x="1450" y="2216"/>
                </a:lnTo>
                <a:lnTo>
                  <a:pt x="1450" y="2217"/>
                </a:lnTo>
                <a:lnTo>
                  <a:pt x="1451" y="2218"/>
                </a:lnTo>
                <a:lnTo>
                  <a:pt x="1452" y="2218"/>
                </a:lnTo>
                <a:lnTo>
                  <a:pt x="1452" y="2219"/>
                </a:lnTo>
                <a:lnTo>
                  <a:pt x="1452" y="2220"/>
                </a:lnTo>
                <a:lnTo>
                  <a:pt x="1453" y="2223"/>
                </a:lnTo>
                <a:lnTo>
                  <a:pt x="1454" y="2223"/>
                </a:lnTo>
                <a:lnTo>
                  <a:pt x="1454" y="2224"/>
                </a:lnTo>
                <a:lnTo>
                  <a:pt x="1455" y="2227"/>
                </a:lnTo>
                <a:lnTo>
                  <a:pt x="1455" y="2228"/>
                </a:lnTo>
                <a:lnTo>
                  <a:pt x="1455" y="2229"/>
                </a:lnTo>
                <a:lnTo>
                  <a:pt x="1455" y="2230"/>
                </a:lnTo>
                <a:lnTo>
                  <a:pt x="1456" y="2230"/>
                </a:lnTo>
                <a:lnTo>
                  <a:pt x="1456" y="2231"/>
                </a:lnTo>
                <a:lnTo>
                  <a:pt x="1454" y="2231"/>
                </a:lnTo>
                <a:lnTo>
                  <a:pt x="1453" y="2231"/>
                </a:lnTo>
                <a:lnTo>
                  <a:pt x="1448" y="2234"/>
                </a:lnTo>
                <a:lnTo>
                  <a:pt x="1445" y="2236"/>
                </a:lnTo>
                <a:lnTo>
                  <a:pt x="1444" y="2237"/>
                </a:lnTo>
                <a:lnTo>
                  <a:pt x="1443" y="2237"/>
                </a:lnTo>
                <a:lnTo>
                  <a:pt x="1442" y="2238"/>
                </a:lnTo>
                <a:lnTo>
                  <a:pt x="1442" y="2239"/>
                </a:lnTo>
                <a:lnTo>
                  <a:pt x="1440" y="2240"/>
                </a:lnTo>
                <a:lnTo>
                  <a:pt x="1438" y="2241"/>
                </a:lnTo>
                <a:lnTo>
                  <a:pt x="1437" y="2241"/>
                </a:lnTo>
                <a:lnTo>
                  <a:pt x="1437" y="2242"/>
                </a:lnTo>
                <a:lnTo>
                  <a:pt x="1436" y="2242"/>
                </a:lnTo>
                <a:lnTo>
                  <a:pt x="1434" y="2243"/>
                </a:lnTo>
                <a:lnTo>
                  <a:pt x="1432" y="2243"/>
                </a:lnTo>
                <a:lnTo>
                  <a:pt x="1431" y="2243"/>
                </a:lnTo>
                <a:lnTo>
                  <a:pt x="1430" y="2243"/>
                </a:lnTo>
                <a:lnTo>
                  <a:pt x="1428" y="2243"/>
                </a:lnTo>
                <a:lnTo>
                  <a:pt x="1426" y="2241"/>
                </a:lnTo>
                <a:lnTo>
                  <a:pt x="1426" y="2240"/>
                </a:lnTo>
                <a:lnTo>
                  <a:pt x="1425" y="2239"/>
                </a:lnTo>
                <a:lnTo>
                  <a:pt x="1425" y="2238"/>
                </a:lnTo>
                <a:lnTo>
                  <a:pt x="1423" y="2237"/>
                </a:lnTo>
                <a:lnTo>
                  <a:pt x="1421" y="2234"/>
                </a:lnTo>
                <a:lnTo>
                  <a:pt x="1420" y="2234"/>
                </a:lnTo>
                <a:lnTo>
                  <a:pt x="1418" y="2235"/>
                </a:lnTo>
                <a:lnTo>
                  <a:pt x="1417" y="2237"/>
                </a:lnTo>
                <a:lnTo>
                  <a:pt x="1417" y="2239"/>
                </a:lnTo>
                <a:lnTo>
                  <a:pt x="1418" y="2240"/>
                </a:lnTo>
                <a:lnTo>
                  <a:pt x="1419" y="2240"/>
                </a:lnTo>
                <a:lnTo>
                  <a:pt x="1420" y="2241"/>
                </a:lnTo>
                <a:lnTo>
                  <a:pt x="1422" y="2242"/>
                </a:lnTo>
                <a:lnTo>
                  <a:pt x="1427" y="2246"/>
                </a:lnTo>
                <a:lnTo>
                  <a:pt x="1428" y="2246"/>
                </a:lnTo>
                <a:lnTo>
                  <a:pt x="1428" y="2247"/>
                </a:lnTo>
                <a:lnTo>
                  <a:pt x="1427" y="2247"/>
                </a:lnTo>
                <a:lnTo>
                  <a:pt x="1426" y="2249"/>
                </a:lnTo>
                <a:lnTo>
                  <a:pt x="1425" y="2249"/>
                </a:lnTo>
                <a:lnTo>
                  <a:pt x="1425" y="2250"/>
                </a:lnTo>
                <a:lnTo>
                  <a:pt x="1421" y="2254"/>
                </a:lnTo>
                <a:lnTo>
                  <a:pt x="1422" y="2255"/>
                </a:lnTo>
                <a:lnTo>
                  <a:pt x="1422" y="2256"/>
                </a:lnTo>
                <a:lnTo>
                  <a:pt x="1422" y="2257"/>
                </a:lnTo>
                <a:lnTo>
                  <a:pt x="1422" y="2258"/>
                </a:lnTo>
                <a:lnTo>
                  <a:pt x="1422" y="2259"/>
                </a:lnTo>
                <a:lnTo>
                  <a:pt x="1422" y="2260"/>
                </a:lnTo>
                <a:lnTo>
                  <a:pt x="1421" y="2260"/>
                </a:lnTo>
                <a:lnTo>
                  <a:pt x="1421" y="2261"/>
                </a:lnTo>
                <a:lnTo>
                  <a:pt x="1420" y="2261"/>
                </a:lnTo>
                <a:lnTo>
                  <a:pt x="1419" y="2262"/>
                </a:lnTo>
                <a:lnTo>
                  <a:pt x="1418" y="2262"/>
                </a:lnTo>
                <a:lnTo>
                  <a:pt x="1417" y="2261"/>
                </a:lnTo>
                <a:lnTo>
                  <a:pt x="1417" y="2262"/>
                </a:lnTo>
                <a:lnTo>
                  <a:pt x="1416" y="2262"/>
                </a:lnTo>
                <a:lnTo>
                  <a:pt x="1415" y="2263"/>
                </a:lnTo>
                <a:lnTo>
                  <a:pt x="1414" y="2263"/>
                </a:lnTo>
                <a:lnTo>
                  <a:pt x="1413" y="2264"/>
                </a:lnTo>
                <a:lnTo>
                  <a:pt x="1413" y="2265"/>
                </a:lnTo>
                <a:lnTo>
                  <a:pt x="1407" y="2266"/>
                </a:lnTo>
                <a:lnTo>
                  <a:pt x="1407" y="2267"/>
                </a:lnTo>
                <a:lnTo>
                  <a:pt x="1405" y="2268"/>
                </a:lnTo>
                <a:lnTo>
                  <a:pt x="1404" y="2270"/>
                </a:lnTo>
                <a:lnTo>
                  <a:pt x="1402" y="2274"/>
                </a:lnTo>
                <a:lnTo>
                  <a:pt x="1399" y="2274"/>
                </a:lnTo>
                <a:lnTo>
                  <a:pt x="1398" y="2277"/>
                </a:lnTo>
                <a:lnTo>
                  <a:pt x="1398" y="2282"/>
                </a:lnTo>
                <a:lnTo>
                  <a:pt x="1398" y="2286"/>
                </a:lnTo>
                <a:lnTo>
                  <a:pt x="1397" y="2289"/>
                </a:lnTo>
                <a:lnTo>
                  <a:pt x="1395" y="2291"/>
                </a:lnTo>
                <a:lnTo>
                  <a:pt x="1394" y="2295"/>
                </a:lnTo>
                <a:lnTo>
                  <a:pt x="1392" y="2299"/>
                </a:lnTo>
                <a:lnTo>
                  <a:pt x="1390" y="2300"/>
                </a:lnTo>
                <a:lnTo>
                  <a:pt x="1388" y="2302"/>
                </a:lnTo>
                <a:lnTo>
                  <a:pt x="1384" y="2307"/>
                </a:lnTo>
                <a:lnTo>
                  <a:pt x="1384" y="2308"/>
                </a:lnTo>
                <a:lnTo>
                  <a:pt x="1383" y="2308"/>
                </a:lnTo>
                <a:lnTo>
                  <a:pt x="1383" y="2307"/>
                </a:lnTo>
                <a:lnTo>
                  <a:pt x="1382" y="2307"/>
                </a:lnTo>
                <a:lnTo>
                  <a:pt x="1381" y="2305"/>
                </a:lnTo>
                <a:lnTo>
                  <a:pt x="1379" y="2304"/>
                </a:lnTo>
                <a:lnTo>
                  <a:pt x="1378" y="2304"/>
                </a:lnTo>
                <a:lnTo>
                  <a:pt x="1375" y="2307"/>
                </a:lnTo>
                <a:lnTo>
                  <a:pt x="1372" y="2311"/>
                </a:lnTo>
                <a:lnTo>
                  <a:pt x="1372" y="2312"/>
                </a:lnTo>
                <a:lnTo>
                  <a:pt x="1368" y="2317"/>
                </a:lnTo>
                <a:lnTo>
                  <a:pt x="1367" y="2320"/>
                </a:lnTo>
                <a:lnTo>
                  <a:pt x="1364" y="2322"/>
                </a:lnTo>
                <a:lnTo>
                  <a:pt x="1363" y="2323"/>
                </a:lnTo>
                <a:lnTo>
                  <a:pt x="1362" y="2324"/>
                </a:lnTo>
                <a:lnTo>
                  <a:pt x="1361" y="2324"/>
                </a:lnTo>
                <a:lnTo>
                  <a:pt x="1360" y="2325"/>
                </a:lnTo>
                <a:lnTo>
                  <a:pt x="1360" y="2326"/>
                </a:lnTo>
                <a:lnTo>
                  <a:pt x="1359" y="2326"/>
                </a:lnTo>
                <a:lnTo>
                  <a:pt x="1358" y="2329"/>
                </a:lnTo>
                <a:lnTo>
                  <a:pt x="1358" y="2330"/>
                </a:lnTo>
                <a:lnTo>
                  <a:pt x="1359" y="2331"/>
                </a:lnTo>
                <a:lnTo>
                  <a:pt x="1359" y="2332"/>
                </a:lnTo>
                <a:lnTo>
                  <a:pt x="1360" y="2332"/>
                </a:lnTo>
                <a:lnTo>
                  <a:pt x="1361" y="2335"/>
                </a:lnTo>
                <a:lnTo>
                  <a:pt x="1360" y="2337"/>
                </a:lnTo>
                <a:lnTo>
                  <a:pt x="1359" y="2338"/>
                </a:lnTo>
                <a:lnTo>
                  <a:pt x="1358" y="2338"/>
                </a:lnTo>
                <a:lnTo>
                  <a:pt x="1357" y="2338"/>
                </a:lnTo>
                <a:lnTo>
                  <a:pt x="1355" y="2337"/>
                </a:lnTo>
                <a:lnTo>
                  <a:pt x="1354" y="2337"/>
                </a:lnTo>
                <a:lnTo>
                  <a:pt x="1353" y="2337"/>
                </a:lnTo>
                <a:lnTo>
                  <a:pt x="1352" y="2338"/>
                </a:lnTo>
                <a:lnTo>
                  <a:pt x="1350" y="2339"/>
                </a:lnTo>
                <a:lnTo>
                  <a:pt x="1350" y="2340"/>
                </a:lnTo>
                <a:lnTo>
                  <a:pt x="1349" y="2341"/>
                </a:lnTo>
                <a:lnTo>
                  <a:pt x="1346" y="2346"/>
                </a:lnTo>
                <a:lnTo>
                  <a:pt x="1346" y="2347"/>
                </a:lnTo>
                <a:lnTo>
                  <a:pt x="1343" y="2352"/>
                </a:lnTo>
                <a:lnTo>
                  <a:pt x="1339" y="2355"/>
                </a:lnTo>
                <a:lnTo>
                  <a:pt x="1337" y="2359"/>
                </a:lnTo>
                <a:lnTo>
                  <a:pt x="1337" y="2360"/>
                </a:lnTo>
                <a:lnTo>
                  <a:pt x="1336" y="2361"/>
                </a:lnTo>
                <a:lnTo>
                  <a:pt x="1335" y="2361"/>
                </a:lnTo>
                <a:lnTo>
                  <a:pt x="1333" y="2363"/>
                </a:lnTo>
                <a:lnTo>
                  <a:pt x="1328" y="2367"/>
                </a:lnTo>
                <a:lnTo>
                  <a:pt x="1328" y="2368"/>
                </a:lnTo>
                <a:lnTo>
                  <a:pt x="1329" y="2369"/>
                </a:lnTo>
                <a:lnTo>
                  <a:pt x="1329" y="2372"/>
                </a:lnTo>
                <a:lnTo>
                  <a:pt x="1326" y="2376"/>
                </a:lnTo>
                <a:lnTo>
                  <a:pt x="1326" y="2377"/>
                </a:lnTo>
                <a:lnTo>
                  <a:pt x="1324" y="2378"/>
                </a:lnTo>
                <a:lnTo>
                  <a:pt x="1321" y="2387"/>
                </a:lnTo>
                <a:lnTo>
                  <a:pt x="1320" y="2388"/>
                </a:lnTo>
                <a:lnTo>
                  <a:pt x="1320" y="2389"/>
                </a:lnTo>
                <a:lnTo>
                  <a:pt x="1320" y="2390"/>
                </a:lnTo>
                <a:lnTo>
                  <a:pt x="1319" y="2391"/>
                </a:lnTo>
                <a:lnTo>
                  <a:pt x="1319" y="2394"/>
                </a:lnTo>
                <a:lnTo>
                  <a:pt x="1320" y="2394"/>
                </a:lnTo>
                <a:lnTo>
                  <a:pt x="1320" y="2395"/>
                </a:lnTo>
                <a:lnTo>
                  <a:pt x="1319" y="2398"/>
                </a:lnTo>
                <a:lnTo>
                  <a:pt x="1319" y="2399"/>
                </a:lnTo>
                <a:lnTo>
                  <a:pt x="1318" y="2399"/>
                </a:lnTo>
                <a:lnTo>
                  <a:pt x="1318" y="2400"/>
                </a:lnTo>
                <a:lnTo>
                  <a:pt x="1317" y="2401"/>
                </a:lnTo>
                <a:lnTo>
                  <a:pt x="1317" y="2406"/>
                </a:lnTo>
                <a:lnTo>
                  <a:pt x="1318" y="2408"/>
                </a:lnTo>
                <a:lnTo>
                  <a:pt x="1319" y="2409"/>
                </a:lnTo>
                <a:lnTo>
                  <a:pt x="1321" y="2410"/>
                </a:lnTo>
                <a:lnTo>
                  <a:pt x="1324" y="2413"/>
                </a:lnTo>
                <a:lnTo>
                  <a:pt x="1326" y="2414"/>
                </a:lnTo>
                <a:lnTo>
                  <a:pt x="1329" y="2417"/>
                </a:lnTo>
                <a:lnTo>
                  <a:pt x="1331" y="2418"/>
                </a:lnTo>
                <a:lnTo>
                  <a:pt x="1332" y="2419"/>
                </a:lnTo>
                <a:lnTo>
                  <a:pt x="1331" y="2422"/>
                </a:lnTo>
                <a:lnTo>
                  <a:pt x="1330" y="2423"/>
                </a:lnTo>
                <a:lnTo>
                  <a:pt x="1330" y="2425"/>
                </a:lnTo>
                <a:lnTo>
                  <a:pt x="1330" y="2426"/>
                </a:lnTo>
                <a:lnTo>
                  <a:pt x="1331" y="2427"/>
                </a:lnTo>
                <a:lnTo>
                  <a:pt x="1332" y="2429"/>
                </a:lnTo>
                <a:lnTo>
                  <a:pt x="1332" y="2430"/>
                </a:lnTo>
                <a:lnTo>
                  <a:pt x="1329" y="2432"/>
                </a:lnTo>
                <a:lnTo>
                  <a:pt x="1328" y="2435"/>
                </a:lnTo>
                <a:lnTo>
                  <a:pt x="1327" y="2437"/>
                </a:lnTo>
                <a:lnTo>
                  <a:pt x="1325" y="2438"/>
                </a:lnTo>
                <a:lnTo>
                  <a:pt x="1323" y="2439"/>
                </a:lnTo>
                <a:lnTo>
                  <a:pt x="1322" y="2440"/>
                </a:lnTo>
                <a:lnTo>
                  <a:pt x="1323" y="2441"/>
                </a:lnTo>
                <a:lnTo>
                  <a:pt x="1323" y="2442"/>
                </a:lnTo>
                <a:lnTo>
                  <a:pt x="1322" y="2444"/>
                </a:lnTo>
                <a:lnTo>
                  <a:pt x="1319" y="2446"/>
                </a:lnTo>
                <a:lnTo>
                  <a:pt x="1318" y="2446"/>
                </a:lnTo>
                <a:lnTo>
                  <a:pt x="1317" y="2445"/>
                </a:lnTo>
                <a:lnTo>
                  <a:pt x="1317" y="2444"/>
                </a:lnTo>
                <a:lnTo>
                  <a:pt x="1316" y="2443"/>
                </a:lnTo>
                <a:lnTo>
                  <a:pt x="1313" y="2438"/>
                </a:lnTo>
                <a:lnTo>
                  <a:pt x="1312" y="2438"/>
                </a:lnTo>
                <a:lnTo>
                  <a:pt x="1312" y="2436"/>
                </a:lnTo>
                <a:lnTo>
                  <a:pt x="1312" y="2434"/>
                </a:lnTo>
                <a:lnTo>
                  <a:pt x="1310" y="2430"/>
                </a:lnTo>
                <a:lnTo>
                  <a:pt x="1306" y="2427"/>
                </a:lnTo>
                <a:lnTo>
                  <a:pt x="1305" y="2426"/>
                </a:lnTo>
                <a:lnTo>
                  <a:pt x="1301" y="2426"/>
                </a:lnTo>
                <a:lnTo>
                  <a:pt x="1300" y="2427"/>
                </a:lnTo>
                <a:lnTo>
                  <a:pt x="1302" y="2430"/>
                </a:lnTo>
                <a:lnTo>
                  <a:pt x="1303" y="2431"/>
                </a:lnTo>
                <a:lnTo>
                  <a:pt x="1304" y="2432"/>
                </a:lnTo>
                <a:lnTo>
                  <a:pt x="1305" y="2437"/>
                </a:lnTo>
                <a:lnTo>
                  <a:pt x="1304" y="2437"/>
                </a:lnTo>
                <a:lnTo>
                  <a:pt x="1301" y="2443"/>
                </a:lnTo>
                <a:lnTo>
                  <a:pt x="1301" y="2446"/>
                </a:lnTo>
                <a:lnTo>
                  <a:pt x="1301" y="2447"/>
                </a:lnTo>
                <a:lnTo>
                  <a:pt x="1301" y="2452"/>
                </a:lnTo>
                <a:lnTo>
                  <a:pt x="1301" y="2455"/>
                </a:lnTo>
                <a:lnTo>
                  <a:pt x="1301" y="2460"/>
                </a:lnTo>
                <a:lnTo>
                  <a:pt x="1302" y="2464"/>
                </a:lnTo>
                <a:lnTo>
                  <a:pt x="1303" y="2465"/>
                </a:lnTo>
                <a:lnTo>
                  <a:pt x="1303" y="2468"/>
                </a:lnTo>
                <a:lnTo>
                  <a:pt x="1302" y="2468"/>
                </a:lnTo>
                <a:lnTo>
                  <a:pt x="1301" y="2470"/>
                </a:lnTo>
                <a:lnTo>
                  <a:pt x="1301" y="2471"/>
                </a:lnTo>
                <a:lnTo>
                  <a:pt x="1301" y="2472"/>
                </a:lnTo>
                <a:lnTo>
                  <a:pt x="1301" y="2475"/>
                </a:lnTo>
                <a:lnTo>
                  <a:pt x="1301" y="2476"/>
                </a:lnTo>
                <a:lnTo>
                  <a:pt x="1302" y="2477"/>
                </a:lnTo>
                <a:lnTo>
                  <a:pt x="1302" y="2478"/>
                </a:lnTo>
                <a:lnTo>
                  <a:pt x="1302" y="2479"/>
                </a:lnTo>
                <a:lnTo>
                  <a:pt x="1302" y="2480"/>
                </a:lnTo>
                <a:lnTo>
                  <a:pt x="1301" y="2482"/>
                </a:lnTo>
                <a:lnTo>
                  <a:pt x="1301" y="2483"/>
                </a:lnTo>
                <a:lnTo>
                  <a:pt x="1300" y="2483"/>
                </a:lnTo>
                <a:lnTo>
                  <a:pt x="1299" y="2484"/>
                </a:lnTo>
                <a:lnTo>
                  <a:pt x="1297" y="2483"/>
                </a:lnTo>
                <a:lnTo>
                  <a:pt x="1295" y="2483"/>
                </a:lnTo>
                <a:lnTo>
                  <a:pt x="1294" y="2483"/>
                </a:lnTo>
                <a:lnTo>
                  <a:pt x="1293" y="2483"/>
                </a:lnTo>
                <a:lnTo>
                  <a:pt x="1292" y="2484"/>
                </a:lnTo>
                <a:lnTo>
                  <a:pt x="1292" y="2485"/>
                </a:lnTo>
                <a:lnTo>
                  <a:pt x="1289" y="2486"/>
                </a:lnTo>
                <a:lnTo>
                  <a:pt x="1287" y="2487"/>
                </a:lnTo>
                <a:lnTo>
                  <a:pt x="1284" y="2488"/>
                </a:lnTo>
                <a:lnTo>
                  <a:pt x="1280" y="2488"/>
                </a:lnTo>
                <a:lnTo>
                  <a:pt x="1280" y="2487"/>
                </a:lnTo>
                <a:lnTo>
                  <a:pt x="1279" y="2487"/>
                </a:lnTo>
                <a:lnTo>
                  <a:pt x="1278" y="2486"/>
                </a:lnTo>
                <a:lnTo>
                  <a:pt x="1276" y="2485"/>
                </a:lnTo>
                <a:lnTo>
                  <a:pt x="1275" y="2484"/>
                </a:lnTo>
                <a:lnTo>
                  <a:pt x="1274" y="2484"/>
                </a:lnTo>
                <a:lnTo>
                  <a:pt x="1273" y="2483"/>
                </a:lnTo>
                <a:lnTo>
                  <a:pt x="1272" y="2483"/>
                </a:lnTo>
                <a:lnTo>
                  <a:pt x="1266" y="2485"/>
                </a:lnTo>
                <a:lnTo>
                  <a:pt x="1265" y="2486"/>
                </a:lnTo>
                <a:lnTo>
                  <a:pt x="1263" y="2487"/>
                </a:lnTo>
                <a:lnTo>
                  <a:pt x="1262" y="2488"/>
                </a:lnTo>
                <a:lnTo>
                  <a:pt x="1261" y="2489"/>
                </a:lnTo>
                <a:lnTo>
                  <a:pt x="1260" y="2489"/>
                </a:lnTo>
                <a:lnTo>
                  <a:pt x="1260" y="2490"/>
                </a:lnTo>
                <a:lnTo>
                  <a:pt x="1258" y="2490"/>
                </a:lnTo>
                <a:lnTo>
                  <a:pt x="1257" y="2490"/>
                </a:lnTo>
                <a:lnTo>
                  <a:pt x="1253" y="2491"/>
                </a:lnTo>
                <a:lnTo>
                  <a:pt x="1249" y="2492"/>
                </a:lnTo>
                <a:lnTo>
                  <a:pt x="1249" y="2493"/>
                </a:lnTo>
                <a:lnTo>
                  <a:pt x="1248" y="2493"/>
                </a:lnTo>
                <a:lnTo>
                  <a:pt x="1246" y="2492"/>
                </a:lnTo>
                <a:lnTo>
                  <a:pt x="1245" y="2492"/>
                </a:lnTo>
                <a:lnTo>
                  <a:pt x="1244" y="2491"/>
                </a:lnTo>
                <a:lnTo>
                  <a:pt x="1244" y="2490"/>
                </a:lnTo>
                <a:lnTo>
                  <a:pt x="1244" y="2489"/>
                </a:lnTo>
                <a:lnTo>
                  <a:pt x="1243" y="2488"/>
                </a:lnTo>
                <a:lnTo>
                  <a:pt x="1241" y="2488"/>
                </a:lnTo>
                <a:lnTo>
                  <a:pt x="1237" y="2488"/>
                </a:lnTo>
                <a:lnTo>
                  <a:pt x="1234" y="2489"/>
                </a:lnTo>
                <a:lnTo>
                  <a:pt x="1233" y="2490"/>
                </a:lnTo>
                <a:lnTo>
                  <a:pt x="1233" y="2491"/>
                </a:lnTo>
                <a:lnTo>
                  <a:pt x="1231" y="2493"/>
                </a:lnTo>
                <a:lnTo>
                  <a:pt x="1228" y="2495"/>
                </a:lnTo>
                <a:lnTo>
                  <a:pt x="1227" y="2495"/>
                </a:lnTo>
                <a:lnTo>
                  <a:pt x="1225" y="2495"/>
                </a:lnTo>
                <a:lnTo>
                  <a:pt x="1224" y="2494"/>
                </a:lnTo>
                <a:lnTo>
                  <a:pt x="1222" y="2492"/>
                </a:lnTo>
                <a:lnTo>
                  <a:pt x="1220" y="2492"/>
                </a:lnTo>
                <a:lnTo>
                  <a:pt x="1218" y="2492"/>
                </a:lnTo>
                <a:lnTo>
                  <a:pt x="1216" y="2491"/>
                </a:lnTo>
                <a:lnTo>
                  <a:pt x="1212" y="2491"/>
                </a:lnTo>
                <a:lnTo>
                  <a:pt x="1211" y="2489"/>
                </a:lnTo>
                <a:lnTo>
                  <a:pt x="1211" y="2488"/>
                </a:lnTo>
                <a:lnTo>
                  <a:pt x="1211" y="2487"/>
                </a:lnTo>
                <a:lnTo>
                  <a:pt x="1212" y="2486"/>
                </a:lnTo>
                <a:lnTo>
                  <a:pt x="1212" y="2485"/>
                </a:lnTo>
                <a:lnTo>
                  <a:pt x="1212" y="2484"/>
                </a:lnTo>
                <a:lnTo>
                  <a:pt x="1211" y="2480"/>
                </a:lnTo>
                <a:lnTo>
                  <a:pt x="1210" y="2479"/>
                </a:lnTo>
                <a:lnTo>
                  <a:pt x="1210" y="2478"/>
                </a:lnTo>
                <a:lnTo>
                  <a:pt x="1209" y="2478"/>
                </a:lnTo>
                <a:lnTo>
                  <a:pt x="1208" y="2478"/>
                </a:lnTo>
                <a:lnTo>
                  <a:pt x="1208" y="2477"/>
                </a:lnTo>
                <a:lnTo>
                  <a:pt x="1206" y="2474"/>
                </a:lnTo>
                <a:lnTo>
                  <a:pt x="1207" y="2470"/>
                </a:lnTo>
                <a:lnTo>
                  <a:pt x="1201" y="2469"/>
                </a:lnTo>
                <a:lnTo>
                  <a:pt x="1200" y="2468"/>
                </a:lnTo>
                <a:lnTo>
                  <a:pt x="1199" y="2468"/>
                </a:lnTo>
                <a:lnTo>
                  <a:pt x="1197" y="2467"/>
                </a:lnTo>
                <a:lnTo>
                  <a:pt x="1196" y="2466"/>
                </a:lnTo>
                <a:lnTo>
                  <a:pt x="1196" y="2467"/>
                </a:lnTo>
                <a:lnTo>
                  <a:pt x="1195" y="2467"/>
                </a:lnTo>
                <a:lnTo>
                  <a:pt x="1191" y="2465"/>
                </a:lnTo>
                <a:lnTo>
                  <a:pt x="1190" y="2464"/>
                </a:lnTo>
                <a:lnTo>
                  <a:pt x="1189" y="2464"/>
                </a:lnTo>
                <a:lnTo>
                  <a:pt x="1188" y="2464"/>
                </a:lnTo>
                <a:lnTo>
                  <a:pt x="1187" y="2465"/>
                </a:lnTo>
                <a:lnTo>
                  <a:pt x="1185" y="2464"/>
                </a:lnTo>
                <a:lnTo>
                  <a:pt x="1184" y="2464"/>
                </a:lnTo>
                <a:lnTo>
                  <a:pt x="1182" y="2463"/>
                </a:lnTo>
                <a:lnTo>
                  <a:pt x="1180" y="2463"/>
                </a:lnTo>
                <a:lnTo>
                  <a:pt x="1178" y="2462"/>
                </a:lnTo>
                <a:lnTo>
                  <a:pt x="1177" y="2461"/>
                </a:lnTo>
                <a:lnTo>
                  <a:pt x="1174" y="2459"/>
                </a:lnTo>
                <a:lnTo>
                  <a:pt x="1172" y="2458"/>
                </a:lnTo>
                <a:lnTo>
                  <a:pt x="1172" y="2457"/>
                </a:lnTo>
                <a:lnTo>
                  <a:pt x="1173" y="2456"/>
                </a:lnTo>
                <a:lnTo>
                  <a:pt x="1172" y="2456"/>
                </a:lnTo>
                <a:lnTo>
                  <a:pt x="1171" y="2456"/>
                </a:lnTo>
                <a:lnTo>
                  <a:pt x="1170" y="2458"/>
                </a:lnTo>
                <a:lnTo>
                  <a:pt x="1167" y="2460"/>
                </a:lnTo>
                <a:lnTo>
                  <a:pt x="1165" y="2458"/>
                </a:lnTo>
                <a:lnTo>
                  <a:pt x="1158" y="2456"/>
                </a:lnTo>
                <a:lnTo>
                  <a:pt x="1157" y="2455"/>
                </a:lnTo>
                <a:lnTo>
                  <a:pt x="1156" y="2455"/>
                </a:lnTo>
                <a:lnTo>
                  <a:pt x="1156" y="2454"/>
                </a:lnTo>
                <a:lnTo>
                  <a:pt x="1150" y="2450"/>
                </a:lnTo>
                <a:lnTo>
                  <a:pt x="1149" y="2448"/>
                </a:lnTo>
                <a:lnTo>
                  <a:pt x="1146" y="2448"/>
                </a:lnTo>
                <a:lnTo>
                  <a:pt x="1144" y="2448"/>
                </a:lnTo>
                <a:lnTo>
                  <a:pt x="1144" y="2450"/>
                </a:lnTo>
                <a:lnTo>
                  <a:pt x="1140" y="2449"/>
                </a:lnTo>
                <a:lnTo>
                  <a:pt x="1139" y="2447"/>
                </a:lnTo>
                <a:lnTo>
                  <a:pt x="1140" y="2445"/>
                </a:lnTo>
                <a:lnTo>
                  <a:pt x="1142" y="2440"/>
                </a:lnTo>
                <a:lnTo>
                  <a:pt x="1141" y="2439"/>
                </a:lnTo>
                <a:lnTo>
                  <a:pt x="1139" y="2438"/>
                </a:lnTo>
                <a:lnTo>
                  <a:pt x="1138" y="2437"/>
                </a:lnTo>
                <a:lnTo>
                  <a:pt x="1136" y="2435"/>
                </a:lnTo>
                <a:lnTo>
                  <a:pt x="1135" y="2435"/>
                </a:lnTo>
                <a:lnTo>
                  <a:pt x="1135" y="2434"/>
                </a:lnTo>
                <a:lnTo>
                  <a:pt x="1134" y="2433"/>
                </a:lnTo>
                <a:lnTo>
                  <a:pt x="1133" y="2433"/>
                </a:lnTo>
                <a:lnTo>
                  <a:pt x="1132" y="2431"/>
                </a:lnTo>
                <a:lnTo>
                  <a:pt x="1131" y="2430"/>
                </a:lnTo>
                <a:lnTo>
                  <a:pt x="1131" y="2428"/>
                </a:lnTo>
                <a:lnTo>
                  <a:pt x="1130" y="2427"/>
                </a:lnTo>
                <a:lnTo>
                  <a:pt x="1130" y="2426"/>
                </a:lnTo>
                <a:lnTo>
                  <a:pt x="1129" y="2426"/>
                </a:lnTo>
                <a:lnTo>
                  <a:pt x="1126" y="2425"/>
                </a:lnTo>
                <a:lnTo>
                  <a:pt x="1125" y="2425"/>
                </a:lnTo>
                <a:lnTo>
                  <a:pt x="1124" y="2425"/>
                </a:lnTo>
                <a:lnTo>
                  <a:pt x="1123" y="2425"/>
                </a:lnTo>
                <a:lnTo>
                  <a:pt x="1122" y="2424"/>
                </a:lnTo>
                <a:lnTo>
                  <a:pt x="1121" y="2424"/>
                </a:lnTo>
                <a:lnTo>
                  <a:pt x="1120" y="2424"/>
                </a:lnTo>
                <a:lnTo>
                  <a:pt x="1119" y="2423"/>
                </a:lnTo>
                <a:lnTo>
                  <a:pt x="1118" y="2422"/>
                </a:lnTo>
                <a:lnTo>
                  <a:pt x="1117" y="2421"/>
                </a:lnTo>
                <a:lnTo>
                  <a:pt x="1116" y="2421"/>
                </a:lnTo>
                <a:lnTo>
                  <a:pt x="1115" y="2420"/>
                </a:lnTo>
                <a:lnTo>
                  <a:pt x="1114" y="2419"/>
                </a:lnTo>
                <a:lnTo>
                  <a:pt x="1114" y="2418"/>
                </a:lnTo>
                <a:lnTo>
                  <a:pt x="1113" y="2417"/>
                </a:lnTo>
                <a:lnTo>
                  <a:pt x="1112" y="2416"/>
                </a:lnTo>
                <a:lnTo>
                  <a:pt x="1110" y="2416"/>
                </a:lnTo>
                <a:lnTo>
                  <a:pt x="1110" y="2415"/>
                </a:lnTo>
                <a:lnTo>
                  <a:pt x="1109" y="2415"/>
                </a:lnTo>
                <a:lnTo>
                  <a:pt x="1109" y="2416"/>
                </a:lnTo>
                <a:lnTo>
                  <a:pt x="1108" y="2416"/>
                </a:lnTo>
                <a:lnTo>
                  <a:pt x="1108" y="2417"/>
                </a:lnTo>
                <a:lnTo>
                  <a:pt x="1107" y="2416"/>
                </a:lnTo>
                <a:lnTo>
                  <a:pt x="1106" y="2416"/>
                </a:lnTo>
                <a:lnTo>
                  <a:pt x="1106" y="2417"/>
                </a:lnTo>
                <a:lnTo>
                  <a:pt x="1105" y="2418"/>
                </a:lnTo>
                <a:lnTo>
                  <a:pt x="1105" y="2419"/>
                </a:lnTo>
                <a:lnTo>
                  <a:pt x="1095" y="2421"/>
                </a:lnTo>
                <a:lnTo>
                  <a:pt x="1094" y="2422"/>
                </a:lnTo>
                <a:lnTo>
                  <a:pt x="1094" y="2423"/>
                </a:lnTo>
                <a:lnTo>
                  <a:pt x="1090" y="2422"/>
                </a:lnTo>
                <a:lnTo>
                  <a:pt x="1084" y="2421"/>
                </a:lnTo>
                <a:lnTo>
                  <a:pt x="1080" y="2419"/>
                </a:lnTo>
                <a:lnTo>
                  <a:pt x="1079" y="2419"/>
                </a:lnTo>
                <a:lnTo>
                  <a:pt x="1078" y="2418"/>
                </a:lnTo>
                <a:lnTo>
                  <a:pt x="1078" y="2419"/>
                </a:lnTo>
                <a:lnTo>
                  <a:pt x="1077" y="2418"/>
                </a:lnTo>
                <a:lnTo>
                  <a:pt x="1075" y="2418"/>
                </a:lnTo>
                <a:lnTo>
                  <a:pt x="1073" y="2417"/>
                </a:lnTo>
                <a:lnTo>
                  <a:pt x="1072" y="2417"/>
                </a:lnTo>
                <a:lnTo>
                  <a:pt x="1071" y="2417"/>
                </a:lnTo>
                <a:lnTo>
                  <a:pt x="1070" y="2416"/>
                </a:lnTo>
                <a:lnTo>
                  <a:pt x="1069" y="2416"/>
                </a:lnTo>
                <a:lnTo>
                  <a:pt x="1068" y="2415"/>
                </a:lnTo>
                <a:lnTo>
                  <a:pt x="1065" y="2415"/>
                </a:lnTo>
                <a:lnTo>
                  <a:pt x="1064" y="2415"/>
                </a:lnTo>
                <a:lnTo>
                  <a:pt x="1064" y="2414"/>
                </a:lnTo>
                <a:lnTo>
                  <a:pt x="1062" y="2414"/>
                </a:lnTo>
                <a:lnTo>
                  <a:pt x="1061" y="2413"/>
                </a:lnTo>
                <a:lnTo>
                  <a:pt x="1060" y="2412"/>
                </a:lnTo>
                <a:lnTo>
                  <a:pt x="1060" y="2411"/>
                </a:lnTo>
                <a:lnTo>
                  <a:pt x="1058" y="2410"/>
                </a:lnTo>
                <a:lnTo>
                  <a:pt x="1056" y="2409"/>
                </a:lnTo>
                <a:lnTo>
                  <a:pt x="1055" y="2408"/>
                </a:lnTo>
                <a:lnTo>
                  <a:pt x="1053" y="2408"/>
                </a:lnTo>
                <a:lnTo>
                  <a:pt x="1051" y="2407"/>
                </a:lnTo>
                <a:lnTo>
                  <a:pt x="1050" y="2407"/>
                </a:lnTo>
                <a:lnTo>
                  <a:pt x="1050" y="2406"/>
                </a:lnTo>
                <a:lnTo>
                  <a:pt x="1048" y="2406"/>
                </a:lnTo>
                <a:lnTo>
                  <a:pt x="1046" y="2406"/>
                </a:lnTo>
                <a:lnTo>
                  <a:pt x="1045" y="2405"/>
                </a:lnTo>
                <a:lnTo>
                  <a:pt x="1042" y="2403"/>
                </a:lnTo>
                <a:lnTo>
                  <a:pt x="1040" y="2402"/>
                </a:lnTo>
                <a:lnTo>
                  <a:pt x="1039" y="2402"/>
                </a:lnTo>
                <a:lnTo>
                  <a:pt x="1038" y="2401"/>
                </a:lnTo>
                <a:lnTo>
                  <a:pt x="1037" y="2401"/>
                </a:lnTo>
                <a:lnTo>
                  <a:pt x="1037" y="2400"/>
                </a:lnTo>
                <a:lnTo>
                  <a:pt x="1035" y="2398"/>
                </a:lnTo>
                <a:lnTo>
                  <a:pt x="1034" y="2397"/>
                </a:lnTo>
                <a:lnTo>
                  <a:pt x="1034" y="2396"/>
                </a:lnTo>
                <a:lnTo>
                  <a:pt x="1033" y="2396"/>
                </a:lnTo>
                <a:lnTo>
                  <a:pt x="1030" y="2395"/>
                </a:lnTo>
                <a:lnTo>
                  <a:pt x="1030" y="2394"/>
                </a:lnTo>
                <a:lnTo>
                  <a:pt x="1030" y="2393"/>
                </a:lnTo>
                <a:lnTo>
                  <a:pt x="1029" y="2393"/>
                </a:lnTo>
                <a:lnTo>
                  <a:pt x="1029" y="2392"/>
                </a:lnTo>
                <a:lnTo>
                  <a:pt x="1043" y="2381"/>
                </a:lnTo>
                <a:lnTo>
                  <a:pt x="1048" y="2369"/>
                </a:lnTo>
                <a:lnTo>
                  <a:pt x="1049" y="2364"/>
                </a:lnTo>
                <a:lnTo>
                  <a:pt x="1049" y="2361"/>
                </a:lnTo>
                <a:lnTo>
                  <a:pt x="1050" y="2349"/>
                </a:lnTo>
                <a:lnTo>
                  <a:pt x="1052" y="2339"/>
                </a:lnTo>
                <a:lnTo>
                  <a:pt x="1054" y="2332"/>
                </a:lnTo>
                <a:lnTo>
                  <a:pt x="1060" y="2326"/>
                </a:lnTo>
                <a:lnTo>
                  <a:pt x="1065" y="2318"/>
                </a:lnTo>
                <a:lnTo>
                  <a:pt x="1068" y="2312"/>
                </a:lnTo>
                <a:lnTo>
                  <a:pt x="1083" y="2296"/>
                </a:lnTo>
                <a:lnTo>
                  <a:pt x="1084" y="2283"/>
                </a:lnTo>
                <a:lnTo>
                  <a:pt x="1084" y="2280"/>
                </a:lnTo>
                <a:lnTo>
                  <a:pt x="1084" y="2279"/>
                </a:lnTo>
                <a:lnTo>
                  <a:pt x="1083" y="2279"/>
                </a:lnTo>
                <a:lnTo>
                  <a:pt x="1081" y="2278"/>
                </a:lnTo>
                <a:lnTo>
                  <a:pt x="1081" y="2277"/>
                </a:lnTo>
                <a:lnTo>
                  <a:pt x="1079" y="2276"/>
                </a:lnTo>
                <a:lnTo>
                  <a:pt x="1078" y="2275"/>
                </a:lnTo>
                <a:lnTo>
                  <a:pt x="1077" y="2275"/>
                </a:lnTo>
                <a:lnTo>
                  <a:pt x="1076" y="2275"/>
                </a:lnTo>
                <a:lnTo>
                  <a:pt x="1075" y="2274"/>
                </a:lnTo>
                <a:lnTo>
                  <a:pt x="1074" y="2274"/>
                </a:lnTo>
                <a:lnTo>
                  <a:pt x="1073" y="2274"/>
                </a:lnTo>
                <a:lnTo>
                  <a:pt x="1072" y="2273"/>
                </a:lnTo>
                <a:lnTo>
                  <a:pt x="1072" y="2272"/>
                </a:lnTo>
                <a:lnTo>
                  <a:pt x="1071" y="2271"/>
                </a:lnTo>
                <a:lnTo>
                  <a:pt x="1071" y="2270"/>
                </a:lnTo>
                <a:lnTo>
                  <a:pt x="1070" y="2269"/>
                </a:lnTo>
                <a:lnTo>
                  <a:pt x="1070" y="2268"/>
                </a:lnTo>
                <a:lnTo>
                  <a:pt x="1070" y="2267"/>
                </a:lnTo>
                <a:lnTo>
                  <a:pt x="1069" y="2266"/>
                </a:lnTo>
                <a:lnTo>
                  <a:pt x="1069" y="2265"/>
                </a:lnTo>
                <a:lnTo>
                  <a:pt x="1069" y="2264"/>
                </a:lnTo>
                <a:lnTo>
                  <a:pt x="1069" y="2263"/>
                </a:lnTo>
                <a:lnTo>
                  <a:pt x="1068" y="2263"/>
                </a:lnTo>
                <a:lnTo>
                  <a:pt x="1068" y="2262"/>
                </a:lnTo>
                <a:lnTo>
                  <a:pt x="1068" y="2261"/>
                </a:lnTo>
                <a:lnTo>
                  <a:pt x="1067" y="2260"/>
                </a:lnTo>
                <a:lnTo>
                  <a:pt x="1067" y="2259"/>
                </a:lnTo>
                <a:lnTo>
                  <a:pt x="1067" y="2258"/>
                </a:lnTo>
                <a:lnTo>
                  <a:pt x="1067" y="2257"/>
                </a:lnTo>
                <a:lnTo>
                  <a:pt x="1067" y="2256"/>
                </a:lnTo>
                <a:lnTo>
                  <a:pt x="1066" y="2256"/>
                </a:lnTo>
                <a:lnTo>
                  <a:pt x="1066" y="2255"/>
                </a:lnTo>
                <a:lnTo>
                  <a:pt x="1066" y="2254"/>
                </a:lnTo>
                <a:lnTo>
                  <a:pt x="1065" y="2254"/>
                </a:lnTo>
                <a:lnTo>
                  <a:pt x="1064" y="2253"/>
                </a:lnTo>
                <a:lnTo>
                  <a:pt x="1064" y="2252"/>
                </a:lnTo>
                <a:lnTo>
                  <a:pt x="1063" y="2251"/>
                </a:lnTo>
                <a:lnTo>
                  <a:pt x="1063" y="2250"/>
                </a:lnTo>
                <a:lnTo>
                  <a:pt x="1063" y="2248"/>
                </a:lnTo>
                <a:lnTo>
                  <a:pt x="1064" y="2247"/>
                </a:lnTo>
                <a:lnTo>
                  <a:pt x="1064" y="2245"/>
                </a:lnTo>
                <a:lnTo>
                  <a:pt x="1064" y="2244"/>
                </a:lnTo>
                <a:lnTo>
                  <a:pt x="1064" y="2243"/>
                </a:lnTo>
                <a:lnTo>
                  <a:pt x="1064" y="2242"/>
                </a:lnTo>
                <a:lnTo>
                  <a:pt x="1064" y="2241"/>
                </a:lnTo>
                <a:lnTo>
                  <a:pt x="1064" y="2239"/>
                </a:lnTo>
                <a:lnTo>
                  <a:pt x="1064" y="2238"/>
                </a:lnTo>
                <a:lnTo>
                  <a:pt x="1063" y="2238"/>
                </a:lnTo>
                <a:lnTo>
                  <a:pt x="1063" y="2236"/>
                </a:lnTo>
                <a:lnTo>
                  <a:pt x="1063" y="2235"/>
                </a:lnTo>
                <a:lnTo>
                  <a:pt x="1063" y="2234"/>
                </a:lnTo>
                <a:lnTo>
                  <a:pt x="1063" y="2232"/>
                </a:lnTo>
                <a:lnTo>
                  <a:pt x="1062" y="2232"/>
                </a:lnTo>
                <a:lnTo>
                  <a:pt x="1061" y="2231"/>
                </a:lnTo>
                <a:lnTo>
                  <a:pt x="1060" y="2231"/>
                </a:lnTo>
                <a:lnTo>
                  <a:pt x="1059" y="2231"/>
                </a:lnTo>
                <a:lnTo>
                  <a:pt x="1058" y="2231"/>
                </a:lnTo>
                <a:lnTo>
                  <a:pt x="1058" y="2230"/>
                </a:lnTo>
                <a:lnTo>
                  <a:pt x="1058" y="2229"/>
                </a:lnTo>
                <a:lnTo>
                  <a:pt x="1058" y="2228"/>
                </a:lnTo>
                <a:lnTo>
                  <a:pt x="1056" y="2229"/>
                </a:lnTo>
                <a:lnTo>
                  <a:pt x="1056" y="2230"/>
                </a:lnTo>
                <a:lnTo>
                  <a:pt x="1053" y="2231"/>
                </a:lnTo>
                <a:lnTo>
                  <a:pt x="1051" y="2232"/>
                </a:lnTo>
                <a:lnTo>
                  <a:pt x="1051" y="2233"/>
                </a:lnTo>
                <a:lnTo>
                  <a:pt x="1050" y="2233"/>
                </a:lnTo>
                <a:lnTo>
                  <a:pt x="1049" y="2234"/>
                </a:lnTo>
                <a:lnTo>
                  <a:pt x="1048" y="2234"/>
                </a:lnTo>
                <a:lnTo>
                  <a:pt x="1046" y="2233"/>
                </a:lnTo>
                <a:lnTo>
                  <a:pt x="1045" y="2233"/>
                </a:lnTo>
                <a:lnTo>
                  <a:pt x="1044" y="2232"/>
                </a:lnTo>
                <a:lnTo>
                  <a:pt x="1043" y="2232"/>
                </a:lnTo>
                <a:lnTo>
                  <a:pt x="1041" y="2231"/>
                </a:lnTo>
                <a:lnTo>
                  <a:pt x="1038" y="2235"/>
                </a:lnTo>
                <a:lnTo>
                  <a:pt x="1036" y="2237"/>
                </a:lnTo>
                <a:lnTo>
                  <a:pt x="1033" y="2242"/>
                </a:lnTo>
                <a:lnTo>
                  <a:pt x="1031" y="2246"/>
                </a:lnTo>
                <a:lnTo>
                  <a:pt x="1030" y="2247"/>
                </a:lnTo>
                <a:lnTo>
                  <a:pt x="1029" y="2246"/>
                </a:lnTo>
                <a:lnTo>
                  <a:pt x="1027" y="2246"/>
                </a:lnTo>
                <a:lnTo>
                  <a:pt x="1025" y="2245"/>
                </a:lnTo>
                <a:lnTo>
                  <a:pt x="1024" y="2245"/>
                </a:lnTo>
                <a:lnTo>
                  <a:pt x="1023" y="2245"/>
                </a:lnTo>
                <a:lnTo>
                  <a:pt x="1022" y="2245"/>
                </a:lnTo>
                <a:lnTo>
                  <a:pt x="1021" y="2244"/>
                </a:lnTo>
                <a:lnTo>
                  <a:pt x="1018" y="2245"/>
                </a:lnTo>
                <a:lnTo>
                  <a:pt x="1015" y="2245"/>
                </a:lnTo>
                <a:lnTo>
                  <a:pt x="1013" y="2245"/>
                </a:lnTo>
                <a:lnTo>
                  <a:pt x="1012" y="2245"/>
                </a:lnTo>
                <a:lnTo>
                  <a:pt x="1009" y="2246"/>
                </a:lnTo>
                <a:lnTo>
                  <a:pt x="1008" y="2246"/>
                </a:lnTo>
                <a:lnTo>
                  <a:pt x="1006" y="2246"/>
                </a:lnTo>
                <a:lnTo>
                  <a:pt x="1005" y="2246"/>
                </a:lnTo>
                <a:lnTo>
                  <a:pt x="1004" y="2247"/>
                </a:lnTo>
                <a:lnTo>
                  <a:pt x="1004" y="2248"/>
                </a:lnTo>
                <a:lnTo>
                  <a:pt x="1003" y="2248"/>
                </a:lnTo>
                <a:lnTo>
                  <a:pt x="1004" y="2249"/>
                </a:lnTo>
                <a:lnTo>
                  <a:pt x="1004" y="2250"/>
                </a:lnTo>
                <a:lnTo>
                  <a:pt x="1004" y="2251"/>
                </a:lnTo>
                <a:lnTo>
                  <a:pt x="1004" y="2252"/>
                </a:lnTo>
                <a:lnTo>
                  <a:pt x="1005" y="2253"/>
                </a:lnTo>
                <a:lnTo>
                  <a:pt x="1005" y="2254"/>
                </a:lnTo>
                <a:lnTo>
                  <a:pt x="1005" y="2255"/>
                </a:lnTo>
                <a:lnTo>
                  <a:pt x="1005" y="2256"/>
                </a:lnTo>
                <a:lnTo>
                  <a:pt x="1004" y="2256"/>
                </a:lnTo>
                <a:lnTo>
                  <a:pt x="1004" y="2257"/>
                </a:lnTo>
                <a:lnTo>
                  <a:pt x="1004" y="2259"/>
                </a:lnTo>
                <a:lnTo>
                  <a:pt x="1005" y="2259"/>
                </a:lnTo>
                <a:lnTo>
                  <a:pt x="1005" y="2260"/>
                </a:lnTo>
                <a:lnTo>
                  <a:pt x="1006" y="2260"/>
                </a:lnTo>
                <a:lnTo>
                  <a:pt x="1006" y="2264"/>
                </a:lnTo>
                <a:lnTo>
                  <a:pt x="1005" y="2267"/>
                </a:lnTo>
                <a:lnTo>
                  <a:pt x="1003" y="2268"/>
                </a:lnTo>
                <a:lnTo>
                  <a:pt x="1001" y="2268"/>
                </a:lnTo>
                <a:lnTo>
                  <a:pt x="999" y="2268"/>
                </a:lnTo>
                <a:lnTo>
                  <a:pt x="998" y="2267"/>
                </a:lnTo>
                <a:lnTo>
                  <a:pt x="998" y="2268"/>
                </a:lnTo>
                <a:lnTo>
                  <a:pt x="997" y="2268"/>
                </a:lnTo>
                <a:lnTo>
                  <a:pt x="995" y="2268"/>
                </a:lnTo>
                <a:lnTo>
                  <a:pt x="995" y="2267"/>
                </a:lnTo>
                <a:lnTo>
                  <a:pt x="994" y="2267"/>
                </a:lnTo>
                <a:lnTo>
                  <a:pt x="993" y="2266"/>
                </a:lnTo>
                <a:lnTo>
                  <a:pt x="992" y="2265"/>
                </a:lnTo>
                <a:lnTo>
                  <a:pt x="991" y="2265"/>
                </a:lnTo>
                <a:lnTo>
                  <a:pt x="991" y="2264"/>
                </a:lnTo>
                <a:lnTo>
                  <a:pt x="990" y="2264"/>
                </a:lnTo>
                <a:lnTo>
                  <a:pt x="989" y="2265"/>
                </a:lnTo>
                <a:lnTo>
                  <a:pt x="989" y="2266"/>
                </a:lnTo>
                <a:lnTo>
                  <a:pt x="987" y="2267"/>
                </a:lnTo>
                <a:lnTo>
                  <a:pt x="986" y="2269"/>
                </a:lnTo>
                <a:lnTo>
                  <a:pt x="986" y="2270"/>
                </a:lnTo>
                <a:lnTo>
                  <a:pt x="985" y="2270"/>
                </a:lnTo>
                <a:lnTo>
                  <a:pt x="985" y="2271"/>
                </a:lnTo>
                <a:lnTo>
                  <a:pt x="985" y="2273"/>
                </a:lnTo>
                <a:lnTo>
                  <a:pt x="985" y="2274"/>
                </a:lnTo>
                <a:lnTo>
                  <a:pt x="984" y="2275"/>
                </a:lnTo>
                <a:lnTo>
                  <a:pt x="983" y="2276"/>
                </a:lnTo>
                <a:lnTo>
                  <a:pt x="983" y="2278"/>
                </a:lnTo>
                <a:lnTo>
                  <a:pt x="982" y="2278"/>
                </a:lnTo>
                <a:lnTo>
                  <a:pt x="982" y="2280"/>
                </a:lnTo>
                <a:lnTo>
                  <a:pt x="982" y="2281"/>
                </a:lnTo>
                <a:lnTo>
                  <a:pt x="982" y="2282"/>
                </a:lnTo>
                <a:lnTo>
                  <a:pt x="982" y="2283"/>
                </a:lnTo>
                <a:lnTo>
                  <a:pt x="982" y="2284"/>
                </a:lnTo>
                <a:lnTo>
                  <a:pt x="981" y="2284"/>
                </a:lnTo>
                <a:lnTo>
                  <a:pt x="981" y="2285"/>
                </a:lnTo>
                <a:lnTo>
                  <a:pt x="982" y="2286"/>
                </a:lnTo>
                <a:lnTo>
                  <a:pt x="982" y="2287"/>
                </a:lnTo>
                <a:lnTo>
                  <a:pt x="982" y="2288"/>
                </a:lnTo>
                <a:lnTo>
                  <a:pt x="981" y="2289"/>
                </a:lnTo>
                <a:lnTo>
                  <a:pt x="980" y="2290"/>
                </a:lnTo>
                <a:lnTo>
                  <a:pt x="980" y="2291"/>
                </a:lnTo>
                <a:lnTo>
                  <a:pt x="979" y="2292"/>
                </a:lnTo>
                <a:lnTo>
                  <a:pt x="979" y="2293"/>
                </a:lnTo>
                <a:lnTo>
                  <a:pt x="979" y="2294"/>
                </a:lnTo>
                <a:lnTo>
                  <a:pt x="978" y="2295"/>
                </a:lnTo>
                <a:lnTo>
                  <a:pt x="977" y="2295"/>
                </a:lnTo>
                <a:lnTo>
                  <a:pt x="976" y="2295"/>
                </a:lnTo>
                <a:lnTo>
                  <a:pt x="975" y="2296"/>
                </a:lnTo>
                <a:lnTo>
                  <a:pt x="975" y="2297"/>
                </a:lnTo>
                <a:lnTo>
                  <a:pt x="974" y="2297"/>
                </a:lnTo>
                <a:lnTo>
                  <a:pt x="974" y="2298"/>
                </a:lnTo>
                <a:lnTo>
                  <a:pt x="973" y="2298"/>
                </a:lnTo>
                <a:lnTo>
                  <a:pt x="972" y="2298"/>
                </a:lnTo>
                <a:lnTo>
                  <a:pt x="972" y="2299"/>
                </a:lnTo>
                <a:lnTo>
                  <a:pt x="973" y="2299"/>
                </a:lnTo>
                <a:lnTo>
                  <a:pt x="973" y="2300"/>
                </a:lnTo>
                <a:lnTo>
                  <a:pt x="973" y="2301"/>
                </a:lnTo>
                <a:lnTo>
                  <a:pt x="972" y="2301"/>
                </a:lnTo>
                <a:lnTo>
                  <a:pt x="971" y="2301"/>
                </a:lnTo>
                <a:lnTo>
                  <a:pt x="971" y="2302"/>
                </a:lnTo>
                <a:lnTo>
                  <a:pt x="969" y="2304"/>
                </a:lnTo>
                <a:lnTo>
                  <a:pt x="969" y="2305"/>
                </a:lnTo>
                <a:lnTo>
                  <a:pt x="970" y="2308"/>
                </a:lnTo>
                <a:lnTo>
                  <a:pt x="971" y="2308"/>
                </a:lnTo>
                <a:lnTo>
                  <a:pt x="972" y="2308"/>
                </a:lnTo>
                <a:lnTo>
                  <a:pt x="973" y="2308"/>
                </a:lnTo>
                <a:lnTo>
                  <a:pt x="973" y="2309"/>
                </a:lnTo>
                <a:lnTo>
                  <a:pt x="972" y="2309"/>
                </a:lnTo>
                <a:lnTo>
                  <a:pt x="972" y="2311"/>
                </a:lnTo>
                <a:lnTo>
                  <a:pt x="971" y="2311"/>
                </a:lnTo>
                <a:lnTo>
                  <a:pt x="969" y="2313"/>
                </a:lnTo>
                <a:lnTo>
                  <a:pt x="966" y="2316"/>
                </a:lnTo>
                <a:lnTo>
                  <a:pt x="966" y="2317"/>
                </a:lnTo>
                <a:lnTo>
                  <a:pt x="965" y="2318"/>
                </a:lnTo>
                <a:lnTo>
                  <a:pt x="965" y="2319"/>
                </a:lnTo>
                <a:lnTo>
                  <a:pt x="962" y="2321"/>
                </a:lnTo>
                <a:lnTo>
                  <a:pt x="961" y="2321"/>
                </a:lnTo>
                <a:lnTo>
                  <a:pt x="961" y="2322"/>
                </a:lnTo>
                <a:lnTo>
                  <a:pt x="961" y="2323"/>
                </a:lnTo>
                <a:lnTo>
                  <a:pt x="961" y="2324"/>
                </a:lnTo>
                <a:lnTo>
                  <a:pt x="961" y="2325"/>
                </a:lnTo>
                <a:lnTo>
                  <a:pt x="961" y="2327"/>
                </a:lnTo>
                <a:lnTo>
                  <a:pt x="962" y="2328"/>
                </a:lnTo>
                <a:lnTo>
                  <a:pt x="962" y="2329"/>
                </a:lnTo>
                <a:lnTo>
                  <a:pt x="962" y="2331"/>
                </a:lnTo>
                <a:lnTo>
                  <a:pt x="960" y="2332"/>
                </a:lnTo>
                <a:lnTo>
                  <a:pt x="960" y="2333"/>
                </a:lnTo>
                <a:lnTo>
                  <a:pt x="959" y="2333"/>
                </a:lnTo>
                <a:lnTo>
                  <a:pt x="959" y="2334"/>
                </a:lnTo>
                <a:lnTo>
                  <a:pt x="960" y="2334"/>
                </a:lnTo>
                <a:lnTo>
                  <a:pt x="960" y="2336"/>
                </a:lnTo>
                <a:lnTo>
                  <a:pt x="960" y="2337"/>
                </a:lnTo>
                <a:lnTo>
                  <a:pt x="959" y="2339"/>
                </a:lnTo>
                <a:lnTo>
                  <a:pt x="958" y="2339"/>
                </a:lnTo>
                <a:lnTo>
                  <a:pt x="958" y="2340"/>
                </a:lnTo>
                <a:lnTo>
                  <a:pt x="958" y="2341"/>
                </a:lnTo>
                <a:lnTo>
                  <a:pt x="958" y="2342"/>
                </a:lnTo>
                <a:lnTo>
                  <a:pt x="957" y="2342"/>
                </a:lnTo>
                <a:lnTo>
                  <a:pt x="956" y="2342"/>
                </a:lnTo>
                <a:lnTo>
                  <a:pt x="956" y="2344"/>
                </a:lnTo>
                <a:lnTo>
                  <a:pt x="956" y="2346"/>
                </a:lnTo>
                <a:lnTo>
                  <a:pt x="956" y="2347"/>
                </a:lnTo>
                <a:lnTo>
                  <a:pt x="956" y="2348"/>
                </a:lnTo>
                <a:lnTo>
                  <a:pt x="956" y="2349"/>
                </a:lnTo>
                <a:lnTo>
                  <a:pt x="957" y="2349"/>
                </a:lnTo>
                <a:lnTo>
                  <a:pt x="957" y="2350"/>
                </a:lnTo>
                <a:lnTo>
                  <a:pt x="958" y="2351"/>
                </a:lnTo>
                <a:lnTo>
                  <a:pt x="958" y="2352"/>
                </a:lnTo>
                <a:lnTo>
                  <a:pt x="958" y="2353"/>
                </a:lnTo>
                <a:lnTo>
                  <a:pt x="957" y="2353"/>
                </a:lnTo>
                <a:lnTo>
                  <a:pt x="957" y="2354"/>
                </a:lnTo>
                <a:lnTo>
                  <a:pt x="956" y="2354"/>
                </a:lnTo>
                <a:lnTo>
                  <a:pt x="956" y="2355"/>
                </a:lnTo>
                <a:lnTo>
                  <a:pt x="956" y="2356"/>
                </a:lnTo>
                <a:lnTo>
                  <a:pt x="956" y="2357"/>
                </a:lnTo>
                <a:lnTo>
                  <a:pt x="957" y="2357"/>
                </a:lnTo>
                <a:lnTo>
                  <a:pt x="957" y="2358"/>
                </a:lnTo>
                <a:lnTo>
                  <a:pt x="957" y="2359"/>
                </a:lnTo>
                <a:lnTo>
                  <a:pt x="957" y="2360"/>
                </a:lnTo>
                <a:lnTo>
                  <a:pt x="957" y="2362"/>
                </a:lnTo>
                <a:lnTo>
                  <a:pt x="956" y="2363"/>
                </a:lnTo>
                <a:lnTo>
                  <a:pt x="955" y="2364"/>
                </a:lnTo>
                <a:lnTo>
                  <a:pt x="955" y="2365"/>
                </a:lnTo>
                <a:lnTo>
                  <a:pt x="954" y="2368"/>
                </a:lnTo>
                <a:lnTo>
                  <a:pt x="954" y="2369"/>
                </a:lnTo>
                <a:lnTo>
                  <a:pt x="954" y="2370"/>
                </a:lnTo>
                <a:lnTo>
                  <a:pt x="954" y="2371"/>
                </a:lnTo>
                <a:lnTo>
                  <a:pt x="955" y="2372"/>
                </a:lnTo>
                <a:lnTo>
                  <a:pt x="955" y="2373"/>
                </a:lnTo>
                <a:lnTo>
                  <a:pt x="956" y="2374"/>
                </a:lnTo>
                <a:lnTo>
                  <a:pt x="955" y="2375"/>
                </a:lnTo>
                <a:lnTo>
                  <a:pt x="955" y="2376"/>
                </a:lnTo>
                <a:lnTo>
                  <a:pt x="954" y="2376"/>
                </a:lnTo>
                <a:lnTo>
                  <a:pt x="954" y="2375"/>
                </a:lnTo>
                <a:lnTo>
                  <a:pt x="953" y="2376"/>
                </a:lnTo>
                <a:lnTo>
                  <a:pt x="953" y="2377"/>
                </a:lnTo>
                <a:lnTo>
                  <a:pt x="953" y="2378"/>
                </a:lnTo>
                <a:lnTo>
                  <a:pt x="953" y="2379"/>
                </a:lnTo>
                <a:lnTo>
                  <a:pt x="953" y="2380"/>
                </a:lnTo>
                <a:lnTo>
                  <a:pt x="953" y="2381"/>
                </a:lnTo>
                <a:lnTo>
                  <a:pt x="954" y="2381"/>
                </a:lnTo>
                <a:lnTo>
                  <a:pt x="954" y="2382"/>
                </a:lnTo>
                <a:lnTo>
                  <a:pt x="954" y="2383"/>
                </a:lnTo>
                <a:lnTo>
                  <a:pt x="954" y="2384"/>
                </a:lnTo>
                <a:lnTo>
                  <a:pt x="953" y="2384"/>
                </a:lnTo>
                <a:lnTo>
                  <a:pt x="952" y="2386"/>
                </a:lnTo>
                <a:lnTo>
                  <a:pt x="952" y="2387"/>
                </a:lnTo>
                <a:lnTo>
                  <a:pt x="953" y="2389"/>
                </a:lnTo>
                <a:lnTo>
                  <a:pt x="953" y="2390"/>
                </a:lnTo>
                <a:lnTo>
                  <a:pt x="954" y="2391"/>
                </a:lnTo>
                <a:lnTo>
                  <a:pt x="954" y="2392"/>
                </a:lnTo>
                <a:lnTo>
                  <a:pt x="955" y="2393"/>
                </a:lnTo>
                <a:lnTo>
                  <a:pt x="956" y="2394"/>
                </a:lnTo>
                <a:lnTo>
                  <a:pt x="958" y="2397"/>
                </a:lnTo>
                <a:lnTo>
                  <a:pt x="958" y="2398"/>
                </a:lnTo>
                <a:lnTo>
                  <a:pt x="957" y="2398"/>
                </a:lnTo>
                <a:lnTo>
                  <a:pt x="956" y="2402"/>
                </a:lnTo>
                <a:lnTo>
                  <a:pt x="955" y="2403"/>
                </a:lnTo>
                <a:lnTo>
                  <a:pt x="955" y="2405"/>
                </a:lnTo>
                <a:lnTo>
                  <a:pt x="955" y="2406"/>
                </a:lnTo>
                <a:lnTo>
                  <a:pt x="954" y="2407"/>
                </a:lnTo>
                <a:lnTo>
                  <a:pt x="953" y="2408"/>
                </a:lnTo>
                <a:lnTo>
                  <a:pt x="953" y="2409"/>
                </a:lnTo>
                <a:lnTo>
                  <a:pt x="952" y="2409"/>
                </a:lnTo>
                <a:lnTo>
                  <a:pt x="951" y="2409"/>
                </a:lnTo>
                <a:lnTo>
                  <a:pt x="948" y="2410"/>
                </a:lnTo>
                <a:lnTo>
                  <a:pt x="947" y="2413"/>
                </a:lnTo>
                <a:lnTo>
                  <a:pt x="947" y="2418"/>
                </a:lnTo>
                <a:lnTo>
                  <a:pt x="947" y="2420"/>
                </a:lnTo>
                <a:lnTo>
                  <a:pt x="946" y="2424"/>
                </a:lnTo>
                <a:lnTo>
                  <a:pt x="947" y="2424"/>
                </a:lnTo>
                <a:lnTo>
                  <a:pt x="947" y="2425"/>
                </a:lnTo>
                <a:lnTo>
                  <a:pt x="947" y="2427"/>
                </a:lnTo>
                <a:lnTo>
                  <a:pt x="948" y="2430"/>
                </a:lnTo>
                <a:lnTo>
                  <a:pt x="948" y="2431"/>
                </a:lnTo>
                <a:lnTo>
                  <a:pt x="949" y="2432"/>
                </a:lnTo>
                <a:lnTo>
                  <a:pt x="949" y="2433"/>
                </a:lnTo>
                <a:lnTo>
                  <a:pt x="950" y="2433"/>
                </a:lnTo>
                <a:lnTo>
                  <a:pt x="951" y="2434"/>
                </a:lnTo>
                <a:lnTo>
                  <a:pt x="951" y="2435"/>
                </a:lnTo>
                <a:lnTo>
                  <a:pt x="952" y="2436"/>
                </a:lnTo>
                <a:lnTo>
                  <a:pt x="952" y="2437"/>
                </a:lnTo>
                <a:lnTo>
                  <a:pt x="954" y="2439"/>
                </a:lnTo>
                <a:lnTo>
                  <a:pt x="955" y="2441"/>
                </a:lnTo>
                <a:lnTo>
                  <a:pt x="955" y="2442"/>
                </a:lnTo>
                <a:lnTo>
                  <a:pt x="955" y="2443"/>
                </a:lnTo>
                <a:lnTo>
                  <a:pt x="954" y="2444"/>
                </a:lnTo>
                <a:lnTo>
                  <a:pt x="952" y="2448"/>
                </a:lnTo>
                <a:lnTo>
                  <a:pt x="951" y="2448"/>
                </a:lnTo>
                <a:lnTo>
                  <a:pt x="951" y="2449"/>
                </a:lnTo>
                <a:lnTo>
                  <a:pt x="950" y="2449"/>
                </a:lnTo>
                <a:lnTo>
                  <a:pt x="950" y="2450"/>
                </a:lnTo>
                <a:lnTo>
                  <a:pt x="951" y="2451"/>
                </a:lnTo>
                <a:lnTo>
                  <a:pt x="951" y="2453"/>
                </a:lnTo>
                <a:lnTo>
                  <a:pt x="950" y="2455"/>
                </a:lnTo>
                <a:lnTo>
                  <a:pt x="950" y="2457"/>
                </a:lnTo>
                <a:lnTo>
                  <a:pt x="951" y="2458"/>
                </a:lnTo>
                <a:lnTo>
                  <a:pt x="951" y="2459"/>
                </a:lnTo>
                <a:lnTo>
                  <a:pt x="951" y="2460"/>
                </a:lnTo>
                <a:lnTo>
                  <a:pt x="951" y="2462"/>
                </a:lnTo>
                <a:lnTo>
                  <a:pt x="951" y="2464"/>
                </a:lnTo>
                <a:lnTo>
                  <a:pt x="951" y="2465"/>
                </a:lnTo>
                <a:lnTo>
                  <a:pt x="949" y="2468"/>
                </a:lnTo>
                <a:lnTo>
                  <a:pt x="947" y="2470"/>
                </a:lnTo>
                <a:lnTo>
                  <a:pt x="947" y="2471"/>
                </a:lnTo>
                <a:lnTo>
                  <a:pt x="948" y="2471"/>
                </a:lnTo>
                <a:lnTo>
                  <a:pt x="948" y="2472"/>
                </a:lnTo>
                <a:lnTo>
                  <a:pt x="947" y="2473"/>
                </a:lnTo>
                <a:lnTo>
                  <a:pt x="947" y="2474"/>
                </a:lnTo>
                <a:lnTo>
                  <a:pt x="946" y="2474"/>
                </a:lnTo>
                <a:lnTo>
                  <a:pt x="945" y="2474"/>
                </a:lnTo>
                <a:lnTo>
                  <a:pt x="945" y="2473"/>
                </a:lnTo>
                <a:lnTo>
                  <a:pt x="944" y="2473"/>
                </a:lnTo>
                <a:lnTo>
                  <a:pt x="943" y="2474"/>
                </a:lnTo>
                <a:lnTo>
                  <a:pt x="939" y="2476"/>
                </a:lnTo>
                <a:lnTo>
                  <a:pt x="937" y="2476"/>
                </a:lnTo>
                <a:lnTo>
                  <a:pt x="937" y="2477"/>
                </a:lnTo>
                <a:lnTo>
                  <a:pt x="936" y="2477"/>
                </a:lnTo>
                <a:lnTo>
                  <a:pt x="935" y="2478"/>
                </a:lnTo>
                <a:lnTo>
                  <a:pt x="934" y="2478"/>
                </a:lnTo>
                <a:lnTo>
                  <a:pt x="934" y="2477"/>
                </a:lnTo>
                <a:lnTo>
                  <a:pt x="933" y="2477"/>
                </a:lnTo>
                <a:lnTo>
                  <a:pt x="932" y="2476"/>
                </a:lnTo>
                <a:lnTo>
                  <a:pt x="931" y="2476"/>
                </a:lnTo>
                <a:lnTo>
                  <a:pt x="930" y="2476"/>
                </a:lnTo>
                <a:lnTo>
                  <a:pt x="930" y="2477"/>
                </a:lnTo>
                <a:lnTo>
                  <a:pt x="929" y="2480"/>
                </a:lnTo>
                <a:lnTo>
                  <a:pt x="929" y="2486"/>
                </a:lnTo>
                <a:lnTo>
                  <a:pt x="927" y="2488"/>
                </a:lnTo>
                <a:lnTo>
                  <a:pt x="925" y="2488"/>
                </a:lnTo>
                <a:lnTo>
                  <a:pt x="924" y="2488"/>
                </a:lnTo>
                <a:lnTo>
                  <a:pt x="923" y="2489"/>
                </a:lnTo>
                <a:lnTo>
                  <a:pt x="916" y="2488"/>
                </a:lnTo>
                <a:lnTo>
                  <a:pt x="912" y="2488"/>
                </a:lnTo>
                <a:lnTo>
                  <a:pt x="909" y="2489"/>
                </a:lnTo>
                <a:lnTo>
                  <a:pt x="903" y="2487"/>
                </a:lnTo>
                <a:lnTo>
                  <a:pt x="900" y="2486"/>
                </a:lnTo>
                <a:lnTo>
                  <a:pt x="899" y="2487"/>
                </a:lnTo>
                <a:lnTo>
                  <a:pt x="895" y="2488"/>
                </a:lnTo>
                <a:lnTo>
                  <a:pt x="888" y="2491"/>
                </a:lnTo>
                <a:lnTo>
                  <a:pt x="885" y="2493"/>
                </a:lnTo>
                <a:lnTo>
                  <a:pt x="881" y="2493"/>
                </a:lnTo>
                <a:lnTo>
                  <a:pt x="877" y="2494"/>
                </a:lnTo>
                <a:lnTo>
                  <a:pt x="876" y="2495"/>
                </a:lnTo>
                <a:lnTo>
                  <a:pt x="868" y="2502"/>
                </a:lnTo>
                <a:lnTo>
                  <a:pt x="861" y="2507"/>
                </a:lnTo>
                <a:lnTo>
                  <a:pt x="860" y="2507"/>
                </a:lnTo>
                <a:lnTo>
                  <a:pt x="857" y="2508"/>
                </a:lnTo>
                <a:lnTo>
                  <a:pt x="848" y="2508"/>
                </a:lnTo>
                <a:lnTo>
                  <a:pt x="846" y="2509"/>
                </a:lnTo>
                <a:lnTo>
                  <a:pt x="841" y="2509"/>
                </a:lnTo>
                <a:lnTo>
                  <a:pt x="837" y="2511"/>
                </a:lnTo>
                <a:lnTo>
                  <a:pt x="834" y="2514"/>
                </a:lnTo>
                <a:lnTo>
                  <a:pt x="828" y="2514"/>
                </a:lnTo>
                <a:lnTo>
                  <a:pt x="811" y="2516"/>
                </a:lnTo>
                <a:lnTo>
                  <a:pt x="798" y="2517"/>
                </a:lnTo>
                <a:lnTo>
                  <a:pt x="790" y="2517"/>
                </a:lnTo>
                <a:lnTo>
                  <a:pt x="790" y="2518"/>
                </a:lnTo>
                <a:lnTo>
                  <a:pt x="788" y="2518"/>
                </a:lnTo>
                <a:lnTo>
                  <a:pt x="787" y="2521"/>
                </a:lnTo>
                <a:lnTo>
                  <a:pt x="787" y="2525"/>
                </a:lnTo>
                <a:lnTo>
                  <a:pt x="785" y="2525"/>
                </a:lnTo>
                <a:lnTo>
                  <a:pt x="783" y="2525"/>
                </a:lnTo>
                <a:lnTo>
                  <a:pt x="782" y="2526"/>
                </a:lnTo>
                <a:lnTo>
                  <a:pt x="781" y="2527"/>
                </a:lnTo>
                <a:lnTo>
                  <a:pt x="780" y="2528"/>
                </a:lnTo>
                <a:lnTo>
                  <a:pt x="779" y="2528"/>
                </a:lnTo>
                <a:lnTo>
                  <a:pt x="778" y="2528"/>
                </a:lnTo>
                <a:lnTo>
                  <a:pt x="778" y="2527"/>
                </a:lnTo>
                <a:lnTo>
                  <a:pt x="777" y="2527"/>
                </a:lnTo>
                <a:lnTo>
                  <a:pt x="775" y="2528"/>
                </a:lnTo>
                <a:lnTo>
                  <a:pt x="773" y="2530"/>
                </a:lnTo>
                <a:lnTo>
                  <a:pt x="767" y="2533"/>
                </a:lnTo>
                <a:lnTo>
                  <a:pt x="761" y="2533"/>
                </a:lnTo>
                <a:lnTo>
                  <a:pt x="760" y="2533"/>
                </a:lnTo>
                <a:lnTo>
                  <a:pt x="748" y="2523"/>
                </a:lnTo>
                <a:lnTo>
                  <a:pt x="739" y="2515"/>
                </a:lnTo>
                <a:lnTo>
                  <a:pt x="732" y="2508"/>
                </a:lnTo>
                <a:lnTo>
                  <a:pt x="724" y="2502"/>
                </a:lnTo>
                <a:lnTo>
                  <a:pt x="721" y="2496"/>
                </a:lnTo>
                <a:lnTo>
                  <a:pt x="718" y="2493"/>
                </a:lnTo>
                <a:lnTo>
                  <a:pt x="701" y="2475"/>
                </a:lnTo>
                <a:lnTo>
                  <a:pt x="682" y="2467"/>
                </a:lnTo>
                <a:lnTo>
                  <a:pt x="681" y="2467"/>
                </a:lnTo>
                <a:lnTo>
                  <a:pt x="671" y="2463"/>
                </a:lnTo>
                <a:lnTo>
                  <a:pt x="670" y="2463"/>
                </a:lnTo>
                <a:lnTo>
                  <a:pt x="669" y="2458"/>
                </a:lnTo>
                <a:lnTo>
                  <a:pt x="669" y="2457"/>
                </a:lnTo>
                <a:lnTo>
                  <a:pt x="669" y="2456"/>
                </a:lnTo>
                <a:lnTo>
                  <a:pt x="668" y="2455"/>
                </a:lnTo>
                <a:lnTo>
                  <a:pt x="668" y="2454"/>
                </a:lnTo>
                <a:lnTo>
                  <a:pt x="668" y="2452"/>
                </a:lnTo>
                <a:lnTo>
                  <a:pt x="668" y="2451"/>
                </a:lnTo>
                <a:lnTo>
                  <a:pt x="668" y="2449"/>
                </a:lnTo>
                <a:lnTo>
                  <a:pt x="667" y="2448"/>
                </a:lnTo>
                <a:lnTo>
                  <a:pt x="667" y="2446"/>
                </a:lnTo>
                <a:lnTo>
                  <a:pt x="666" y="2445"/>
                </a:lnTo>
                <a:lnTo>
                  <a:pt x="666" y="2444"/>
                </a:lnTo>
                <a:lnTo>
                  <a:pt x="666" y="2441"/>
                </a:lnTo>
                <a:lnTo>
                  <a:pt x="665" y="2438"/>
                </a:lnTo>
                <a:lnTo>
                  <a:pt x="665" y="2437"/>
                </a:lnTo>
                <a:lnTo>
                  <a:pt x="665" y="2436"/>
                </a:lnTo>
                <a:lnTo>
                  <a:pt x="665" y="2435"/>
                </a:lnTo>
                <a:lnTo>
                  <a:pt x="665" y="2433"/>
                </a:lnTo>
                <a:lnTo>
                  <a:pt x="665" y="2430"/>
                </a:lnTo>
                <a:lnTo>
                  <a:pt x="666" y="2428"/>
                </a:lnTo>
                <a:lnTo>
                  <a:pt x="681" y="2421"/>
                </a:lnTo>
                <a:lnTo>
                  <a:pt x="688" y="2417"/>
                </a:lnTo>
                <a:lnTo>
                  <a:pt x="679" y="2390"/>
                </a:lnTo>
                <a:lnTo>
                  <a:pt x="678" y="2388"/>
                </a:lnTo>
                <a:lnTo>
                  <a:pt x="675" y="2383"/>
                </a:lnTo>
                <a:lnTo>
                  <a:pt x="674" y="2381"/>
                </a:lnTo>
                <a:lnTo>
                  <a:pt x="672" y="2379"/>
                </a:lnTo>
                <a:lnTo>
                  <a:pt x="682" y="2372"/>
                </a:lnTo>
                <a:lnTo>
                  <a:pt x="683" y="2372"/>
                </a:lnTo>
                <a:lnTo>
                  <a:pt x="692" y="2366"/>
                </a:lnTo>
                <a:lnTo>
                  <a:pt x="725" y="2343"/>
                </a:lnTo>
                <a:lnTo>
                  <a:pt x="729" y="2335"/>
                </a:lnTo>
                <a:lnTo>
                  <a:pt x="731" y="2332"/>
                </a:lnTo>
                <a:lnTo>
                  <a:pt x="731" y="2331"/>
                </a:lnTo>
                <a:lnTo>
                  <a:pt x="732" y="2330"/>
                </a:lnTo>
                <a:lnTo>
                  <a:pt x="733" y="2328"/>
                </a:lnTo>
                <a:lnTo>
                  <a:pt x="742" y="2312"/>
                </a:lnTo>
                <a:lnTo>
                  <a:pt x="745" y="2305"/>
                </a:lnTo>
                <a:lnTo>
                  <a:pt x="761" y="2298"/>
                </a:lnTo>
                <a:lnTo>
                  <a:pt x="764" y="2291"/>
                </a:lnTo>
                <a:lnTo>
                  <a:pt x="764" y="2289"/>
                </a:lnTo>
                <a:lnTo>
                  <a:pt x="764" y="2288"/>
                </a:lnTo>
                <a:lnTo>
                  <a:pt x="763" y="2282"/>
                </a:lnTo>
                <a:lnTo>
                  <a:pt x="764" y="2281"/>
                </a:lnTo>
                <a:lnTo>
                  <a:pt x="764" y="2280"/>
                </a:lnTo>
                <a:lnTo>
                  <a:pt x="764" y="2279"/>
                </a:lnTo>
                <a:lnTo>
                  <a:pt x="765" y="2276"/>
                </a:lnTo>
                <a:lnTo>
                  <a:pt x="762" y="2265"/>
                </a:lnTo>
                <a:lnTo>
                  <a:pt x="753" y="2252"/>
                </a:lnTo>
                <a:lnTo>
                  <a:pt x="747" y="2243"/>
                </a:lnTo>
                <a:lnTo>
                  <a:pt x="749" y="2238"/>
                </a:lnTo>
                <a:lnTo>
                  <a:pt x="752" y="2225"/>
                </a:lnTo>
                <a:lnTo>
                  <a:pt x="736" y="2219"/>
                </a:lnTo>
                <a:lnTo>
                  <a:pt x="725" y="2218"/>
                </a:lnTo>
                <a:lnTo>
                  <a:pt x="683" y="2232"/>
                </a:lnTo>
                <a:lnTo>
                  <a:pt x="668" y="2237"/>
                </a:lnTo>
                <a:lnTo>
                  <a:pt x="667" y="2237"/>
                </a:lnTo>
                <a:lnTo>
                  <a:pt x="660" y="2244"/>
                </a:lnTo>
                <a:lnTo>
                  <a:pt x="657" y="2247"/>
                </a:lnTo>
                <a:lnTo>
                  <a:pt x="652" y="2251"/>
                </a:lnTo>
                <a:lnTo>
                  <a:pt x="646" y="2256"/>
                </a:lnTo>
                <a:lnTo>
                  <a:pt x="642" y="2257"/>
                </a:lnTo>
                <a:lnTo>
                  <a:pt x="628" y="2272"/>
                </a:lnTo>
                <a:lnTo>
                  <a:pt x="627" y="2272"/>
                </a:lnTo>
                <a:lnTo>
                  <a:pt x="614" y="2268"/>
                </a:lnTo>
                <a:lnTo>
                  <a:pt x="604" y="2265"/>
                </a:lnTo>
                <a:lnTo>
                  <a:pt x="581" y="2260"/>
                </a:lnTo>
                <a:lnTo>
                  <a:pt x="571" y="2252"/>
                </a:lnTo>
                <a:lnTo>
                  <a:pt x="567" y="2249"/>
                </a:lnTo>
                <a:lnTo>
                  <a:pt x="564" y="2247"/>
                </a:lnTo>
                <a:lnTo>
                  <a:pt x="552" y="2250"/>
                </a:lnTo>
                <a:lnTo>
                  <a:pt x="544" y="2256"/>
                </a:lnTo>
                <a:lnTo>
                  <a:pt x="528" y="2260"/>
                </a:lnTo>
                <a:lnTo>
                  <a:pt x="511" y="2264"/>
                </a:lnTo>
                <a:lnTo>
                  <a:pt x="494" y="2269"/>
                </a:lnTo>
                <a:lnTo>
                  <a:pt x="491" y="2269"/>
                </a:lnTo>
                <a:lnTo>
                  <a:pt x="492" y="2270"/>
                </a:lnTo>
                <a:lnTo>
                  <a:pt x="503" y="2283"/>
                </a:lnTo>
                <a:lnTo>
                  <a:pt x="504" y="2285"/>
                </a:lnTo>
                <a:lnTo>
                  <a:pt x="508" y="2289"/>
                </a:lnTo>
                <a:lnTo>
                  <a:pt x="510" y="2292"/>
                </a:lnTo>
                <a:lnTo>
                  <a:pt x="511" y="2292"/>
                </a:lnTo>
                <a:lnTo>
                  <a:pt x="518" y="2301"/>
                </a:lnTo>
                <a:lnTo>
                  <a:pt x="510" y="2307"/>
                </a:lnTo>
                <a:lnTo>
                  <a:pt x="503" y="2313"/>
                </a:lnTo>
                <a:lnTo>
                  <a:pt x="493" y="2327"/>
                </a:lnTo>
                <a:lnTo>
                  <a:pt x="485" y="2333"/>
                </a:lnTo>
                <a:lnTo>
                  <a:pt x="484" y="2334"/>
                </a:lnTo>
                <a:lnTo>
                  <a:pt x="483" y="2336"/>
                </a:lnTo>
                <a:lnTo>
                  <a:pt x="482" y="2334"/>
                </a:lnTo>
                <a:lnTo>
                  <a:pt x="481" y="2334"/>
                </a:lnTo>
                <a:lnTo>
                  <a:pt x="480" y="2333"/>
                </a:lnTo>
                <a:lnTo>
                  <a:pt x="479" y="2333"/>
                </a:lnTo>
                <a:lnTo>
                  <a:pt x="477" y="2333"/>
                </a:lnTo>
                <a:lnTo>
                  <a:pt x="476" y="2332"/>
                </a:lnTo>
                <a:lnTo>
                  <a:pt x="475" y="2332"/>
                </a:lnTo>
                <a:lnTo>
                  <a:pt x="474" y="2332"/>
                </a:lnTo>
                <a:lnTo>
                  <a:pt x="474" y="2331"/>
                </a:lnTo>
                <a:lnTo>
                  <a:pt x="473" y="2331"/>
                </a:lnTo>
                <a:lnTo>
                  <a:pt x="472" y="2331"/>
                </a:lnTo>
                <a:lnTo>
                  <a:pt x="472" y="2330"/>
                </a:lnTo>
                <a:lnTo>
                  <a:pt x="472" y="2331"/>
                </a:lnTo>
                <a:lnTo>
                  <a:pt x="471" y="2330"/>
                </a:lnTo>
                <a:lnTo>
                  <a:pt x="470" y="2331"/>
                </a:lnTo>
                <a:lnTo>
                  <a:pt x="469" y="2331"/>
                </a:lnTo>
                <a:lnTo>
                  <a:pt x="468" y="2331"/>
                </a:lnTo>
                <a:lnTo>
                  <a:pt x="468" y="2332"/>
                </a:lnTo>
                <a:lnTo>
                  <a:pt x="467" y="2332"/>
                </a:lnTo>
                <a:lnTo>
                  <a:pt x="467" y="2333"/>
                </a:lnTo>
                <a:lnTo>
                  <a:pt x="466" y="2334"/>
                </a:lnTo>
                <a:lnTo>
                  <a:pt x="465" y="2334"/>
                </a:lnTo>
                <a:lnTo>
                  <a:pt x="465" y="2335"/>
                </a:lnTo>
                <a:lnTo>
                  <a:pt x="464" y="2335"/>
                </a:lnTo>
                <a:lnTo>
                  <a:pt x="464" y="2336"/>
                </a:lnTo>
                <a:lnTo>
                  <a:pt x="463" y="2337"/>
                </a:lnTo>
                <a:lnTo>
                  <a:pt x="462" y="2334"/>
                </a:lnTo>
                <a:lnTo>
                  <a:pt x="461" y="2333"/>
                </a:lnTo>
                <a:lnTo>
                  <a:pt x="460" y="2330"/>
                </a:lnTo>
                <a:lnTo>
                  <a:pt x="459" y="2329"/>
                </a:lnTo>
                <a:lnTo>
                  <a:pt x="458" y="2327"/>
                </a:lnTo>
                <a:lnTo>
                  <a:pt x="452" y="2324"/>
                </a:lnTo>
                <a:lnTo>
                  <a:pt x="451" y="2324"/>
                </a:lnTo>
                <a:lnTo>
                  <a:pt x="451" y="2323"/>
                </a:lnTo>
                <a:lnTo>
                  <a:pt x="450" y="2323"/>
                </a:lnTo>
                <a:lnTo>
                  <a:pt x="449" y="2323"/>
                </a:lnTo>
                <a:lnTo>
                  <a:pt x="448" y="2323"/>
                </a:lnTo>
                <a:lnTo>
                  <a:pt x="448" y="2322"/>
                </a:lnTo>
                <a:lnTo>
                  <a:pt x="447" y="2322"/>
                </a:lnTo>
                <a:lnTo>
                  <a:pt x="447" y="2321"/>
                </a:lnTo>
                <a:lnTo>
                  <a:pt x="446" y="2321"/>
                </a:lnTo>
                <a:lnTo>
                  <a:pt x="446" y="2320"/>
                </a:lnTo>
                <a:lnTo>
                  <a:pt x="445" y="2320"/>
                </a:lnTo>
                <a:lnTo>
                  <a:pt x="444" y="2319"/>
                </a:lnTo>
                <a:lnTo>
                  <a:pt x="444" y="2320"/>
                </a:lnTo>
                <a:lnTo>
                  <a:pt x="444" y="2319"/>
                </a:lnTo>
                <a:lnTo>
                  <a:pt x="443" y="2319"/>
                </a:lnTo>
                <a:lnTo>
                  <a:pt x="442" y="2318"/>
                </a:lnTo>
                <a:lnTo>
                  <a:pt x="441" y="2318"/>
                </a:lnTo>
                <a:lnTo>
                  <a:pt x="440" y="2317"/>
                </a:lnTo>
                <a:lnTo>
                  <a:pt x="439" y="2317"/>
                </a:lnTo>
                <a:lnTo>
                  <a:pt x="438" y="2317"/>
                </a:lnTo>
                <a:lnTo>
                  <a:pt x="437" y="2317"/>
                </a:lnTo>
                <a:lnTo>
                  <a:pt x="436" y="2317"/>
                </a:lnTo>
                <a:lnTo>
                  <a:pt x="435" y="2317"/>
                </a:lnTo>
                <a:lnTo>
                  <a:pt x="435" y="2316"/>
                </a:lnTo>
                <a:lnTo>
                  <a:pt x="435" y="2317"/>
                </a:lnTo>
                <a:lnTo>
                  <a:pt x="434" y="2316"/>
                </a:lnTo>
                <a:lnTo>
                  <a:pt x="433" y="2316"/>
                </a:lnTo>
                <a:lnTo>
                  <a:pt x="432" y="2316"/>
                </a:lnTo>
                <a:lnTo>
                  <a:pt x="431" y="2316"/>
                </a:lnTo>
                <a:lnTo>
                  <a:pt x="431" y="2315"/>
                </a:lnTo>
                <a:lnTo>
                  <a:pt x="430" y="2315"/>
                </a:lnTo>
                <a:lnTo>
                  <a:pt x="430" y="2314"/>
                </a:lnTo>
                <a:lnTo>
                  <a:pt x="429" y="2314"/>
                </a:lnTo>
                <a:lnTo>
                  <a:pt x="429" y="2313"/>
                </a:lnTo>
                <a:lnTo>
                  <a:pt x="429" y="2312"/>
                </a:lnTo>
                <a:lnTo>
                  <a:pt x="430" y="2312"/>
                </a:lnTo>
                <a:lnTo>
                  <a:pt x="431" y="2312"/>
                </a:lnTo>
                <a:lnTo>
                  <a:pt x="432" y="2312"/>
                </a:lnTo>
                <a:lnTo>
                  <a:pt x="432" y="2311"/>
                </a:lnTo>
                <a:lnTo>
                  <a:pt x="433" y="2311"/>
                </a:lnTo>
                <a:lnTo>
                  <a:pt x="432" y="2310"/>
                </a:lnTo>
                <a:lnTo>
                  <a:pt x="433" y="2310"/>
                </a:lnTo>
                <a:lnTo>
                  <a:pt x="433" y="2309"/>
                </a:lnTo>
                <a:lnTo>
                  <a:pt x="434" y="2309"/>
                </a:lnTo>
                <a:lnTo>
                  <a:pt x="434" y="2308"/>
                </a:lnTo>
                <a:lnTo>
                  <a:pt x="433" y="2308"/>
                </a:lnTo>
                <a:lnTo>
                  <a:pt x="433" y="2307"/>
                </a:lnTo>
                <a:lnTo>
                  <a:pt x="433" y="2306"/>
                </a:lnTo>
                <a:lnTo>
                  <a:pt x="433" y="2305"/>
                </a:lnTo>
                <a:lnTo>
                  <a:pt x="429" y="2305"/>
                </a:lnTo>
                <a:lnTo>
                  <a:pt x="426" y="2305"/>
                </a:lnTo>
                <a:lnTo>
                  <a:pt x="424" y="2303"/>
                </a:lnTo>
                <a:lnTo>
                  <a:pt x="422" y="2303"/>
                </a:lnTo>
                <a:lnTo>
                  <a:pt x="422" y="2299"/>
                </a:lnTo>
                <a:lnTo>
                  <a:pt x="422" y="2298"/>
                </a:lnTo>
                <a:lnTo>
                  <a:pt x="422" y="2297"/>
                </a:lnTo>
                <a:lnTo>
                  <a:pt x="422" y="2296"/>
                </a:lnTo>
                <a:lnTo>
                  <a:pt x="420" y="2293"/>
                </a:lnTo>
                <a:lnTo>
                  <a:pt x="418" y="2289"/>
                </a:lnTo>
                <a:lnTo>
                  <a:pt x="418" y="2287"/>
                </a:lnTo>
                <a:lnTo>
                  <a:pt x="419" y="2286"/>
                </a:lnTo>
                <a:lnTo>
                  <a:pt x="420" y="2283"/>
                </a:lnTo>
                <a:lnTo>
                  <a:pt x="421" y="2281"/>
                </a:lnTo>
                <a:lnTo>
                  <a:pt x="422" y="2278"/>
                </a:lnTo>
                <a:lnTo>
                  <a:pt x="416" y="2281"/>
                </a:lnTo>
                <a:lnTo>
                  <a:pt x="414" y="2282"/>
                </a:lnTo>
                <a:lnTo>
                  <a:pt x="410" y="2284"/>
                </a:lnTo>
                <a:lnTo>
                  <a:pt x="409" y="2284"/>
                </a:lnTo>
                <a:lnTo>
                  <a:pt x="399" y="2287"/>
                </a:lnTo>
                <a:lnTo>
                  <a:pt x="392" y="2288"/>
                </a:lnTo>
                <a:lnTo>
                  <a:pt x="391" y="2289"/>
                </a:lnTo>
                <a:lnTo>
                  <a:pt x="391" y="2288"/>
                </a:lnTo>
                <a:lnTo>
                  <a:pt x="391" y="2287"/>
                </a:lnTo>
                <a:lnTo>
                  <a:pt x="391" y="2286"/>
                </a:lnTo>
                <a:lnTo>
                  <a:pt x="392" y="2285"/>
                </a:lnTo>
                <a:lnTo>
                  <a:pt x="391" y="2283"/>
                </a:lnTo>
                <a:lnTo>
                  <a:pt x="391" y="2282"/>
                </a:lnTo>
                <a:lnTo>
                  <a:pt x="391" y="2280"/>
                </a:lnTo>
                <a:lnTo>
                  <a:pt x="390" y="2279"/>
                </a:lnTo>
                <a:lnTo>
                  <a:pt x="387" y="2277"/>
                </a:lnTo>
                <a:lnTo>
                  <a:pt x="384" y="2275"/>
                </a:lnTo>
                <a:lnTo>
                  <a:pt x="382" y="2280"/>
                </a:lnTo>
                <a:lnTo>
                  <a:pt x="381" y="2279"/>
                </a:lnTo>
                <a:lnTo>
                  <a:pt x="379" y="2278"/>
                </a:lnTo>
                <a:lnTo>
                  <a:pt x="378" y="2277"/>
                </a:lnTo>
                <a:lnTo>
                  <a:pt x="377" y="2277"/>
                </a:lnTo>
                <a:lnTo>
                  <a:pt x="377" y="2276"/>
                </a:lnTo>
                <a:lnTo>
                  <a:pt x="376" y="2275"/>
                </a:lnTo>
                <a:lnTo>
                  <a:pt x="376" y="2274"/>
                </a:lnTo>
                <a:lnTo>
                  <a:pt x="376" y="2270"/>
                </a:lnTo>
                <a:lnTo>
                  <a:pt x="376" y="2268"/>
                </a:lnTo>
                <a:lnTo>
                  <a:pt x="380" y="2263"/>
                </a:lnTo>
                <a:lnTo>
                  <a:pt x="381" y="2263"/>
                </a:lnTo>
                <a:lnTo>
                  <a:pt x="381" y="2262"/>
                </a:lnTo>
                <a:lnTo>
                  <a:pt x="380" y="2261"/>
                </a:lnTo>
                <a:lnTo>
                  <a:pt x="381" y="2261"/>
                </a:lnTo>
                <a:lnTo>
                  <a:pt x="381" y="2260"/>
                </a:lnTo>
                <a:lnTo>
                  <a:pt x="380" y="2260"/>
                </a:lnTo>
                <a:lnTo>
                  <a:pt x="380" y="2259"/>
                </a:lnTo>
                <a:lnTo>
                  <a:pt x="380" y="2258"/>
                </a:lnTo>
                <a:lnTo>
                  <a:pt x="380" y="2257"/>
                </a:lnTo>
                <a:lnTo>
                  <a:pt x="379" y="2256"/>
                </a:lnTo>
                <a:lnTo>
                  <a:pt x="379" y="2255"/>
                </a:lnTo>
                <a:lnTo>
                  <a:pt x="379" y="2254"/>
                </a:lnTo>
                <a:lnTo>
                  <a:pt x="379" y="2253"/>
                </a:lnTo>
                <a:lnTo>
                  <a:pt x="378" y="2252"/>
                </a:lnTo>
                <a:lnTo>
                  <a:pt x="379" y="2252"/>
                </a:lnTo>
                <a:lnTo>
                  <a:pt x="378" y="2252"/>
                </a:lnTo>
                <a:lnTo>
                  <a:pt x="379" y="2251"/>
                </a:lnTo>
                <a:lnTo>
                  <a:pt x="379" y="2250"/>
                </a:lnTo>
                <a:lnTo>
                  <a:pt x="379" y="2249"/>
                </a:lnTo>
                <a:lnTo>
                  <a:pt x="378" y="2249"/>
                </a:lnTo>
                <a:lnTo>
                  <a:pt x="378" y="2248"/>
                </a:lnTo>
                <a:lnTo>
                  <a:pt x="378" y="2241"/>
                </a:lnTo>
                <a:lnTo>
                  <a:pt x="378" y="2235"/>
                </a:lnTo>
                <a:lnTo>
                  <a:pt x="378" y="2226"/>
                </a:lnTo>
                <a:lnTo>
                  <a:pt x="378" y="2217"/>
                </a:lnTo>
                <a:lnTo>
                  <a:pt x="369" y="2217"/>
                </a:lnTo>
                <a:lnTo>
                  <a:pt x="368" y="2217"/>
                </a:lnTo>
                <a:lnTo>
                  <a:pt x="366" y="2217"/>
                </a:lnTo>
                <a:lnTo>
                  <a:pt x="365" y="2217"/>
                </a:lnTo>
                <a:lnTo>
                  <a:pt x="364" y="2217"/>
                </a:lnTo>
                <a:lnTo>
                  <a:pt x="363" y="2217"/>
                </a:lnTo>
                <a:lnTo>
                  <a:pt x="362" y="2217"/>
                </a:lnTo>
                <a:lnTo>
                  <a:pt x="359" y="2218"/>
                </a:lnTo>
                <a:lnTo>
                  <a:pt x="358" y="2219"/>
                </a:lnTo>
                <a:lnTo>
                  <a:pt x="357" y="2219"/>
                </a:lnTo>
                <a:lnTo>
                  <a:pt x="356" y="2219"/>
                </a:lnTo>
                <a:lnTo>
                  <a:pt x="353" y="2219"/>
                </a:lnTo>
                <a:lnTo>
                  <a:pt x="351" y="2219"/>
                </a:lnTo>
                <a:lnTo>
                  <a:pt x="351" y="2218"/>
                </a:lnTo>
                <a:lnTo>
                  <a:pt x="350" y="2218"/>
                </a:lnTo>
                <a:lnTo>
                  <a:pt x="349" y="2218"/>
                </a:lnTo>
                <a:lnTo>
                  <a:pt x="348" y="2218"/>
                </a:lnTo>
                <a:lnTo>
                  <a:pt x="347" y="2217"/>
                </a:lnTo>
                <a:lnTo>
                  <a:pt x="346" y="2217"/>
                </a:lnTo>
                <a:lnTo>
                  <a:pt x="345" y="2217"/>
                </a:lnTo>
                <a:lnTo>
                  <a:pt x="344" y="2217"/>
                </a:lnTo>
                <a:lnTo>
                  <a:pt x="343" y="2217"/>
                </a:lnTo>
                <a:lnTo>
                  <a:pt x="342" y="2216"/>
                </a:lnTo>
                <a:lnTo>
                  <a:pt x="340" y="2216"/>
                </a:lnTo>
                <a:lnTo>
                  <a:pt x="341" y="2204"/>
                </a:lnTo>
                <a:lnTo>
                  <a:pt x="334" y="2203"/>
                </a:lnTo>
                <a:lnTo>
                  <a:pt x="321" y="2199"/>
                </a:lnTo>
                <a:lnTo>
                  <a:pt x="319" y="2189"/>
                </a:lnTo>
                <a:lnTo>
                  <a:pt x="320" y="2184"/>
                </a:lnTo>
                <a:lnTo>
                  <a:pt x="315" y="2174"/>
                </a:lnTo>
                <a:lnTo>
                  <a:pt x="313" y="2172"/>
                </a:lnTo>
                <a:lnTo>
                  <a:pt x="299" y="2168"/>
                </a:lnTo>
                <a:lnTo>
                  <a:pt x="290" y="2159"/>
                </a:lnTo>
                <a:lnTo>
                  <a:pt x="282" y="2157"/>
                </a:lnTo>
                <a:lnTo>
                  <a:pt x="275" y="2154"/>
                </a:lnTo>
                <a:lnTo>
                  <a:pt x="273" y="2152"/>
                </a:lnTo>
                <a:lnTo>
                  <a:pt x="266" y="2142"/>
                </a:lnTo>
                <a:lnTo>
                  <a:pt x="265" y="2142"/>
                </a:lnTo>
                <a:lnTo>
                  <a:pt x="265" y="2141"/>
                </a:lnTo>
                <a:lnTo>
                  <a:pt x="264" y="2141"/>
                </a:lnTo>
                <a:lnTo>
                  <a:pt x="261" y="2141"/>
                </a:lnTo>
                <a:lnTo>
                  <a:pt x="259" y="2140"/>
                </a:lnTo>
                <a:lnTo>
                  <a:pt x="257" y="2140"/>
                </a:lnTo>
                <a:lnTo>
                  <a:pt x="257" y="2139"/>
                </a:lnTo>
                <a:lnTo>
                  <a:pt x="255" y="2139"/>
                </a:lnTo>
                <a:lnTo>
                  <a:pt x="253" y="2139"/>
                </a:lnTo>
                <a:lnTo>
                  <a:pt x="252" y="2138"/>
                </a:lnTo>
                <a:lnTo>
                  <a:pt x="251" y="2137"/>
                </a:lnTo>
                <a:lnTo>
                  <a:pt x="250" y="2137"/>
                </a:lnTo>
                <a:lnTo>
                  <a:pt x="249" y="2137"/>
                </a:lnTo>
                <a:lnTo>
                  <a:pt x="248" y="2137"/>
                </a:lnTo>
                <a:lnTo>
                  <a:pt x="247" y="2137"/>
                </a:lnTo>
                <a:lnTo>
                  <a:pt x="224" y="2138"/>
                </a:lnTo>
                <a:lnTo>
                  <a:pt x="224" y="2137"/>
                </a:lnTo>
                <a:lnTo>
                  <a:pt x="223" y="2137"/>
                </a:lnTo>
                <a:lnTo>
                  <a:pt x="223" y="2136"/>
                </a:lnTo>
                <a:lnTo>
                  <a:pt x="223" y="2135"/>
                </a:lnTo>
                <a:lnTo>
                  <a:pt x="224" y="2135"/>
                </a:lnTo>
                <a:lnTo>
                  <a:pt x="224" y="2134"/>
                </a:lnTo>
                <a:lnTo>
                  <a:pt x="225" y="2134"/>
                </a:lnTo>
                <a:lnTo>
                  <a:pt x="226" y="2134"/>
                </a:lnTo>
                <a:lnTo>
                  <a:pt x="227" y="2135"/>
                </a:lnTo>
                <a:lnTo>
                  <a:pt x="227" y="2136"/>
                </a:lnTo>
                <a:lnTo>
                  <a:pt x="228" y="2137"/>
                </a:lnTo>
                <a:lnTo>
                  <a:pt x="229" y="2137"/>
                </a:lnTo>
                <a:lnTo>
                  <a:pt x="231" y="2137"/>
                </a:lnTo>
                <a:lnTo>
                  <a:pt x="232" y="2137"/>
                </a:lnTo>
                <a:lnTo>
                  <a:pt x="232" y="2136"/>
                </a:lnTo>
                <a:lnTo>
                  <a:pt x="233" y="2136"/>
                </a:lnTo>
                <a:lnTo>
                  <a:pt x="234" y="2136"/>
                </a:lnTo>
                <a:lnTo>
                  <a:pt x="234" y="2135"/>
                </a:lnTo>
                <a:lnTo>
                  <a:pt x="235" y="2134"/>
                </a:lnTo>
                <a:lnTo>
                  <a:pt x="236" y="2134"/>
                </a:lnTo>
                <a:lnTo>
                  <a:pt x="237" y="2134"/>
                </a:lnTo>
                <a:lnTo>
                  <a:pt x="240" y="2133"/>
                </a:lnTo>
                <a:lnTo>
                  <a:pt x="242" y="2131"/>
                </a:lnTo>
                <a:lnTo>
                  <a:pt x="243" y="2131"/>
                </a:lnTo>
                <a:lnTo>
                  <a:pt x="244" y="2131"/>
                </a:lnTo>
                <a:lnTo>
                  <a:pt x="244" y="2130"/>
                </a:lnTo>
                <a:lnTo>
                  <a:pt x="245" y="2130"/>
                </a:lnTo>
                <a:lnTo>
                  <a:pt x="246" y="2130"/>
                </a:lnTo>
                <a:lnTo>
                  <a:pt x="249" y="2128"/>
                </a:lnTo>
                <a:lnTo>
                  <a:pt x="250" y="2127"/>
                </a:lnTo>
                <a:lnTo>
                  <a:pt x="251" y="2127"/>
                </a:lnTo>
                <a:lnTo>
                  <a:pt x="253" y="2126"/>
                </a:lnTo>
                <a:lnTo>
                  <a:pt x="254" y="2125"/>
                </a:lnTo>
                <a:lnTo>
                  <a:pt x="255" y="2125"/>
                </a:lnTo>
                <a:lnTo>
                  <a:pt x="255" y="2124"/>
                </a:lnTo>
                <a:lnTo>
                  <a:pt x="256" y="2124"/>
                </a:lnTo>
                <a:lnTo>
                  <a:pt x="256" y="2123"/>
                </a:lnTo>
                <a:lnTo>
                  <a:pt x="257" y="2123"/>
                </a:lnTo>
                <a:lnTo>
                  <a:pt x="257" y="2122"/>
                </a:lnTo>
                <a:lnTo>
                  <a:pt x="258" y="2122"/>
                </a:lnTo>
                <a:lnTo>
                  <a:pt x="258" y="2121"/>
                </a:lnTo>
                <a:lnTo>
                  <a:pt x="259" y="2120"/>
                </a:lnTo>
                <a:lnTo>
                  <a:pt x="259" y="2119"/>
                </a:lnTo>
                <a:lnTo>
                  <a:pt x="260" y="2119"/>
                </a:lnTo>
                <a:lnTo>
                  <a:pt x="261" y="2119"/>
                </a:lnTo>
                <a:lnTo>
                  <a:pt x="265" y="2119"/>
                </a:lnTo>
                <a:lnTo>
                  <a:pt x="266" y="2119"/>
                </a:lnTo>
                <a:lnTo>
                  <a:pt x="268" y="2119"/>
                </a:lnTo>
                <a:lnTo>
                  <a:pt x="269" y="2119"/>
                </a:lnTo>
                <a:lnTo>
                  <a:pt x="270" y="2119"/>
                </a:lnTo>
                <a:lnTo>
                  <a:pt x="271" y="2119"/>
                </a:lnTo>
                <a:lnTo>
                  <a:pt x="271" y="2118"/>
                </a:lnTo>
                <a:lnTo>
                  <a:pt x="272" y="2118"/>
                </a:lnTo>
                <a:lnTo>
                  <a:pt x="273" y="2118"/>
                </a:lnTo>
                <a:lnTo>
                  <a:pt x="273" y="2117"/>
                </a:lnTo>
                <a:lnTo>
                  <a:pt x="274" y="2117"/>
                </a:lnTo>
                <a:lnTo>
                  <a:pt x="275" y="2116"/>
                </a:lnTo>
                <a:lnTo>
                  <a:pt x="276" y="2115"/>
                </a:lnTo>
                <a:lnTo>
                  <a:pt x="277" y="2114"/>
                </a:lnTo>
                <a:lnTo>
                  <a:pt x="279" y="2112"/>
                </a:lnTo>
                <a:lnTo>
                  <a:pt x="280" y="2112"/>
                </a:lnTo>
                <a:lnTo>
                  <a:pt x="280" y="2111"/>
                </a:lnTo>
                <a:lnTo>
                  <a:pt x="280" y="2110"/>
                </a:lnTo>
                <a:lnTo>
                  <a:pt x="281" y="2109"/>
                </a:lnTo>
                <a:lnTo>
                  <a:pt x="281" y="2107"/>
                </a:lnTo>
                <a:lnTo>
                  <a:pt x="282" y="2106"/>
                </a:lnTo>
                <a:lnTo>
                  <a:pt x="282" y="2104"/>
                </a:lnTo>
                <a:lnTo>
                  <a:pt x="283" y="2103"/>
                </a:lnTo>
                <a:lnTo>
                  <a:pt x="283" y="2102"/>
                </a:lnTo>
                <a:lnTo>
                  <a:pt x="283" y="2101"/>
                </a:lnTo>
                <a:lnTo>
                  <a:pt x="283" y="2100"/>
                </a:lnTo>
                <a:lnTo>
                  <a:pt x="283" y="2099"/>
                </a:lnTo>
                <a:lnTo>
                  <a:pt x="284" y="2099"/>
                </a:lnTo>
                <a:lnTo>
                  <a:pt x="284" y="2098"/>
                </a:lnTo>
                <a:lnTo>
                  <a:pt x="284" y="2097"/>
                </a:lnTo>
                <a:lnTo>
                  <a:pt x="285" y="2097"/>
                </a:lnTo>
                <a:lnTo>
                  <a:pt x="285" y="2096"/>
                </a:lnTo>
                <a:lnTo>
                  <a:pt x="286" y="2095"/>
                </a:lnTo>
                <a:lnTo>
                  <a:pt x="287" y="2095"/>
                </a:lnTo>
                <a:lnTo>
                  <a:pt x="287" y="2094"/>
                </a:lnTo>
                <a:lnTo>
                  <a:pt x="288" y="2094"/>
                </a:lnTo>
                <a:lnTo>
                  <a:pt x="288" y="2093"/>
                </a:lnTo>
                <a:lnTo>
                  <a:pt x="289" y="2092"/>
                </a:lnTo>
                <a:lnTo>
                  <a:pt x="291" y="2091"/>
                </a:lnTo>
                <a:lnTo>
                  <a:pt x="292" y="2090"/>
                </a:lnTo>
                <a:lnTo>
                  <a:pt x="294" y="2089"/>
                </a:lnTo>
                <a:lnTo>
                  <a:pt x="296" y="2088"/>
                </a:lnTo>
                <a:lnTo>
                  <a:pt x="297" y="2087"/>
                </a:lnTo>
                <a:lnTo>
                  <a:pt x="299" y="2086"/>
                </a:lnTo>
                <a:lnTo>
                  <a:pt x="301" y="2085"/>
                </a:lnTo>
                <a:lnTo>
                  <a:pt x="302" y="2084"/>
                </a:lnTo>
                <a:lnTo>
                  <a:pt x="303" y="2084"/>
                </a:lnTo>
                <a:lnTo>
                  <a:pt x="304" y="2083"/>
                </a:lnTo>
                <a:lnTo>
                  <a:pt x="306" y="2082"/>
                </a:lnTo>
                <a:lnTo>
                  <a:pt x="308" y="2081"/>
                </a:lnTo>
                <a:lnTo>
                  <a:pt x="309" y="2080"/>
                </a:lnTo>
                <a:lnTo>
                  <a:pt x="309" y="2072"/>
                </a:lnTo>
                <a:lnTo>
                  <a:pt x="310" y="2059"/>
                </a:lnTo>
                <a:lnTo>
                  <a:pt x="311" y="2046"/>
                </a:lnTo>
                <a:lnTo>
                  <a:pt x="311" y="2040"/>
                </a:lnTo>
                <a:lnTo>
                  <a:pt x="320" y="2029"/>
                </a:lnTo>
                <a:lnTo>
                  <a:pt x="320" y="2021"/>
                </a:lnTo>
                <a:lnTo>
                  <a:pt x="320" y="2014"/>
                </a:lnTo>
                <a:lnTo>
                  <a:pt x="318" y="2012"/>
                </a:lnTo>
                <a:lnTo>
                  <a:pt x="311" y="1998"/>
                </a:lnTo>
                <a:lnTo>
                  <a:pt x="310" y="1995"/>
                </a:lnTo>
                <a:lnTo>
                  <a:pt x="306" y="1989"/>
                </a:lnTo>
                <a:lnTo>
                  <a:pt x="301" y="1983"/>
                </a:lnTo>
                <a:lnTo>
                  <a:pt x="295" y="1983"/>
                </a:lnTo>
                <a:lnTo>
                  <a:pt x="293" y="1983"/>
                </a:lnTo>
                <a:lnTo>
                  <a:pt x="275" y="1980"/>
                </a:lnTo>
                <a:lnTo>
                  <a:pt x="267" y="1979"/>
                </a:lnTo>
                <a:lnTo>
                  <a:pt x="258" y="1977"/>
                </a:lnTo>
                <a:lnTo>
                  <a:pt x="245" y="1990"/>
                </a:lnTo>
                <a:lnTo>
                  <a:pt x="238" y="1989"/>
                </a:lnTo>
                <a:lnTo>
                  <a:pt x="231" y="1989"/>
                </a:lnTo>
                <a:lnTo>
                  <a:pt x="222" y="1988"/>
                </a:lnTo>
                <a:lnTo>
                  <a:pt x="213" y="1987"/>
                </a:lnTo>
                <a:lnTo>
                  <a:pt x="210" y="1986"/>
                </a:lnTo>
                <a:lnTo>
                  <a:pt x="201" y="1986"/>
                </a:lnTo>
                <a:lnTo>
                  <a:pt x="201" y="1989"/>
                </a:lnTo>
                <a:lnTo>
                  <a:pt x="200" y="2003"/>
                </a:lnTo>
                <a:lnTo>
                  <a:pt x="195" y="2007"/>
                </a:lnTo>
                <a:lnTo>
                  <a:pt x="194" y="2008"/>
                </a:lnTo>
                <a:lnTo>
                  <a:pt x="194" y="2009"/>
                </a:lnTo>
                <a:lnTo>
                  <a:pt x="193" y="2010"/>
                </a:lnTo>
                <a:lnTo>
                  <a:pt x="192" y="2012"/>
                </a:lnTo>
                <a:lnTo>
                  <a:pt x="191" y="2013"/>
                </a:lnTo>
                <a:lnTo>
                  <a:pt x="190" y="2012"/>
                </a:lnTo>
                <a:lnTo>
                  <a:pt x="189" y="2012"/>
                </a:lnTo>
                <a:lnTo>
                  <a:pt x="188" y="2011"/>
                </a:lnTo>
                <a:lnTo>
                  <a:pt x="187" y="2011"/>
                </a:lnTo>
                <a:lnTo>
                  <a:pt x="186" y="2010"/>
                </a:lnTo>
                <a:lnTo>
                  <a:pt x="185" y="2010"/>
                </a:lnTo>
                <a:lnTo>
                  <a:pt x="185" y="2009"/>
                </a:lnTo>
                <a:lnTo>
                  <a:pt x="184" y="2009"/>
                </a:lnTo>
                <a:lnTo>
                  <a:pt x="184" y="2008"/>
                </a:lnTo>
                <a:lnTo>
                  <a:pt x="184" y="2007"/>
                </a:lnTo>
                <a:lnTo>
                  <a:pt x="183" y="2006"/>
                </a:lnTo>
                <a:lnTo>
                  <a:pt x="183" y="2005"/>
                </a:lnTo>
                <a:lnTo>
                  <a:pt x="183" y="2004"/>
                </a:lnTo>
                <a:lnTo>
                  <a:pt x="182" y="2003"/>
                </a:lnTo>
                <a:lnTo>
                  <a:pt x="182" y="2002"/>
                </a:lnTo>
                <a:lnTo>
                  <a:pt x="181" y="2000"/>
                </a:lnTo>
                <a:lnTo>
                  <a:pt x="180" y="1998"/>
                </a:lnTo>
                <a:lnTo>
                  <a:pt x="179" y="1996"/>
                </a:lnTo>
                <a:lnTo>
                  <a:pt x="177" y="1997"/>
                </a:lnTo>
                <a:lnTo>
                  <a:pt x="175" y="1998"/>
                </a:lnTo>
                <a:lnTo>
                  <a:pt x="173" y="1999"/>
                </a:lnTo>
                <a:lnTo>
                  <a:pt x="171" y="2000"/>
                </a:lnTo>
                <a:lnTo>
                  <a:pt x="170" y="2000"/>
                </a:lnTo>
                <a:lnTo>
                  <a:pt x="170" y="2001"/>
                </a:lnTo>
                <a:lnTo>
                  <a:pt x="168" y="2001"/>
                </a:lnTo>
                <a:lnTo>
                  <a:pt x="164" y="2003"/>
                </a:lnTo>
                <a:lnTo>
                  <a:pt x="163" y="2003"/>
                </a:lnTo>
                <a:lnTo>
                  <a:pt x="161" y="2004"/>
                </a:lnTo>
                <a:lnTo>
                  <a:pt x="159" y="2005"/>
                </a:lnTo>
                <a:lnTo>
                  <a:pt x="158" y="2006"/>
                </a:lnTo>
                <a:lnTo>
                  <a:pt x="157" y="2006"/>
                </a:lnTo>
                <a:lnTo>
                  <a:pt x="157" y="2007"/>
                </a:lnTo>
                <a:lnTo>
                  <a:pt x="157" y="2008"/>
                </a:lnTo>
                <a:lnTo>
                  <a:pt x="157" y="2009"/>
                </a:lnTo>
                <a:lnTo>
                  <a:pt x="156" y="2009"/>
                </a:lnTo>
                <a:lnTo>
                  <a:pt x="156" y="2010"/>
                </a:lnTo>
                <a:lnTo>
                  <a:pt x="156" y="2011"/>
                </a:lnTo>
                <a:lnTo>
                  <a:pt x="157" y="2011"/>
                </a:lnTo>
                <a:lnTo>
                  <a:pt x="157" y="2012"/>
                </a:lnTo>
                <a:lnTo>
                  <a:pt x="158" y="2012"/>
                </a:lnTo>
                <a:lnTo>
                  <a:pt x="158" y="2013"/>
                </a:lnTo>
                <a:lnTo>
                  <a:pt x="158" y="2014"/>
                </a:lnTo>
                <a:lnTo>
                  <a:pt x="157" y="2014"/>
                </a:lnTo>
                <a:lnTo>
                  <a:pt x="157" y="2015"/>
                </a:lnTo>
                <a:lnTo>
                  <a:pt x="158" y="2015"/>
                </a:lnTo>
                <a:lnTo>
                  <a:pt x="157" y="2015"/>
                </a:lnTo>
                <a:lnTo>
                  <a:pt x="158" y="2015"/>
                </a:lnTo>
                <a:lnTo>
                  <a:pt x="158" y="2016"/>
                </a:lnTo>
                <a:lnTo>
                  <a:pt x="157" y="2016"/>
                </a:lnTo>
                <a:lnTo>
                  <a:pt x="157" y="2017"/>
                </a:lnTo>
                <a:lnTo>
                  <a:pt x="157" y="2018"/>
                </a:lnTo>
                <a:lnTo>
                  <a:pt x="157" y="2019"/>
                </a:lnTo>
                <a:lnTo>
                  <a:pt x="157" y="2020"/>
                </a:lnTo>
                <a:lnTo>
                  <a:pt x="157" y="2021"/>
                </a:lnTo>
                <a:lnTo>
                  <a:pt x="156" y="2020"/>
                </a:lnTo>
                <a:lnTo>
                  <a:pt x="155" y="2018"/>
                </a:lnTo>
                <a:lnTo>
                  <a:pt x="154" y="2017"/>
                </a:lnTo>
                <a:lnTo>
                  <a:pt x="153" y="2016"/>
                </a:lnTo>
                <a:lnTo>
                  <a:pt x="152" y="2015"/>
                </a:lnTo>
                <a:lnTo>
                  <a:pt x="150" y="2014"/>
                </a:lnTo>
                <a:lnTo>
                  <a:pt x="149" y="2013"/>
                </a:lnTo>
                <a:lnTo>
                  <a:pt x="148" y="2013"/>
                </a:lnTo>
                <a:lnTo>
                  <a:pt x="147" y="2011"/>
                </a:lnTo>
                <a:lnTo>
                  <a:pt x="146" y="2010"/>
                </a:lnTo>
                <a:lnTo>
                  <a:pt x="146" y="2009"/>
                </a:lnTo>
                <a:lnTo>
                  <a:pt x="146" y="2008"/>
                </a:lnTo>
                <a:lnTo>
                  <a:pt x="145" y="2008"/>
                </a:lnTo>
                <a:lnTo>
                  <a:pt x="145" y="2007"/>
                </a:lnTo>
                <a:lnTo>
                  <a:pt x="145" y="2005"/>
                </a:lnTo>
                <a:lnTo>
                  <a:pt x="145" y="2004"/>
                </a:lnTo>
                <a:lnTo>
                  <a:pt x="145" y="2002"/>
                </a:lnTo>
                <a:lnTo>
                  <a:pt x="144" y="2001"/>
                </a:lnTo>
                <a:lnTo>
                  <a:pt x="144" y="1999"/>
                </a:lnTo>
                <a:lnTo>
                  <a:pt x="144" y="1997"/>
                </a:lnTo>
                <a:lnTo>
                  <a:pt x="144" y="1995"/>
                </a:lnTo>
                <a:lnTo>
                  <a:pt x="142" y="1996"/>
                </a:lnTo>
                <a:lnTo>
                  <a:pt x="141" y="1996"/>
                </a:lnTo>
                <a:lnTo>
                  <a:pt x="139" y="1996"/>
                </a:lnTo>
                <a:lnTo>
                  <a:pt x="138" y="1997"/>
                </a:lnTo>
                <a:lnTo>
                  <a:pt x="135" y="1998"/>
                </a:lnTo>
                <a:lnTo>
                  <a:pt x="132" y="1998"/>
                </a:lnTo>
                <a:lnTo>
                  <a:pt x="133" y="2000"/>
                </a:lnTo>
                <a:lnTo>
                  <a:pt x="134" y="2001"/>
                </a:lnTo>
                <a:lnTo>
                  <a:pt x="135" y="2003"/>
                </a:lnTo>
                <a:lnTo>
                  <a:pt x="136" y="2005"/>
                </a:lnTo>
                <a:lnTo>
                  <a:pt x="137" y="2006"/>
                </a:lnTo>
                <a:lnTo>
                  <a:pt x="137" y="2008"/>
                </a:lnTo>
                <a:lnTo>
                  <a:pt x="138" y="2009"/>
                </a:lnTo>
                <a:lnTo>
                  <a:pt x="137" y="2010"/>
                </a:lnTo>
                <a:lnTo>
                  <a:pt x="135" y="2011"/>
                </a:lnTo>
                <a:lnTo>
                  <a:pt x="134" y="2011"/>
                </a:lnTo>
                <a:lnTo>
                  <a:pt x="133" y="2012"/>
                </a:lnTo>
                <a:lnTo>
                  <a:pt x="130" y="2013"/>
                </a:lnTo>
                <a:lnTo>
                  <a:pt x="128" y="2014"/>
                </a:lnTo>
                <a:lnTo>
                  <a:pt x="127" y="2015"/>
                </a:lnTo>
                <a:lnTo>
                  <a:pt x="126" y="2015"/>
                </a:lnTo>
                <a:lnTo>
                  <a:pt x="124" y="2016"/>
                </a:lnTo>
                <a:lnTo>
                  <a:pt x="123" y="2016"/>
                </a:lnTo>
                <a:lnTo>
                  <a:pt x="114" y="2020"/>
                </a:lnTo>
                <a:lnTo>
                  <a:pt x="105" y="2024"/>
                </a:lnTo>
                <a:lnTo>
                  <a:pt x="105" y="2020"/>
                </a:lnTo>
                <a:lnTo>
                  <a:pt x="106" y="2014"/>
                </a:lnTo>
                <a:lnTo>
                  <a:pt x="106" y="2012"/>
                </a:lnTo>
                <a:lnTo>
                  <a:pt x="106" y="2010"/>
                </a:lnTo>
                <a:lnTo>
                  <a:pt x="106" y="2009"/>
                </a:lnTo>
                <a:lnTo>
                  <a:pt x="106" y="2007"/>
                </a:lnTo>
                <a:lnTo>
                  <a:pt x="106" y="2005"/>
                </a:lnTo>
                <a:lnTo>
                  <a:pt x="106" y="2000"/>
                </a:lnTo>
                <a:lnTo>
                  <a:pt x="106" y="1999"/>
                </a:lnTo>
                <a:lnTo>
                  <a:pt x="106" y="1997"/>
                </a:lnTo>
                <a:lnTo>
                  <a:pt x="106" y="1996"/>
                </a:lnTo>
                <a:lnTo>
                  <a:pt x="106" y="1995"/>
                </a:lnTo>
                <a:lnTo>
                  <a:pt x="106" y="1992"/>
                </a:lnTo>
                <a:lnTo>
                  <a:pt x="107" y="1991"/>
                </a:lnTo>
                <a:lnTo>
                  <a:pt x="107" y="1990"/>
                </a:lnTo>
                <a:lnTo>
                  <a:pt x="107" y="1988"/>
                </a:lnTo>
                <a:lnTo>
                  <a:pt x="107" y="1986"/>
                </a:lnTo>
                <a:lnTo>
                  <a:pt x="107" y="1985"/>
                </a:lnTo>
                <a:lnTo>
                  <a:pt x="107" y="1983"/>
                </a:lnTo>
                <a:lnTo>
                  <a:pt x="107" y="1982"/>
                </a:lnTo>
                <a:lnTo>
                  <a:pt x="107" y="1979"/>
                </a:lnTo>
                <a:lnTo>
                  <a:pt x="107" y="1978"/>
                </a:lnTo>
                <a:lnTo>
                  <a:pt x="107" y="1977"/>
                </a:lnTo>
                <a:lnTo>
                  <a:pt x="107" y="1975"/>
                </a:lnTo>
                <a:lnTo>
                  <a:pt x="107" y="1974"/>
                </a:lnTo>
                <a:lnTo>
                  <a:pt x="107" y="1973"/>
                </a:lnTo>
                <a:lnTo>
                  <a:pt x="107" y="1970"/>
                </a:lnTo>
                <a:lnTo>
                  <a:pt x="106" y="1969"/>
                </a:lnTo>
                <a:lnTo>
                  <a:pt x="105" y="1969"/>
                </a:lnTo>
                <a:lnTo>
                  <a:pt x="104" y="1968"/>
                </a:lnTo>
                <a:lnTo>
                  <a:pt x="102" y="1968"/>
                </a:lnTo>
                <a:lnTo>
                  <a:pt x="101" y="1967"/>
                </a:lnTo>
                <a:lnTo>
                  <a:pt x="99" y="1967"/>
                </a:lnTo>
                <a:lnTo>
                  <a:pt x="98" y="1967"/>
                </a:lnTo>
                <a:lnTo>
                  <a:pt x="97" y="1966"/>
                </a:lnTo>
                <a:lnTo>
                  <a:pt x="97" y="1965"/>
                </a:lnTo>
                <a:lnTo>
                  <a:pt x="96" y="1964"/>
                </a:lnTo>
                <a:lnTo>
                  <a:pt x="95" y="1963"/>
                </a:lnTo>
                <a:lnTo>
                  <a:pt x="94" y="1962"/>
                </a:lnTo>
                <a:lnTo>
                  <a:pt x="94" y="1961"/>
                </a:lnTo>
                <a:lnTo>
                  <a:pt x="93" y="1960"/>
                </a:lnTo>
                <a:lnTo>
                  <a:pt x="92" y="1959"/>
                </a:lnTo>
                <a:lnTo>
                  <a:pt x="91" y="1959"/>
                </a:lnTo>
                <a:lnTo>
                  <a:pt x="87" y="1956"/>
                </a:lnTo>
                <a:lnTo>
                  <a:pt x="85" y="1954"/>
                </a:lnTo>
                <a:lnTo>
                  <a:pt x="84" y="1954"/>
                </a:lnTo>
                <a:lnTo>
                  <a:pt x="83" y="1953"/>
                </a:lnTo>
                <a:lnTo>
                  <a:pt x="82" y="1952"/>
                </a:lnTo>
                <a:lnTo>
                  <a:pt x="78" y="1949"/>
                </a:lnTo>
                <a:lnTo>
                  <a:pt x="77" y="1947"/>
                </a:lnTo>
                <a:lnTo>
                  <a:pt x="72" y="1943"/>
                </a:lnTo>
                <a:lnTo>
                  <a:pt x="69" y="1940"/>
                </a:lnTo>
                <a:lnTo>
                  <a:pt x="63" y="1930"/>
                </a:lnTo>
                <a:lnTo>
                  <a:pt x="62" y="1929"/>
                </a:lnTo>
                <a:lnTo>
                  <a:pt x="47" y="1905"/>
                </a:lnTo>
                <a:lnTo>
                  <a:pt x="45" y="1902"/>
                </a:lnTo>
                <a:lnTo>
                  <a:pt x="35" y="1885"/>
                </a:lnTo>
                <a:lnTo>
                  <a:pt x="34" y="1885"/>
                </a:lnTo>
                <a:lnTo>
                  <a:pt x="35" y="1885"/>
                </a:lnTo>
                <a:lnTo>
                  <a:pt x="35" y="1884"/>
                </a:lnTo>
                <a:lnTo>
                  <a:pt x="35" y="1883"/>
                </a:lnTo>
                <a:lnTo>
                  <a:pt x="33" y="1882"/>
                </a:lnTo>
                <a:lnTo>
                  <a:pt x="33" y="1881"/>
                </a:lnTo>
                <a:lnTo>
                  <a:pt x="33" y="1880"/>
                </a:lnTo>
                <a:lnTo>
                  <a:pt x="34" y="1879"/>
                </a:lnTo>
                <a:lnTo>
                  <a:pt x="36" y="1877"/>
                </a:lnTo>
                <a:lnTo>
                  <a:pt x="37" y="1876"/>
                </a:lnTo>
                <a:lnTo>
                  <a:pt x="38" y="1875"/>
                </a:lnTo>
                <a:lnTo>
                  <a:pt x="39" y="1875"/>
                </a:lnTo>
                <a:lnTo>
                  <a:pt x="39" y="1874"/>
                </a:lnTo>
                <a:lnTo>
                  <a:pt x="40" y="1873"/>
                </a:lnTo>
                <a:lnTo>
                  <a:pt x="41" y="1872"/>
                </a:lnTo>
                <a:lnTo>
                  <a:pt x="43" y="1871"/>
                </a:lnTo>
                <a:lnTo>
                  <a:pt x="43" y="1870"/>
                </a:lnTo>
                <a:lnTo>
                  <a:pt x="44" y="1870"/>
                </a:lnTo>
                <a:lnTo>
                  <a:pt x="45" y="1869"/>
                </a:lnTo>
                <a:lnTo>
                  <a:pt x="47" y="1867"/>
                </a:lnTo>
                <a:lnTo>
                  <a:pt x="48" y="1865"/>
                </a:lnTo>
                <a:lnTo>
                  <a:pt x="49" y="1865"/>
                </a:lnTo>
                <a:lnTo>
                  <a:pt x="50" y="1864"/>
                </a:lnTo>
                <a:lnTo>
                  <a:pt x="52" y="1862"/>
                </a:lnTo>
                <a:lnTo>
                  <a:pt x="53" y="1861"/>
                </a:lnTo>
                <a:lnTo>
                  <a:pt x="54" y="1860"/>
                </a:lnTo>
                <a:lnTo>
                  <a:pt x="55" y="1859"/>
                </a:lnTo>
                <a:lnTo>
                  <a:pt x="56" y="1858"/>
                </a:lnTo>
                <a:lnTo>
                  <a:pt x="57" y="1857"/>
                </a:lnTo>
                <a:lnTo>
                  <a:pt x="61" y="1854"/>
                </a:lnTo>
                <a:lnTo>
                  <a:pt x="60" y="1853"/>
                </a:lnTo>
                <a:lnTo>
                  <a:pt x="60" y="1852"/>
                </a:lnTo>
                <a:lnTo>
                  <a:pt x="60" y="1851"/>
                </a:lnTo>
                <a:lnTo>
                  <a:pt x="59" y="1849"/>
                </a:lnTo>
                <a:lnTo>
                  <a:pt x="59" y="1847"/>
                </a:lnTo>
                <a:lnTo>
                  <a:pt x="58" y="1845"/>
                </a:lnTo>
                <a:lnTo>
                  <a:pt x="58" y="1844"/>
                </a:lnTo>
                <a:lnTo>
                  <a:pt x="57" y="1842"/>
                </a:lnTo>
                <a:lnTo>
                  <a:pt x="57" y="1841"/>
                </a:lnTo>
                <a:lnTo>
                  <a:pt x="56" y="1840"/>
                </a:lnTo>
                <a:lnTo>
                  <a:pt x="56" y="1839"/>
                </a:lnTo>
                <a:lnTo>
                  <a:pt x="56" y="1838"/>
                </a:lnTo>
                <a:lnTo>
                  <a:pt x="55" y="1837"/>
                </a:lnTo>
                <a:lnTo>
                  <a:pt x="55" y="1836"/>
                </a:lnTo>
                <a:lnTo>
                  <a:pt x="54" y="1834"/>
                </a:lnTo>
                <a:lnTo>
                  <a:pt x="54" y="1833"/>
                </a:lnTo>
                <a:lnTo>
                  <a:pt x="53" y="1831"/>
                </a:lnTo>
                <a:lnTo>
                  <a:pt x="53" y="1830"/>
                </a:lnTo>
                <a:lnTo>
                  <a:pt x="52" y="1829"/>
                </a:lnTo>
                <a:lnTo>
                  <a:pt x="52" y="1827"/>
                </a:lnTo>
                <a:lnTo>
                  <a:pt x="51" y="1826"/>
                </a:lnTo>
                <a:lnTo>
                  <a:pt x="51" y="1824"/>
                </a:lnTo>
                <a:lnTo>
                  <a:pt x="50" y="1822"/>
                </a:lnTo>
                <a:lnTo>
                  <a:pt x="49" y="1820"/>
                </a:lnTo>
                <a:lnTo>
                  <a:pt x="49" y="1819"/>
                </a:lnTo>
                <a:lnTo>
                  <a:pt x="48" y="1818"/>
                </a:lnTo>
                <a:lnTo>
                  <a:pt x="48" y="1816"/>
                </a:lnTo>
                <a:lnTo>
                  <a:pt x="47" y="1815"/>
                </a:lnTo>
                <a:lnTo>
                  <a:pt x="47" y="1813"/>
                </a:lnTo>
                <a:lnTo>
                  <a:pt x="47" y="1812"/>
                </a:lnTo>
                <a:lnTo>
                  <a:pt x="46" y="1809"/>
                </a:lnTo>
                <a:lnTo>
                  <a:pt x="45" y="1808"/>
                </a:lnTo>
                <a:lnTo>
                  <a:pt x="45" y="1806"/>
                </a:lnTo>
                <a:lnTo>
                  <a:pt x="44" y="1805"/>
                </a:lnTo>
                <a:lnTo>
                  <a:pt x="44" y="1804"/>
                </a:lnTo>
                <a:lnTo>
                  <a:pt x="43" y="1802"/>
                </a:lnTo>
                <a:lnTo>
                  <a:pt x="43" y="1801"/>
                </a:lnTo>
                <a:lnTo>
                  <a:pt x="43" y="1800"/>
                </a:lnTo>
                <a:lnTo>
                  <a:pt x="42" y="1800"/>
                </a:lnTo>
                <a:lnTo>
                  <a:pt x="42" y="1798"/>
                </a:lnTo>
                <a:lnTo>
                  <a:pt x="42" y="1797"/>
                </a:lnTo>
                <a:lnTo>
                  <a:pt x="41" y="1796"/>
                </a:lnTo>
                <a:lnTo>
                  <a:pt x="41" y="1795"/>
                </a:lnTo>
                <a:lnTo>
                  <a:pt x="40" y="1794"/>
                </a:lnTo>
                <a:lnTo>
                  <a:pt x="40" y="1793"/>
                </a:lnTo>
                <a:lnTo>
                  <a:pt x="40" y="1792"/>
                </a:lnTo>
                <a:lnTo>
                  <a:pt x="37" y="1784"/>
                </a:lnTo>
                <a:lnTo>
                  <a:pt x="36" y="1783"/>
                </a:lnTo>
                <a:lnTo>
                  <a:pt x="36" y="1782"/>
                </a:lnTo>
                <a:lnTo>
                  <a:pt x="36" y="1781"/>
                </a:lnTo>
                <a:lnTo>
                  <a:pt x="36" y="1780"/>
                </a:lnTo>
                <a:lnTo>
                  <a:pt x="35" y="1779"/>
                </a:lnTo>
                <a:lnTo>
                  <a:pt x="34" y="1776"/>
                </a:lnTo>
                <a:lnTo>
                  <a:pt x="34" y="1774"/>
                </a:lnTo>
                <a:lnTo>
                  <a:pt x="33" y="1774"/>
                </a:lnTo>
                <a:lnTo>
                  <a:pt x="33" y="1773"/>
                </a:lnTo>
                <a:lnTo>
                  <a:pt x="32" y="1771"/>
                </a:lnTo>
                <a:lnTo>
                  <a:pt x="30" y="1764"/>
                </a:lnTo>
                <a:lnTo>
                  <a:pt x="29" y="1762"/>
                </a:lnTo>
                <a:lnTo>
                  <a:pt x="29" y="1761"/>
                </a:lnTo>
                <a:lnTo>
                  <a:pt x="28" y="1759"/>
                </a:lnTo>
                <a:lnTo>
                  <a:pt x="28" y="1758"/>
                </a:lnTo>
                <a:lnTo>
                  <a:pt x="27" y="1754"/>
                </a:lnTo>
                <a:lnTo>
                  <a:pt x="26" y="1753"/>
                </a:lnTo>
                <a:lnTo>
                  <a:pt x="25" y="1750"/>
                </a:lnTo>
                <a:lnTo>
                  <a:pt x="24" y="1747"/>
                </a:lnTo>
                <a:lnTo>
                  <a:pt x="24" y="1746"/>
                </a:lnTo>
                <a:lnTo>
                  <a:pt x="15" y="1721"/>
                </a:lnTo>
                <a:lnTo>
                  <a:pt x="7" y="1698"/>
                </a:lnTo>
                <a:lnTo>
                  <a:pt x="6" y="1695"/>
                </a:lnTo>
                <a:lnTo>
                  <a:pt x="5" y="1694"/>
                </a:lnTo>
                <a:lnTo>
                  <a:pt x="1" y="1680"/>
                </a:lnTo>
                <a:lnTo>
                  <a:pt x="0" y="1675"/>
                </a:lnTo>
                <a:lnTo>
                  <a:pt x="56" y="1690"/>
                </a:lnTo>
                <a:lnTo>
                  <a:pt x="77" y="1696"/>
                </a:lnTo>
                <a:lnTo>
                  <a:pt x="110" y="1705"/>
                </a:lnTo>
                <a:lnTo>
                  <a:pt x="148" y="1710"/>
                </a:lnTo>
                <a:lnTo>
                  <a:pt x="160" y="1712"/>
                </a:lnTo>
                <a:lnTo>
                  <a:pt x="185" y="1716"/>
                </a:lnTo>
                <a:lnTo>
                  <a:pt x="192" y="1717"/>
                </a:lnTo>
                <a:lnTo>
                  <a:pt x="198" y="1718"/>
                </a:lnTo>
                <a:lnTo>
                  <a:pt x="253" y="1727"/>
                </a:lnTo>
                <a:lnTo>
                  <a:pt x="305" y="1717"/>
                </a:lnTo>
                <a:lnTo>
                  <a:pt x="337" y="1720"/>
                </a:lnTo>
                <a:lnTo>
                  <a:pt x="338" y="1720"/>
                </a:lnTo>
                <a:lnTo>
                  <a:pt x="344" y="1713"/>
                </a:lnTo>
                <a:lnTo>
                  <a:pt x="401" y="1718"/>
                </a:lnTo>
                <a:lnTo>
                  <a:pt x="464" y="1738"/>
                </a:lnTo>
                <a:lnTo>
                  <a:pt x="479" y="1743"/>
                </a:lnTo>
                <a:lnTo>
                  <a:pt x="505" y="1747"/>
                </a:lnTo>
                <a:lnTo>
                  <a:pt x="526" y="1779"/>
                </a:lnTo>
                <a:lnTo>
                  <a:pt x="534" y="1790"/>
                </a:lnTo>
                <a:lnTo>
                  <a:pt x="575" y="1804"/>
                </a:lnTo>
                <a:lnTo>
                  <a:pt x="586" y="1802"/>
                </a:lnTo>
                <a:lnTo>
                  <a:pt x="596" y="1803"/>
                </a:lnTo>
                <a:lnTo>
                  <a:pt x="604" y="1804"/>
                </a:lnTo>
                <a:lnTo>
                  <a:pt x="627" y="1818"/>
                </a:lnTo>
                <a:lnTo>
                  <a:pt x="635" y="1822"/>
                </a:lnTo>
                <a:lnTo>
                  <a:pt x="682" y="1847"/>
                </a:lnTo>
                <a:lnTo>
                  <a:pt x="693" y="1850"/>
                </a:lnTo>
                <a:lnTo>
                  <a:pt x="718" y="1856"/>
                </a:lnTo>
                <a:lnTo>
                  <a:pt x="730" y="1860"/>
                </a:lnTo>
                <a:lnTo>
                  <a:pt x="754" y="1860"/>
                </a:lnTo>
                <a:lnTo>
                  <a:pt x="780" y="1854"/>
                </a:lnTo>
                <a:lnTo>
                  <a:pt x="804" y="1849"/>
                </a:lnTo>
                <a:lnTo>
                  <a:pt x="803" y="1882"/>
                </a:lnTo>
                <a:lnTo>
                  <a:pt x="822" y="1885"/>
                </a:lnTo>
                <a:lnTo>
                  <a:pt x="848" y="1883"/>
                </a:lnTo>
                <a:lnTo>
                  <a:pt x="858" y="1895"/>
                </a:lnTo>
                <a:lnTo>
                  <a:pt x="882" y="1868"/>
                </a:lnTo>
                <a:lnTo>
                  <a:pt x="889" y="1869"/>
                </a:lnTo>
                <a:lnTo>
                  <a:pt x="897" y="1864"/>
                </a:lnTo>
                <a:lnTo>
                  <a:pt x="899" y="1862"/>
                </a:lnTo>
                <a:lnTo>
                  <a:pt x="910" y="1855"/>
                </a:lnTo>
                <a:lnTo>
                  <a:pt x="922" y="1847"/>
                </a:lnTo>
                <a:lnTo>
                  <a:pt x="937" y="1839"/>
                </a:lnTo>
                <a:lnTo>
                  <a:pt x="955" y="1831"/>
                </a:lnTo>
                <a:lnTo>
                  <a:pt x="976" y="1821"/>
                </a:lnTo>
                <a:lnTo>
                  <a:pt x="1008" y="1805"/>
                </a:lnTo>
                <a:lnTo>
                  <a:pt x="1035" y="1792"/>
                </a:lnTo>
                <a:lnTo>
                  <a:pt x="1054" y="1784"/>
                </a:lnTo>
                <a:lnTo>
                  <a:pt x="1083" y="1779"/>
                </a:lnTo>
                <a:lnTo>
                  <a:pt x="1107" y="1771"/>
                </a:lnTo>
                <a:lnTo>
                  <a:pt x="1109" y="1764"/>
                </a:lnTo>
                <a:lnTo>
                  <a:pt x="1128" y="1756"/>
                </a:lnTo>
                <a:lnTo>
                  <a:pt x="1132" y="1756"/>
                </a:lnTo>
                <a:lnTo>
                  <a:pt x="1140" y="1763"/>
                </a:lnTo>
                <a:lnTo>
                  <a:pt x="1158" y="1762"/>
                </a:lnTo>
                <a:lnTo>
                  <a:pt x="1180" y="1763"/>
                </a:lnTo>
                <a:lnTo>
                  <a:pt x="1183" y="1762"/>
                </a:lnTo>
                <a:lnTo>
                  <a:pt x="1185" y="1762"/>
                </a:lnTo>
                <a:lnTo>
                  <a:pt x="1188" y="1760"/>
                </a:lnTo>
                <a:lnTo>
                  <a:pt x="1190" y="1759"/>
                </a:lnTo>
                <a:lnTo>
                  <a:pt x="1197" y="1758"/>
                </a:lnTo>
                <a:lnTo>
                  <a:pt x="1214" y="1754"/>
                </a:lnTo>
                <a:lnTo>
                  <a:pt x="1220" y="1757"/>
                </a:lnTo>
                <a:lnTo>
                  <a:pt x="1240" y="1756"/>
                </a:lnTo>
                <a:lnTo>
                  <a:pt x="1245" y="1756"/>
                </a:lnTo>
                <a:lnTo>
                  <a:pt x="1265" y="1760"/>
                </a:lnTo>
                <a:lnTo>
                  <a:pt x="1275" y="1759"/>
                </a:lnTo>
                <a:lnTo>
                  <a:pt x="1279" y="1760"/>
                </a:lnTo>
                <a:lnTo>
                  <a:pt x="1280" y="1762"/>
                </a:lnTo>
                <a:lnTo>
                  <a:pt x="1292" y="1755"/>
                </a:lnTo>
                <a:lnTo>
                  <a:pt x="1296" y="1753"/>
                </a:lnTo>
                <a:lnTo>
                  <a:pt x="1297" y="1752"/>
                </a:lnTo>
                <a:lnTo>
                  <a:pt x="1298" y="1753"/>
                </a:lnTo>
                <a:lnTo>
                  <a:pt x="1300" y="1751"/>
                </a:lnTo>
                <a:lnTo>
                  <a:pt x="1324" y="1753"/>
                </a:lnTo>
                <a:lnTo>
                  <a:pt x="1329" y="1754"/>
                </a:lnTo>
                <a:lnTo>
                  <a:pt x="1331" y="1752"/>
                </a:lnTo>
                <a:lnTo>
                  <a:pt x="1338" y="1751"/>
                </a:lnTo>
                <a:lnTo>
                  <a:pt x="1340" y="1751"/>
                </a:lnTo>
                <a:lnTo>
                  <a:pt x="1341" y="1751"/>
                </a:lnTo>
                <a:lnTo>
                  <a:pt x="1342" y="1751"/>
                </a:lnTo>
                <a:lnTo>
                  <a:pt x="1346" y="1750"/>
                </a:lnTo>
                <a:lnTo>
                  <a:pt x="1350" y="1749"/>
                </a:lnTo>
                <a:lnTo>
                  <a:pt x="1352" y="1747"/>
                </a:lnTo>
                <a:lnTo>
                  <a:pt x="1356" y="1747"/>
                </a:lnTo>
                <a:lnTo>
                  <a:pt x="1371" y="1733"/>
                </a:lnTo>
                <a:lnTo>
                  <a:pt x="1376" y="1730"/>
                </a:lnTo>
                <a:lnTo>
                  <a:pt x="1395" y="1720"/>
                </a:lnTo>
                <a:lnTo>
                  <a:pt x="1403" y="1719"/>
                </a:lnTo>
                <a:lnTo>
                  <a:pt x="1418" y="1718"/>
                </a:lnTo>
                <a:lnTo>
                  <a:pt x="1421" y="1713"/>
                </a:lnTo>
                <a:lnTo>
                  <a:pt x="1424" y="1711"/>
                </a:lnTo>
                <a:lnTo>
                  <a:pt x="1436" y="1705"/>
                </a:lnTo>
                <a:lnTo>
                  <a:pt x="1439" y="1703"/>
                </a:lnTo>
                <a:lnTo>
                  <a:pt x="1442" y="1702"/>
                </a:lnTo>
                <a:lnTo>
                  <a:pt x="1453" y="1695"/>
                </a:lnTo>
                <a:lnTo>
                  <a:pt x="1455" y="1686"/>
                </a:lnTo>
                <a:lnTo>
                  <a:pt x="1468" y="1674"/>
                </a:lnTo>
                <a:lnTo>
                  <a:pt x="1472" y="1670"/>
                </a:lnTo>
                <a:lnTo>
                  <a:pt x="1478" y="1657"/>
                </a:lnTo>
                <a:lnTo>
                  <a:pt x="1477" y="1654"/>
                </a:lnTo>
                <a:lnTo>
                  <a:pt x="1482" y="1646"/>
                </a:lnTo>
                <a:lnTo>
                  <a:pt x="1486" y="1644"/>
                </a:lnTo>
                <a:lnTo>
                  <a:pt x="1497" y="1628"/>
                </a:lnTo>
                <a:lnTo>
                  <a:pt x="1511" y="1607"/>
                </a:lnTo>
                <a:lnTo>
                  <a:pt x="1515" y="1604"/>
                </a:lnTo>
                <a:lnTo>
                  <a:pt x="1516" y="1603"/>
                </a:lnTo>
                <a:lnTo>
                  <a:pt x="1519" y="1602"/>
                </a:lnTo>
                <a:lnTo>
                  <a:pt x="1524" y="1599"/>
                </a:lnTo>
                <a:lnTo>
                  <a:pt x="1528" y="1596"/>
                </a:lnTo>
                <a:lnTo>
                  <a:pt x="1537" y="1593"/>
                </a:lnTo>
                <a:lnTo>
                  <a:pt x="1542" y="1590"/>
                </a:lnTo>
                <a:lnTo>
                  <a:pt x="1545" y="1590"/>
                </a:lnTo>
                <a:lnTo>
                  <a:pt x="1546" y="1589"/>
                </a:lnTo>
                <a:lnTo>
                  <a:pt x="1551" y="1583"/>
                </a:lnTo>
                <a:lnTo>
                  <a:pt x="1557" y="1580"/>
                </a:lnTo>
                <a:lnTo>
                  <a:pt x="1563" y="1580"/>
                </a:lnTo>
                <a:lnTo>
                  <a:pt x="1569" y="1579"/>
                </a:lnTo>
                <a:lnTo>
                  <a:pt x="1573" y="1575"/>
                </a:lnTo>
                <a:lnTo>
                  <a:pt x="1585" y="1559"/>
                </a:lnTo>
                <a:lnTo>
                  <a:pt x="1591" y="1550"/>
                </a:lnTo>
                <a:lnTo>
                  <a:pt x="1602" y="1549"/>
                </a:lnTo>
                <a:lnTo>
                  <a:pt x="1606" y="1546"/>
                </a:lnTo>
                <a:lnTo>
                  <a:pt x="1608" y="1546"/>
                </a:lnTo>
                <a:lnTo>
                  <a:pt x="1609" y="1537"/>
                </a:lnTo>
                <a:lnTo>
                  <a:pt x="1609" y="1529"/>
                </a:lnTo>
                <a:lnTo>
                  <a:pt x="1608" y="1526"/>
                </a:lnTo>
                <a:lnTo>
                  <a:pt x="1597" y="1509"/>
                </a:lnTo>
                <a:lnTo>
                  <a:pt x="1587" y="1500"/>
                </a:lnTo>
                <a:lnTo>
                  <a:pt x="1587" y="1499"/>
                </a:lnTo>
                <a:lnTo>
                  <a:pt x="1583" y="1498"/>
                </a:lnTo>
                <a:lnTo>
                  <a:pt x="1580" y="1497"/>
                </a:lnTo>
                <a:lnTo>
                  <a:pt x="1576" y="1494"/>
                </a:lnTo>
                <a:lnTo>
                  <a:pt x="1573" y="1492"/>
                </a:lnTo>
                <a:lnTo>
                  <a:pt x="1571" y="1489"/>
                </a:lnTo>
                <a:lnTo>
                  <a:pt x="1567" y="1484"/>
                </a:lnTo>
                <a:lnTo>
                  <a:pt x="1566" y="1481"/>
                </a:lnTo>
                <a:lnTo>
                  <a:pt x="1564" y="1479"/>
                </a:lnTo>
                <a:lnTo>
                  <a:pt x="1562" y="1477"/>
                </a:lnTo>
                <a:lnTo>
                  <a:pt x="1560" y="1474"/>
                </a:lnTo>
                <a:lnTo>
                  <a:pt x="1559" y="1470"/>
                </a:lnTo>
                <a:lnTo>
                  <a:pt x="1558" y="1465"/>
                </a:lnTo>
                <a:lnTo>
                  <a:pt x="1558" y="1462"/>
                </a:lnTo>
                <a:lnTo>
                  <a:pt x="1556" y="1459"/>
                </a:lnTo>
                <a:lnTo>
                  <a:pt x="1552" y="1456"/>
                </a:lnTo>
                <a:lnTo>
                  <a:pt x="1546" y="1454"/>
                </a:lnTo>
                <a:lnTo>
                  <a:pt x="1544" y="1449"/>
                </a:lnTo>
                <a:lnTo>
                  <a:pt x="1545" y="1443"/>
                </a:lnTo>
                <a:lnTo>
                  <a:pt x="1549" y="1429"/>
                </a:lnTo>
                <a:lnTo>
                  <a:pt x="1553" y="1425"/>
                </a:lnTo>
                <a:lnTo>
                  <a:pt x="1554" y="1418"/>
                </a:lnTo>
                <a:lnTo>
                  <a:pt x="1557" y="1416"/>
                </a:lnTo>
                <a:lnTo>
                  <a:pt x="1558" y="1414"/>
                </a:lnTo>
                <a:lnTo>
                  <a:pt x="1556" y="1404"/>
                </a:lnTo>
                <a:lnTo>
                  <a:pt x="1558" y="1395"/>
                </a:lnTo>
                <a:lnTo>
                  <a:pt x="1560" y="1388"/>
                </a:lnTo>
                <a:lnTo>
                  <a:pt x="1562" y="1383"/>
                </a:lnTo>
                <a:lnTo>
                  <a:pt x="1566" y="1374"/>
                </a:lnTo>
                <a:lnTo>
                  <a:pt x="1569" y="1369"/>
                </a:lnTo>
                <a:lnTo>
                  <a:pt x="1573" y="1357"/>
                </a:lnTo>
                <a:lnTo>
                  <a:pt x="1576" y="1352"/>
                </a:lnTo>
                <a:lnTo>
                  <a:pt x="1587" y="1341"/>
                </a:lnTo>
                <a:lnTo>
                  <a:pt x="1594" y="1336"/>
                </a:lnTo>
                <a:lnTo>
                  <a:pt x="1599" y="1333"/>
                </a:lnTo>
                <a:lnTo>
                  <a:pt x="1606" y="1332"/>
                </a:lnTo>
                <a:lnTo>
                  <a:pt x="1611" y="1335"/>
                </a:lnTo>
                <a:lnTo>
                  <a:pt x="1641" y="1334"/>
                </a:lnTo>
                <a:lnTo>
                  <a:pt x="1644" y="1332"/>
                </a:lnTo>
                <a:lnTo>
                  <a:pt x="1657" y="1343"/>
                </a:lnTo>
                <a:lnTo>
                  <a:pt x="1664" y="1353"/>
                </a:lnTo>
                <a:lnTo>
                  <a:pt x="1676" y="1359"/>
                </a:lnTo>
                <a:lnTo>
                  <a:pt x="1692" y="1364"/>
                </a:lnTo>
                <a:lnTo>
                  <a:pt x="1700" y="1364"/>
                </a:lnTo>
                <a:lnTo>
                  <a:pt x="1708" y="1365"/>
                </a:lnTo>
                <a:lnTo>
                  <a:pt x="1710" y="1365"/>
                </a:lnTo>
                <a:lnTo>
                  <a:pt x="1721" y="1368"/>
                </a:lnTo>
                <a:lnTo>
                  <a:pt x="1738" y="1368"/>
                </a:lnTo>
                <a:lnTo>
                  <a:pt x="1762" y="1368"/>
                </a:lnTo>
                <a:lnTo>
                  <a:pt x="1766" y="1371"/>
                </a:lnTo>
                <a:lnTo>
                  <a:pt x="1776" y="1372"/>
                </a:lnTo>
                <a:lnTo>
                  <a:pt x="1784" y="1365"/>
                </a:lnTo>
                <a:lnTo>
                  <a:pt x="1788" y="1360"/>
                </a:lnTo>
                <a:lnTo>
                  <a:pt x="1792" y="1354"/>
                </a:lnTo>
                <a:lnTo>
                  <a:pt x="1799" y="1352"/>
                </a:lnTo>
                <a:lnTo>
                  <a:pt x="1799" y="1351"/>
                </a:lnTo>
                <a:lnTo>
                  <a:pt x="1799" y="1350"/>
                </a:lnTo>
                <a:lnTo>
                  <a:pt x="1800" y="1350"/>
                </a:lnTo>
                <a:lnTo>
                  <a:pt x="1801" y="1349"/>
                </a:lnTo>
                <a:lnTo>
                  <a:pt x="1801" y="1348"/>
                </a:lnTo>
                <a:lnTo>
                  <a:pt x="1801" y="1347"/>
                </a:lnTo>
                <a:lnTo>
                  <a:pt x="1802" y="1347"/>
                </a:lnTo>
                <a:lnTo>
                  <a:pt x="1802" y="1346"/>
                </a:lnTo>
                <a:lnTo>
                  <a:pt x="1802" y="1344"/>
                </a:lnTo>
                <a:lnTo>
                  <a:pt x="1803" y="1344"/>
                </a:lnTo>
                <a:lnTo>
                  <a:pt x="1804" y="1344"/>
                </a:lnTo>
                <a:lnTo>
                  <a:pt x="1806" y="1344"/>
                </a:lnTo>
                <a:lnTo>
                  <a:pt x="1808" y="1343"/>
                </a:lnTo>
                <a:lnTo>
                  <a:pt x="1809" y="1342"/>
                </a:lnTo>
                <a:lnTo>
                  <a:pt x="1813" y="1341"/>
                </a:lnTo>
                <a:lnTo>
                  <a:pt x="1819" y="1340"/>
                </a:lnTo>
                <a:lnTo>
                  <a:pt x="1824" y="1335"/>
                </a:lnTo>
                <a:lnTo>
                  <a:pt x="1828" y="1329"/>
                </a:lnTo>
                <a:lnTo>
                  <a:pt x="1828" y="1328"/>
                </a:lnTo>
                <a:lnTo>
                  <a:pt x="1830" y="1323"/>
                </a:lnTo>
                <a:lnTo>
                  <a:pt x="1831" y="1323"/>
                </a:lnTo>
                <a:lnTo>
                  <a:pt x="1837" y="1316"/>
                </a:lnTo>
                <a:lnTo>
                  <a:pt x="1845" y="1309"/>
                </a:lnTo>
                <a:lnTo>
                  <a:pt x="1846" y="1309"/>
                </a:lnTo>
                <a:lnTo>
                  <a:pt x="1846" y="1308"/>
                </a:lnTo>
                <a:lnTo>
                  <a:pt x="1852" y="1299"/>
                </a:lnTo>
                <a:lnTo>
                  <a:pt x="1857" y="1293"/>
                </a:lnTo>
                <a:lnTo>
                  <a:pt x="1858" y="1292"/>
                </a:lnTo>
                <a:lnTo>
                  <a:pt x="1862" y="1281"/>
                </a:lnTo>
                <a:lnTo>
                  <a:pt x="1864" y="1275"/>
                </a:lnTo>
                <a:lnTo>
                  <a:pt x="1864" y="1266"/>
                </a:lnTo>
                <a:lnTo>
                  <a:pt x="1884" y="1256"/>
                </a:lnTo>
                <a:lnTo>
                  <a:pt x="1904" y="1263"/>
                </a:lnTo>
                <a:lnTo>
                  <a:pt x="1909" y="1263"/>
                </a:lnTo>
                <a:lnTo>
                  <a:pt x="1912" y="1262"/>
                </a:lnTo>
                <a:lnTo>
                  <a:pt x="1913" y="1262"/>
                </a:lnTo>
                <a:lnTo>
                  <a:pt x="1914" y="1262"/>
                </a:lnTo>
                <a:lnTo>
                  <a:pt x="1916" y="1261"/>
                </a:lnTo>
                <a:lnTo>
                  <a:pt x="1920" y="1260"/>
                </a:lnTo>
                <a:lnTo>
                  <a:pt x="1929" y="1258"/>
                </a:lnTo>
                <a:lnTo>
                  <a:pt x="1949" y="1257"/>
                </a:lnTo>
                <a:lnTo>
                  <a:pt x="1951" y="1256"/>
                </a:lnTo>
                <a:lnTo>
                  <a:pt x="1969" y="1248"/>
                </a:lnTo>
                <a:lnTo>
                  <a:pt x="1983" y="1243"/>
                </a:lnTo>
                <a:lnTo>
                  <a:pt x="1987" y="1239"/>
                </a:lnTo>
                <a:lnTo>
                  <a:pt x="2000" y="1222"/>
                </a:lnTo>
                <a:lnTo>
                  <a:pt x="2006" y="1213"/>
                </a:lnTo>
                <a:lnTo>
                  <a:pt x="2013" y="1210"/>
                </a:lnTo>
                <a:lnTo>
                  <a:pt x="2014" y="1209"/>
                </a:lnTo>
                <a:lnTo>
                  <a:pt x="2015" y="1205"/>
                </a:lnTo>
                <a:lnTo>
                  <a:pt x="2016" y="1204"/>
                </a:lnTo>
                <a:lnTo>
                  <a:pt x="2021" y="1204"/>
                </a:lnTo>
                <a:lnTo>
                  <a:pt x="2024" y="1205"/>
                </a:lnTo>
                <a:lnTo>
                  <a:pt x="2026" y="1203"/>
                </a:lnTo>
                <a:lnTo>
                  <a:pt x="2030" y="1202"/>
                </a:lnTo>
                <a:lnTo>
                  <a:pt x="2032" y="1199"/>
                </a:lnTo>
                <a:lnTo>
                  <a:pt x="2033" y="1197"/>
                </a:lnTo>
                <a:lnTo>
                  <a:pt x="2034" y="1194"/>
                </a:lnTo>
                <a:lnTo>
                  <a:pt x="2035" y="1192"/>
                </a:lnTo>
                <a:lnTo>
                  <a:pt x="2037" y="1188"/>
                </a:lnTo>
                <a:lnTo>
                  <a:pt x="2040" y="1188"/>
                </a:lnTo>
                <a:lnTo>
                  <a:pt x="2038" y="1180"/>
                </a:lnTo>
                <a:lnTo>
                  <a:pt x="2039" y="1179"/>
                </a:lnTo>
                <a:lnTo>
                  <a:pt x="2036" y="1175"/>
                </a:lnTo>
                <a:lnTo>
                  <a:pt x="2033" y="1174"/>
                </a:lnTo>
                <a:lnTo>
                  <a:pt x="2035" y="1160"/>
                </a:lnTo>
                <a:lnTo>
                  <a:pt x="2037" y="1154"/>
                </a:lnTo>
                <a:lnTo>
                  <a:pt x="2046" y="1133"/>
                </a:lnTo>
                <a:lnTo>
                  <a:pt x="2049" y="1132"/>
                </a:lnTo>
                <a:lnTo>
                  <a:pt x="2057" y="1117"/>
                </a:lnTo>
                <a:lnTo>
                  <a:pt x="2061" y="1113"/>
                </a:lnTo>
                <a:lnTo>
                  <a:pt x="2062" y="1107"/>
                </a:lnTo>
                <a:lnTo>
                  <a:pt x="2064" y="1105"/>
                </a:lnTo>
                <a:lnTo>
                  <a:pt x="2071" y="1101"/>
                </a:lnTo>
                <a:lnTo>
                  <a:pt x="2078" y="1099"/>
                </a:lnTo>
                <a:lnTo>
                  <a:pt x="2080" y="1098"/>
                </a:lnTo>
                <a:lnTo>
                  <a:pt x="2081" y="1096"/>
                </a:lnTo>
                <a:lnTo>
                  <a:pt x="2082" y="1096"/>
                </a:lnTo>
                <a:lnTo>
                  <a:pt x="2083" y="1095"/>
                </a:lnTo>
                <a:lnTo>
                  <a:pt x="2084" y="1095"/>
                </a:lnTo>
                <a:lnTo>
                  <a:pt x="2085" y="1093"/>
                </a:lnTo>
                <a:lnTo>
                  <a:pt x="2085" y="1091"/>
                </a:lnTo>
                <a:lnTo>
                  <a:pt x="2086" y="1090"/>
                </a:lnTo>
                <a:lnTo>
                  <a:pt x="2093" y="1091"/>
                </a:lnTo>
                <a:lnTo>
                  <a:pt x="2104" y="1091"/>
                </a:lnTo>
                <a:lnTo>
                  <a:pt x="2106" y="1091"/>
                </a:lnTo>
                <a:lnTo>
                  <a:pt x="2113" y="1091"/>
                </a:lnTo>
                <a:lnTo>
                  <a:pt x="2129" y="1088"/>
                </a:lnTo>
                <a:lnTo>
                  <a:pt x="2141" y="1087"/>
                </a:lnTo>
                <a:lnTo>
                  <a:pt x="2142" y="1082"/>
                </a:lnTo>
                <a:lnTo>
                  <a:pt x="2141" y="1078"/>
                </a:lnTo>
                <a:lnTo>
                  <a:pt x="2142" y="1070"/>
                </a:lnTo>
                <a:lnTo>
                  <a:pt x="2146" y="1061"/>
                </a:lnTo>
                <a:lnTo>
                  <a:pt x="2142" y="1053"/>
                </a:lnTo>
                <a:lnTo>
                  <a:pt x="2146" y="1052"/>
                </a:lnTo>
                <a:lnTo>
                  <a:pt x="2150" y="1050"/>
                </a:lnTo>
                <a:lnTo>
                  <a:pt x="2152" y="1050"/>
                </a:lnTo>
                <a:lnTo>
                  <a:pt x="2156" y="1049"/>
                </a:lnTo>
                <a:lnTo>
                  <a:pt x="2159" y="1050"/>
                </a:lnTo>
                <a:lnTo>
                  <a:pt x="2160" y="1048"/>
                </a:lnTo>
                <a:lnTo>
                  <a:pt x="2163" y="1049"/>
                </a:lnTo>
                <a:lnTo>
                  <a:pt x="2165" y="1050"/>
                </a:lnTo>
                <a:lnTo>
                  <a:pt x="2166" y="1051"/>
                </a:lnTo>
                <a:lnTo>
                  <a:pt x="2166" y="1054"/>
                </a:lnTo>
                <a:lnTo>
                  <a:pt x="2167" y="1055"/>
                </a:lnTo>
                <a:lnTo>
                  <a:pt x="2170" y="1057"/>
                </a:lnTo>
                <a:lnTo>
                  <a:pt x="2173" y="1059"/>
                </a:lnTo>
                <a:lnTo>
                  <a:pt x="2175" y="1059"/>
                </a:lnTo>
                <a:lnTo>
                  <a:pt x="2178" y="1058"/>
                </a:lnTo>
                <a:lnTo>
                  <a:pt x="2179" y="1056"/>
                </a:lnTo>
                <a:lnTo>
                  <a:pt x="2180" y="1055"/>
                </a:lnTo>
                <a:lnTo>
                  <a:pt x="2184" y="1056"/>
                </a:lnTo>
                <a:lnTo>
                  <a:pt x="2186" y="1055"/>
                </a:lnTo>
                <a:lnTo>
                  <a:pt x="2187" y="1054"/>
                </a:lnTo>
                <a:lnTo>
                  <a:pt x="2189" y="1053"/>
                </a:lnTo>
                <a:lnTo>
                  <a:pt x="2189" y="1052"/>
                </a:lnTo>
                <a:lnTo>
                  <a:pt x="2188" y="1050"/>
                </a:lnTo>
                <a:lnTo>
                  <a:pt x="2188" y="1049"/>
                </a:lnTo>
                <a:lnTo>
                  <a:pt x="2189" y="1048"/>
                </a:lnTo>
                <a:lnTo>
                  <a:pt x="2191" y="1047"/>
                </a:lnTo>
                <a:lnTo>
                  <a:pt x="2192" y="1044"/>
                </a:lnTo>
                <a:lnTo>
                  <a:pt x="2193" y="1043"/>
                </a:lnTo>
                <a:lnTo>
                  <a:pt x="2194" y="1042"/>
                </a:lnTo>
                <a:lnTo>
                  <a:pt x="2196" y="1041"/>
                </a:lnTo>
                <a:lnTo>
                  <a:pt x="2199" y="1041"/>
                </a:lnTo>
                <a:lnTo>
                  <a:pt x="2200" y="1040"/>
                </a:lnTo>
                <a:lnTo>
                  <a:pt x="2201" y="1038"/>
                </a:lnTo>
                <a:lnTo>
                  <a:pt x="2202" y="1038"/>
                </a:lnTo>
                <a:lnTo>
                  <a:pt x="2205" y="1038"/>
                </a:lnTo>
                <a:lnTo>
                  <a:pt x="2206" y="1038"/>
                </a:lnTo>
                <a:lnTo>
                  <a:pt x="2207" y="1037"/>
                </a:lnTo>
                <a:lnTo>
                  <a:pt x="2213" y="1029"/>
                </a:lnTo>
                <a:lnTo>
                  <a:pt x="2216" y="1028"/>
                </a:lnTo>
                <a:lnTo>
                  <a:pt x="2219" y="1028"/>
                </a:lnTo>
                <a:lnTo>
                  <a:pt x="2221" y="1027"/>
                </a:lnTo>
                <a:lnTo>
                  <a:pt x="2223" y="1026"/>
                </a:lnTo>
                <a:lnTo>
                  <a:pt x="2224" y="1024"/>
                </a:lnTo>
                <a:lnTo>
                  <a:pt x="2225" y="1023"/>
                </a:lnTo>
                <a:lnTo>
                  <a:pt x="2228" y="1022"/>
                </a:lnTo>
                <a:lnTo>
                  <a:pt x="2232" y="1018"/>
                </a:lnTo>
                <a:lnTo>
                  <a:pt x="2241" y="1018"/>
                </a:lnTo>
                <a:lnTo>
                  <a:pt x="2246" y="1021"/>
                </a:lnTo>
                <a:lnTo>
                  <a:pt x="2261" y="1021"/>
                </a:lnTo>
                <a:lnTo>
                  <a:pt x="2265" y="1016"/>
                </a:lnTo>
                <a:lnTo>
                  <a:pt x="2267" y="1015"/>
                </a:lnTo>
                <a:lnTo>
                  <a:pt x="2268" y="1016"/>
                </a:lnTo>
                <a:lnTo>
                  <a:pt x="2270" y="1019"/>
                </a:lnTo>
                <a:lnTo>
                  <a:pt x="2275" y="1018"/>
                </a:lnTo>
                <a:lnTo>
                  <a:pt x="2281" y="1019"/>
                </a:lnTo>
                <a:lnTo>
                  <a:pt x="2282" y="1019"/>
                </a:lnTo>
                <a:lnTo>
                  <a:pt x="2282" y="1017"/>
                </a:lnTo>
                <a:lnTo>
                  <a:pt x="2282" y="1016"/>
                </a:lnTo>
                <a:lnTo>
                  <a:pt x="2281" y="1015"/>
                </a:lnTo>
                <a:lnTo>
                  <a:pt x="2285" y="1005"/>
                </a:lnTo>
                <a:lnTo>
                  <a:pt x="2289" y="1005"/>
                </a:lnTo>
                <a:lnTo>
                  <a:pt x="2291" y="1004"/>
                </a:lnTo>
                <a:lnTo>
                  <a:pt x="2292" y="1004"/>
                </a:lnTo>
                <a:lnTo>
                  <a:pt x="2293" y="1005"/>
                </a:lnTo>
                <a:lnTo>
                  <a:pt x="2294" y="1009"/>
                </a:lnTo>
                <a:lnTo>
                  <a:pt x="2293" y="1010"/>
                </a:lnTo>
                <a:lnTo>
                  <a:pt x="2295" y="1011"/>
                </a:lnTo>
                <a:lnTo>
                  <a:pt x="2297" y="1011"/>
                </a:lnTo>
                <a:lnTo>
                  <a:pt x="2299" y="1009"/>
                </a:lnTo>
                <a:lnTo>
                  <a:pt x="2302" y="1007"/>
                </a:lnTo>
                <a:lnTo>
                  <a:pt x="2303" y="1007"/>
                </a:lnTo>
                <a:lnTo>
                  <a:pt x="2305" y="1010"/>
                </a:lnTo>
                <a:lnTo>
                  <a:pt x="2310" y="1016"/>
                </a:lnTo>
                <a:lnTo>
                  <a:pt x="2314" y="1020"/>
                </a:lnTo>
                <a:lnTo>
                  <a:pt x="2316" y="1021"/>
                </a:lnTo>
                <a:lnTo>
                  <a:pt x="2317" y="1020"/>
                </a:lnTo>
                <a:lnTo>
                  <a:pt x="2319" y="1018"/>
                </a:lnTo>
                <a:lnTo>
                  <a:pt x="2320" y="1018"/>
                </a:lnTo>
                <a:lnTo>
                  <a:pt x="2325" y="1019"/>
                </a:lnTo>
                <a:lnTo>
                  <a:pt x="2329" y="1018"/>
                </a:lnTo>
                <a:lnTo>
                  <a:pt x="2331" y="1018"/>
                </a:lnTo>
                <a:lnTo>
                  <a:pt x="2331" y="1019"/>
                </a:lnTo>
                <a:lnTo>
                  <a:pt x="2334" y="1020"/>
                </a:lnTo>
                <a:lnTo>
                  <a:pt x="2337" y="1023"/>
                </a:lnTo>
                <a:lnTo>
                  <a:pt x="2338" y="1023"/>
                </a:lnTo>
                <a:lnTo>
                  <a:pt x="2340" y="1021"/>
                </a:lnTo>
                <a:lnTo>
                  <a:pt x="2341" y="1021"/>
                </a:lnTo>
                <a:lnTo>
                  <a:pt x="2342" y="1022"/>
                </a:lnTo>
                <a:lnTo>
                  <a:pt x="2343" y="1023"/>
                </a:lnTo>
                <a:lnTo>
                  <a:pt x="2344" y="1023"/>
                </a:lnTo>
                <a:lnTo>
                  <a:pt x="2345" y="1021"/>
                </a:lnTo>
                <a:lnTo>
                  <a:pt x="2349" y="1017"/>
                </a:lnTo>
                <a:lnTo>
                  <a:pt x="2354" y="1017"/>
                </a:lnTo>
                <a:lnTo>
                  <a:pt x="2356" y="1017"/>
                </a:lnTo>
                <a:lnTo>
                  <a:pt x="2357" y="1016"/>
                </a:lnTo>
                <a:lnTo>
                  <a:pt x="2361" y="1016"/>
                </a:lnTo>
                <a:lnTo>
                  <a:pt x="2364" y="1017"/>
                </a:lnTo>
                <a:lnTo>
                  <a:pt x="2367" y="1017"/>
                </a:lnTo>
                <a:lnTo>
                  <a:pt x="2370" y="1016"/>
                </a:lnTo>
                <a:lnTo>
                  <a:pt x="2371" y="1015"/>
                </a:lnTo>
                <a:lnTo>
                  <a:pt x="2372" y="1016"/>
                </a:lnTo>
                <a:lnTo>
                  <a:pt x="2374" y="1017"/>
                </a:lnTo>
                <a:lnTo>
                  <a:pt x="2375" y="1018"/>
                </a:lnTo>
                <a:lnTo>
                  <a:pt x="2375" y="1020"/>
                </a:lnTo>
                <a:lnTo>
                  <a:pt x="2375" y="1021"/>
                </a:lnTo>
                <a:lnTo>
                  <a:pt x="2379" y="1018"/>
                </a:lnTo>
                <a:lnTo>
                  <a:pt x="2380" y="1016"/>
                </a:lnTo>
                <a:lnTo>
                  <a:pt x="2381" y="1015"/>
                </a:lnTo>
                <a:lnTo>
                  <a:pt x="2383" y="1015"/>
                </a:lnTo>
                <a:lnTo>
                  <a:pt x="2384" y="1014"/>
                </a:lnTo>
                <a:lnTo>
                  <a:pt x="2386" y="1011"/>
                </a:lnTo>
                <a:lnTo>
                  <a:pt x="2387" y="1008"/>
                </a:lnTo>
                <a:lnTo>
                  <a:pt x="2387" y="1006"/>
                </a:lnTo>
                <a:lnTo>
                  <a:pt x="2385" y="1005"/>
                </a:lnTo>
                <a:lnTo>
                  <a:pt x="2393" y="1006"/>
                </a:lnTo>
                <a:lnTo>
                  <a:pt x="2394" y="1005"/>
                </a:lnTo>
                <a:lnTo>
                  <a:pt x="2397" y="1005"/>
                </a:lnTo>
                <a:lnTo>
                  <a:pt x="2397" y="1002"/>
                </a:lnTo>
                <a:lnTo>
                  <a:pt x="2397" y="1001"/>
                </a:lnTo>
                <a:lnTo>
                  <a:pt x="2398" y="999"/>
                </a:lnTo>
                <a:lnTo>
                  <a:pt x="2398" y="998"/>
                </a:lnTo>
                <a:lnTo>
                  <a:pt x="2396" y="995"/>
                </a:lnTo>
                <a:lnTo>
                  <a:pt x="2396" y="992"/>
                </a:lnTo>
                <a:lnTo>
                  <a:pt x="2395" y="991"/>
                </a:lnTo>
                <a:lnTo>
                  <a:pt x="2395" y="990"/>
                </a:lnTo>
                <a:lnTo>
                  <a:pt x="2397" y="986"/>
                </a:lnTo>
                <a:lnTo>
                  <a:pt x="2397" y="985"/>
                </a:lnTo>
                <a:lnTo>
                  <a:pt x="2395" y="981"/>
                </a:lnTo>
                <a:lnTo>
                  <a:pt x="2395" y="979"/>
                </a:lnTo>
                <a:lnTo>
                  <a:pt x="2396" y="978"/>
                </a:lnTo>
                <a:lnTo>
                  <a:pt x="2394" y="977"/>
                </a:lnTo>
                <a:lnTo>
                  <a:pt x="2393" y="971"/>
                </a:lnTo>
                <a:lnTo>
                  <a:pt x="2393" y="969"/>
                </a:lnTo>
                <a:lnTo>
                  <a:pt x="2386" y="968"/>
                </a:lnTo>
                <a:lnTo>
                  <a:pt x="2385" y="965"/>
                </a:lnTo>
                <a:lnTo>
                  <a:pt x="2387" y="962"/>
                </a:lnTo>
                <a:lnTo>
                  <a:pt x="2386" y="962"/>
                </a:lnTo>
                <a:lnTo>
                  <a:pt x="2383" y="962"/>
                </a:lnTo>
                <a:lnTo>
                  <a:pt x="2379" y="957"/>
                </a:lnTo>
                <a:lnTo>
                  <a:pt x="2377" y="955"/>
                </a:lnTo>
                <a:lnTo>
                  <a:pt x="2377" y="954"/>
                </a:lnTo>
                <a:lnTo>
                  <a:pt x="2377" y="953"/>
                </a:lnTo>
                <a:lnTo>
                  <a:pt x="2377" y="952"/>
                </a:lnTo>
                <a:lnTo>
                  <a:pt x="2376" y="952"/>
                </a:lnTo>
                <a:lnTo>
                  <a:pt x="2376" y="950"/>
                </a:lnTo>
                <a:lnTo>
                  <a:pt x="2378" y="949"/>
                </a:lnTo>
                <a:lnTo>
                  <a:pt x="2372" y="939"/>
                </a:lnTo>
                <a:lnTo>
                  <a:pt x="2371" y="938"/>
                </a:lnTo>
                <a:lnTo>
                  <a:pt x="2367" y="933"/>
                </a:lnTo>
                <a:lnTo>
                  <a:pt x="2367" y="932"/>
                </a:lnTo>
                <a:lnTo>
                  <a:pt x="2366" y="931"/>
                </a:lnTo>
                <a:lnTo>
                  <a:pt x="2364" y="930"/>
                </a:lnTo>
                <a:lnTo>
                  <a:pt x="2362" y="929"/>
                </a:lnTo>
                <a:lnTo>
                  <a:pt x="2361" y="927"/>
                </a:lnTo>
                <a:lnTo>
                  <a:pt x="2358" y="925"/>
                </a:lnTo>
                <a:lnTo>
                  <a:pt x="2358" y="924"/>
                </a:lnTo>
                <a:lnTo>
                  <a:pt x="2357" y="924"/>
                </a:lnTo>
                <a:lnTo>
                  <a:pt x="2356" y="924"/>
                </a:lnTo>
                <a:lnTo>
                  <a:pt x="2356" y="923"/>
                </a:lnTo>
                <a:lnTo>
                  <a:pt x="2355" y="923"/>
                </a:lnTo>
                <a:lnTo>
                  <a:pt x="2354" y="923"/>
                </a:lnTo>
                <a:lnTo>
                  <a:pt x="2354" y="922"/>
                </a:lnTo>
                <a:lnTo>
                  <a:pt x="2353" y="923"/>
                </a:lnTo>
                <a:lnTo>
                  <a:pt x="2352" y="923"/>
                </a:lnTo>
                <a:lnTo>
                  <a:pt x="2351" y="923"/>
                </a:lnTo>
                <a:lnTo>
                  <a:pt x="2350" y="923"/>
                </a:lnTo>
                <a:lnTo>
                  <a:pt x="2349" y="923"/>
                </a:lnTo>
                <a:lnTo>
                  <a:pt x="2348" y="923"/>
                </a:lnTo>
                <a:lnTo>
                  <a:pt x="2348" y="922"/>
                </a:lnTo>
                <a:lnTo>
                  <a:pt x="2349" y="922"/>
                </a:lnTo>
                <a:lnTo>
                  <a:pt x="2348" y="922"/>
                </a:lnTo>
                <a:lnTo>
                  <a:pt x="2348" y="921"/>
                </a:lnTo>
                <a:lnTo>
                  <a:pt x="2348" y="920"/>
                </a:lnTo>
                <a:lnTo>
                  <a:pt x="2349" y="920"/>
                </a:lnTo>
                <a:lnTo>
                  <a:pt x="2348" y="920"/>
                </a:lnTo>
                <a:lnTo>
                  <a:pt x="2348" y="919"/>
                </a:lnTo>
                <a:lnTo>
                  <a:pt x="2348" y="920"/>
                </a:lnTo>
                <a:lnTo>
                  <a:pt x="2347" y="919"/>
                </a:lnTo>
                <a:lnTo>
                  <a:pt x="2348" y="919"/>
                </a:lnTo>
                <a:lnTo>
                  <a:pt x="2348" y="918"/>
                </a:lnTo>
                <a:lnTo>
                  <a:pt x="2347" y="918"/>
                </a:lnTo>
                <a:lnTo>
                  <a:pt x="2348" y="918"/>
                </a:lnTo>
                <a:lnTo>
                  <a:pt x="2347" y="918"/>
                </a:lnTo>
                <a:lnTo>
                  <a:pt x="2347" y="917"/>
                </a:lnTo>
                <a:lnTo>
                  <a:pt x="2347" y="916"/>
                </a:lnTo>
                <a:lnTo>
                  <a:pt x="2347" y="915"/>
                </a:lnTo>
                <a:lnTo>
                  <a:pt x="2346" y="916"/>
                </a:lnTo>
                <a:lnTo>
                  <a:pt x="2345" y="916"/>
                </a:lnTo>
                <a:lnTo>
                  <a:pt x="2344" y="916"/>
                </a:lnTo>
                <a:lnTo>
                  <a:pt x="2345" y="915"/>
                </a:lnTo>
                <a:lnTo>
                  <a:pt x="2344" y="915"/>
                </a:lnTo>
                <a:lnTo>
                  <a:pt x="2344" y="916"/>
                </a:lnTo>
                <a:lnTo>
                  <a:pt x="2343" y="915"/>
                </a:lnTo>
                <a:lnTo>
                  <a:pt x="2344" y="914"/>
                </a:lnTo>
                <a:lnTo>
                  <a:pt x="2344" y="915"/>
                </a:lnTo>
                <a:lnTo>
                  <a:pt x="2344" y="914"/>
                </a:lnTo>
                <a:lnTo>
                  <a:pt x="2343" y="914"/>
                </a:lnTo>
                <a:lnTo>
                  <a:pt x="2343" y="913"/>
                </a:lnTo>
                <a:lnTo>
                  <a:pt x="2342" y="913"/>
                </a:lnTo>
                <a:lnTo>
                  <a:pt x="2341" y="913"/>
                </a:lnTo>
                <a:lnTo>
                  <a:pt x="2341" y="912"/>
                </a:lnTo>
                <a:lnTo>
                  <a:pt x="2341" y="913"/>
                </a:lnTo>
                <a:lnTo>
                  <a:pt x="2340" y="913"/>
                </a:lnTo>
                <a:lnTo>
                  <a:pt x="2339" y="913"/>
                </a:lnTo>
                <a:lnTo>
                  <a:pt x="2338" y="913"/>
                </a:lnTo>
                <a:lnTo>
                  <a:pt x="2338" y="912"/>
                </a:lnTo>
                <a:lnTo>
                  <a:pt x="2339" y="912"/>
                </a:lnTo>
                <a:lnTo>
                  <a:pt x="2339" y="911"/>
                </a:lnTo>
                <a:lnTo>
                  <a:pt x="2338" y="911"/>
                </a:lnTo>
                <a:lnTo>
                  <a:pt x="2337" y="911"/>
                </a:lnTo>
                <a:lnTo>
                  <a:pt x="2336" y="911"/>
                </a:lnTo>
                <a:lnTo>
                  <a:pt x="2336" y="910"/>
                </a:lnTo>
                <a:lnTo>
                  <a:pt x="2336" y="909"/>
                </a:lnTo>
                <a:lnTo>
                  <a:pt x="2336" y="910"/>
                </a:lnTo>
                <a:lnTo>
                  <a:pt x="2335" y="910"/>
                </a:lnTo>
                <a:lnTo>
                  <a:pt x="2335" y="909"/>
                </a:lnTo>
                <a:lnTo>
                  <a:pt x="2334" y="909"/>
                </a:lnTo>
                <a:lnTo>
                  <a:pt x="2334" y="908"/>
                </a:lnTo>
                <a:lnTo>
                  <a:pt x="2333" y="908"/>
                </a:lnTo>
                <a:lnTo>
                  <a:pt x="2333" y="907"/>
                </a:lnTo>
                <a:lnTo>
                  <a:pt x="2334" y="907"/>
                </a:lnTo>
                <a:lnTo>
                  <a:pt x="2333" y="906"/>
                </a:lnTo>
                <a:lnTo>
                  <a:pt x="2332" y="906"/>
                </a:lnTo>
                <a:lnTo>
                  <a:pt x="2331" y="907"/>
                </a:lnTo>
                <a:lnTo>
                  <a:pt x="2331" y="906"/>
                </a:lnTo>
                <a:lnTo>
                  <a:pt x="2331" y="905"/>
                </a:lnTo>
                <a:lnTo>
                  <a:pt x="2330" y="905"/>
                </a:lnTo>
                <a:lnTo>
                  <a:pt x="2329" y="905"/>
                </a:lnTo>
                <a:lnTo>
                  <a:pt x="2328" y="904"/>
                </a:lnTo>
                <a:lnTo>
                  <a:pt x="2327" y="904"/>
                </a:lnTo>
                <a:lnTo>
                  <a:pt x="2326" y="903"/>
                </a:lnTo>
                <a:lnTo>
                  <a:pt x="2325" y="903"/>
                </a:lnTo>
                <a:lnTo>
                  <a:pt x="2326" y="903"/>
                </a:lnTo>
                <a:lnTo>
                  <a:pt x="2326" y="902"/>
                </a:lnTo>
                <a:lnTo>
                  <a:pt x="2325" y="902"/>
                </a:lnTo>
                <a:lnTo>
                  <a:pt x="2325" y="901"/>
                </a:lnTo>
                <a:lnTo>
                  <a:pt x="2325" y="900"/>
                </a:lnTo>
                <a:lnTo>
                  <a:pt x="2324" y="900"/>
                </a:lnTo>
                <a:lnTo>
                  <a:pt x="2323" y="900"/>
                </a:lnTo>
                <a:lnTo>
                  <a:pt x="2323" y="899"/>
                </a:lnTo>
                <a:lnTo>
                  <a:pt x="2322" y="900"/>
                </a:lnTo>
                <a:lnTo>
                  <a:pt x="2322" y="899"/>
                </a:lnTo>
                <a:lnTo>
                  <a:pt x="2322" y="900"/>
                </a:lnTo>
                <a:lnTo>
                  <a:pt x="2322" y="901"/>
                </a:lnTo>
                <a:lnTo>
                  <a:pt x="2321" y="901"/>
                </a:lnTo>
                <a:lnTo>
                  <a:pt x="2321" y="900"/>
                </a:lnTo>
                <a:lnTo>
                  <a:pt x="2321" y="901"/>
                </a:lnTo>
                <a:lnTo>
                  <a:pt x="2320" y="901"/>
                </a:lnTo>
                <a:lnTo>
                  <a:pt x="2320" y="900"/>
                </a:lnTo>
                <a:lnTo>
                  <a:pt x="2322" y="895"/>
                </a:lnTo>
                <a:lnTo>
                  <a:pt x="2323" y="892"/>
                </a:lnTo>
                <a:lnTo>
                  <a:pt x="2320" y="892"/>
                </a:lnTo>
                <a:lnTo>
                  <a:pt x="2306" y="888"/>
                </a:lnTo>
                <a:lnTo>
                  <a:pt x="2300" y="886"/>
                </a:lnTo>
                <a:lnTo>
                  <a:pt x="2299" y="882"/>
                </a:lnTo>
                <a:lnTo>
                  <a:pt x="2298" y="875"/>
                </a:lnTo>
                <a:lnTo>
                  <a:pt x="2297" y="874"/>
                </a:lnTo>
                <a:lnTo>
                  <a:pt x="2296" y="868"/>
                </a:lnTo>
                <a:lnTo>
                  <a:pt x="2289" y="866"/>
                </a:lnTo>
                <a:lnTo>
                  <a:pt x="2282" y="865"/>
                </a:lnTo>
                <a:lnTo>
                  <a:pt x="2275" y="862"/>
                </a:lnTo>
                <a:lnTo>
                  <a:pt x="2257" y="857"/>
                </a:lnTo>
                <a:lnTo>
                  <a:pt x="2256" y="856"/>
                </a:lnTo>
                <a:lnTo>
                  <a:pt x="2244" y="841"/>
                </a:lnTo>
                <a:lnTo>
                  <a:pt x="2233" y="828"/>
                </a:lnTo>
                <a:lnTo>
                  <a:pt x="2231" y="827"/>
                </a:lnTo>
                <a:lnTo>
                  <a:pt x="2229" y="827"/>
                </a:lnTo>
                <a:lnTo>
                  <a:pt x="2221" y="828"/>
                </a:lnTo>
                <a:lnTo>
                  <a:pt x="2220" y="828"/>
                </a:lnTo>
                <a:lnTo>
                  <a:pt x="2220" y="829"/>
                </a:lnTo>
                <a:lnTo>
                  <a:pt x="2219" y="829"/>
                </a:lnTo>
                <a:lnTo>
                  <a:pt x="2219" y="828"/>
                </a:lnTo>
                <a:lnTo>
                  <a:pt x="2219" y="827"/>
                </a:lnTo>
                <a:lnTo>
                  <a:pt x="2218" y="827"/>
                </a:lnTo>
                <a:lnTo>
                  <a:pt x="2218" y="826"/>
                </a:lnTo>
                <a:lnTo>
                  <a:pt x="2217" y="826"/>
                </a:lnTo>
                <a:lnTo>
                  <a:pt x="2217" y="825"/>
                </a:lnTo>
                <a:lnTo>
                  <a:pt x="2217" y="826"/>
                </a:lnTo>
                <a:lnTo>
                  <a:pt x="2216" y="826"/>
                </a:lnTo>
                <a:lnTo>
                  <a:pt x="2215" y="826"/>
                </a:lnTo>
                <a:lnTo>
                  <a:pt x="2214" y="827"/>
                </a:lnTo>
                <a:lnTo>
                  <a:pt x="2213" y="826"/>
                </a:lnTo>
                <a:lnTo>
                  <a:pt x="2212" y="826"/>
                </a:lnTo>
                <a:lnTo>
                  <a:pt x="2211" y="827"/>
                </a:lnTo>
                <a:lnTo>
                  <a:pt x="2211" y="828"/>
                </a:lnTo>
                <a:lnTo>
                  <a:pt x="2210" y="828"/>
                </a:lnTo>
                <a:lnTo>
                  <a:pt x="2209" y="828"/>
                </a:lnTo>
                <a:lnTo>
                  <a:pt x="2208" y="828"/>
                </a:lnTo>
                <a:lnTo>
                  <a:pt x="2207" y="828"/>
                </a:lnTo>
                <a:lnTo>
                  <a:pt x="2206" y="828"/>
                </a:lnTo>
                <a:lnTo>
                  <a:pt x="2205" y="828"/>
                </a:lnTo>
                <a:lnTo>
                  <a:pt x="2205" y="829"/>
                </a:lnTo>
                <a:lnTo>
                  <a:pt x="2204" y="829"/>
                </a:lnTo>
                <a:lnTo>
                  <a:pt x="2203" y="829"/>
                </a:lnTo>
                <a:lnTo>
                  <a:pt x="2203" y="828"/>
                </a:lnTo>
                <a:lnTo>
                  <a:pt x="2202" y="828"/>
                </a:lnTo>
                <a:lnTo>
                  <a:pt x="2202" y="827"/>
                </a:lnTo>
                <a:lnTo>
                  <a:pt x="2201" y="827"/>
                </a:lnTo>
                <a:lnTo>
                  <a:pt x="2201" y="826"/>
                </a:lnTo>
                <a:lnTo>
                  <a:pt x="2200" y="826"/>
                </a:lnTo>
                <a:lnTo>
                  <a:pt x="2199" y="826"/>
                </a:lnTo>
                <a:lnTo>
                  <a:pt x="2198" y="826"/>
                </a:lnTo>
                <a:lnTo>
                  <a:pt x="2198" y="825"/>
                </a:lnTo>
                <a:lnTo>
                  <a:pt x="2198" y="824"/>
                </a:lnTo>
                <a:lnTo>
                  <a:pt x="2197" y="824"/>
                </a:lnTo>
                <a:lnTo>
                  <a:pt x="2196" y="824"/>
                </a:lnTo>
                <a:lnTo>
                  <a:pt x="2196" y="825"/>
                </a:lnTo>
                <a:lnTo>
                  <a:pt x="2195" y="825"/>
                </a:lnTo>
                <a:lnTo>
                  <a:pt x="2194" y="824"/>
                </a:lnTo>
                <a:lnTo>
                  <a:pt x="2194" y="825"/>
                </a:lnTo>
                <a:lnTo>
                  <a:pt x="2193" y="825"/>
                </a:lnTo>
                <a:lnTo>
                  <a:pt x="2192" y="825"/>
                </a:lnTo>
                <a:lnTo>
                  <a:pt x="2192" y="824"/>
                </a:lnTo>
                <a:lnTo>
                  <a:pt x="2191" y="824"/>
                </a:lnTo>
                <a:lnTo>
                  <a:pt x="2190" y="825"/>
                </a:lnTo>
                <a:lnTo>
                  <a:pt x="2189" y="825"/>
                </a:lnTo>
                <a:lnTo>
                  <a:pt x="2190" y="825"/>
                </a:lnTo>
                <a:lnTo>
                  <a:pt x="2190" y="826"/>
                </a:lnTo>
                <a:lnTo>
                  <a:pt x="2189" y="826"/>
                </a:lnTo>
                <a:lnTo>
                  <a:pt x="2188" y="826"/>
                </a:lnTo>
                <a:lnTo>
                  <a:pt x="2188" y="827"/>
                </a:lnTo>
                <a:lnTo>
                  <a:pt x="2187" y="826"/>
                </a:lnTo>
                <a:lnTo>
                  <a:pt x="2186" y="825"/>
                </a:lnTo>
                <a:lnTo>
                  <a:pt x="2185" y="825"/>
                </a:lnTo>
                <a:lnTo>
                  <a:pt x="2185" y="826"/>
                </a:lnTo>
                <a:lnTo>
                  <a:pt x="2185" y="827"/>
                </a:lnTo>
                <a:lnTo>
                  <a:pt x="2185" y="828"/>
                </a:lnTo>
                <a:lnTo>
                  <a:pt x="2184" y="827"/>
                </a:lnTo>
                <a:lnTo>
                  <a:pt x="2183" y="828"/>
                </a:lnTo>
                <a:lnTo>
                  <a:pt x="2182" y="829"/>
                </a:lnTo>
                <a:lnTo>
                  <a:pt x="2182" y="828"/>
                </a:lnTo>
                <a:lnTo>
                  <a:pt x="2182" y="829"/>
                </a:lnTo>
                <a:lnTo>
                  <a:pt x="2181" y="829"/>
                </a:lnTo>
                <a:lnTo>
                  <a:pt x="2181" y="830"/>
                </a:lnTo>
                <a:lnTo>
                  <a:pt x="2180" y="829"/>
                </a:lnTo>
                <a:lnTo>
                  <a:pt x="2179" y="830"/>
                </a:lnTo>
                <a:lnTo>
                  <a:pt x="2179" y="831"/>
                </a:lnTo>
                <a:lnTo>
                  <a:pt x="2178" y="831"/>
                </a:lnTo>
                <a:lnTo>
                  <a:pt x="2177" y="831"/>
                </a:lnTo>
                <a:lnTo>
                  <a:pt x="2176" y="831"/>
                </a:lnTo>
                <a:lnTo>
                  <a:pt x="2175" y="831"/>
                </a:lnTo>
                <a:lnTo>
                  <a:pt x="2175" y="832"/>
                </a:lnTo>
                <a:lnTo>
                  <a:pt x="2174" y="832"/>
                </a:lnTo>
                <a:lnTo>
                  <a:pt x="2173" y="832"/>
                </a:lnTo>
                <a:lnTo>
                  <a:pt x="2173" y="831"/>
                </a:lnTo>
                <a:lnTo>
                  <a:pt x="2172" y="831"/>
                </a:lnTo>
                <a:lnTo>
                  <a:pt x="2172" y="832"/>
                </a:lnTo>
                <a:lnTo>
                  <a:pt x="2171" y="832"/>
                </a:lnTo>
                <a:lnTo>
                  <a:pt x="2170" y="832"/>
                </a:lnTo>
                <a:lnTo>
                  <a:pt x="2171" y="832"/>
                </a:lnTo>
                <a:lnTo>
                  <a:pt x="2170" y="832"/>
                </a:lnTo>
                <a:lnTo>
                  <a:pt x="2170" y="833"/>
                </a:lnTo>
                <a:lnTo>
                  <a:pt x="2170" y="832"/>
                </a:lnTo>
                <a:lnTo>
                  <a:pt x="2169" y="832"/>
                </a:lnTo>
                <a:lnTo>
                  <a:pt x="2168" y="832"/>
                </a:lnTo>
                <a:lnTo>
                  <a:pt x="2167" y="832"/>
                </a:lnTo>
                <a:lnTo>
                  <a:pt x="2166" y="831"/>
                </a:lnTo>
                <a:lnTo>
                  <a:pt x="2165" y="831"/>
                </a:lnTo>
                <a:lnTo>
                  <a:pt x="2165" y="832"/>
                </a:lnTo>
                <a:lnTo>
                  <a:pt x="2164" y="832"/>
                </a:lnTo>
                <a:lnTo>
                  <a:pt x="2164" y="831"/>
                </a:lnTo>
                <a:lnTo>
                  <a:pt x="2163" y="831"/>
                </a:lnTo>
                <a:lnTo>
                  <a:pt x="2155" y="834"/>
                </a:lnTo>
                <a:lnTo>
                  <a:pt x="2154" y="836"/>
                </a:lnTo>
                <a:lnTo>
                  <a:pt x="2131" y="872"/>
                </a:lnTo>
                <a:lnTo>
                  <a:pt x="2131" y="874"/>
                </a:lnTo>
                <a:lnTo>
                  <a:pt x="2131" y="875"/>
                </a:lnTo>
                <a:lnTo>
                  <a:pt x="2130" y="876"/>
                </a:lnTo>
                <a:lnTo>
                  <a:pt x="2128" y="876"/>
                </a:lnTo>
                <a:lnTo>
                  <a:pt x="2128" y="877"/>
                </a:lnTo>
                <a:lnTo>
                  <a:pt x="2119" y="895"/>
                </a:lnTo>
                <a:lnTo>
                  <a:pt x="2086" y="872"/>
                </a:lnTo>
                <a:lnTo>
                  <a:pt x="2077" y="868"/>
                </a:lnTo>
                <a:lnTo>
                  <a:pt x="2063" y="864"/>
                </a:lnTo>
                <a:lnTo>
                  <a:pt x="2054" y="864"/>
                </a:lnTo>
                <a:lnTo>
                  <a:pt x="2042" y="867"/>
                </a:lnTo>
                <a:lnTo>
                  <a:pt x="2021" y="877"/>
                </a:lnTo>
                <a:lnTo>
                  <a:pt x="2002" y="874"/>
                </a:lnTo>
                <a:lnTo>
                  <a:pt x="1987" y="884"/>
                </a:lnTo>
                <a:lnTo>
                  <a:pt x="1978" y="899"/>
                </a:lnTo>
                <a:lnTo>
                  <a:pt x="1975" y="905"/>
                </a:lnTo>
                <a:lnTo>
                  <a:pt x="1972" y="906"/>
                </a:lnTo>
                <a:lnTo>
                  <a:pt x="1932" y="874"/>
                </a:lnTo>
                <a:lnTo>
                  <a:pt x="1930" y="868"/>
                </a:lnTo>
                <a:lnTo>
                  <a:pt x="1929" y="863"/>
                </a:lnTo>
                <a:lnTo>
                  <a:pt x="1927" y="855"/>
                </a:lnTo>
                <a:lnTo>
                  <a:pt x="1925" y="848"/>
                </a:lnTo>
                <a:lnTo>
                  <a:pt x="1924" y="848"/>
                </a:lnTo>
                <a:lnTo>
                  <a:pt x="1924" y="847"/>
                </a:lnTo>
                <a:lnTo>
                  <a:pt x="1924" y="846"/>
                </a:lnTo>
                <a:lnTo>
                  <a:pt x="1925" y="845"/>
                </a:lnTo>
                <a:lnTo>
                  <a:pt x="1925" y="844"/>
                </a:lnTo>
                <a:lnTo>
                  <a:pt x="1925" y="843"/>
                </a:lnTo>
                <a:lnTo>
                  <a:pt x="1924" y="843"/>
                </a:lnTo>
                <a:lnTo>
                  <a:pt x="1924" y="842"/>
                </a:lnTo>
                <a:lnTo>
                  <a:pt x="1924" y="843"/>
                </a:lnTo>
                <a:lnTo>
                  <a:pt x="1924" y="841"/>
                </a:lnTo>
                <a:lnTo>
                  <a:pt x="1950" y="821"/>
                </a:lnTo>
                <a:lnTo>
                  <a:pt x="1944" y="782"/>
                </a:lnTo>
                <a:lnTo>
                  <a:pt x="1966" y="735"/>
                </a:lnTo>
                <a:lnTo>
                  <a:pt x="1967" y="735"/>
                </a:lnTo>
                <a:lnTo>
                  <a:pt x="1963" y="728"/>
                </a:lnTo>
                <a:lnTo>
                  <a:pt x="2013" y="574"/>
                </a:lnTo>
                <a:lnTo>
                  <a:pt x="2030" y="583"/>
                </a:lnTo>
                <a:lnTo>
                  <a:pt x="2049" y="593"/>
                </a:lnTo>
                <a:lnTo>
                  <a:pt x="2056" y="595"/>
                </a:lnTo>
                <a:lnTo>
                  <a:pt x="2072" y="599"/>
                </a:lnTo>
                <a:lnTo>
                  <a:pt x="2092" y="597"/>
                </a:lnTo>
                <a:lnTo>
                  <a:pt x="2108" y="604"/>
                </a:lnTo>
                <a:lnTo>
                  <a:pt x="2126" y="610"/>
                </a:lnTo>
                <a:lnTo>
                  <a:pt x="2127" y="609"/>
                </a:lnTo>
                <a:lnTo>
                  <a:pt x="2126" y="609"/>
                </a:lnTo>
                <a:lnTo>
                  <a:pt x="2126" y="608"/>
                </a:lnTo>
                <a:lnTo>
                  <a:pt x="2126" y="607"/>
                </a:lnTo>
                <a:lnTo>
                  <a:pt x="2127" y="607"/>
                </a:lnTo>
                <a:lnTo>
                  <a:pt x="2127" y="606"/>
                </a:lnTo>
                <a:lnTo>
                  <a:pt x="2128" y="606"/>
                </a:lnTo>
                <a:lnTo>
                  <a:pt x="2128" y="605"/>
                </a:lnTo>
                <a:lnTo>
                  <a:pt x="2129" y="605"/>
                </a:lnTo>
                <a:lnTo>
                  <a:pt x="2129" y="604"/>
                </a:lnTo>
                <a:lnTo>
                  <a:pt x="2130" y="603"/>
                </a:lnTo>
                <a:lnTo>
                  <a:pt x="2129" y="603"/>
                </a:lnTo>
                <a:lnTo>
                  <a:pt x="2129" y="602"/>
                </a:lnTo>
                <a:lnTo>
                  <a:pt x="2130" y="602"/>
                </a:lnTo>
                <a:lnTo>
                  <a:pt x="2130" y="601"/>
                </a:lnTo>
                <a:lnTo>
                  <a:pt x="2131" y="601"/>
                </a:lnTo>
                <a:lnTo>
                  <a:pt x="2131" y="600"/>
                </a:lnTo>
                <a:lnTo>
                  <a:pt x="2130" y="600"/>
                </a:lnTo>
                <a:lnTo>
                  <a:pt x="2130" y="599"/>
                </a:lnTo>
                <a:lnTo>
                  <a:pt x="2130" y="598"/>
                </a:lnTo>
                <a:lnTo>
                  <a:pt x="2131" y="598"/>
                </a:lnTo>
                <a:lnTo>
                  <a:pt x="2132" y="597"/>
                </a:lnTo>
                <a:lnTo>
                  <a:pt x="2132" y="598"/>
                </a:lnTo>
                <a:lnTo>
                  <a:pt x="2132" y="597"/>
                </a:lnTo>
                <a:lnTo>
                  <a:pt x="2133" y="597"/>
                </a:lnTo>
                <a:lnTo>
                  <a:pt x="2134" y="597"/>
                </a:lnTo>
                <a:lnTo>
                  <a:pt x="2135" y="597"/>
                </a:lnTo>
                <a:lnTo>
                  <a:pt x="2135" y="596"/>
                </a:lnTo>
                <a:lnTo>
                  <a:pt x="2136" y="596"/>
                </a:lnTo>
                <a:lnTo>
                  <a:pt x="2137" y="596"/>
                </a:lnTo>
                <a:lnTo>
                  <a:pt x="2138" y="596"/>
                </a:lnTo>
                <a:lnTo>
                  <a:pt x="2139" y="596"/>
                </a:lnTo>
                <a:lnTo>
                  <a:pt x="2139" y="595"/>
                </a:lnTo>
                <a:lnTo>
                  <a:pt x="2139" y="594"/>
                </a:lnTo>
                <a:lnTo>
                  <a:pt x="2140" y="594"/>
                </a:lnTo>
                <a:lnTo>
                  <a:pt x="2141" y="594"/>
                </a:lnTo>
                <a:lnTo>
                  <a:pt x="2141" y="593"/>
                </a:lnTo>
                <a:lnTo>
                  <a:pt x="2141" y="592"/>
                </a:lnTo>
                <a:lnTo>
                  <a:pt x="2142" y="592"/>
                </a:lnTo>
                <a:lnTo>
                  <a:pt x="2143" y="592"/>
                </a:lnTo>
                <a:lnTo>
                  <a:pt x="2143" y="593"/>
                </a:lnTo>
                <a:lnTo>
                  <a:pt x="2145" y="593"/>
                </a:lnTo>
                <a:lnTo>
                  <a:pt x="2146" y="593"/>
                </a:lnTo>
                <a:lnTo>
                  <a:pt x="2147" y="593"/>
                </a:lnTo>
                <a:lnTo>
                  <a:pt x="2148" y="593"/>
                </a:lnTo>
                <a:lnTo>
                  <a:pt x="2149" y="593"/>
                </a:lnTo>
                <a:lnTo>
                  <a:pt x="2149" y="592"/>
                </a:lnTo>
                <a:lnTo>
                  <a:pt x="2150" y="592"/>
                </a:lnTo>
                <a:lnTo>
                  <a:pt x="2151" y="591"/>
                </a:lnTo>
                <a:lnTo>
                  <a:pt x="2151" y="590"/>
                </a:lnTo>
                <a:lnTo>
                  <a:pt x="2152" y="589"/>
                </a:lnTo>
                <a:lnTo>
                  <a:pt x="2152" y="588"/>
                </a:lnTo>
                <a:lnTo>
                  <a:pt x="2153" y="587"/>
                </a:lnTo>
                <a:lnTo>
                  <a:pt x="2153" y="586"/>
                </a:lnTo>
                <a:lnTo>
                  <a:pt x="2154" y="585"/>
                </a:lnTo>
                <a:lnTo>
                  <a:pt x="2154" y="584"/>
                </a:lnTo>
                <a:lnTo>
                  <a:pt x="2154" y="583"/>
                </a:lnTo>
                <a:lnTo>
                  <a:pt x="2155" y="583"/>
                </a:lnTo>
                <a:lnTo>
                  <a:pt x="2156" y="583"/>
                </a:lnTo>
                <a:lnTo>
                  <a:pt x="2156" y="584"/>
                </a:lnTo>
                <a:lnTo>
                  <a:pt x="2157" y="584"/>
                </a:lnTo>
                <a:lnTo>
                  <a:pt x="2158" y="584"/>
                </a:lnTo>
                <a:lnTo>
                  <a:pt x="2159" y="584"/>
                </a:lnTo>
                <a:lnTo>
                  <a:pt x="2159" y="583"/>
                </a:lnTo>
                <a:lnTo>
                  <a:pt x="2158" y="583"/>
                </a:lnTo>
                <a:lnTo>
                  <a:pt x="2159" y="583"/>
                </a:lnTo>
                <a:lnTo>
                  <a:pt x="2159" y="582"/>
                </a:lnTo>
                <a:lnTo>
                  <a:pt x="2160" y="582"/>
                </a:lnTo>
                <a:lnTo>
                  <a:pt x="2160" y="581"/>
                </a:lnTo>
                <a:lnTo>
                  <a:pt x="2159" y="581"/>
                </a:lnTo>
                <a:lnTo>
                  <a:pt x="2159" y="580"/>
                </a:lnTo>
                <a:lnTo>
                  <a:pt x="2160" y="580"/>
                </a:lnTo>
                <a:lnTo>
                  <a:pt x="2160" y="581"/>
                </a:lnTo>
                <a:lnTo>
                  <a:pt x="2161" y="581"/>
                </a:lnTo>
                <a:lnTo>
                  <a:pt x="2161" y="580"/>
                </a:lnTo>
                <a:lnTo>
                  <a:pt x="2162" y="580"/>
                </a:lnTo>
                <a:lnTo>
                  <a:pt x="2162" y="579"/>
                </a:lnTo>
                <a:lnTo>
                  <a:pt x="2162" y="578"/>
                </a:lnTo>
                <a:lnTo>
                  <a:pt x="2162" y="577"/>
                </a:lnTo>
                <a:lnTo>
                  <a:pt x="2163" y="577"/>
                </a:lnTo>
                <a:lnTo>
                  <a:pt x="2162" y="577"/>
                </a:lnTo>
                <a:lnTo>
                  <a:pt x="2162" y="576"/>
                </a:lnTo>
                <a:lnTo>
                  <a:pt x="2163" y="575"/>
                </a:lnTo>
                <a:lnTo>
                  <a:pt x="2164" y="575"/>
                </a:lnTo>
                <a:lnTo>
                  <a:pt x="2164" y="574"/>
                </a:lnTo>
                <a:lnTo>
                  <a:pt x="2164" y="573"/>
                </a:lnTo>
                <a:lnTo>
                  <a:pt x="2164" y="572"/>
                </a:lnTo>
                <a:lnTo>
                  <a:pt x="2164" y="571"/>
                </a:lnTo>
                <a:lnTo>
                  <a:pt x="2165" y="571"/>
                </a:lnTo>
                <a:lnTo>
                  <a:pt x="2165" y="572"/>
                </a:lnTo>
                <a:lnTo>
                  <a:pt x="2165" y="571"/>
                </a:lnTo>
                <a:lnTo>
                  <a:pt x="2166" y="571"/>
                </a:lnTo>
                <a:lnTo>
                  <a:pt x="2166" y="570"/>
                </a:lnTo>
                <a:lnTo>
                  <a:pt x="2167" y="570"/>
                </a:lnTo>
                <a:lnTo>
                  <a:pt x="2168" y="570"/>
                </a:lnTo>
                <a:lnTo>
                  <a:pt x="2169" y="570"/>
                </a:lnTo>
                <a:lnTo>
                  <a:pt x="2170" y="569"/>
                </a:lnTo>
                <a:lnTo>
                  <a:pt x="2169" y="569"/>
                </a:lnTo>
                <a:lnTo>
                  <a:pt x="2169" y="568"/>
                </a:lnTo>
                <a:lnTo>
                  <a:pt x="2170" y="568"/>
                </a:lnTo>
                <a:lnTo>
                  <a:pt x="2170" y="567"/>
                </a:lnTo>
                <a:lnTo>
                  <a:pt x="2171" y="567"/>
                </a:lnTo>
                <a:lnTo>
                  <a:pt x="2171" y="566"/>
                </a:lnTo>
                <a:lnTo>
                  <a:pt x="2170" y="566"/>
                </a:lnTo>
                <a:lnTo>
                  <a:pt x="2170" y="565"/>
                </a:lnTo>
                <a:lnTo>
                  <a:pt x="2171" y="565"/>
                </a:lnTo>
                <a:lnTo>
                  <a:pt x="2171" y="566"/>
                </a:lnTo>
                <a:lnTo>
                  <a:pt x="2172" y="566"/>
                </a:lnTo>
                <a:lnTo>
                  <a:pt x="2173" y="566"/>
                </a:lnTo>
                <a:lnTo>
                  <a:pt x="2173" y="565"/>
                </a:lnTo>
                <a:lnTo>
                  <a:pt x="2174" y="565"/>
                </a:lnTo>
                <a:lnTo>
                  <a:pt x="2174" y="564"/>
                </a:lnTo>
                <a:lnTo>
                  <a:pt x="2175" y="564"/>
                </a:lnTo>
                <a:lnTo>
                  <a:pt x="2176" y="564"/>
                </a:lnTo>
                <a:lnTo>
                  <a:pt x="2177" y="564"/>
                </a:lnTo>
                <a:lnTo>
                  <a:pt x="2177" y="563"/>
                </a:lnTo>
                <a:lnTo>
                  <a:pt x="2178" y="563"/>
                </a:lnTo>
                <a:lnTo>
                  <a:pt x="2178" y="564"/>
                </a:lnTo>
                <a:lnTo>
                  <a:pt x="2178" y="563"/>
                </a:lnTo>
                <a:lnTo>
                  <a:pt x="2177" y="562"/>
                </a:lnTo>
                <a:lnTo>
                  <a:pt x="2177" y="563"/>
                </a:lnTo>
                <a:lnTo>
                  <a:pt x="2177" y="562"/>
                </a:lnTo>
                <a:lnTo>
                  <a:pt x="2177" y="561"/>
                </a:lnTo>
                <a:lnTo>
                  <a:pt x="2178" y="561"/>
                </a:lnTo>
                <a:lnTo>
                  <a:pt x="2177" y="561"/>
                </a:lnTo>
                <a:lnTo>
                  <a:pt x="2177" y="560"/>
                </a:lnTo>
                <a:lnTo>
                  <a:pt x="2178" y="559"/>
                </a:lnTo>
                <a:lnTo>
                  <a:pt x="2178" y="560"/>
                </a:lnTo>
                <a:lnTo>
                  <a:pt x="2179" y="559"/>
                </a:lnTo>
                <a:lnTo>
                  <a:pt x="2178" y="559"/>
                </a:lnTo>
                <a:lnTo>
                  <a:pt x="2178" y="558"/>
                </a:lnTo>
                <a:lnTo>
                  <a:pt x="2178" y="557"/>
                </a:lnTo>
                <a:lnTo>
                  <a:pt x="2177" y="558"/>
                </a:lnTo>
                <a:lnTo>
                  <a:pt x="2177" y="557"/>
                </a:lnTo>
                <a:lnTo>
                  <a:pt x="2177" y="556"/>
                </a:lnTo>
                <a:lnTo>
                  <a:pt x="2178" y="556"/>
                </a:lnTo>
                <a:lnTo>
                  <a:pt x="2179" y="556"/>
                </a:lnTo>
                <a:lnTo>
                  <a:pt x="2180" y="556"/>
                </a:lnTo>
                <a:lnTo>
                  <a:pt x="2181" y="556"/>
                </a:lnTo>
                <a:lnTo>
                  <a:pt x="2182" y="556"/>
                </a:lnTo>
                <a:lnTo>
                  <a:pt x="2181" y="556"/>
                </a:lnTo>
                <a:lnTo>
                  <a:pt x="2181" y="555"/>
                </a:lnTo>
                <a:lnTo>
                  <a:pt x="2182" y="555"/>
                </a:lnTo>
                <a:lnTo>
                  <a:pt x="2183" y="555"/>
                </a:lnTo>
                <a:lnTo>
                  <a:pt x="2184" y="554"/>
                </a:lnTo>
                <a:lnTo>
                  <a:pt x="2184" y="555"/>
                </a:lnTo>
                <a:lnTo>
                  <a:pt x="2185" y="555"/>
                </a:lnTo>
                <a:lnTo>
                  <a:pt x="2185" y="556"/>
                </a:lnTo>
                <a:lnTo>
                  <a:pt x="2185" y="555"/>
                </a:lnTo>
                <a:lnTo>
                  <a:pt x="2186" y="555"/>
                </a:lnTo>
                <a:lnTo>
                  <a:pt x="2186" y="554"/>
                </a:lnTo>
                <a:lnTo>
                  <a:pt x="2185" y="554"/>
                </a:lnTo>
                <a:lnTo>
                  <a:pt x="2185" y="553"/>
                </a:lnTo>
                <a:lnTo>
                  <a:pt x="2186" y="553"/>
                </a:lnTo>
                <a:lnTo>
                  <a:pt x="2187" y="553"/>
                </a:lnTo>
                <a:lnTo>
                  <a:pt x="2187" y="552"/>
                </a:lnTo>
                <a:lnTo>
                  <a:pt x="2186" y="552"/>
                </a:lnTo>
                <a:lnTo>
                  <a:pt x="2186" y="551"/>
                </a:lnTo>
                <a:lnTo>
                  <a:pt x="2186" y="550"/>
                </a:lnTo>
                <a:lnTo>
                  <a:pt x="2186" y="549"/>
                </a:lnTo>
                <a:lnTo>
                  <a:pt x="2186" y="548"/>
                </a:lnTo>
                <a:lnTo>
                  <a:pt x="2187" y="548"/>
                </a:lnTo>
                <a:lnTo>
                  <a:pt x="2187" y="547"/>
                </a:lnTo>
                <a:lnTo>
                  <a:pt x="2188" y="547"/>
                </a:lnTo>
                <a:lnTo>
                  <a:pt x="2189" y="547"/>
                </a:lnTo>
                <a:lnTo>
                  <a:pt x="2189" y="546"/>
                </a:lnTo>
                <a:lnTo>
                  <a:pt x="2190" y="546"/>
                </a:lnTo>
                <a:lnTo>
                  <a:pt x="2190" y="545"/>
                </a:lnTo>
                <a:lnTo>
                  <a:pt x="2189" y="545"/>
                </a:lnTo>
                <a:lnTo>
                  <a:pt x="2190" y="545"/>
                </a:lnTo>
                <a:lnTo>
                  <a:pt x="2189" y="545"/>
                </a:lnTo>
                <a:lnTo>
                  <a:pt x="2189" y="544"/>
                </a:lnTo>
                <a:lnTo>
                  <a:pt x="2189" y="543"/>
                </a:lnTo>
                <a:lnTo>
                  <a:pt x="2190" y="543"/>
                </a:lnTo>
                <a:lnTo>
                  <a:pt x="2191" y="543"/>
                </a:lnTo>
                <a:lnTo>
                  <a:pt x="2192" y="543"/>
                </a:lnTo>
                <a:lnTo>
                  <a:pt x="2193" y="543"/>
                </a:lnTo>
                <a:lnTo>
                  <a:pt x="2192" y="542"/>
                </a:lnTo>
                <a:lnTo>
                  <a:pt x="2191" y="542"/>
                </a:lnTo>
                <a:lnTo>
                  <a:pt x="2192" y="542"/>
                </a:lnTo>
                <a:lnTo>
                  <a:pt x="2193" y="542"/>
                </a:lnTo>
                <a:lnTo>
                  <a:pt x="2193" y="541"/>
                </a:lnTo>
                <a:lnTo>
                  <a:pt x="2192" y="541"/>
                </a:lnTo>
                <a:lnTo>
                  <a:pt x="2192" y="540"/>
                </a:lnTo>
                <a:lnTo>
                  <a:pt x="2192" y="539"/>
                </a:lnTo>
                <a:lnTo>
                  <a:pt x="2193" y="539"/>
                </a:lnTo>
                <a:lnTo>
                  <a:pt x="2194" y="539"/>
                </a:lnTo>
                <a:lnTo>
                  <a:pt x="2195" y="538"/>
                </a:lnTo>
                <a:lnTo>
                  <a:pt x="2196" y="538"/>
                </a:lnTo>
                <a:lnTo>
                  <a:pt x="2196" y="539"/>
                </a:lnTo>
                <a:lnTo>
                  <a:pt x="2197" y="539"/>
                </a:lnTo>
                <a:lnTo>
                  <a:pt x="2197" y="538"/>
                </a:lnTo>
                <a:lnTo>
                  <a:pt x="2197" y="537"/>
                </a:lnTo>
                <a:lnTo>
                  <a:pt x="2198" y="537"/>
                </a:lnTo>
                <a:lnTo>
                  <a:pt x="2197" y="536"/>
                </a:lnTo>
                <a:lnTo>
                  <a:pt x="2197" y="535"/>
                </a:lnTo>
                <a:lnTo>
                  <a:pt x="2198" y="535"/>
                </a:lnTo>
                <a:lnTo>
                  <a:pt x="2198" y="536"/>
                </a:lnTo>
                <a:lnTo>
                  <a:pt x="2199" y="536"/>
                </a:lnTo>
                <a:lnTo>
                  <a:pt x="2200" y="536"/>
                </a:lnTo>
                <a:lnTo>
                  <a:pt x="2200" y="537"/>
                </a:lnTo>
                <a:lnTo>
                  <a:pt x="2201" y="536"/>
                </a:lnTo>
                <a:lnTo>
                  <a:pt x="2201" y="535"/>
                </a:lnTo>
                <a:lnTo>
                  <a:pt x="2200" y="535"/>
                </a:lnTo>
                <a:lnTo>
                  <a:pt x="2201" y="535"/>
                </a:lnTo>
                <a:lnTo>
                  <a:pt x="2202" y="535"/>
                </a:lnTo>
                <a:lnTo>
                  <a:pt x="2202" y="534"/>
                </a:lnTo>
                <a:lnTo>
                  <a:pt x="2203" y="534"/>
                </a:lnTo>
                <a:lnTo>
                  <a:pt x="2204" y="534"/>
                </a:lnTo>
                <a:lnTo>
                  <a:pt x="2205" y="534"/>
                </a:lnTo>
                <a:lnTo>
                  <a:pt x="2206" y="534"/>
                </a:lnTo>
                <a:lnTo>
                  <a:pt x="2205" y="534"/>
                </a:lnTo>
                <a:lnTo>
                  <a:pt x="2206" y="534"/>
                </a:lnTo>
                <a:lnTo>
                  <a:pt x="2207" y="534"/>
                </a:lnTo>
                <a:lnTo>
                  <a:pt x="2208" y="534"/>
                </a:lnTo>
                <a:lnTo>
                  <a:pt x="2208" y="533"/>
                </a:lnTo>
                <a:lnTo>
                  <a:pt x="2209" y="534"/>
                </a:lnTo>
                <a:lnTo>
                  <a:pt x="2210" y="533"/>
                </a:lnTo>
                <a:lnTo>
                  <a:pt x="2210" y="534"/>
                </a:lnTo>
                <a:lnTo>
                  <a:pt x="2210" y="533"/>
                </a:lnTo>
                <a:lnTo>
                  <a:pt x="2211" y="532"/>
                </a:lnTo>
                <a:lnTo>
                  <a:pt x="2212" y="532"/>
                </a:lnTo>
                <a:lnTo>
                  <a:pt x="2213" y="532"/>
                </a:lnTo>
                <a:lnTo>
                  <a:pt x="2214" y="532"/>
                </a:lnTo>
                <a:lnTo>
                  <a:pt x="2213" y="532"/>
                </a:lnTo>
                <a:lnTo>
                  <a:pt x="2213" y="531"/>
                </a:lnTo>
                <a:lnTo>
                  <a:pt x="2214" y="531"/>
                </a:lnTo>
                <a:lnTo>
                  <a:pt x="2215" y="531"/>
                </a:lnTo>
                <a:lnTo>
                  <a:pt x="2215" y="530"/>
                </a:lnTo>
                <a:lnTo>
                  <a:pt x="2216" y="530"/>
                </a:lnTo>
                <a:lnTo>
                  <a:pt x="2217" y="530"/>
                </a:lnTo>
                <a:lnTo>
                  <a:pt x="2218" y="531"/>
                </a:lnTo>
                <a:lnTo>
                  <a:pt x="2218" y="530"/>
                </a:lnTo>
                <a:lnTo>
                  <a:pt x="2219" y="530"/>
                </a:lnTo>
                <a:lnTo>
                  <a:pt x="2219" y="529"/>
                </a:lnTo>
                <a:lnTo>
                  <a:pt x="2220" y="529"/>
                </a:lnTo>
                <a:lnTo>
                  <a:pt x="2221" y="529"/>
                </a:lnTo>
                <a:lnTo>
                  <a:pt x="2221" y="528"/>
                </a:lnTo>
                <a:lnTo>
                  <a:pt x="2222" y="528"/>
                </a:lnTo>
                <a:lnTo>
                  <a:pt x="2222" y="527"/>
                </a:lnTo>
                <a:lnTo>
                  <a:pt x="2223" y="528"/>
                </a:lnTo>
                <a:lnTo>
                  <a:pt x="2223" y="527"/>
                </a:lnTo>
                <a:lnTo>
                  <a:pt x="2224" y="527"/>
                </a:lnTo>
                <a:lnTo>
                  <a:pt x="2225" y="527"/>
                </a:lnTo>
                <a:lnTo>
                  <a:pt x="2226" y="527"/>
                </a:lnTo>
                <a:lnTo>
                  <a:pt x="2226" y="526"/>
                </a:lnTo>
                <a:lnTo>
                  <a:pt x="2226" y="525"/>
                </a:lnTo>
                <a:lnTo>
                  <a:pt x="2228" y="525"/>
                </a:lnTo>
                <a:lnTo>
                  <a:pt x="2228" y="526"/>
                </a:lnTo>
                <a:lnTo>
                  <a:pt x="2228" y="525"/>
                </a:lnTo>
                <a:lnTo>
                  <a:pt x="2229" y="525"/>
                </a:lnTo>
                <a:lnTo>
                  <a:pt x="2228" y="525"/>
                </a:lnTo>
                <a:lnTo>
                  <a:pt x="2229" y="525"/>
                </a:lnTo>
                <a:lnTo>
                  <a:pt x="2230" y="525"/>
                </a:lnTo>
                <a:lnTo>
                  <a:pt x="2231" y="525"/>
                </a:lnTo>
                <a:lnTo>
                  <a:pt x="2232" y="525"/>
                </a:lnTo>
                <a:lnTo>
                  <a:pt x="2231" y="525"/>
                </a:lnTo>
                <a:lnTo>
                  <a:pt x="2231" y="526"/>
                </a:lnTo>
                <a:lnTo>
                  <a:pt x="2231" y="525"/>
                </a:lnTo>
                <a:lnTo>
                  <a:pt x="2231" y="526"/>
                </a:lnTo>
                <a:lnTo>
                  <a:pt x="2232" y="526"/>
                </a:lnTo>
                <a:lnTo>
                  <a:pt x="2232" y="525"/>
                </a:lnTo>
                <a:lnTo>
                  <a:pt x="2233" y="525"/>
                </a:lnTo>
                <a:lnTo>
                  <a:pt x="2233" y="526"/>
                </a:lnTo>
                <a:lnTo>
                  <a:pt x="2234" y="526"/>
                </a:lnTo>
                <a:lnTo>
                  <a:pt x="2234" y="525"/>
                </a:lnTo>
                <a:lnTo>
                  <a:pt x="2235" y="525"/>
                </a:lnTo>
                <a:lnTo>
                  <a:pt x="2236" y="525"/>
                </a:lnTo>
                <a:lnTo>
                  <a:pt x="2236" y="524"/>
                </a:lnTo>
                <a:lnTo>
                  <a:pt x="2237" y="524"/>
                </a:lnTo>
                <a:lnTo>
                  <a:pt x="2238" y="524"/>
                </a:lnTo>
                <a:lnTo>
                  <a:pt x="2238" y="525"/>
                </a:lnTo>
                <a:lnTo>
                  <a:pt x="2239" y="525"/>
                </a:lnTo>
                <a:lnTo>
                  <a:pt x="2239" y="524"/>
                </a:lnTo>
                <a:lnTo>
                  <a:pt x="2240" y="523"/>
                </a:lnTo>
                <a:lnTo>
                  <a:pt x="2241" y="523"/>
                </a:lnTo>
                <a:lnTo>
                  <a:pt x="2242" y="523"/>
                </a:lnTo>
                <a:lnTo>
                  <a:pt x="2243" y="523"/>
                </a:lnTo>
                <a:lnTo>
                  <a:pt x="2243" y="522"/>
                </a:lnTo>
                <a:lnTo>
                  <a:pt x="2244" y="522"/>
                </a:lnTo>
                <a:lnTo>
                  <a:pt x="2244" y="521"/>
                </a:lnTo>
                <a:lnTo>
                  <a:pt x="2245" y="521"/>
                </a:lnTo>
                <a:lnTo>
                  <a:pt x="2245" y="520"/>
                </a:lnTo>
                <a:lnTo>
                  <a:pt x="2245" y="519"/>
                </a:lnTo>
                <a:lnTo>
                  <a:pt x="2245" y="518"/>
                </a:lnTo>
                <a:lnTo>
                  <a:pt x="2245" y="517"/>
                </a:lnTo>
                <a:lnTo>
                  <a:pt x="2246" y="517"/>
                </a:lnTo>
                <a:lnTo>
                  <a:pt x="2247" y="517"/>
                </a:lnTo>
                <a:lnTo>
                  <a:pt x="2247" y="516"/>
                </a:lnTo>
                <a:lnTo>
                  <a:pt x="2248" y="516"/>
                </a:lnTo>
                <a:lnTo>
                  <a:pt x="2249" y="516"/>
                </a:lnTo>
                <a:lnTo>
                  <a:pt x="2248" y="516"/>
                </a:lnTo>
                <a:lnTo>
                  <a:pt x="2248" y="515"/>
                </a:lnTo>
                <a:lnTo>
                  <a:pt x="2249" y="515"/>
                </a:lnTo>
                <a:lnTo>
                  <a:pt x="2249" y="514"/>
                </a:lnTo>
                <a:lnTo>
                  <a:pt x="2249" y="513"/>
                </a:lnTo>
                <a:lnTo>
                  <a:pt x="2250" y="512"/>
                </a:lnTo>
                <a:lnTo>
                  <a:pt x="2250" y="511"/>
                </a:lnTo>
                <a:lnTo>
                  <a:pt x="2250" y="510"/>
                </a:lnTo>
                <a:lnTo>
                  <a:pt x="2251" y="510"/>
                </a:lnTo>
                <a:lnTo>
                  <a:pt x="2250" y="510"/>
                </a:lnTo>
                <a:lnTo>
                  <a:pt x="2250" y="509"/>
                </a:lnTo>
                <a:lnTo>
                  <a:pt x="2251" y="509"/>
                </a:lnTo>
                <a:lnTo>
                  <a:pt x="2251" y="508"/>
                </a:lnTo>
                <a:lnTo>
                  <a:pt x="2250" y="508"/>
                </a:lnTo>
                <a:lnTo>
                  <a:pt x="2250" y="507"/>
                </a:lnTo>
                <a:lnTo>
                  <a:pt x="2251" y="507"/>
                </a:lnTo>
                <a:lnTo>
                  <a:pt x="2252" y="508"/>
                </a:lnTo>
                <a:lnTo>
                  <a:pt x="2253" y="508"/>
                </a:lnTo>
                <a:lnTo>
                  <a:pt x="2254" y="508"/>
                </a:lnTo>
                <a:lnTo>
                  <a:pt x="2255" y="508"/>
                </a:lnTo>
                <a:lnTo>
                  <a:pt x="2255" y="507"/>
                </a:lnTo>
                <a:lnTo>
                  <a:pt x="2255" y="506"/>
                </a:lnTo>
                <a:lnTo>
                  <a:pt x="2256" y="506"/>
                </a:lnTo>
                <a:lnTo>
                  <a:pt x="2256" y="505"/>
                </a:lnTo>
                <a:lnTo>
                  <a:pt x="2256" y="504"/>
                </a:lnTo>
                <a:lnTo>
                  <a:pt x="2257" y="504"/>
                </a:lnTo>
                <a:lnTo>
                  <a:pt x="2258" y="503"/>
                </a:lnTo>
                <a:lnTo>
                  <a:pt x="2258" y="502"/>
                </a:lnTo>
                <a:lnTo>
                  <a:pt x="2258" y="503"/>
                </a:lnTo>
                <a:lnTo>
                  <a:pt x="2259" y="503"/>
                </a:lnTo>
                <a:lnTo>
                  <a:pt x="2260" y="502"/>
                </a:lnTo>
                <a:lnTo>
                  <a:pt x="2260" y="501"/>
                </a:lnTo>
                <a:lnTo>
                  <a:pt x="2260" y="500"/>
                </a:lnTo>
                <a:lnTo>
                  <a:pt x="2259" y="500"/>
                </a:lnTo>
                <a:lnTo>
                  <a:pt x="2259" y="498"/>
                </a:lnTo>
                <a:lnTo>
                  <a:pt x="2260" y="498"/>
                </a:lnTo>
                <a:lnTo>
                  <a:pt x="2261" y="497"/>
                </a:lnTo>
                <a:lnTo>
                  <a:pt x="2261" y="496"/>
                </a:lnTo>
                <a:lnTo>
                  <a:pt x="2261" y="495"/>
                </a:lnTo>
                <a:lnTo>
                  <a:pt x="2260" y="495"/>
                </a:lnTo>
                <a:lnTo>
                  <a:pt x="2260" y="494"/>
                </a:lnTo>
                <a:lnTo>
                  <a:pt x="2261" y="494"/>
                </a:lnTo>
                <a:lnTo>
                  <a:pt x="2262" y="494"/>
                </a:lnTo>
                <a:lnTo>
                  <a:pt x="2263" y="494"/>
                </a:lnTo>
                <a:lnTo>
                  <a:pt x="2263" y="493"/>
                </a:lnTo>
                <a:lnTo>
                  <a:pt x="2263" y="492"/>
                </a:lnTo>
                <a:lnTo>
                  <a:pt x="2262" y="492"/>
                </a:lnTo>
                <a:lnTo>
                  <a:pt x="2262" y="491"/>
                </a:lnTo>
                <a:lnTo>
                  <a:pt x="2262" y="490"/>
                </a:lnTo>
                <a:lnTo>
                  <a:pt x="2263" y="490"/>
                </a:lnTo>
                <a:lnTo>
                  <a:pt x="2264" y="489"/>
                </a:lnTo>
                <a:lnTo>
                  <a:pt x="2263" y="488"/>
                </a:lnTo>
                <a:lnTo>
                  <a:pt x="2262" y="487"/>
                </a:lnTo>
                <a:lnTo>
                  <a:pt x="2261" y="487"/>
                </a:lnTo>
                <a:lnTo>
                  <a:pt x="2261" y="486"/>
                </a:lnTo>
                <a:lnTo>
                  <a:pt x="2260" y="486"/>
                </a:lnTo>
                <a:lnTo>
                  <a:pt x="2260" y="485"/>
                </a:lnTo>
                <a:lnTo>
                  <a:pt x="2260" y="484"/>
                </a:lnTo>
                <a:lnTo>
                  <a:pt x="2260" y="483"/>
                </a:lnTo>
                <a:lnTo>
                  <a:pt x="2260" y="482"/>
                </a:lnTo>
                <a:lnTo>
                  <a:pt x="2261" y="482"/>
                </a:lnTo>
                <a:lnTo>
                  <a:pt x="2261" y="481"/>
                </a:lnTo>
                <a:lnTo>
                  <a:pt x="2260" y="480"/>
                </a:lnTo>
                <a:lnTo>
                  <a:pt x="2261" y="480"/>
                </a:lnTo>
                <a:lnTo>
                  <a:pt x="2262" y="480"/>
                </a:lnTo>
                <a:lnTo>
                  <a:pt x="2262" y="479"/>
                </a:lnTo>
                <a:lnTo>
                  <a:pt x="2261" y="479"/>
                </a:lnTo>
                <a:lnTo>
                  <a:pt x="2260" y="479"/>
                </a:lnTo>
                <a:lnTo>
                  <a:pt x="2260" y="478"/>
                </a:lnTo>
                <a:lnTo>
                  <a:pt x="2261" y="478"/>
                </a:lnTo>
                <a:lnTo>
                  <a:pt x="2261" y="477"/>
                </a:lnTo>
                <a:lnTo>
                  <a:pt x="2260" y="477"/>
                </a:lnTo>
                <a:lnTo>
                  <a:pt x="2259" y="477"/>
                </a:lnTo>
                <a:lnTo>
                  <a:pt x="2259" y="476"/>
                </a:lnTo>
                <a:lnTo>
                  <a:pt x="2260" y="476"/>
                </a:lnTo>
                <a:lnTo>
                  <a:pt x="2261" y="476"/>
                </a:lnTo>
                <a:lnTo>
                  <a:pt x="2261" y="475"/>
                </a:lnTo>
                <a:lnTo>
                  <a:pt x="2261" y="474"/>
                </a:lnTo>
                <a:lnTo>
                  <a:pt x="2261" y="473"/>
                </a:lnTo>
                <a:lnTo>
                  <a:pt x="2262" y="472"/>
                </a:lnTo>
                <a:lnTo>
                  <a:pt x="2263" y="472"/>
                </a:lnTo>
                <a:lnTo>
                  <a:pt x="2263" y="471"/>
                </a:lnTo>
                <a:lnTo>
                  <a:pt x="2263" y="470"/>
                </a:lnTo>
                <a:lnTo>
                  <a:pt x="2264" y="470"/>
                </a:lnTo>
                <a:lnTo>
                  <a:pt x="2263" y="470"/>
                </a:lnTo>
                <a:lnTo>
                  <a:pt x="2262" y="470"/>
                </a:lnTo>
                <a:lnTo>
                  <a:pt x="2261" y="470"/>
                </a:lnTo>
                <a:lnTo>
                  <a:pt x="2261" y="469"/>
                </a:lnTo>
                <a:lnTo>
                  <a:pt x="2262" y="469"/>
                </a:lnTo>
                <a:lnTo>
                  <a:pt x="2262" y="468"/>
                </a:lnTo>
                <a:lnTo>
                  <a:pt x="2262" y="467"/>
                </a:lnTo>
                <a:lnTo>
                  <a:pt x="2261" y="467"/>
                </a:lnTo>
                <a:lnTo>
                  <a:pt x="2261" y="466"/>
                </a:lnTo>
                <a:lnTo>
                  <a:pt x="2262" y="466"/>
                </a:lnTo>
                <a:lnTo>
                  <a:pt x="2261" y="466"/>
                </a:lnTo>
                <a:lnTo>
                  <a:pt x="2261" y="465"/>
                </a:lnTo>
                <a:lnTo>
                  <a:pt x="2260" y="465"/>
                </a:lnTo>
                <a:lnTo>
                  <a:pt x="2259" y="465"/>
                </a:lnTo>
                <a:lnTo>
                  <a:pt x="2259" y="466"/>
                </a:lnTo>
                <a:lnTo>
                  <a:pt x="2259" y="465"/>
                </a:lnTo>
                <a:lnTo>
                  <a:pt x="2258" y="465"/>
                </a:lnTo>
                <a:lnTo>
                  <a:pt x="2257" y="465"/>
                </a:lnTo>
                <a:lnTo>
                  <a:pt x="2257" y="466"/>
                </a:lnTo>
                <a:lnTo>
                  <a:pt x="2257" y="467"/>
                </a:lnTo>
                <a:lnTo>
                  <a:pt x="2257" y="466"/>
                </a:lnTo>
                <a:lnTo>
                  <a:pt x="2256" y="466"/>
                </a:lnTo>
                <a:lnTo>
                  <a:pt x="2255" y="466"/>
                </a:lnTo>
                <a:lnTo>
                  <a:pt x="2256" y="467"/>
                </a:lnTo>
                <a:lnTo>
                  <a:pt x="2256" y="468"/>
                </a:lnTo>
                <a:lnTo>
                  <a:pt x="2255" y="468"/>
                </a:lnTo>
                <a:lnTo>
                  <a:pt x="2255" y="467"/>
                </a:lnTo>
                <a:lnTo>
                  <a:pt x="2255" y="466"/>
                </a:lnTo>
                <a:lnTo>
                  <a:pt x="2254" y="466"/>
                </a:lnTo>
                <a:lnTo>
                  <a:pt x="2253" y="465"/>
                </a:lnTo>
                <a:lnTo>
                  <a:pt x="2252" y="465"/>
                </a:lnTo>
                <a:lnTo>
                  <a:pt x="2252" y="466"/>
                </a:lnTo>
                <a:lnTo>
                  <a:pt x="2252" y="467"/>
                </a:lnTo>
                <a:lnTo>
                  <a:pt x="2251" y="467"/>
                </a:lnTo>
                <a:lnTo>
                  <a:pt x="2251" y="468"/>
                </a:lnTo>
                <a:lnTo>
                  <a:pt x="2251" y="469"/>
                </a:lnTo>
                <a:lnTo>
                  <a:pt x="2250" y="469"/>
                </a:lnTo>
                <a:lnTo>
                  <a:pt x="2249" y="468"/>
                </a:lnTo>
                <a:lnTo>
                  <a:pt x="2249" y="467"/>
                </a:lnTo>
                <a:lnTo>
                  <a:pt x="2248" y="466"/>
                </a:lnTo>
                <a:lnTo>
                  <a:pt x="2247" y="466"/>
                </a:lnTo>
                <a:lnTo>
                  <a:pt x="2246" y="466"/>
                </a:lnTo>
                <a:lnTo>
                  <a:pt x="2246" y="467"/>
                </a:lnTo>
                <a:lnTo>
                  <a:pt x="2245" y="468"/>
                </a:lnTo>
                <a:lnTo>
                  <a:pt x="2244" y="469"/>
                </a:lnTo>
                <a:lnTo>
                  <a:pt x="2243" y="469"/>
                </a:lnTo>
                <a:lnTo>
                  <a:pt x="2243" y="468"/>
                </a:lnTo>
                <a:lnTo>
                  <a:pt x="2244" y="468"/>
                </a:lnTo>
                <a:lnTo>
                  <a:pt x="2244" y="467"/>
                </a:lnTo>
                <a:lnTo>
                  <a:pt x="2245" y="467"/>
                </a:lnTo>
                <a:lnTo>
                  <a:pt x="2245" y="466"/>
                </a:lnTo>
                <a:lnTo>
                  <a:pt x="2244" y="466"/>
                </a:lnTo>
                <a:lnTo>
                  <a:pt x="2244" y="467"/>
                </a:lnTo>
                <a:lnTo>
                  <a:pt x="2243" y="467"/>
                </a:lnTo>
                <a:lnTo>
                  <a:pt x="2241" y="467"/>
                </a:lnTo>
                <a:lnTo>
                  <a:pt x="2241" y="466"/>
                </a:lnTo>
                <a:lnTo>
                  <a:pt x="2242" y="466"/>
                </a:lnTo>
                <a:lnTo>
                  <a:pt x="2242" y="465"/>
                </a:lnTo>
                <a:lnTo>
                  <a:pt x="2243" y="465"/>
                </a:lnTo>
                <a:lnTo>
                  <a:pt x="2242" y="465"/>
                </a:lnTo>
                <a:lnTo>
                  <a:pt x="2242" y="464"/>
                </a:lnTo>
                <a:lnTo>
                  <a:pt x="2241" y="464"/>
                </a:lnTo>
                <a:lnTo>
                  <a:pt x="2241" y="465"/>
                </a:lnTo>
                <a:lnTo>
                  <a:pt x="2240" y="464"/>
                </a:lnTo>
                <a:lnTo>
                  <a:pt x="2240" y="463"/>
                </a:lnTo>
                <a:lnTo>
                  <a:pt x="2239" y="463"/>
                </a:lnTo>
                <a:lnTo>
                  <a:pt x="2239" y="464"/>
                </a:lnTo>
                <a:lnTo>
                  <a:pt x="2239" y="465"/>
                </a:lnTo>
                <a:lnTo>
                  <a:pt x="2238" y="465"/>
                </a:lnTo>
                <a:lnTo>
                  <a:pt x="2237" y="464"/>
                </a:lnTo>
                <a:lnTo>
                  <a:pt x="2237" y="463"/>
                </a:lnTo>
                <a:lnTo>
                  <a:pt x="2238" y="463"/>
                </a:lnTo>
                <a:lnTo>
                  <a:pt x="2239" y="462"/>
                </a:lnTo>
                <a:lnTo>
                  <a:pt x="2239" y="461"/>
                </a:lnTo>
                <a:lnTo>
                  <a:pt x="2239" y="460"/>
                </a:lnTo>
                <a:lnTo>
                  <a:pt x="2240" y="460"/>
                </a:lnTo>
                <a:lnTo>
                  <a:pt x="2240" y="459"/>
                </a:lnTo>
                <a:lnTo>
                  <a:pt x="2240" y="458"/>
                </a:lnTo>
                <a:lnTo>
                  <a:pt x="2241" y="458"/>
                </a:lnTo>
                <a:lnTo>
                  <a:pt x="2242" y="458"/>
                </a:lnTo>
                <a:lnTo>
                  <a:pt x="2243" y="458"/>
                </a:lnTo>
                <a:lnTo>
                  <a:pt x="2244" y="459"/>
                </a:lnTo>
                <a:lnTo>
                  <a:pt x="2245" y="459"/>
                </a:lnTo>
                <a:lnTo>
                  <a:pt x="2246" y="459"/>
                </a:lnTo>
                <a:lnTo>
                  <a:pt x="2246" y="458"/>
                </a:lnTo>
                <a:lnTo>
                  <a:pt x="2245" y="458"/>
                </a:lnTo>
                <a:lnTo>
                  <a:pt x="2245" y="457"/>
                </a:lnTo>
                <a:lnTo>
                  <a:pt x="2246" y="457"/>
                </a:lnTo>
                <a:lnTo>
                  <a:pt x="2246" y="456"/>
                </a:lnTo>
                <a:lnTo>
                  <a:pt x="2246" y="455"/>
                </a:lnTo>
                <a:lnTo>
                  <a:pt x="2246" y="454"/>
                </a:lnTo>
                <a:lnTo>
                  <a:pt x="2247" y="454"/>
                </a:lnTo>
                <a:lnTo>
                  <a:pt x="2248" y="454"/>
                </a:lnTo>
                <a:lnTo>
                  <a:pt x="2248" y="453"/>
                </a:lnTo>
                <a:lnTo>
                  <a:pt x="2248" y="452"/>
                </a:lnTo>
                <a:lnTo>
                  <a:pt x="2247" y="452"/>
                </a:lnTo>
                <a:lnTo>
                  <a:pt x="2247" y="451"/>
                </a:lnTo>
                <a:lnTo>
                  <a:pt x="2248" y="451"/>
                </a:lnTo>
                <a:lnTo>
                  <a:pt x="2248" y="450"/>
                </a:lnTo>
                <a:lnTo>
                  <a:pt x="2249" y="450"/>
                </a:lnTo>
                <a:lnTo>
                  <a:pt x="2249" y="449"/>
                </a:lnTo>
                <a:lnTo>
                  <a:pt x="2248" y="448"/>
                </a:lnTo>
                <a:lnTo>
                  <a:pt x="2248" y="447"/>
                </a:lnTo>
                <a:lnTo>
                  <a:pt x="2248" y="446"/>
                </a:lnTo>
                <a:lnTo>
                  <a:pt x="2247" y="446"/>
                </a:lnTo>
                <a:lnTo>
                  <a:pt x="2246" y="446"/>
                </a:lnTo>
                <a:lnTo>
                  <a:pt x="2245" y="446"/>
                </a:lnTo>
                <a:lnTo>
                  <a:pt x="2245" y="445"/>
                </a:lnTo>
                <a:lnTo>
                  <a:pt x="2246" y="445"/>
                </a:lnTo>
                <a:lnTo>
                  <a:pt x="2248" y="445"/>
                </a:lnTo>
                <a:lnTo>
                  <a:pt x="2248" y="444"/>
                </a:lnTo>
                <a:lnTo>
                  <a:pt x="2248" y="442"/>
                </a:lnTo>
                <a:lnTo>
                  <a:pt x="2248" y="441"/>
                </a:lnTo>
                <a:lnTo>
                  <a:pt x="2248" y="440"/>
                </a:lnTo>
                <a:lnTo>
                  <a:pt x="2248" y="439"/>
                </a:lnTo>
                <a:lnTo>
                  <a:pt x="2249" y="439"/>
                </a:lnTo>
                <a:lnTo>
                  <a:pt x="2249" y="438"/>
                </a:lnTo>
                <a:lnTo>
                  <a:pt x="2249" y="437"/>
                </a:lnTo>
                <a:lnTo>
                  <a:pt x="2248" y="437"/>
                </a:lnTo>
                <a:lnTo>
                  <a:pt x="2247" y="437"/>
                </a:lnTo>
                <a:lnTo>
                  <a:pt x="2247" y="436"/>
                </a:lnTo>
                <a:lnTo>
                  <a:pt x="2248" y="436"/>
                </a:lnTo>
                <a:lnTo>
                  <a:pt x="2247" y="436"/>
                </a:lnTo>
                <a:lnTo>
                  <a:pt x="2247" y="435"/>
                </a:lnTo>
                <a:lnTo>
                  <a:pt x="2248" y="435"/>
                </a:lnTo>
                <a:lnTo>
                  <a:pt x="2249" y="435"/>
                </a:lnTo>
                <a:lnTo>
                  <a:pt x="2250" y="434"/>
                </a:lnTo>
                <a:lnTo>
                  <a:pt x="2250" y="433"/>
                </a:lnTo>
                <a:lnTo>
                  <a:pt x="2250" y="432"/>
                </a:lnTo>
                <a:lnTo>
                  <a:pt x="2249" y="432"/>
                </a:lnTo>
                <a:lnTo>
                  <a:pt x="2249" y="431"/>
                </a:lnTo>
                <a:lnTo>
                  <a:pt x="2248" y="431"/>
                </a:lnTo>
                <a:lnTo>
                  <a:pt x="2248" y="430"/>
                </a:lnTo>
                <a:lnTo>
                  <a:pt x="2248" y="429"/>
                </a:lnTo>
                <a:lnTo>
                  <a:pt x="2249" y="429"/>
                </a:lnTo>
                <a:lnTo>
                  <a:pt x="2249" y="428"/>
                </a:lnTo>
                <a:lnTo>
                  <a:pt x="2250" y="428"/>
                </a:lnTo>
                <a:lnTo>
                  <a:pt x="2251" y="428"/>
                </a:lnTo>
                <a:lnTo>
                  <a:pt x="2251" y="427"/>
                </a:lnTo>
                <a:lnTo>
                  <a:pt x="2252" y="427"/>
                </a:lnTo>
                <a:lnTo>
                  <a:pt x="2252" y="426"/>
                </a:lnTo>
                <a:lnTo>
                  <a:pt x="2253" y="426"/>
                </a:lnTo>
                <a:lnTo>
                  <a:pt x="2253" y="425"/>
                </a:lnTo>
                <a:lnTo>
                  <a:pt x="2252" y="425"/>
                </a:lnTo>
                <a:lnTo>
                  <a:pt x="2252" y="424"/>
                </a:lnTo>
                <a:lnTo>
                  <a:pt x="2252" y="423"/>
                </a:lnTo>
                <a:lnTo>
                  <a:pt x="2253" y="423"/>
                </a:lnTo>
                <a:lnTo>
                  <a:pt x="2253" y="424"/>
                </a:lnTo>
                <a:lnTo>
                  <a:pt x="2253" y="425"/>
                </a:lnTo>
                <a:lnTo>
                  <a:pt x="2254" y="425"/>
                </a:lnTo>
                <a:lnTo>
                  <a:pt x="2255" y="425"/>
                </a:lnTo>
                <a:lnTo>
                  <a:pt x="2255" y="424"/>
                </a:lnTo>
                <a:lnTo>
                  <a:pt x="2256" y="423"/>
                </a:lnTo>
                <a:lnTo>
                  <a:pt x="2256" y="422"/>
                </a:lnTo>
                <a:lnTo>
                  <a:pt x="2256" y="421"/>
                </a:lnTo>
                <a:lnTo>
                  <a:pt x="2257" y="420"/>
                </a:lnTo>
                <a:lnTo>
                  <a:pt x="2257" y="419"/>
                </a:lnTo>
                <a:lnTo>
                  <a:pt x="2256" y="419"/>
                </a:lnTo>
                <a:lnTo>
                  <a:pt x="2256" y="418"/>
                </a:lnTo>
                <a:lnTo>
                  <a:pt x="2256" y="417"/>
                </a:lnTo>
                <a:lnTo>
                  <a:pt x="2257" y="417"/>
                </a:lnTo>
                <a:lnTo>
                  <a:pt x="2258" y="417"/>
                </a:lnTo>
                <a:lnTo>
                  <a:pt x="2259" y="416"/>
                </a:lnTo>
                <a:lnTo>
                  <a:pt x="2260" y="416"/>
                </a:lnTo>
                <a:lnTo>
                  <a:pt x="2261" y="416"/>
                </a:lnTo>
                <a:lnTo>
                  <a:pt x="2261" y="415"/>
                </a:lnTo>
                <a:lnTo>
                  <a:pt x="2262" y="414"/>
                </a:lnTo>
                <a:lnTo>
                  <a:pt x="2262" y="413"/>
                </a:lnTo>
                <a:lnTo>
                  <a:pt x="2262" y="412"/>
                </a:lnTo>
                <a:lnTo>
                  <a:pt x="2263" y="412"/>
                </a:lnTo>
                <a:lnTo>
                  <a:pt x="2263" y="411"/>
                </a:lnTo>
                <a:lnTo>
                  <a:pt x="2264" y="410"/>
                </a:lnTo>
                <a:lnTo>
                  <a:pt x="2264" y="409"/>
                </a:lnTo>
                <a:lnTo>
                  <a:pt x="2264" y="408"/>
                </a:lnTo>
                <a:lnTo>
                  <a:pt x="2264" y="407"/>
                </a:lnTo>
                <a:lnTo>
                  <a:pt x="2265" y="407"/>
                </a:lnTo>
                <a:lnTo>
                  <a:pt x="2266" y="406"/>
                </a:lnTo>
                <a:lnTo>
                  <a:pt x="2266" y="405"/>
                </a:lnTo>
                <a:lnTo>
                  <a:pt x="2266" y="404"/>
                </a:lnTo>
                <a:lnTo>
                  <a:pt x="2266" y="403"/>
                </a:lnTo>
                <a:lnTo>
                  <a:pt x="2265" y="402"/>
                </a:lnTo>
                <a:lnTo>
                  <a:pt x="2265" y="401"/>
                </a:lnTo>
                <a:lnTo>
                  <a:pt x="2266" y="401"/>
                </a:lnTo>
                <a:lnTo>
                  <a:pt x="2266" y="402"/>
                </a:lnTo>
                <a:lnTo>
                  <a:pt x="2266" y="401"/>
                </a:lnTo>
                <a:lnTo>
                  <a:pt x="2265" y="400"/>
                </a:lnTo>
                <a:lnTo>
                  <a:pt x="2266" y="400"/>
                </a:lnTo>
                <a:lnTo>
                  <a:pt x="2266" y="399"/>
                </a:lnTo>
                <a:lnTo>
                  <a:pt x="2267" y="399"/>
                </a:lnTo>
                <a:lnTo>
                  <a:pt x="2266" y="399"/>
                </a:lnTo>
                <a:lnTo>
                  <a:pt x="2266" y="398"/>
                </a:lnTo>
                <a:lnTo>
                  <a:pt x="2266" y="397"/>
                </a:lnTo>
                <a:lnTo>
                  <a:pt x="2266" y="396"/>
                </a:lnTo>
                <a:lnTo>
                  <a:pt x="2266" y="395"/>
                </a:lnTo>
                <a:lnTo>
                  <a:pt x="2265" y="395"/>
                </a:lnTo>
                <a:lnTo>
                  <a:pt x="2264" y="394"/>
                </a:lnTo>
                <a:lnTo>
                  <a:pt x="2264" y="393"/>
                </a:lnTo>
                <a:lnTo>
                  <a:pt x="2263" y="392"/>
                </a:lnTo>
                <a:lnTo>
                  <a:pt x="2263" y="391"/>
                </a:lnTo>
                <a:lnTo>
                  <a:pt x="2264" y="391"/>
                </a:lnTo>
                <a:lnTo>
                  <a:pt x="2264" y="390"/>
                </a:lnTo>
                <a:lnTo>
                  <a:pt x="2264" y="389"/>
                </a:lnTo>
                <a:lnTo>
                  <a:pt x="2263" y="388"/>
                </a:lnTo>
                <a:lnTo>
                  <a:pt x="2263" y="389"/>
                </a:lnTo>
                <a:lnTo>
                  <a:pt x="2262" y="388"/>
                </a:lnTo>
                <a:lnTo>
                  <a:pt x="2262" y="387"/>
                </a:lnTo>
                <a:lnTo>
                  <a:pt x="2263" y="386"/>
                </a:lnTo>
                <a:lnTo>
                  <a:pt x="2264" y="385"/>
                </a:lnTo>
                <a:lnTo>
                  <a:pt x="2264" y="384"/>
                </a:lnTo>
                <a:lnTo>
                  <a:pt x="2264" y="383"/>
                </a:lnTo>
                <a:lnTo>
                  <a:pt x="2265" y="383"/>
                </a:lnTo>
                <a:lnTo>
                  <a:pt x="2265" y="382"/>
                </a:lnTo>
                <a:lnTo>
                  <a:pt x="2265" y="381"/>
                </a:lnTo>
                <a:lnTo>
                  <a:pt x="2266" y="381"/>
                </a:lnTo>
                <a:lnTo>
                  <a:pt x="2266" y="380"/>
                </a:lnTo>
                <a:lnTo>
                  <a:pt x="2267" y="380"/>
                </a:lnTo>
                <a:lnTo>
                  <a:pt x="2267" y="379"/>
                </a:lnTo>
                <a:lnTo>
                  <a:pt x="2268" y="379"/>
                </a:lnTo>
                <a:lnTo>
                  <a:pt x="2268" y="378"/>
                </a:lnTo>
                <a:lnTo>
                  <a:pt x="2269" y="377"/>
                </a:lnTo>
                <a:lnTo>
                  <a:pt x="2269" y="376"/>
                </a:lnTo>
                <a:lnTo>
                  <a:pt x="2269" y="375"/>
                </a:lnTo>
                <a:lnTo>
                  <a:pt x="2269" y="374"/>
                </a:lnTo>
                <a:lnTo>
                  <a:pt x="2269" y="373"/>
                </a:lnTo>
                <a:lnTo>
                  <a:pt x="2270" y="373"/>
                </a:lnTo>
                <a:lnTo>
                  <a:pt x="2270" y="372"/>
                </a:lnTo>
                <a:lnTo>
                  <a:pt x="2270" y="371"/>
                </a:lnTo>
                <a:lnTo>
                  <a:pt x="2270" y="370"/>
                </a:lnTo>
                <a:lnTo>
                  <a:pt x="2271" y="369"/>
                </a:lnTo>
                <a:lnTo>
                  <a:pt x="2272" y="369"/>
                </a:lnTo>
                <a:lnTo>
                  <a:pt x="2272" y="368"/>
                </a:lnTo>
                <a:lnTo>
                  <a:pt x="2273" y="368"/>
                </a:lnTo>
                <a:lnTo>
                  <a:pt x="2273" y="367"/>
                </a:lnTo>
                <a:lnTo>
                  <a:pt x="2273" y="366"/>
                </a:lnTo>
                <a:lnTo>
                  <a:pt x="2273" y="365"/>
                </a:lnTo>
                <a:lnTo>
                  <a:pt x="2274" y="365"/>
                </a:lnTo>
                <a:lnTo>
                  <a:pt x="2275" y="365"/>
                </a:lnTo>
                <a:lnTo>
                  <a:pt x="2275" y="364"/>
                </a:lnTo>
                <a:lnTo>
                  <a:pt x="2276" y="364"/>
                </a:lnTo>
                <a:lnTo>
                  <a:pt x="2276" y="365"/>
                </a:lnTo>
                <a:lnTo>
                  <a:pt x="2276" y="364"/>
                </a:lnTo>
                <a:lnTo>
                  <a:pt x="2277" y="364"/>
                </a:lnTo>
                <a:lnTo>
                  <a:pt x="2278" y="364"/>
                </a:lnTo>
                <a:lnTo>
                  <a:pt x="2278" y="363"/>
                </a:lnTo>
                <a:lnTo>
                  <a:pt x="2278" y="362"/>
                </a:lnTo>
                <a:lnTo>
                  <a:pt x="2278" y="361"/>
                </a:lnTo>
                <a:lnTo>
                  <a:pt x="2278" y="362"/>
                </a:lnTo>
                <a:lnTo>
                  <a:pt x="2277" y="362"/>
                </a:lnTo>
                <a:lnTo>
                  <a:pt x="2277" y="361"/>
                </a:lnTo>
                <a:lnTo>
                  <a:pt x="2278" y="361"/>
                </a:lnTo>
                <a:lnTo>
                  <a:pt x="2279" y="361"/>
                </a:lnTo>
                <a:lnTo>
                  <a:pt x="2279" y="360"/>
                </a:lnTo>
                <a:lnTo>
                  <a:pt x="2280" y="359"/>
                </a:lnTo>
                <a:lnTo>
                  <a:pt x="2281" y="359"/>
                </a:lnTo>
                <a:lnTo>
                  <a:pt x="2281" y="358"/>
                </a:lnTo>
                <a:lnTo>
                  <a:pt x="2281" y="356"/>
                </a:lnTo>
                <a:lnTo>
                  <a:pt x="2280" y="356"/>
                </a:lnTo>
                <a:lnTo>
                  <a:pt x="2280" y="355"/>
                </a:lnTo>
                <a:lnTo>
                  <a:pt x="2280" y="354"/>
                </a:lnTo>
                <a:lnTo>
                  <a:pt x="2281" y="354"/>
                </a:lnTo>
                <a:lnTo>
                  <a:pt x="2281" y="355"/>
                </a:lnTo>
                <a:lnTo>
                  <a:pt x="2282" y="355"/>
                </a:lnTo>
                <a:lnTo>
                  <a:pt x="2282" y="354"/>
                </a:lnTo>
                <a:lnTo>
                  <a:pt x="2282" y="353"/>
                </a:lnTo>
                <a:lnTo>
                  <a:pt x="2282" y="352"/>
                </a:lnTo>
                <a:lnTo>
                  <a:pt x="2283" y="352"/>
                </a:lnTo>
                <a:lnTo>
                  <a:pt x="2284" y="352"/>
                </a:lnTo>
                <a:lnTo>
                  <a:pt x="2284" y="350"/>
                </a:lnTo>
                <a:lnTo>
                  <a:pt x="2283" y="350"/>
                </a:lnTo>
                <a:lnTo>
                  <a:pt x="2283" y="349"/>
                </a:lnTo>
                <a:lnTo>
                  <a:pt x="2282" y="349"/>
                </a:lnTo>
                <a:lnTo>
                  <a:pt x="2282" y="348"/>
                </a:lnTo>
                <a:lnTo>
                  <a:pt x="2282" y="347"/>
                </a:lnTo>
                <a:lnTo>
                  <a:pt x="2283" y="347"/>
                </a:lnTo>
                <a:lnTo>
                  <a:pt x="2284" y="347"/>
                </a:lnTo>
                <a:lnTo>
                  <a:pt x="2284" y="346"/>
                </a:lnTo>
                <a:lnTo>
                  <a:pt x="2284" y="345"/>
                </a:lnTo>
                <a:lnTo>
                  <a:pt x="2284" y="344"/>
                </a:lnTo>
                <a:lnTo>
                  <a:pt x="2284" y="343"/>
                </a:lnTo>
                <a:lnTo>
                  <a:pt x="2284" y="342"/>
                </a:lnTo>
                <a:lnTo>
                  <a:pt x="2284" y="341"/>
                </a:lnTo>
                <a:lnTo>
                  <a:pt x="2283" y="341"/>
                </a:lnTo>
                <a:lnTo>
                  <a:pt x="2283" y="342"/>
                </a:lnTo>
                <a:lnTo>
                  <a:pt x="2282" y="342"/>
                </a:lnTo>
                <a:lnTo>
                  <a:pt x="2282" y="341"/>
                </a:lnTo>
                <a:lnTo>
                  <a:pt x="2283" y="340"/>
                </a:lnTo>
                <a:lnTo>
                  <a:pt x="2283" y="341"/>
                </a:lnTo>
                <a:lnTo>
                  <a:pt x="2284" y="341"/>
                </a:lnTo>
                <a:lnTo>
                  <a:pt x="2284" y="339"/>
                </a:lnTo>
                <a:lnTo>
                  <a:pt x="2283" y="338"/>
                </a:lnTo>
                <a:lnTo>
                  <a:pt x="2283" y="337"/>
                </a:lnTo>
                <a:lnTo>
                  <a:pt x="2282" y="337"/>
                </a:lnTo>
                <a:lnTo>
                  <a:pt x="2282" y="336"/>
                </a:lnTo>
                <a:lnTo>
                  <a:pt x="2282" y="335"/>
                </a:lnTo>
                <a:lnTo>
                  <a:pt x="2281" y="335"/>
                </a:lnTo>
                <a:lnTo>
                  <a:pt x="2281" y="334"/>
                </a:lnTo>
                <a:lnTo>
                  <a:pt x="2281" y="333"/>
                </a:lnTo>
                <a:lnTo>
                  <a:pt x="2282" y="333"/>
                </a:lnTo>
                <a:lnTo>
                  <a:pt x="2282" y="332"/>
                </a:lnTo>
                <a:lnTo>
                  <a:pt x="2283" y="332"/>
                </a:lnTo>
                <a:lnTo>
                  <a:pt x="2284" y="332"/>
                </a:lnTo>
                <a:lnTo>
                  <a:pt x="2285" y="332"/>
                </a:lnTo>
                <a:lnTo>
                  <a:pt x="2285" y="333"/>
                </a:lnTo>
                <a:lnTo>
                  <a:pt x="2286" y="333"/>
                </a:lnTo>
                <a:lnTo>
                  <a:pt x="2287" y="333"/>
                </a:lnTo>
                <a:lnTo>
                  <a:pt x="2287" y="331"/>
                </a:lnTo>
                <a:lnTo>
                  <a:pt x="2286" y="330"/>
                </a:lnTo>
                <a:lnTo>
                  <a:pt x="2285" y="330"/>
                </a:lnTo>
                <a:lnTo>
                  <a:pt x="2284" y="330"/>
                </a:lnTo>
                <a:lnTo>
                  <a:pt x="2284" y="329"/>
                </a:lnTo>
                <a:lnTo>
                  <a:pt x="2284" y="328"/>
                </a:lnTo>
                <a:lnTo>
                  <a:pt x="2284" y="327"/>
                </a:lnTo>
                <a:lnTo>
                  <a:pt x="2285" y="327"/>
                </a:lnTo>
                <a:lnTo>
                  <a:pt x="2286" y="326"/>
                </a:lnTo>
                <a:lnTo>
                  <a:pt x="2286" y="325"/>
                </a:lnTo>
                <a:lnTo>
                  <a:pt x="2285" y="324"/>
                </a:lnTo>
                <a:lnTo>
                  <a:pt x="2284" y="324"/>
                </a:lnTo>
                <a:lnTo>
                  <a:pt x="2284" y="323"/>
                </a:lnTo>
                <a:lnTo>
                  <a:pt x="2286" y="321"/>
                </a:lnTo>
                <a:lnTo>
                  <a:pt x="2287" y="321"/>
                </a:lnTo>
                <a:lnTo>
                  <a:pt x="2290" y="321"/>
                </a:lnTo>
                <a:lnTo>
                  <a:pt x="2290" y="320"/>
                </a:lnTo>
                <a:lnTo>
                  <a:pt x="2291" y="319"/>
                </a:lnTo>
                <a:lnTo>
                  <a:pt x="2291" y="318"/>
                </a:lnTo>
                <a:lnTo>
                  <a:pt x="2290" y="317"/>
                </a:lnTo>
                <a:lnTo>
                  <a:pt x="2290" y="316"/>
                </a:lnTo>
                <a:lnTo>
                  <a:pt x="2290" y="315"/>
                </a:lnTo>
                <a:lnTo>
                  <a:pt x="2290" y="314"/>
                </a:lnTo>
                <a:lnTo>
                  <a:pt x="2290" y="313"/>
                </a:lnTo>
                <a:lnTo>
                  <a:pt x="2291" y="313"/>
                </a:lnTo>
                <a:lnTo>
                  <a:pt x="2291" y="312"/>
                </a:lnTo>
                <a:lnTo>
                  <a:pt x="2293" y="312"/>
                </a:lnTo>
                <a:lnTo>
                  <a:pt x="2294" y="312"/>
                </a:lnTo>
                <a:lnTo>
                  <a:pt x="2294" y="311"/>
                </a:lnTo>
                <a:lnTo>
                  <a:pt x="2295" y="311"/>
                </a:lnTo>
                <a:lnTo>
                  <a:pt x="2295" y="310"/>
                </a:lnTo>
                <a:lnTo>
                  <a:pt x="2295" y="309"/>
                </a:lnTo>
                <a:lnTo>
                  <a:pt x="2294" y="309"/>
                </a:lnTo>
                <a:lnTo>
                  <a:pt x="2293" y="308"/>
                </a:lnTo>
                <a:lnTo>
                  <a:pt x="2292" y="308"/>
                </a:lnTo>
                <a:lnTo>
                  <a:pt x="2292" y="307"/>
                </a:lnTo>
                <a:lnTo>
                  <a:pt x="2291" y="307"/>
                </a:lnTo>
                <a:lnTo>
                  <a:pt x="2291" y="306"/>
                </a:lnTo>
                <a:lnTo>
                  <a:pt x="2292" y="305"/>
                </a:lnTo>
                <a:lnTo>
                  <a:pt x="2293" y="305"/>
                </a:lnTo>
                <a:lnTo>
                  <a:pt x="2293" y="304"/>
                </a:lnTo>
                <a:lnTo>
                  <a:pt x="2294" y="304"/>
                </a:lnTo>
                <a:lnTo>
                  <a:pt x="2295" y="304"/>
                </a:lnTo>
                <a:lnTo>
                  <a:pt x="2296" y="304"/>
                </a:lnTo>
                <a:lnTo>
                  <a:pt x="2297" y="304"/>
                </a:lnTo>
                <a:lnTo>
                  <a:pt x="2297" y="303"/>
                </a:lnTo>
                <a:lnTo>
                  <a:pt x="2297" y="302"/>
                </a:lnTo>
                <a:lnTo>
                  <a:pt x="2297" y="301"/>
                </a:lnTo>
                <a:lnTo>
                  <a:pt x="2297" y="300"/>
                </a:lnTo>
                <a:lnTo>
                  <a:pt x="2296" y="300"/>
                </a:lnTo>
                <a:lnTo>
                  <a:pt x="2297" y="300"/>
                </a:lnTo>
                <a:lnTo>
                  <a:pt x="2297" y="299"/>
                </a:lnTo>
                <a:lnTo>
                  <a:pt x="2296" y="299"/>
                </a:lnTo>
                <a:lnTo>
                  <a:pt x="2296" y="298"/>
                </a:lnTo>
                <a:lnTo>
                  <a:pt x="2297" y="298"/>
                </a:lnTo>
                <a:lnTo>
                  <a:pt x="2297" y="297"/>
                </a:lnTo>
                <a:lnTo>
                  <a:pt x="2298" y="296"/>
                </a:lnTo>
                <a:lnTo>
                  <a:pt x="2299" y="296"/>
                </a:lnTo>
                <a:lnTo>
                  <a:pt x="2299" y="295"/>
                </a:lnTo>
                <a:lnTo>
                  <a:pt x="2299" y="294"/>
                </a:lnTo>
                <a:lnTo>
                  <a:pt x="2298" y="294"/>
                </a:lnTo>
                <a:lnTo>
                  <a:pt x="2298" y="293"/>
                </a:lnTo>
                <a:lnTo>
                  <a:pt x="2297" y="293"/>
                </a:lnTo>
                <a:lnTo>
                  <a:pt x="2297" y="292"/>
                </a:lnTo>
                <a:lnTo>
                  <a:pt x="2296" y="291"/>
                </a:lnTo>
                <a:lnTo>
                  <a:pt x="2296" y="290"/>
                </a:lnTo>
                <a:lnTo>
                  <a:pt x="2297" y="289"/>
                </a:lnTo>
                <a:lnTo>
                  <a:pt x="2296" y="289"/>
                </a:lnTo>
                <a:lnTo>
                  <a:pt x="2296" y="288"/>
                </a:lnTo>
                <a:lnTo>
                  <a:pt x="2296" y="287"/>
                </a:lnTo>
                <a:lnTo>
                  <a:pt x="2297" y="287"/>
                </a:lnTo>
                <a:lnTo>
                  <a:pt x="2298" y="287"/>
                </a:lnTo>
                <a:lnTo>
                  <a:pt x="2298" y="286"/>
                </a:lnTo>
                <a:lnTo>
                  <a:pt x="2298" y="285"/>
                </a:lnTo>
                <a:lnTo>
                  <a:pt x="2299" y="285"/>
                </a:lnTo>
                <a:lnTo>
                  <a:pt x="2299" y="284"/>
                </a:lnTo>
                <a:lnTo>
                  <a:pt x="2299" y="283"/>
                </a:lnTo>
                <a:lnTo>
                  <a:pt x="2300" y="283"/>
                </a:lnTo>
                <a:lnTo>
                  <a:pt x="2299" y="283"/>
                </a:lnTo>
                <a:lnTo>
                  <a:pt x="2299" y="282"/>
                </a:lnTo>
                <a:lnTo>
                  <a:pt x="2300" y="281"/>
                </a:lnTo>
                <a:lnTo>
                  <a:pt x="2301" y="281"/>
                </a:lnTo>
                <a:lnTo>
                  <a:pt x="2301" y="280"/>
                </a:lnTo>
                <a:lnTo>
                  <a:pt x="2301" y="279"/>
                </a:lnTo>
                <a:lnTo>
                  <a:pt x="2301" y="278"/>
                </a:lnTo>
                <a:lnTo>
                  <a:pt x="2301" y="277"/>
                </a:lnTo>
                <a:lnTo>
                  <a:pt x="2300" y="277"/>
                </a:lnTo>
                <a:lnTo>
                  <a:pt x="2300" y="276"/>
                </a:lnTo>
                <a:lnTo>
                  <a:pt x="2299" y="276"/>
                </a:lnTo>
                <a:lnTo>
                  <a:pt x="2299" y="275"/>
                </a:lnTo>
                <a:lnTo>
                  <a:pt x="2299" y="274"/>
                </a:lnTo>
                <a:lnTo>
                  <a:pt x="2299" y="273"/>
                </a:lnTo>
                <a:lnTo>
                  <a:pt x="2300" y="273"/>
                </a:lnTo>
                <a:lnTo>
                  <a:pt x="2300" y="272"/>
                </a:lnTo>
                <a:lnTo>
                  <a:pt x="2300" y="271"/>
                </a:lnTo>
                <a:lnTo>
                  <a:pt x="2300" y="270"/>
                </a:lnTo>
                <a:lnTo>
                  <a:pt x="2300" y="269"/>
                </a:lnTo>
                <a:lnTo>
                  <a:pt x="2300" y="268"/>
                </a:lnTo>
                <a:lnTo>
                  <a:pt x="2300" y="267"/>
                </a:lnTo>
                <a:lnTo>
                  <a:pt x="2301" y="267"/>
                </a:lnTo>
                <a:lnTo>
                  <a:pt x="2302" y="266"/>
                </a:lnTo>
                <a:lnTo>
                  <a:pt x="2303" y="266"/>
                </a:lnTo>
                <a:lnTo>
                  <a:pt x="2304" y="266"/>
                </a:lnTo>
                <a:lnTo>
                  <a:pt x="2304" y="265"/>
                </a:lnTo>
                <a:lnTo>
                  <a:pt x="2304" y="264"/>
                </a:lnTo>
                <a:lnTo>
                  <a:pt x="2303" y="264"/>
                </a:lnTo>
                <a:lnTo>
                  <a:pt x="2303" y="263"/>
                </a:lnTo>
                <a:lnTo>
                  <a:pt x="2302" y="263"/>
                </a:lnTo>
                <a:lnTo>
                  <a:pt x="2302" y="262"/>
                </a:lnTo>
                <a:lnTo>
                  <a:pt x="2302" y="261"/>
                </a:lnTo>
                <a:lnTo>
                  <a:pt x="2303" y="261"/>
                </a:lnTo>
                <a:lnTo>
                  <a:pt x="2304" y="261"/>
                </a:lnTo>
                <a:lnTo>
                  <a:pt x="2305" y="261"/>
                </a:lnTo>
                <a:lnTo>
                  <a:pt x="2306" y="261"/>
                </a:lnTo>
                <a:lnTo>
                  <a:pt x="2307" y="261"/>
                </a:lnTo>
                <a:lnTo>
                  <a:pt x="2308" y="261"/>
                </a:lnTo>
                <a:lnTo>
                  <a:pt x="2308" y="260"/>
                </a:lnTo>
                <a:lnTo>
                  <a:pt x="2309" y="260"/>
                </a:lnTo>
                <a:lnTo>
                  <a:pt x="2310" y="260"/>
                </a:lnTo>
                <a:lnTo>
                  <a:pt x="2310" y="259"/>
                </a:lnTo>
                <a:lnTo>
                  <a:pt x="2311" y="259"/>
                </a:lnTo>
                <a:lnTo>
                  <a:pt x="2311" y="258"/>
                </a:lnTo>
                <a:lnTo>
                  <a:pt x="2312" y="258"/>
                </a:lnTo>
                <a:lnTo>
                  <a:pt x="2312" y="257"/>
                </a:lnTo>
                <a:lnTo>
                  <a:pt x="2312" y="256"/>
                </a:lnTo>
                <a:lnTo>
                  <a:pt x="2313" y="256"/>
                </a:lnTo>
                <a:lnTo>
                  <a:pt x="2313" y="255"/>
                </a:lnTo>
                <a:lnTo>
                  <a:pt x="2314" y="255"/>
                </a:lnTo>
                <a:lnTo>
                  <a:pt x="2314" y="254"/>
                </a:lnTo>
                <a:lnTo>
                  <a:pt x="2314" y="253"/>
                </a:lnTo>
                <a:lnTo>
                  <a:pt x="2314" y="252"/>
                </a:lnTo>
                <a:lnTo>
                  <a:pt x="2315" y="252"/>
                </a:lnTo>
                <a:lnTo>
                  <a:pt x="2316" y="252"/>
                </a:lnTo>
                <a:lnTo>
                  <a:pt x="2316" y="251"/>
                </a:lnTo>
                <a:lnTo>
                  <a:pt x="2317" y="251"/>
                </a:lnTo>
                <a:lnTo>
                  <a:pt x="2317" y="250"/>
                </a:lnTo>
                <a:lnTo>
                  <a:pt x="2317" y="249"/>
                </a:lnTo>
                <a:lnTo>
                  <a:pt x="2318" y="248"/>
                </a:lnTo>
                <a:lnTo>
                  <a:pt x="2319" y="248"/>
                </a:lnTo>
                <a:lnTo>
                  <a:pt x="2320" y="248"/>
                </a:lnTo>
                <a:lnTo>
                  <a:pt x="2320" y="247"/>
                </a:lnTo>
                <a:lnTo>
                  <a:pt x="2320" y="246"/>
                </a:lnTo>
                <a:lnTo>
                  <a:pt x="2320" y="245"/>
                </a:lnTo>
                <a:lnTo>
                  <a:pt x="2321" y="244"/>
                </a:lnTo>
                <a:lnTo>
                  <a:pt x="2321" y="243"/>
                </a:lnTo>
                <a:lnTo>
                  <a:pt x="2321" y="242"/>
                </a:lnTo>
                <a:lnTo>
                  <a:pt x="2322" y="242"/>
                </a:lnTo>
                <a:lnTo>
                  <a:pt x="2323" y="242"/>
                </a:lnTo>
                <a:lnTo>
                  <a:pt x="2324" y="242"/>
                </a:lnTo>
                <a:lnTo>
                  <a:pt x="2324" y="241"/>
                </a:lnTo>
                <a:lnTo>
                  <a:pt x="2325" y="241"/>
                </a:lnTo>
                <a:lnTo>
                  <a:pt x="2326" y="241"/>
                </a:lnTo>
                <a:lnTo>
                  <a:pt x="2326" y="240"/>
                </a:lnTo>
                <a:lnTo>
                  <a:pt x="2326" y="239"/>
                </a:lnTo>
                <a:lnTo>
                  <a:pt x="2326" y="238"/>
                </a:lnTo>
                <a:lnTo>
                  <a:pt x="2327" y="238"/>
                </a:lnTo>
                <a:lnTo>
                  <a:pt x="2328" y="238"/>
                </a:lnTo>
                <a:lnTo>
                  <a:pt x="2328" y="237"/>
                </a:lnTo>
                <a:lnTo>
                  <a:pt x="2329" y="237"/>
                </a:lnTo>
                <a:lnTo>
                  <a:pt x="2329" y="236"/>
                </a:lnTo>
                <a:lnTo>
                  <a:pt x="2328" y="236"/>
                </a:lnTo>
                <a:lnTo>
                  <a:pt x="2328" y="235"/>
                </a:lnTo>
                <a:lnTo>
                  <a:pt x="2328" y="234"/>
                </a:lnTo>
                <a:lnTo>
                  <a:pt x="2329" y="234"/>
                </a:lnTo>
                <a:lnTo>
                  <a:pt x="2329" y="233"/>
                </a:lnTo>
                <a:lnTo>
                  <a:pt x="2330" y="233"/>
                </a:lnTo>
                <a:lnTo>
                  <a:pt x="2331" y="233"/>
                </a:lnTo>
                <a:lnTo>
                  <a:pt x="2332" y="233"/>
                </a:lnTo>
                <a:lnTo>
                  <a:pt x="2332" y="232"/>
                </a:lnTo>
                <a:lnTo>
                  <a:pt x="2333" y="232"/>
                </a:lnTo>
                <a:lnTo>
                  <a:pt x="2334" y="232"/>
                </a:lnTo>
                <a:lnTo>
                  <a:pt x="2334" y="231"/>
                </a:lnTo>
                <a:lnTo>
                  <a:pt x="2335" y="231"/>
                </a:lnTo>
                <a:lnTo>
                  <a:pt x="2335" y="230"/>
                </a:lnTo>
                <a:lnTo>
                  <a:pt x="2335" y="229"/>
                </a:lnTo>
                <a:lnTo>
                  <a:pt x="2335" y="228"/>
                </a:lnTo>
                <a:lnTo>
                  <a:pt x="2334" y="228"/>
                </a:lnTo>
                <a:lnTo>
                  <a:pt x="2334" y="227"/>
                </a:lnTo>
                <a:lnTo>
                  <a:pt x="2334" y="226"/>
                </a:lnTo>
                <a:lnTo>
                  <a:pt x="2334" y="225"/>
                </a:lnTo>
                <a:lnTo>
                  <a:pt x="2335" y="225"/>
                </a:lnTo>
                <a:lnTo>
                  <a:pt x="2336" y="225"/>
                </a:lnTo>
                <a:lnTo>
                  <a:pt x="2337" y="225"/>
                </a:lnTo>
                <a:lnTo>
                  <a:pt x="2338" y="225"/>
                </a:lnTo>
                <a:lnTo>
                  <a:pt x="2340" y="225"/>
                </a:lnTo>
                <a:lnTo>
                  <a:pt x="2341" y="225"/>
                </a:lnTo>
                <a:lnTo>
                  <a:pt x="2341" y="224"/>
                </a:lnTo>
                <a:lnTo>
                  <a:pt x="2341" y="223"/>
                </a:lnTo>
                <a:lnTo>
                  <a:pt x="2341" y="222"/>
                </a:lnTo>
                <a:lnTo>
                  <a:pt x="2340" y="222"/>
                </a:lnTo>
                <a:lnTo>
                  <a:pt x="2340" y="221"/>
                </a:lnTo>
                <a:lnTo>
                  <a:pt x="2341" y="221"/>
                </a:lnTo>
                <a:lnTo>
                  <a:pt x="2341" y="220"/>
                </a:lnTo>
                <a:lnTo>
                  <a:pt x="2342" y="220"/>
                </a:lnTo>
                <a:lnTo>
                  <a:pt x="2343" y="220"/>
                </a:lnTo>
                <a:lnTo>
                  <a:pt x="2344" y="220"/>
                </a:lnTo>
                <a:lnTo>
                  <a:pt x="2345" y="219"/>
                </a:lnTo>
                <a:lnTo>
                  <a:pt x="2346" y="219"/>
                </a:lnTo>
                <a:lnTo>
                  <a:pt x="2346" y="218"/>
                </a:lnTo>
                <a:lnTo>
                  <a:pt x="2347" y="218"/>
                </a:lnTo>
                <a:lnTo>
                  <a:pt x="2348" y="218"/>
                </a:lnTo>
                <a:lnTo>
                  <a:pt x="2349" y="218"/>
                </a:lnTo>
                <a:lnTo>
                  <a:pt x="2349" y="217"/>
                </a:lnTo>
                <a:lnTo>
                  <a:pt x="2350" y="217"/>
                </a:lnTo>
                <a:lnTo>
                  <a:pt x="2350" y="216"/>
                </a:lnTo>
                <a:lnTo>
                  <a:pt x="2350" y="215"/>
                </a:lnTo>
                <a:lnTo>
                  <a:pt x="2350" y="214"/>
                </a:lnTo>
                <a:lnTo>
                  <a:pt x="2350" y="213"/>
                </a:lnTo>
                <a:lnTo>
                  <a:pt x="2350" y="212"/>
                </a:lnTo>
                <a:lnTo>
                  <a:pt x="2350" y="211"/>
                </a:lnTo>
                <a:lnTo>
                  <a:pt x="2351" y="211"/>
                </a:lnTo>
                <a:lnTo>
                  <a:pt x="2351" y="210"/>
                </a:lnTo>
                <a:lnTo>
                  <a:pt x="2352" y="210"/>
                </a:lnTo>
                <a:lnTo>
                  <a:pt x="2352" y="209"/>
                </a:lnTo>
                <a:lnTo>
                  <a:pt x="2353" y="209"/>
                </a:lnTo>
                <a:lnTo>
                  <a:pt x="2353" y="208"/>
                </a:lnTo>
                <a:lnTo>
                  <a:pt x="2354" y="208"/>
                </a:lnTo>
                <a:lnTo>
                  <a:pt x="2354" y="207"/>
                </a:lnTo>
                <a:lnTo>
                  <a:pt x="2354" y="205"/>
                </a:lnTo>
                <a:lnTo>
                  <a:pt x="2354" y="204"/>
                </a:lnTo>
                <a:lnTo>
                  <a:pt x="2354" y="203"/>
                </a:lnTo>
                <a:lnTo>
                  <a:pt x="2353" y="202"/>
                </a:lnTo>
                <a:lnTo>
                  <a:pt x="2352" y="202"/>
                </a:lnTo>
                <a:lnTo>
                  <a:pt x="2351" y="202"/>
                </a:lnTo>
                <a:lnTo>
                  <a:pt x="2351" y="201"/>
                </a:lnTo>
                <a:lnTo>
                  <a:pt x="2350" y="201"/>
                </a:lnTo>
                <a:lnTo>
                  <a:pt x="2350" y="200"/>
                </a:lnTo>
                <a:lnTo>
                  <a:pt x="2351" y="199"/>
                </a:lnTo>
                <a:lnTo>
                  <a:pt x="2351" y="198"/>
                </a:lnTo>
                <a:lnTo>
                  <a:pt x="2351" y="197"/>
                </a:lnTo>
                <a:lnTo>
                  <a:pt x="2352" y="197"/>
                </a:lnTo>
                <a:lnTo>
                  <a:pt x="2352" y="196"/>
                </a:lnTo>
                <a:lnTo>
                  <a:pt x="2352" y="195"/>
                </a:lnTo>
                <a:lnTo>
                  <a:pt x="2353" y="195"/>
                </a:lnTo>
                <a:lnTo>
                  <a:pt x="2353" y="193"/>
                </a:lnTo>
                <a:lnTo>
                  <a:pt x="2354" y="193"/>
                </a:lnTo>
                <a:lnTo>
                  <a:pt x="2355" y="193"/>
                </a:lnTo>
                <a:lnTo>
                  <a:pt x="2355" y="194"/>
                </a:lnTo>
                <a:lnTo>
                  <a:pt x="2355" y="193"/>
                </a:lnTo>
                <a:lnTo>
                  <a:pt x="2356" y="193"/>
                </a:lnTo>
                <a:lnTo>
                  <a:pt x="2356" y="192"/>
                </a:lnTo>
                <a:lnTo>
                  <a:pt x="2355" y="192"/>
                </a:lnTo>
                <a:lnTo>
                  <a:pt x="2354" y="192"/>
                </a:lnTo>
                <a:lnTo>
                  <a:pt x="2354" y="191"/>
                </a:lnTo>
                <a:lnTo>
                  <a:pt x="2355" y="191"/>
                </a:lnTo>
                <a:lnTo>
                  <a:pt x="2355" y="190"/>
                </a:lnTo>
                <a:lnTo>
                  <a:pt x="2356" y="190"/>
                </a:lnTo>
                <a:lnTo>
                  <a:pt x="2356" y="189"/>
                </a:lnTo>
                <a:lnTo>
                  <a:pt x="2356" y="188"/>
                </a:lnTo>
                <a:lnTo>
                  <a:pt x="2357" y="188"/>
                </a:lnTo>
                <a:lnTo>
                  <a:pt x="2356" y="188"/>
                </a:lnTo>
                <a:lnTo>
                  <a:pt x="2356" y="187"/>
                </a:lnTo>
                <a:lnTo>
                  <a:pt x="2356" y="186"/>
                </a:lnTo>
                <a:lnTo>
                  <a:pt x="2355" y="185"/>
                </a:lnTo>
                <a:lnTo>
                  <a:pt x="2355" y="184"/>
                </a:lnTo>
                <a:lnTo>
                  <a:pt x="2355" y="183"/>
                </a:lnTo>
                <a:lnTo>
                  <a:pt x="2356" y="183"/>
                </a:lnTo>
                <a:lnTo>
                  <a:pt x="2356" y="182"/>
                </a:lnTo>
                <a:lnTo>
                  <a:pt x="2357" y="182"/>
                </a:lnTo>
                <a:lnTo>
                  <a:pt x="2357" y="181"/>
                </a:lnTo>
                <a:lnTo>
                  <a:pt x="2357" y="180"/>
                </a:lnTo>
                <a:lnTo>
                  <a:pt x="2356" y="179"/>
                </a:lnTo>
                <a:lnTo>
                  <a:pt x="2355" y="179"/>
                </a:lnTo>
                <a:lnTo>
                  <a:pt x="2355" y="178"/>
                </a:lnTo>
                <a:lnTo>
                  <a:pt x="2354" y="178"/>
                </a:lnTo>
                <a:lnTo>
                  <a:pt x="2354" y="177"/>
                </a:lnTo>
                <a:lnTo>
                  <a:pt x="2353" y="176"/>
                </a:lnTo>
                <a:lnTo>
                  <a:pt x="2353" y="175"/>
                </a:lnTo>
                <a:lnTo>
                  <a:pt x="2352" y="175"/>
                </a:lnTo>
                <a:lnTo>
                  <a:pt x="2352" y="174"/>
                </a:lnTo>
                <a:lnTo>
                  <a:pt x="2352" y="173"/>
                </a:lnTo>
                <a:lnTo>
                  <a:pt x="2351" y="173"/>
                </a:lnTo>
                <a:lnTo>
                  <a:pt x="2351" y="172"/>
                </a:lnTo>
                <a:lnTo>
                  <a:pt x="2352" y="171"/>
                </a:lnTo>
                <a:lnTo>
                  <a:pt x="2352" y="170"/>
                </a:lnTo>
                <a:lnTo>
                  <a:pt x="2352" y="169"/>
                </a:lnTo>
                <a:lnTo>
                  <a:pt x="2353" y="169"/>
                </a:lnTo>
                <a:lnTo>
                  <a:pt x="2353" y="168"/>
                </a:lnTo>
                <a:lnTo>
                  <a:pt x="2352" y="168"/>
                </a:lnTo>
                <a:lnTo>
                  <a:pt x="2352" y="167"/>
                </a:lnTo>
                <a:lnTo>
                  <a:pt x="2349" y="167"/>
                </a:lnTo>
                <a:lnTo>
                  <a:pt x="2348" y="167"/>
                </a:lnTo>
                <a:lnTo>
                  <a:pt x="2347" y="167"/>
                </a:lnTo>
                <a:lnTo>
                  <a:pt x="2347" y="166"/>
                </a:lnTo>
                <a:lnTo>
                  <a:pt x="2347" y="165"/>
                </a:lnTo>
                <a:lnTo>
                  <a:pt x="2346" y="165"/>
                </a:lnTo>
                <a:lnTo>
                  <a:pt x="2346" y="164"/>
                </a:lnTo>
                <a:lnTo>
                  <a:pt x="2345" y="163"/>
                </a:lnTo>
                <a:lnTo>
                  <a:pt x="2344" y="163"/>
                </a:lnTo>
                <a:lnTo>
                  <a:pt x="2343" y="163"/>
                </a:lnTo>
                <a:lnTo>
                  <a:pt x="2342" y="163"/>
                </a:lnTo>
                <a:lnTo>
                  <a:pt x="2342" y="162"/>
                </a:lnTo>
                <a:lnTo>
                  <a:pt x="2341" y="162"/>
                </a:lnTo>
                <a:lnTo>
                  <a:pt x="2340" y="161"/>
                </a:lnTo>
                <a:lnTo>
                  <a:pt x="2339" y="161"/>
                </a:lnTo>
                <a:lnTo>
                  <a:pt x="2338" y="160"/>
                </a:lnTo>
                <a:lnTo>
                  <a:pt x="2338" y="159"/>
                </a:lnTo>
                <a:lnTo>
                  <a:pt x="2338" y="158"/>
                </a:lnTo>
                <a:lnTo>
                  <a:pt x="2338" y="157"/>
                </a:lnTo>
                <a:lnTo>
                  <a:pt x="2338" y="156"/>
                </a:lnTo>
                <a:lnTo>
                  <a:pt x="2337" y="156"/>
                </a:lnTo>
                <a:lnTo>
                  <a:pt x="2337" y="155"/>
                </a:lnTo>
                <a:lnTo>
                  <a:pt x="2337" y="154"/>
                </a:lnTo>
                <a:lnTo>
                  <a:pt x="2338" y="154"/>
                </a:lnTo>
                <a:lnTo>
                  <a:pt x="2339" y="154"/>
                </a:lnTo>
                <a:lnTo>
                  <a:pt x="2339" y="153"/>
                </a:lnTo>
                <a:lnTo>
                  <a:pt x="2340" y="153"/>
                </a:lnTo>
                <a:lnTo>
                  <a:pt x="2340" y="152"/>
                </a:lnTo>
                <a:lnTo>
                  <a:pt x="2339" y="152"/>
                </a:lnTo>
                <a:lnTo>
                  <a:pt x="2339" y="151"/>
                </a:lnTo>
                <a:lnTo>
                  <a:pt x="2339" y="150"/>
                </a:lnTo>
                <a:lnTo>
                  <a:pt x="2339" y="149"/>
                </a:lnTo>
                <a:lnTo>
                  <a:pt x="2339" y="148"/>
                </a:lnTo>
                <a:lnTo>
                  <a:pt x="2340" y="148"/>
                </a:lnTo>
                <a:lnTo>
                  <a:pt x="2340" y="147"/>
                </a:lnTo>
                <a:lnTo>
                  <a:pt x="2340" y="146"/>
                </a:lnTo>
                <a:lnTo>
                  <a:pt x="2341" y="145"/>
                </a:lnTo>
                <a:lnTo>
                  <a:pt x="2341" y="144"/>
                </a:lnTo>
                <a:lnTo>
                  <a:pt x="2342" y="144"/>
                </a:lnTo>
                <a:lnTo>
                  <a:pt x="2342" y="143"/>
                </a:lnTo>
                <a:lnTo>
                  <a:pt x="2342" y="142"/>
                </a:lnTo>
                <a:lnTo>
                  <a:pt x="2341" y="141"/>
                </a:lnTo>
                <a:lnTo>
                  <a:pt x="2341" y="140"/>
                </a:lnTo>
                <a:lnTo>
                  <a:pt x="2340" y="138"/>
                </a:lnTo>
                <a:lnTo>
                  <a:pt x="2340" y="137"/>
                </a:lnTo>
                <a:lnTo>
                  <a:pt x="2341" y="137"/>
                </a:lnTo>
                <a:lnTo>
                  <a:pt x="2341" y="136"/>
                </a:lnTo>
                <a:lnTo>
                  <a:pt x="2341" y="135"/>
                </a:lnTo>
                <a:lnTo>
                  <a:pt x="2342" y="135"/>
                </a:lnTo>
                <a:lnTo>
                  <a:pt x="2342" y="134"/>
                </a:lnTo>
                <a:lnTo>
                  <a:pt x="2341" y="133"/>
                </a:lnTo>
                <a:lnTo>
                  <a:pt x="2340" y="133"/>
                </a:lnTo>
                <a:lnTo>
                  <a:pt x="2340" y="132"/>
                </a:lnTo>
                <a:lnTo>
                  <a:pt x="2340" y="131"/>
                </a:lnTo>
                <a:lnTo>
                  <a:pt x="2340" y="130"/>
                </a:lnTo>
                <a:lnTo>
                  <a:pt x="2341" y="130"/>
                </a:lnTo>
                <a:lnTo>
                  <a:pt x="2342" y="129"/>
                </a:lnTo>
                <a:lnTo>
                  <a:pt x="2343" y="128"/>
                </a:lnTo>
                <a:lnTo>
                  <a:pt x="2343" y="127"/>
                </a:lnTo>
                <a:lnTo>
                  <a:pt x="2343" y="126"/>
                </a:lnTo>
                <a:lnTo>
                  <a:pt x="2342" y="125"/>
                </a:lnTo>
                <a:lnTo>
                  <a:pt x="2341" y="125"/>
                </a:lnTo>
                <a:lnTo>
                  <a:pt x="2340" y="125"/>
                </a:lnTo>
                <a:lnTo>
                  <a:pt x="2340" y="126"/>
                </a:lnTo>
                <a:lnTo>
                  <a:pt x="2339" y="126"/>
                </a:lnTo>
                <a:lnTo>
                  <a:pt x="2338" y="126"/>
                </a:lnTo>
                <a:lnTo>
                  <a:pt x="2338" y="125"/>
                </a:lnTo>
                <a:lnTo>
                  <a:pt x="2337" y="125"/>
                </a:lnTo>
                <a:lnTo>
                  <a:pt x="2336" y="124"/>
                </a:lnTo>
                <a:lnTo>
                  <a:pt x="2335" y="124"/>
                </a:lnTo>
                <a:lnTo>
                  <a:pt x="2334" y="124"/>
                </a:lnTo>
                <a:lnTo>
                  <a:pt x="2333" y="124"/>
                </a:lnTo>
                <a:lnTo>
                  <a:pt x="2332" y="124"/>
                </a:lnTo>
                <a:lnTo>
                  <a:pt x="2331" y="123"/>
                </a:lnTo>
                <a:lnTo>
                  <a:pt x="2331" y="122"/>
                </a:lnTo>
                <a:lnTo>
                  <a:pt x="2330" y="122"/>
                </a:lnTo>
                <a:lnTo>
                  <a:pt x="2330" y="121"/>
                </a:lnTo>
                <a:lnTo>
                  <a:pt x="2329" y="121"/>
                </a:lnTo>
                <a:lnTo>
                  <a:pt x="2328" y="121"/>
                </a:lnTo>
                <a:lnTo>
                  <a:pt x="2326" y="121"/>
                </a:lnTo>
                <a:lnTo>
                  <a:pt x="2325" y="121"/>
                </a:lnTo>
                <a:lnTo>
                  <a:pt x="2324" y="120"/>
                </a:lnTo>
                <a:lnTo>
                  <a:pt x="2323" y="120"/>
                </a:lnTo>
                <a:lnTo>
                  <a:pt x="2321" y="119"/>
                </a:lnTo>
                <a:lnTo>
                  <a:pt x="2318" y="118"/>
                </a:lnTo>
                <a:lnTo>
                  <a:pt x="2318" y="117"/>
                </a:lnTo>
                <a:lnTo>
                  <a:pt x="2317" y="116"/>
                </a:lnTo>
                <a:lnTo>
                  <a:pt x="2316" y="116"/>
                </a:lnTo>
                <a:lnTo>
                  <a:pt x="2316" y="115"/>
                </a:lnTo>
                <a:lnTo>
                  <a:pt x="2315" y="115"/>
                </a:lnTo>
                <a:lnTo>
                  <a:pt x="2315" y="116"/>
                </a:lnTo>
                <a:lnTo>
                  <a:pt x="2314" y="116"/>
                </a:lnTo>
                <a:lnTo>
                  <a:pt x="2313" y="117"/>
                </a:lnTo>
                <a:lnTo>
                  <a:pt x="2313" y="118"/>
                </a:lnTo>
                <a:lnTo>
                  <a:pt x="2312" y="118"/>
                </a:lnTo>
                <a:lnTo>
                  <a:pt x="2311" y="119"/>
                </a:lnTo>
                <a:lnTo>
                  <a:pt x="2311" y="120"/>
                </a:lnTo>
                <a:lnTo>
                  <a:pt x="2310" y="121"/>
                </a:lnTo>
                <a:lnTo>
                  <a:pt x="2309" y="121"/>
                </a:lnTo>
                <a:lnTo>
                  <a:pt x="2308" y="121"/>
                </a:lnTo>
                <a:lnTo>
                  <a:pt x="2307" y="121"/>
                </a:lnTo>
                <a:lnTo>
                  <a:pt x="2306" y="121"/>
                </a:lnTo>
                <a:lnTo>
                  <a:pt x="2305" y="121"/>
                </a:lnTo>
                <a:lnTo>
                  <a:pt x="2304" y="121"/>
                </a:lnTo>
                <a:lnTo>
                  <a:pt x="2303" y="121"/>
                </a:lnTo>
                <a:lnTo>
                  <a:pt x="2302" y="121"/>
                </a:lnTo>
                <a:lnTo>
                  <a:pt x="2301" y="121"/>
                </a:lnTo>
                <a:lnTo>
                  <a:pt x="2300" y="121"/>
                </a:lnTo>
                <a:lnTo>
                  <a:pt x="2299" y="121"/>
                </a:lnTo>
                <a:lnTo>
                  <a:pt x="2299" y="122"/>
                </a:lnTo>
                <a:lnTo>
                  <a:pt x="2298" y="122"/>
                </a:lnTo>
                <a:lnTo>
                  <a:pt x="2298" y="123"/>
                </a:lnTo>
                <a:lnTo>
                  <a:pt x="2297" y="123"/>
                </a:lnTo>
                <a:lnTo>
                  <a:pt x="2297" y="124"/>
                </a:lnTo>
                <a:lnTo>
                  <a:pt x="2296" y="124"/>
                </a:lnTo>
                <a:lnTo>
                  <a:pt x="2296" y="125"/>
                </a:lnTo>
                <a:lnTo>
                  <a:pt x="2295" y="125"/>
                </a:lnTo>
                <a:lnTo>
                  <a:pt x="2294" y="127"/>
                </a:lnTo>
                <a:lnTo>
                  <a:pt x="2293" y="128"/>
                </a:lnTo>
                <a:lnTo>
                  <a:pt x="2292" y="129"/>
                </a:lnTo>
                <a:lnTo>
                  <a:pt x="2291" y="129"/>
                </a:lnTo>
                <a:lnTo>
                  <a:pt x="2290" y="129"/>
                </a:lnTo>
                <a:lnTo>
                  <a:pt x="2288" y="129"/>
                </a:lnTo>
                <a:lnTo>
                  <a:pt x="2285" y="129"/>
                </a:lnTo>
                <a:lnTo>
                  <a:pt x="2284" y="129"/>
                </a:lnTo>
                <a:lnTo>
                  <a:pt x="2283" y="129"/>
                </a:lnTo>
                <a:lnTo>
                  <a:pt x="2282" y="129"/>
                </a:lnTo>
                <a:lnTo>
                  <a:pt x="2282" y="130"/>
                </a:lnTo>
                <a:lnTo>
                  <a:pt x="2280" y="130"/>
                </a:lnTo>
                <a:lnTo>
                  <a:pt x="2280" y="129"/>
                </a:lnTo>
                <a:lnTo>
                  <a:pt x="2279" y="129"/>
                </a:lnTo>
                <a:lnTo>
                  <a:pt x="2278" y="129"/>
                </a:lnTo>
                <a:lnTo>
                  <a:pt x="2278" y="128"/>
                </a:lnTo>
                <a:lnTo>
                  <a:pt x="2277" y="128"/>
                </a:lnTo>
                <a:lnTo>
                  <a:pt x="2277" y="127"/>
                </a:lnTo>
                <a:lnTo>
                  <a:pt x="2277" y="126"/>
                </a:lnTo>
                <a:lnTo>
                  <a:pt x="2277" y="125"/>
                </a:lnTo>
                <a:lnTo>
                  <a:pt x="2276" y="124"/>
                </a:lnTo>
                <a:lnTo>
                  <a:pt x="2276" y="123"/>
                </a:lnTo>
                <a:lnTo>
                  <a:pt x="2275" y="123"/>
                </a:lnTo>
                <a:lnTo>
                  <a:pt x="2275" y="121"/>
                </a:lnTo>
                <a:lnTo>
                  <a:pt x="2276" y="120"/>
                </a:lnTo>
                <a:lnTo>
                  <a:pt x="2276" y="119"/>
                </a:lnTo>
                <a:lnTo>
                  <a:pt x="2276" y="118"/>
                </a:lnTo>
                <a:lnTo>
                  <a:pt x="2276" y="117"/>
                </a:lnTo>
                <a:lnTo>
                  <a:pt x="2276" y="116"/>
                </a:lnTo>
                <a:lnTo>
                  <a:pt x="2276" y="115"/>
                </a:lnTo>
                <a:lnTo>
                  <a:pt x="2277" y="114"/>
                </a:lnTo>
                <a:lnTo>
                  <a:pt x="2277" y="113"/>
                </a:lnTo>
                <a:lnTo>
                  <a:pt x="2277" y="112"/>
                </a:lnTo>
                <a:lnTo>
                  <a:pt x="2276" y="111"/>
                </a:lnTo>
                <a:lnTo>
                  <a:pt x="2276" y="110"/>
                </a:lnTo>
                <a:lnTo>
                  <a:pt x="2276" y="109"/>
                </a:lnTo>
                <a:lnTo>
                  <a:pt x="2275" y="108"/>
                </a:lnTo>
                <a:lnTo>
                  <a:pt x="2275" y="107"/>
                </a:lnTo>
                <a:lnTo>
                  <a:pt x="2273" y="106"/>
                </a:lnTo>
                <a:lnTo>
                  <a:pt x="2273" y="105"/>
                </a:lnTo>
                <a:lnTo>
                  <a:pt x="2272" y="104"/>
                </a:lnTo>
                <a:lnTo>
                  <a:pt x="2272" y="103"/>
                </a:lnTo>
                <a:lnTo>
                  <a:pt x="2272" y="102"/>
                </a:lnTo>
                <a:lnTo>
                  <a:pt x="2273" y="102"/>
                </a:lnTo>
                <a:lnTo>
                  <a:pt x="2274" y="102"/>
                </a:lnTo>
                <a:lnTo>
                  <a:pt x="2275" y="102"/>
                </a:lnTo>
                <a:lnTo>
                  <a:pt x="2276" y="102"/>
                </a:lnTo>
                <a:lnTo>
                  <a:pt x="2276" y="101"/>
                </a:lnTo>
                <a:lnTo>
                  <a:pt x="2277" y="101"/>
                </a:lnTo>
                <a:lnTo>
                  <a:pt x="2278" y="101"/>
                </a:lnTo>
                <a:lnTo>
                  <a:pt x="2278" y="100"/>
                </a:lnTo>
                <a:lnTo>
                  <a:pt x="2279" y="99"/>
                </a:lnTo>
                <a:lnTo>
                  <a:pt x="2279" y="98"/>
                </a:lnTo>
                <a:lnTo>
                  <a:pt x="2280" y="98"/>
                </a:lnTo>
                <a:lnTo>
                  <a:pt x="2280" y="97"/>
                </a:lnTo>
                <a:lnTo>
                  <a:pt x="2281" y="97"/>
                </a:lnTo>
                <a:lnTo>
                  <a:pt x="2281" y="96"/>
                </a:lnTo>
                <a:lnTo>
                  <a:pt x="2282" y="96"/>
                </a:lnTo>
                <a:lnTo>
                  <a:pt x="2283" y="95"/>
                </a:lnTo>
                <a:lnTo>
                  <a:pt x="2284" y="95"/>
                </a:lnTo>
                <a:lnTo>
                  <a:pt x="2284" y="96"/>
                </a:lnTo>
                <a:lnTo>
                  <a:pt x="2285" y="96"/>
                </a:lnTo>
                <a:lnTo>
                  <a:pt x="2286" y="96"/>
                </a:lnTo>
                <a:lnTo>
                  <a:pt x="2286" y="95"/>
                </a:lnTo>
                <a:lnTo>
                  <a:pt x="2287" y="94"/>
                </a:lnTo>
                <a:lnTo>
                  <a:pt x="2287" y="93"/>
                </a:lnTo>
                <a:lnTo>
                  <a:pt x="2287" y="92"/>
                </a:lnTo>
                <a:lnTo>
                  <a:pt x="2288" y="92"/>
                </a:lnTo>
                <a:lnTo>
                  <a:pt x="2288" y="91"/>
                </a:lnTo>
                <a:lnTo>
                  <a:pt x="2289" y="90"/>
                </a:lnTo>
                <a:lnTo>
                  <a:pt x="2290" y="90"/>
                </a:lnTo>
                <a:lnTo>
                  <a:pt x="2290" y="89"/>
                </a:lnTo>
                <a:lnTo>
                  <a:pt x="2291" y="88"/>
                </a:lnTo>
                <a:lnTo>
                  <a:pt x="2292" y="88"/>
                </a:lnTo>
                <a:lnTo>
                  <a:pt x="2293" y="88"/>
                </a:lnTo>
                <a:lnTo>
                  <a:pt x="2293" y="87"/>
                </a:lnTo>
                <a:lnTo>
                  <a:pt x="2294" y="87"/>
                </a:lnTo>
                <a:lnTo>
                  <a:pt x="2294" y="86"/>
                </a:lnTo>
                <a:lnTo>
                  <a:pt x="2295" y="86"/>
                </a:lnTo>
                <a:lnTo>
                  <a:pt x="2295" y="85"/>
                </a:lnTo>
                <a:lnTo>
                  <a:pt x="2295" y="84"/>
                </a:lnTo>
                <a:lnTo>
                  <a:pt x="2294" y="83"/>
                </a:lnTo>
                <a:lnTo>
                  <a:pt x="2294" y="82"/>
                </a:lnTo>
                <a:lnTo>
                  <a:pt x="2295" y="82"/>
                </a:lnTo>
                <a:lnTo>
                  <a:pt x="2295" y="81"/>
                </a:lnTo>
                <a:lnTo>
                  <a:pt x="2296" y="81"/>
                </a:lnTo>
                <a:lnTo>
                  <a:pt x="2297" y="81"/>
                </a:lnTo>
                <a:lnTo>
                  <a:pt x="2298" y="81"/>
                </a:lnTo>
                <a:lnTo>
                  <a:pt x="2298" y="80"/>
                </a:lnTo>
                <a:lnTo>
                  <a:pt x="2299" y="80"/>
                </a:lnTo>
                <a:lnTo>
                  <a:pt x="2299" y="79"/>
                </a:lnTo>
                <a:lnTo>
                  <a:pt x="2299" y="78"/>
                </a:lnTo>
                <a:lnTo>
                  <a:pt x="2299" y="77"/>
                </a:lnTo>
                <a:lnTo>
                  <a:pt x="2299" y="76"/>
                </a:lnTo>
                <a:lnTo>
                  <a:pt x="2299" y="75"/>
                </a:lnTo>
                <a:lnTo>
                  <a:pt x="2299" y="74"/>
                </a:lnTo>
                <a:lnTo>
                  <a:pt x="2300" y="74"/>
                </a:lnTo>
                <a:lnTo>
                  <a:pt x="2300" y="73"/>
                </a:lnTo>
                <a:lnTo>
                  <a:pt x="2301" y="73"/>
                </a:lnTo>
                <a:lnTo>
                  <a:pt x="2302" y="72"/>
                </a:lnTo>
                <a:lnTo>
                  <a:pt x="2303" y="72"/>
                </a:lnTo>
                <a:lnTo>
                  <a:pt x="2303" y="71"/>
                </a:lnTo>
                <a:lnTo>
                  <a:pt x="2304" y="71"/>
                </a:lnTo>
                <a:lnTo>
                  <a:pt x="2304" y="70"/>
                </a:lnTo>
                <a:lnTo>
                  <a:pt x="2304" y="69"/>
                </a:lnTo>
                <a:lnTo>
                  <a:pt x="2304" y="68"/>
                </a:lnTo>
                <a:lnTo>
                  <a:pt x="2304" y="67"/>
                </a:lnTo>
                <a:lnTo>
                  <a:pt x="2304" y="66"/>
                </a:lnTo>
                <a:lnTo>
                  <a:pt x="2305" y="66"/>
                </a:lnTo>
                <a:lnTo>
                  <a:pt x="2305" y="64"/>
                </a:lnTo>
                <a:lnTo>
                  <a:pt x="2306" y="64"/>
                </a:lnTo>
                <a:lnTo>
                  <a:pt x="2306" y="63"/>
                </a:lnTo>
                <a:lnTo>
                  <a:pt x="2307" y="63"/>
                </a:lnTo>
                <a:lnTo>
                  <a:pt x="2307" y="62"/>
                </a:lnTo>
                <a:lnTo>
                  <a:pt x="2308" y="62"/>
                </a:lnTo>
                <a:lnTo>
                  <a:pt x="2308" y="61"/>
                </a:lnTo>
                <a:lnTo>
                  <a:pt x="2309" y="61"/>
                </a:lnTo>
                <a:lnTo>
                  <a:pt x="2309" y="60"/>
                </a:lnTo>
                <a:lnTo>
                  <a:pt x="2310" y="60"/>
                </a:lnTo>
                <a:lnTo>
                  <a:pt x="2310" y="59"/>
                </a:lnTo>
                <a:lnTo>
                  <a:pt x="2311" y="59"/>
                </a:lnTo>
                <a:lnTo>
                  <a:pt x="2311" y="58"/>
                </a:lnTo>
                <a:lnTo>
                  <a:pt x="2311" y="57"/>
                </a:lnTo>
                <a:lnTo>
                  <a:pt x="2312" y="57"/>
                </a:lnTo>
                <a:lnTo>
                  <a:pt x="2313" y="57"/>
                </a:lnTo>
                <a:lnTo>
                  <a:pt x="2313" y="55"/>
                </a:lnTo>
                <a:lnTo>
                  <a:pt x="2313" y="54"/>
                </a:lnTo>
                <a:lnTo>
                  <a:pt x="2313" y="53"/>
                </a:lnTo>
                <a:lnTo>
                  <a:pt x="2314" y="53"/>
                </a:lnTo>
                <a:lnTo>
                  <a:pt x="2315" y="51"/>
                </a:lnTo>
                <a:lnTo>
                  <a:pt x="2316" y="51"/>
                </a:lnTo>
                <a:lnTo>
                  <a:pt x="2316" y="50"/>
                </a:lnTo>
                <a:lnTo>
                  <a:pt x="2317" y="50"/>
                </a:lnTo>
                <a:lnTo>
                  <a:pt x="2317" y="49"/>
                </a:lnTo>
                <a:lnTo>
                  <a:pt x="2318" y="49"/>
                </a:lnTo>
                <a:lnTo>
                  <a:pt x="2318" y="48"/>
                </a:lnTo>
                <a:lnTo>
                  <a:pt x="2319" y="48"/>
                </a:lnTo>
                <a:lnTo>
                  <a:pt x="2319" y="47"/>
                </a:lnTo>
                <a:lnTo>
                  <a:pt x="2320" y="47"/>
                </a:lnTo>
                <a:lnTo>
                  <a:pt x="2321" y="47"/>
                </a:lnTo>
                <a:lnTo>
                  <a:pt x="2322" y="47"/>
                </a:lnTo>
                <a:lnTo>
                  <a:pt x="2322" y="46"/>
                </a:lnTo>
                <a:lnTo>
                  <a:pt x="2322" y="45"/>
                </a:lnTo>
                <a:lnTo>
                  <a:pt x="2322" y="44"/>
                </a:lnTo>
                <a:lnTo>
                  <a:pt x="2322" y="42"/>
                </a:lnTo>
                <a:lnTo>
                  <a:pt x="2323" y="42"/>
                </a:lnTo>
                <a:lnTo>
                  <a:pt x="2323" y="41"/>
                </a:lnTo>
                <a:lnTo>
                  <a:pt x="2324" y="41"/>
                </a:lnTo>
                <a:lnTo>
                  <a:pt x="2325" y="41"/>
                </a:lnTo>
                <a:lnTo>
                  <a:pt x="2326" y="40"/>
                </a:lnTo>
                <a:lnTo>
                  <a:pt x="2326" y="39"/>
                </a:lnTo>
                <a:lnTo>
                  <a:pt x="2325" y="39"/>
                </a:lnTo>
                <a:lnTo>
                  <a:pt x="2325" y="38"/>
                </a:lnTo>
                <a:lnTo>
                  <a:pt x="2326" y="38"/>
                </a:lnTo>
                <a:lnTo>
                  <a:pt x="2326" y="37"/>
                </a:lnTo>
                <a:lnTo>
                  <a:pt x="2325" y="37"/>
                </a:lnTo>
                <a:lnTo>
                  <a:pt x="2325" y="36"/>
                </a:lnTo>
                <a:lnTo>
                  <a:pt x="2325" y="35"/>
                </a:lnTo>
                <a:lnTo>
                  <a:pt x="2326" y="35"/>
                </a:lnTo>
                <a:lnTo>
                  <a:pt x="2326" y="34"/>
                </a:lnTo>
                <a:lnTo>
                  <a:pt x="2327" y="33"/>
                </a:lnTo>
                <a:lnTo>
                  <a:pt x="2327" y="32"/>
                </a:lnTo>
                <a:lnTo>
                  <a:pt x="2328" y="32"/>
                </a:lnTo>
                <a:lnTo>
                  <a:pt x="2328" y="31"/>
                </a:lnTo>
                <a:lnTo>
                  <a:pt x="2330" y="29"/>
                </a:lnTo>
                <a:lnTo>
                  <a:pt x="2331" y="29"/>
                </a:lnTo>
                <a:lnTo>
                  <a:pt x="2332" y="28"/>
                </a:lnTo>
                <a:lnTo>
                  <a:pt x="2333" y="27"/>
                </a:lnTo>
                <a:lnTo>
                  <a:pt x="2334" y="26"/>
                </a:lnTo>
                <a:lnTo>
                  <a:pt x="2334" y="25"/>
                </a:lnTo>
                <a:lnTo>
                  <a:pt x="2335" y="25"/>
                </a:lnTo>
                <a:lnTo>
                  <a:pt x="2335" y="24"/>
                </a:lnTo>
                <a:lnTo>
                  <a:pt x="2336" y="24"/>
                </a:lnTo>
                <a:lnTo>
                  <a:pt x="2337" y="24"/>
                </a:lnTo>
                <a:lnTo>
                  <a:pt x="2337" y="23"/>
                </a:lnTo>
                <a:lnTo>
                  <a:pt x="2336" y="22"/>
                </a:lnTo>
                <a:lnTo>
                  <a:pt x="2335" y="21"/>
                </a:lnTo>
                <a:lnTo>
                  <a:pt x="2334" y="21"/>
                </a:lnTo>
                <a:lnTo>
                  <a:pt x="2334" y="20"/>
                </a:lnTo>
                <a:lnTo>
                  <a:pt x="2335" y="20"/>
                </a:lnTo>
                <a:lnTo>
                  <a:pt x="2336" y="19"/>
                </a:lnTo>
                <a:lnTo>
                  <a:pt x="2337" y="19"/>
                </a:lnTo>
                <a:lnTo>
                  <a:pt x="2338" y="18"/>
                </a:lnTo>
                <a:lnTo>
                  <a:pt x="2339" y="18"/>
                </a:lnTo>
                <a:lnTo>
                  <a:pt x="2339" y="17"/>
                </a:lnTo>
                <a:lnTo>
                  <a:pt x="2340" y="17"/>
                </a:lnTo>
                <a:lnTo>
                  <a:pt x="2340" y="16"/>
                </a:lnTo>
                <a:lnTo>
                  <a:pt x="2341" y="16"/>
                </a:lnTo>
                <a:lnTo>
                  <a:pt x="2342" y="16"/>
                </a:lnTo>
                <a:lnTo>
                  <a:pt x="2343" y="16"/>
                </a:lnTo>
                <a:lnTo>
                  <a:pt x="2344" y="16"/>
                </a:lnTo>
                <a:lnTo>
                  <a:pt x="2345" y="16"/>
                </a:lnTo>
                <a:lnTo>
                  <a:pt x="2345" y="15"/>
                </a:lnTo>
                <a:lnTo>
                  <a:pt x="2346" y="14"/>
                </a:lnTo>
                <a:lnTo>
                  <a:pt x="2347" y="14"/>
                </a:lnTo>
                <a:lnTo>
                  <a:pt x="2349" y="14"/>
                </a:lnTo>
                <a:lnTo>
                  <a:pt x="2350" y="14"/>
                </a:lnTo>
                <a:lnTo>
                  <a:pt x="2350" y="15"/>
                </a:lnTo>
                <a:lnTo>
                  <a:pt x="2350" y="14"/>
                </a:lnTo>
                <a:lnTo>
                  <a:pt x="2351" y="14"/>
                </a:lnTo>
                <a:lnTo>
                  <a:pt x="2353" y="14"/>
                </a:lnTo>
                <a:lnTo>
                  <a:pt x="2354" y="14"/>
                </a:lnTo>
                <a:lnTo>
                  <a:pt x="2355" y="14"/>
                </a:lnTo>
                <a:lnTo>
                  <a:pt x="2356" y="14"/>
                </a:lnTo>
                <a:lnTo>
                  <a:pt x="2356" y="13"/>
                </a:lnTo>
                <a:lnTo>
                  <a:pt x="2356" y="12"/>
                </a:lnTo>
                <a:lnTo>
                  <a:pt x="2357" y="12"/>
                </a:lnTo>
                <a:lnTo>
                  <a:pt x="2357" y="11"/>
                </a:lnTo>
                <a:lnTo>
                  <a:pt x="2358" y="11"/>
                </a:lnTo>
                <a:lnTo>
                  <a:pt x="2359" y="11"/>
                </a:lnTo>
                <a:lnTo>
                  <a:pt x="2360" y="11"/>
                </a:lnTo>
                <a:lnTo>
                  <a:pt x="2360" y="12"/>
                </a:lnTo>
                <a:lnTo>
                  <a:pt x="2361" y="12"/>
                </a:lnTo>
                <a:lnTo>
                  <a:pt x="2362" y="13"/>
                </a:lnTo>
                <a:lnTo>
                  <a:pt x="2362" y="14"/>
                </a:lnTo>
                <a:lnTo>
                  <a:pt x="2363" y="14"/>
                </a:lnTo>
                <a:lnTo>
                  <a:pt x="2364" y="14"/>
                </a:lnTo>
                <a:lnTo>
                  <a:pt x="2364" y="13"/>
                </a:lnTo>
                <a:lnTo>
                  <a:pt x="2365" y="13"/>
                </a:lnTo>
                <a:lnTo>
                  <a:pt x="2366" y="13"/>
                </a:lnTo>
                <a:lnTo>
                  <a:pt x="2367" y="13"/>
                </a:lnTo>
                <a:lnTo>
                  <a:pt x="2368" y="13"/>
                </a:lnTo>
                <a:lnTo>
                  <a:pt x="2372" y="13"/>
                </a:lnTo>
                <a:lnTo>
                  <a:pt x="2372" y="12"/>
                </a:lnTo>
                <a:lnTo>
                  <a:pt x="2373" y="12"/>
                </a:lnTo>
                <a:lnTo>
                  <a:pt x="2374" y="11"/>
                </a:lnTo>
                <a:lnTo>
                  <a:pt x="2374" y="10"/>
                </a:lnTo>
                <a:lnTo>
                  <a:pt x="2375" y="10"/>
                </a:lnTo>
                <a:lnTo>
                  <a:pt x="2376" y="10"/>
                </a:lnTo>
                <a:lnTo>
                  <a:pt x="2377" y="10"/>
                </a:lnTo>
                <a:lnTo>
                  <a:pt x="2378" y="9"/>
                </a:lnTo>
                <a:lnTo>
                  <a:pt x="2379" y="9"/>
                </a:lnTo>
                <a:lnTo>
                  <a:pt x="2379" y="8"/>
                </a:lnTo>
                <a:lnTo>
                  <a:pt x="2379" y="7"/>
                </a:lnTo>
                <a:lnTo>
                  <a:pt x="2380" y="6"/>
                </a:lnTo>
                <a:lnTo>
                  <a:pt x="2380" y="5"/>
                </a:lnTo>
                <a:lnTo>
                  <a:pt x="2381" y="5"/>
                </a:lnTo>
                <a:lnTo>
                  <a:pt x="2381" y="4"/>
                </a:lnTo>
                <a:lnTo>
                  <a:pt x="2382" y="4"/>
                </a:lnTo>
                <a:lnTo>
                  <a:pt x="2383" y="4"/>
                </a:lnTo>
                <a:lnTo>
                  <a:pt x="2384" y="4"/>
                </a:lnTo>
                <a:lnTo>
                  <a:pt x="2385" y="4"/>
                </a:lnTo>
                <a:lnTo>
                  <a:pt x="2387" y="4"/>
                </a:lnTo>
                <a:lnTo>
                  <a:pt x="2388" y="4"/>
                </a:lnTo>
                <a:lnTo>
                  <a:pt x="2389" y="4"/>
                </a:lnTo>
                <a:lnTo>
                  <a:pt x="2389" y="3"/>
                </a:lnTo>
                <a:lnTo>
                  <a:pt x="2390" y="3"/>
                </a:lnTo>
                <a:lnTo>
                  <a:pt x="2392" y="3"/>
                </a:lnTo>
                <a:lnTo>
                  <a:pt x="2392" y="2"/>
                </a:lnTo>
                <a:lnTo>
                  <a:pt x="2393" y="2"/>
                </a:lnTo>
                <a:lnTo>
                  <a:pt x="2394" y="1"/>
                </a:lnTo>
                <a:lnTo>
                  <a:pt x="2395" y="1"/>
                </a:lnTo>
                <a:lnTo>
                  <a:pt x="2396" y="0"/>
                </a:lnTo>
                <a:lnTo>
                  <a:pt x="2396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2688120" y="45475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2685240" y="4547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w="3240">
            <a:solidFill>
              <a:srgbClr val="CCCCCC"/>
            </a:solidFill>
            <a:round/>
          </a:ln>
        </p:spPr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2685240" y="4547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2685240" y="4547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w="3240">
            <a:solidFill>
              <a:srgbClr val="CCCCCC"/>
            </a:solidFill>
            <a:round/>
          </a:ln>
        </p:spPr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2685240" y="45471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w="3240">
            <a:solidFill>
              <a:srgbClr val="CCCCCC"/>
            </a:solidFill>
            <a:round/>
          </a:ln>
        </p:spPr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2685240" y="454680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2691000" y="453636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2691000" y="4535280"/>
            <a:ext cx="360" cy="1080"/>
          </a:xfrm>
          <a:custGeom>
            <a:avLst/>
            <a:gdLst/>
            <a:ahLst/>
            <a:rect l="0" t="0" r="r" b="b"/>
            <a:pathLst>
              <a:path w="1" h="3">
                <a:moveTo>
                  <a:pt x="0" y="3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2695680" y="45262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2695320" y="45259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0"/>
                </a:moveTo>
                <a:lnTo>
                  <a:pt x="3" y="0"/>
                </a:ln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2696400" y="4525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2681280" y="4482000"/>
            <a:ext cx="63360" cy="73800"/>
          </a:xfrm>
          <a:custGeom>
            <a:avLst/>
            <a:gdLst/>
            <a:ahLst/>
            <a:rect l="0" t="0" r="r" b="b"/>
            <a:pathLst>
              <a:path w="176" h="205">
                <a:moveTo>
                  <a:pt x="11" y="182"/>
                </a:moveTo>
                <a:lnTo>
                  <a:pt x="11" y="183"/>
                </a:lnTo>
                <a:lnTo>
                  <a:pt x="11" y="184"/>
                </a:lnTo>
                <a:lnTo>
                  <a:pt x="11" y="185"/>
                </a:lnTo>
                <a:lnTo>
                  <a:pt x="11" y="184"/>
                </a:lnTo>
                <a:lnTo>
                  <a:pt x="12" y="184"/>
                </a:lnTo>
                <a:lnTo>
                  <a:pt x="12" y="185"/>
                </a:lnTo>
                <a:lnTo>
                  <a:pt x="12" y="186"/>
                </a:lnTo>
                <a:lnTo>
                  <a:pt x="11" y="186"/>
                </a:lnTo>
                <a:lnTo>
                  <a:pt x="12" y="186"/>
                </a:lnTo>
                <a:lnTo>
                  <a:pt x="12" y="187"/>
                </a:lnTo>
                <a:lnTo>
                  <a:pt x="11" y="187"/>
                </a:lnTo>
                <a:lnTo>
                  <a:pt x="12" y="187"/>
                </a:lnTo>
                <a:lnTo>
                  <a:pt x="12" y="186"/>
                </a:lnTo>
                <a:lnTo>
                  <a:pt x="13" y="185"/>
                </a:lnTo>
                <a:lnTo>
                  <a:pt x="13" y="184"/>
                </a:lnTo>
                <a:lnTo>
                  <a:pt x="14" y="184"/>
                </a:lnTo>
                <a:lnTo>
                  <a:pt x="15" y="182"/>
                </a:lnTo>
                <a:lnTo>
                  <a:pt x="16" y="182"/>
                </a:lnTo>
                <a:lnTo>
                  <a:pt x="16" y="181"/>
                </a:lnTo>
                <a:lnTo>
                  <a:pt x="17" y="181"/>
                </a:lnTo>
                <a:lnTo>
                  <a:pt x="17" y="180"/>
                </a:lnTo>
                <a:lnTo>
                  <a:pt x="17" y="179"/>
                </a:lnTo>
                <a:lnTo>
                  <a:pt x="17" y="178"/>
                </a:lnTo>
                <a:lnTo>
                  <a:pt x="17" y="177"/>
                </a:lnTo>
                <a:lnTo>
                  <a:pt x="17" y="178"/>
                </a:lnTo>
                <a:lnTo>
                  <a:pt x="17" y="179"/>
                </a:lnTo>
                <a:lnTo>
                  <a:pt x="17" y="178"/>
                </a:lnTo>
                <a:lnTo>
                  <a:pt x="18" y="178"/>
                </a:lnTo>
                <a:lnTo>
                  <a:pt x="18" y="176"/>
                </a:lnTo>
                <a:lnTo>
                  <a:pt x="18" y="175"/>
                </a:lnTo>
                <a:lnTo>
                  <a:pt x="18" y="172"/>
                </a:lnTo>
                <a:lnTo>
                  <a:pt x="18" y="171"/>
                </a:lnTo>
                <a:lnTo>
                  <a:pt x="17" y="171"/>
                </a:lnTo>
                <a:lnTo>
                  <a:pt x="17" y="170"/>
                </a:lnTo>
                <a:lnTo>
                  <a:pt x="16" y="169"/>
                </a:lnTo>
                <a:lnTo>
                  <a:pt x="15" y="169"/>
                </a:lnTo>
                <a:lnTo>
                  <a:pt x="14" y="169"/>
                </a:lnTo>
                <a:lnTo>
                  <a:pt x="13" y="168"/>
                </a:lnTo>
                <a:lnTo>
                  <a:pt x="13" y="167"/>
                </a:lnTo>
                <a:lnTo>
                  <a:pt x="13" y="166"/>
                </a:lnTo>
                <a:lnTo>
                  <a:pt x="13" y="165"/>
                </a:lnTo>
                <a:lnTo>
                  <a:pt x="13" y="164"/>
                </a:lnTo>
                <a:lnTo>
                  <a:pt x="14" y="164"/>
                </a:lnTo>
                <a:lnTo>
                  <a:pt x="14" y="163"/>
                </a:lnTo>
                <a:lnTo>
                  <a:pt x="14" y="162"/>
                </a:lnTo>
                <a:lnTo>
                  <a:pt x="15" y="162"/>
                </a:lnTo>
                <a:lnTo>
                  <a:pt x="15" y="161"/>
                </a:lnTo>
                <a:lnTo>
                  <a:pt x="15" y="160"/>
                </a:lnTo>
                <a:lnTo>
                  <a:pt x="16" y="160"/>
                </a:lnTo>
                <a:lnTo>
                  <a:pt x="16" y="159"/>
                </a:lnTo>
                <a:lnTo>
                  <a:pt x="16" y="158"/>
                </a:lnTo>
                <a:lnTo>
                  <a:pt x="17" y="158"/>
                </a:lnTo>
                <a:lnTo>
                  <a:pt x="17" y="157"/>
                </a:lnTo>
                <a:lnTo>
                  <a:pt x="18" y="157"/>
                </a:lnTo>
                <a:lnTo>
                  <a:pt x="18" y="156"/>
                </a:lnTo>
                <a:lnTo>
                  <a:pt x="18" y="155"/>
                </a:lnTo>
                <a:lnTo>
                  <a:pt x="18" y="154"/>
                </a:lnTo>
                <a:lnTo>
                  <a:pt x="19" y="154"/>
                </a:lnTo>
                <a:lnTo>
                  <a:pt x="19" y="153"/>
                </a:lnTo>
                <a:lnTo>
                  <a:pt x="19" y="152"/>
                </a:lnTo>
                <a:lnTo>
                  <a:pt x="20" y="152"/>
                </a:lnTo>
                <a:lnTo>
                  <a:pt x="21" y="152"/>
                </a:lnTo>
                <a:lnTo>
                  <a:pt x="21" y="151"/>
                </a:lnTo>
                <a:lnTo>
                  <a:pt x="21" y="150"/>
                </a:lnTo>
                <a:lnTo>
                  <a:pt x="22" y="150"/>
                </a:lnTo>
                <a:lnTo>
                  <a:pt x="22" y="149"/>
                </a:lnTo>
                <a:lnTo>
                  <a:pt x="22" y="148"/>
                </a:lnTo>
                <a:lnTo>
                  <a:pt x="22" y="147"/>
                </a:lnTo>
                <a:lnTo>
                  <a:pt x="23" y="147"/>
                </a:lnTo>
                <a:lnTo>
                  <a:pt x="23" y="146"/>
                </a:lnTo>
                <a:lnTo>
                  <a:pt x="24" y="146"/>
                </a:lnTo>
                <a:lnTo>
                  <a:pt x="25" y="146"/>
                </a:lnTo>
                <a:lnTo>
                  <a:pt x="25" y="145"/>
                </a:lnTo>
                <a:lnTo>
                  <a:pt x="26" y="145"/>
                </a:lnTo>
                <a:lnTo>
                  <a:pt x="25" y="145"/>
                </a:lnTo>
                <a:lnTo>
                  <a:pt x="26" y="145"/>
                </a:lnTo>
                <a:lnTo>
                  <a:pt x="25" y="145"/>
                </a:lnTo>
                <a:lnTo>
                  <a:pt x="25" y="146"/>
                </a:lnTo>
                <a:lnTo>
                  <a:pt x="24" y="146"/>
                </a:lnTo>
                <a:lnTo>
                  <a:pt x="25" y="146"/>
                </a:lnTo>
                <a:lnTo>
                  <a:pt x="26" y="146"/>
                </a:lnTo>
                <a:lnTo>
                  <a:pt x="27" y="146"/>
                </a:lnTo>
                <a:lnTo>
                  <a:pt x="27" y="145"/>
                </a:lnTo>
                <a:lnTo>
                  <a:pt x="26" y="145"/>
                </a:lnTo>
                <a:lnTo>
                  <a:pt x="26" y="144"/>
                </a:lnTo>
                <a:lnTo>
                  <a:pt x="27" y="144"/>
                </a:lnTo>
                <a:lnTo>
                  <a:pt x="27" y="143"/>
                </a:lnTo>
                <a:lnTo>
                  <a:pt x="27" y="142"/>
                </a:lnTo>
                <a:lnTo>
                  <a:pt x="27" y="141"/>
                </a:lnTo>
                <a:lnTo>
                  <a:pt x="28" y="141"/>
                </a:lnTo>
                <a:lnTo>
                  <a:pt x="28" y="142"/>
                </a:lnTo>
                <a:lnTo>
                  <a:pt x="27" y="142"/>
                </a:lnTo>
                <a:lnTo>
                  <a:pt x="28" y="142"/>
                </a:lnTo>
                <a:lnTo>
                  <a:pt x="27" y="142"/>
                </a:lnTo>
                <a:lnTo>
                  <a:pt x="28" y="142"/>
                </a:lnTo>
                <a:lnTo>
                  <a:pt x="28" y="141"/>
                </a:lnTo>
                <a:lnTo>
                  <a:pt x="28" y="140"/>
                </a:lnTo>
                <a:lnTo>
                  <a:pt x="29" y="140"/>
                </a:lnTo>
                <a:lnTo>
                  <a:pt x="29" y="139"/>
                </a:lnTo>
                <a:lnTo>
                  <a:pt x="30" y="139"/>
                </a:lnTo>
                <a:lnTo>
                  <a:pt x="31" y="138"/>
                </a:lnTo>
                <a:lnTo>
                  <a:pt x="32" y="138"/>
                </a:lnTo>
                <a:lnTo>
                  <a:pt x="32" y="137"/>
                </a:lnTo>
                <a:lnTo>
                  <a:pt x="32" y="136"/>
                </a:lnTo>
                <a:lnTo>
                  <a:pt x="31" y="136"/>
                </a:lnTo>
                <a:lnTo>
                  <a:pt x="31" y="137"/>
                </a:lnTo>
                <a:lnTo>
                  <a:pt x="31" y="136"/>
                </a:lnTo>
                <a:lnTo>
                  <a:pt x="31" y="135"/>
                </a:lnTo>
                <a:lnTo>
                  <a:pt x="32" y="135"/>
                </a:lnTo>
                <a:lnTo>
                  <a:pt x="32" y="134"/>
                </a:lnTo>
                <a:lnTo>
                  <a:pt x="32" y="133"/>
                </a:lnTo>
                <a:lnTo>
                  <a:pt x="33" y="133"/>
                </a:lnTo>
                <a:lnTo>
                  <a:pt x="33" y="132"/>
                </a:lnTo>
                <a:lnTo>
                  <a:pt x="34" y="132"/>
                </a:lnTo>
                <a:lnTo>
                  <a:pt x="34" y="131"/>
                </a:lnTo>
                <a:lnTo>
                  <a:pt x="34" y="130"/>
                </a:lnTo>
                <a:lnTo>
                  <a:pt x="35" y="130"/>
                </a:lnTo>
                <a:lnTo>
                  <a:pt x="35" y="129"/>
                </a:lnTo>
                <a:lnTo>
                  <a:pt x="36" y="129"/>
                </a:lnTo>
                <a:lnTo>
                  <a:pt x="36" y="128"/>
                </a:lnTo>
                <a:lnTo>
                  <a:pt x="37" y="127"/>
                </a:lnTo>
                <a:lnTo>
                  <a:pt x="37" y="126"/>
                </a:lnTo>
                <a:lnTo>
                  <a:pt x="38" y="126"/>
                </a:lnTo>
                <a:lnTo>
                  <a:pt x="38" y="125"/>
                </a:lnTo>
                <a:lnTo>
                  <a:pt x="39" y="125"/>
                </a:lnTo>
                <a:lnTo>
                  <a:pt x="39" y="124"/>
                </a:lnTo>
                <a:lnTo>
                  <a:pt x="39" y="125"/>
                </a:lnTo>
                <a:lnTo>
                  <a:pt x="40" y="125"/>
                </a:lnTo>
                <a:lnTo>
                  <a:pt x="41" y="125"/>
                </a:lnTo>
                <a:lnTo>
                  <a:pt x="41" y="124"/>
                </a:lnTo>
                <a:lnTo>
                  <a:pt x="42" y="124"/>
                </a:lnTo>
                <a:lnTo>
                  <a:pt x="42" y="123"/>
                </a:lnTo>
                <a:lnTo>
                  <a:pt x="43" y="123"/>
                </a:lnTo>
                <a:lnTo>
                  <a:pt x="43" y="122"/>
                </a:lnTo>
                <a:lnTo>
                  <a:pt x="44" y="122"/>
                </a:lnTo>
                <a:lnTo>
                  <a:pt x="45" y="122"/>
                </a:lnTo>
                <a:lnTo>
                  <a:pt x="45" y="121"/>
                </a:lnTo>
                <a:lnTo>
                  <a:pt x="46" y="121"/>
                </a:lnTo>
                <a:lnTo>
                  <a:pt x="46" y="120"/>
                </a:lnTo>
                <a:lnTo>
                  <a:pt x="46" y="121"/>
                </a:lnTo>
                <a:lnTo>
                  <a:pt x="46" y="120"/>
                </a:lnTo>
                <a:lnTo>
                  <a:pt x="47" y="120"/>
                </a:lnTo>
                <a:lnTo>
                  <a:pt x="47" y="119"/>
                </a:lnTo>
                <a:lnTo>
                  <a:pt x="46" y="119"/>
                </a:lnTo>
                <a:lnTo>
                  <a:pt x="47" y="119"/>
                </a:lnTo>
                <a:lnTo>
                  <a:pt x="47" y="120"/>
                </a:lnTo>
                <a:lnTo>
                  <a:pt x="47" y="119"/>
                </a:lnTo>
                <a:lnTo>
                  <a:pt x="48" y="119"/>
                </a:lnTo>
                <a:lnTo>
                  <a:pt x="48" y="118"/>
                </a:lnTo>
                <a:lnTo>
                  <a:pt x="49" y="118"/>
                </a:lnTo>
                <a:lnTo>
                  <a:pt x="49" y="117"/>
                </a:lnTo>
                <a:lnTo>
                  <a:pt x="49" y="116"/>
                </a:lnTo>
                <a:lnTo>
                  <a:pt x="49" y="114"/>
                </a:lnTo>
                <a:lnTo>
                  <a:pt x="48" y="114"/>
                </a:lnTo>
                <a:lnTo>
                  <a:pt x="48" y="113"/>
                </a:lnTo>
                <a:lnTo>
                  <a:pt x="49" y="113"/>
                </a:lnTo>
                <a:lnTo>
                  <a:pt x="49" y="112"/>
                </a:lnTo>
                <a:lnTo>
                  <a:pt x="48" y="112"/>
                </a:lnTo>
                <a:lnTo>
                  <a:pt x="48" y="111"/>
                </a:lnTo>
                <a:lnTo>
                  <a:pt x="49" y="110"/>
                </a:lnTo>
                <a:lnTo>
                  <a:pt x="49" y="109"/>
                </a:lnTo>
                <a:lnTo>
                  <a:pt x="50" y="109"/>
                </a:lnTo>
                <a:lnTo>
                  <a:pt x="50" y="108"/>
                </a:lnTo>
                <a:lnTo>
                  <a:pt x="51" y="108"/>
                </a:lnTo>
                <a:lnTo>
                  <a:pt x="51" y="107"/>
                </a:lnTo>
                <a:lnTo>
                  <a:pt x="52" y="107"/>
                </a:lnTo>
                <a:lnTo>
                  <a:pt x="52" y="106"/>
                </a:lnTo>
                <a:lnTo>
                  <a:pt x="53" y="106"/>
                </a:lnTo>
                <a:lnTo>
                  <a:pt x="53" y="105"/>
                </a:lnTo>
                <a:lnTo>
                  <a:pt x="54" y="105"/>
                </a:lnTo>
                <a:lnTo>
                  <a:pt x="54" y="104"/>
                </a:lnTo>
                <a:lnTo>
                  <a:pt x="55" y="104"/>
                </a:lnTo>
                <a:lnTo>
                  <a:pt x="55" y="103"/>
                </a:lnTo>
                <a:lnTo>
                  <a:pt x="56" y="103"/>
                </a:lnTo>
                <a:lnTo>
                  <a:pt x="56" y="102"/>
                </a:lnTo>
                <a:lnTo>
                  <a:pt x="57" y="102"/>
                </a:lnTo>
                <a:lnTo>
                  <a:pt x="57" y="101"/>
                </a:lnTo>
                <a:lnTo>
                  <a:pt x="58" y="101"/>
                </a:lnTo>
                <a:lnTo>
                  <a:pt x="58" y="100"/>
                </a:lnTo>
                <a:lnTo>
                  <a:pt x="58" y="99"/>
                </a:lnTo>
                <a:lnTo>
                  <a:pt x="59" y="99"/>
                </a:lnTo>
                <a:lnTo>
                  <a:pt x="60" y="98"/>
                </a:lnTo>
                <a:lnTo>
                  <a:pt x="60" y="97"/>
                </a:lnTo>
                <a:lnTo>
                  <a:pt x="61" y="96"/>
                </a:lnTo>
                <a:lnTo>
                  <a:pt x="61" y="95"/>
                </a:lnTo>
                <a:lnTo>
                  <a:pt x="62" y="94"/>
                </a:lnTo>
                <a:lnTo>
                  <a:pt x="62" y="93"/>
                </a:lnTo>
                <a:lnTo>
                  <a:pt x="62" y="92"/>
                </a:lnTo>
                <a:lnTo>
                  <a:pt x="62" y="91"/>
                </a:lnTo>
                <a:lnTo>
                  <a:pt x="63" y="91"/>
                </a:lnTo>
                <a:lnTo>
                  <a:pt x="63" y="90"/>
                </a:lnTo>
                <a:lnTo>
                  <a:pt x="64" y="90"/>
                </a:lnTo>
                <a:lnTo>
                  <a:pt x="65" y="90"/>
                </a:lnTo>
                <a:lnTo>
                  <a:pt x="65" y="91"/>
                </a:lnTo>
                <a:lnTo>
                  <a:pt x="65" y="93"/>
                </a:lnTo>
                <a:lnTo>
                  <a:pt x="66" y="93"/>
                </a:lnTo>
                <a:lnTo>
                  <a:pt x="66" y="94"/>
                </a:lnTo>
                <a:lnTo>
                  <a:pt x="67" y="94"/>
                </a:lnTo>
                <a:lnTo>
                  <a:pt x="68" y="94"/>
                </a:lnTo>
                <a:lnTo>
                  <a:pt x="69" y="94"/>
                </a:lnTo>
                <a:lnTo>
                  <a:pt x="69" y="93"/>
                </a:lnTo>
                <a:lnTo>
                  <a:pt x="70" y="93"/>
                </a:lnTo>
                <a:lnTo>
                  <a:pt x="70" y="92"/>
                </a:lnTo>
                <a:lnTo>
                  <a:pt x="71" y="92"/>
                </a:lnTo>
                <a:lnTo>
                  <a:pt x="71" y="91"/>
                </a:lnTo>
                <a:lnTo>
                  <a:pt x="72" y="91"/>
                </a:lnTo>
                <a:lnTo>
                  <a:pt x="72" y="90"/>
                </a:lnTo>
                <a:lnTo>
                  <a:pt x="73" y="89"/>
                </a:lnTo>
                <a:lnTo>
                  <a:pt x="74" y="89"/>
                </a:lnTo>
                <a:lnTo>
                  <a:pt x="75" y="90"/>
                </a:lnTo>
                <a:lnTo>
                  <a:pt x="76" y="90"/>
                </a:lnTo>
                <a:lnTo>
                  <a:pt x="76" y="89"/>
                </a:lnTo>
                <a:lnTo>
                  <a:pt x="77" y="89"/>
                </a:lnTo>
                <a:lnTo>
                  <a:pt x="77" y="90"/>
                </a:lnTo>
                <a:lnTo>
                  <a:pt x="77" y="91"/>
                </a:lnTo>
                <a:lnTo>
                  <a:pt x="78" y="91"/>
                </a:lnTo>
                <a:lnTo>
                  <a:pt x="79" y="90"/>
                </a:lnTo>
                <a:lnTo>
                  <a:pt x="79" y="89"/>
                </a:lnTo>
                <a:lnTo>
                  <a:pt x="79" y="88"/>
                </a:lnTo>
                <a:lnTo>
                  <a:pt x="78" y="88"/>
                </a:lnTo>
                <a:lnTo>
                  <a:pt x="79" y="88"/>
                </a:lnTo>
                <a:lnTo>
                  <a:pt x="78" y="88"/>
                </a:lnTo>
                <a:lnTo>
                  <a:pt x="78" y="87"/>
                </a:lnTo>
                <a:lnTo>
                  <a:pt x="77" y="87"/>
                </a:lnTo>
                <a:lnTo>
                  <a:pt x="76" y="87"/>
                </a:lnTo>
                <a:lnTo>
                  <a:pt x="75" y="87"/>
                </a:lnTo>
                <a:lnTo>
                  <a:pt x="74" y="87"/>
                </a:lnTo>
                <a:lnTo>
                  <a:pt x="74" y="86"/>
                </a:lnTo>
                <a:lnTo>
                  <a:pt x="73" y="84"/>
                </a:lnTo>
                <a:lnTo>
                  <a:pt x="73" y="83"/>
                </a:lnTo>
                <a:lnTo>
                  <a:pt x="73" y="82"/>
                </a:lnTo>
                <a:lnTo>
                  <a:pt x="73" y="81"/>
                </a:lnTo>
                <a:lnTo>
                  <a:pt x="74" y="81"/>
                </a:lnTo>
                <a:lnTo>
                  <a:pt x="74" y="80"/>
                </a:lnTo>
                <a:lnTo>
                  <a:pt x="75" y="79"/>
                </a:lnTo>
                <a:lnTo>
                  <a:pt x="76" y="79"/>
                </a:lnTo>
                <a:lnTo>
                  <a:pt x="76" y="78"/>
                </a:lnTo>
                <a:lnTo>
                  <a:pt x="77" y="77"/>
                </a:lnTo>
                <a:lnTo>
                  <a:pt x="76" y="77"/>
                </a:lnTo>
                <a:lnTo>
                  <a:pt x="76" y="76"/>
                </a:lnTo>
                <a:lnTo>
                  <a:pt x="75" y="75"/>
                </a:lnTo>
                <a:lnTo>
                  <a:pt x="76" y="75"/>
                </a:lnTo>
                <a:lnTo>
                  <a:pt x="76" y="76"/>
                </a:lnTo>
                <a:lnTo>
                  <a:pt x="77" y="76"/>
                </a:lnTo>
                <a:lnTo>
                  <a:pt x="77" y="77"/>
                </a:lnTo>
                <a:lnTo>
                  <a:pt x="78" y="77"/>
                </a:lnTo>
                <a:lnTo>
                  <a:pt x="78" y="76"/>
                </a:lnTo>
                <a:lnTo>
                  <a:pt x="79" y="76"/>
                </a:lnTo>
                <a:lnTo>
                  <a:pt x="79" y="75"/>
                </a:lnTo>
                <a:lnTo>
                  <a:pt x="80" y="75"/>
                </a:lnTo>
                <a:lnTo>
                  <a:pt x="80" y="74"/>
                </a:lnTo>
                <a:lnTo>
                  <a:pt x="79" y="74"/>
                </a:lnTo>
                <a:lnTo>
                  <a:pt x="78" y="74"/>
                </a:lnTo>
                <a:lnTo>
                  <a:pt x="78" y="73"/>
                </a:lnTo>
                <a:lnTo>
                  <a:pt x="78" y="72"/>
                </a:lnTo>
                <a:lnTo>
                  <a:pt x="78" y="71"/>
                </a:lnTo>
                <a:lnTo>
                  <a:pt x="78" y="70"/>
                </a:lnTo>
                <a:lnTo>
                  <a:pt x="78" y="69"/>
                </a:lnTo>
                <a:lnTo>
                  <a:pt x="79" y="69"/>
                </a:lnTo>
                <a:lnTo>
                  <a:pt x="79" y="70"/>
                </a:lnTo>
                <a:lnTo>
                  <a:pt x="79" y="71"/>
                </a:lnTo>
                <a:lnTo>
                  <a:pt x="79" y="72"/>
                </a:lnTo>
                <a:lnTo>
                  <a:pt x="79" y="73"/>
                </a:lnTo>
                <a:lnTo>
                  <a:pt x="80" y="73"/>
                </a:lnTo>
                <a:lnTo>
                  <a:pt x="81" y="73"/>
                </a:lnTo>
                <a:lnTo>
                  <a:pt x="81" y="74"/>
                </a:lnTo>
                <a:lnTo>
                  <a:pt x="81" y="75"/>
                </a:lnTo>
                <a:lnTo>
                  <a:pt x="81" y="74"/>
                </a:lnTo>
                <a:lnTo>
                  <a:pt x="82" y="74"/>
                </a:lnTo>
                <a:lnTo>
                  <a:pt x="83" y="74"/>
                </a:lnTo>
                <a:lnTo>
                  <a:pt x="83" y="73"/>
                </a:lnTo>
                <a:lnTo>
                  <a:pt x="84" y="73"/>
                </a:lnTo>
                <a:lnTo>
                  <a:pt x="84" y="72"/>
                </a:lnTo>
                <a:lnTo>
                  <a:pt x="85" y="72"/>
                </a:lnTo>
                <a:lnTo>
                  <a:pt x="85" y="71"/>
                </a:lnTo>
                <a:lnTo>
                  <a:pt x="84" y="71"/>
                </a:lnTo>
                <a:lnTo>
                  <a:pt x="84" y="70"/>
                </a:lnTo>
                <a:lnTo>
                  <a:pt x="85" y="70"/>
                </a:lnTo>
                <a:lnTo>
                  <a:pt x="85" y="71"/>
                </a:lnTo>
                <a:lnTo>
                  <a:pt x="86" y="70"/>
                </a:lnTo>
                <a:lnTo>
                  <a:pt x="86" y="69"/>
                </a:lnTo>
                <a:lnTo>
                  <a:pt x="87" y="69"/>
                </a:lnTo>
                <a:lnTo>
                  <a:pt x="88" y="68"/>
                </a:lnTo>
                <a:lnTo>
                  <a:pt x="88" y="67"/>
                </a:lnTo>
                <a:lnTo>
                  <a:pt x="89" y="67"/>
                </a:lnTo>
                <a:lnTo>
                  <a:pt x="89" y="66"/>
                </a:lnTo>
                <a:lnTo>
                  <a:pt x="90" y="65"/>
                </a:lnTo>
                <a:lnTo>
                  <a:pt x="90" y="64"/>
                </a:lnTo>
                <a:lnTo>
                  <a:pt x="91" y="64"/>
                </a:lnTo>
                <a:lnTo>
                  <a:pt x="90" y="64"/>
                </a:lnTo>
                <a:lnTo>
                  <a:pt x="90" y="63"/>
                </a:lnTo>
                <a:lnTo>
                  <a:pt x="91" y="63"/>
                </a:lnTo>
                <a:lnTo>
                  <a:pt x="90" y="62"/>
                </a:lnTo>
                <a:lnTo>
                  <a:pt x="90" y="61"/>
                </a:lnTo>
                <a:lnTo>
                  <a:pt x="88" y="60"/>
                </a:lnTo>
                <a:lnTo>
                  <a:pt x="88" y="59"/>
                </a:lnTo>
                <a:lnTo>
                  <a:pt x="88" y="58"/>
                </a:lnTo>
                <a:lnTo>
                  <a:pt x="89" y="58"/>
                </a:lnTo>
                <a:lnTo>
                  <a:pt x="89" y="57"/>
                </a:lnTo>
                <a:lnTo>
                  <a:pt x="90" y="58"/>
                </a:lnTo>
                <a:lnTo>
                  <a:pt x="89" y="59"/>
                </a:lnTo>
                <a:lnTo>
                  <a:pt x="88" y="59"/>
                </a:lnTo>
                <a:lnTo>
                  <a:pt x="89" y="60"/>
                </a:lnTo>
                <a:lnTo>
                  <a:pt x="90" y="60"/>
                </a:lnTo>
                <a:lnTo>
                  <a:pt x="90" y="61"/>
                </a:lnTo>
                <a:lnTo>
                  <a:pt x="91" y="62"/>
                </a:lnTo>
                <a:lnTo>
                  <a:pt x="91" y="63"/>
                </a:lnTo>
                <a:lnTo>
                  <a:pt x="92" y="63"/>
                </a:lnTo>
                <a:lnTo>
                  <a:pt x="92" y="64"/>
                </a:lnTo>
                <a:lnTo>
                  <a:pt x="92" y="63"/>
                </a:lnTo>
                <a:lnTo>
                  <a:pt x="93" y="63"/>
                </a:lnTo>
                <a:lnTo>
                  <a:pt x="94" y="63"/>
                </a:lnTo>
                <a:lnTo>
                  <a:pt x="95" y="63"/>
                </a:lnTo>
                <a:lnTo>
                  <a:pt x="96" y="63"/>
                </a:lnTo>
                <a:lnTo>
                  <a:pt x="98" y="62"/>
                </a:lnTo>
                <a:lnTo>
                  <a:pt x="99" y="62"/>
                </a:lnTo>
                <a:lnTo>
                  <a:pt x="99" y="61"/>
                </a:lnTo>
                <a:lnTo>
                  <a:pt x="99" y="60"/>
                </a:lnTo>
                <a:lnTo>
                  <a:pt x="99" y="59"/>
                </a:lnTo>
                <a:lnTo>
                  <a:pt x="98" y="59"/>
                </a:lnTo>
                <a:lnTo>
                  <a:pt x="98" y="58"/>
                </a:lnTo>
                <a:lnTo>
                  <a:pt x="98" y="57"/>
                </a:lnTo>
                <a:lnTo>
                  <a:pt x="99" y="57"/>
                </a:lnTo>
                <a:lnTo>
                  <a:pt x="99" y="56"/>
                </a:lnTo>
                <a:lnTo>
                  <a:pt x="99" y="57"/>
                </a:lnTo>
                <a:lnTo>
                  <a:pt x="99" y="56"/>
                </a:lnTo>
                <a:lnTo>
                  <a:pt x="100" y="55"/>
                </a:lnTo>
                <a:lnTo>
                  <a:pt x="101" y="55"/>
                </a:lnTo>
                <a:lnTo>
                  <a:pt x="102" y="55"/>
                </a:lnTo>
                <a:lnTo>
                  <a:pt x="103" y="55"/>
                </a:lnTo>
                <a:lnTo>
                  <a:pt x="105" y="56"/>
                </a:lnTo>
                <a:lnTo>
                  <a:pt x="105" y="57"/>
                </a:lnTo>
                <a:lnTo>
                  <a:pt x="106" y="57"/>
                </a:lnTo>
                <a:lnTo>
                  <a:pt x="107" y="57"/>
                </a:lnTo>
                <a:lnTo>
                  <a:pt x="107" y="56"/>
                </a:lnTo>
                <a:lnTo>
                  <a:pt x="107" y="55"/>
                </a:lnTo>
                <a:lnTo>
                  <a:pt x="108" y="55"/>
                </a:lnTo>
                <a:lnTo>
                  <a:pt x="109" y="55"/>
                </a:lnTo>
                <a:lnTo>
                  <a:pt x="109" y="54"/>
                </a:lnTo>
                <a:lnTo>
                  <a:pt x="109" y="55"/>
                </a:lnTo>
                <a:lnTo>
                  <a:pt x="109" y="54"/>
                </a:lnTo>
                <a:lnTo>
                  <a:pt x="110" y="54"/>
                </a:lnTo>
                <a:lnTo>
                  <a:pt x="111" y="54"/>
                </a:lnTo>
                <a:lnTo>
                  <a:pt x="112" y="55"/>
                </a:lnTo>
                <a:lnTo>
                  <a:pt x="113" y="56"/>
                </a:lnTo>
                <a:lnTo>
                  <a:pt x="114" y="57"/>
                </a:lnTo>
                <a:lnTo>
                  <a:pt x="115" y="57"/>
                </a:lnTo>
                <a:lnTo>
                  <a:pt x="116" y="57"/>
                </a:lnTo>
                <a:lnTo>
                  <a:pt x="116" y="56"/>
                </a:lnTo>
                <a:lnTo>
                  <a:pt x="116" y="55"/>
                </a:lnTo>
                <a:lnTo>
                  <a:pt x="115" y="55"/>
                </a:lnTo>
                <a:lnTo>
                  <a:pt x="115" y="54"/>
                </a:lnTo>
                <a:lnTo>
                  <a:pt x="115" y="53"/>
                </a:lnTo>
                <a:lnTo>
                  <a:pt x="114" y="53"/>
                </a:lnTo>
                <a:lnTo>
                  <a:pt x="114" y="52"/>
                </a:lnTo>
                <a:lnTo>
                  <a:pt x="114" y="51"/>
                </a:lnTo>
                <a:lnTo>
                  <a:pt x="114" y="50"/>
                </a:lnTo>
                <a:lnTo>
                  <a:pt x="115" y="50"/>
                </a:lnTo>
                <a:lnTo>
                  <a:pt x="115" y="49"/>
                </a:lnTo>
                <a:lnTo>
                  <a:pt x="115" y="50"/>
                </a:lnTo>
                <a:lnTo>
                  <a:pt x="116" y="50"/>
                </a:lnTo>
                <a:lnTo>
                  <a:pt x="117" y="49"/>
                </a:lnTo>
                <a:lnTo>
                  <a:pt x="117" y="48"/>
                </a:lnTo>
                <a:lnTo>
                  <a:pt x="116" y="48"/>
                </a:lnTo>
                <a:lnTo>
                  <a:pt x="115" y="47"/>
                </a:lnTo>
                <a:lnTo>
                  <a:pt x="116" y="47"/>
                </a:lnTo>
                <a:lnTo>
                  <a:pt x="117" y="48"/>
                </a:lnTo>
                <a:lnTo>
                  <a:pt x="117" y="49"/>
                </a:lnTo>
                <a:lnTo>
                  <a:pt x="117" y="50"/>
                </a:lnTo>
                <a:lnTo>
                  <a:pt x="118" y="50"/>
                </a:lnTo>
                <a:lnTo>
                  <a:pt x="118" y="49"/>
                </a:lnTo>
                <a:lnTo>
                  <a:pt x="118" y="47"/>
                </a:lnTo>
                <a:lnTo>
                  <a:pt x="118" y="46"/>
                </a:lnTo>
                <a:lnTo>
                  <a:pt x="117" y="46"/>
                </a:lnTo>
                <a:lnTo>
                  <a:pt x="117" y="45"/>
                </a:lnTo>
                <a:lnTo>
                  <a:pt x="118" y="45"/>
                </a:lnTo>
                <a:lnTo>
                  <a:pt x="118" y="44"/>
                </a:lnTo>
                <a:lnTo>
                  <a:pt x="118" y="43"/>
                </a:lnTo>
                <a:lnTo>
                  <a:pt x="119" y="43"/>
                </a:lnTo>
                <a:lnTo>
                  <a:pt x="119" y="42"/>
                </a:lnTo>
                <a:lnTo>
                  <a:pt x="120" y="41"/>
                </a:lnTo>
                <a:lnTo>
                  <a:pt x="122" y="41"/>
                </a:lnTo>
                <a:lnTo>
                  <a:pt x="122" y="40"/>
                </a:lnTo>
                <a:lnTo>
                  <a:pt x="122" y="39"/>
                </a:lnTo>
                <a:lnTo>
                  <a:pt x="123" y="40"/>
                </a:lnTo>
                <a:lnTo>
                  <a:pt x="124" y="40"/>
                </a:lnTo>
                <a:lnTo>
                  <a:pt x="125" y="40"/>
                </a:lnTo>
                <a:lnTo>
                  <a:pt x="126" y="40"/>
                </a:lnTo>
                <a:lnTo>
                  <a:pt x="127" y="40"/>
                </a:lnTo>
                <a:lnTo>
                  <a:pt x="127" y="39"/>
                </a:lnTo>
                <a:lnTo>
                  <a:pt x="126" y="37"/>
                </a:lnTo>
                <a:lnTo>
                  <a:pt x="126" y="36"/>
                </a:lnTo>
                <a:lnTo>
                  <a:pt x="126" y="37"/>
                </a:lnTo>
                <a:lnTo>
                  <a:pt x="127" y="38"/>
                </a:lnTo>
                <a:lnTo>
                  <a:pt x="127" y="39"/>
                </a:lnTo>
                <a:lnTo>
                  <a:pt x="127" y="38"/>
                </a:lnTo>
                <a:lnTo>
                  <a:pt x="127" y="37"/>
                </a:lnTo>
                <a:lnTo>
                  <a:pt x="127" y="38"/>
                </a:lnTo>
                <a:lnTo>
                  <a:pt x="127" y="37"/>
                </a:lnTo>
                <a:lnTo>
                  <a:pt x="128" y="37"/>
                </a:lnTo>
                <a:lnTo>
                  <a:pt x="127" y="36"/>
                </a:lnTo>
                <a:lnTo>
                  <a:pt x="127" y="34"/>
                </a:lnTo>
                <a:lnTo>
                  <a:pt x="127" y="33"/>
                </a:lnTo>
                <a:lnTo>
                  <a:pt x="127" y="32"/>
                </a:lnTo>
                <a:lnTo>
                  <a:pt x="128" y="31"/>
                </a:lnTo>
                <a:lnTo>
                  <a:pt x="128" y="30"/>
                </a:lnTo>
                <a:lnTo>
                  <a:pt x="129" y="30"/>
                </a:lnTo>
                <a:lnTo>
                  <a:pt x="129" y="29"/>
                </a:lnTo>
                <a:lnTo>
                  <a:pt x="130" y="28"/>
                </a:lnTo>
                <a:lnTo>
                  <a:pt x="131" y="28"/>
                </a:lnTo>
                <a:lnTo>
                  <a:pt x="131" y="29"/>
                </a:lnTo>
                <a:lnTo>
                  <a:pt x="132" y="29"/>
                </a:lnTo>
                <a:lnTo>
                  <a:pt x="132" y="28"/>
                </a:lnTo>
                <a:lnTo>
                  <a:pt x="133" y="28"/>
                </a:lnTo>
                <a:lnTo>
                  <a:pt x="133" y="29"/>
                </a:lnTo>
                <a:lnTo>
                  <a:pt x="132" y="30"/>
                </a:lnTo>
                <a:lnTo>
                  <a:pt x="132" y="31"/>
                </a:lnTo>
                <a:lnTo>
                  <a:pt x="133" y="31"/>
                </a:lnTo>
                <a:lnTo>
                  <a:pt x="134" y="31"/>
                </a:lnTo>
                <a:lnTo>
                  <a:pt x="135" y="31"/>
                </a:lnTo>
                <a:lnTo>
                  <a:pt x="136" y="31"/>
                </a:lnTo>
                <a:lnTo>
                  <a:pt x="137" y="30"/>
                </a:lnTo>
                <a:lnTo>
                  <a:pt x="138" y="29"/>
                </a:lnTo>
                <a:lnTo>
                  <a:pt x="139" y="29"/>
                </a:lnTo>
                <a:lnTo>
                  <a:pt x="140" y="29"/>
                </a:lnTo>
                <a:lnTo>
                  <a:pt x="141" y="29"/>
                </a:lnTo>
                <a:lnTo>
                  <a:pt x="142" y="29"/>
                </a:lnTo>
                <a:lnTo>
                  <a:pt x="142" y="28"/>
                </a:lnTo>
                <a:lnTo>
                  <a:pt x="142" y="27"/>
                </a:lnTo>
                <a:lnTo>
                  <a:pt x="141" y="27"/>
                </a:lnTo>
                <a:lnTo>
                  <a:pt x="140" y="26"/>
                </a:lnTo>
                <a:lnTo>
                  <a:pt x="139" y="26"/>
                </a:lnTo>
                <a:lnTo>
                  <a:pt x="137" y="26"/>
                </a:lnTo>
                <a:lnTo>
                  <a:pt x="136" y="26"/>
                </a:lnTo>
                <a:lnTo>
                  <a:pt x="135" y="26"/>
                </a:lnTo>
                <a:lnTo>
                  <a:pt x="135" y="25"/>
                </a:lnTo>
                <a:lnTo>
                  <a:pt x="135" y="24"/>
                </a:lnTo>
                <a:lnTo>
                  <a:pt x="135" y="23"/>
                </a:lnTo>
                <a:lnTo>
                  <a:pt x="136" y="22"/>
                </a:lnTo>
                <a:lnTo>
                  <a:pt x="136" y="21"/>
                </a:lnTo>
                <a:lnTo>
                  <a:pt x="137" y="20"/>
                </a:lnTo>
                <a:lnTo>
                  <a:pt x="138" y="19"/>
                </a:lnTo>
                <a:lnTo>
                  <a:pt x="139" y="18"/>
                </a:lnTo>
                <a:lnTo>
                  <a:pt x="139" y="17"/>
                </a:lnTo>
                <a:lnTo>
                  <a:pt x="140" y="16"/>
                </a:lnTo>
                <a:lnTo>
                  <a:pt x="140" y="15"/>
                </a:lnTo>
                <a:lnTo>
                  <a:pt x="141" y="15"/>
                </a:lnTo>
                <a:lnTo>
                  <a:pt x="141" y="14"/>
                </a:lnTo>
                <a:lnTo>
                  <a:pt x="141" y="13"/>
                </a:lnTo>
                <a:lnTo>
                  <a:pt x="142" y="13"/>
                </a:lnTo>
                <a:lnTo>
                  <a:pt x="142" y="12"/>
                </a:lnTo>
                <a:lnTo>
                  <a:pt x="143" y="12"/>
                </a:lnTo>
                <a:lnTo>
                  <a:pt x="144" y="12"/>
                </a:lnTo>
                <a:lnTo>
                  <a:pt x="145" y="12"/>
                </a:lnTo>
                <a:lnTo>
                  <a:pt x="145" y="11"/>
                </a:lnTo>
                <a:lnTo>
                  <a:pt x="146" y="11"/>
                </a:lnTo>
                <a:lnTo>
                  <a:pt x="146" y="10"/>
                </a:lnTo>
                <a:lnTo>
                  <a:pt x="146" y="9"/>
                </a:lnTo>
                <a:lnTo>
                  <a:pt x="147" y="9"/>
                </a:lnTo>
                <a:lnTo>
                  <a:pt x="147" y="8"/>
                </a:lnTo>
                <a:lnTo>
                  <a:pt x="148" y="8"/>
                </a:lnTo>
                <a:lnTo>
                  <a:pt x="149" y="8"/>
                </a:lnTo>
                <a:lnTo>
                  <a:pt x="150" y="8"/>
                </a:lnTo>
                <a:lnTo>
                  <a:pt x="151" y="8"/>
                </a:lnTo>
                <a:lnTo>
                  <a:pt x="151" y="9"/>
                </a:lnTo>
                <a:lnTo>
                  <a:pt x="152" y="9"/>
                </a:lnTo>
                <a:lnTo>
                  <a:pt x="152" y="11"/>
                </a:lnTo>
                <a:lnTo>
                  <a:pt x="153" y="11"/>
                </a:lnTo>
                <a:lnTo>
                  <a:pt x="154" y="10"/>
                </a:lnTo>
                <a:lnTo>
                  <a:pt x="155" y="9"/>
                </a:lnTo>
                <a:lnTo>
                  <a:pt x="156" y="9"/>
                </a:lnTo>
                <a:lnTo>
                  <a:pt x="156" y="8"/>
                </a:lnTo>
                <a:lnTo>
                  <a:pt x="157" y="8"/>
                </a:lnTo>
                <a:lnTo>
                  <a:pt x="157" y="7"/>
                </a:lnTo>
                <a:lnTo>
                  <a:pt x="158" y="7"/>
                </a:lnTo>
                <a:lnTo>
                  <a:pt x="158" y="6"/>
                </a:lnTo>
                <a:lnTo>
                  <a:pt x="158" y="5"/>
                </a:lnTo>
                <a:lnTo>
                  <a:pt x="158" y="4"/>
                </a:lnTo>
                <a:lnTo>
                  <a:pt x="158" y="3"/>
                </a:lnTo>
                <a:lnTo>
                  <a:pt x="159" y="3"/>
                </a:lnTo>
                <a:lnTo>
                  <a:pt x="159" y="4"/>
                </a:lnTo>
                <a:lnTo>
                  <a:pt x="160" y="4"/>
                </a:lnTo>
                <a:lnTo>
                  <a:pt x="161" y="4"/>
                </a:lnTo>
                <a:lnTo>
                  <a:pt x="162" y="4"/>
                </a:lnTo>
                <a:lnTo>
                  <a:pt x="162" y="3"/>
                </a:lnTo>
                <a:lnTo>
                  <a:pt x="162" y="2"/>
                </a:lnTo>
                <a:lnTo>
                  <a:pt x="163" y="2"/>
                </a:lnTo>
                <a:lnTo>
                  <a:pt x="163" y="3"/>
                </a:lnTo>
                <a:lnTo>
                  <a:pt x="163" y="4"/>
                </a:lnTo>
                <a:lnTo>
                  <a:pt x="163" y="5"/>
                </a:lnTo>
                <a:lnTo>
                  <a:pt x="164" y="5"/>
                </a:lnTo>
                <a:lnTo>
                  <a:pt x="164" y="6"/>
                </a:lnTo>
                <a:lnTo>
                  <a:pt x="165" y="6"/>
                </a:lnTo>
                <a:lnTo>
                  <a:pt x="167" y="6"/>
                </a:lnTo>
                <a:lnTo>
                  <a:pt x="168" y="6"/>
                </a:lnTo>
                <a:lnTo>
                  <a:pt x="168" y="5"/>
                </a:lnTo>
                <a:lnTo>
                  <a:pt x="169" y="5"/>
                </a:lnTo>
                <a:lnTo>
                  <a:pt x="169" y="4"/>
                </a:lnTo>
                <a:lnTo>
                  <a:pt x="169" y="3"/>
                </a:lnTo>
                <a:lnTo>
                  <a:pt x="169" y="2"/>
                </a:lnTo>
                <a:lnTo>
                  <a:pt x="169" y="1"/>
                </a:lnTo>
                <a:lnTo>
                  <a:pt x="170" y="1"/>
                </a:lnTo>
                <a:lnTo>
                  <a:pt x="171" y="1"/>
                </a:lnTo>
                <a:lnTo>
                  <a:pt x="172" y="1"/>
                </a:lnTo>
                <a:lnTo>
                  <a:pt x="172" y="2"/>
                </a:lnTo>
                <a:lnTo>
                  <a:pt x="172" y="1"/>
                </a:lnTo>
                <a:lnTo>
                  <a:pt x="172" y="2"/>
                </a:lnTo>
                <a:lnTo>
                  <a:pt x="173" y="2"/>
                </a:lnTo>
                <a:lnTo>
                  <a:pt x="174" y="1"/>
                </a:lnTo>
                <a:lnTo>
                  <a:pt x="174" y="0"/>
                </a:lnTo>
                <a:lnTo>
                  <a:pt x="175" y="0"/>
                </a:lnTo>
                <a:lnTo>
                  <a:pt x="175" y="1"/>
                </a:lnTo>
                <a:lnTo>
                  <a:pt x="176" y="1"/>
                </a:lnTo>
                <a:lnTo>
                  <a:pt x="175" y="1"/>
                </a:lnTo>
                <a:lnTo>
                  <a:pt x="175" y="2"/>
                </a:lnTo>
                <a:lnTo>
                  <a:pt x="174" y="2"/>
                </a:lnTo>
                <a:lnTo>
                  <a:pt x="174" y="3"/>
                </a:lnTo>
                <a:lnTo>
                  <a:pt x="173" y="3"/>
                </a:lnTo>
                <a:lnTo>
                  <a:pt x="172" y="3"/>
                </a:lnTo>
                <a:lnTo>
                  <a:pt x="171" y="3"/>
                </a:lnTo>
                <a:lnTo>
                  <a:pt x="171" y="2"/>
                </a:lnTo>
                <a:lnTo>
                  <a:pt x="170" y="2"/>
                </a:lnTo>
                <a:lnTo>
                  <a:pt x="169" y="2"/>
                </a:lnTo>
                <a:lnTo>
                  <a:pt x="169" y="3"/>
                </a:lnTo>
                <a:lnTo>
                  <a:pt x="169" y="4"/>
                </a:lnTo>
                <a:lnTo>
                  <a:pt x="170" y="4"/>
                </a:lnTo>
                <a:lnTo>
                  <a:pt x="169" y="4"/>
                </a:lnTo>
                <a:lnTo>
                  <a:pt x="169" y="5"/>
                </a:lnTo>
                <a:lnTo>
                  <a:pt x="169" y="6"/>
                </a:lnTo>
                <a:lnTo>
                  <a:pt x="168" y="6"/>
                </a:lnTo>
                <a:lnTo>
                  <a:pt x="167" y="6"/>
                </a:lnTo>
                <a:lnTo>
                  <a:pt x="164" y="6"/>
                </a:lnTo>
                <a:lnTo>
                  <a:pt x="163" y="6"/>
                </a:lnTo>
                <a:lnTo>
                  <a:pt x="163" y="5"/>
                </a:lnTo>
                <a:lnTo>
                  <a:pt x="163" y="4"/>
                </a:lnTo>
                <a:lnTo>
                  <a:pt x="163" y="3"/>
                </a:lnTo>
                <a:lnTo>
                  <a:pt x="163" y="2"/>
                </a:lnTo>
                <a:lnTo>
                  <a:pt x="162" y="3"/>
                </a:lnTo>
                <a:lnTo>
                  <a:pt x="162" y="4"/>
                </a:lnTo>
                <a:lnTo>
                  <a:pt x="161" y="4"/>
                </a:lnTo>
                <a:lnTo>
                  <a:pt x="160" y="4"/>
                </a:lnTo>
                <a:lnTo>
                  <a:pt x="159" y="4"/>
                </a:lnTo>
                <a:lnTo>
                  <a:pt x="158" y="4"/>
                </a:lnTo>
                <a:lnTo>
                  <a:pt x="158" y="7"/>
                </a:lnTo>
                <a:lnTo>
                  <a:pt x="157" y="8"/>
                </a:lnTo>
                <a:lnTo>
                  <a:pt x="156" y="8"/>
                </a:lnTo>
                <a:lnTo>
                  <a:pt x="156" y="9"/>
                </a:lnTo>
                <a:lnTo>
                  <a:pt x="155" y="9"/>
                </a:lnTo>
                <a:lnTo>
                  <a:pt x="155" y="10"/>
                </a:lnTo>
                <a:lnTo>
                  <a:pt x="154" y="10"/>
                </a:lnTo>
                <a:lnTo>
                  <a:pt x="154" y="11"/>
                </a:lnTo>
                <a:lnTo>
                  <a:pt x="154" y="12"/>
                </a:lnTo>
                <a:lnTo>
                  <a:pt x="153" y="12"/>
                </a:lnTo>
                <a:lnTo>
                  <a:pt x="152" y="12"/>
                </a:lnTo>
                <a:lnTo>
                  <a:pt x="152" y="11"/>
                </a:lnTo>
                <a:lnTo>
                  <a:pt x="151" y="11"/>
                </a:lnTo>
                <a:lnTo>
                  <a:pt x="151" y="10"/>
                </a:lnTo>
                <a:lnTo>
                  <a:pt x="152" y="10"/>
                </a:lnTo>
                <a:lnTo>
                  <a:pt x="151" y="10"/>
                </a:lnTo>
                <a:lnTo>
                  <a:pt x="151" y="9"/>
                </a:lnTo>
                <a:lnTo>
                  <a:pt x="150" y="9"/>
                </a:lnTo>
                <a:lnTo>
                  <a:pt x="150" y="8"/>
                </a:lnTo>
                <a:lnTo>
                  <a:pt x="149" y="8"/>
                </a:lnTo>
                <a:lnTo>
                  <a:pt x="148" y="8"/>
                </a:lnTo>
                <a:lnTo>
                  <a:pt x="147" y="8"/>
                </a:lnTo>
                <a:lnTo>
                  <a:pt x="147" y="9"/>
                </a:lnTo>
                <a:lnTo>
                  <a:pt x="147" y="10"/>
                </a:lnTo>
                <a:lnTo>
                  <a:pt x="147" y="11"/>
                </a:lnTo>
                <a:lnTo>
                  <a:pt x="147" y="10"/>
                </a:lnTo>
                <a:lnTo>
                  <a:pt x="147" y="11"/>
                </a:lnTo>
                <a:lnTo>
                  <a:pt x="147" y="12"/>
                </a:lnTo>
                <a:lnTo>
                  <a:pt x="147" y="11"/>
                </a:lnTo>
                <a:lnTo>
                  <a:pt x="147" y="10"/>
                </a:lnTo>
                <a:lnTo>
                  <a:pt x="148" y="10"/>
                </a:lnTo>
                <a:lnTo>
                  <a:pt x="148" y="11"/>
                </a:lnTo>
                <a:lnTo>
                  <a:pt x="147" y="12"/>
                </a:lnTo>
                <a:lnTo>
                  <a:pt x="146" y="12"/>
                </a:lnTo>
                <a:lnTo>
                  <a:pt x="145" y="13"/>
                </a:lnTo>
                <a:lnTo>
                  <a:pt x="144" y="13"/>
                </a:lnTo>
                <a:lnTo>
                  <a:pt x="143" y="14"/>
                </a:lnTo>
                <a:lnTo>
                  <a:pt x="142" y="14"/>
                </a:lnTo>
                <a:lnTo>
                  <a:pt x="142" y="15"/>
                </a:lnTo>
                <a:lnTo>
                  <a:pt x="142" y="16"/>
                </a:lnTo>
                <a:lnTo>
                  <a:pt x="141" y="16"/>
                </a:lnTo>
                <a:lnTo>
                  <a:pt x="141" y="17"/>
                </a:lnTo>
                <a:lnTo>
                  <a:pt x="141" y="18"/>
                </a:lnTo>
                <a:lnTo>
                  <a:pt x="139" y="19"/>
                </a:lnTo>
                <a:lnTo>
                  <a:pt x="139" y="20"/>
                </a:lnTo>
                <a:lnTo>
                  <a:pt x="138" y="20"/>
                </a:lnTo>
                <a:lnTo>
                  <a:pt x="138" y="21"/>
                </a:lnTo>
                <a:lnTo>
                  <a:pt x="138" y="22"/>
                </a:lnTo>
                <a:lnTo>
                  <a:pt x="137" y="22"/>
                </a:lnTo>
                <a:lnTo>
                  <a:pt x="137" y="23"/>
                </a:lnTo>
                <a:lnTo>
                  <a:pt x="137" y="24"/>
                </a:lnTo>
                <a:lnTo>
                  <a:pt x="137" y="25"/>
                </a:lnTo>
                <a:lnTo>
                  <a:pt x="138" y="25"/>
                </a:lnTo>
                <a:lnTo>
                  <a:pt x="140" y="25"/>
                </a:lnTo>
                <a:lnTo>
                  <a:pt x="141" y="25"/>
                </a:lnTo>
                <a:lnTo>
                  <a:pt x="141" y="26"/>
                </a:lnTo>
                <a:lnTo>
                  <a:pt x="142" y="26"/>
                </a:lnTo>
                <a:lnTo>
                  <a:pt x="142" y="27"/>
                </a:lnTo>
                <a:lnTo>
                  <a:pt x="143" y="27"/>
                </a:lnTo>
                <a:lnTo>
                  <a:pt x="143" y="28"/>
                </a:lnTo>
                <a:lnTo>
                  <a:pt x="143" y="29"/>
                </a:lnTo>
                <a:lnTo>
                  <a:pt x="142" y="30"/>
                </a:lnTo>
                <a:lnTo>
                  <a:pt x="141" y="30"/>
                </a:lnTo>
                <a:lnTo>
                  <a:pt x="140" y="30"/>
                </a:lnTo>
                <a:lnTo>
                  <a:pt x="139" y="30"/>
                </a:lnTo>
                <a:lnTo>
                  <a:pt x="138" y="30"/>
                </a:lnTo>
                <a:lnTo>
                  <a:pt x="138" y="31"/>
                </a:lnTo>
                <a:lnTo>
                  <a:pt x="137" y="31"/>
                </a:lnTo>
                <a:lnTo>
                  <a:pt x="136" y="31"/>
                </a:lnTo>
                <a:lnTo>
                  <a:pt x="136" y="32"/>
                </a:lnTo>
                <a:lnTo>
                  <a:pt x="135" y="32"/>
                </a:lnTo>
                <a:lnTo>
                  <a:pt x="134" y="32"/>
                </a:lnTo>
                <a:lnTo>
                  <a:pt x="134" y="33"/>
                </a:lnTo>
                <a:lnTo>
                  <a:pt x="133" y="33"/>
                </a:lnTo>
                <a:lnTo>
                  <a:pt x="132" y="33"/>
                </a:lnTo>
                <a:lnTo>
                  <a:pt x="132" y="32"/>
                </a:lnTo>
                <a:lnTo>
                  <a:pt x="132" y="31"/>
                </a:lnTo>
                <a:lnTo>
                  <a:pt x="131" y="31"/>
                </a:lnTo>
                <a:lnTo>
                  <a:pt x="130" y="31"/>
                </a:lnTo>
                <a:lnTo>
                  <a:pt x="130" y="32"/>
                </a:lnTo>
                <a:lnTo>
                  <a:pt x="129" y="32"/>
                </a:lnTo>
                <a:lnTo>
                  <a:pt x="129" y="31"/>
                </a:lnTo>
                <a:lnTo>
                  <a:pt x="129" y="32"/>
                </a:lnTo>
                <a:lnTo>
                  <a:pt x="128" y="32"/>
                </a:lnTo>
                <a:lnTo>
                  <a:pt x="129" y="33"/>
                </a:lnTo>
                <a:lnTo>
                  <a:pt x="129" y="34"/>
                </a:lnTo>
                <a:lnTo>
                  <a:pt x="129" y="36"/>
                </a:lnTo>
                <a:lnTo>
                  <a:pt x="129" y="37"/>
                </a:lnTo>
                <a:lnTo>
                  <a:pt x="129" y="38"/>
                </a:lnTo>
                <a:lnTo>
                  <a:pt x="129" y="39"/>
                </a:lnTo>
                <a:lnTo>
                  <a:pt x="128" y="39"/>
                </a:lnTo>
                <a:lnTo>
                  <a:pt x="128" y="40"/>
                </a:lnTo>
                <a:lnTo>
                  <a:pt x="128" y="41"/>
                </a:lnTo>
                <a:lnTo>
                  <a:pt x="127" y="41"/>
                </a:lnTo>
                <a:lnTo>
                  <a:pt x="126" y="41"/>
                </a:lnTo>
                <a:lnTo>
                  <a:pt x="126" y="42"/>
                </a:lnTo>
                <a:lnTo>
                  <a:pt x="125" y="42"/>
                </a:lnTo>
                <a:lnTo>
                  <a:pt x="124" y="42"/>
                </a:lnTo>
                <a:lnTo>
                  <a:pt x="124" y="41"/>
                </a:lnTo>
                <a:lnTo>
                  <a:pt x="123" y="41"/>
                </a:lnTo>
                <a:lnTo>
                  <a:pt x="123" y="42"/>
                </a:lnTo>
                <a:lnTo>
                  <a:pt x="122" y="42"/>
                </a:lnTo>
                <a:lnTo>
                  <a:pt x="120" y="42"/>
                </a:lnTo>
                <a:lnTo>
                  <a:pt x="120" y="43"/>
                </a:lnTo>
                <a:lnTo>
                  <a:pt x="119" y="43"/>
                </a:lnTo>
                <a:lnTo>
                  <a:pt x="119" y="44"/>
                </a:lnTo>
                <a:lnTo>
                  <a:pt x="119" y="45"/>
                </a:lnTo>
                <a:lnTo>
                  <a:pt x="119" y="46"/>
                </a:lnTo>
                <a:lnTo>
                  <a:pt x="119" y="47"/>
                </a:lnTo>
                <a:lnTo>
                  <a:pt x="119" y="48"/>
                </a:lnTo>
                <a:lnTo>
                  <a:pt x="119" y="49"/>
                </a:lnTo>
                <a:lnTo>
                  <a:pt x="119" y="50"/>
                </a:lnTo>
                <a:lnTo>
                  <a:pt x="118" y="51"/>
                </a:lnTo>
                <a:lnTo>
                  <a:pt x="117" y="51"/>
                </a:lnTo>
                <a:lnTo>
                  <a:pt x="116" y="51"/>
                </a:lnTo>
                <a:lnTo>
                  <a:pt x="115" y="51"/>
                </a:lnTo>
                <a:lnTo>
                  <a:pt x="115" y="52"/>
                </a:lnTo>
                <a:lnTo>
                  <a:pt x="115" y="53"/>
                </a:lnTo>
                <a:lnTo>
                  <a:pt x="116" y="53"/>
                </a:lnTo>
                <a:lnTo>
                  <a:pt x="116" y="54"/>
                </a:lnTo>
                <a:lnTo>
                  <a:pt x="117" y="55"/>
                </a:lnTo>
                <a:lnTo>
                  <a:pt x="117" y="56"/>
                </a:lnTo>
                <a:lnTo>
                  <a:pt x="117" y="57"/>
                </a:lnTo>
                <a:lnTo>
                  <a:pt x="116" y="57"/>
                </a:lnTo>
                <a:lnTo>
                  <a:pt x="116" y="58"/>
                </a:lnTo>
                <a:lnTo>
                  <a:pt x="115" y="58"/>
                </a:lnTo>
                <a:lnTo>
                  <a:pt x="114" y="58"/>
                </a:lnTo>
                <a:lnTo>
                  <a:pt x="113" y="58"/>
                </a:lnTo>
                <a:lnTo>
                  <a:pt x="113" y="57"/>
                </a:lnTo>
                <a:lnTo>
                  <a:pt x="112" y="57"/>
                </a:lnTo>
                <a:lnTo>
                  <a:pt x="112" y="56"/>
                </a:lnTo>
                <a:lnTo>
                  <a:pt x="111" y="56"/>
                </a:lnTo>
                <a:lnTo>
                  <a:pt x="111" y="55"/>
                </a:lnTo>
                <a:lnTo>
                  <a:pt x="110" y="55"/>
                </a:lnTo>
                <a:lnTo>
                  <a:pt x="109" y="55"/>
                </a:lnTo>
                <a:lnTo>
                  <a:pt x="109" y="56"/>
                </a:lnTo>
                <a:lnTo>
                  <a:pt x="108" y="57"/>
                </a:lnTo>
                <a:lnTo>
                  <a:pt x="107" y="57"/>
                </a:lnTo>
                <a:lnTo>
                  <a:pt x="107" y="58"/>
                </a:lnTo>
                <a:lnTo>
                  <a:pt x="106" y="58"/>
                </a:lnTo>
                <a:lnTo>
                  <a:pt x="105" y="58"/>
                </a:lnTo>
                <a:lnTo>
                  <a:pt x="105" y="57"/>
                </a:lnTo>
                <a:lnTo>
                  <a:pt x="104" y="57"/>
                </a:lnTo>
                <a:lnTo>
                  <a:pt x="105" y="57"/>
                </a:lnTo>
                <a:lnTo>
                  <a:pt x="104" y="57"/>
                </a:lnTo>
                <a:lnTo>
                  <a:pt x="103" y="57"/>
                </a:lnTo>
                <a:lnTo>
                  <a:pt x="102" y="56"/>
                </a:lnTo>
                <a:lnTo>
                  <a:pt x="101" y="56"/>
                </a:lnTo>
                <a:lnTo>
                  <a:pt x="101" y="57"/>
                </a:lnTo>
                <a:lnTo>
                  <a:pt x="101" y="56"/>
                </a:lnTo>
                <a:lnTo>
                  <a:pt x="101" y="57"/>
                </a:lnTo>
                <a:lnTo>
                  <a:pt x="100" y="57"/>
                </a:lnTo>
                <a:lnTo>
                  <a:pt x="101" y="57"/>
                </a:lnTo>
                <a:lnTo>
                  <a:pt x="100" y="57"/>
                </a:lnTo>
                <a:lnTo>
                  <a:pt x="101" y="57"/>
                </a:lnTo>
                <a:lnTo>
                  <a:pt x="100" y="57"/>
                </a:lnTo>
                <a:lnTo>
                  <a:pt x="100" y="58"/>
                </a:lnTo>
                <a:lnTo>
                  <a:pt x="100" y="57"/>
                </a:lnTo>
                <a:lnTo>
                  <a:pt x="100" y="58"/>
                </a:lnTo>
                <a:lnTo>
                  <a:pt x="100" y="59"/>
                </a:lnTo>
                <a:lnTo>
                  <a:pt x="100" y="61"/>
                </a:lnTo>
                <a:lnTo>
                  <a:pt x="100" y="62"/>
                </a:lnTo>
                <a:lnTo>
                  <a:pt x="100" y="63"/>
                </a:lnTo>
                <a:lnTo>
                  <a:pt x="99" y="63"/>
                </a:lnTo>
                <a:lnTo>
                  <a:pt x="99" y="64"/>
                </a:lnTo>
                <a:lnTo>
                  <a:pt x="100" y="64"/>
                </a:lnTo>
                <a:lnTo>
                  <a:pt x="100" y="65"/>
                </a:lnTo>
                <a:lnTo>
                  <a:pt x="99" y="65"/>
                </a:lnTo>
                <a:lnTo>
                  <a:pt x="98" y="64"/>
                </a:lnTo>
                <a:lnTo>
                  <a:pt x="97" y="64"/>
                </a:lnTo>
                <a:lnTo>
                  <a:pt x="96" y="64"/>
                </a:lnTo>
                <a:lnTo>
                  <a:pt x="95" y="65"/>
                </a:lnTo>
                <a:lnTo>
                  <a:pt x="94" y="66"/>
                </a:lnTo>
                <a:lnTo>
                  <a:pt x="93" y="66"/>
                </a:lnTo>
                <a:lnTo>
                  <a:pt x="93" y="67"/>
                </a:lnTo>
                <a:lnTo>
                  <a:pt x="92" y="67"/>
                </a:lnTo>
                <a:lnTo>
                  <a:pt x="91" y="67"/>
                </a:lnTo>
                <a:lnTo>
                  <a:pt x="91" y="68"/>
                </a:lnTo>
                <a:lnTo>
                  <a:pt x="90" y="68"/>
                </a:lnTo>
                <a:lnTo>
                  <a:pt x="89" y="68"/>
                </a:lnTo>
                <a:lnTo>
                  <a:pt x="89" y="69"/>
                </a:lnTo>
                <a:lnTo>
                  <a:pt x="89" y="70"/>
                </a:lnTo>
                <a:lnTo>
                  <a:pt x="88" y="70"/>
                </a:lnTo>
                <a:lnTo>
                  <a:pt x="88" y="69"/>
                </a:lnTo>
                <a:lnTo>
                  <a:pt x="88" y="70"/>
                </a:lnTo>
                <a:lnTo>
                  <a:pt x="88" y="71"/>
                </a:lnTo>
                <a:lnTo>
                  <a:pt x="87" y="71"/>
                </a:lnTo>
                <a:lnTo>
                  <a:pt x="87" y="72"/>
                </a:lnTo>
                <a:lnTo>
                  <a:pt x="86" y="72"/>
                </a:lnTo>
                <a:lnTo>
                  <a:pt x="86" y="73"/>
                </a:lnTo>
                <a:lnTo>
                  <a:pt x="85" y="73"/>
                </a:lnTo>
                <a:lnTo>
                  <a:pt x="85" y="74"/>
                </a:lnTo>
                <a:lnTo>
                  <a:pt x="86" y="74"/>
                </a:lnTo>
                <a:lnTo>
                  <a:pt x="87" y="75"/>
                </a:lnTo>
                <a:lnTo>
                  <a:pt x="86" y="75"/>
                </a:lnTo>
                <a:lnTo>
                  <a:pt x="85" y="75"/>
                </a:lnTo>
                <a:lnTo>
                  <a:pt x="84" y="75"/>
                </a:lnTo>
                <a:lnTo>
                  <a:pt x="83" y="75"/>
                </a:lnTo>
                <a:lnTo>
                  <a:pt x="82" y="76"/>
                </a:lnTo>
                <a:lnTo>
                  <a:pt x="81" y="77"/>
                </a:lnTo>
                <a:lnTo>
                  <a:pt x="80" y="77"/>
                </a:lnTo>
                <a:lnTo>
                  <a:pt x="80" y="78"/>
                </a:lnTo>
                <a:lnTo>
                  <a:pt x="81" y="78"/>
                </a:lnTo>
                <a:lnTo>
                  <a:pt x="82" y="79"/>
                </a:lnTo>
                <a:lnTo>
                  <a:pt x="83" y="79"/>
                </a:lnTo>
                <a:lnTo>
                  <a:pt x="82" y="79"/>
                </a:lnTo>
                <a:lnTo>
                  <a:pt x="80" y="79"/>
                </a:lnTo>
                <a:lnTo>
                  <a:pt x="79" y="79"/>
                </a:lnTo>
                <a:lnTo>
                  <a:pt x="78" y="79"/>
                </a:lnTo>
                <a:lnTo>
                  <a:pt x="77" y="79"/>
                </a:lnTo>
                <a:lnTo>
                  <a:pt x="77" y="80"/>
                </a:lnTo>
                <a:lnTo>
                  <a:pt x="76" y="80"/>
                </a:lnTo>
                <a:lnTo>
                  <a:pt x="76" y="81"/>
                </a:lnTo>
                <a:lnTo>
                  <a:pt x="75" y="81"/>
                </a:lnTo>
                <a:lnTo>
                  <a:pt x="75" y="82"/>
                </a:lnTo>
                <a:lnTo>
                  <a:pt x="75" y="83"/>
                </a:lnTo>
                <a:lnTo>
                  <a:pt x="75" y="84"/>
                </a:lnTo>
                <a:lnTo>
                  <a:pt x="75" y="85"/>
                </a:lnTo>
                <a:lnTo>
                  <a:pt x="76" y="85"/>
                </a:lnTo>
                <a:lnTo>
                  <a:pt x="77" y="85"/>
                </a:lnTo>
                <a:lnTo>
                  <a:pt x="78" y="85"/>
                </a:lnTo>
                <a:lnTo>
                  <a:pt x="79" y="85"/>
                </a:lnTo>
                <a:lnTo>
                  <a:pt x="80" y="85"/>
                </a:lnTo>
                <a:lnTo>
                  <a:pt x="81" y="85"/>
                </a:lnTo>
                <a:lnTo>
                  <a:pt x="81" y="86"/>
                </a:lnTo>
                <a:lnTo>
                  <a:pt x="82" y="86"/>
                </a:lnTo>
                <a:lnTo>
                  <a:pt x="83" y="86"/>
                </a:lnTo>
                <a:lnTo>
                  <a:pt x="83" y="87"/>
                </a:lnTo>
                <a:lnTo>
                  <a:pt x="82" y="87"/>
                </a:lnTo>
                <a:lnTo>
                  <a:pt x="81" y="87"/>
                </a:lnTo>
                <a:lnTo>
                  <a:pt x="82" y="88"/>
                </a:lnTo>
                <a:lnTo>
                  <a:pt x="82" y="89"/>
                </a:lnTo>
                <a:lnTo>
                  <a:pt x="81" y="89"/>
                </a:lnTo>
                <a:lnTo>
                  <a:pt x="81" y="90"/>
                </a:lnTo>
                <a:lnTo>
                  <a:pt x="80" y="91"/>
                </a:lnTo>
                <a:lnTo>
                  <a:pt x="79" y="92"/>
                </a:lnTo>
                <a:lnTo>
                  <a:pt x="78" y="92"/>
                </a:lnTo>
                <a:lnTo>
                  <a:pt x="77" y="92"/>
                </a:lnTo>
                <a:lnTo>
                  <a:pt x="76" y="92"/>
                </a:lnTo>
                <a:lnTo>
                  <a:pt x="75" y="92"/>
                </a:lnTo>
                <a:lnTo>
                  <a:pt x="75" y="91"/>
                </a:lnTo>
                <a:lnTo>
                  <a:pt x="74" y="91"/>
                </a:lnTo>
                <a:lnTo>
                  <a:pt x="73" y="91"/>
                </a:lnTo>
                <a:lnTo>
                  <a:pt x="73" y="92"/>
                </a:lnTo>
                <a:lnTo>
                  <a:pt x="72" y="92"/>
                </a:lnTo>
                <a:lnTo>
                  <a:pt x="71" y="92"/>
                </a:lnTo>
                <a:lnTo>
                  <a:pt x="71" y="93"/>
                </a:lnTo>
                <a:lnTo>
                  <a:pt x="70" y="93"/>
                </a:lnTo>
                <a:lnTo>
                  <a:pt x="70" y="94"/>
                </a:lnTo>
                <a:lnTo>
                  <a:pt x="69" y="94"/>
                </a:lnTo>
                <a:lnTo>
                  <a:pt x="68" y="94"/>
                </a:lnTo>
                <a:lnTo>
                  <a:pt x="67" y="94"/>
                </a:lnTo>
                <a:lnTo>
                  <a:pt x="66" y="94"/>
                </a:lnTo>
                <a:lnTo>
                  <a:pt x="65" y="94"/>
                </a:lnTo>
                <a:lnTo>
                  <a:pt x="65" y="93"/>
                </a:lnTo>
                <a:lnTo>
                  <a:pt x="64" y="93"/>
                </a:lnTo>
                <a:lnTo>
                  <a:pt x="65" y="92"/>
                </a:lnTo>
                <a:lnTo>
                  <a:pt x="65" y="91"/>
                </a:lnTo>
                <a:lnTo>
                  <a:pt x="64" y="91"/>
                </a:lnTo>
                <a:lnTo>
                  <a:pt x="63" y="91"/>
                </a:lnTo>
                <a:lnTo>
                  <a:pt x="63" y="92"/>
                </a:lnTo>
                <a:lnTo>
                  <a:pt x="63" y="93"/>
                </a:lnTo>
                <a:lnTo>
                  <a:pt x="63" y="94"/>
                </a:lnTo>
                <a:lnTo>
                  <a:pt x="62" y="94"/>
                </a:lnTo>
                <a:lnTo>
                  <a:pt x="62" y="95"/>
                </a:lnTo>
                <a:lnTo>
                  <a:pt x="62" y="96"/>
                </a:lnTo>
                <a:lnTo>
                  <a:pt x="62" y="97"/>
                </a:lnTo>
                <a:lnTo>
                  <a:pt x="61" y="98"/>
                </a:lnTo>
                <a:lnTo>
                  <a:pt x="61" y="99"/>
                </a:lnTo>
                <a:lnTo>
                  <a:pt x="61" y="100"/>
                </a:lnTo>
                <a:lnTo>
                  <a:pt x="60" y="100"/>
                </a:lnTo>
                <a:lnTo>
                  <a:pt x="60" y="101"/>
                </a:lnTo>
                <a:lnTo>
                  <a:pt x="59" y="102"/>
                </a:lnTo>
                <a:lnTo>
                  <a:pt x="58" y="103"/>
                </a:lnTo>
                <a:lnTo>
                  <a:pt x="57" y="104"/>
                </a:lnTo>
                <a:lnTo>
                  <a:pt x="57" y="105"/>
                </a:lnTo>
                <a:lnTo>
                  <a:pt x="56" y="105"/>
                </a:lnTo>
                <a:lnTo>
                  <a:pt x="56" y="106"/>
                </a:lnTo>
                <a:lnTo>
                  <a:pt x="55" y="106"/>
                </a:lnTo>
                <a:lnTo>
                  <a:pt x="54" y="106"/>
                </a:lnTo>
                <a:lnTo>
                  <a:pt x="54" y="107"/>
                </a:lnTo>
                <a:lnTo>
                  <a:pt x="53" y="107"/>
                </a:lnTo>
                <a:lnTo>
                  <a:pt x="52" y="107"/>
                </a:lnTo>
                <a:lnTo>
                  <a:pt x="52" y="108"/>
                </a:lnTo>
                <a:lnTo>
                  <a:pt x="51" y="108"/>
                </a:lnTo>
                <a:lnTo>
                  <a:pt x="51" y="109"/>
                </a:lnTo>
                <a:lnTo>
                  <a:pt x="51" y="110"/>
                </a:lnTo>
                <a:lnTo>
                  <a:pt x="50" y="110"/>
                </a:lnTo>
                <a:lnTo>
                  <a:pt x="50" y="111"/>
                </a:lnTo>
                <a:lnTo>
                  <a:pt x="50" y="112"/>
                </a:lnTo>
                <a:lnTo>
                  <a:pt x="50" y="113"/>
                </a:lnTo>
                <a:lnTo>
                  <a:pt x="49" y="113"/>
                </a:lnTo>
                <a:lnTo>
                  <a:pt x="49" y="114"/>
                </a:lnTo>
                <a:lnTo>
                  <a:pt x="50" y="114"/>
                </a:lnTo>
                <a:lnTo>
                  <a:pt x="50" y="115"/>
                </a:lnTo>
                <a:lnTo>
                  <a:pt x="49" y="115"/>
                </a:lnTo>
                <a:lnTo>
                  <a:pt x="49" y="116"/>
                </a:lnTo>
                <a:lnTo>
                  <a:pt x="50" y="116"/>
                </a:lnTo>
                <a:lnTo>
                  <a:pt x="50" y="117"/>
                </a:lnTo>
                <a:lnTo>
                  <a:pt x="50" y="118"/>
                </a:lnTo>
                <a:lnTo>
                  <a:pt x="49" y="118"/>
                </a:lnTo>
                <a:lnTo>
                  <a:pt x="50" y="118"/>
                </a:lnTo>
                <a:lnTo>
                  <a:pt x="49" y="118"/>
                </a:lnTo>
                <a:lnTo>
                  <a:pt x="49" y="119"/>
                </a:lnTo>
                <a:lnTo>
                  <a:pt x="49" y="120"/>
                </a:lnTo>
                <a:lnTo>
                  <a:pt x="48" y="119"/>
                </a:lnTo>
                <a:lnTo>
                  <a:pt x="48" y="120"/>
                </a:lnTo>
                <a:lnTo>
                  <a:pt x="47" y="120"/>
                </a:lnTo>
                <a:lnTo>
                  <a:pt x="47" y="121"/>
                </a:lnTo>
                <a:lnTo>
                  <a:pt x="46" y="121"/>
                </a:lnTo>
                <a:lnTo>
                  <a:pt x="46" y="122"/>
                </a:lnTo>
                <a:lnTo>
                  <a:pt x="45" y="122"/>
                </a:lnTo>
                <a:lnTo>
                  <a:pt x="44" y="122"/>
                </a:lnTo>
                <a:lnTo>
                  <a:pt x="44" y="123"/>
                </a:lnTo>
                <a:lnTo>
                  <a:pt x="43" y="123"/>
                </a:lnTo>
                <a:lnTo>
                  <a:pt x="43" y="124"/>
                </a:lnTo>
                <a:lnTo>
                  <a:pt x="42" y="124"/>
                </a:lnTo>
                <a:lnTo>
                  <a:pt x="41" y="124"/>
                </a:lnTo>
                <a:lnTo>
                  <a:pt x="41" y="125"/>
                </a:lnTo>
                <a:lnTo>
                  <a:pt x="40" y="125"/>
                </a:lnTo>
                <a:lnTo>
                  <a:pt x="39" y="125"/>
                </a:lnTo>
                <a:lnTo>
                  <a:pt x="39" y="126"/>
                </a:lnTo>
                <a:lnTo>
                  <a:pt x="38" y="126"/>
                </a:lnTo>
                <a:lnTo>
                  <a:pt x="38" y="127"/>
                </a:lnTo>
                <a:lnTo>
                  <a:pt x="37" y="127"/>
                </a:lnTo>
                <a:lnTo>
                  <a:pt x="37" y="128"/>
                </a:lnTo>
                <a:lnTo>
                  <a:pt x="36" y="128"/>
                </a:lnTo>
                <a:lnTo>
                  <a:pt x="36" y="129"/>
                </a:lnTo>
                <a:lnTo>
                  <a:pt x="36" y="130"/>
                </a:lnTo>
                <a:lnTo>
                  <a:pt x="36" y="131"/>
                </a:lnTo>
                <a:lnTo>
                  <a:pt x="36" y="133"/>
                </a:lnTo>
                <a:lnTo>
                  <a:pt x="36" y="134"/>
                </a:lnTo>
                <a:lnTo>
                  <a:pt x="36" y="135"/>
                </a:lnTo>
                <a:lnTo>
                  <a:pt x="35" y="135"/>
                </a:lnTo>
                <a:lnTo>
                  <a:pt x="35" y="136"/>
                </a:lnTo>
                <a:lnTo>
                  <a:pt x="34" y="136"/>
                </a:lnTo>
                <a:lnTo>
                  <a:pt x="34" y="137"/>
                </a:lnTo>
                <a:lnTo>
                  <a:pt x="33" y="137"/>
                </a:lnTo>
                <a:lnTo>
                  <a:pt x="33" y="138"/>
                </a:lnTo>
                <a:lnTo>
                  <a:pt x="32" y="138"/>
                </a:lnTo>
                <a:lnTo>
                  <a:pt x="31" y="139"/>
                </a:lnTo>
                <a:lnTo>
                  <a:pt x="32" y="139"/>
                </a:lnTo>
                <a:lnTo>
                  <a:pt x="31" y="139"/>
                </a:lnTo>
                <a:lnTo>
                  <a:pt x="31" y="138"/>
                </a:lnTo>
                <a:lnTo>
                  <a:pt x="31" y="139"/>
                </a:lnTo>
                <a:lnTo>
                  <a:pt x="30" y="139"/>
                </a:lnTo>
                <a:lnTo>
                  <a:pt x="30" y="140"/>
                </a:lnTo>
                <a:lnTo>
                  <a:pt x="29" y="140"/>
                </a:lnTo>
                <a:lnTo>
                  <a:pt x="29" y="141"/>
                </a:lnTo>
                <a:lnTo>
                  <a:pt x="30" y="141"/>
                </a:lnTo>
                <a:lnTo>
                  <a:pt x="30" y="142"/>
                </a:lnTo>
                <a:lnTo>
                  <a:pt x="30" y="141"/>
                </a:lnTo>
                <a:lnTo>
                  <a:pt x="30" y="142"/>
                </a:lnTo>
                <a:lnTo>
                  <a:pt x="30" y="143"/>
                </a:lnTo>
                <a:lnTo>
                  <a:pt x="30" y="144"/>
                </a:lnTo>
                <a:lnTo>
                  <a:pt x="31" y="144"/>
                </a:lnTo>
                <a:lnTo>
                  <a:pt x="31" y="145"/>
                </a:lnTo>
                <a:lnTo>
                  <a:pt x="31" y="146"/>
                </a:lnTo>
                <a:lnTo>
                  <a:pt x="31" y="147"/>
                </a:lnTo>
                <a:lnTo>
                  <a:pt x="30" y="147"/>
                </a:lnTo>
                <a:lnTo>
                  <a:pt x="29" y="147"/>
                </a:lnTo>
                <a:lnTo>
                  <a:pt x="28" y="147"/>
                </a:lnTo>
                <a:lnTo>
                  <a:pt x="28" y="148"/>
                </a:lnTo>
                <a:lnTo>
                  <a:pt x="28" y="147"/>
                </a:lnTo>
                <a:lnTo>
                  <a:pt x="30" y="147"/>
                </a:lnTo>
                <a:lnTo>
                  <a:pt x="31" y="146"/>
                </a:lnTo>
                <a:lnTo>
                  <a:pt x="31" y="145"/>
                </a:lnTo>
                <a:lnTo>
                  <a:pt x="31" y="146"/>
                </a:lnTo>
                <a:lnTo>
                  <a:pt x="31" y="145"/>
                </a:lnTo>
                <a:lnTo>
                  <a:pt x="31" y="144"/>
                </a:lnTo>
                <a:lnTo>
                  <a:pt x="30" y="144"/>
                </a:lnTo>
                <a:lnTo>
                  <a:pt x="30" y="143"/>
                </a:lnTo>
                <a:lnTo>
                  <a:pt x="30" y="142"/>
                </a:lnTo>
                <a:lnTo>
                  <a:pt x="30" y="141"/>
                </a:lnTo>
                <a:lnTo>
                  <a:pt x="29" y="141"/>
                </a:lnTo>
                <a:lnTo>
                  <a:pt x="29" y="140"/>
                </a:lnTo>
                <a:lnTo>
                  <a:pt x="29" y="141"/>
                </a:lnTo>
                <a:lnTo>
                  <a:pt x="28" y="141"/>
                </a:lnTo>
                <a:lnTo>
                  <a:pt x="28" y="142"/>
                </a:lnTo>
                <a:lnTo>
                  <a:pt x="27" y="143"/>
                </a:lnTo>
                <a:lnTo>
                  <a:pt x="27" y="144"/>
                </a:lnTo>
                <a:lnTo>
                  <a:pt x="27" y="145"/>
                </a:lnTo>
                <a:lnTo>
                  <a:pt x="27" y="146"/>
                </a:lnTo>
                <a:lnTo>
                  <a:pt x="26" y="146"/>
                </a:lnTo>
                <a:lnTo>
                  <a:pt x="25" y="146"/>
                </a:lnTo>
                <a:lnTo>
                  <a:pt x="24" y="146"/>
                </a:lnTo>
                <a:lnTo>
                  <a:pt x="24" y="147"/>
                </a:lnTo>
                <a:lnTo>
                  <a:pt x="24" y="148"/>
                </a:lnTo>
                <a:lnTo>
                  <a:pt x="24" y="149"/>
                </a:lnTo>
                <a:lnTo>
                  <a:pt x="23" y="149"/>
                </a:lnTo>
                <a:lnTo>
                  <a:pt x="23" y="150"/>
                </a:lnTo>
                <a:lnTo>
                  <a:pt x="23" y="151"/>
                </a:lnTo>
                <a:lnTo>
                  <a:pt x="22" y="151"/>
                </a:lnTo>
                <a:lnTo>
                  <a:pt x="22" y="152"/>
                </a:lnTo>
                <a:lnTo>
                  <a:pt x="21" y="152"/>
                </a:lnTo>
                <a:lnTo>
                  <a:pt x="21" y="153"/>
                </a:lnTo>
                <a:lnTo>
                  <a:pt x="20" y="153"/>
                </a:lnTo>
                <a:lnTo>
                  <a:pt x="19" y="153"/>
                </a:lnTo>
                <a:lnTo>
                  <a:pt x="19" y="154"/>
                </a:lnTo>
                <a:lnTo>
                  <a:pt x="19" y="155"/>
                </a:lnTo>
                <a:lnTo>
                  <a:pt x="19" y="156"/>
                </a:lnTo>
                <a:lnTo>
                  <a:pt x="19" y="155"/>
                </a:lnTo>
                <a:lnTo>
                  <a:pt x="20" y="155"/>
                </a:lnTo>
                <a:lnTo>
                  <a:pt x="21" y="155"/>
                </a:lnTo>
                <a:lnTo>
                  <a:pt x="22" y="155"/>
                </a:lnTo>
                <a:lnTo>
                  <a:pt x="22" y="154"/>
                </a:lnTo>
                <a:lnTo>
                  <a:pt x="23" y="154"/>
                </a:lnTo>
                <a:lnTo>
                  <a:pt x="24" y="154"/>
                </a:lnTo>
                <a:lnTo>
                  <a:pt x="24" y="153"/>
                </a:lnTo>
                <a:lnTo>
                  <a:pt x="25" y="153"/>
                </a:lnTo>
                <a:lnTo>
                  <a:pt x="25" y="152"/>
                </a:lnTo>
                <a:lnTo>
                  <a:pt x="26" y="152"/>
                </a:lnTo>
                <a:lnTo>
                  <a:pt x="26" y="150"/>
                </a:lnTo>
                <a:lnTo>
                  <a:pt x="26" y="149"/>
                </a:lnTo>
                <a:lnTo>
                  <a:pt x="25" y="149"/>
                </a:lnTo>
                <a:lnTo>
                  <a:pt x="25" y="148"/>
                </a:lnTo>
                <a:lnTo>
                  <a:pt x="25" y="149"/>
                </a:lnTo>
                <a:lnTo>
                  <a:pt x="26" y="149"/>
                </a:lnTo>
                <a:lnTo>
                  <a:pt x="26" y="150"/>
                </a:lnTo>
                <a:lnTo>
                  <a:pt x="26" y="152"/>
                </a:lnTo>
                <a:lnTo>
                  <a:pt x="25" y="153"/>
                </a:lnTo>
                <a:lnTo>
                  <a:pt x="25" y="154"/>
                </a:lnTo>
                <a:lnTo>
                  <a:pt x="24" y="154"/>
                </a:lnTo>
                <a:lnTo>
                  <a:pt x="23" y="154"/>
                </a:lnTo>
                <a:lnTo>
                  <a:pt x="23" y="155"/>
                </a:lnTo>
                <a:lnTo>
                  <a:pt x="22" y="155"/>
                </a:lnTo>
                <a:lnTo>
                  <a:pt x="22" y="156"/>
                </a:lnTo>
                <a:lnTo>
                  <a:pt x="23" y="156"/>
                </a:lnTo>
                <a:lnTo>
                  <a:pt x="22" y="156"/>
                </a:lnTo>
                <a:lnTo>
                  <a:pt x="21" y="156"/>
                </a:lnTo>
                <a:lnTo>
                  <a:pt x="20" y="156"/>
                </a:lnTo>
                <a:lnTo>
                  <a:pt x="19" y="156"/>
                </a:lnTo>
                <a:lnTo>
                  <a:pt x="19" y="157"/>
                </a:lnTo>
                <a:lnTo>
                  <a:pt x="18" y="158"/>
                </a:lnTo>
                <a:lnTo>
                  <a:pt x="18" y="159"/>
                </a:lnTo>
                <a:lnTo>
                  <a:pt x="17" y="159"/>
                </a:lnTo>
                <a:lnTo>
                  <a:pt x="17" y="160"/>
                </a:lnTo>
                <a:lnTo>
                  <a:pt x="16" y="160"/>
                </a:lnTo>
                <a:lnTo>
                  <a:pt x="16" y="161"/>
                </a:lnTo>
                <a:lnTo>
                  <a:pt x="16" y="162"/>
                </a:lnTo>
                <a:lnTo>
                  <a:pt x="16" y="163"/>
                </a:lnTo>
                <a:lnTo>
                  <a:pt x="17" y="163"/>
                </a:lnTo>
                <a:lnTo>
                  <a:pt x="18" y="164"/>
                </a:lnTo>
                <a:lnTo>
                  <a:pt x="18" y="165"/>
                </a:lnTo>
                <a:lnTo>
                  <a:pt x="18" y="166"/>
                </a:lnTo>
                <a:lnTo>
                  <a:pt x="18" y="167"/>
                </a:lnTo>
                <a:lnTo>
                  <a:pt x="18" y="168"/>
                </a:lnTo>
                <a:lnTo>
                  <a:pt x="18" y="169"/>
                </a:lnTo>
                <a:lnTo>
                  <a:pt x="19" y="169"/>
                </a:lnTo>
                <a:lnTo>
                  <a:pt x="19" y="170"/>
                </a:lnTo>
                <a:lnTo>
                  <a:pt x="19" y="171"/>
                </a:lnTo>
                <a:lnTo>
                  <a:pt x="19" y="172"/>
                </a:lnTo>
                <a:lnTo>
                  <a:pt x="19" y="173"/>
                </a:lnTo>
                <a:lnTo>
                  <a:pt x="19" y="174"/>
                </a:lnTo>
                <a:lnTo>
                  <a:pt x="19" y="175"/>
                </a:lnTo>
                <a:lnTo>
                  <a:pt x="19" y="176"/>
                </a:lnTo>
                <a:lnTo>
                  <a:pt x="19" y="178"/>
                </a:lnTo>
                <a:lnTo>
                  <a:pt x="19" y="179"/>
                </a:lnTo>
                <a:lnTo>
                  <a:pt x="19" y="180"/>
                </a:lnTo>
                <a:lnTo>
                  <a:pt x="19" y="181"/>
                </a:lnTo>
                <a:lnTo>
                  <a:pt x="20" y="181"/>
                </a:lnTo>
                <a:lnTo>
                  <a:pt x="20" y="182"/>
                </a:lnTo>
                <a:lnTo>
                  <a:pt x="20" y="181"/>
                </a:lnTo>
                <a:lnTo>
                  <a:pt x="19" y="181"/>
                </a:lnTo>
                <a:lnTo>
                  <a:pt x="19" y="182"/>
                </a:lnTo>
                <a:lnTo>
                  <a:pt x="18" y="182"/>
                </a:lnTo>
                <a:lnTo>
                  <a:pt x="18" y="183"/>
                </a:lnTo>
                <a:lnTo>
                  <a:pt x="18" y="184"/>
                </a:lnTo>
                <a:lnTo>
                  <a:pt x="17" y="184"/>
                </a:lnTo>
                <a:lnTo>
                  <a:pt x="17" y="185"/>
                </a:lnTo>
                <a:lnTo>
                  <a:pt x="18" y="185"/>
                </a:lnTo>
                <a:lnTo>
                  <a:pt x="19" y="185"/>
                </a:lnTo>
                <a:lnTo>
                  <a:pt x="19" y="184"/>
                </a:lnTo>
                <a:lnTo>
                  <a:pt x="19" y="183"/>
                </a:lnTo>
                <a:lnTo>
                  <a:pt x="19" y="184"/>
                </a:lnTo>
                <a:lnTo>
                  <a:pt x="19" y="185"/>
                </a:lnTo>
                <a:lnTo>
                  <a:pt x="18" y="185"/>
                </a:lnTo>
                <a:lnTo>
                  <a:pt x="17" y="185"/>
                </a:lnTo>
                <a:lnTo>
                  <a:pt x="17" y="186"/>
                </a:lnTo>
                <a:lnTo>
                  <a:pt x="16" y="186"/>
                </a:lnTo>
                <a:lnTo>
                  <a:pt x="16" y="187"/>
                </a:lnTo>
                <a:lnTo>
                  <a:pt x="15" y="188"/>
                </a:lnTo>
                <a:lnTo>
                  <a:pt x="15" y="189"/>
                </a:lnTo>
                <a:lnTo>
                  <a:pt x="15" y="190"/>
                </a:lnTo>
                <a:lnTo>
                  <a:pt x="16" y="190"/>
                </a:lnTo>
                <a:lnTo>
                  <a:pt x="16" y="191"/>
                </a:lnTo>
                <a:lnTo>
                  <a:pt x="17" y="191"/>
                </a:lnTo>
                <a:lnTo>
                  <a:pt x="17" y="192"/>
                </a:lnTo>
                <a:lnTo>
                  <a:pt x="18" y="192"/>
                </a:lnTo>
                <a:lnTo>
                  <a:pt x="18" y="193"/>
                </a:lnTo>
                <a:lnTo>
                  <a:pt x="19" y="193"/>
                </a:lnTo>
                <a:lnTo>
                  <a:pt x="20" y="194"/>
                </a:lnTo>
                <a:lnTo>
                  <a:pt x="20" y="195"/>
                </a:lnTo>
                <a:lnTo>
                  <a:pt x="21" y="195"/>
                </a:lnTo>
                <a:lnTo>
                  <a:pt x="21" y="196"/>
                </a:lnTo>
                <a:lnTo>
                  <a:pt x="21" y="197"/>
                </a:lnTo>
                <a:lnTo>
                  <a:pt x="22" y="198"/>
                </a:lnTo>
                <a:lnTo>
                  <a:pt x="23" y="198"/>
                </a:lnTo>
                <a:lnTo>
                  <a:pt x="24" y="198"/>
                </a:lnTo>
                <a:lnTo>
                  <a:pt x="24" y="199"/>
                </a:lnTo>
                <a:lnTo>
                  <a:pt x="24" y="198"/>
                </a:lnTo>
                <a:lnTo>
                  <a:pt x="23" y="197"/>
                </a:lnTo>
                <a:lnTo>
                  <a:pt x="22" y="197"/>
                </a:lnTo>
                <a:lnTo>
                  <a:pt x="22" y="196"/>
                </a:lnTo>
                <a:lnTo>
                  <a:pt x="23" y="195"/>
                </a:lnTo>
                <a:lnTo>
                  <a:pt x="22" y="195"/>
                </a:lnTo>
                <a:lnTo>
                  <a:pt x="22" y="194"/>
                </a:lnTo>
                <a:lnTo>
                  <a:pt x="22" y="193"/>
                </a:lnTo>
                <a:lnTo>
                  <a:pt x="21" y="193"/>
                </a:lnTo>
                <a:lnTo>
                  <a:pt x="21" y="192"/>
                </a:lnTo>
                <a:lnTo>
                  <a:pt x="20" y="192"/>
                </a:lnTo>
                <a:lnTo>
                  <a:pt x="19" y="192"/>
                </a:lnTo>
                <a:lnTo>
                  <a:pt x="19" y="191"/>
                </a:lnTo>
                <a:lnTo>
                  <a:pt x="19" y="192"/>
                </a:lnTo>
                <a:lnTo>
                  <a:pt x="20" y="192"/>
                </a:lnTo>
                <a:lnTo>
                  <a:pt x="21" y="192"/>
                </a:lnTo>
                <a:lnTo>
                  <a:pt x="21" y="193"/>
                </a:lnTo>
                <a:lnTo>
                  <a:pt x="22" y="193"/>
                </a:lnTo>
                <a:lnTo>
                  <a:pt x="22" y="194"/>
                </a:lnTo>
                <a:lnTo>
                  <a:pt x="22" y="195"/>
                </a:lnTo>
                <a:lnTo>
                  <a:pt x="23" y="195"/>
                </a:lnTo>
                <a:lnTo>
                  <a:pt x="23" y="196"/>
                </a:lnTo>
                <a:lnTo>
                  <a:pt x="22" y="196"/>
                </a:lnTo>
                <a:lnTo>
                  <a:pt x="23" y="197"/>
                </a:lnTo>
                <a:lnTo>
                  <a:pt x="24" y="197"/>
                </a:lnTo>
                <a:lnTo>
                  <a:pt x="24" y="198"/>
                </a:lnTo>
                <a:lnTo>
                  <a:pt x="25" y="198"/>
                </a:lnTo>
                <a:lnTo>
                  <a:pt x="25" y="197"/>
                </a:lnTo>
                <a:lnTo>
                  <a:pt x="25" y="196"/>
                </a:lnTo>
                <a:lnTo>
                  <a:pt x="25" y="195"/>
                </a:lnTo>
                <a:lnTo>
                  <a:pt x="25" y="194"/>
                </a:lnTo>
                <a:lnTo>
                  <a:pt x="25" y="193"/>
                </a:lnTo>
                <a:lnTo>
                  <a:pt x="24" y="192"/>
                </a:lnTo>
                <a:lnTo>
                  <a:pt x="25" y="193"/>
                </a:lnTo>
                <a:lnTo>
                  <a:pt x="25" y="194"/>
                </a:lnTo>
                <a:lnTo>
                  <a:pt x="25" y="195"/>
                </a:lnTo>
                <a:lnTo>
                  <a:pt x="25" y="196"/>
                </a:lnTo>
                <a:lnTo>
                  <a:pt x="25" y="197"/>
                </a:lnTo>
                <a:lnTo>
                  <a:pt x="26" y="197"/>
                </a:lnTo>
                <a:lnTo>
                  <a:pt x="27" y="197"/>
                </a:lnTo>
                <a:lnTo>
                  <a:pt x="27" y="198"/>
                </a:lnTo>
                <a:lnTo>
                  <a:pt x="28" y="199"/>
                </a:lnTo>
                <a:lnTo>
                  <a:pt x="29" y="199"/>
                </a:lnTo>
                <a:lnTo>
                  <a:pt x="30" y="200"/>
                </a:lnTo>
                <a:lnTo>
                  <a:pt x="29" y="200"/>
                </a:lnTo>
                <a:lnTo>
                  <a:pt x="29" y="201"/>
                </a:lnTo>
                <a:lnTo>
                  <a:pt x="29" y="202"/>
                </a:lnTo>
                <a:lnTo>
                  <a:pt x="29" y="203"/>
                </a:lnTo>
                <a:lnTo>
                  <a:pt x="27" y="203"/>
                </a:lnTo>
                <a:lnTo>
                  <a:pt x="26" y="203"/>
                </a:lnTo>
                <a:lnTo>
                  <a:pt x="25" y="203"/>
                </a:lnTo>
                <a:lnTo>
                  <a:pt x="24" y="203"/>
                </a:lnTo>
                <a:lnTo>
                  <a:pt x="23" y="203"/>
                </a:lnTo>
                <a:lnTo>
                  <a:pt x="22" y="203"/>
                </a:lnTo>
                <a:lnTo>
                  <a:pt x="20" y="203"/>
                </a:lnTo>
                <a:lnTo>
                  <a:pt x="20" y="204"/>
                </a:lnTo>
                <a:lnTo>
                  <a:pt x="19" y="204"/>
                </a:lnTo>
                <a:lnTo>
                  <a:pt x="18" y="204"/>
                </a:lnTo>
                <a:lnTo>
                  <a:pt x="16" y="204"/>
                </a:lnTo>
                <a:lnTo>
                  <a:pt x="14" y="204"/>
                </a:lnTo>
                <a:lnTo>
                  <a:pt x="13" y="204"/>
                </a:lnTo>
                <a:lnTo>
                  <a:pt x="13" y="202"/>
                </a:lnTo>
                <a:lnTo>
                  <a:pt x="13" y="201"/>
                </a:lnTo>
                <a:lnTo>
                  <a:pt x="13" y="200"/>
                </a:lnTo>
                <a:lnTo>
                  <a:pt x="12" y="200"/>
                </a:lnTo>
                <a:lnTo>
                  <a:pt x="12" y="199"/>
                </a:lnTo>
                <a:lnTo>
                  <a:pt x="12" y="198"/>
                </a:lnTo>
                <a:lnTo>
                  <a:pt x="12" y="197"/>
                </a:lnTo>
                <a:lnTo>
                  <a:pt x="11" y="197"/>
                </a:lnTo>
                <a:lnTo>
                  <a:pt x="11" y="194"/>
                </a:lnTo>
                <a:lnTo>
                  <a:pt x="12" y="194"/>
                </a:lnTo>
                <a:lnTo>
                  <a:pt x="11" y="194"/>
                </a:lnTo>
                <a:lnTo>
                  <a:pt x="11" y="193"/>
                </a:lnTo>
                <a:lnTo>
                  <a:pt x="12" y="193"/>
                </a:lnTo>
                <a:lnTo>
                  <a:pt x="12" y="192"/>
                </a:lnTo>
                <a:lnTo>
                  <a:pt x="11" y="192"/>
                </a:lnTo>
                <a:lnTo>
                  <a:pt x="11" y="189"/>
                </a:lnTo>
                <a:lnTo>
                  <a:pt x="12" y="188"/>
                </a:lnTo>
                <a:lnTo>
                  <a:pt x="12" y="187"/>
                </a:lnTo>
                <a:lnTo>
                  <a:pt x="11" y="187"/>
                </a:lnTo>
                <a:lnTo>
                  <a:pt x="10" y="187"/>
                </a:lnTo>
                <a:lnTo>
                  <a:pt x="9" y="187"/>
                </a:lnTo>
                <a:lnTo>
                  <a:pt x="8" y="188"/>
                </a:lnTo>
                <a:lnTo>
                  <a:pt x="7" y="188"/>
                </a:lnTo>
                <a:lnTo>
                  <a:pt x="6" y="189"/>
                </a:lnTo>
                <a:lnTo>
                  <a:pt x="5" y="190"/>
                </a:lnTo>
                <a:lnTo>
                  <a:pt x="5" y="191"/>
                </a:lnTo>
                <a:lnTo>
                  <a:pt x="5" y="192"/>
                </a:lnTo>
                <a:lnTo>
                  <a:pt x="5" y="193"/>
                </a:lnTo>
                <a:lnTo>
                  <a:pt x="5" y="194"/>
                </a:lnTo>
                <a:lnTo>
                  <a:pt x="5" y="195"/>
                </a:lnTo>
                <a:lnTo>
                  <a:pt x="5" y="196"/>
                </a:lnTo>
                <a:lnTo>
                  <a:pt x="6" y="196"/>
                </a:lnTo>
                <a:lnTo>
                  <a:pt x="6" y="197"/>
                </a:lnTo>
                <a:lnTo>
                  <a:pt x="6" y="198"/>
                </a:lnTo>
                <a:lnTo>
                  <a:pt x="6" y="199"/>
                </a:lnTo>
                <a:lnTo>
                  <a:pt x="6" y="200"/>
                </a:lnTo>
                <a:lnTo>
                  <a:pt x="7" y="200"/>
                </a:lnTo>
                <a:lnTo>
                  <a:pt x="6" y="200"/>
                </a:lnTo>
                <a:lnTo>
                  <a:pt x="6" y="201"/>
                </a:lnTo>
                <a:lnTo>
                  <a:pt x="6" y="202"/>
                </a:lnTo>
                <a:lnTo>
                  <a:pt x="5" y="203"/>
                </a:lnTo>
                <a:lnTo>
                  <a:pt x="4" y="204"/>
                </a:lnTo>
                <a:lnTo>
                  <a:pt x="4" y="205"/>
                </a:lnTo>
                <a:lnTo>
                  <a:pt x="2" y="205"/>
                </a:lnTo>
                <a:lnTo>
                  <a:pt x="1" y="205"/>
                </a:lnTo>
                <a:lnTo>
                  <a:pt x="0" y="204"/>
                </a:lnTo>
                <a:lnTo>
                  <a:pt x="1" y="204"/>
                </a:lnTo>
                <a:lnTo>
                  <a:pt x="1" y="203"/>
                </a:lnTo>
                <a:lnTo>
                  <a:pt x="2" y="203"/>
                </a:lnTo>
                <a:lnTo>
                  <a:pt x="2" y="202"/>
                </a:lnTo>
                <a:lnTo>
                  <a:pt x="3" y="202"/>
                </a:lnTo>
                <a:lnTo>
                  <a:pt x="3" y="201"/>
                </a:lnTo>
                <a:lnTo>
                  <a:pt x="4" y="201"/>
                </a:lnTo>
                <a:lnTo>
                  <a:pt x="4" y="200"/>
                </a:lnTo>
                <a:lnTo>
                  <a:pt x="5" y="199"/>
                </a:lnTo>
                <a:lnTo>
                  <a:pt x="5" y="198"/>
                </a:lnTo>
                <a:lnTo>
                  <a:pt x="5" y="197"/>
                </a:lnTo>
                <a:lnTo>
                  <a:pt x="5" y="196"/>
                </a:lnTo>
                <a:lnTo>
                  <a:pt x="5" y="195"/>
                </a:lnTo>
                <a:lnTo>
                  <a:pt x="4" y="194"/>
                </a:lnTo>
                <a:lnTo>
                  <a:pt x="5" y="194"/>
                </a:lnTo>
                <a:lnTo>
                  <a:pt x="5" y="193"/>
                </a:lnTo>
                <a:lnTo>
                  <a:pt x="5" y="191"/>
                </a:lnTo>
                <a:lnTo>
                  <a:pt x="5" y="190"/>
                </a:lnTo>
                <a:lnTo>
                  <a:pt x="6" y="189"/>
                </a:lnTo>
                <a:lnTo>
                  <a:pt x="7" y="188"/>
                </a:lnTo>
                <a:lnTo>
                  <a:pt x="8" y="188"/>
                </a:lnTo>
                <a:lnTo>
                  <a:pt x="8" y="187"/>
                </a:lnTo>
                <a:lnTo>
                  <a:pt x="9" y="187"/>
                </a:lnTo>
                <a:lnTo>
                  <a:pt x="10" y="187"/>
                </a:lnTo>
                <a:lnTo>
                  <a:pt x="11" y="187"/>
                </a:lnTo>
                <a:lnTo>
                  <a:pt x="11" y="186"/>
                </a:lnTo>
                <a:lnTo>
                  <a:pt x="12" y="186"/>
                </a:lnTo>
                <a:lnTo>
                  <a:pt x="12" y="185"/>
                </a:lnTo>
                <a:lnTo>
                  <a:pt x="12" y="184"/>
                </a:lnTo>
                <a:lnTo>
                  <a:pt x="11" y="185"/>
                </a:lnTo>
                <a:lnTo>
                  <a:pt x="11" y="184"/>
                </a:lnTo>
                <a:lnTo>
                  <a:pt x="11" y="183"/>
                </a:lnTo>
                <a:lnTo>
                  <a:pt x="11" y="182"/>
                </a:lnTo>
                <a:moveTo>
                  <a:pt x="13" y="189"/>
                </a:moveTo>
                <a:lnTo>
                  <a:pt x="14" y="189"/>
                </a:lnTo>
                <a:lnTo>
                  <a:pt x="15" y="188"/>
                </a:lnTo>
                <a:lnTo>
                  <a:pt x="15" y="187"/>
                </a:lnTo>
                <a:lnTo>
                  <a:pt x="14" y="187"/>
                </a:lnTo>
                <a:lnTo>
                  <a:pt x="13" y="188"/>
                </a:lnTo>
                <a:lnTo>
                  <a:pt x="13" y="189"/>
                </a:lnTo>
                <a:moveTo>
                  <a:pt x="21" y="199"/>
                </a:moveTo>
                <a:lnTo>
                  <a:pt x="22" y="199"/>
                </a:lnTo>
                <a:lnTo>
                  <a:pt x="21" y="199"/>
                </a:lnTo>
                <a:lnTo>
                  <a:pt x="20" y="198"/>
                </a:lnTo>
                <a:lnTo>
                  <a:pt x="21" y="199"/>
                </a:lnTo>
                <a:moveTo>
                  <a:pt x="16" y="184"/>
                </a:moveTo>
                <a:lnTo>
                  <a:pt x="15" y="184"/>
                </a:lnTo>
                <a:lnTo>
                  <a:pt x="16" y="185"/>
                </a:lnTo>
                <a:lnTo>
                  <a:pt x="16" y="184"/>
                </a:lnTo>
                <a:moveTo>
                  <a:pt x="16" y="166"/>
                </a:moveTo>
                <a:lnTo>
                  <a:pt x="16" y="165"/>
                </a:lnTo>
                <a:lnTo>
                  <a:pt x="16" y="164"/>
                </a:lnTo>
                <a:lnTo>
                  <a:pt x="15" y="163"/>
                </a:lnTo>
                <a:lnTo>
                  <a:pt x="15" y="164"/>
                </a:lnTo>
                <a:lnTo>
                  <a:pt x="14" y="164"/>
                </a:lnTo>
                <a:lnTo>
                  <a:pt x="14" y="165"/>
                </a:lnTo>
                <a:lnTo>
                  <a:pt x="14" y="166"/>
                </a:lnTo>
                <a:lnTo>
                  <a:pt x="14" y="167"/>
                </a:lnTo>
                <a:lnTo>
                  <a:pt x="14" y="168"/>
                </a:lnTo>
                <a:lnTo>
                  <a:pt x="15" y="168"/>
                </a:lnTo>
                <a:lnTo>
                  <a:pt x="16" y="168"/>
                </a:lnTo>
                <a:lnTo>
                  <a:pt x="16" y="169"/>
                </a:lnTo>
                <a:lnTo>
                  <a:pt x="17" y="169"/>
                </a:lnTo>
                <a:lnTo>
                  <a:pt x="17" y="168"/>
                </a:lnTo>
                <a:lnTo>
                  <a:pt x="17" y="169"/>
                </a:lnTo>
                <a:lnTo>
                  <a:pt x="17" y="168"/>
                </a:lnTo>
                <a:lnTo>
                  <a:pt x="17" y="167"/>
                </a:lnTo>
                <a:lnTo>
                  <a:pt x="17" y="166"/>
                </a:lnTo>
                <a:lnTo>
                  <a:pt x="16" y="166"/>
                </a:lnTo>
                <a:moveTo>
                  <a:pt x="17" y="165"/>
                </a:moveTo>
                <a:lnTo>
                  <a:pt x="18" y="165"/>
                </a:lnTo>
                <a:lnTo>
                  <a:pt x="18" y="164"/>
                </a:lnTo>
                <a:lnTo>
                  <a:pt x="17" y="164"/>
                </a:lnTo>
                <a:lnTo>
                  <a:pt x="17" y="163"/>
                </a:lnTo>
                <a:lnTo>
                  <a:pt x="17" y="164"/>
                </a:lnTo>
                <a:lnTo>
                  <a:pt x="17" y="165"/>
                </a:lnTo>
                <a:moveTo>
                  <a:pt x="22" y="150"/>
                </a:moveTo>
                <a:lnTo>
                  <a:pt x="23" y="150"/>
                </a:lnTo>
                <a:lnTo>
                  <a:pt x="22" y="150"/>
                </a:lnTo>
                <a:lnTo>
                  <a:pt x="22" y="151"/>
                </a:lnTo>
                <a:lnTo>
                  <a:pt x="22" y="150"/>
                </a:lnTo>
                <a:moveTo>
                  <a:pt x="23" y="149"/>
                </a:moveTo>
                <a:lnTo>
                  <a:pt x="24" y="149"/>
                </a:lnTo>
                <a:lnTo>
                  <a:pt x="23" y="149"/>
                </a:lnTo>
                <a:lnTo>
                  <a:pt x="24" y="149"/>
                </a:lnTo>
                <a:lnTo>
                  <a:pt x="23" y="149"/>
                </a:lnTo>
                <a:lnTo>
                  <a:pt x="23" y="150"/>
                </a:lnTo>
                <a:lnTo>
                  <a:pt x="23" y="149"/>
                </a:lnTo>
                <a:moveTo>
                  <a:pt x="24" y="146"/>
                </a:moveTo>
                <a:lnTo>
                  <a:pt x="24" y="147"/>
                </a:lnTo>
                <a:lnTo>
                  <a:pt x="24" y="146"/>
                </a:lnTo>
                <a:moveTo>
                  <a:pt x="33" y="137"/>
                </a:moveTo>
                <a:lnTo>
                  <a:pt x="33" y="136"/>
                </a:lnTo>
                <a:lnTo>
                  <a:pt x="34" y="136"/>
                </a:lnTo>
                <a:lnTo>
                  <a:pt x="35" y="136"/>
                </a:lnTo>
                <a:lnTo>
                  <a:pt x="35" y="135"/>
                </a:lnTo>
                <a:lnTo>
                  <a:pt x="36" y="135"/>
                </a:lnTo>
                <a:lnTo>
                  <a:pt x="36" y="134"/>
                </a:lnTo>
                <a:lnTo>
                  <a:pt x="36" y="133"/>
                </a:lnTo>
                <a:lnTo>
                  <a:pt x="35" y="133"/>
                </a:lnTo>
                <a:lnTo>
                  <a:pt x="35" y="132"/>
                </a:lnTo>
                <a:lnTo>
                  <a:pt x="34" y="132"/>
                </a:lnTo>
                <a:lnTo>
                  <a:pt x="34" y="133"/>
                </a:lnTo>
                <a:lnTo>
                  <a:pt x="33" y="133"/>
                </a:lnTo>
                <a:lnTo>
                  <a:pt x="33" y="134"/>
                </a:lnTo>
                <a:lnTo>
                  <a:pt x="32" y="134"/>
                </a:lnTo>
                <a:lnTo>
                  <a:pt x="32" y="135"/>
                </a:lnTo>
                <a:lnTo>
                  <a:pt x="32" y="136"/>
                </a:lnTo>
                <a:lnTo>
                  <a:pt x="32" y="137"/>
                </a:lnTo>
                <a:lnTo>
                  <a:pt x="33" y="137"/>
                </a:lnTo>
                <a:moveTo>
                  <a:pt x="34" y="132"/>
                </a:moveTo>
                <a:lnTo>
                  <a:pt x="33" y="132"/>
                </a:lnTo>
                <a:lnTo>
                  <a:pt x="33" y="133"/>
                </a:lnTo>
                <a:lnTo>
                  <a:pt x="34" y="133"/>
                </a:lnTo>
                <a:lnTo>
                  <a:pt x="34" y="132"/>
                </a:lnTo>
                <a:moveTo>
                  <a:pt x="34" y="132"/>
                </a:moveTo>
                <a:lnTo>
                  <a:pt x="35" y="132"/>
                </a:lnTo>
                <a:lnTo>
                  <a:pt x="35" y="130"/>
                </a:lnTo>
                <a:lnTo>
                  <a:pt x="35" y="131"/>
                </a:lnTo>
                <a:lnTo>
                  <a:pt x="34" y="131"/>
                </a:lnTo>
                <a:lnTo>
                  <a:pt x="34" y="132"/>
                </a:lnTo>
                <a:moveTo>
                  <a:pt x="45" y="121"/>
                </a:moveTo>
                <a:lnTo>
                  <a:pt x="45" y="122"/>
                </a:lnTo>
                <a:lnTo>
                  <a:pt x="44" y="122"/>
                </a:lnTo>
                <a:lnTo>
                  <a:pt x="45" y="122"/>
                </a:lnTo>
                <a:lnTo>
                  <a:pt x="45" y="121"/>
                </a:lnTo>
                <a:moveTo>
                  <a:pt x="48" y="119"/>
                </a:moveTo>
                <a:lnTo>
                  <a:pt x="49" y="119"/>
                </a:lnTo>
                <a:lnTo>
                  <a:pt x="49" y="118"/>
                </a:lnTo>
                <a:lnTo>
                  <a:pt x="49" y="119"/>
                </a:lnTo>
                <a:lnTo>
                  <a:pt x="48" y="119"/>
                </a:lnTo>
                <a:moveTo>
                  <a:pt x="61" y="98"/>
                </a:moveTo>
                <a:lnTo>
                  <a:pt x="60" y="98"/>
                </a:lnTo>
                <a:lnTo>
                  <a:pt x="60" y="99"/>
                </a:lnTo>
                <a:lnTo>
                  <a:pt x="61" y="99"/>
                </a:lnTo>
                <a:lnTo>
                  <a:pt x="61" y="98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2756520" y="4430520"/>
            <a:ext cx="6840" cy="22320"/>
          </a:xfrm>
          <a:custGeom>
            <a:avLst/>
            <a:gdLst/>
            <a:ahLst/>
            <a:rect l="0" t="0" r="r" b="b"/>
            <a:pathLst>
              <a:path w="19" h="62">
                <a:moveTo>
                  <a:pt x="16" y="0"/>
                </a:moveTo>
                <a:lnTo>
                  <a:pt x="16" y="1"/>
                </a:lnTo>
                <a:lnTo>
                  <a:pt x="17" y="1"/>
                </a:lnTo>
                <a:lnTo>
                  <a:pt x="18" y="1"/>
                </a:lnTo>
                <a:lnTo>
                  <a:pt x="18" y="2"/>
                </a:lnTo>
                <a:lnTo>
                  <a:pt x="19" y="2"/>
                </a:lnTo>
                <a:lnTo>
                  <a:pt x="19" y="3"/>
                </a:lnTo>
                <a:lnTo>
                  <a:pt x="17" y="2"/>
                </a:lnTo>
                <a:lnTo>
                  <a:pt x="16" y="2"/>
                </a:lnTo>
                <a:lnTo>
                  <a:pt x="15" y="1"/>
                </a:lnTo>
                <a:lnTo>
                  <a:pt x="13" y="1"/>
                </a:lnTo>
                <a:lnTo>
                  <a:pt x="12" y="1"/>
                </a:lnTo>
                <a:lnTo>
                  <a:pt x="12" y="3"/>
                </a:lnTo>
                <a:lnTo>
                  <a:pt x="13" y="3"/>
                </a:lnTo>
                <a:lnTo>
                  <a:pt x="14" y="3"/>
                </a:lnTo>
                <a:lnTo>
                  <a:pt x="16" y="3"/>
                </a:lnTo>
                <a:lnTo>
                  <a:pt x="17" y="4"/>
                </a:lnTo>
                <a:lnTo>
                  <a:pt x="18" y="5"/>
                </a:lnTo>
                <a:lnTo>
                  <a:pt x="18" y="6"/>
                </a:lnTo>
                <a:lnTo>
                  <a:pt x="17" y="7"/>
                </a:lnTo>
                <a:lnTo>
                  <a:pt x="16" y="8"/>
                </a:lnTo>
                <a:lnTo>
                  <a:pt x="16" y="10"/>
                </a:lnTo>
                <a:lnTo>
                  <a:pt x="15" y="10"/>
                </a:lnTo>
                <a:lnTo>
                  <a:pt x="14" y="11"/>
                </a:lnTo>
                <a:lnTo>
                  <a:pt x="14" y="12"/>
                </a:lnTo>
                <a:lnTo>
                  <a:pt x="15" y="12"/>
                </a:lnTo>
                <a:lnTo>
                  <a:pt x="15" y="13"/>
                </a:lnTo>
                <a:lnTo>
                  <a:pt x="15" y="14"/>
                </a:lnTo>
                <a:lnTo>
                  <a:pt x="14" y="14"/>
                </a:lnTo>
                <a:lnTo>
                  <a:pt x="13" y="14"/>
                </a:lnTo>
                <a:lnTo>
                  <a:pt x="12" y="14"/>
                </a:lnTo>
                <a:lnTo>
                  <a:pt x="12" y="15"/>
                </a:lnTo>
                <a:lnTo>
                  <a:pt x="12" y="16"/>
                </a:lnTo>
                <a:lnTo>
                  <a:pt x="11" y="16"/>
                </a:lnTo>
                <a:lnTo>
                  <a:pt x="11" y="17"/>
                </a:lnTo>
                <a:lnTo>
                  <a:pt x="9" y="17"/>
                </a:lnTo>
                <a:lnTo>
                  <a:pt x="9" y="16"/>
                </a:lnTo>
                <a:lnTo>
                  <a:pt x="8" y="16"/>
                </a:lnTo>
                <a:lnTo>
                  <a:pt x="8" y="15"/>
                </a:lnTo>
                <a:lnTo>
                  <a:pt x="7" y="15"/>
                </a:lnTo>
                <a:lnTo>
                  <a:pt x="6" y="15"/>
                </a:lnTo>
                <a:lnTo>
                  <a:pt x="6" y="16"/>
                </a:lnTo>
                <a:lnTo>
                  <a:pt x="6" y="17"/>
                </a:lnTo>
                <a:lnTo>
                  <a:pt x="7" y="17"/>
                </a:lnTo>
                <a:lnTo>
                  <a:pt x="7" y="18"/>
                </a:lnTo>
                <a:lnTo>
                  <a:pt x="7" y="19"/>
                </a:lnTo>
                <a:lnTo>
                  <a:pt x="7" y="20"/>
                </a:lnTo>
                <a:lnTo>
                  <a:pt x="6" y="21"/>
                </a:lnTo>
                <a:lnTo>
                  <a:pt x="6" y="22"/>
                </a:lnTo>
                <a:lnTo>
                  <a:pt x="6" y="24"/>
                </a:lnTo>
                <a:lnTo>
                  <a:pt x="5" y="25"/>
                </a:lnTo>
                <a:lnTo>
                  <a:pt x="3" y="25"/>
                </a:lnTo>
                <a:lnTo>
                  <a:pt x="3" y="26"/>
                </a:lnTo>
                <a:lnTo>
                  <a:pt x="4" y="28"/>
                </a:lnTo>
                <a:lnTo>
                  <a:pt x="4" y="29"/>
                </a:lnTo>
                <a:lnTo>
                  <a:pt x="7" y="31"/>
                </a:lnTo>
                <a:lnTo>
                  <a:pt x="7" y="33"/>
                </a:lnTo>
                <a:lnTo>
                  <a:pt x="7" y="34"/>
                </a:lnTo>
                <a:lnTo>
                  <a:pt x="7" y="35"/>
                </a:lnTo>
                <a:lnTo>
                  <a:pt x="6" y="35"/>
                </a:lnTo>
                <a:lnTo>
                  <a:pt x="6" y="36"/>
                </a:lnTo>
                <a:lnTo>
                  <a:pt x="6" y="37"/>
                </a:lnTo>
                <a:lnTo>
                  <a:pt x="6" y="38"/>
                </a:lnTo>
                <a:lnTo>
                  <a:pt x="6" y="39"/>
                </a:lnTo>
                <a:lnTo>
                  <a:pt x="6" y="40"/>
                </a:lnTo>
                <a:lnTo>
                  <a:pt x="6" y="41"/>
                </a:lnTo>
                <a:lnTo>
                  <a:pt x="5" y="42"/>
                </a:lnTo>
                <a:lnTo>
                  <a:pt x="5" y="43"/>
                </a:lnTo>
                <a:lnTo>
                  <a:pt x="6" y="44"/>
                </a:lnTo>
                <a:lnTo>
                  <a:pt x="6" y="45"/>
                </a:lnTo>
                <a:lnTo>
                  <a:pt x="5" y="45"/>
                </a:lnTo>
                <a:lnTo>
                  <a:pt x="5" y="46"/>
                </a:lnTo>
                <a:lnTo>
                  <a:pt x="4" y="47"/>
                </a:lnTo>
                <a:lnTo>
                  <a:pt x="4" y="49"/>
                </a:lnTo>
                <a:lnTo>
                  <a:pt x="4" y="50"/>
                </a:lnTo>
                <a:lnTo>
                  <a:pt x="3" y="51"/>
                </a:lnTo>
                <a:lnTo>
                  <a:pt x="3" y="52"/>
                </a:lnTo>
                <a:lnTo>
                  <a:pt x="1" y="53"/>
                </a:lnTo>
                <a:lnTo>
                  <a:pt x="3" y="53"/>
                </a:lnTo>
                <a:lnTo>
                  <a:pt x="5" y="53"/>
                </a:lnTo>
                <a:lnTo>
                  <a:pt x="5" y="54"/>
                </a:lnTo>
                <a:lnTo>
                  <a:pt x="4" y="54"/>
                </a:lnTo>
                <a:lnTo>
                  <a:pt x="4" y="55"/>
                </a:lnTo>
                <a:lnTo>
                  <a:pt x="4" y="56"/>
                </a:lnTo>
                <a:lnTo>
                  <a:pt x="4" y="57"/>
                </a:lnTo>
                <a:lnTo>
                  <a:pt x="4" y="58"/>
                </a:lnTo>
                <a:lnTo>
                  <a:pt x="4" y="59"/>
                </a:lnTo>
                <a:lnTo>
                  <a:pt x="5" y="58"/>
                </a:lnTo>
                <a:lnTo>
                  <a:pt x="6" y="58"/>
                </a:lnTo>
                <a:lnTo>
                  <a:pt x="6" y="59"/>
                </a:lnTo>
                <a:lnTo>
                  <a:pt x="5" y="59"/>
                </a:lnTo>
                <a:lnTo>
                  <a:pt x="4" y="60"/>
                </a:lnTo>
                <a:lnTo>
                  <a:pt x="5" y="60"/>
                </a:lnTo>
                <a:lnTo>
                  <a:pt x="5" y="61"/>
                </a:lnTo>
                <a:lnTo>
                  <a:pt x="5" y="62"/>
                </a:lnTo>
                <a:lnTo>
                  <a:pt x="4" y="62"/>
                </a:lnTo>
                <a:lnTo>
                  <a:pt x="4" y="61"/>
                </a:lnTo>
                <a:lnTo>
                  <a:pt x="3" y="61"/>
                </a:lnTo>
                <a:lnTo>
                  <a:pt x="1" y="60"/>
                </a:lnTo>
                <a:lnTo>
                  <a:pt x="1" y="59"/>
                </a:lnTo>
                <a:lnTo>
                  <a:pt x="1" y="56"/>
                </a:lnTo>
                <a:lnTo>
                  <a:pt x="1" y="55"/>
                </a:lnTo>
                <a:lnTo>
                  <a:pt x="0" y="54"/>
                </a:lnTo>
                <a:lnTo>
                  <a:pt x="0" y="53"/>
                </a:lnTo>
                <a:lnTo>
                  <a:pt x="1" y="53"/>
                </a:lnTo>
                <a:lnTo>
                  <a:pt x="1" y="51"/>
                </a:lnTo>
                <a:lnTo>
                  <a:pt x="1" y="50"/>
                </a:lnTo>
                <a:lnTo>
                  <a:pt x="3" y="49"/>
                </a:lnTo>
                <a:lnTo>
                  <a:pt x="3" y="47"/>
                </a:lnTo>
                <a:lnTo>
                  <a:pt x="3" y="46"/>
                </a:lnTo>
                <a:lnTo>
                  <a:pt x="4" y="45"/>
                </a:lnTo>
                <a:lnTo>
                  <a:pt x="5" y="44"/>
                </a:lnTo>
                <a:lnTo>
                  <a:pt x="4" y="44"/>
                </a:lnTo>
                <a:lnTo>
                  <a:pt x="4" y="45"/>
                </a:lnTo>
                <a:lnTo>
                  <a:pt x="3" y="44"/>
                </a:lnTo>
                <a:lnTo>
                  <a:pt x="3" y="43"/>
                </a:lnTo>
                <a:lnTo>
                  <a:pt x="3" y="41"/>
                </a:lnTo>
                <a:lnTo>
                  <a:pt x="4" y="41"/>
                </a:lnTo>
                <a:lnTo>
                  <a:pt x="3" y="40"/>
                </a:lnTo>
                <a:lnTo>
                  <a:pt x="3" y="39"/>
                </a:lnTo>
                <a:lnTo>
                  <a:pt x="3" y="38"/>
                </a:lnTo>
                <a:lnTo>
                  <a:pt x="4" y="37"/>
                </a:lnTo>
                <a:lnTo>
                  <a:pt x="4" y="36"/>
                </a:lnTo>
                <a:lnTo>
                  <a:pt x="4" y="35"/>
                </a:lnTo>
                <a:lnTo>
                  <a:pt x="5" y="34"/>
                </a:lnTo>
                <a:lnTo>
                  <a:pt x="6" y="34"/>
                </a:lnTo>
                <a:lnTo>
                  <a:pt x="6" y="33"/>
                </a:lnTo>
                <a:lnTo>
                  <a:pt x="6" y="32"/>
                </a:lnTo>
                <a:lnTo>
                  <a:pt x="5" y="31"/>
                </a:lnTo>
                <a:lnTo>
                  <a:pt x="5" y="30"/>
                </a:lnTo>
                <a:lnTo>
                  <a:pt x="4" y="29"/>
                </a:lnTo>
                <a:lnTo>
                  <a:pt x="3" y="29"/>
                </a:lnTo>
                <a:lnTo>
                  <a:pt x="3" y="28"/>
                </a:lnTo>
                <a:lnTo>
                  <a:pt x="3" y="27"/>
                </a:lnTo>
                <a:lnTo>
                  <a:pt x="1" y="27"/>
                </a:lnTo>
                <a:lnTo>
                  <a:pt x="1" y="26"/>
                </a:lnTo>
                <a:lnTo>
                  <a:pt x="1" y="25"/>
                </a:lnTo>
                <a:lnTo>
                  <a:pt x="1" y="24"/>
                </a:lnTo>
                <a:lnTo>
                  <a:pt x="3" y="24"/>
                </a:lnTo>
                <a:lnTo>
                  <a:pt x="4" y="24"/>
                </a:lnTo>
                <a:lnTo>
                  <a:pt x="4" y="22"/>
                </a:lnTo>
                <a:lnTo>
                  <a:pt x="4" y="24"/>
                </a:lnTo>
                <a:lnTo>
                  <a:pt x="5" y="24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6" y="18"/>
                </a:lnTo>
                <a:lnTo>
                  <a:pt x="6" y="17"/>
                </a:lnTo>
                <a:lnTo>
                  <a:pt x="5" y="17"/>
                </a:lnTo>
                <a:lnTo>
                  <a:pt x="5" y="15"/>
                </a:lnTo>
                <a:lnTo>
                  <a:pt x="6" y="14"/>
                </a:lnTo>
                <a:lnTo>
                  <a:pt x="7" y="14"/>
                </a:lnTo>
                <a:lnTo>
                  <a:pt x="9" y="15"/>
                </a:lnTo>
                <a:lnTo>
                  <a:pt x="9" y="16"/>
                </a:lnTo>
                <a:lnTo>
                  <a:pt x="10" y="16"/>
                </a:lnTo>
                <a:lnTo>
                  <a:pt x="11" y="15"/>
                </a:lnTo>
                <a:lnTo>
                  <a:pt x="11" y="14"/>
                </a:lnTo>
                <a:lnTo>
                  <a:pt x="12" y="14"/>
                </a:lnTo>
                <a:lnTo>
                  <a:pt x="13" y="13"/>
                </a:lnTo>
                <a:lnTo>
                  <a:pt x="14" y="13"/>
                </a:lnTo>
                <a:lnTo>
                  <a:pt x="14" y="12"/>
                </a:lnTo>
                <a:lnTo>
                  <a:pt x="13" y="12"/>
                </a:lnTo>
                <a:lnTo>
                  <a:pt x="14" y="11"/>
                </a:lnTo>
                <a:lnTo>
                  <a:pt x="14" y="10"/>
                </a:lnTo>
                <a:lnTo>
                  <a:pt x="15" y="9"/>
                </a:lnTo>
                <a:lnTo>
                  <a:pt x="15" y="8"/>
                </a:lnTo>
                <a:lnTo>
                  <a:pt x="16" y="8"/>
                </a:lnTo>
                <a:lnTo>
                  <a:pt x="16" y="7"/>
                </a:lnTo>
                <a:lnTo>
                  <a:pt x="16" y="6"/>
                </a:lnTo>
                <a:lnTo>
                  <a:pt x="16" y="5"/>
                </a:lnTo>
                <a:lnTo>
                  <a:pt x="15" y="5"/>
                </a:lnTo>
                <a:lnTo>
                  <a:pt x="13" y="5"/>
                </a:lnTo>
                <a:lnTo>
                  <a:pt x="12" y="4"/>
                </a:lnTo>
                <a:lnTo>
                  <a:pt x="11" y="4"/>
                </a:lnTo>
                <a:lnTo>
                  <a:pt x="11" y="3"/>
                </a:lnTo>
                <a:lnTo>
                  <a:pt x="11" y="2"/>
                </a:lnTo>
                <a:lnTo>
                  <a:pt x="11" y="1"/>
                </a:lnTo>
                <a:lnTo>
                  <a:pt x="12" y="1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  <a:lnTo>
                  <a:pt x="15" y="0"/>
                </a:lnTo>
                <a:lnTo>
                  <a:pt x="16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2883240" y="43365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2" y="2"/>
                </a:moveTo>
                <a:lnTo>
                  <a:pt x="2" y="3"/>
                </a:lnTo>
                <a:lnTo>
                  <a:pt x="2" y="4"/>
                </a:lnTo>
                <a:lnTo>
                  <a:pt x="1" y="5"/>
                </a:lnTo>
                <a:lnTo>
                  <a:pt x="1" y="6"/>
                </a:lnTo>
                <a:lnTo>
                  <a:pt x="2" y="6"/>
                </a:lnTo>
                <a:lnTo>
                  <a:pt x="2" y="7"/>
                </a:lnTo>
                <a:lnTo>
                  <a:pt x="2" y="8"/>
                </a:lnTo>
                <a:lnTo>
                  <a:pt x="2" y="9"/>
                </a:lnTo>
                <a:lnTo>
                  <a:pt x="2" y="10"/>
                </a:lnTo>
                <a:lnTo>
                  <a:pt x="2" y="11"/>
                </a:lnTo>
                <a:lnTo>
                  <a:pt x="2" y="12"/>
                </a:lnTo>
                <a:lnTo>
                  <a:pt x="2" y="13"/>
                </a:lnTo>
                <a:lnTo>
                  <a:pt x="2" y="14"/>
                </a:lnTo>
                <a:lnTo>
                  <a:pt x="2" y="15"/>
                </a:lnTo>
                <a:lnTo>
                  <a:pt x="1" y="16"/>
                </a:lnTo>
                <a:lnTo>
                  <a:pt x="2" y="16"/>
                </a:lnTo>
                <a:lnTo>
                  <a:pt x="2" y="17"/>
                </a:lnTo>
                <a:lnTo>
                  <a:pt x="3" y="17"/>
                </a:lnTo>
                <a:lnTo>
                  <a:pt x="3" y="18"/>
                </a:lnTo>
                <a:lnTo>
                  <a:pt x="4" y="18"/>
                </a:lnTo>
                <a:lnTo>
                  <a:pt x="4" y="19"/>
                </a:lnTo>
                <a:lnTo>
                  <a:pt x="4" y="23"/>
                </a:lnTo>
                <a:lnTo>
                  <a:pt x="4" y="24"/>
                </a:lnTo>
                <a:lnTo>
                  <a:pt x="5" y="25"/>
                </a:lnTo>
                <a:lnTo>
                  <a:pt x="5" y="26"/>
                </a:lnTo>
                <a:lnTo>
                  <a:pt x="6" y="26"/>
                </a:lnTo>
                <a:lnTo>
                  <a:pt x="7" y="27"/>
                </a:lnTo>
                <a:lnTo>
                  <a:pt x="7" y="28"/>
                </a:lnTo>
                <a:lnTo>
                  <a:pt x="7" y="29"/>
                </a:lnTo>
                <a:lnTo>
                  <a:pt x="8" y="29"/>
                </a:lnTo>
                <a:lnTo>
                  <a:pt x="9" y="28"/>
                </a:lnTo>
                <a:lnTo>
                  <a:pt x="10" y="28"/>
                </a:lnTo>
                <a:lnTo>
                  <a:pt x="11" y="28"/>
                </a:lnTo>
                <a:lnTo>
                  <a:pt x="12" y="29"/>
                </a:lnTo>
                <a:lnTo>
                  <a:pt x="13" y="30"/>
                </a:lnTo>
                <a:lnTo>
                  <a:pt x="13" y="31"/>
                </a:lnTo>
                <a:lnTo>
                  <a:pt x="14" y="32"/>
                </a:lnTo>
                <a:lnTo>
                  <a:pt x="15" y="33"/>
                </a:lnTo>
                <a:lnTo>
                  <a:pt x="15" y="34"/>
                </a:lnTo>
                <a:lnTo>
                  <a:pt x="16" y="34"/>
                </a:lnTo>
                <a:lnTo>
                  <a:pt x="16" y="35"/>
                </a:lnTo>
                <a:lnTo>
                  <a:pt x="17" y="35"/>
                </a:lnTo>
                <a:lnTo>
                  <a:pt x="18" y="35"/>
                </a:lnTo>
                <a:lnTo>
                  <a:pt x="19" y="35"/>
                </a:lnTo>
                <a:lnTo>
                  <a:pt x="20" y="35"/>
                </a:lnTo>
                <a:lnTo>
                  <a:pt x="20" y="36"/>
                </a:lnTo>
                <a:lnTo>
                  <a:pt x="21" y="36"/>
                </a:lnTo>
                <a:lnTo>
                  <a:pt x="22" y="37"/>
                </a:lnTo>
                <a:lnTo>
                  <a:pt x="23" y="38"/>
                </a:lnTo>
                <a:lnTo>
                  <a:pt x="24" y="38"/>
                </a:lnTo>
                <a:lnTo>
                  <a:pt x="24" y="39"/>
                </a:lnTo>
                <a:lnTo>
                  <a:pt x="24" y="41"/>
                </a:lnTo>
                <a:lnTo>
                  <a:pt x="26" y="41"/>
                </a:lnTo>
                <a:lnTo>
                  <a:pt x="27" y="40"/>
                </a:lnTo>
                <a:lnTo>
                  <a:pt x="28" y="40"/>
                </a:lnTo>
                <a:lnTo>
                  <a:pt x="28" y="39"/>
                </a:lnTo>
                <a:lnTo>
                  <a:pt x="28" y="38"/>
                </a:lnTo>
                <a:lnTo>
                  <a:pt x="29" y="38"/>
                </a:lnTo>
                <a:lnTo>
                  <a:pt x="30" y="37"/>
                </a:lnTo>
                <a:lnTo>
                  <a:pt x="30" y="38"/>
                </a:lnTo>
                <a:lnTo>
                  <a:pt x="31" y="38"/>
                </a:lnTo>
                <a:lnTo>
                  <a:pt x="32" y="39"/>
                </a:lnTo>
                <a:lnTo>
                  <a:pt x="32" y="40"/>
                </a:lnTo>
                <a:lnTo>
                  <a:pt x="32" y="41"/>
                </a:lnTo>
                <a:lnTo>
                  <a:pt x="32" y="42"/>
                </a:lnTo>
                <a:lnTo>
                  <a:pt x="31" y="42"/>
                </a:lnTo>
                <a:lnTo>
                  <a:pt x="31" y="43"/>
                </a:lnTo>
                <a:lnTo>
                  <a:pt x="31" y="44"/>
                </a:lnTo>
                <a:lnTo>
                  <a:pt x="32" y="45"/>
                </a:lnTo>
                <a:lnTo>
                  <a:pt x="33" y="46"/>
                </a:lnTo>
                <a:lnTo>
                  <a:pt x="34" y="46"/>
                </a:lnTo>
                <a:lnTo>
                  <a:pt x="35" y="46"/>
                </a:lnTo>
                <a:lnTo>
                  <a:pt x="36" y="46"/>
                </a:lnTo>
                <a:lnTo>
                  <a:pt x="37" y="45"/>
                </a:lnTo>
                <a:lnTo>
                  <a:pt x="37" y="44"/>
                </a:lnTo>
                <a:lnTo>
                  <a:pt x="38" y="44"/>
                </a:lnTo>
                <a:lnTo>
                  <a:pt x="38" y="43"/>
                </a:lnTo>
                <a:lnTo>
                  <a:pt x="37" y="42"/>
                </a:lnTo>
                <a:lnTo>
                  <a:pt x="36" y="42"/>
                </a:lnTo>
                <a:lnTo>
                  <a:pt x="36" y="41"/>
                </a:lnTo>
                <a:lnTo>
                  <a:pt x="35" y="41"/>
                </a:lnTo>
                <a:lnTo>
                  <a:pt x="35" y="40"/>
                </a:lnTo>
                <a:lnTo>
                  <a:pt x="34" y="39"/>
                </a:lnTo>
                <a:lnTo>
                  <a:pt x="34" y="38"/>
                </a:lnTo>
                <a:lnTo>
                  <a:pt x="34" y="37"/>
                </a:lnTo>
                <a:lnTo>
                  <a:pt x="35" y="37"/>
                </a:lnTo>
                <a:lnTo>
                  <a:pt x="35" y="36"/>
                </a:lnTo>
                <a:lnTo>
                  <a:pt x="35" y="35"/>
                </a:lnTo>
                <a:lnTo>
                  <a:pt x="36" y="35"/>
                </a:lnTo>
                <a:lnTo>
                  <a:pt x="36" y="34"/>
                </a:lnTo>
                <a:lnTo>
                  <a:pt x="37" y="34"/>
                </a:lnTo>
                <a:lnTo>
                  <a:pt x="38" y="34"/>
                </a:lnTo>
                <a:lnTo>
                  <a:pt x="39" y="34"/>
                </a:lnTo>
                <a:lnTo>
                  <a:pt x="40" y="35"/>
                </a:lnTo>
                <a:lnTo>
                  <a:pt x="41" y="35"/>
                </a:lnTo>
                <a:lnTo>
                  <a:pt x="41" y="36"/>
                </a:lnTo>
                <a:lnTo>
                  <a:pt x="41" y="37"/>
                </a:lnTo>
                <a:lnTo>
                  <a:pt x="41" y="38"/>
                </a:lnTo>
                <a:lnTo>
                  <a:pt x="40" y="39"/>
                </a:lnTo>
                <a:lnTo>
                  <a:pt x="40" y="40"/>
                </a:lnTo>
                <a:lnTo>
                  <a:pt x="41" y="40"/>
                </a:lnTo>
                <a:lnTo>
                  <a:pt x="42" y="41"/>
                </a:lnTo>
                <a:lnTo>
                  <a:pt x="43" y="42"/>
                </a:lnTo>
                <a:lnTo>
                  <a:pt x="43" y="43"/>
                </a:lnTo>
                <a:lnTo>
                  <a:pt x="44" y="45"/>
                </a:lnTo>
                <a:lnTo>
                  <a:pt x="45" y="46"/>
                </a:lnTo>
                <a:lnTo>
                  <a:pt x="47" y="47"/>
                </a:lnTo>
                <a:lnTo>
                  <a:pt x="47" y="48"/>
                </a:lnTo>
                <a:lnTo>
                  <a:pt x="48" y="49"/>
                </a:lnTo>
                <a:lnTo>
                  <a:pt x="48" y="51"/>
                </a:lnTo>
                <a:lnTo>
                  <a:pt x="49" y="52"/>
                </a:lnTo>
                <a:lnTo>
                  <a:pt x="50" y="52"/>
                </a:lnTo>
                <a:lnTo>
                  <a:pt x="51" y="52"/>
                </a:lnTo>
                <a:lnTo>
                  <a:pt x="52" y="52"/>
                </a:lnTo>
                <a:lnTo>
                  <a:pt x="53" y="53"/>
                </a:lnTo>
                <a:lnTo>
                  <a:pt x="52" y="54"/>
                </a:lnTo>
                <a:lnTo>
                  <a:pt x="52" y="57"/>
                </a:lnTo>
                <a:lnTo>
                  <a:pt x="52" y="59"/>
                </a:lnTo>
                <a:lnTo>
                  <a:pt x="53" y="60"/>
                </a:lnTo>
                <a:lnTo>
                  <a:pt x="54" y="60"/>
                </a:lnTo>
                <a:lnTo>
                  <a:pt x="55" y="59"/>
                </a:lnTo>
                <a:lnTo>
                  <a:pt x="56" y="59"/>
                </a:lnTo>
                <a:lnTo>
                  <a:pt x="57" y="59"/>
                </a:lnTo>
                <a:lnTo>
                  <a:pt x="58" y="59"/>
                </a:lnTo>
                <a:lnTo>
                  <a:pt x="59" y="60"/>
                </a:lnTo>
                <a:lnTo>
                  <a:pt x="60" y="60"/>
                </a:lnTo>
                <a:lnTo>
                  <a:pt x="60" y="61"/>
                </a:lnTo>
                <a:lnTo>
                  <a:pt x="59" y="60"/>
                </a:lnTo>
                <a:lnTo>
                  <a:pt x="58" y="60"/>
                </a:lnTo>
                <a:lnTo>
                  <a:pt x="57" y="59"/>
                </a:lnTo>
                <a:lnTo>
                  <a:pt x="56" y="59"/>
                </a:lnTo>
                <a:lnTo>
                  <a:pt x="56" y="60"/>
                </a:lnTo>
                <a:lnTo>
                  <a:pt x="55" y="60"/>
                </a:lnTo>
                <a:lnTo>
                  <a:pt x="54" y="60"/>
                </a:lnTo>
                <a:lnTo>
                  <a:pt x="53" y="60"/>
                </a:lnTo>
                <a:lnTo>
                  <a:pt x="52" y="60"/>
                </a:lnTo>
                <a:lnTo>
                  <a:pt x="52" y="59"/>
                </a:lnTo>
                <a:lnTo>
                  <a:pt x="51" y="58"/>
                </a:lnTo>
                <a:lnTo>
                  <a:pt x="50" y="57"/>
                </a:lnTo>
                <a:lnTo>
                  <a:pt x="50" y="55"/>
                </a:lnTo>
                <a:lnTo>
                  <a:pt x="50" y="54"/>
                </a:lnTo>
                <a:lnTo>
                  <a:pt x="50" y="53"/>
                </a:lnTo>
                <a:lnTo>
                  <a:pt x="50" y="52"/>
                </a:lnTo>
                <a:lnTo>
                  <a:pt x="49" y="52"/>
                </a:lnTo>
                <a:lnTo>
                  <a:pt x="49" y="53"/>
                </a:lnTo>
                <a:lnTo>
                  <a:pt x="48" y="52"/>
                </a:lnTo>
                <a:lnTo>
                  <a:pt x="47" y="51"/>
                </a:lnTo>
                <a:lnTo>
                  <a:pt x="47" y="50"/>
                </a:lnTo>
                <a:lnTo>
                  <a:pt x="47" y="49"/>
                </a:lnTo>
                <a:lnTo>
                  <a:pt x="46" y="49"/>
                </a:lnTo>
                <a:lnTo>
                  <a:pt x="46" y="48"/>
                </a:lnTo>
                <a:lnTo>
                  <a:pt x="46" y="47"/>
                </a:lnTo>
                <a:lnTo>
                  <a:pt x="45" y="47"/>
                </a:lnTo>
                <a:lnTo>
                  <a:pt x="45" y="46"/>
                </a:lnTo>
                <a:lnTo>
                  <a:pt x="44" y="46"/>
                </a:lnTo>
                <a:lnTo>
                  <a:pt x="43" y="45"/>
                </a:lnTo>
                <a:lnTo>
                  <a:pt x="43" y="44"/>
                </a:lnTo>
                <a:lnTo>
                  <a:pt x="43" y="43"/>
                </a:lnTo>
                <a:lnTo>
                  <a:pt x="43" y="42"/>
                </a:lnTo>
                <a:lnTo>
                  <a:pt x="42" y="42"/>
                </a:lnTo>
                <a:lnTo>
                  <a:pt x="42" y="41"/>
                </a:lnTo>
                <a:lnTo>
                  <a:pt x="41" y="41"/>
                </a:lnTo>
                <a:lnTo>
                  <a:pt x="41" y="40"/>
                </a:lnTo>
                <a:lnTo>
                  <a:pt x="40" y="40"/>
                </a:lnTo>
                <a:lnTo>
                  <a:pt x="40" y="39"/>
                </a:lnTo>
                <a:lnTo>
                  <a:pt x="40" y="38"/>
                </a:lnTo>
                <a:lnTo>
                  <a:pt x="40" y="37"/>
                </a:lnTo>
                <a:lnTo>
                  <a:pt x="41" y="37"/>
                </a:lnTo>
                <a:lnTo>
                  <a:pt x="41" y="36"/>
                </a:lnTo>
                <a:lnTo>
                  <a:pt x="40" y="35"/>
                </a:lnTo>
                <a:lnTo>
                  <a:pt x="39" y="35"/>
                </a:lnTo>
                <a:lnTo>
                  <a:pt x="38" y="35"/>
                </a:lnTo>
                <a:lnTo>
                  <a:pt x="37" y="35"/>
                </a:lnTo>
                <a:lnTo>
                  <a:pt x="36" y="35"/>
                </a:lnTo>
                <a:lnTo>
                  <a:pt x="36" y="36"/>
                </a:lnTo>
                <a:lnTo>
                  <a:pt x="35" y="37"/>
                </a:lnTo>
                <a:lnTo>
                  <a:pt x="35" y="38"/>
                </a:lnTo>
                <a:lnTo>
                  <a:pt x="35" y="39"/>
                </a:lnTo>
                <a:lnTo>
                  <a:pt x="35" y="40"/>
                </a:lnTo>
                <a:lnTo>
                  <a:pt x="36" y="40"/>
                </a:lnTo>
                <a:lnTo>
                  <a:pt x="37" y="41"/>
                </a:lnTo>
                <a:lnTo>
                  <a:pt x="38" y="42"/>
                </a:lnTo>
                <a:lnTo>
                  <a:pt x="38" y="43"/>
                </a:lnTo>
                <a:lnTo>
                  <a:pt x="38" y="44"/>
                </a:lnTo>
                <a:lnTo>
                  <a:pt x="38" y="45"/>
                </a:lnTo>
                <a:lnTo>
                  <a:pt x="37" y="45"/>
                </a:lnTo>
                <a:lnTo>
                  <a:pt x="37" y="46"/>
                </a:lnTo>
                <a:lnTo>
                  <a:pt x="36" y="47"/>
                </a:lnTo>
                <a:lnTo>
                  <a:pt x="35" y="47"/>
                </a:lnTo>
                <a:lnTo>
                  <a:pt x="34" y="47"/>
                </a:lnTo>
                <a:lnTo>
                  <a:pt x="33" y="47"/>
                </a:lnTo>
                <a:lnTo>
                  <a:pt x="32" y="46"/>
                </a:lnTo>
                <a:lnTo>
                  <a:pt x="31" y="45"/>
                </a:lnTo>
                <a:lnTo>
                  <a:pt x="31" y="44"/>
                </a:lnTo>
                <a:lnTo>
                  <a:pt x="30" y="44"/>
                </a:lnTo>
                <a:lnTo>
                  <a:pt x="30" y="43"/>
                </a:lnTo>
                <a:lnTo>
                  <a:pt x="31" y="43"/>
                </a:lnTo>
                <a:lnTo>
                  <a:pt x="31" y="42"/>
                </a:lnTo>
                <a:lnTo>
                  <a:pt x="31" y="41"/>
                </a:lnTo>
                <a:lnTo>
                  <a:pt x="32" y="40"/>
                </a:lnTo>
                <a:lnTo>
                  <a:pt x="32" y="39"/>
                </a:lnTo>
                <a:lnTo>
                  <a:pt x="31" y="39"/>
                </a:lnTo>
                <a:lnTo>
                  <a:pt x="31" y="38"/>
                </a:lnTo>
                <a:lnTo>
                  <a:pt x="30" y="38"/>
                </a:lnTo>
                <a:lnTo>
                  <a:pt x="29" y="38"/>
                </a:lnTo>
                <a:lnTo>
                  <a:pt x="29" y="39"/>
                </a:lnTo>
                <a:lnTo>
                  <a:pt x="28" y="39"/>
                </a:lnTo>
                <a:lnTo>
                  <a:pt x="28" y="40"/>
                </a:lnTo>
                <a:lnTo>
                  <a:pt x="28" y="41"/>
                </a:lnTo>
                <a:lnTo>
                  <a:pt x="27" y="41"/>
                </a:lnTo>
                <a:lnTo>
                  <a:pt x="26" y="41"/>
                </a:lnTo>
                <a:lnTo>
                  <a:pt x="24" y="41"/>
                </a:lnTo>
                <a:lnTo>
                  <a:pt x="24" y="40"/>
                </a:lnTo>
                <a:lnTo>
                  <a:pt x="24" y="39"/>
                </a:lnTo>
                <a:lnTo>
                  <a:pt x="23" y="39"/>
                </a:lnTo>
                <a:lnTo>
                  <a:pt x="22" y="38"/>
                </a:lnTo>
                <a:lnTo>
                  <a:pt x="21" y="37"/>
                </a:lnTo>
                <a:lnTo>
                  <a:pt x="20" y="37"/>
                </a:lnTo>
                <a:lnTo>
                  <a:pt x="19" y="36"/>
                </a:lnTo>
                <a:lnTo>
                  <a:pt x="18" y="35"/>
                </a:lnTo>
                <a:lnTo>
                  <a:pt x="17" y="35"/>
                </a:lnTo>
                <a:lnTo>
                  <a:pt x="16" y="35"/>
                </a:lnTo>
                <a:lnTo>
                  <a:pt x="15" y="35"/>
                </a:lnTo>
                <a:lnTo>
                  <a:pt x="15" y="34"/>
                </a:lnTo>
                <a:lnTo>
                  <a:pt x="14" y="33"/>
                </a:lnTo>
                <a:lnTo>
                  <a:pt x="13" y="32"/>
                </a:lnTo>
                <a:lnTo>
                  <a:pt x="13" y="31"/>
                </a:lnTo>
                <a:lnTo>
                  <a:pt x="12" y="31"/>
                </a:lnTo>
                <a:lnTo>
                  <a:pt x="12" y="30"/>
                </a:lnTo>
                <a:lnTo>
                  <a:pt x="12" y="29"/>
                </a:lnTo>
                <a:lnTo>
                  <a:pt x="11" y="29"/>
                </a:lnTo>
                <a:lnTo>
                  <a:pt x="11" y="28"/>
                </a:lnTo>
                <a:lnTo>
                  <a:pt x="10" y="29"/>
                </a:lnTo>
                <a:lnTo>
                  <a:pt x="9" y="29"/>
                </a:lnTo>
                <a:lnTo>
                  <a:pt x="8" y="29"/>
                </a:lnTo>
                <a:lnTo>
                  <a:pt x="7" y="29"/>
                </a:lnTo>
                <a:lnTo>
                  <a:pt x="7" y="28"/>
                </a:lnTo>
                <a:lnTo>
                  <a:pt x="6" y="27"/>
                </a:lnTo>
                <a:lnTo>
                  <a:pt x="5" y="26"/>
                </a:lnTo>
                <a:lnTo>
                  <a:pt x="4" y="25"/>
                </a:lnTo>
                <a:lnTo>
                  <a:pt x="4" y="24"/>
                </a:lnTo>
                <a:lnTo>
                  <a:pt x="4" y="23"/>
                </a:lnTo>
                <a:lnTo>
                  <a:pt x="4" y="22"/>
                </a:lnTo>
                <a:lnTo>
                  <a:pt x="4" y="19"/>
                </a:lnTo>
                <a:lnTo>
                  <a:pt x="4" y="18"/>
                </a:lnTo>
                <a:lnTo>
                  <a:pt x="3" y="18"/>
                </a:lnTo>
                <a:lnTo>
                  <a:pt x="2" y="18"/>
                </a:lnTo>
                <a:lnTo>
                  <a:pt x="2" y="17"/>
                </a:lnTo>
                <a:lnTo>
                  <a:pt x="1" y="16"/>
                </a:lnTo>
                <a:lnTo>
                  <a:pt x="1" y="15"/>
                </a:lnTo>
                <a:lnTo>
                  <a:pt x="1" y="14"/>
                </a:lnTo>
                <a:lnTo>
                  <a:pt x="2" y="14"/>
                </a:lnTo>
                <a:lnTo>
                  <a:pt x="1" y="13"/>
                </a:lnTo>
                <a:lnTo>
                  <a:pt x="1" y="12"/>
                </a:lnTo>
                <a:lnTo>
                  <a:pt x="1" y="11"/>
                </a:lnTo>
                <a:lnTo>
                  <a:pt x="1" y="10"/>
                </a:lnTo>
                <a:lnTo>
                  <a:pt x="2" y="10"/>
                </a:lnTo>
                <a:lnTo>
                  <a:pt x="2" y="9"/>
                </a:lnTo>
                <a:lnTo>
                  <a:pt x="1" y="9"/>
                </a:lnTo>
                <a:lnTo>
                  <a:pt x="1" y="8"/>
                </a:lnTo>
                <a:lnTo>
                  <a:pt x="1" y="7"/>
                </a:lnTo>
                <a:lnTo>
                  <a:pt x="0" y="6"/>
                </a:lnTo>
                <a:lnTo>
                  <a:pt x="1" y="5"/>
                </a:lnTo>
                <a:lnTo>
                  <a:pt x="2" y="4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2" y="2"/>
                </a:lnTo>
                <a:moveTo>
                  <a:pt x="2" y="3"/>
                </a:moveTo>
                <a:lnTo>
                  <a:pt x="2" y="3"/>
                </a:lnTo>
                <a:moveTo>
                  <a:pt x="1" y="12"/>
                </a:moveTo>
                <a:lnTo>
                  <a:pt x="2" y="12"/>
                </a:lnTo>
                <a:lnTo>
                  <a:pt x="2" y="11"/>
                </a:lnTo>
                <a:lnTo>
                  <a:pt x="2" y="10"/>
                </a:lnTo>
                <a:lnTo>
                  <a:pt x="1" y="11"/>
                </a:lnTo>
                <a:lnTo>
                  <a:pt x="1" y="12"/>
                </a:lnTo>
                <a:moveTo>
                  <a:pt x="4" y="22"/>
                </a:moveTo>
                <a:lnTo>
                  <a:pt x="4" y="22"/>
                </a:lnTo>
                <a:moveTo>
                  <a:pt x="5" y="26"/>
                </a:moveTo>
                <a:lnTo>
                  <a:pt x="6" y="26"/>
                </a:lnTo>
                <a:lnTo>
                  <a:pt x="5" y="26"/>
                </a:lnTo>
                <a:moveTo>
                  <a:pt x="47" y="50"/>
                </a:moveTo>
                <a:lnTo>
                  <a:pt x="47" y="49"/>
                </a:lnTo>
                <a:lnTo>
                  <a:pt x="47" y="48"/>
                </a:lnTo>
                <a:lnTo>
                  <a:pt x="47" y="47"/>
                </a:lnTo>
                <a:lnTo>
                  <a:pt x="46" y="47"/>
                </a:lnTo>
                <a:lnTo>
                  <a:pt x="45" y="46"/>
                </a:lnTo>
                <a:lnTo>
                  <a:pt x="45" y="47"/>
                </a:lnTo>
                <a:lnTo>
                  <a:pt x="46" y="47"/>
                </a:lnTo>
                <a:lnTo>
                  <a:pt x="46" y="48"/>
                </a:lnTo>
                <a:lnTo>
                  <a:pt x="46" y="49"/>
                </a:lnTo>
                <a:lnTo>
                  <a:pt x="47" y="49"/>
                </a:lnTo>
                <a:lnTo>
                  <a:pt x="47" y="50"/>
                </a:lnTo>
                <a:moveTo>
                  <a:pt x="51" y="55"/>
                </a:moveTo>
                <a:lnTo>
                  <a:pt x="51" y="54"/>
                </a:lnTo>
                <a:lnTo>
                  <a:pt x="52" y="54"/>
                </a:lnTo>
                <a:lnTo>
                  <a:pt x="52" y="53"/>
                </a:lnTo>
                <a:lnTo>
                  <a:pt x="51" y="52"/>
                </a:lnTo>
                <a:lnTo>
                  <a:pt x="51" y="53"/>
                </a:lnTo>
                <a:lnTo>
                  <a:pt x="50" y="53"/>
                </a:lnTo>
                <a:lnTo>
                  <a:pt x="51" y="54"/>
                </a:lnTo>
                <a:lnTo>
                  <a:pt x="51" y="55"/>
                </a:lnTo>
                <a:moveTo>
                  <a:pt x="51" y="58"/>
                </a:moveTo>
                <a:lnTo>
                  <a:pt x="51" y="57"/>
                </a:lnTo>
                <a:lnTo>
                  <a:pt x="52" y="56"/>
                </a:lnTo>
                <a:lnTo>
                  <a:pt x="51" y="55"/>
                </a:lnTo>
                <a:lnTo>
                  <a:pt x="51" y="56"/>
                </a:lnTo>
                <a:lnTo>
                  <a:pt x="51" y="57"/>
                </a:lnTo>
                <a:lnTo>
                  <a:pt x="51" y="58"/>
                </a:lnTo>
                <a:moveTo>
                  <a:pt x="38" y="34"/>
                </a:moveTo>
                <a:lnTo>
                  <a:pt x="37" y="34"/>
                </a:lnTo>
                <a:lnTo>
                  <a:pt x="37" y="35"/>
                </a:lnTo>
                <a:lnTo>
                  <a:pt x="38" y="35"/>
                </a:lnTo>
                <a:lnTo>
                  <a:pt x="38" y="3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2562840" y="463032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1" y="0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2595600" y="4623480"/>
            <a:ext cx="1080" cy="2160"/>
          </a:xfrm>
          <a:custGeom>
            <a:avLst/>
            <a:gdLst/>
            <a:ahLst/>
            <a:rect l="0" t="0" r="r" b="b"/>
            <a:pathLst>
              <a:path w="3" h="6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2" y="2"/>
                </a:lnTo>
                <a:lnTo>
                  <a:pt x="3" y="2"/>
                </a:lnTo>
                <a:lnTo>
                  <a:pt x="3" y="4"/>
                </a:lnTo>
                <a:lnTo>
                  <a:pt x="3" y="5"/>
                </a:lnTo>
                <a:lnTo>
                  <a:pt x="3" y="6"/>
                </a:lnTo>
                <a:lnTo>
                  <a:pt x="2" y="6"/>
                </a:lnTo>
                <a:lnTo>
                  <a:pt x="2" y="5"/>
                </a:lnTo>
                <a:lnTo>
                  <a:pt x="0" y="5"/>
                </a:lnTo>
                <a:lnTo>
                  <a:pt x="0" y="2"/>
                </a:lnTo>
                <a:lnTo>
                  <a:pt x="2" y="2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2595600" y="46224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2560320" y="46260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2630160" y="4608720"/>
            <a:ext cx="3240" cy="2160"/>
          </a:xfrm>
          <a:custGeom>
            <a:avLst/>
            <a:gdLst/>
            <a:ahLst/>
            <a:rect l="0" t="0" r="r" b="b"/>
            <a:pathLst>
              <a:path w="9" h="6">
                <a:moveTo>
                  <a:pt x="2" y="0"/>
                </a:moveTo>
                <a:lnTo>
                  <a:pt x="3" y="3"/>
                </a:lnTo>
                <a:lnTo>
                  <a:pt x="4" y="3"/>
                </a:lnTo>
                <a:lnTo>
                  <a:pt x="5" y="3"/>
                </a:lnTo>
                <a:lnTo>
                  <a:pt x="7" y="3"/>
                </a:lnTo>
                <a:lnTo>
                  <a:pt x="7" y="4"/>
                </a:lnTo>
                <a:lnTo>
                  <a:pt x="7" y="5"/>
                </a:lnTo>
                <a:lnTo>
                  <a:pt x="8" y="5"/>
                </a:lnTo>
                <a:lnTo>
                  <a:pt x="8" y="4"/>
                </a:lnTo>
                <a:lnTo>
                  <a:pt x="8" y="5"/>
                </a:lnTo>
                <a:lnTo>
                  <a:pt x="9" y="5"/>
                </a:lnTo>
                <a:lnTo>
                  <a:pt x="9" y="6"/>
                </a:lnTo>
                <a:lnTo>
                  <a:pt x="8" y="6"/>
                </a:lnTo>
                <a:lnTo>
                  <a:pt x="7" y="6"/>
                </a:lnTo>
                <a:lnTo>
                  <a:pt x="5" y="6"/>
                </a:lnTo>
                <a:lnTo>
                  <a:pt x="4" y="6"/>
                </a:lnTo>
                <a:lnTo>
                  <a:pt x="3" y="6"/>
                </a:lnTo>
                <a:lnTo>
                  <a:pt x="3" y="5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2" y="4"/>
                </a:lnTo>
                <a:lnTo>
                  <a:pt x="1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2634840" y="460728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3" y="2"/>
                </a:moveTo>
                <a:lnTo>
                  <a:pt x="3" y="3"/>
                </a:lnTo>
                <a:lnTo>
                  <a:pt x="1" y="5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0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635920" y="460656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2" y="2"/>
                </a:moveTo>
                <a:lnTo>
                  <a:pt x="4" y="2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4" y="5"/>
                </a:lnTo>
                <a:lnTo>
                  <a:pt x="2" y="5"/>
                </a:lnTo>
                <a:lnTo>
                  <a:pt x="2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2633040" y="460656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2"/>
                </a:move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2633760" y="460620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2"/>
                </a:move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2566440" y="461700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2"/>
                </a:moveTo>
                <a:lnTo>
                  <a:pt x="3" y="4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2647800" y="4602600"/>
            <a:ext cx="2880" cy="4320"/>
          </a:xfrm>
          <a:custGeom>
            <a:avLst/>
            <a:gdLst/>
            <a:ahLst/>
            <a:rect l="0" t="0" r="r" b="b"/>
            <a:pathLst>
              <a:path w="8" h="12">
                <a:moveTo>
                  <a:pt x="4" y="2"/>
                </a:moveTo>
                <a:lnTo>
                  <a:pt x="5" y="4"/>
                </a:lnTo>
                <a:lnTo>
                  <a:pt x="7" y="4"/>
                </a:lnTo>
                <a:lnTo>
                  <a:pt x="7" y="5"/>
                </a:lnTo>
                <a:lnTo>
                  <a:pt x="8" y="5"/>
                </a:lnTo>
                <a:lnTo>
                  <a:pt x="8" y="6"/>
                </a:lnTo>
                <a:lnTo>
                  <a:pt x="8" y="7"/>
                </a:lnTo>
                <a:lnTo>
                  <a:pt x="8" y="8"/>
                </a:lnTo>
                <a:lnTo>
                  <a:pt x="7" y="8"/>
                </a:lnTo>
                <a:lnTo>
                  <a:pt x="5" y="10"/>
                </a:lnTo>
                <a:lnTo>
                  <a:pt x="4" y="10"/>
                </a:lnTo>
                <a:lnTo>
                  <a:pt x="4" y="11"/>
                </a:lnTo>
                <a:lnTo>
                  <a:pt x="4" y="12"/>
                </a:lnTo>
                <a:lnTo>
                  <a:pt x="3" y="12"/>
                </a:lnTo>
                <a:lnTo>
                  <a:pt x="2" y="11"/>
                </a:lnTo>
                <a:lnTo>
                  <a:pt x="1" y="10"/>
                </a:lnTo>
                <a:lnTo>
                  <a:pt x="1" y="9"/>
                </a:lnTo>
                <a:lnTo>
                  <a:pt x="1" y="7"/>
                </a:lnTo>
                <a:lnTo>
                  <a:pt x="2" y="7"/>
                </a:lnTo>
                <a:lnTo>
                  <a:pt x="1" y="6"/>
                </a:lnTo>
                <a:lnTo>
                  <a:pt x="2" y="6"/>
                </a:lnTo>
                <a:lnTo>
                  <a:pt x="2" y="7"/>
                </a:lnTo>
                <a:lnTo>
                  <a:pt x="3" y="7"/>
                </a:lnTo>
                <a:lnTo>
                  <a:pt x="3" y="8"/>
                </a:lnTo>
                <a:lnTo>
                  <a:pt x="4" y="8"/>
                </a:lnTo>
                <a:lnTo>
                  <a:pt x="4" y="7"/>
                </a:lnTo>
                <a:lnTo>
                  <a:pt x="3" y="6"/>
                </a:lnTo>
                <a:lnTo>
                  <a:pt x="3" y="5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2" y="4"/>
                </a:lnTo>
                <a:lnTo>
                  <a:pt x="3" y="4"/>
                </a:lnTo>
                <a:lnTo>
                  <a:pt x="4" y="2"/>
                </a:lnTo>
                <a:lnTo>
                  <a:pt x="4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2568960" y="46159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2616480" y="4604040"/>
            <a:ext cx="1800" cy="720"/>
          </a:xfrm>
          <a:custGeom>
            <a:avLst/>
            <a:gdLst/>
            <a:ahLst/>
            <a:rect l="0" t="0" r="r" b="b"/>
            <a:pathLst>
              <a:path w="5" h="2">
                <a:moveTo>
                  <a:pt x="2" y="0"/>
                </a:move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3" y="2"/>
                </a:ln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2582280" y="46090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0"/>
                </a:move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2577240" y="460908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2" y="1"/>
                </a:moveTo>
                <a:lnTo>
                  <a:pt x="4" y="3"/>
                </a:ln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4" y="3"/>
                </a:lnTo>
                <a:lnTo>
                  <a:pt x="2" y="3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2612160" y="46033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2578680" y="460872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2"/>
                </a:moveTo>
                <a:lnTo>
                  <a:pt x="4" y="3"/>
                </a:lnTo>
                <a:lnTo>
                  <a:pt x="2" y="3"/>
                </a:lnTo>
                <a:lnTo>
                  <a:pt x="4" y="3"/>
                </a:lnTo>
                <a:lnTo>
                  <a:pt x="2" y="5"/>
                </a:lnTo>
                <a:lnTo>
                  <a:pt x="2" y="3"/>
                </a:lnTo>
                <a:lnTo>
                  <a:pt x="0" y="3"/>
                </a:lnTo>
                <a:lnTo>
                  <a:pt x="2" y="2"/>
                </a:lnTo>
                <a:lnTo>
                  <a:pt x="4" y="2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2612880" y="4601880"/>
            <a:ext cx="3960" cy="4680"/>
          </a:xfrm>
          <a:custGeom>
            <a:avLst/>
            <a:gdLst/>
            <a:ahLst/>
            <a:rect l="0" t="0" r="r" b="b"/>
            <a:pathLst>
              <a:path w="11" h="13">
                <a:moveTo>
                  <a:pt x="10" y="1"/>
                </a:moveTo>
                <a:lnTo>
                  <a:pt x="9" y="1"/>
                </a:lnTo>
                <a:lnTo>
                  <a:pt x="9" y="2"/>
                </a:lnTo>
                <a:lnTo>
                  <a:pt x="8" y="3"/>
                </a:lnTo>
                <a:lnTo>
                  <a:pt x="8" y="5"/>
                </a:lnTo>
                <a:lnTo>
                  <a:pt x="9" y="5"/>
                </a:lnTo>
                <a:lnTo>
                  <a:pt x="9" y="6"/>
                </a:lnTo>
                <a:lnTo>
                  <a:pt x="10" y="7"/>
                </a:lnTo>
                <a:lnTo>
                  <a:pt x="10" y="8"/>
                </a:lnTo>
                <a:lnTo>
                  <a:pt x="10" y="9"/>
                </a:lnTo>
                <a:lnTo>
                  <a:pt x="11" y="9"/>
                </a:lnTo>
                <a:lnTo>
                  <a:pt x="11" y="10"/>
                </a:lnTo>
                <a:lnTo>
                  <a:pt x="10" y="9"/>
                </a:lnTo>
                <a:lnTo>
                  <a:pt x="9" y="9"/>
                </a:lnTo>
                <a:lnTo>
                  <a:pt x="9" y="10"/>
                </a:lnTo>
                <a:lnTo>
                  <a:pt x="9" y="9"/>
                </a:lnTo>
                <a:lnTo>
                  <a:pt x="9" y="8"/>
                </a:lnTo>
                <a:lnTo>
                  <a:pt x="8" y="8"/>
                </a:lnTo>
                <a:lnTo>
                  <a:pt x="6" y="8"/>
                </a:lnTo>
                <a:lnTo>
                  <a:pt x="6" y="9"/>
                </a:lnTo>
                <a:lnTo>
                  <a:pt x="6" y="10"/>
                </a:lnTo>
                <a:lnTo>
                  <a:pt x="8" y="10"/>
                </a:lnTo>
                <a:lnTo>
                  <a:pt x="6" y="10"/>
                </a:lnTo>
                <a:lnTo>
                  <a:pt x="6" y="11"/>
                </a:lnTo>
                <a:lnTo>
                  <a:pt x="6" y="12"/>
                </a:lnTo>
                <a:lnTo>
                  <a:pt x="5" y="12"/>
                </a:lnTo>
                <a:lnTo>
                  <a:pt x="5" y="13"/>
                </a:lnTo>
                <a:lnTo>
                  <a:pt x="4" y="13"/>
                </a:lnTo>
                <a:lnTo>
                  <a:pt x="3" y="13"/>
                </a:lnTo>
                <a:lnTo>
                  <a:pt x="3" y="12"/>
                </a:lnTo>
                <a:lnTo>
                  <a:pt x="2" y="11"/>
                </a:lnTo>
                <a:lnTo>
                  <a:pt x="1" y="11"/>
                </a:lnTo>
                <a:lnTo>
                  <a:pt x="1" y="10"/>
                </a:lnTo>
                <a:lnTo>
                  <a:pt x="1" y="9"/>
                </a:lnTo>
                <a:lnTo>
                  <a:pt x="1" y="8"/>
                </a:lnTo>
                <a:lnTo>
                  <a:pt x="0" y="8"/>
                </a:lnTo>
                <a:lnTo>
                  <a:pt x="1" y="8"/>
                </a:lnTo>
                <a:lnTo>
                  <a:pt x="2" y="8"/>
                </a:lnTo>
                <a:lnTo>
                  <a:pt x="2" y="7"/>
                </a:lnTo>
                <a:lnTo>
                  <a:pt x="3" y="7"/>
                </a:lnTo>
                <a:lnTo>
                  <a:pt x="3" y="6"/>
                </a:lnTo>
                <a:lnTo>
                  <a:pt x="4" y="5"/>
                </a:lnTo>
                <a:lnTo>
                  <a:pt x="3" y="5"/>
                </a:lnTo>
                <a:lnTo>
                  <a:pt x="3" y="3"/>
                </a:lnTo>
                <a:lnTo>
                  <a:pt x="5" y="3"/>
                </a:lnTo>
                <a:lnTo>
                  <a:pt x="6" y="3"/>
                </a:ln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  <a:lnTo>
                  <a:pt x="10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2623680" y="460008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5" y="2"/>
                </a:move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3" y="4"/>
                </a:lnTo>
                <a:lnTo>
                  <a:pt x="2" y="4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2631240" y="459828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3" y="1"/>
                </a:move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4" y="1"/>
                </a:ln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0" y="1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3" y="1"/>
                </a:lnTo>
                <a:close/>
              </a:path>
            </a:pathLst>
          </a:custGeom>
          <a:solidFill>
            <a:srgbClr val="F7F7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2631240" y="459828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3" y="1"/>
                </a:move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4" y="1"/>
                </a:ln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0" y="1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3" y="1"/>
                </a:lnTo>
                <a:close/>
              </a:path>
            </a:pathLst>
          </a:custGeom>
          <a:noFill/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2619720" y="4599720"/>
            <a:ext cx="2520" cy="1440"/>
          </a:xfrm>
          <a:custGeom>
            <a:avLst/>
            <a:gdLst/>
            <a:ahLst/>
            <a:rect l="0" t="0" r="r" b="b"/>
            <a:pathLst>
              <a:path w="7" h="4">
                <a:moveTo>
                  <a:pt x="7" y="1"/>
                </a:moveTo>
                <a:lnTo>
                  <a:pt x="7" y="3"/>
                </a:lnTo>
                <a:lnTo>
                  <a:pt x="6" y="3"/>
                </a:lnTo>
                <a:lnTo>
                  <a:pt x="5" y="4"/>
                </a:lnTo>
                <a:lnTo>
                  <a:pt x="3" y="4"/>
                </a:lnTo>
                <a:lnTo>
                  <a:pt x="2" y="4"/>
                </a:lnTo>
                <a:lnTo>
                  <a:pt x="1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5" y="1"/>
                </a:lnTo>
                <a:lnTo>
                  <a:pt x="6" y="1"/>
                </a:lnTo>
                <a:lnTo>
                  <a:pt x="7" y="0"/>
                </a:lnTo>
                <a:lnTo>
                  <a:pt x="7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2616840" y="460080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2"/>
                </a:moveTo>
                <a:lnTo>
                  <a:pt x="3" y="2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2625120" y="4597920"/>
            <a:ext cx="5400" cy="2880"/>
          </a:xfrm>
          <a:custGeom>
            <a:avLst/>
            <a:gdLst/>
            <a:ahLst/>
            <a:rect l="0" t="0" r="r" b="b"/>
            <a:pathLst>
              <a:path w="15" h="8">
                <a:moveTo>
                  <a:pt x="14" y="0"/>
                </a:moveTo>
                <a:lnTo>
                  <a:pt x="14" y="1"/>
                </a:lnTo>
                <a:lnTo>
                  <a:pt x="14" y="2"/>
                </a:lnTo>
                <a:lnTo>
                  <a:pt x="15" y="2"/>
                </a:lnTo>
                <a:lnTo>
                  <a:pt x="15" y="3"/>
                </a:lnTo>
                <a:lnTo>
                  <a:pt x="14" y="3"/>
                </a:lnTo>
                <a:lnTo>
                  <a:pt x="14" y="4"/>
                </a:lnTo>
                <a:lnTo>
                  <a:pt x="13" y="3"/>
                </a:lnTo>
                <a:lnTo>
                  <a:pt x="13" y="4"/>
                </a:lnTo>
                <a:lnTo>
                  <a:pt x="13" y="6"/>
                </a:lnTo>
                <a:lnTo>
                  <a:pt x="12" y="6"/>
                </a:lnTo>
                <a:lnTo>
                  <a:pt x="11" y="6"/>
                </a:lnTo>
                <a:lnTo>
                  <a:pt x="11" y="7"/>
                </a:lnTo>
                <a:lnTo>
                  <a:pt x="11" y="8"/>
                </a:lnTo>
                <a:lnTo>
                  <a:pt x="10" y="8"/>
                </a:lnTo>
                <a:lnTo>
                  <a:pt x="8" y="8"/>
                </a:lnTo>
                <a:lnTo>
                  <a:pt x="8" y="7"/>
                </a:lnTo>
                <a:lnTo>
                  <a:pt x="10" y="7"/>
                </a:lnTo>
                <a:lnTo>
                  <a:pt x="10" y="6"/>
                </a:lnTo>
                <a:lnTo>
                  <a:pt x="10" y="4"/>
                </a:lnTo>
                <a:lnTo>
                  <a:pt x="11" y="4"/>
                </a:lnTo>
                <a:lnTo>
                  <a:pt x="10" y="3"/>
                </a:lnTo>
                <a:lnTo>
                  <a:pt x="7" y="3"/>
                </a:lnTo>
                <a:lnTo>
                  <a:pt x="6" y="3"/>
                </a:ln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6"/>
                </a:lnTo>
                <a:lnTo>
                  <a:pt x="2" y="6"/>
                </a:lnTo>
                <a:lnTo>
                  <a:pt x="1" y="6"/>
                </a:lnTo>
                <a:lnTo>
                  <a:pt x="0" y="4"/>
                </a:lnTo>
                <a:lnTo>
                  <a:pt x="1" y="4"/>
                </a:lnTo>
                <a:lnTo>
                  <a:pt x="2" y="3"/>
                </a:lnTo>
                <a:lnTo>
                  <a:pt x="3" y="2"/>
                </a:lnTo>
                <a:lnTo>
                  <a:pt x="4" y="2"/>
                </a:lnTo>
                <a:lnTo>
                  <a:pt x="5" y="2"/>
                </a:lnTo>
                <a:lnTo>
                  <a:pt x="6" y="2"/>
                </a:lnTo>
                <a:lnTo>
                  <a:pt x="7" y="2"/>
                </a:lnTo>
                <a:lnTo>
                  <a:pt x="8" y="1"/>
                </a:lnTo>
                <a:lnTo>
                  <a:pt x="10" y="1"/>
                </a:lnTo>
                <a:lnTo>
                  <a:pt x="11" y="1"/>
                </a:lnTo>
                <a:lnTo>
                  <a:pt x="12" y="1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2639520" y="459504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3" y="0"/>
                </a:moveTo>
                <a:lnTo>
                  <a:pt x="4" y="0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2616480" y="4599000"/>
            <a:ext cx="2160" cy="1080"/>
          </a:xfrm>
          <a:custGeom>
            <a:avLst/>
            <a:gdLst/>
            <a:ahLst/>
            <a:rect l="0" t="0" r="r" b="b"/>
            <a:pathLst>
              <a:path w="6" h="3">
                <a:moveTo>
                  <a:pt x="1" y="0"/>
                </a:move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6" y="1"/>
                </a:lnTo>
                <a:lnTo>
                  <a:pt x="4" y="1"/>
                </a:lnTo>
                <a:lnTo>
                  <a:pt x="3" y="1"/>
                </a:lnTo>
                <a:lnTo>
                  <a:pt x="3" y="3"/>
                </a:lnTo>
                <a:lnTo>
                  <a:pt x="3" y="1"/>
                </a:lnTo>
                <a:lnTo>
                  <a:pt x="2" y="1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2610720" y="459936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0"/>
                </a:moveTo>
                <a:lnTo>
                  <a:pt x="3" y="2"/>
                </a:lnTo>
                <a:lnTo>
                  <a:pt x="3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2619360" y="4596120"/>
            <a:ext cx="8640" cy="2880"/>
          </a:xfrm>
          <a:custGeom>
            <a:avLst/>
            <a:gdLst/>
            <a:ahLst/>
            <a:rect l="0" t="0" r="r" b="b"/>
            <a:pathLst>
              <a:path w="24" h="8">
                <a:moveTo>
                  <a:pt x="7" y="1"/>
                </a:moveTo>
                <a:lnTo>
                  <a:pt x="6" y="1"/>
                </a:lnTo>
                <a:lnTo>
                  <a:pt x="6" y="2"/>
                </a:lnTo>
                <a:lnTo>
                  <a:pt x="7" y="2"/>
                </a:lnTo>
                <a:lnTo>
                  <a:pt x="6" y="2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8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9" y="2"/>
                </a:lnTo>
                <a:lnTo>
                  <a:pt x="10" y="2"/>
                </a:ln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3" y="3"/>
                </a:lnTo>
                <a:lnTo>
                  <a:pt x="14" y="3"/>
                </a:lnTo>
                <a:lnTo>
                  <a:pt x="16" y="2"/>
                </a:lnTo>
                <a:lnTo>
                  <a:pt x="16" y="1"/>
                </a:lnTo>
                <a:lnTo>
                  <a:pt x="17" y="1"/>
                </a:lnTo>
                <a:lnTo>
                  <a:pt x="18" y="1"/>
                </a:lnTo>
                <a:lnTo>
                  <a:pt x="18" y="2"/>
                </a:lnTo>
                <a:lnTo>
                  <a:pt x="19" y="2"/>
                </a:lnTo>
                <a:lnTo>
                  <a:pt x="20" y="2"/>
                </a:lnTo>
                <a:lnTo>
                  <a:pt x="20" y="3"/>
                </a:lnTo>
                <a:lnTo>
                  <a:pt x="21" y="2"/>
                </a:lnTo>
                <a:lnTo>
                  <a:pt x="21" y="3"/>
                </a:lnTo>
                <a:lnTo>
                  <a:pt x="22" y="3"/>
                </a:lnTo>
                <a:lnTo>
                  <a:pt x="22" y="2"/>
                </a:lnTo>
                <a:lnTo>
                  <a:pt x="23" y="3"/>
                </a:lnTo>
                <a:lnTo>
                  <a:pt x="23" y="2"/>
                </a:lnTo>
                <a:lnTo>
                  <a:pt x="23" y="3"/>
                </a:lnTo>
                <a:lnTo>
                  <a:pt x="24" y="3"/>
                </a:lnTo>
                <a:lnTo>
                  <a:pt x="23" y="3"/>
                </a:lnTo>
                <a:lnTo>
                  <a:pt x="22" y="3"/>
                </a:lnTo>
                <a:lnTo>
                  <a:pt x="22" y="4"/>
                </a:lnTo>
                <a:lnTo>
                  <a:pt x="21" y="6"/>
                </a:lnTo>
                <a:lnTo>
                  <a:pt x="20" y="6"/>
                </a:lnTo>
                <a:lnTo>
                  <a:pt x="20" y="4"/>
                </a:lnTo>
                <a:lnTo>
                  <a:pt x="19" y="4"/>
                </a:lnTo>
                <a:lnTo>
                  <a:pt x="18" y="4"/>
                </a:lnTo>
                <a:lnTo>
                  <a:pt x="17" y="4"/>
                </a:lnTo>
                <a:lnTo>
                  <a:pt x="16" y="4"/>
                </a:lnTo>
                <a:lnTo>
                  <a:pt x="15" y="4"/>
                </a:lnTo>
                <a:lnTo>
                  <a:pt x="13" y="4"/>
                </a:lnTo>
                <a:lnTo>
                  <a:pt x="12" y="4"/>
                </a:lnTo>
                <a:lnTo>
                  <a:pt x="12" y="6"/>
                </a:lnTo>
                <a:lnTo>
                  <a:pt x="12" y="7"/>
                </a:lnTo>
                <a:lnTo>
                  <a:pt x="12" y="8"/>
                </a:lnTo>
                <a:lnTo>
                  <a:pt x="11" y="8"/>
                </a:lnTo>
                <a:lnTo>
                  <a:pt x="11" y="7"/>
                </a:lnTo>
                <a:lnTo>
                  <a:pt x="10" y="7"/>
                </a:lnTo>
                <a:lnTo>
                  <a:pt x="11" y="6"/>
                </a:lnTo>
                <a:lnTo>
                  <a:pt x="10" y="6"/>
                </a:lnTo>
                <a:lnTo>
                  <a:pt x="10" y="4"/>
                </a:lnTo>
                <a:lnTo>
                  <a:pt x="9" y="4"/>
                </a:lnTo>
                <a:lnTo>
                  <a:pt x="9" y="6"/>
                </a:lnTo>
                <a:lnTo>
                  <a:pt x="8" y="6"/>
                </a:lnTo>
                <a:lnTo>
                  <a:pt x="8" y="4"/>
                </a:lnTo>
                <a:lnTo>
                  <a:pt x="7" y="4"/>
                </a:lnTo>
                <a:lnTo>
                  <a:pt x="6" y="4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3" y="2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7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2611800" y="45954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0"/>
                </a:moveTo>
                <a:lnTo>
                  <a:pt x="4" y="0"/>
                </a:lnTo>
                <a:lnTo>
                  <a:pt x="4" y="1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2640240" y="4584240"/>
            <a:ext cx="2520" cy="1800"/>
          </a:xfrm>
          <a:custGeom>
            <a:avLst/>
            <a:gdLst/>
            <a:ahLst/>
            <a:rect l="0" t="0" r="r" b="b"/>
            <a:pathLst>
              <a:path w="7" h="5">
                <a:moveTo>
                  <a:pt x="2" y="0"/>
                </a:moveTo>
                <a:lnTo>
                  <a:pt x="5" y="0"/>
                </a:lnTo>
                <a:lnTo>
                  <a:pt x="6" y="0"/>
                </a:lnTo>
                <a:lnTo>
                  <a:pt x="7" y="1"/>
                </a:lnTo>
                <a:lnTo>
                  <a:pt x="6" y="1"/>
                </a:lnTo>
                <a:lnTo>
                  <a:pt x="5" y="1"/>
                </a:lnTo>
                <a:lnTo>
                  <a:pt x="5" y="2"/>
                </a:lnTo>
                <a:lnTo>
                  <a:pt x="6" y="2"/>
                </a:lnTo>
                <a:lnTo>
                  <a:pt x="6" y="4"/>
                </a:lnTo>
                <a:lnTo>
                  <a:pt x="6" y="5"/>
                </a:lnTo>
                <a:lnTo>
                  <a:pt x="5" y="5"/>
                </a:lnTo>
                <a:lnTo>
                  <a:pt x="5" y="4"/>
                </a:lnTo>
                <a:lnTo>
                  <a:pt x="3" y="4"/>
                </a:lnTo>
                <a:lnTo>
                  <a:pt x="3" y="2"/>
                </a:lnTo>
                <a:lnTo>
                  <a:pt x="3" y="4"/>
                </a:lnTo>
                <a:lnTo>
                  <a:pt x="2" y="4"/>
                </a:lnTo>
                <a:lnTo>
                  <a:pt x="2" y="2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2639880" y="45813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1"/>
                </a:moveTo>
                <a:lnTo>
                  <a:pt x="2" y="1"/>
                </a:lnTo>
                <a:lnTo>
                  <a:pt x="2" y="3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2" y="1"/>
                </a:lnTo>
                <a:lnTo>
                  <a:pt x="0" y="1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2641680" y="45806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2635200" y="4579200"/>
            <a:ext cx="3960" cy="3960"/>
          </a:xfrm>
          <a:custGeom>
            <a:avLst/>
            <a:gdLst/>
            <a:ahLst/>
            <a:rect l="0" t="0" r="r" b="b"/>
            <a:pathLst>
              <a:path w="11" h="11">
                <a:moveTo>
                  <a:pt x="3" y="1"/>
                </a:move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3"/>
                </a:lnTo>
                <a:lnTo>
                  <a:pt x="11" y="3"/>
                </a:lnTo>
                <a:lnTo>
                  <a:pt x="11" y="4"/>
                </a:lnTo>
                <a:lnTo>
                  <a:pt x="11" y="5"/>
                </a:lnTo>
                <a:lnTo>
                  <a:pt x="10" y="6"/>
                </a:lnTo>
                <a:lnTo>
                  <a:pt x="10" y="7"/>
                </a:lnTo>
                <a:lnTo>
                  <a:pt x="10" y="8"/>
                </a:lnTo>
                <a:lnTo>
                  <a:pt x="9" y="8"/>
                </a:lnTo>
                <a:lnTo>
                  <a:pt x="9" y="9"/>
                </a:lnTo>
                <a:lnTo>
                  <a:pt x="8" y="10"/>
                </a:lnTo>
                <a:lnTo>
                  <a:pt x="7" y="10"/>
                </a:lnTo>
                <a:lnTo>
                  <a:pt x="6" y="11"/>
                </a:lnTo>
                <a:lnTo>
                  <a:pt x="4" y="10"/>
                </a:lnTo>
                <a:lnTo>
                  <a:pt x="4" y="9"/>
                </a:lnTo>
                <a:lnTo>
                  <a:pt x="3" y="8"/>
                </a:lnTo>
                <a:lnTo>
                  <a:pt x="3" y="7"/>
                </a:lnTo>
                <a:lnTo>
                  <a:pt x="2" y="7"/>
                </a:lnTo>
                <a:lnTo>
                  <a:pt x="1" y="7"/>
                </a:lnTo>
                <a:lnTo>
                  <a:pt x="1" y="8"/>
                </a:lnTo>
                <a:lnTo>
                  <a:pt x="1" y="7"/>
                </a:lnTo>
                <a:lnTo>
                  <a:pt x="0" y="7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1" y="4"/>
                </a:lnTo>
                <a:lnTo>
                  <a:pt x="2" y="4"/>
                </a:lnTo>
                <a:lnTo>
                  <a:pt x="2" y="3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3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2637720" y="4573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2664000" y="4562280"/>
            <a:ext cx="2520" cy="1440"/>
          </a:xfrm>
          <a:custGeom>
            <a:avLst/>
            <a:gdLst/>
            <a:ahLst/>
            <a:rect l="0" t="0" r="r" b="b"/>
            <a:pathLst>
              <a:path w="7" h="4">
                <a:moveTo>
                  <a:pt x="6" y="2"/>
                </a:moveTo>
                <a:lnTo>
                  <a:pt x="6" y="3"/>
                </a:lnTo>
                <a:lnTo>
                  <a:pt x="7" y="2"/>
                </a:lnTo>
                <a:lnTo>
                  <a:pt x="7" y="3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1" y="3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6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2667600" y="455976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2"/>
                </a:move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3" y="2"/>
                </a:lnTo>
                <a:lnTo>
                  <a:pt x="2" y="2"/>
                </a:lnTo>
                <a:lnTo>
                  <a:pt x="3" y="2"/>
                </a:lnTo>
                <a:lnTo>
                  <a:pt x="3" y="4"/>
                </a:lnTo>
                <a:lnTo>
                  <a:pt x="2" y="4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2532960" y="454932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2702880" y="45169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2538720" y="454212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6" y="2"/>
                </a:moveTo>
                <a:lnTo>
                  <a:pt x="7" y="4"/>
                </a:lnTo>
                <a:lnTo>
                  <a:pt x="7" y="5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3" y="5"/>
                </a:lnTo>
                <a:lnTo>
                  <a:pt x="3" y="6"/>
                </a:lnTo>
                <a:lnTo>
                  <a:pt x="3" y="7"/>
                </a:lnTo>
                <a:lnTo>
                  <a:pt x="2" y="8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2" y="4"/>
                </a:lnTo>
                <a:lnTo>
                  <a:pt x="2" y="5"/>
                </a:lnTo>
                <a:lnTo>
                  <a:pt x="3" y="5"/>
                </a:lnTo>
                <a:lnTo>
                  <a:pt x="3" y="4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6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2458440" y="4360320"/>
            <a:ext cx="273960" cy="277560"/>
          </a:xfrm>
          <a:custGeom>
            <a:avLst/>
            <a:gdLst/>
            <a:ahLst/>
            <a:rect l="0" t="0" r="r" b="b"/>
            <a:pathLst>
              <a:path w="761" h="771">
                <a:moveTo>
                  <a:pt x="475" y="1"/>
                </a:moveTo>
                <a:lnTo>
                  <a:pt x="476" y="2"/>
                </a:lnTo>
                <a:lnTo>
                  <a:pt x="477" y="2"/>
                </a:lnTo>
                <a:lnTo>
                  <a:pt x="478" y="3"/>
                </a:lnTo>
                <a:lnTo>
                  <a:pt x="478" y="2"/>
                </a:lnTo>
                <a:lnTo>
                  <a:pt x="479" y="2"/>
                </a:lnTo>
                <a:lnTo>
                  <a:pt x="479" y="3"/>
                </a:lnTo>
                <a:lnTo>
                  <a:pt x="480" y="3"/>
                </a:lnTo>
                <a:lnTo>
                  <a:pt x="480" y="2"/>
                </a:lnTo>
                <a:lnTo>
                  <a:pt x="480" y="3"/>
                </a:lnTo>
                <a:lnTo>
                  <a:pt x="481" y="3"/>
                </a:lnTo>
                <a:lnTo>
                  <a:pt x="482" y="3"/>
                </a:lnTo>
                <a:lnTo>
                  <a:pt x="481" y="4"/>
                </a:lnTo>
                <a:lnTo>
                  <a:pt x="482" y="4"/>
                </a:lnTo>
                <a:lnTo>
                  <a:pt x="483" y="5"/>
                </a:lnTo>
                <a:lnTo>
                  <a:pt x="482" y="7"/>
                </a:lnTo>
                <a:lnTo>
                  <a:pt x="482" y="8"/>
                </a:lnTo>
                <a:lnTo>
                  <a:pt x="482" y="9"/>
                </a:lnTo>
                <a:lnTo>
                  <a:pt x="482" y="11"/>
                </a:lnTo>
                <a:lnTo>
                  <a:pt x="482" y="12"/>
                </a:lnTo>
                <a:lnTo>
                  <a:pt x="483" y="12"/>
                </a:lnTo>
                <a:lnTo>
                  <a:pt x="484" y="12"/>
                </a:lnTo>
                <a:lnTo>
                  <a:pt x="484" y="13"/>
                </a:lnTo>
                <a:lnTo>
                  <a:pt x="487" y="14"/>
                </a:lnTo>
                <a:lnTo>
                  <a:pt x="488" y="14"/>
                </a:lnTo>
                <a:lnTo>
                  <a:pt x="488" y="15"/>
                </a:lnTo>
                <a:lnTo>
                  <a:pt x="488" y="18"/>
                </a:lnTo>
                <a:lnTo>
                  <a:pt x="489" y="18"/>
                </a:lnTo>
                <a:lnTo>
                  <a:pt x="490" y="18"/>
                </a:lnTo>
                <a:lnTo>
                  <a:pt x="491" y="18"/>
                </a:lnTo>
                <a:lnTo>
                  <a:pt x="491" y="17"/>
                </a:lnTo>
                <a:lnTo>
                  <a:pt x="492" y="18"/>
                </a:lnTo>
                <a:lnTo>
                  <a:pt x="493" y="18"/>
                </a:lnTo>
                <a:lnTo>
                  <a:pt x="494" y="18"/>
                </a:lnTo>
                <a:lnTo>
                  <a:pt x="494" y="19"/>
                </a:lnTo>
                <a:lnTo>
                  <a:pt x="496" y="19"/>
                </a:lnTo>
                <a:lnTo>
                  <a:pt x="496" y="20"/>
                </a:lnTo>
                <a:lnTo>
                  <a:pt x="497" y="21"/>
                </a:lnTo>
                <a:lnTo>
                  <a:pt x="498" y="22"/>
                </a:lnTo>
                <a:lnTo>
                  <a:pt x="499" y="22"/>
                </a:lnTo>
                <a:lnTo>
                  <a:pt x="500" y="23"/>
                </a:lnTo>
                <a:lnTo>
                  <a:pt x="500" y="24"/>
                </a:lnTo>
                <a:lnTo>
                  <a:pt x="501" y="24"/>
                </a:lnTo>
                <a:lnTo>
                  <a:pt x="502" y="25"/>
                </a:lnTo>
                <a:lnTo>
                  <a:pt x="503" y="25"/>
                </a:lnTo>
                <a:lnTo>
                  <a:pt x="503" y="26"/>
                </a:lnTo>
                <a:lnTo>
                  <a:pt x="504" y="26"/>
                </a:lnTo>
                <a:lnTo>
                  <a:pt x="505" y="27"/>
                </a:lnTo>
                <a:lnTo>
                  <a:pt x="506" y="26"/>
                </a:lnTo>
                <a:lnTo>
                  <a:pt x="507" y="25"/>
                </a:lnTo>
                <a:lnTo>
                  <a:pt x="508" y="25"/>
                </a:lnTo>
                <a:lnTo>
                  <a:pt x="509" y="24"/>
                </a:lnTo>
                <a:lnTo>
                  <a:pt x="510" y="24"/>
                </a:lnTo>
                <a:lnTo>
                  <a:pt x="511" y="24"/>
                </a:lnTo>
                <a:lnTo>
                  <a:pt x="512" y="24"/>
                </a:lnTo>
                <a:lnTo>
                  <a:pt x="512" y="25"/>
                </a:lnTo>
                <a:lnTo>
                  <a:pt x="512" y="26"/>
                </a:lnTo>
                <a:lnTo>
                  <a:pt x="513" y="25"/>
                </a:lnTo>
                <a:lnTo>
                  <a:pt x="514" y="26"/>
                </a:lnTo>
                <a:lnTo>
                  <a:pt x="514" y="27"/>
                </a:lnTo>
                <a:lnTo>
                  <a:pt x="514" y="28"/>
                </a:lnTo>
                <a:lnTo>
                  <a:pt x="515" y="28"/>
                </a:lnTo>
                <a:lnTo>
                  <a:pt x="514" y="28"/>
                </a:lnTo>
                <a:lnTo>
                  <a:pt x="514" y="29"/>
                </a:lnTo>
                <a:lnTo>
                  <a:pt x="515" y="29"/>
                </a:lnTo>
                <a:lnTo>
                  <a:pt x="515" y="30"/>
                </a:lnTo>
                <a:lnTo>
                  <a:pt x="516" y="30"/>
                </a:lnTo>
                <a:lnTo>
                  <a:pt x="517" y="29"/>
                </a:lnTo>
                <a:lnTo>
                  <a:pt x="519" y="29"/>
                </a:lnTo>
                <a:lnTo>
                  <a:pt x="520" y="29"/>
                </a:lnTo>
                <a:lnTo>
                  <a:pt x="519" y="29"/>
                </a:lnTo>
                <a:lnTo>
                  <a:pt x="519" y="30"/>
                </a:lnTo>
                <a:lnTo>
                  <a:pt x="521" y="30"/>
                </a:lnTo>
                <a:lnTo>
                  <a:pt x="522" y="30"/>
                </a:lnTo>
                <a:lnTo>
                  <a:pt x="523" y="29"/>
                </a:lnTo>
                <a:lnTo>
                  <a:pt x="524" y="29"/>
                </a:lnTo>
                <a:lnTo>
                  <a:pt x="525" y="28"/>
                </a:lnTo>
                <a:lnTo>
                  <a:pt x="525" y="27"/>
                </a:lnTo>
                <a:lnTo>
                  <a:pt x="526" y="27"/>
                </a:lnTo>
                <a:lnTo>
                  <a:pt x="526" y="28"/>
                </a:lnTo>
                <a:lnTo>
                  <a:pt x="526" y="29"/>
                </a:lnTo>
                <a:lnTo>
                  <a:pt x="527" y="30"/>
                </a:lnTo>
                <a:lnTo>
                  <a:pt x="528" y="30"/>
                </a:lnTo>
                <a:lnTo>
                  <a:pt x="530" y="30"/>
                </a:lnTo>
                <a:lnTo>
                  <a:pt x="532" y="30"/>
                </a:lnTo>
                <a:lnTo>
                  <a:pt x="532" y="29"/>
                </a:lnTo>
                <a:lnTo>
                  <a:pt x="533" y="29"/>
                </a:lnTo>
                <a:lnTo>
                  <a:pt x="534" y="29"/>
                </a:lnTo>
                <a:lnTo>
                  <a:pt x="533" y="30"/>
                </a:lnTo>
                <a:lnTo>
                  <a:pt x="534" y="30"/>
                </a:lnTo>
                <a:lnTo>
                  <a:pt x="534" y="31"/>
                </a:lnTo>
                <a:lnTo>
                  <a:pt x="534" y="32"/>
                </a:lnTo>
                <a:lnTo>
                  <a:pt x="535" y="33"/>
                </a:lnTo>
                <a:lnTo>
                  <a:pt x="534" y="33"/>
                </a:lnTo>
                <a:lnTo>
                  <a:pt x="534" y="35"/>
                </a:lnTo>
                <a:lnTo>
                  <a:pt x="535" y="36"/>
                </a:lnTo>
                <a:lnTo>
                  <a:pt x="534" y="36"/>
                </a:lnTo>
                <a:lnTo>
                  <a:pt x="534" y="37"/>
                </a:lnTo>
                <a:lnTo>
                  <a:pt x="535" y="38"/>
                </a:lnTo>
                <a:lnTo>
                  <a:pt x="535" y="39"/>
                </a:lnTo>
                <a:lnTo>
                  <a:pt x="536" y="39"/>
                </a:lnTo>
                <a:lnTo>
                  <a:pt x="537" y="39"/>
                </a:lnTo>
                <a:lnTo>
                  <a:pt x="537" y="40"/>
                </a:lnTo>
                <a:lnTo>
                  <a:pt x="538" y="40"/>
                </a:lnTo>
                <a:lnTo>
                  <a:pt x="539" y="40"/>
                </a:lnTo>
                <a:lnTo>
                  <a:pt x="540" y="41"/>
                </a:lnTo>
                <a:lnTo>
                  <a:pt x="541" y="41"/>
                </a:lnTo>
                <a:lnTo>
                  <a:pt x="542" y="42"/>
                </a:lnTo>
                <a:lnTo>
                  <a:pt x="542" y="43"/>
                </a:lnTo>
                <a:lnTo>
                  <a:pt x="543" y="43"/>
                </a:lnTo>
                <a:lnTo>
                  <a:pt x="543" y="44"/>
                </a:lnTo>
                <a:lnTo>
                  <a:pt x="545" y="44"/>
                </a:lnTo>
                <a:lnTo>
                  <a:pt x="546" y="44"/>
                </a:lnTo>
                <a:lnTo>
                  <a:pt x="546" y="45"/>
                </a:lnTo>
                <a:lnTo>
                  <a:pt x="547" y="45"/>
                </a:lnTo>
                <a:lnTo>
                  <a:pt x="547" y="46"/>
                </a:lnTo>
                <a:lnTo>
                  <a:pt x="548" y="46"/>
                </a:lnTo>
                <a:lnTo>
                  <a:pt x="549" y="46"/>
                </a:lnTo>
                <a:lnTo>
                  <a:pt x="549" y="47"/>
                </a:lnTo>
                <a:lnTo>
                  <a:pt x="550" y="47"/>
                </a:lnTo>
                <a:lnTo>
                  <a:pt x="550" y="48"/>
                </a:lnTo>
                <a:lnTo>
                  <a:pt x="551" y="48"/>
                </a:lnTo>
                <a:lnTo>
                  <a:pt x="552" y="49"/>
                </a:lnTo>
                <a:lnTo>
                  <a:pt x="553" y="49"/>
                </a:lnTo>
                <a:lnTo>
                  <a:pt x="553" y="50"/>
                </a:lnTo>
                <a:lnTo>
                  <a:pt x="553" y="51"/>
                </a:lnTo>
                <a:lnTo>
                  <a:pt x="551" y="54"/>
                </a:lnTo>
                <a:lnTo>
                  <a:pt x="550" y="55"/>
                </a:lnTo>
                <a:lnTo>
                  <a:pt x="550" y="57"/>
                </a:lnTo>
                <a:lnTo>
                  <a:pt x="549" y="58"/>
                </a:lnTo>
                <a:lnTo>
                  <a:pt x="548" y="59"/>
                </a:lnTo>
                <a:lnTo>
                  <a:pt x="548" y="60"/>
                </a:lnTo>
                <a:lnTo>
                  <a:pt x="547" y="60"/>
                </a:lnTo>
                <a:lnTo>
                  <a:pt x="547" y="61"/>
                </a:lnTo>
                <a:lnTo>
                  <a:pt x="546" y="62"/>
                </a:lnTo>
                <a:lnTo>
                  <a:pt x="546" y="63"/>
                </a:lnTo>
                <a:lnTo>
                  <a:pt x="547" y="64"/>
                </a:lnTo>
                <a:lnTo>
                  <a:pt x="549" y="65"/>
                </a:lnTo>
                <a:lnTo>
                  <a:pt x="550" y="66"/>
                </a:lnTo>
                <a:lnTo>
                  <a:pt x="551" y="66"/>
                </a:lnTo>
                <a:lnTo>
                  <a:pt x="552" y="66"/>
                </a:lnTo>
                <a:lnTo>
                  <a:pt x="554" y="66"/>
                </a:lnTo>
                <a:lnTo>
                  <a:pt x="554" y="65"/>
                </a:lnTo>
                <a:lnTo>
                  <a:pt x="555" y="65"/>
                </a:lnTo>
                <a:lnTo>
                  <a:pt x="556" y="65"/>
                </a:lnTo>
                <a:lnTo>
                  <a:pt x="556" y="64"/>
                </a:lnTo>
                <a:lnTo>
                  <a:pt x="556" y="65"/>
                </a:lnTo>
                <a:lnTo>
                  <a:pt x="557" y="66"/>
                </a:lnTo>
                <a:lnTo>
                  <a:pt x="558" y="66"/>
                </a:lnTo>
                <a:lnTo>
                  <a:pt x="558" y="67"/>
                </a:lnTo>
                <a:lnTo>
                  <a:pt x="559" y="67"/>
                </a:lnTo>
                <a:lnTo>
                  <a:pt x="558" y="67"/>
                </a:lnTo>
                <a:lnTo>
                  <a:pt x="558" y="68"/>
                </a:lnTo>
                <a:lnTo>
                  <a:pt x="559" y="68"/>
                </a:lnTo>
                <a:lnTo>
                  <a:pt x="559" y="69"/>
                </a:lnTo>
                <a:lnTo>
                  <a:pt x="558" y="70"/>
                </a:lnTo>
                <a:lnTo>
                  <a:pt x="558" y="71"/>
                </a:lnTo>
                <a:lnTo>
                  <a:pt x="557" y="71"/>
                </a:lnTo>
                <a:lnTo>
                  <a:pt x="556" y="72"/>
                </a:lnTo>
                <a:lnTo>
                  <a:pt x="557" y="72"/>
                </a:lnTo>
                <a:lnTo>
                  <a:pt x="557" y="73"/>
                </a:lnTo>
                <a:lnTo>
                  <a:pt x="556" y="73"/>
                </a:lnTo>
                <a:lnTo>
                  <a:pt x="555" y="73"/>
                </a:lnTo>
                <a:lnTo>
                  <a:pt x="555" y="74"/>
                </a:lnTo>
                <a:lnTo>
                  <a:pt x="554" y="75"/>
                </a:lnTo>
                <a:lnTo>
                  <a:pt x="553" y="75"/>
                </a:lnTo>
                <a:lnTo>
                  <a:pt x="553" y="76"/>
                </a:lnTo>
                <a:lnTo>
                  <a:pt x="552" y="77"/>
                </a:lnTo>
                <a:lnTo>
                  <a:pt x="552" y="78"/>
                </a:lnTo>
                <a:lnTo>
                  <a:pt x="553" y="78"/>
                </a:lnTo>
                <a:lnTo>
                  <a:pt x="553" y="79"/>
                </a:lnTo>
                <a:lnTo>
                  <a:pt x="553" y="80"/>
                </a:lnTo>
                <a:lnTo>
                  <a:pt x="554" y="80"/>
                </a:lnTo>
                <a:lnTo>
                  <a:pt x="555" y="79"/>
                </a:lnTo>
                <a:lnTo>
                  <a:pt x="556" y="79"/>
                </a:lnTo>
                <a:lnTo>
                  <a:pt x="557" y="79"/>
                </a:lnTo>
                <a:lnTo>
                  <a:pt x="558" y="79"/>
                </a:lnTo>
                <a:lnTo>
                  <a:pt x="559" y="79"/>
                </a:lnTo>
                <a:lnTo>
                  <a:pt x="559" y="80"/>
                </a:lnTo>
                <a:lnTo>
                  <a:pt x="560" y="79"/>
                </a:lnTo>
                <a:lnTo>
                  <a:pt x="560" y="78"/>
                </a:lnTo>
                <a:lnTo>
                  <a:pt x="561" y="79"/>
                </a:lnTo>
                <a:lnTo>
                  <a:pt x="561" y="80"/>
                </a:lnTo>
                <a:lnTo>
                  <a:pt x="562" y="81"/>
                </a:lnTo>
                <a:lnTo>
                  <a:pt x="563" y="82"/>
                </a:lnTo>
                <a:lnTo>
                  <a:pt x="563" y="83"/>
                </a:lnTo>
                <a:lnTo>
                  <a:pt x="563" y="84"/>
                </a:lnTo>
                <a:lnTo>
                  <a:pt x="563" y="85"/>
                </a:lnTo>
                <a:lnTo>
                  <a:pt x="563" y="86"/>
                </a:lnTo>
                <a:lnTo>
                  <a:pt x="564" y="86"/>
                </a:lnTo>
                <a:lnTo>
                  <a:pt x="564" y="87"/>
                </a:lnTo>
                <a:lnTo>
                  <a:pt x="564" y="86"/>
                </a:lnTo>
                <a:lnTo>
                  <a:pt x="565" y="86"/>
                </a:lnTo>
                <a:lnTo>
                  <a:pt x="566" y="86"/>
                </a:lnTo>
                <a:lnTo>
                  <a:pt x="566" y="85"/>
                </a:lnTo>
                <a:lnTo>
                  <a:pt x="565" y="85"/>
                </a:lnTo>
                <a:lnTo>
                  <a:pt x="565" y="84"/>
                </a:lnTo>
                <a:lnTo>
                  <a:pt x="565" y="83"/>
                </a:lnTo>
                <a:lnTo>
                  <a:pt x="565" y="82"/>
                </a:lnTo>
                <a:lnTo>
                  <a:pt x="565" y="81"/>
                </a:lnTo>
                <a:lnTo>
                  <a:pt x="566" y="81"/>
                </a:lnTo>
                <a:lnTo>
                  <a:pt x="566" y="80"/>
                </a:lnTo>
                <a:lnTo>
                  <a:pt x="567" y="80"/>
                </a:lnTo>
                <a:lnTo>
                  <a:pt x="568" y="80"/>
                </a:lnTo>
                <a:lnTo>
                  <a:pt x="568" y="79"/>
                </a:lnTo>
                <a:lnTo>
                  <a:pt x="568" y="78"/>
                </a:lnTo>
                <a:lnTo>
                  <a:pt x="569" y="78"/>
                </a:lnTo>
                <a:lnTo>
                  <a:pt x="570" y="78"/>
                </a:lnTo>
                <a:lnTo>
                  <a:pt x="571" y="78"/>
                </a:lnTo>
                <a:lnTo>
                  <a:pt x="572" y="78"/>
                </a:lnTo>
                <a:lnTo>
                  <a:pt x="572" y="76"/>
                </a:lnTo>
                <a:lnTo>
                  <a:pt x="571" y="76"/>
                </a:lnTo>
                <a:lnTo>
                  <a:pt x="572" y="75"/>
                </a:lnTo>
                <a:lnTo>
                  <a:pt x="573" y="74"/>
                </a:lnTo>
                <a:lnTo>
                  <a:pt x="574" y="73"/>
                </a:lnTo>
                <a:lnTo>
                  <a:pt x="575" y="72"/>
                </a:lnTo>
                <a:lnTo>
                  <a:pt x="576" y="72"/>
                </a:lnTo>
                <a:lnTo>
                  <a:pt x="576" y="71"/>
                </a:lnTo>
                <a:lnTo>
                  <a:pt x="576" y="70"/>
                </a:lnTo>
                <a:lnTo>
                  <a:pt x="576" y="69"/>
                </a:lnTo>
                <a:lnTo>
                  <a:pt x="577" y="69"/>
                </a:lnTo>
                <a:lnTo>
                  <a:pt x="577" y="68"/>
                </a:lnTo>
                <a:lnTo>
                  <a:pt x="577" y="67"/>
                </a:lnTo>
                <a:lnTo>
                  <a:pt x="577" y="66"/>
                </a:lnTo>
                <a:lnTo>
                  <a:pt x="578" y="66"/>
                </a:lnTo>
                <a:lnTo>
                  <a:pt x="578" y="65"/>
                </a:lnTo>
                <a:lnTo>
                  <a:pt x="578" y="64"/>
                </a:lnTo>
                <a:lnTo>
                  <a:pt x="579" y="64"/>
                </a:lnTo>
                <a:lnTo>
                  <a:pt x="580" y="63"/>
                </a:lnTo>
                <a:lnTo>
                  <a:pt x="579" y="63"/>
                </a:lnTo>
                <a:lnTo>
                  <a:pt x="579" y="62"/>
                </a:lnTo>
                <a:lnTo>
                  <a:pt x="579" y="61"/>
                </a:lnTo>
                <a:lnTo>
                  <a:pt x="579" y="60"/>
                </a:lnTo>
                <a:lnTo>
                  <a:pt x="580" y="60"/>
                </a:lnTo>
                <a:lnTo>
                  <a:pt x="580" y="59"/>
                </a:lnTo>
                <a:lnTo>
                  <a:pt x="581" y="59"/>
                </a:lnTo>
                <a:lnTo>
                  <a:pt x="581" y="60"/>
                </a:lnTo>
                <a:lnTo>
                  <a:pt x="581" y="58"/>
                </a:lnTo>
                <a:lnTo>
                  <a:pt x="582" y="58"/>
                </a:lnTo>
                <a:lnTo>
                  <a:pt x="582" y="57"/>
                </a:lnTo>
                <a:lnTo>
                  <a:pt x="582" y="56"/>
                </a:lnTo>
                <a:lnTo>
                  <a:pt x="582" y="55"/>
                </a:lnTo>
                <a:lnTo>
                  <a:pt x="582" y="54"/>
                </a:lnTo>
                <a:lnTo>
                  <a:pt x="582" y="53"/>
                </a:lnTo>
                <a:lnTo>
                  <a:pt x="582" y="52"/>
                </a:lnTo>
                <a:lnTo>
                  <a:pt x="581" y="51"/>
                </a:lnTo>
                <a:lnTo>
                  <a:pt x="581" y="49"/>
                </a:lnTo>
                <a:lnTo>
                  <a:pt x="582" y="49"/>
                </a:lnTo>
                <a:lnTo>
                  <a:pt x="582" y="48"/>
                </a:lnTo>
                <a:lnTo>
                  <a:pt x="582" y="47"/>
                </a:lnTo>
                <a:lnTo>
                  <a:pt x="583" y="47"/>
                </a:lnTo>
                <a:lnTo>
                  <a:pt x="584" y="45"/>
                </a:lnTo>
                <a:lnTo>
                  <a:pt x="585" y="44"/>
                </a:lnTo>
                <a:lnTo>
                  <a:pt x="586" y="44"/>
                </a:lnTo>
                <a:lnTo>
                  <a:pt x="587" y="44"/>
                </a:lnTo>
                <a:lnTo>
                  <a:pt x="588" y="44"/>
                </a:lnTo>
                <a:lnTo>
                  <a:pt x="588" y="43"/>
                </a:lnTo>
                <a:lnTo>
                  <a:pt x="589" y="43"/>
                </a:lnTo>
                <a:lnTo>
                  <a:pt x="589" y="42"/>
                </a:lnTo>
                <a:lnTo>
                  <a:pt x="589" y="41"/>
                </a:lnTo>
                <a:lnTo>
                  <a:pt x="589" y="40"/>
                </a:lnTo>
                <a:lnTo>
                  <a:pt x="590" y="39"/>
                </a:lnTo>
                <a:lnTo>
                  <a:pt x="591" y="38"/>
                </a:lnTo>
                <a:lnTo>
                  <a:pt x="591" y="37"/>
                </a:lnTo>
                <a:lnTo>
                  <a:pt x="591" y="36"/>
                </a:lnTo>
                <a:lnTo>
                  <a:pt x="591" y="35"/>
                </a:lnTo>
                <a:lnTo>
                  <a:pt x="592" y="34"/>
                </a:lnTo>
                <a:lnTo>
                  <a:pt x="592" y="35"/>
                </a:lnTo>
                <a:lnTo>
                  <a:pt x="593" y="35"/>
                </a:lnTo>
                <a:lnTo>
                  <a:pt x="594" y="34"/>
                </a:lnTo>
                <a:lnTo>
                  <a:pt x="595" y="34"/>
                </a:lnTo>
                <a:lnTo>
                  <a:pt x="596" y="33"/>
                </a:lnTo>
                <a:lnTo>
                  <a:pt x="597" y="33"/>
                </a:lnTo>
                <a:lnTo>
                  <a:pt x="598" y="34"/>
                </a:lnTo>
                <a:lnTo>
                  <a:pt x="599" y="33"/>
                </a:lnTo>
                <a:lnTo>
                  <a:pt x="600" y="32"/>
                </a:lnTo>
                <a:lnTo>
                  <a:pt x="600" y="31"/>
                </a:lnTo>
                <a:lnTo>
                  <a:pt x="601" y="31"/>
                </a:lnTo>
                <a:lnTo>
                  <a:pt x="602" y="31"/>
                </a:lnTo>
                <a:lnTo>
                  <a:pt x="602" y="32"/>
                </a:lnTo>
                <a:lnTo>
                  <a:pt x="602" y="33"/>
                </a:lnTo>
                <a:lnTo>
                  <a:pt x="602" y="34"/>
                </a:lnTo>
                <a:lnTo>
                  <a:pt x="602" y="36"/>
                </a:lnTo>
                <a:lnTo>
                  <a:pt x="602" y="37"/>
                </a:lnTo>
                <a:lnTo>
                  <a:pt x="602" y="38"/>
                </a:lnTo>
                <a:lnTo>
                  <a:pt x="603" y="39"/>
                </a:lnTo>
                <a:lnTo>
                  <a:pt x="603" y="40"/>
                </a:lnTo>
                <a:lnTo>
                  <a:pt x="602" y="41"/>
                </a:lnTo>
                <a:lnTo>
                  <a:pt x="602" y="42"/>
                </a:lnTo>
                <a:lnTo>
                  <a:pt x="601" y="43"/>
                </a:lnTo>
                <a:lnTo>
                  <a:pt x="600" y="44"/>
                </a:lnTo>
                <a:lnTo>
                  <a:pt x="601" y="44"/>
                </a:lnTo>
                <a:lnTo>
                  <a:pt x="601" y="45"/>
                </a:lnTo>
                <a:lnTo>
                  <a:pt x="601" y="46"/>
                </a:lnTo>
                <a:lnTo>
                  <a:pt x="600" y="46"/>
                </a:lnTo>
                <a:lnTo>
                  <a:pt x="599" y="47"/>
                </a:lnTo>
                <a:lnTo>
                  <a:pt x="599" y="48"/>
                </a:lnTo>
                <a:lnTo>
                  <a:pt x="600" y="48"/>
                </a:lnTo>
                <a:lnTo>
                  <a:pt x="601" y="49"/>
                </a:lnTo>
                <a:lnTo>
                  <a:pt x="601" y="50"/>
                </a:lnTo>
                <a:lnTo>
                  <a:pt x="602" y="51"/>
                </a:lnTo>
                <a:lnTo>
                  <a:pt x="602" y="52"/>
                </a:lnTo>
                <a:lnTo>
                  <a:pt x="602" y="53"/>
                </a:lnTo>
                <a:lnTo>
                  <a:pt x="603" y="53"/>
                </a:lnTo>
                <a:lnTo>
                  <a:pt x="604" y="53"/>
                </a:lnTo>
                <a:lnTo>
                  <a:pt x="604" y="54"/>
                </a:lnTo>
                <a:lnTo>
                  <a:pt x="604" y="55"/>
                </a:lnTo>
                <a:lnTo>
                  <a:pt x="604" y="56"/>
                </a:lnTo>
                <a:lnTo>
                  <a:pt x="604" y="57"/>
                </a:lnTo>
                <a:lnTo>
                  <a:pt x="604" y="58"/>
                </a:lnTo>
                <a:lnTo>
                  <a:pt x="604" y="59"/>
                </a:lnTo>
                <a:lnTo>
                  <a:pt x="604" y="60"/>
                </a:lnTo>
                <a:lnTo>
                  <a:pt x="604" y="61"/>
                </a:lnTo>
                <a:lnTo>
                  <a:pt x="605" y="61"/>
                </a:lnTo>
                <a:lnTo>
                  <a:pt x="605" y="62"/>
                </a:lnTo>
                <a:lnTo>
                  <a:pt x="605" y="63"/>
                </a:lnTo>
                <a:lnTo>
                  <a:pt x="605" y="64"/>
                </a:lnTo>
                <a:lnTo>
                  <a:pt x="605" y="65"/>
                </a:lnTo>
                <a:lnTo>
                  <a:pt x="605" y="66"/>
                </a:lnTo>
                <a:lnTo>
                  <a:pt x="604" y="66"/>
                </a:lnTo>
                <a:lnTo>
                  <a:pt x="604" y="67"/>
                </a:lnTo>
                <a:lnTo>
                  <a:pt x="604" y="68"/>
                </a:lnTo>
                <a:lnTo>
                  <a:pt x="605" y="68"/>
                </a:lnTo>
                <a:lnTo>
                  <a:pt x="605" y="69"/>
                </a:lnTo>
                <a:lnTo>
                  <a:pt x="605" y="70"/>
                </a:lnTo>
                <a:lnTo>
                  <a:pt x="605" y="71"/>
                </a:lnTo>
                <a:lnTo>
                  <a:pt x="606" y="72"/>
                </a:lnTo>
                <a:lnTo>
                  <a:pt x="606" y="73"/>
                </a:lnTo>
                <a:lnTo>
                  <a:pt x="606" y="74"/>
                </a:lnTo>
                <a:lnTo>
                  <a:pt x="607" y="75"/>
                </a:lnTo>
                <a:lnTo>
                  <a:pt x="607" y="76"/>
                </a:lnTo>
                <a:lnTo>
                  <a:pt x="607" y="77"/>
                </a:lnTo>
                <a:lnTo>
                  <a:pt x="607" y="78"/>
                </a:lnTo>
                <a:lnTo>
                  <a:pt x="608" y="79"/>
                </a:lnTo>
                <a:lnTo>
                  <a:pt x="608" y="80"/>
                </a:lnTo>
                <a:lnTo>
                  <a:pt x="609" y="81"/>
                </a:lnTo>
                <a:lnTo>
                  <a:pt x="610" y="83"/>
                </a:lnTo>
                <a:lnTo>
                  <a:pt x="611" y="83"/>
                </a:lnTo>
                <a:lnTo>
                  <a:pt x="611" y="82"/>
                </a:lnTo>
                <a:lnTo>
                  <a:pt x="612" y="82"/>
                </a:lnTo>
                <a:lnTo>
                  <a:pt x="613" y="82"/>
                </a:lnTo>
                <a:lnTo>
                  <a:pt x="613" y="81"/>
                </a:lnTo>
                <a:lnTo>
                  <a:pt x="613" y="80"/>
                </a:lnTo>
                <a:lnTo>
                  <a:pt x="614" y="80"/>
                </a:lnTo>
                <a:lnTo>
                  <a:pt x="614" y="79"/>
                </a:lnTo>
                <a:lnTo>
                  <a:pt x="614" y="78"/>
                </a:lnTo>
                <a:lnTo>
                  <a:pt x="613" y="78"/>
                </a:lnTo>
                <a:lnTo>
                  <a:pt x="614" y="77"/>
                </a:lnTo>
                <a:lnTo>
                  <a:pt x="615" y="77"/>
                </a:lnTo>
                <a:lnTo>
                  <a:pt x="616" y="77"/>
                </a:lnTo>
                <a:lnTo>
                  <a:pt x="616" y="78"/>
                </a:lnTo>
                <a:lnTo>
                  <a:pt x="617" y="78"/>
                </a:lnTo>
                <a:lnTo>
                  <a:pt x="620" y="78"/>
                </a:lnTo>
                <a:lnTo>
                  <a:pt x="621" y="79"/>
                </a:lnTo>
                <a:lnTo>
                  <a:pt x="621" y="80"/>
                </a:lnTo>
                <a:lnTo>
                  <a:pt x="621" y="81"/>
                </a:lnTo>
                <a:lnTo>
                  <a:pt x="622" y="81"/>
                </a:lnTo>
                <a:lnTo>
                  <a:pt x="623" y="82"/>
                </a:lnTo>
                <a:lnTo>
                  <a:pt x="623" y="83"/>
                </a:lnTo>
                <a:lnTo>
                  <a:pt x="623" y="84"/>
                </a:lnTo>
                <a:lnTo>
                  <a:pt x="623" y="85"/>
                </a:lnTo>
                <a:lnTo>
                  <a:pt x="622" y="85"/>
                </a:lnTo>
                <a:lnTo>
                  <a:pt x="622" y="86"/>
                </a:lnTo>
                <a:lnTo>
                  <a:pt x="623" y="86"/>
                </a:lnTo>
                <a:lnTo>
                  <a:pt x="624" y="86"/>
                </a:lnTo>
                <a:lnTo>
                  <a:pt x="624" y="87"/>
                </a:lnTo>
                <a:lnTo>
                  <a:pt x="624" y="88"/>
                </a:lnTo>
                <a:lnTo>
                  <a:pt x="624" y="89"/>
                </a:lnTo>
                <a:lnTo>
                  <a:pt x="623" y="90"/>
                </a:lnTo>
                <a:lnTo>
                  <a:pt x="622" y="91"/>
                </a:lnTo>
                <a:lnTo>
                  <a:pt x="623" y="91"/>
                </a:lnTo>
                <a:lnTo>
                  <a:pt x="623" y="92"/>
                </a:lnTo>
                <a:lnTo>
                  <a:pt x="624" y="93"/>
                </a:lnTo>
                <a:lnTo>
                  <a:pt x="625" y="93"/>
                </a:lnTo>
                <a:lnTo>
                  <a:pt x="625" y="94"/>
                </a:lnTo>
                <a:lnTo>
                  <a:pt x="625" y="96"/>
                </a:lnTo>
                <a:lnTo>
                  <a:pt x="624" y="96"/>
                </a:lnTo>
                <a:lnTo>
                  <a:pt x="623" y="97"/>
                </a:lnTo>
                <a:lnTo>
                  <a:pt x="624" y="98"/>
                </a:lnTo>
                <a:lnTo>
                  <a:pt x="625" y="98"/>
                </a:lnTo>
                <a:lnTo>
                  <a:pt x="625" y="97"/>
                </a:lnTo>
                <a:lnTo>
                  <a:pt x="626" y="97"/>
                </a:lnTo>
                <a:lnTo>
                  <a:pt x="627" y="97"/>
                </a:lnTo>
                <a:lnTo>
                  <a:pt x="627" y="98"/>
                </a:lnTo>
                <a:lnTo>
                  <a:pt x="628" y="98"/>
                </a:lnTo>
                <a:lnTo>
                  <a:pt x="629" y="98"/>
                </a:lnTo>
                <a:lnTo>
                  <a:pt x="629" y="99"/>
                </a:lnTo>
                <a:lnTo>
                  <a:pt x="629" y="100"/>
                </a:lnTo>
                <a:lnTo>
                  <a:pt x="630" y="100"/>
                </a:lnTo>
                <a:lnTo>
                  <a:pt x="630" y="101"/>
                </a:lnTo>
                <a:lnTo>
                  <a:pt x="630" y="102"/>
                </a:lnTo>
                <a:lnTo>
                  <a:pt x="629" y="102"/>
                </a:lnTo>
                <a:lnTo>
                  <a:pt x="629" y="103"/>
                </a:lnTo>
                <a:lnTo>
                  <a:pt x="630" y="103"/>
                </a:lnTo>
                <a:lnTo>
                  <a:pt x="630" y="104"/>
                </a:lnTo>
                <a:lnTo>
                  <a:pt x="631" y="104"/>
                </a:lnTo>
                <a:lnTo>
                  <a:pt x="632" y="105"/>
                </a:lnTo>
                <a:lnTo>
                  <a:pt x="633" y="105"/>
                </a:lnTo>
                <a:lnTo>
                  <a:pt x="634" y="104"/>
                </a:lnTo>
                <a:lnTo>
                  <a:pt x="634" y="103"/>
                </a:lnTo>
                <a:lnTo>
                  <a:pt x="635" y="103"/>
                </a:lnTo>
                <a:lnTo>
                  <a:pt x="635" y="104"/>
                </a:lnTo>
                <a:lnTo>
                  <a:pt x="636" y="104"/>
                </a:lnTo>
                <a:lnTo>
                  <a:pt x="636" y="103"/>
                </a:lnTo>
                <a:lnTo>
                  <a:pt x="637" y="103"/>
                </a:lnTo>
                <a:lnTo>
                  <a:pt x="638" y="103"/>
                </a:lnTo>
                <a:lnTo>
                  <a:pt x="638" y="102"/>
                </a:lnTo>
                <a:lnTo>
                  <a:pt x="638" y="103"/>
                </a:lnTo>
                <a:lnTo>
                  <a:pt x="639" y="103"/>
                </a:lnTo>
                <a:lnTo>
                  <a:pt x="639" y="104"/>
                </a:lnTo>
                <a:lnTo>
                  <a:pt x="640" y="104"/>
                </a:lnTo>
                <a:lnTo>
                  <a:pt x="639" y="104"/>
                </a:lnTo>
                <a:lnTo>
                  <a:pt x="639" y="105"/>
                </a:lnTo>
                <a:lnTo>
                  <a:pt x="639" y="106"/>
                </a:lnTo>
                <a:lnTo>
                  <a:pt x="640" y="106"/>
                </a:lnTo>
                <a:lnTo>
                  <a:pt x="639" y="106"/>
                </a:lnTo>
                <a:lnTo>
                  <a:pt x="639" y="107"/>
                </a:lnTo>
                <a:lnTo>
                  <a:pt x="639" y="108"/>
                </a:lnTo>
                <a:lnTo>
                  <a:pt x="638" y="108"/>
                </a:lnTo>
                <a:lnTo>
                  <a:pt x="639" y="108"/>
                </a:lnTo>
                <a:lnTo>
                  <a:pt x="639" y="109"/>
                </a:lnTo>
                <a:lnTo>
                  <a:pt x="639" y="110"/>
                </a:lnTo>
                <a:lnTo>
                  <a:pt x="640" y="110"/>
                </a:lnTo>
                <a:lnTo>
                  <a:pt x="640" y="111"/>
                </a:lnTo>
                <a:lnTo>
                  <a:pt x="639" y="111"/>
                </a:lnTo>
                <a:lnTo>
                  <a:pt x="639" y="112"/>
                </a:lnTo>
                <a:lnTo>
                  <a:pt x="639" y="113"/>
                </a:lnTo>
                <a:lnTo>
                  <a:pt x="639" y="114"/>
                </a:lnTo>
                <a:lnTo>
                  <a:pt x="639" y="115"/>
                </a:lnTo>
                <a:lnTo>
                  <a:pt x="639" y="116"/>
                </a:lnTo>
                <a:lnTo>
                  <a:pt x="638" y="116"/>
                </a:lnTo>
                <a:lnTo>
                  <a:pt x="639" y="116"/>
                </a:lnTo>
                <a:lnTo>
                  <a:pt x="639" y="117"/>
                </a:lnTo>
                <a:lnTo>
                  <a:pt x="640" y="117"/>
                </a:lnTo>
                <a:lnTo>
                  <a:pt x="640" y="118"/>
                </a:lnTo>
                <a:lnTo>
                  <a:pt x="641" y="118"/>
                </a:lnTo>
                <a:lnTo>
                  <a:pt x="641" y="119"/>
                </a:lnTo>
                <a:lnTo>
                  <a:pt x="642" y="119"/>
                </a:lnTo>
                <a:lnTo>
                  <a:pt x="641" y="119"/>
                </a:lnTo>
                <a:lnTo>
                  <a:pt x="641" y="120"/>
                </a:lnTo>
                <a:lnTo>
                  <a:pt x="640" y="120"/>
                </a:lnTo>
                <a:lnTo>
                  <a:pt x="641" y="120"/>
                </a:lnTo>
                <a:lnTo>
                  <a:pt x="640" y="121"/>
                </a:lnTo>
                <a:lnTo>
                  <a:pt x="639" y="121"/>
                </a:lnTo>
                <a:lnTo>
                  <a:pt x="640" y="121"/>
                </a:lnTo>
                <a:lnTo>
                  <a:pt x="640" y="122"/>
                </a:lnTo>
                <a:lnTo>
                  <a:pt x="640" y="121"/>
                </a:lnTo>
                <a:lnTo>
                  <a:pt x="641" y="121"/>
                </a:lnTo>
                <a:lnTo>
                  <a:pt x="642" y="121"/>
                </a:lnTo>
                <a:lnTo>
                  <a:pt x="642" y="122"/>
                </a:lnTo>
                <a:lnTo>
                  <a:pt x="643" y="122"/>
                </a:lnTo>
                <a:lnTo>
                  <a:pt x="644" y="122"/>
                </a:lnTo>
                <a:lnTo>
                  <a:pt x="644" y="123"/>
                </a:lnTo>
                <a:lnTo>
                  <a:pt x="645" y="123"/>
                </a:lnTo>
                <a:lnTo>
                  <a:pt x="645" y="124"/>
                </a:lnTo>
                <a:lnTo>
                  <a:pt x="647" y="124"/>
                </a:lnTo>
                <a:lnTo>
                  <a:pt x="648" y="124"/>
                </a:lnTo>
                <a:lnTo>
                  <a:pt x="648" y="125"/>
                </a:lnTo>
                <a:lnTo>
                  <a:pt x="649" y="126"/>
                </a:lnTo>
                <a:lnTo>
                  <a:pt x="650" y="126"/>
                </a:lnTo>
                <a:lnTo>
                  <a:pt x="650" y="127"/>
                </a:lnTo>
                <a:lnTo>
                  <a:pt x="649" y="127"/>
                </a:lnTo>
                <a:lnTo>
                  <a:pt x="649" y="128"/>
                </a:lnTo>
                <a:lnTo>
                  <a:pt x="650" y="129"/>
                </a:lnTo>
                <a:lnTo>
                  <a:pt x="651" y="129"/>
                </a:lnTo>
                <a:lnTo>
                  <a:pt x="652" y="129"/>
                </a:lnTo>
                <a:lnTo>
                  <a:pt x="653" y="129"/>
                </a:lnTo>
                <a:lnTo>
                  <a:pt x="654" y="129"/>
                </a:lnTo>
                <a:lnTo>
                  <a:pt x="655" y="130"/>
                </a:lnTo>
                <a:lnTo>
                  <a:pt x="655" y="131"/>
                </a:lnTo>
                <a:lnTo>
                  <a:pt x="655" y="132"/>
                </a:lnTo>
                <a:lnTo>
                  <a:pt x="656" y="132"/>
                </a:lnTo>
                <a:lnTo>
                  <a:pt x="656" y="133"/>
                </a:lnTo>
                <a:lnTo>
                  <a:pt x="656" y="134"/>
                </a:lnTo>
                <a:lnTo>
                  <a:pt x="656" y="135"/>
                </a:lnTo>
                <a:lnTo>
                  <a:pt x="656" y="136"/>
                </a:lnTo>
                <a:lnTo>
                  <a:pt x="656" y="137"/>
                </a:lnTo>
                <a:lnTo>
                  <a:pt x="657" y="137"/>
                </a:lnTo>
                <a:lnTo>
                  <a:pt x="658" y="137"/>
                </a:lnTo>
                <a:lnTo>
                  <a:pt x="658" y="138"/>
                </a:lnTo>
                <a:lnTo>
                  <a:pt x="658" y="139"/>
                </a:lnTo>
                <a:lnTo>
                  <a:pt x="658" y="140"/>
                </a:lnTo>
                <a:lnTo>
                  <a:pt x="657" y="140"/>
                </a:lnTo>
                <a:lnTo>
                  <a:pt x="656" y="140"/>
                </a:lnTo>
                <a:lnTo>
                  <a:pt x="656" y="141"/>
                </a:lnTo>
                <a:lnTo>
                  <a:pt x="655" y="141"/>
                </a:lnTo>
                <a:lnTo>
                  <a:pt x="655" y="142"/>
                </a:lnTo>
                <a:lnTo>
                  <a:pt x="656" y="142"/>
                </a:lnTo>
                <a:lnTo>
                  <a:pt x="656" y="143"/>
                </a:lnTo>
                <a:lnTo>
                  <a:pt x="656" y="144"/>
                </a:lnTo>
                <a:lnTo>
                  <a:pt x="657" y="144"/>
                </a:lnTo>
                <a:lnTo>
                  <a:pt x="657" y="145"/>
                </a:lnTo>
                <a:lnTo>
                  <a:pt x="657" y="146"/>
                </a:lnTo>
                <a:lnTo>
                  <a:pt x="657" y="147"/>
                </a:lnTo>
                <a:lnTo>
                  <a:pt x="657" y="148"/>
                </a:lnTo>
                <a:lnTo>
                  <a:pt x="658" y="148"/>
                </a:lnTo>
                <a:lnTo>
                  <a:pt x="659" y="148"/>
                </a:lnTo>
                <a:lnTo>
                  <a:pt x="660" y="148"/>
                </a:lnTo>
                <a:lnTo>
                  <a:pt x="661" y="148"/>
                </a:lnTo>
                <a:lnTo>
                  <a:pt x="662" y="148"/>
                </a:lnTo>
                <a:lnTo>
                  <a:pt x="663" y="148"/>
                </a:lnTo>
                <a:lnTo>
                  <a:pt x="663" y="147"/>
                </a:lnTo>
                <a:lnTo>
                  <a:pt x="664" y="146"/>
                </a:lnTo>
                <a:lnTo>
                  <a:pt x="665" y="146"/>
                </a:lnTo>
                <a:lnTo>
                  <a:pt x="666" y="146"/>
                </a:lnTo>
                <a:lnTo>
                  <a:pt x="666" y="145"/>
                </a:lnTo>
                <a:lnTo>
                  <a:pt x="667" y="145"/>
                </a:lnTo>
                <a:lnTo>
                  <a:pt x="667" y="146"/>
                </a:lnTo>
                <a:lnTo>
                  <a:pt x="667" y="147"/>
                </a:lnTo>
                <a:lnTo>
                  <a:pt x="668" y="147"/>
                </a:lnTo>
                <a:lnTo>
                  <a:pt x="669" y="147"/>
                </a:lnTo>
                <a:lnTo>
                  <a:pt x="669" y="148"/>
                </a:lnTo>
                <a:lnTo>
                  <a:pt x="670" y="148"/>
                </a:lnTo>
                <a:lnTo>
                  <a:pt x="671" y="148"/>
                </a:lnTo>
                <a:lnTo>
                  <a:pt x="671" y="149"/>
                </a:lnTo>
                <a:lnTo>
                  <a:pt x="670" y="150"/>
                </a:lnTo>
                <a:lnTo>
                  <a:pt x="670" y="151"/>
                </a:lnTo>
                <a:lnTo>
                  <a:pt x="669" y="151"/>
                </a:lnTo>
                <a:lnTo>
                  <a:pt x="669" y="152"/>
                </a:lnTo>
                <a:lnTo>
                  <a:pt x="670" y="152"/>
                </a:lnTo>
                <a:lnTo>
                  <a:pt x="670" y="153"/>
                </a:lnTo>
                <a:lnTo>
                  <a:pt x="671" y="153"/>
                </a:lnTo>
                <a:lnTo>
                  <a:pt x="671" y="155"/>
                </a:lnTo>
                <a:lnTo>
                  <a:pt x="671" y="156"/>
                </a:lnTo>
                <a:lnTo>
                  <a:pt x="671" y="157"/>
                </a:lnTo>
                <a:lnTo>
                  <a:pt x="672" y="157"/>
                </a:lnTo>
                <a:lnTo>
                  <a:pt x="672" y="158"/>
                </a:lnTo>
                <a:lnTo>
                  <a:pt x="673" y="158"/>
                </a:lnTo>
                <a:lnTo>
                  <a:pt x="674" y="158"/>
                </a:lnTo>
                <a:lnTo>
                  <a:pt x="675" y="158"/>
                </a:lnTo>
                <a:lnTo>
                  <a:pt x="674" y="159"/>
                </a:lnTo>
                <a:lnTo>
                  <a:pt x="674" y="160"/>
                </a:lnTo>
                <a:lnTo>
                  <a:pt x="675" y="161"/>
                </a:lnTo>
                <a:lnTo>
                  <a:pt x="674" y="161"/>
                </a:lnTo>
                <a:lnTo>
                  <a:pt x="674" y="162"/>
                </a:lnTo>
                <a:lnTo>
                  <a:pt x="673" y="163"/>
                </a:lnTo>
                <a:lnTo>
                  <a:pt x="673" y="164"/>
                </a:lnTo>
                <a:lnTo>
                  <a:pt x="673" y="165"/>
                </a:lnTo>
                <a:lnTo>
                  <a:pt x="673" y="166"/>
                </a:lnTo>
                <a:lnTo>
                  <a:pt x="674" y="166"/>
                </a:lnTo>
                <a:lnTo>
                  <a:pt x="674" y="165"/>
                </a:lnTo>
                <a:lnTo>
                  <a:pt x="675" y="165"/>
                </a:lnTo>
                <a:lnTo>
                  <a:pt x="675" y="164"/>
                </a:lnTo>
                <a:lnTo>
                  <a:pt x="675" y="162"/>
                </a:lnTo>
                <a:lnTo>
                  <a:pt x="676" y="161"/>
                </a:lnTo>
                <a:lnTo>
                  <a:pt x="676" y="162"/>
                </a:lnTo>
                <a:lnTo>
                  <a:pt x="676" y="163"/>
                </a:lnTo>
                <a:lnTo>
                  <a:pt x="676" y="164"/>
                </a:lnTo>
                <a:lnTo>
                  <a:pt x="676" y="165"/>
                </a:lnTo>
                <a:lnTo>
                  <a:pt x="676" y="166"/>
                </a:lnTo>
                <a:lnTo>
                  <a:pt x="677" y="166"/>
                </a:lnTo>
                <a:lnTo>
                  <a:pt x="676" y="167"/>
                </a:lnTo>
                <a:lnTo>
                  <a:pt x="676" y="169"/>
                </a:lnTo>
                <a:lnTo>
                  <a:pt x="677" y="169"/>
                </a:lnTo>
                <a:lnTo>
                  <a:pt x="677" y="170"/>
                </a:lnTo>
                <a:lnTo>
                  <a:pt x="678" y="170"/>
                </a:lnTo>
                <a:lnTo>
                  <a:pt x="679" y="169"/>
                </a:lnTo>
                <a:lnTo>
                  <a:pt x="680" y="169"/>
                </a:lnTo>
                <a:lnTo>
                  <a:pt x="681" y="169"/>
                </a:lnTo>
                <a:lnTo>
                  <a:pt x="682" y="168"/>
                </a:lnTo>
                <a:lnTo>
                  <a:pt x="682" y="167"/>
                </a:lnTo>
                <a:lnTo>
                  <a:pt x="681" y="167"/>
                </a:lnTo>
                <a:lnTo>
                  <a:pt x="681" y="165"/>
                </a:lnTo>
                <a:lnTo>
                  <a:pt x="681" y="164"/>
                </a:lnTo>
                <a:lnTo>
                  <a:pt x="681" y="163"/>
                </a:lnTo>
                <a:lnTo>
                  <a:pt x="682" y="163"/>
                </a:lnTo>
                <a:lnTo>
                  <a:pt x="682" y="162"/>
                </a:lnTo>
                <a:lnTo>
                  <a:pt x="682" y="163"/>
                </a:lnTo>
                <a:lnTo>
                  <a:pt x="683" y="163"/>
                </a:lnTo>
                <a:lnTo>
                  <a:pt x="684" y="163"/>
                </a:lnTo>
                <a:lnTo>
                  <a:pt x="684" y="164"/>
                </a:lnTo>
                <a:lnTo>
                  <a:pt x="685" y="164"/>
                </a:lnTo>
                <a:lnTo>
                  <a:pt x="686" y="164"/>
                </a:lnTo>
                <a:lnTo>
                  <a:pt x="686" y="165"/>
                </a:lnTo>
                <a:lnTo>
                  <a:pt x="687" y="165"/>
                </a:lnTo>
                <a:lnTo>
                  <a:pt x="688" y="165"/>
                </a:lnTo>
                <a:lnTo>
                  <a:pt x="688" y="166"/>
                </a:lnTo>
                <a:lnTo>
                  <a:pt x="690" y="166"/>
                </a:lnTo>
                <a:lnTo>
                  <a:pt x="691" y="165"/>
                </a:lnTo>
                <a:lnTo>
                  <a:pt x="692" y="165"/>
                </a:lnTo>
                <a:lnTo>
                  <a:pt x="692" y="164"/>
                </a:lnTo>
                <a:lnTo>
                  <a:pt x="693" y="164"/>
                </a:lnTo>
                <a:lnTo>
                  <a:pt x="694" y="165"/>
                </a:lnTo>
                <a:lnTo>
                  <a:pt x="695" y="165"/>
                </a:lnTo>
                <a:lnTo>
                  <a:pt x="695" y="166"/>
                </a:lnTo>
                <a:lnTo>
                  <a:pt x="696" y="166"/>
                </a:lnTo>
                <a:lnTo>
                  <a:pt x="697" y="167"/>
                </a:lnTo>
                <a:lnTo>
                  <a:pt x="696" y="167"/>
                </a:lnTo>
                <a:lnTo>
                  <a:pt x="696" y="168"/>
                </a:lnTo>
                <a:lnTo>
                  <a:pt x="695" y="169"/>
                </a:lnTo>
                <a:lnTo>
                  <a:pt x="695" y="170"/>
                </a:lnTo>
                <a:lnTo>
                  <a:pt x="695" y="171"/>
                </a:lnTo>
                <a:lnTo>
                  <a:pt x="694" y="171"/>
                </a:lnTo>
                <a:lnTo>
                  <a:pt x="694" y="172"/>
                </a:lnTo>
                <a:lnTo>
                  <a:pt x="694" y="173"/>
                </a:lnTo>
                <a:lnTo>
                  <a:pt x="693" y="173"/>
                </a:lnTo>
                <a:lnTo>
                  <a:pt x="691" y="173"/>
                </a:lnTo>
                <a:lnTo>
                  <a:pt x="690" y="173"/>
                </a:lnTo>
                <a:lnTo>
                  <a:pt x="690" y="174"/>
                </a:lnTo>
                <a:lnTo>
                  <a:pt x="689" y="174"/>
                </a:lnTo>
                <a:lnTo>
                  <a:pt x="690" y="175"/>
                </a:lnTo>
                <a:lnTo>
                  <a:pt x="691" y="175"/>
                </a:lnTo>
                <a:lnTo>
                  <a:pt x="691" y="176"/>
                </a:lnTo>
                <a:lnTo>
                  <a:pt x="691" y="177"/>
                </a:lnTo>
                <a:lnTo>
                  <a:pt x="691" y="178"/>
                </a:lnTo>
                <a:lnTo>
                  <a:pt x="691" y="179"/>
                </a:lnTo>
                <a:lnTo>
                  <a:pt x="690" y="179"/>
                </a:lnTo>
                <a:lnTo>
                  <a:pt x="690" y="180"/>
                </a:lnTo>
                <a:lnTo>
                  <a:pt x="690" y="181"/>
                </a:lnTo>
                <a:lnTo>
                  <a:pt x="690" y="182"/>
                </a:lnTo>
                <a:lnTo>
                  <a:pt x="689" y="182"/>
                </a:lnTo>
                <a:lnTo>
                  <a:pt x="689" y="184"/>
                </a:lnTo>
                <a:lnTo>
                  <a:pt x="688" y="184"/>
                </a:lnTo>
                <a:lnTo>
                  <a:pt x="688" y="185"/>
                </a:lnTo>
                <a:lnTo>
                  <a:pt x="687" y="186"/>
                </a:lnTo>
                <a:lnTo>
                  <a:pt x="687" y="187"/>
                </a:lnTo>
                <a:lnTo>
                  <a:pt x="686" y="187"/>
                </a:lnTo>
                <a:lnTo>
                  <a:pt x="687" y="188"/>
                </a:lnTo>
                <a:lnTo>
                  <a:pt x="687" y="189"/>
                </a:lnTo>
                <a:lnTo>
                  <a:pt x="687" y="190"/>
                </a:lnTo>
                <a:lnTo>
                  <a:pt x="686" y="190"/>
                </a:lnTo>
                <a:lnTo>
                  <a:pt x="685" y="190"/>
                </a:lnTo>
                <a:lnTo>
                  <a:pt x="685" y="191"/>
                </a:lnTo>
                <a:lnTo>
                  <a:pt x="685" y="192"/>
                </a:lnTo>
                <a:lnTo>
                  <a:pt x="684" y="192"/>
                </a:lnTo>
                <a:lnTo>
                  <a:pt x="684" y="193"/>
                </a:lnTo>
                <a:lnTo>
                  <a:pt x="683" y="193"/>
                </a:lnTo>
                <a:lnTo>
                  <a:pt x="683" y="194"/>
                </a:lnTo>
                <a:lnTo>
                  <a:pt x="682" y="194"/>
                </a:lnTo>
                <a:lnTo>
                  <a:pt x="682" y="195"/>
                </a:lnTo>
                <a:lnTo>
                  <a:pt x="681" y="195"/>
                </a:lnTo>
                <a:lnTo>
                  <a:pt x="681" y="196"/>
                </a:lnTo>
                <a:lnTo>
                  <a:pt x="681" y="197"/>
                </a:lnTo>
                <a:lnTo>
                  <a:pt x="681" y="198"/>
                </a:lnTo>
                <a:lnTo>
                  <a:pt x="682" y="198"/>
                </a:lnTo>
                <a:lnTo>
                  <a:pt x="683" y="198"/>
                </a:lnTo>
                <a:lnTo>
                  <a:pt x="683" y="199"/>
                </a:lnTo>
                <a:lnTo>
                  <a:pt x="684" y="199"/>
                </a:lnTo>
                <a:lnTo>
                  <a:pt x="685" y="199"/>
                </a:lnTo>
                <a:lnTo>
                  <a:pt x="686" y="199"/>
                </a:lnTo>
                <a:lnTo>
                  <a:pt x="687" y="199"/>
                </a:lnTo>
                <a:lnTo>
                  <a:pt x="687" y="200"/>
                </a:lnTo>
                <a:lnTo>
                  <a:pt x="688" y="200"/>
                </a:lnTo>
                <a:lnTo>
                  <a:pt x="688" y="201"/>
                </a:lnTo>
                <a:lnTo>
                  <a:pt x="687" y="201"/>
                </a:lnTo>
                <a:lnTo>
                  <a:pt x="686" y="201"/>
                </a:lnTo>
                <a:lnTo>
                  <a:pt x="685" y="201"/>
                </a:lnTo>
                <a:lnTo>
                  <a:pt x="685" y="202"/>
                </a:lnTo>
                <a:lnTo>
                  <a:pt x="683" y="202"/>
                </a:lnTo>
                <a:lnTo>
                  <a:pt x="683" y="203"/>
                </a:lnTo>
                <a:lnTo>
                  <a:pt x="683" y="204"/>
                </a:lnTo>
                <a:lnTo>
                  <a:pt x="683" y="205"/>
                </a:lnTo>
                <a:lnTo>
                  <a:pt x="684" y="205"/>
                </a:lnTo>
                <a:lnTo>
                  <a:pt x="684" y="206"/>
                </a:lnTo>
                <a:lnTo>
                  <a:pt x="684" y="207"/>
                </a:lnTo>
                <a:lnTo>
                  <a:pt x="683" y="208"/>
                </a:lnTo>
                <a:lnTo>
                  <a:pt x="683" y="209"/>
                </a:lnTo>
                <a:lnTo>
                  <a:pt x="684" y="210"/>
                </a:lnTo>
                <a:lnTo>
                  <a:pt x="684" y="211"/>
                </a:lnTo>
                <a:lnTo>
                  <a:pt x="684" y="212"/>
                </a:lnTo>
                <a:lnTo>
                  <a:pt x="684" y="213"/>
                </a:lnTo>
                <a:lnTo>
                  <a:pt x="685" y="215"/>
                </a:lnTo>
                <a:lnTo>
                  <a:pt x="685" y="217"/>
                </a:lnTo>
                <a:lnTo>
                  <a:pt x="685" y="218"/>
                </a:lnTo>
                <a:lnTo>
                  <a:pt x="686" y="219"/>
                </a:lnTo>
                <a:lnTo>
                  <a:pt x="686" y="220"/>
                </a:lnTo>
                <a:lnTo>
                  <a:pt x="686" y="221"/>
                </a:lnTo>
                <a:lnTo>
                  <a:pt x="687" y="221"/>
                </a:lnTo>
                <a:lnTo>
                  <a:pt x="688" y="221"/>
                </a:lnTo>
                <a:lnTo>
                  <a:pt x="688" y="222"/>
                </a:lnTo>
                <a:lnTo>
                  <a:pt x="689" y="222"/>
                </a:lnTo>
                <a:lnTo>
                  <a:pt x="689" y="223"/>
                </a:lnTo>
                <a:lnTo>
                  <a:pt x="689" y="224"/>
                </a:lnTo>
                <a:lnTo>
                  <a:pt x="690" y="225"/>
                </a:lnTo>
                <a:lnTo>
                  <a:pt x="690" y="226"/>
                </a:lnTo>
                <a:lnTo>
                  <a:pt x="690" y="227"/>
                </a:lnTo>
                <a:lnTo>
                  <a:pt x="691" y="227"/>
                </a:lnTo>
                <a:lnTo>
                  <a:pt x="691" y="228"/>
                </a:lnTo>
                <a:lnTo>
                  <a:pt x="691" y="229"/>
                </a:lnTo>
                <a:lnTo>
                  <a:pt x="692" y="230"/>
                </a:lnTo>
                <a:lnTo>
                  <a:pt x="692" y="231"/>
                </a:lnTo>
                <a:lnTo>
                  <a:pt x="692" y="232"/>
                </a:lnTo>
                <a:lnTo>
                  <a:pt x="693" y="232"/>
                </a:lnTo>
                <a:lnTo>
                  <a:pt x="693" y="233"/>
                </a:lnTo>
                <a:lnTo>
                  <a:pt x="693" y="234"/>
                </a:lnTo>
                <a:lnTo>
                  <a:pt x="692" y="236"/>
                </a:lnTo>
                <a:lnTo>
                  <a:pt x="692" y="238"/>
                </a:lnTo>
                <a:lnTo>
                  <a:pt x="692" y="239"/>
                </a:lnTo>
                <a:lnTo>
                  <a:pt x="692" y="240"/>
                </a:lnTo>
                <a:lnTo>
                  <a:pt x="693" y="240"/>
                </a:lnTo>
                <a:lnTo>
                  <a:pt x="694" y="240"/>
                </a:lnTo>
                <a:lnTo>
                  <a:pt x="694" y="239"/>
                </a:lnTo>
                <a:lnTo>
                  <a:pt x="695" y="239"/>
                </a:lnTo>
                <a:lnTo>
                  <a:pt x="695" y="238"/>
                </a:lnTo>
                <a:lnTo>
                  <a:pt x="696" y="238"/>
                </a:lnTo>
                <a:lnTo>
                  <a:pt x="697" y="238"/>
                </a:lnTo>
                <a:lnTo>
                  <a:pt x="698" y="238"/>
                </a:lnTo>
                <a:lnTo>
                  <a:pt x="698" y="237"/>
                </a:lnTo>
                <a:lnTo>
                  <a:pt x="698" y="236"/>
                </a:lnTo>
                <a:lnTo>
                  <a:pt x="699" y="236"/>
                </a:lnTo>
                <a:lnTo>
                  <a:pt x="700" y="236"/>
                </a:lnTo>
                <a:lnTo>
                  <a:pt x="700" y="235"/>
                </a:lnTo>
                <a:lnTo>
                  <a:pt x="701" y="235"/>
                </a:lnTo>
                <a:lnTo>
                  <a:pt x="702" y="235"/>
                </a:lnTo>
                <a:lnTo>
                  <a:pt x="703" y="236"/>
                </a:lnTo>
                <a:lnTo>
                  <a:pt x="704" y="236"/>
                </a:lnTo>
                <a:lnTo>
                  <a:pt x="704" y="237"/>
                </a:lnTo>
                <a:lnTo>
                  <a:pt x="705" y="237"/>
                </a:lnTo>
                <a:lnTo>
                  <a:pt x="706" y="237"/>
                </a:lnTo>
                <a:lnTo>
                  <a:pt x="707" y="237"/>
                </a:lnTo>
                <a:lnTo>
                  <a:pt x="707" y="238"/>
                </a:lnTo>
                <a:lnTo>
                  <a:pt x="708" y="238"/>
                </a:lnTo>
                <a:lnTo>
                  <a:pt x="708" y="239"/>
                </a:lnTo>
                <a:lnTo>
                  <a:pt x="707" y="239"/>
                </a:lnTo>
                <a:lnTo>
                  <a:pt x="708" y="240"/>
                </a:lnTo>
                <a:lnTo>
                  <a:pt x="709" y="241"/>
                </a:lnTo>
                <a:lnTo>
                  <a:pt x="710" y="241"/>
                </a:lnTo>
                <a:lnTo>
                  <a:pt x="710" y="242"/>
                </a:lnTo>
                <a:lnTo>
                  <a:pt x="710" y="243"/>
                </a:lnTo>
                <a:lnTo>
                  <a:pt x="709" y="243"/>
                </a:lnTo>
                <a:lnTo>
                  <a:pt x="709" y="244"/>
                </a:lnTo>
                <a:lnTo>
                  <a:pt x="709" y="245"/>
                </a:lnTo>
                <a:lnTo>
                  <a:pt x="709" y="246"/>
                </a:lnTo>
                <a:lnTo>
                  <a:pt x="709" y="247"/>
                </a:lnTo>
                <a:lnTo>
                  <a:pt x="709" y="248"/>
                </a:lnTo>
                <a:lnTo>
                  <a:pt x="709" y="249"/>
                </a:lnTo>
                <a:lnTo>
                  <a:pt x="711" y="250"/>
                </a:lnTo>
                <a:lnTo>
                  <a:pt x="711" y="251"/>
                </a:lnTo>
                <a:lnTo>
                  <a:pt x="711" y="252"/>
                </a:lnTo>
                <a:lnTo>
                  <a:pt x="712" y="252"/>
                </a:lnTo>
                <a:lnTo>
                  <a:pt x="712" y="253"/>
                </a:lnTo>
                <a:lnTo>
                  <a:pt x="713" y="253"/>
                </a:lnTo>
                <a:lnTo>
                  <a:pt x="713" y="254"/>
                </a:lnTo>
                <a:lnTo>
                  <a:pt x="714" y="254"/>
                </a:lnTo>
                <a:lnTo>
                  <a:pt x="714" y="255"/>
                </a:lnTo>
                <a:lnTo>
                  <a:pt x="714" y="256"/>
                </a:lnTo>
                <a:lnTo>
                  <a:pt x="715" y="256"/>
                </a:lnTo>
                <a:lnTo>
                  <a:pt x="716" y="256"/>
                </a:lnTo>
                <a:lnTo>
                  <a:pt x="717" y="256"/>
                </a:lnTo>
                <a:lnTo>
                  <a:pt x="717" y="258"/>
                </a:lnTo>
                <a:lnTo>
                  <a:pt x="716" y="258"/>
                </a:lnTo>
                <a:lnTo>
                  <a:pt x="716" y="260"/>
                </a:lnTo>
                <a:lnTo>
                  <a:pt x="717" y="260"/>
                </a:lnTo>
                <a:lnTo>
                  <a:pt x="717" y="261"/>
                </a:lnTo>
                <a:lnTo>
                  <a:pt x="718" y="261"/>
                </a:lnTo>
                <a:lnTo>
                  <a:pt x="718" y="262"/>
                </a:lnTo>
                <a:lnTo>
                  <a:pt x="719" y="262"/>
                </a:lnTo>
                <a:lnTo>
                  <a:pt x="720" y="263"/>
                </a:lnTo>
                <a:lnTo>
                  <a:pt x="720" y="264"/>
                </a:lnTo>
                <a:lnTo>
                  <a:pt x="721" y="264"/>
                </a:lnTo>
                <a:lnTo>
                  <a:pt x="722" y="264"/>
                </a:lnTo>
                <a:lnTo>
                  <a:pt x="723" y="265"/>
                </a:lnTo>
                <a:lnTo>
                  <a:pt x="723" y="266"/>
                </a:lnTo>
                <a:lnTo>
                  <a:pt x="723" y="267"/>
                </a:lnTo>
                <a:lnTo>
                  <a:pt x="723" y="268"/>
                </a:lnTo>
                <a:lnTo>
                  <a:pt x="723" y="269"/>
                </a:lnTo>
                <a:lnTo>
                  <a:pt x="724" y="269"/>
                </a:lnTo>
                <a:lnTo>
                  <a:pt x="724" y="270"/>
                </a:lnTo>
                <a:lnTo>
                  <a:pt x="724" y="271"/>
                </a:lnTo>
                <a:lnTo>
                  <a:pt x="724" y="272"/>
                </a:lnTo>
                <a:lnTo>
                  <a:pt x="724" y="273"/>
                </a:lnTo>
                <a:lnTo>
                  <a:pt x="725" y="273"/>
                </a:lnTo>
                <a:lnTo>
                  <a:pt x="725" y="272"/>
                </a:lnTo>
                <a:lnTo>
                  <a:pt x="725" y="273"/>
                </a:lnTo>
                <a:lnTo>
                  <a:pt x="726" y="273"/>
                </a:lnTo>
                <a:lnTo>
                  <a:pt x="726" y="274"/>
                </a:lnTo>
                <a:lnTo>
                  <a:pt x="726" y="275"/>
                </a:lnTo>
                <a:lnTo>
                  <a:pt x="727" y="275"/>
                </a:lnTo>
                <a:lnTo>
                  <a:pt x="727" y="276"/>
                </a:lnTo>
                <a:lnTo>
                  <a:pt x="728" y="276"/>
                </a:lnTo>
                <a:lnTo>
                  <a:pt x="728" y="275"/>
                </a:lnTo>
                <a:lnTo>
                  <a:pt x="730" y="275"/>
                </a:lnTo>
                <a:lnTo>
                  <a:pt x="730" y="276"/>
                </a:lnTo>
                <a:lnTo>
                  <a:pt x="731" y="277"/>
                </a:lnTo>
                <a:lnTo>
                  <a:pt x="731" y="278"/>
                </a:lnTo>
                <a:lnTo>
                  <a:pt x="730" y="278"/>
                </a:lnTo>
                <a:lnTo>
                  <a:pt x="730" y="279"/>
                </a:lnTo>
                <a:lnTo>
                  <a:pt x="731" y="279"/>
                </a:lnTo>
                <a:lnTo>
                  <a:pt x="732" y="280"/>
                </a:lnTo>
                <a:lnTo>
                  <a:pt x="732" y="279"/>
                </a:lnTo>
                <a:lnTo>
                  <a:pt x="733" y="279"/>
                </a:lnTo>
                <a:lnTo>
                  <a:pt x="734" y="279"/>
                </a:lnTo>
                <a:lnTo>
                  <a:pt x="734" y="280"/>
                </a:lnTo>
                <a:lnTo>
                  <a:pt x="735" y="280"/>
                </a:lnTo>
                <a:lnTo>
                  <a:pt x="737" y="281"/>
                </a:lnTo>
                <a:lnTo>
                  <a:pt x="738" y="282"/>
                </a:lnTo>
                <a:lnTo>
                  <a:pt x="738" y="283"/>
                </a:lnTo>
                <a:lnTo>
                  <a:pt x="738" y="284"/>
                </a:lnTo>
                <a:lnTo>
                  <a:pt x="738" y="285"/>
                </a:lnTo>
                <a:lnTo>
                  <a:pt x="737" y="286"/>
                </a:lnTo>
                <a:lnTo>
                  <a:pt x="737" y="287"/>
                </a:lnTo>
                <a:lnTo>
                  <a:pt x="738" y="287"/>
                </a:lnTo>
                <a:lnTo>
                  <a:pt x="738" y="288"/>
                </a:lnTo>
                <a:lnTo>
                  <a:pt x="739" y="288"/>
                </a:lnTo>
                <a:lnTo>
                  <a:pt x="740" y="289"/>
                </a:lnTo>
                <a:lnTo>
                  <a:pt x="740" y="290"/>
                </a:lnTo>
                <a:lnTo>
                  <a:pt x="740" y="291"/>
                </a:lnTo>
                <a:lnTo>
                  <a:pt x="740" y="292"/>
                </a:lnTo>
                <a:lnTo>
                  <a:pt x="741" y="293"/>
                </a:lnTo>
                <a:lnTo>
                  <a:pt x="742" y="293"/>
                </a:lnTo>
                <a:lnTo>
                  <a:pt x="743" y="292"/>
                </a:lnTo>
                <a:lnTo>
                  <a:pt x="743" y="291"/>
                </a:lnTo>
                <a:lnTo>
                  <a:pt x="744" y="291"/>
                </a:lnTo>
                <a:lnTo>
                  <a:pt x="745" y="291"/>
                </a:lnTo>
                <a:lnTo>
                  <a:pt x="745" y="292"/>
                </a:lnTo>
                <a:lnTo>
                  <a:pt x="746" y="292"/>
                </a:lnTo>
                <a:lnTo>
                  <a:pt x="746" y="293"/>
                </a:lnTo>
                <a:lnTo>
                  <a:pt x="746" y="294"/>
                </a:lnTo>
                <a:lnTo>
                  <a:pt x="746" y="295"/>
                </a:lnTo>
                <a:lnTo>
                  <a:pt x="747" y="295"/>
                </a:lnTo>
                <a:lnTo>
                  <a:pt x="748" y="295"/>
                </a:lnTo>
                <a:lnTo>
                  <a:pt x="749" y="294"/>
                </a:lnTo>
                <a:lnTo>
                  <a:pt x="749" y="295"/>
                </a:lnTo>
                <a:lnTo>
                  <a:pt x="750" y="295"/>
                </a:lnTo>
                <a:lnTo>
                  <a:pt x="751" y="294"/>
                </a:lnTo>
                <a:lnTo>
                  <a:pt x="752" y="294"/>
                </a:lnTo>
                <a:lnTo>
                  <a:pt x="753" y="294"/>
                </a:lnTo>
                <a:lnTo>
                  <a:pt x="754" y="295"/>
                </a:lnTo>
                <a:lnTo>
                  <a:pt x="754" y="296"/>
                </a:lnTo>
                <a:lnTo>
                  <a:pt x="754" y="297"/>
                </a:lnTo>
                <a:lnTo>
                  <a:pt x="754" y="298"/>
                </a:lnTo>
                <a:lnTo>
                  <a:pt x="753" y="299"/>
                </a:lnTo>
                <a:lnTo>
                  <a:pt x="753" y="300"/>
                </a:lnTo>
                <a:lnTo>
                  <a:pt x="753" y="301"/>
                </a:lnTo>
                <a:lnTo>
                  <a:pt x="753" y="302"/>
                </a:lnTo>
                <a:lnTo>
                  <a:pt x="754" y="304"/>
                </a:lnTo>
                <a:lnTo>
                  <a:pt x="755" y="304"/>
                </a:lnTo>
                <a:lnTo>
                  <a:pt x="756" y="304"/>
                </a:lnTo>
                <a:lnTo>
                  <a:pt x="756" y="305"/>
                </a:lnTo>
                <a:lnTo>
                  <a:pt x="758" y="305"/>
                </a:lnTo>
                <a:lnTo>
                  <a:pt x="758" y="304"/>
                </a:lnTo>
                <a:lnTo>
                  <a:pt x="759" y="304"/>
                </a:lnTo>
                <a:lnTo>
                  <a:pt x="760" y="305"/>
                </a:lnTo>
                <a:lnTo>
                  <a:pt x="759" y="306"/>
                </a:lnTo>
                <a:lnTo>
                  <a:pt x="759" y="307"/>
                </a:lnTo>
                <a:lnTo>
                  <a:pt x="758" y="308"/>
                </a:lnTo>
                <a:lnTo>
                  <a:pt x="758" y="309"/>
                </a:lnTo>
                <a:lnTo>
                  <a:pt x="757" y="309"/>
                </a:lnTo>
                <a:lnTo>
                  <a:pt x="757" y="310"/>
                </a:lnTo>
                <a:lnTo>
                  <a:pt x="758" y="310"/>
                </a:lnTo>
                <a:lnTo>
                  <a:pt x="757" y="311"/>
                </a:lnTo>
                <a:lnTo>
                  <a:pt x="757" y="312"/>
                </a:lnTo>
                <a:lnTo>
                  <a:pt x="755" y="312"/>
                </a:lnTo>
                <a:lnTo>
                  <a:pt x="755" y="313"/>
                </a:lnTo>
                <a:lnTo>
                  <a:pt x="754" y="314"/>
                </a:lnTo>
                <a:lnTo>
                  <a:pt x="754" y="315"/>
                </a:lnTo>
                <a:lnTo>
                  <a:pt x="753" y="316"/>
                </a:lnTo>
                <a:lnTo>
                  <a:pt x="753" y="317"/>
                </a:lnTo>
                <a:lnTo>
                  <a:pt x="754" y="317"/>
                </a:lnTo>
                <a:lnTo>
                  <a:pt x="755" y="317"/>
                </a:lnTo>
                <a:lnTo>
                  <a:pt x="756" y="317"/>
                </a:lnTo>
                <a:lnTo>
                  <a:pt x="757" y="317"/>
                </a:lnTo>
                <a:lnTo>
                  <a:pt x="757" y="318"/>
                </a:lnTo>
                <a:lnTo>
                  <a:pt x="757" y="319"/>
                </a:lnTo>
                <a:lnTo>
                  <a:pt x="757" y="320"/>
                </a:lnTo>
                <a:lnTo>
                  <a:pt x="757" y="321"/>
                </a:lnTo>
                <a:lnTo>
                  <a:pt x="756" y="321"/>
                </a:lnTo>
                <a:lnTo>
                  <a:pt x="756" y="323"/>
                </a:lnTo>
                <a:lnTo>
                  <a:pt x="756" y="324"/>
                </a:lnTo>
                <a:lnTo>
                  <a:pt x="755" y="325"/>
                </a:lnTo>
                <a:lnTo>
                  <a:pt x="755" y="326"/>
                </a:lnTo>
                <a:lnTo>
                  <a:pt x="755" y="327"/>
                </a:lnTo>
                <a:lnTo>
                  <a:pt x="753" y="328"/>
                </a:lnTo>
                <a:lnTo>
                  <a:pt x="753" y="329"/>
                </a:lnTo>
                <a:lnTo>
                  <a:pt x="753" y="330"/>
                </a:lnTo>
                <a:lnTo>
                  <a:pt x="753" y="331"/>
                </a:lnTo>
                <a:lnTo>
                  <a:pt x="753" y="332"/>
                </a:lnTo>
                <a:lnTo>
                  <a:pt x="753" y="334"/>
                </a:lnTo>
                <a:lnTo>
                  <a:pt x="754" y="334"/>
                </a:lnTo>
                <a:lnTo>
                  <a:pt x="754" y="335"/>
                </a:lnTo>
                <a:lnTo>
                  <a:pt x="754" y="336"/>
                </a:lnTo>
                <a:lnTo>
                  <a:pt x="753" y="336"/>
                </a:lnTo>
                <a:lnTo>
                  <a:pt x="752" y="336"/>
                </a:lnTo>
                <a:lnTo>
                  <a:pt x="751" y="337"/>
                </a:lnTo>
                <a:lnTo>
                  <a:pt x="751" y="338"/>
                </a:lnTo>
                <a:lnTo>
                  <a:pt x="751" y="339"/>
                </a:lnTo>
                <a:lnTo>
                  <a:pt x="750" y="339"/>
                </a:lnTo>
                <a:lnTo>
                  <a:pt x="750" y="340"/>
                </a:lnTo>
                <a:lnTo>
                  <a:pt x="750" y="341"/>
                </a:lnTo>
                <a:lnTo>
                  <a:pt x="750" y="342"/>
                </a:lnTo>
                <a:lnTo>
                  <a:pt x="749" y="342"/>
                </a:lnTo>
                <a:lnTo>
                  <a:pt x="748" y="342"/>
                </a:lnTo>
                <a:lnTo>
                  <a:pt x="746" y="344"/>
                </a:lnTo>
                <a:lnTo>
                  <a:pt x="745" y="344"/>
                </a:lnTo>
                <a:lnTo>
                  <a:pt x="745" y="345"/>
                </a:lnTo>
                <a:lnTo>
                  <a:pt x="746" y="346"/>
                </a:lnTo>
                <a:lnTo>
                  <a:pt x="746" y="347"/>
                </a:lnTo>
                <a:lnTo>
                  <a:pt x="746" y="346"/>
                </a:lnTo>
                <a:lnTo>
                  <a:pt x="745" y="346"/>
                </a:lnTo>
                <a:lnTo>
                  <a:pt x="745" y="347"/>
                </a:lnTo>
                <a:lnTo>
                  <a:pt x="745" y="348"/>
                </a:lnTo>
                <a:lnTo>
                  <a:pt x="745" y="349"/>
                </a:lnTo>
                <a:lnTo>
                  <a:pt x="745" y="350"/>
                </a:lnTo>
                <a:lnTo>
                  <a:pt x="745" y="351"/>
                </a:lnTo>
                <a:lnTo>
                  <a:pt x="746" y="351"/>
                </a:lnTo>
                <a:lnTo>
                  <a:pt x="746" y="350"/>
                </a:lnTo>
                <a:lnTo>
                  <a:pt x="747" y="350"/>
                </a:lnTo>
                <a:lnTo>
                  <a:pt x="748" y="349"/>
                </a:lnTo>
                <a:lnTo>
                  <a:pt x="748" y="348"/>
                </a:lnTo>
                <a:lnTo>
                  <a:pt x="749" y="348"/>
                </a:lnTo>
                <a:lnTo>
                  <a:pt x="750" y="348"/>
                </a:lnTo>
                <a:lnTo>
                  <a:pt x="751" y="347"/>
                </a:lnTo>
                <a:lnTo>
                  <a:pt x="752" y="347"/>
                </a:lnTo>
                <a:lnTo>
                  <a:pt x="753" y="347"/>
                </a:lnTo>
                <a:lnTo>
                  <a:pt x="753" y="346"/>
                </a:lnTo>
                <a:lnTo>
                  <a:pt x="752" y="346"/>
                </a:lnTo>
                <a:lnTo>
                  <a:pt x="752" y="345"/>
                </a:lnTo>
                <a:lnTo>
                  <a:pt x="753" y="345"/>
                </a:lnTo>
                <a:lnTo>
                  <a:pt x="754" y="345"/>
                </a:lnTo>
                <a:lnTo>
                  <a:pt x="754" y="346"/>
                </a:lnTo>
                <a:lnTo>
                  <a:pt x="755" y="346"/>
                </a:lnTo>
                <a:lnTo>
                  <a:pt x="755" y="347"/>
                </a:lnTo>
                <a:lnTo>
                  <a:pt x="756" y="347"/>
                </a:lnTo>
                <a:lnTo>
                  <a:pt x="757" y="347"/>
                </a:lnTo>
                <a:lnTo>
                  <a:pt x="758" y="348"/>
                </a:lnTo>
                <a:lnTo>
                  <a:pt x="759" y="349"/>
                </a:lnTo>
                <a:lnTo>
                  <a:pt x="759" y="350"/>
                </a:lnTo>
                <a:lnTo>
                  <a:pt x="760" y="350"/>
                </a:lnTo>
                <a:lnTo>
                  <a:pt x="760" y="351"/>
                </a:lnTo>
                <a:lnTo>
                  <a:pt x="760" y="352"/>
                </a:lnTo>
                <a:lnTo>
                  <a:pt x="760" y="353"/>
                </a:lnTo>
                <a:lnTo>
                  <a:pt x="759" y="353"/>
                </a:lnTo>
                <a:lnTo>
                  <a:pt x="759" y="354"/>
                </a:lnTo>
                <a:lnTo>
                  <a:pt x="758" y="355"/>
                </a:lnTo>
                <a:lnTo>
                  <a:pt x="758" y="356"/>
                </a:lnTo>
                <a:lnTo>
                  <a:pt x="757" y="357"/>
                </a:lnTo>
                <a:lnTo>
                  <a:pt x="756" y="358"/>
                </a:lnTo>
                <a:lnTo>
                  <a:pt x="755" y="359"/>
                </a:lnTo>
                <a:lnTo>
                  <a:pt x="755" y="360"/>
                </a:lnTo>
                <a:lnTo>
                  <a:pt x="754" y="361"/>
                </a:lnTo>
                <a:lnTo>
                  <a:pt x="754" y="362"/>
                </a:lnTo>
                <a:lnTo>
                  <a:pt x="754" y="363"/>
                </a:lnTo>
                <a:lnTo>
                  <a:pt x="754" y="364"/>
                </a:lnTo>
                <a:lnTo>
                  <a:pt x="755" y="364"/>
                </a:lnTo>
                <a:lnTo>
                  <a:pt x="756" y="364"/>
                </a:lnTo>
                <a:lnTo>
                  <a:pt x="758" y="364"/>
                </a:lnTo>
                <a:lnTo>
                  <a:pt x="759" y="364"/>
                </a:lnTo>
                <a:lnTo>
                  <a:pt x="760" y="365"/>
                </a:lnTo>
                <a:lnTo>
                  <a:pt x="761" y="365"/>
                </a:lnTo>
                <a:lnTo>
                  <a:pt x="761" y="366"/>
                </a:lnTo>
                <a:lnTo>
                  <a:pt x="761" y="367"/>
                </a:lnTo>
                <a:lnTo>
                  <a:pt x="760" y="367"/>
                </a:lnTo>
                <a:lnTo>
                  <a:pt x="759" y="367"/>
                </a:lnTo>
                <a:lnTo>
                  <a:pt x="758" y="367"/>
                </a:lnTo>
                <a:lnTo>
                  <a:pt x="757" y="367"/>
                </a:lnTo>
                <a:lnTo>
                  <a:pt x="756" y="368"/>
                </a:lnTo>
                <a:lnTo>
                  <a:pt x="755" y="369"/>
                </a:lnTo>
                <a:lnTo>
                  <a:pt x="754" y="369"/>
                </a:lnTo>
                <a:lnTo>
                  <a:pt x="753" y="369"/>
                </a:lnTo>
                <a:lnTo>
                  <a:pt x="752" y="369"/>
                </a:lnTo>
                <a:lnTo>
                  <a:pt x="751" y="369"/>
                </a:lnTo>
                <a:lnTo>
                  <a:pt x="751" y="368"/>
                </a:lnTo>
                <a:lnTo>
                  <a:pt x="752" y="367"/>
                </a:lnTo>
                <a:lnTo>
                  <a:pt x="752" y="366"/>
                </a:lnTo>
                <a:lnTo>
                  <a:pt x="751" y="366"/>
                </a:lnTo>
                <a:lnTo>
                  <a:pt x="751" y="367"/>
                </a:lnTo>
                <a:lnTo>
                  <a:pt x="750" y="367"/>
                </a:lnTo>
                <a:lnTo>
                  <a:pt x="750" y="366"/>
                </a:lnTo>
                <a:lnTo>
                  <a:pt x="749" y="366"/>
                </a:lnTo>
                <a:lnTo>
                  <a:pt x="748" y="367"/>
                </a:lnTo>
                <a:lnTo>
                  <a:pt x="748" y="368"/>
                </a:lnTo>
                <a:lnTo>
                  <a:pt x="747" y="368"/>
                </a:lnTo>
                <a:lnTo>
                  <a:pt x="747" y="369"/>
                </a:lnTo>
                <a:lnTo>
                  <a:pt x="746" y="370"/>
                </a:lnTo>
                <a:lnTo>
                  <a:pt x="746" y="371"/>
                </a:lnTo>
                <a:lnTo>
                  <a:pt x="746" y="372"/>
                </a:lnTo>
                <a:lnTo>
                  <a:pt x="746" y="373"/>
                </a:lnTo>
                <a:lnTo>
                  <a:pt x="747" y="374"/>
                </a:lnTo>
                <a:lnTo>
                  <a:pt x="746" y="374"/>
                </a:lnTo>
                <a:lnTo>
                  <a:pt x="746" y="375"/>
                </a:lnTo>
                <a:lnTo>
                  <a:pt x="746" y="374"/>
                </a:lnTo>
                <a:lnTo>
                  <a:pt x="746" y="375"/>
                </a:lnTo>
                <a:lnTo>
                  <a:pt x="746" y="376"/>
                </a:lnTo>
                <a:lnTo>
                  <a:pt x="746" y="375"/>
                </a:lnTo>
                <a:lnTo>
                  <a:pt x="745" y="374"/>
                </a:lnTo>
                <a:lnTo>
                  <a:pt x="745" y="373"/>
                </a:lnTo>
                <a:lnTo>
                  <a:pt x="745" y="374"/>
                </a:lnTo>
                <a:lnTo>
                  <a:pt x="746" y="376"/>
                </a:lnTo>
                <a:lnTo>
                  <a:pt x="746" y="377"/>
                </a:lnTo>
                <a:lnTo>
                  <a:pt x="745" y="377"/>
                </a:lnTo>
                <a:lnTo>
                  <a:pt x="744" y="377"/>
                </a:lnTo>
                <a:lnTo>
                  <a:pt x="743" y="377"/>
                </a:lnTo>
                <a:lnTo>
                  <a:pt x="742" y="377"/>
                </a:lnTo>
                <a:lnTo>
                  <a:pt x="741" y="376"/>
                </a:lnTo>
                <a:lnTo>
                  <a:pt x="741" y="377"/>
                </a:lnTo>
                <a:lnTo>
                  <a:pt x="741" y="378"/>
                </a:lnTo>
                <a:lnTo>
                  <a:pt x="740" y="378"/>
                </a:lnTo>
                <a:lnTo>
                  <a:pt x="739" y="379"/>
                </a:lnTo>
                <a:lnTo>
                  <a:pt x="739" y="380"/>
                </a:lnTo>
                <a:lnTo>
                  <a:pt x="738" y="380"/>
                </a:lnTo>
                <a:lnTo>
                  <a:pt x="738" y="381"/>
                </a:lnTo>
                <a:lnTo>
                  <a:pt x="738" y="382"/>
                </a:lnTo>
                <a:lnTo>
                  <a:pt x="737" y="382"/>
                </a:lnTo>
                <a:lnTo>
                  <a:pt x="737" y="383"/>
                </a:lnTo>
                <a:lnTo>
                  <a:pt x="738" y="383"/>
                </a:lnTo>
                <a:lnTo>
                  <a:pt x="738" y="384"/>
                </a:lnTo>
                <a:lnTo>
                  <a:pt x="738" y="386"/>
                </a:lnTo>
                <a:lnTo>
                  <a:pt x="738" y="387"/>
                </a:lnTo>
                <a:lnTo>
                  <a:pt x="737" y="387"/>
                </a:lnTo>
                <a:lnTo>
                  <a:pt x="737" y="386"/>
                </a:lnTo>
                <a:lnTo>
                  <a:pt x="737" y="385"/>
                </a:lnTo>
                <a:lnTo>
                  <a:pt x="736" y="384"/>
                </a:lnTo>
                <a:lnTo>
                  <a:pt x="735" y="384"/>
                </a:lnTo>
                <a:lnTo>
                  <a:pt x="736" y="385"/>
                </a:lnTo>
                <a:lnTo>
                  <a:pt x="737" y="385"/>
                </a:lnTo>
                <a:lnTo>
                  <a:pt x="737" y="386"/>
                </a:lnTo>
                <a:lnTo>
                  <a:pt x="736" y="387"/>
                </a:lnTo>
                <a:lnTo>
                  <a:pt x="735" y="387"/>
                </a:lnTo>
                <a:lnTo>
                  <a:pt x="735" y="386"/>
                </a:lnTo>
                <a:lnTo>
                  <a:pt x="735" y="387"/>
                </a:lnTo>
                <a:lnTo>
                  <a:pt x="734" y="387"/>
                </a:lnTo>
                <a:lnTo>
                  <a:pt x="734" y="388"/>
                </a:lnTo>
                <a:lnTo>
                  <a:pt x="734" y="389"/>
                </a:lnTo>
                <a:lnTo>
                  <a:pt x="734" y="390"/>
                </a:lnTo>
                <a:lnTo>
                  <a:pt x="735" y="390"/>
                </a:lnTo>
                <a:lnTo>
                  <a:pt x="735" y="391"/>
                </a:lnTo>
                <a:lnTo>
                  <a:pt x="735" y="392"/>
                </a:lnTo>
                <a:lnTo>
                  <a:pt x="736" y="392"/>
                </a:lnTo>
                <a:lnTo>
                  <a:pt x="736" y="393"/>
                </a:lnTo>
                <a:lnTo>
                  <a:pt x="736" y="394"/>
                </a:lnTo>
                <a:lnTo>
                  <a:pt x="735" y="394"/>
                </a:lnTo>
                <a:lnTo>
                  <a:pt x="734" y="394"/>
                </a:lnTo>
                <a:lnTo>
                  <a:pt x="733" y="393"/>
                </a:lnTo>
                <a:lnTo>
                  <a:pt x="732" y="392"/>
                </a:lnTo>
                <a:lnTo>
                  <a:pt x="731" y="391"/>
                </a:lnTo>
                <a:lnTo>
                  <a:pt x="730" y="391"/>
                </a:lnTo>
                <a:lnTo>
                  <a:pt x="729" y="391"/>
                </a:lnTo>
                <a:lnTo>
                  <a:pt x="729" y="392"/>
                </a:lnTo>
                <a:lnTo>
                  <a:pt x="729" y="391"/>
                </a:lnTo>
                <a:lnTo>
                  <a:pt x="729" y="392"/>
                </a:lnTo>
                <a:lnTo>
                  <a:pt x="728" y="392"/>
                </a:lnTo>
                <a:lnTo>
                  <a:pt x="727" y="392"/>
                </a:lnTo>
                <a:lnTo>
                  <a:pt x="727" y="393"/>
                </a:lnTo>
                <a:lnTo>
                  <a:pt x="727" y="394"/>
                </a:lnTo>
                <a:lnTo>
                  <a:pt x="726" y="394"/>
                </a:lnTo>
                <a:lnTo>
                  <a:pt x="725" y="394"/>
                </a:lnTo>
                <a:lnTo>
                  <a:pt x="725" y="393"/>
                </a:lnTo>
                <a:lnTo>
                  <a:pt x="723" y="392"/>
                </a:lnTo>
                <a:lnTo>
                  <a:pt x="722" y="392"/>
                </a:lnTo>
                <a:lnTo>
                  <a:pt x="721" y="392"/>
                </a:lnTo>
                <a:lnTo>
                  <a:pt x="720" y="392"/>
                </a:lnTo>
                <a:lnTo>
                  <a:pt x="719" y="393"/>
                </a:lnTo>
                <a:lnTo>
                  <a:pt x="719" y="394"/>
                </a:lnTo>
                <a:lnTo>
                  <a:pt x="719" y="393"/>
                </a:lnTo>
                <a:lnTo>
                  <a:pt x="719" y="394"/>
                </a:lnTo>
                <a:lnTo>
                  <a:pt x="718" y="394"/>
                </a:lnTo>
                <a:lnTo>
                  <a:pt x="718" y="395"/>
                </a:lnTo>
                <a:lnTo>
                  <a:pt x="718" y="396"/>
                </a:lnTo>
                <a:lnTo>
                  <a:pt x="719" y="396"/>
                </a:lnTo>
                <a:lnTo>
                  <a:pt x="719" y="397"/>
                </a:lnTo>
                <a:lnTo>
                  <a:pt x="719" y="398"/>
                </a:lnTo>
                <a:lnTo>
                  <a:pt x="719" y="399"/>
                </a:lnTo>
                <a:lnTo>
                  <a:pt x="718" y="399"/>
                </a:lnTo>
                <a:lnTo>
                  <a:pt x="716" y="400"/>
                </a:lnTo>
                <a:lnTo>
                  <a:pt x="715" y="400"/>
                </a:lnTo>
                <a:lnTo>
                  <a:pt x="714" y="400"/>
                </a:lnTo>
                <a:lnTo>
                  <a:pt x="713" y="400"/>
                </a:lnTo>
                <a:lnTo>
                  <a:pt x="712" y="400"/>
                </a:lnTo>
                <a:lnTo>
                  <a:pt x="712" y="401"/>
                </a:lnTo>
                <a:lnTo>
                  <a:pt x="712" y="400"/>
                </a:lnTo>
                <a:lnTo>
                  <a:pt x="711" y="400"/>
                </a:lnTo>
                <a:lnTo>
                  <a:pt x="711" y="399"/>
                </a:lnTo>
                <a:lnTo>
                  <a:pt x="710" y="398"/>
                </a:lnTo>
                <a:lnTo>
                  <a:pt x="710" y="397"/>
                </a:lnTo>
                <a:lnTo>
                  <a:pt x="709" y="397"/>
                </a:lnTo>
                <a:lnTo>
                  <a:pt x="708" y="396"/>
                </a:lnTo>
                <a:lnTo>
                  <a:pt x="709" y="396"/>
                </a:lnTo>
                <a:lnTo>
                  <a:pt x="710" y="395"/>
                </a:lnTo>
                <a:lnTo>
                  <a:pt x="709" y="394"/>
                </a:lnTo>
                <a:lnTo>
                  <a:pt x="709" y="395"/>
                </a:lnTo>
                <a:lnTo>
                  <a:pt x="708" y="395"/>
                </a:lnTo>
                <a:lnTo>
                  <a:pt x="708" y="396"/>
                </a:lnTo>
                <a:lnTo>
                  <a:pt x="708" y="397"/>
                </a:lnTo>
                <a:lnTo>
                  <a:pt x="710" y="398"/>
                </a:lnTo>
                <a:lnTo>
                  <a:pt x="710" y="399"/>
                </a:lnTo>
                <a:lnTo>
                  <a:pt x="711" y="400"/>
                </a:lnTo>
                <a:lnTo>
                  <a:pt x="710" y="400"/>
                </a:lnTo>
                <a:lnTo>
                  <a:pt x="710" y="401"/>
                </a:lnTo>
                <a:lnTo>
                  <a:pt x="711" y="401"/>
                </a:lnTo>
                <a:lnTo>
                  <a:pt x="710" y="401"/>
                </a:lnTo>
                <a:lnTo>
                  <a:pt x="710" y="402"/>
                </a:lnTo>
                <a:lnTo>
                  <a:pt x="709" y="403"/>
                </a:lnTo>
                <a:lnTo>
                  <a:pt x="709" y="404"/>
                </a:lnTo>
                <a:lnTo>
                  <a:pt x="708" y="404"/>
                </a:lnTo>
                <a:lnTo>
                  <a:pt x="708" y="405"/>
                </a:lnTo>
                <a:lnTo>
                  <a:pt x="707" y="406"/>
                </a:lnTo>
                <a:lnTo>
                  <a:pt x="706" y="406"/>
                </a:lnTo>
                <a:lnTo>
                  <a:pt x="706" y="407"/>
                </a:lnTo>
                <a:lnTo>
                  <a:pt x="705" y="408"/>
                </a:lnTo>
                <a:lnTo>
                  <a:pt x="705" y="407"/>
                </a:lnTo>
                <a:lnTo>
                  <a:pt x="704" y="407"/>
                </a:lnTo>
                <a:lnTo>
                  <a:pt x="704" y="408"/>
                </a:lnTo>
                <a:lnTo>
                  <a:pt x="705" y="408"/>
                </a:lnTo>
                <a:lnTo>
                  <a:pt x="705" y="409"/>
                </a:lnTo>
                <a:lnTo>
                  <a:pt x="704" y="409"/>
                </a:lnTo>
                <a:lnTo>
                  <a:pt x="704" y="410"/>
                </a:lnTo>
                <a:lnTo>
                  <a:pt x="703" y="410"/>
                </a:lnTo>
                <a:lnTo>
                  <a:pt x="703" y="411"/>
                </a:lnTo>
                <a:lnTo>
                  <a:pt x="702" y="411"/>
                </a:lnTo>
                <a:lnTo>
                  <a:pt x="701" y="411"/>
                </a:lnTo>
                <a:lnTo>
                  <a:pt x="701" y="412"/>
                </a:lnTo>
                <a:lnTo>
                  <a:pt x="701" y="411"/>
                </a:lnTo>
                <a:lnTo>
                  <a:pt x="701" y="410"/>
                </a:lnTo>
                <a:lnTo>
                  <a:pt x="700" y="410"/>
                </a:lnTo>
                <a:lnTo>
                  <a:pt x="699" y="410"/>
                </a:lnTo>
                <a:lnTo>
                  <a:pt x="699" y="409"/>
                </a:lnTo>
                <a:lnTo>
                  <a:pt x="699" y="408"/>
                </a:lnTo>
                <a:lnTo>
                  <a:pt x="699" y="407"/>
                </a:lnTo>
                <a:lnTo>
                  <a:pt x="699" y="406"/>
                </a:lnTo>
                <a:lnTo>
                  <a:pt x="698" y="406"/>
                </a:lnTo>
                <a:lnTo>
                  <a:pt x="698" y="407"/>
                </a:lnTo>
                <a:lnTo>
                  <a:pt x="698" y="408"/>
                </a:lnTo>
                <a:lnTo>
                  <a:pt x="698" y="409"/>
                </a:lnTo>
                <a:lnTo>
                  <a:pt x="698" y="410"/>
                </a:lnTo>
                <a:lnTo>
                  <a:pt x="698" y="411"/>
                </a:lnTo>
                <a:lnTo>
                  <a:pt x="699" y="411"/>
                </a:lnTo>
                <a:lnTo>
                  <a:pt x="700" y="411"/>
                </a:lnTo>
                <a:lnTo>
                  <a:pt x="700" y="412"/>
                </a:lnTo>
                <a:lnTo>
                  <a:pt x="699" y="412"/>
                </a:lnTo>
                <a:lnTo>
                  <a:pt x="699" y="413"/>
                </a:lnTo>
                <a:lnTo>
                  <a:pt x="698" y="413"/>
                </a:lnTo>
                <a:lnTo>
                  <a:pt x="698" y="414"/>
                </a:lnTo>
                <a:lnTo>
                  <a:pt x="697" y="414"/>
                </a:lnTo>
                <a:lnTo>
                  <a:pt x="697" y="413"/>
                </a:lnTo>
                <a:lnTo>
                  <a:pt x="696" y="413"/>
                </a:lnTo>
                <a:lnTo>
                  <a:pt x="696" y="412"/>
                </a:lnTo>
                <a:lnTo>
                  <a:pt x="695" y="412"/>
                </a:lnTo>
                <a:lnTo>
                  <a:pt x="696" y="413"/>
                </a:lnTo>
                <a:lnTo>
                  <a:pt x="696" y="414"/>
                </a:lnTo>
                <a:lnTo>
                  <a:pt x="697" y="414"/>
                </a:lnTo>
                <a:lnTo>
                  <a:pt x="696" y="415"/>
                </a:lnTo>
                <a:lnTo>
                  <a:pt x="696" y="416"/>
                </a:lnTo>
                <a:lnTo>
                  <a:pt x="695" y="416"/>
                </a:lnTo>
                <a:lnTo>
                  <a:pt x="694" y="417"/>
                </a:lnTo>
                <a:lnTo>
                  <a:pt x="694" y="418"/>
                </a:lnTo>
                <a:lnTo>
                  <a:pt x="693" y="418"/>
                </a:lnTo>
                <a:lnTo>
                  <a:pt x="693" y="419"/>
                </a:lnTo>
                <a:lnTo>
                  <a:pt x="693" y="420"/>
                </a:lnTo>
                <a:lnTo>
                  <a:pt x="693" y="421"/>
                </a:lnTo>
                <a:lnTo>
                  <a:pt x="694" y="423"/>
                </a:lnTo>
                <a:lnTo>
                  <a:pt x="694" y="424"/>
                </a:lnTo>
                <a:lnTo>
                  <a:pt x="695" y="424"/>
                </a:lnTo>
                <a:lnTo>
                  <a:pt x="696" y="424"/>
                </a:lnTo>
                <a:lnTo>
                  <a:pt x="697" y="424"/>
                </a:lnTo>
                <a:lnTo>
                  <a:pt x="698" y="424"/>
                </a:lnTo>
                <a:lnTo>
                  <a:pt x="698" y="425"/>
                </a:lnTo>
                <a:lnTo>
                  <a:pt x="699" y="425"/>
                </a:lnTo>
                <a:lnTo>
                  <a:pt x="698" y="425"/>
                </a:lnTo>
                <a:lnTo>
                  <a:pt x="699" y="425"/>
                </a:lnTo>
                <a:lnTo>
                  <a:pt x="699" y="426"/>
                </a:lnTo>
                <a:lnTo>
                  <a:pt x="699" y="427"/>
                </a:lnTo>
                <a:lnTo>
                  <a:pt x="698" y="428"/>
                </a:lnTo>
                <a:lnTo>
                  <a:pt x="697" y="428"/>
                </a:lnTo>
                <a:lnTo>
                  <a:pt x="697" y="427"/>
                </a:lnTo>
                <a:lnTo>
                  <a:pt x="697" y="426"/>
                </a:lnTo>
                <a:lnTo>
                  <a:pt x="696" y="426"/>
                </a:lnTo>
                <a:lnTo>
                  <a:pt x="696" y="427"/>
                </a:lnTo>
                <a:lnTo>
                  <a:pt x="695" y="427"/>
                </a:lnTo>
                <a:lnTo>
                  <a:pt x="694" y="426"/>
                </a:lnTo>
                <a:lnTo>
                  <a:pt x="693" y="426"/>
                </a:lnTo>
                <a:lnTo>
                  <a:pt x="692" y="427"/>
                </a:lnTo>
                <a:lnTo>
                  <a:pt x="692" y="428"/>
                </a:lnTo>
                <a:lnTo>
                  <a:pt x="691" y="428"/>
                </a:lnTo>
                <a:lnTo>
                  <a:pt x="691" y="429"/>
                </a:lnTo>
                <a:lnTo>
                  <a:pt x="690" y="429"/>
                </a:lnTo>
                <a:lnTo>
                  <a:pt x="690" y="430"/>
                </a:lnTo>
                <a:lnTo>
                  <a:pt x="689" y="430"/>
                </a:lnTo>
                <a:lnTo>
                  <a:pt x="689" y="431"/>
                </a:lnTo>
                <a:lnTo>
                  <a:pt x="688" y="431"/>
                </a:lnTo>
                <a:lnTo>
                  <a:pt x="687" y="431"/>
                </a:lnTo>
                <a:lnTo>
                  <a:pt x="686" y="431"/>
                </a:lnTo>
                <a:lnTo>
                  <a:pt x="686" y="430"/>
                </a:lnTo>
                <a:lnTo>
                  <a:pt x="685" y="430"/>
                </a:lnTo>
                <a:lnTo>
                  <a:pt x="685" y="428"/>
                </a:lnTo>
                <a:lnTo>
                  <a:pt x="685" y="427"/>
                </a:lnTo>
                <a:lnTo>
                  <a:pt x="684" y="427"/>
                </a:lnTo>
                <a:lnTo>
                  <a:pt x="683" y="427"/>
                </a:lnTo>
                <a:lnTo>
                  <a:pt x="683" y="428"/>
                </a:lnTo>
                <a:lnTo>
                  <a:pt x="682" y="428"/>
                </a:lnTo>
                <a:lnTo>
                  <a:pt x="682" y="429"/>
                </a:lnTo>
                <a:lnTo>
                  <a:pt x="682" y="430"/>
                </a:lnTo>
                <a:lnTo>
                  <a:pt x="682" y="431"/>
                </a:lnTo>
                <a:lnTo>
                  <a:pt x="681" y="432"/>
                </a:lnTo>
                <a:lnTo>
                  <a:pt x="681" y="433"/>
                </a:lnTo>
                <a:lnTo>
                  <a:pt x="680" y="434"/>
                </a:lnTo>
                <a:lnTo>
                  <a:pt x="680" y="435"/>
                </a:lnTo>
                <a:lnTo>
                  <a:pt x="679" y="436"/>
                </a:lnTo>
                <a:lnTo>
                  <a:pt x="678" y="436"/>
                </a:lnTo>
                <a:lnTo>
                  <a:pt x="678" y="437"/>
                </a:lnTo>
                <a:lnTo>
                  <a:pt x="678" y="438"/>
                </a:lnTo>
                <a:lnTo>
                  <a:pt x="677" y="438"/>
                </a:lnTo>
                <a:lnTo>
                  <a:pt x="677" y="439"/>
                </a:lnTo>
                <a:lnTo>
                  <a:pt x="676" y="439"/>
                </a:lnTo>
                <a:lnTo>
                  <a:pt x="676" y="440"/>
                </a:lnTo>
                <a:lnTo>
                  <a:pt x="675" y="440"/>
                </a:lnTo>
                <a:lnTo>
                  <a:pt x="675" y="441"/>
                </a:lnTo>
                <a:lnTo>
                  <a:pt x="674" y="441"/>
                </a:lnTo>
                <a:lnTo>
                  <a:pt x="674" y="442"/>
                </a:lnTo>
                <a:lnTo>
                  <a:pt x="673" y="442"/>
                </a:lnTo>
                <a:lnTo>
                  <a:pt x="673" y="443"/>
                </a:lnTo>
                <a:lnTo>
                  <a:pt x="672" y="443"/>
                </a:lnTo>
                <a:lnTo>
                  <a:pt x="672" y="444"/>
                </a:lnTo>
                <a:lnTo>
                  <a:pt x="671" y="444"/>
                </a:lnTo>
                <a:lnTo>
                  <a:pt x="671" y="445"/>
                </a:lnTo>
                <a:lnTo>
                  <a:pt x="670" y="445"/>
                </a:lnTo>
                <a:lnTo>
                  <a:pt x="670" y="446"/>
                </a:lnTo>
                <a:lnTo>
                  <a:pt x="669" y="446"/>
                </a:lnTo>
                <a:lnTo>
                  <a:pt x="669" y="447"/>
                </a:lnTo>
                <a:lnTo>
                  <a:pt x="668" y="448"/>
                </a:lnTo>
                <a:lnTo>
                  <a:pt x="668" y="449"/>
                </a:lnTo>
                <a:lnTo>
                  <a:pt x="669" y="449"/>
                </a:lnTo>
                <a:lnTo>
                  <a:pt x="669" y="450"/>
                </a:lnTo>
                <a:lnTo>
                  <a:pt x="668" y="450"/>
                </a:lnTo>
                <a:lnTo>
                  <a:pt x="668" y="451"/>
                </a:lnTo>
                <a:lnTo>
                  <a:pt x="669" y="451"/>
                </a:lnTo>
                <a:lnTo>
                  <a:pt x="669" y="453"/>
                </a:lnTo>
                <a:lnTo>
                  <a:pt x="669" y="454"/>
                </a:lnTo>
                <a:lnTo>
                  <a:pt x="669" y="455"/>
                </a:lnTo>
                <a:lnTo>
                  <a:pt x="668" y="455"/>
                </a:lnTo>
                <a:lnTo>
                  <a:pt x="668" y="456"/>
                </a:lnTo>
                <a:lnTo>
                  <a:pt x="667" y="456"/>
                </a:lnTo>
                <a:lnTo>
                  <a:pt x="667" y="457"/>
                </a:lnTo>
                <a:lnTo>
                  <a:pt x="667" y="456"/>
                </a:lnTo>
                <a:lnTo>
                  <a:pt x="666" y="456"/>
                </a:lnTo>
                <a:lnTo>
                  <a:pt x="667" y="456"/>
                </a:lnTo>
                <a:lnTo>
                  <a:pt x="667" y="457"/>
                </a:lnTo>
                <a:lnTo>
                  <a:pt x="666" y="457"/>
                </a:lnTo>
                <a:lnTo>
                  <a:pt x="666" y="458"/>
                </a:lnTo>
                <a:lnTo>
                  <a:pt x="666" y="457"/>
                </a:lnTo>
                <a:lnTo>
                  <a:pt x="666" y="458"/>
                </a:lnTo>
                <a:lnTo>
                  <a:pt x="665" y="458"/>
                </a:lnTo>
                <a:lnTo>
                  <a:pt x="665" y="459"/>
                </a:lnTo>
                <a:lnTo>
                  <a:pt x="664" y="459"/>
                </a:lnTo>
                <a:lnTo>
                  <a:pt x="663" y="459"/>
                </a:lnTo>
                <a:lnTo>
                  <a:pt x="662" y="459"/>
                </a:lnTo>
                <a:lnTo>
                  <a:pt x="662" y="460"/>
                </a:lnTo>
                <a:lnTo>
                  <a:pt x="661" y="460"/>
                </a:lnTo>
                <a:lnTo>
                  <a:pt x="660" y="460"/>
                </a:lnTo>
                <a:lnTo>
                  <a:pt x="660" y="461"/>
                </a:lnTo>
                <a:lnTo>
                  <a:pt x="659" y="461"/>
                </a:lnTo>
                <a:lnTo>
                  <a:pt x="660" y="461"/>
                </a:lnTo>
                <a:lnTo>
                  <a:pt x="659" y="461"/>
                </a:lnTo>
                <a:lnTo>
                  <a:pt x="659" y="462"/>
                </a:lnTo>
                <a:lnTo>
                  <a:pt x="658" y="462"/>
                </a:lnTo>
                <a:lnTo>
                  <a:pt x="658" y="463"/>
                </a:lnTo>
                <a:lnTo>
                  <a:pt x="657" y="463"/>
                </a:lnTo>
                <a:lnTo>
                  <a:pt x="657" y="464"/>
                </a:lnTo>
                <a:lnTo>
                  <a:pt x="656" y="465"/>
                </a:lnTo>
                <a:lnTo>
                  <a:pt x="656" y="466"/>
                </a:lnTo>
                <a:lnTo>
                  <a:pt x="655" y="466"/>
                </a:lnTo>
                <a:lnTo>
                  <a:pt x="655" y="467"/>
                </a:lnTo>
                <a:lnTo>
                  <a:pt x="654" y="467"/>
                </a:lnTo>
                <a:lnTo>
                  <a:pt x="654" y="468"/>
                </a:lnTo>
                <a:lnTo>
                  <a:pt x="654" y="469"/>
                </a:lnTo>
                <a:lnTo>
                  <a:pt x="653" y="469"/>
                </a:lnTo>
                <a:lnTo>
                  <a:pt x="653" y="470"/>
                </a:lnTo>
                <a:lnTo>
                  <a:pt x="652" y="470"/>
                </a:lnTo>
                <a:lnTo>
                  <a:pt x="652" y="471"/>
                </a:lnTo>
                <a:lnTo>
                  <a:pt x="652" y="472"/>
                </a:lnTo>
                <a:lnTo>
                  <a:pt x="651" y="472"/>
                </a:lnTo>
                <a:lnTo>
                  <a:pt x="650" y="473"/>
                </a:lnTo>
                <a:lnTo>
                  <a:pt x="650" y="474"/>
                </a:lnTo>
                <a:lnTo>
                  <a:pt x="650" y="473"/>
                </a:lnTo>
                <a:lnTo>
                  <a:pt x="650" y="474"/>
                </a:lnTo>
                <a:lnTo>
                  <a:pt x="649" y="474"/>
                </a:lnTo>
                <a:lnTo>
                  <a:pt x="649" y="475"/>
                </a:lnTo>
                <a:lnTo>
                  <a:pt x="648" y="475"/>
                </a:lnTo>
                <a:lnTo>
                  <a:pt x="648" y="476"/>
                </a:lnTo>
                <a:lnTo>
                  <a:pt x="648" y="477"/>
                </a:lnTo>
                <a:lnTo>
                  <a:pt x="648" y="478"/>
                </a:lnTo>
                <a:lnTo>
                  <a:pt x="648" y="479"/>
                </a:lnTo>
                <a:lnTo>
                  <a:pt x="647" y="479"/>
                </a:lnTo>
                <a:lnTo>
                  <a:pt x="648" y="479"/>
                </a:lnTo>
                <a:lnTo>
                  <a:pt x="647" y="479"/>
                </a:lnTo>
                <a:lnTo>
                  <a:pt x="648" y="479"/>
                </a:lnTo>
                <a:lnTo>
                  <a:pt x="648" y="478"/>
                </a:lnTo>
                <a:lnTo>
                  <a:pt x="647" y="478"/>
                </a:lnTo>
                <a:lnTo>
                  <a:pt x="647" y="479"/>
                </a:lnTo>
                <a:lnTo>
                  <a:pt x="647" y="480"/>
                </a:lnTo>
                <a:lnTo>
                  <a:pt x="647" y="481"/>
                </a:lnTo>
                <a:lnTo>
                  <a:pt x="646" y="481"/>
                </a:lnTo>
                <a:lnTo>
                  <a:pt x="646" y="482"/>
                </a:lnTo>
                <a:lnTo>
                  <a:pt x="647" y="482"/>
                </a:lnTo>
                <a:lnTo>
                  <a:pt x="647" y="483"/>
                </a:lnTo>
                <a:lnTo>
                  <a:pt x="646" y="483"/>
                </a:lnTo>
                <a:lnTo>
                  <a:pt x="645" y="483"/>
                </a:lnTo>
                <a:lnTo>
                  <a:pt x="644" y="483"/>
                </a:lnTo>
                <a:lnTo>
                  <a:pt x="645" y="483"/>
                </a:lnTo>
                <a:lnTo>
                  <a:pt x="645" y="482"/>
                </a:lnTo>
                <a:lnTo>
                  <a:pt x="646" y="482"/>
                </a:lnTo>
                <a:lnTo>
                  <a:pt x="645" y="482"/>
                </a:lnTo>
                <a:lnTo>
                  <a:pt x="646" y="482"/>
                </a:lnTo>
                <a:lnTo>
                  <a:pt x="645" y="482"/>
                </a:lnTo>
                <a:lnTo>
                  <a:pt x="645" y="483"/>
                </a:lnTo>
                <a:lnTo>
                  <a:pt x="644" y="483"/>
                </a:lnTo>
                <a:lnTo>
                  <a:pt x="643" y="483"/>
                </a:lnTo>
                <a:lnTo>
                  <a:pt x="643" y="484"/>
                </a:lnTo>
                <a:lnTo>
                  <a:pt x="642" y="484"/>
                </a:lnTo>
                <a:lnTo>
                  <a:pt x="642" y="485"/>
                </a:lnTo>
                <a:lnTo>
                  <a:pt x="642" y="486"/>
                </a:lnTo>
                <a:lnTo>
                  <a:pt x="642" y="487"/>
                </a:lnTo>
                <a:lnTo>
                  <a:pt x="641" y="487"/>
                </a:lnTo>
                <a:lnTo>
                  <a:pt x="641" y="488"/>
                </a:lnTo>
                <a:lnTo>
                  <a:pt x="641" y="489"/>
                </a:lnTo>
                <a:lnTo>
                  <a:pt x="640" y="489"/>
                </a:lnTo>
                <a:lnTo>
                  <a:pt x="639" y="489"/>
                </a:lnTo>
                <a:lnTo>
                  <a:pt x="639" y="490"/>
                </a:lnTo>
                <a:lnTo>
                  <a:pt x="639" y="491"/>
                </a:lnTo>
                <a:lnTo>
                  <a:pt x="638" y="491"/>
                </a:lnTo>
                <a:lnTo>
                  <a:pt x="638" y="492"/>
                </a:lnTo>
                <a:lnTo>
                  <a:pt x="638" y="493"/>
                </a:lnTo>
                <a:lnTo>
                  <a:pt x="638" y="494"/>
                </a:lnTo>
                <a:lnTo>
                  <a:pt x="637" y="494"/>
                </a:lnTo>
                <a:lnTo>
                  <a:pt x="637" y="495"/>
                </a:lnTo>
                <a:lnTo>
                  <a:pt x="636" y="495"/>
                </a:lnTo>
                <a:lnTo>
                  <a:pt x="636" y="496"/>
                </a:lnTo>
                <a:lnTo>
                  <a:pt x="636" y="497"/>
                </a:lnTo>
                <a:lnTo>
                  <a:pt x="635" y="497"/>
                </a:lnTo>
                <a:lnTo>
                  <a:pt x="635" y="498"/>
                </a:lnTo>
                <a:lnTo>
                  <a:pt x="635" y="499"/>
                </a:lnTo>
                <a:lnTo>
                  <a:pt x="634" y="499"/>
                </a:lnTo>
                <a:lnTo>
                  <a:pt x="634" y="500"/>
                </a:lnTo>
                <a:lnTo>
                  <a:pt x="634" y="501"/>
                </a:lnTo>
                <a:lnTo>
                  <a:pt x="633" y="501"/>
                </a:lnTo>
                <a:lnTo>
                  <a:pt x="633" y="502"/>
                </a:lnTo>
                <a:lnTo>
                  <a:pt x="633" y="503"/>
                </a:lnTo>
                <a:lnTo>
                  <a:pt x="633" y="504"/>
                </a:lnTo>
                <a:lnTo>
                  <a:pt x="633" y="505"/>
                </a:lnTo>
                <a:lnTo>
                  <a:pt x="634" y="506"/>
                </a:lnTo>
                <a:lnTo>
                  <a:pt x="635" y="506"/>
                </a:lnTo>
                <a:lnTo>
                  <a:pt x="636" y="506"/>
                </a:lnTo>
                <a:lnTo>
                  <a:pt x="637" y="507"/>
                </a:lnTo>
                <a:lnTo>
                  <a:pt x="637" y="508"/>
                </a:lnTo>
                <a:lnTo>
                  <a:pt x="638" y="508"/>
                </a:lnTo>
                <a:lnTo>
                  <a:pt x="638" y="509"/>
                </a:lnTo>
                <a:lnTo>
                  <a:pt x="638" y="512"/>
                </a:lnTo>
                <a:lnTo>
                  <a:pt x="638" y="513"/>
                </a:lnTo>
                <a:lnTo>
                  <a:pt x="638" y="515"/>
                </a:lnTo>
                <a:lnTo>
                  <a:pt x="637" y="515"/>
                </a:lnTo>
                <a:lnTo>
                  <a:pt x="637" y="516"/>
                </a:lnTo>
                <a:lnTo>
                  <a:pt x="637" y="515"/>
                </a:lnTo>
                <a:lnTo>
                  <a:pt x="637" y="514"/>
                </a:lnTo>
                <a:lnTo>
                  <a:pt x="636" y="514"/>
                </a:lnTo>
                <a:lnTo>
                  <a:pt x="636" y="515"/>
                </a:lnTo>
                <a:lnTo>
                  <a:pt x="635" y="515"/>
                </a:lnTo>
                <a:lnTo>
                  <a:pt x="635" y="516"/>
                </a:lnTo>
                <a:lnTo>
                  <a:pt x="634" y="516"/>
                </a:lnTo>
                <a:lnTo>
                  <a:pt x="635" y="516"/>
                </a:lnTo>
                <a:lnTo>
                  <a:pt x="634" y="516"/>
                </a:lnTo>
                <a:lnTo>
                  <a:pt x="634" y="517"/>
                </a:lnTo>
                <a:lnTo>
                  <a:pt x="634" y="518"/>
                </a:lnTo>
                <a:lnTo>
                  <a:pt x="633" y="518"/>
                </a:lnTo>
                <a:lnTo>
                  <a:pt x="632" y="518"/>
                </a:lnTo>
                <a:lnTo>
                  <a:pt x="631" y="518"/>
                </a:lnTo>
                <a:lnTo>
                  <a:pt x="631" y="519"/>
                </a:lnTo>
                <a:lnTo>
                  <a:pt x="631" y="520"/>
                </a:lnTo>
                <a:lnTo>
                  <a:pt x="631" y="521"/>
                </a:lnTo>
                <a:lnTo>
                  <a:pt x="631" y="522"/>
                </a:lnTo>
                <a:lnTo>
                  <a:pt x="632" y="521"/>
                </a:lnTo>
                <a:lnTo>
                  <a:pt x="632" y="522"/>
                </a:lnTo>
                <a:lnTo>
                  <a:pt x="632" y="523"/>
                </a:lnTo>
                <a:lnTo>
                  <a:pt x="631" y="523"/>
                </a:lnTo>
                <a:lnTo>
                  <a:pt x="631" y="524"/>
                </a:lnTo>
                <a:lnTo>
                  <a:pt x="630" y="524"/>
                </a:lnTo>
                <a:lnTo>
                  <a:pt x="629" y="524"/>
                </a:lnTo>
                <a:lnTo>
                  <a:pt x="628" y="524"/>
                </a:lnTo>
                <a:lnTo>
                  <a:pt x="628" y="525"/>
                </a:lnTo>
                <a:lnTo>
                  <a:pt x="627" y="525"/>
                </a:lnTo>
                <a:lnTo>
                  <a:pt x="626" y="526"/>
                </a:lnTo>
                <a:lnTo>
                  <a:pt x="625" y="527"/>
                </a:lnTo>
                <a:lnTo>
                  <a:pt x="625" y="528"/>
                </a:lnTo>
                <a:lnTo>
                  <a:pt x="625" y="530"/>
                </a:lnTo>
                <a:lnTo>
                  <a:pt x="625" y="531"/>
                </a:lnTo>
                <a:lnTo>
                  <a:pt x="624" y="531"/>
                </a:lnTo>
                <a:lnTo>
                  <a:pt x="625" y="532"/>
                </a:lnTo>
                <a:lnTo>
                  <a:pt x="625" y="533"/>
                </a:lnTo>
                <a:lnTo>
                  <a:pt x="625" y="534"/>
                </a:lnTo>
                <a:lnTo>
                  <a:pt x="625" y="535"/>
                </a:lnTo>
                <a:lnTo>
                  <a:pt x="625" y="536"/>
                </a:lnTo>
                <a:lnTo>
                  <a:pt x="624" y="537"/>
                </a:lnTo>
                <a:lnTo>
                  <a:pt x="624" y="538"/>
                </a:lnTo>
                <a:lnTo>
                  <a:pt x="623" y="538"/>
                </a:lnTo>
                <a:lnTo>
                  <a:pt x="623" y="539"/>
                </a:lnTo>
                <a:lnTo>
                  <a:pt x="622" y="539"/>
                </a:lnTo>
                <a:lnTo>
                  <a:pt x="622" y="540"/>
                </a:lnTo>
                <a:lnTo>
                  <a:pt x="621" y="540"/>
                </a:lnTo>
                <a:lnTo>
                  <a:pt x="621" y="541"/>
                </a:lnTo>
                <a:lnTo>
                  <a:pt x="620" y="541"/>
                </a:lnTo>
                <a:lnTo>
                  <a:pt x="621" y="542"/>
                </a:lnTo>
                <a:lnTo>
                  <a:pt x="621" y="544"/>
                </a:lnTo>
                <a:lnTo>
                  <a:pt x="619" y="542"/>
                </a:lnTo>
                <a:lnTo>
                  <a:pt x="618" y="541"/>
                </a:lnTo>
                <a:lnTo>
                  <a:pt x="617" y="541"/>
                </a:lnTo>
                <a:lnTo>
                  <a:pt x="617" y="542"/>
                </a:lnTo>
                <a:lnTo>
                  <a:pt x="616" y="543"/>
                </a:lnTo>
                <a:lnTo>
                  <a:pt x="615" y="543"/>
                </a:lnTo>
                <a:lnTo>
                  <a:pt x="613" y="544"/>
                </a:lnTo>
                <a:lnTo>
                  <a:pt x="613" y="543"/>
                </a:lnTo>
                <a:lnTo>
                  <a:pt x="609" y="546"/>
                </a:lnTo>
                <a:lnTo>
                  <a:pt x="608" y="547"/>
                </a:lnTo>
                <a:lnTo>
                  <a:pt x="607" y="548"/>
                </a:lnTo>
                <a:lnTo>
                  <a:pt x="606" y="548"/>
                </a:lnTo>
                <a:lnTo>
                  <a:pt x="604" y="549"/>
                </a:lnTo>
                <a:lnTo>
                  <a:pt x="603" y="550"/>
                </a:lnTo>
                <a:lnTo>
                  <a:pt x="599" y="549"/>
                </a:lnTo>
                <a:lnTo>
                  <a:pt x="597" y="548"/>
                </a:lnTo>
                <a:lnTo>
                  <a:pt x="596" y="548"/>
                </a:lnTo>
                <a:lnTo>
                  <a:pt x="594" y="549"/>
                </a:lnTo>
                <a:lnTo>
                  <a:pt x="592" y="549"/>
                </a:lnTo>
                <a:lnTo>
                  <a:pt x="592" y="548"/>
                </a:lnTo>
                <a:lnTo>
                  <a:pt x="591" y="548"/>
                </a:lnTo>
                <a:lnTo>
                  <a:pt x="591" y="549"/>
                </a:lnTo>
                <a:lnTo>
                  <a:pt x="589" y="549"/>
                </a:lnTo>
                <a:lnTo>
                  <a:pt x="588" y="549"/>
                </a:lnTo>
                <a:lnTo>
                  <a:pt x="586" y="549"/>
                </a:lnTo>
                <a:lnTo>
                  <a:pt x="585" y="549"/>
                </a:lnTo>
                <a:lnTo>
                  <a:pt x="584" y="549"/>
                </a:lnTo>
                <a:lnTo>
                  <a:pt x="585" y="548"/>
                </a:lnTo>
                <a:lnTo>
                  <a:pt x="585" y="547"/>
                </a:lnTo>
                <a:lnTo>
                  <a:pt x="584" y="547"/>
                </a:lnTo>
                <a:lnTo>
                  <a:pt x="584" y="548"/>
                </a:lnTo>
                <a:lnTo>
                  <a:pt x="583" y="548"/>
                </a:lnTo>
                <a:lnTo>
                  <a:pt x="582" y="549"/>
                </a:lnTo>
                <a:lnTo>
                  <a:pt x="581" y="549"/>
                </a:lnTo>
                <a:lnTo>
                  <a:pt x="580" y="549"/>
                </a:lnTo>
                <a:lnTo>
                  <a:pt x="579" y="551"/>
                </a:lnTo>
                <a:lnTo>
                  <a:pt x="578" y="551"/>
                </a:lnTo>
                <a:lnTo>
                  <a:pt x="577" y="551"/>
                </a:lnTo>
                <a:lnTo>
                  <a:pt x="576" y="552"/>
                </a:lnTo>
                <a:lnTo>
                  <a:pt x="575" y="552"/>
                </a:lnTo>
                <a:lnTo>
                  <a:pt x="574" y="552"/>
                </a:lnTo>
                <a:lnTo>
                  <a:pt x="573" y="552"/>
                </a:lnTo>
                <a:lnTo>
                  <a:pt x="569" y="554"/>
                </a:lnTo>
                <a:lnTo>
                  <a:pt x="568" y="554"/>
                </a:lnTo>
                <a:lnTo>
                  <a:pt x="567" y="553"/>
                </a:lnTo>
                <a:lnTo>
                  <a:pt x="566" y="553"/>
                </a:lnTo>
                <a:lnTo>
                  <a:pt x="564" y="551"/>
                </a:lnTo>
                <a:lnTo>
                  <a:pt x="563" y="551"/>
                </a:lnTo>
                <a:lnTo>
                  <a:pt x="563" y="550"/>
                </a:lnTo>
                <a:lnTo>
                  <a:pt x="562" y="549"/>
                </a:lnTo>
                <a:lnTo>
                  <a:pt x="561" y="549"/>
                </a:lnTo>
                <a:lnTo>
                  <a:pt x="562" y="551"/>
                </a:lnTo>
                <a:lnTo>
                  <a:pt x="563" y="552"/>
                </a:lnTo>
                <a:lnTo>
                  <a:pt x="563" y="553"/>
                </a:lnTo>
                <a:lnTo>
                  <a:pt x="561" y="553"/>
                </a:lnTo>
                <a:lnTo>
                  <a:pt x="561" y="554"/>
                </a:lnTo>
                <a:lnTo>
                  <a:pt x="562" y="555"/>
                </a:lnTo>
                <a:lnTo>
                  <a:pt x="562" y="556"/>
                </a:lnTo>
                <a:lnTo>
                  <a:pt x="563" y="557"/>
                </a:lnTo>
                <a:lnTo>
                  <a:pt x="562" y="558"/>
                </a:lnTo>
                <a:lnTo>
                  <a:pt x="562" y="559"/>
                </a:lnTo>
                <a:lnTo>
                  <a:pt x="561" y="560"/>
                </a:lnTo>
                <a:lnTo>
                  <a:pt x="560" y="561"/>
                </a:lnTo>
                <a:lnTo>
                  <a:pt x="560" y="562"/>
                </a:lnTo>
                <a:lnTo>
                  <a:pt x="559" y="562"/>
                </a:lnTo>
                <a:lnTo>
                  <a:pt x="559" y="563"/>
                </a:lnTo>
                <a:lnTo>
                  <a:pt x="557" y="563"/>
                </a:lnTo>
                <a:lnTo>
                  <a:pt x="557" y="562"/>
                </a:lnTo>
                <a:lnTo>
                  <a:pt x="557" y="561"/>
                </a:lnTo>
                <a:lnTo>
                  <a:pt x="556" y="561"/>
                </a:lnTo>
                <a:lnTo>
                  <a:pt x="555" y="561"/>
                </a:lnTo>
                <a:lnTo>
                  <a:pt x="555" y="562"/>
                </a:lnTo>
                <a:lnTo>
                  <a:pt x="555" y="563"/>
                </a:lnTo>
                <a:lnTo>
                  <a:pt x="555" y="564"/>
                </a:lnTo>
                <a:lnTo>
                  <a:pt x="555" y="565"/>
                </a:lnTo>
                <a:lnTo>
                  <a:pt x="554" y="565"/>
                </a:lnTo>
                <a:lnTo>
                  <a:pt x="554" y="566"/>
                </a:lnTo>
                <a:lnTo>
                  <a:pt x="553" y="566"/>
                </a:lnTo>
                <a:lnTo>
                  <a:pt x="554" y="565"/>
                </a:lnTo>
                <a:lnTo>
                  <a:pt x="553" y="564"/>
                </a:lnTo>
                <a:lnTo>
                  <a:pt x="553" y="563"/>
                </a:lnTo>
                <a:lnTo>
                  <a:pt x="553" y="562"/>
                </a:lnTo>
                <a:lnTo>
                  <a:pt x="552" y="561"/>
                </a:lnTo>
                <a:lnTo>
                  <a:pt x="551" y="562"/>
                </a:lnTo>
                <a:lnTo>
                  <a:pt x="550" y="562"/>
                </a:lnTo>
                <a:lnTo>
                  <a:pt x="550" y="564"/>
                </a:lnTo>
                <a:lnTo>
                  <a:pt x="550" y="565"/>
                </a:lnTo>
                <a:lnTo>
                  <a:pt x="548" y="565"/>
                </a:lnTo>
                <a:lnTo>
                  <a:pt x="548" y="566"/>
                </a:lnTo>
                <a:lnTo>
                  <a:pt x="547" y="567"/>
                </a:lnTo>
                <a:lnTo>
                  <a:pt x="546" y="566"/>
                </a:lnTo>
                <a:lnTo>
                  <a:pt x="545" y="567"/>
                </a:lnTo>
                <a:lnTo>
                  <a:pt x="545" y="568"/>
                </a:lnTo>
                <a:lnTo>
                  <a:pt x="544" y="568"/>
                </a:lnTo>
                <a:lnTo>
                  <a:pt x="545" y="568"/>
                </a:lnTo>
                <a:lnTo>
                  <a:pt x="546" y="569"/>
                </a:lnTo>
                <a:lnTo>
                  <a:pt x="545" y="569"/>
                </a:lnTo>
                <a:lnTo>
                  <a:pt x="544" y="569"/>
                </a:lnTo>
                <a:lnTo>
                  <a:pt x="543" y="569"/>
                </a:lnTo>
                <a:lnTo>
                  <a:pt x="543" y="570"/>
                </a:lnTo>
                <a:lnTo>
                  <a:pt x="543" y="571"/>
                </a:lnTo>
                <a:lnTo>
                  <a:pt x="542" y="571"/>
                </a:lnTo>
                <a:lnTo>
                  <a:pt x="542" y="572"/>
                </a:lnTo>
                <a:lnTo>
                  <a:pt x="541" y="572"/>
                </a:lnTo>
                <a:lnTo>
                  <a:pt x="540" y="572"/>
                </a:lnTo>
                <a:lnTo>
                  <a:pt x="539" y="572"/>
                </a:lnTo>
                <a:lnTo>
                  <a:pt x="538" y="573"/>
                </a:lnTo>
                <a:lnTo>
                  <a:pt x="538" y="574"/>
                </a:lnTo>
                <a:lnTo>
                  <a:pt x="537" y="574"/>
                </a:lnTo>
                <a:lnTo>
                  <a:pt x="536" y="573"/>
                </a:lnTo>
                <a:lnTo>
                  <a:pt x="536" y="572"/>
                </a:lnTo>
                <a:lnTo>
                  <a:pt x="536" y="570"/>
                </a:lnTo>
                <a:lnTo>
                  <a:pt x="537" y="570"/>
                </a:lnTo>
                <a:lnTo>
                  <a:pt x="538" y="570"/>
                </a:lnTo>
                <a:lnTo>
                  <a:pt x="539" y="570"/>
                </a:lnTo>
                <a:lnTo>
                  <a:pt x="539" y="569"/>
                </a:lnTo>
                <a:lnTo>
                  <a:pt x="539" y="568"/>
                </a:lnTo>
                <a:lnTo>
                  <a:pt x="538" y="568"/>
                </a:lnTo>
                <a:lnTo>
                  <a:pt x="538" y="569"/>
                </a:lnTo>
                <a:lnTo>
                  <a:pt x="538" y="570"/>
                </a:lnTo>
                <a:lnTo>
                  <a:pt x="536" y="570"/>
                </a:lnTo>
                <a:lnTo>
                  <a:pt x="536" y="568"/>
                </a:lnTo>
                <a:lnTo>
                  <a:pt x="537" y="567"/>
                </a:lnTo>
                <a:lnTo>
                  <a:pt x="536" y="566"/>
                </a:lnTo>
                <a:lnTo>
                  <a:pt x="537" y="565"/>
                </a:lnTo>
                <a:lnTo>
                  <a:pt x="537" y="564"/>
                </a:lnTo>
                <a:lnTo>
                  <a:pt x="537" y="563"/>
                </a:lnTo>
                <a:lnTo>
                  <a:pt x="536" y="563"/>
                </a:lnTo>
                <a:lnTo>
                  <a:pt x="537" y="564"/>
                </a:lnTo>
                <a:lnTo>
                  <a:pt x="536" y="565"/>
                </a:lnTo>
                <a:lnTo>
                  <a:pt x="535" y="565"/>
                </a:lnTo>
                <a:lnTo>
                  <a:pt x="536" y="568"/>
                </a:lnTo>
                <a:lnTo>
                  <a:pt x="536" y="569"/>
                </a:lnTo>
                <a:lnTo>
                  <a:pt x="536" y="570"/>
                </a:lnTo>
                <a:lnTo>
                  <a:pt x="535" y="571"/>
                </a:lnTo>
                <a:lnTo>
                  <a:pt x="534" y="571"/>
                </a:lnTo>
                <a:lnTo>
                  <a:pt x="534" y="570"/>
                </a:lnTo>
                <a:lnTo>
                  <a:pt x="531" y="571"/>
                </a:lnTo>
                <a:lnTo>
                  <a:pt x="531" y="570"/>
                </a:lnTo>
                <a:lnTo>
                  <a:pt x="530" y="571"/>
                </a:lnTo>
                <a:lnTo>
                  <a:pt x="529" y="571"/>
                </a:lnTo>
                <a:lnTo>
                  <a:pt x="527" y="572"/>
                </a:lnTo>
                <a:lnTo>
                  <a:pt x="526" y="571"/>
                </a:lnTo>
                <a:lnTo>
                  <a:pt x="526" y="570"/>
                </a:lnTo>
                <a:lnTo>
                  <a:pt x="525" y="569"/>
                </a:lnTo>
                <a:lnTo>
                  <a:pt x="524" y="568"/>
                </a:lnTo>
                <a:lnTo>
                  <a:pt x="524" y="567"/>
                </a:lnTo>
                <a:lnTo>
                  <a:pt x="523" y="566"/>
                </a:lnTo>
                <a:lnTo>
                  <a:pt x="522" y="567"/>
                </a:lnTo>
                <a:lnTo>
                  <a:pt x="522" y="568"/>
                </a:lnTo>
                <a:lnTo>
                  <a:pt x="523" y="568"/>
                </a:lnTo>
                <a:lnTo>
                  <a:pt x="525" y="570"/>
                </a:lnTo>
                <a:lnTo>
                  <a:pt x="525" y="571"/>
                </a:lnTo>
                <a:lnTo>
                  <a:pt x="522" y="572"/>
                </a:lnTo>
                <a:lnTo>
                  <a:pt x="524" y="574"/>
                </a:lnTo>
                <a:lnTo>
                  <a:pt x="523" y="575"/>
                </a:lnTo>
                <a:lnTo>
                  <a:pt x="522" y="574"/>
                </a:lnTo>
                <a:lnTo>
                  <a:pt x="521" y="574"/>
                </a:lnTo>
                <a:lnTo>
                  <a:pt x="520" y="573"/>
                </a:lnTo>
                <a:lnTo>
                  <a:pt x="519" y="573"/>
                </a:lnTo>
                <a:lnTo>
                  <a:pt x="519" y="574"/>
                </a:lnTo>
                <a:lnTo>
                  <a:pt x="519" y="575"/>
                </a:lnTo>
                <a:lnTo>
                  <a:pt x="520" y="575"/>
                </a:lnTo>
                <a:lnTo>
                  <a:pt x="521" y="575"/>
                </a:lnTo>
                <a:lnTo>
                  <a:pt x="522" y="575"/>
                </a:lnTo>
                <a:lnTo>
                  <a:pt x="524" y="578"/>
                </a:lnTo>
                <a:lnTo>
                  <a:pt x="523" y="579"/>
                </a:lnTo>
                <a:lnTo>
                  <a:pt x="523" y="580"/>
                </a:lnTo>
                <a:lnTo>
                  <a:pt x="524" y="580"/>
                </a:lnTo>
                <a:lnTo>
                  <a:pt x="524" y="581"/>
                </a:lnTo>
                <a:lnTo>
                  <a:pt x="525" y="581"/>
                </a:lnTo>
                <a:lnTo>
                  <a:pt x="525" y="582"/>
                </a:lnTo>
                <a:lnTo>
                  <a:pt x="523" y="582"/>
                </a:lnTo>
                <a:lnTo>
                  <a:pt x="522" y="583"/>
                </a:lnTo>
                <a:lnTo>
                  <a:pt x="521" y="583"/>
                </a:lnTo>
                <a:lnTo>
                  <a:pt x="519" y="583"/>
                </a:lnTo>
                <a:lnTo>
                  <a:pt x="519" y="582"/>
                </a:lnTo>
                <a:lnTo>
                  <a:pt x="518" y="582"/>
                </a:lnTo>
                <a:lnTo>
                  <a:pt x="518" y="583"/>
                </a:lnTo>
                <a:lnTo>
                  <a:pt x="518" y="584"/>
                </a:lnTo>
                <a:lnTo>
                  <a:pt x="517" y="584"/>
                </a:lnTo>
                <a:lnTo>
                  <a:pt x="518" y="584"/>
                </a:lnTo>
                <a:lnTo>
                  <a:pt x="518" y="585"/>
                </a:lnTo>
                <a:lnTo>
                  <a:pt x="519" y="585"/>
                </a:lnTo>
                <a:lnTo>
                  <a:pt x="519" y="586"/>
                </a:lnTo>
                <a:lnTo>
                  <a:pt x="518" y="587"/>
                </a:lnTo>
                <a:lnTo>
                  <a:pt x="517" y="587"/>
                </a:lnTo>
                <a:lnTo>
                  <a:pt x="515" y="588"/>
                </a:lnTo>
                <a:lnTo>
                  <a:pt x="515" y="587"/>
                </a:lnTo>
                <a:lnTo>
                  <a:pt x="514" y="588"/>
                </a:lnTo>
                <a:lnTo>
                  <a:pt x="514" y="587"/>
                </a:lnTo>
                <a:lnTo>
                  <a:pt x="513" y="587"/>
                </a:lnTo>
                <a:lnTo>
                  <a:pt x="513" y="588"/>
                </a:lnTo>
                <a:lnTo>
                  <a:pt x="512" y="588"/>
                </a:lnTo>
                <a:lnTo>
                  <a:pt x="513" y="589"/>
                </a:lnTo>
                <a:lnTo>
                  <a:pt x="512" y="590"/>
                </a:lnTo>
                <a:lnTo>
                  <a:pt x="511" y="591"/>
                </a:lnTo>
                <a:lnTo>
                  <a:pt x="511" y="592"/>
                </a:lnTo>
                <a:lnTo>
                  <a:pt x="510" y="592"/>
                </a:lnTo>
                <a:lnTo>
                  <a:pt x="508" y="591"/>
                </a:lnTo>
                <a:lnTo>
                  <a:pt x="509" y="590"/>
                </a:lnTo>
                <a:lnTo>
                  <a:pt x="508" y="590"/>
                </a:lnTo>
                <a:lnTo>
                  <a:pt x="506" y="589"/>
                </a:lnTo>
                <a:lnTo>
                  <a:pt x="506" y="588"/>
                </a:lnTo>
                <a:lnTo>
                  <a:pt x="505" y="589"/>
                </a:lnTo>
                <a:lnTo>
                  <a:pt x="506" y="591"/>
                </a:lnTo>
                <a:lnTo>
                  <a:pt x="505" y="591"/>
                </a:lnTo>
                <a:lnTo>
                  <a:pt x="504" y="591"/>
                </a:lnTo>
                <a:lnTo>
                  <a:pt x="504" y="592"/>
                </a:lnTo>
                <a:lnTo>
                  <a:pt x="504" y="591"/>
                </a:lnTo>
                <a:lnTo>
                  <a:pt x="503" y="590"/>
                </a:lnTo>
                <a:lnTo>
                  <a:pt x="502" y="591"/>
                </a:lnTo>
                <a:lnTo>
                  <a:pt x="501" y="592"/>
                </a:lnTo>
                <a:lnTo>
                  <a:pt x="500" y="592"/>
                </a:lnTo>
                <a:lnTo>
                  <a:pt x="500" y="591"/>
                </a:lnTo>
                <a:lnTo>
                  <a:pt x="499" y="591"/>
                </a:lnTo>
                <a:lnTo>
                  <a:pt x="498" y="592"/>
                </a:lnTo>
                <a:lnTo>
                  <a:pt x="497" y="592"/>
                </a:lnTo>
                <a:lnTo>
                  <a:pt x="496" y="592"/>
                </a:lnTo>
                <a:lnTo>
                  <a:pt x="496" y="591"/>
                </a:lnTo>
                <a:lnTo>
                  <a:pt x="495" y="591"/>
                </a:lnTo>
                <a:lnTo>
                  <a:pt x="495" y="590"/>
                </a:lnTo>
                <a:lnTo>
                  <a:pt x="495" y="591"/>
                </a:lnTo>
                <a:lnTo>
                  <a:pt x="495" y="592"/>
                </a:lnTo>
                <a:lnTo>
                  <a:pt x="494" y="593"/>
                </a:lnTo>
                <a:lnTo>
                  <a:pt x="493" y="593"/>
                </a:lnTo>
                <a:lnTo>
                  <a:pt x="492" y="593"/>
                </a:lnTo>
                <a:lnTo>
                  <a:pt x="492" y="594"/>
                </a:lnTo>
                <a:lnTo>
                  <a:pt x="493" y="594"/>
                </a:lnTo>
                <a:lnTo>
                  <a:pt x="494" y="594"/>
                </a:lnTo>
                <a:lnTo>
                  <a:pt x="495" y="594"/>
                </a:lnTo>
                <a:lnTo>
                  <a:pt x="495" y="595"/>
                </a:lnTo>
                <a:lnTo>
                  <a:pt x="494" y="595"/>
                </a:lnTo>
                <a:lnTo>
                  <a:pt x="494" y="596"/>
                </a:lnTo>
                <a:lnTo>
                  <a:pt x="493" y="596"/>
                </a:lnTo>
                <a:lnTo>
                  <a:pt x="492" y="598"/>
                </a:lnTo>
                <a:lnTo>
                  <a:pt x="492" y="599"/>
                </a:lnTo>
                <a:lnTo>
                  <a:pt x="492" y="600"/>
                </a:lnTo>
                <a:lnTo>
                  <a:pt x="493" y="600"/>
                </a:lnTo>
                <a:lnTo>
                  <a:pt x="492" y="600"/>
                </a:lnTo>
                <a:lnTo>
                  <a:pt x="493" y="602"/>
                </a:lnTo>
                <a:lnTo>
                  <a:pt x="490" y="603"/>
                </a:lnTo>
                <a:lnTo>
                  <a:pt x="489" y="601"/>
                </a:lnTo>
                <a:lnTo>
                  <a:pt x="485" y="603"/>
                </a:lnTo>
                <a:lnTo>
                  <a:pt x="485" y="602"/>
                </a:lnTo>
                <a:lnTo>
                  <a:pt x="482" y="604"/>
                </a:lnTo>
                <a:lnTo>
                  <a:pt x="481" y="604"/>
                </a:lnTo>
                <a:lnTo>
                  <a:pt x="479" y="605"/>
                </a:lnTo>
                <a:lnTo>
                  <a:pt x="479" y="606"/>
                </a:lnTo>
                <a:lnTo>
                  <a:pt x="478" y="606"/>
                </a:lnTo>
                <a:lnTo>
                  <a:pt x="479" y="609"/>
                </a:lnTo>
                <a:lnTo>
                  <a:pt x="477" y="611"/>
                </a:lnTo>
                <a:lnTo>
                  <a:pt x="475" y="608"/>
                </a:lnTo>
                <a:lnTo>
                  <a:pt x="474" y="608"/>
                </a:lnTo>
                <a:lnTo>
                  <a:pt x="473" y="610"/>
                </a:lnTo>
                <a:lnTo>
                  <a:pt x="476" y="611"/>
                </a:lnTo>
                <a:lnTo>
                  <a:pt x="467" y="618"/>
                </a:lnTo>
                <a:lnTo>
                  <a:pt x="464" y="617"/>
                </a:lnTo>
                <a:lnTo>
                  <a:pt x="464" y="618"/>
                </a:lnTo>
                <a:lnTo>
                  <a:pt x="463" y="619"/>
                </a:lnTo>
                <a:lnTo>
                  <a:pt x="463" y="621"/>
                </a:lnTo>
                <a:lnTo>
                  <a:pt x="462" y="621"/>
                </a:lnTo>
                <a:lnTo>
                  <a:pt x="461" y="621"/>
                </a:lnTo>
                <a:lnTo>
                  <a:pt x="461" y="620"/>
                </a:lnTo>
                <a:lnTo>
                  <a:pt x="459" y="618"/>
                </a:lnTo>
                <a:lnTo>
                  <a:pt x="458" y="619"/>
                </a:lnTo>
                <a:lnTo>
                  <a:pt x="458" y="620"/>
                </a:lnTo>
                <a:lnTo>
                  <a:pt x="459" y="620"/>
                </a:lnTo>
                <a:lnTo>
                  <a:pt x="459" y="621"/>
                </a:lnTo>
                <a:lnTo>
                  <a:pt x="459" y="622"/>
                </a:lnTo>
                <a:lnTo>
                  <a:pt x="459" y="623"/>
                </a:lnTo>
                <a:lnTo>
                  <a:pt x="459" y="624"/>
                </a:lnTo>
                <a:lnTo>
                  <a:pt x="458" y="625"/>
                </a:lnTo>
                <a:lnTo>
                  <a:pt x="458" y="626"/>
                </a:lnTo>
                <a:lnTo>
                  <a:pt x="457" y="626"/>
                </a:lnTo>
                <a:lnTo>
                  <a:pt x="458" y="625"/>
                </a:lnTo>
                <a:lnTo>
                  <a:pt x="457" y="625"/>
                </a:lnTo>
                <a:lnTo>
                  <a:pt x="457" y="626"/>
                </a:lnTo>
                <a:lnTo>
                  <a:pt x="456" y="626"/>
                </a:lnTo>
                <a:lnTo>
                  <a:pt x="457" y="627"/>
                </a:lnTo>
                <a:lnTo>
                  <a:pt x="457" y="628"/>
                </a:lnTo>
                <a:lnTo>
                  <a:pt x="457" y="627"/>
                </a:lnTo>
                <a:lnTo>
                  <a:pt x="456" y="627"/>
                </a:lnTo>
                <a:lnTo>
                  <a:pt x="455" y="627"/>
                </a:lnTo>
                <a:lnTo>
                  <a:pt x="456" y="628"/>
                </a:lnTo>
                <a:lnTo>
                  <a:pt x="455" y="628"/>
                </a:lnTo>
                <a:lnTo>
                  <a:pt x="454" y="629"/>
                </a:lnTo>
                <a:lnTo>
                  <a:pt x="453" y="630"/>
                </a:lnTo>
                <a:lnTo>
                  <a:pt x="453" y="631"/>
                </a:lnTo>
                <a:lnTo>
                  <a:pt x="452" y="631"/>
                </a:lnTo>
                <a:lnTo>
                  <a:pt x="452" y="630"/>
                </a:lnTo>
                <a:lnTo>
                  <a:pt x="453" y="629"/>
                </a:lnTo>
                <a:lnTo>
                  <a:pt x="452" y="628"/>
                </a:lnTo>
                <a:lnTo>
                  <a:pt x="451" y="628"/>
                </a:lnTo>
                <a:lnTo>
                  <a:pt x="451" y="629"/>
                </a:lnTo>
                <a:lnTo>
                  <a:pt x="451" y="630"/>
                </a:lnTo>
                <a:lnTo>
                  <a:pt x="452" y="630"/>
                </a:lnTo>
                <a:lnTo>
                  <a:pt x="451" y="632"/>
                </a:lnTo>
                <a:lnTo>
                  <a:pt x="451" y="633"/>
                </a:lnTo>
                <a:lnTo>
                  <a:pt x="452" y="634"/>
                </a:lnTo>
                <a:lnTo>
                  <a:pt x="452" y="635"/>
                </a:lnTo>
                <a:lnTo>
                  <a:pt x="452" y="636"/>
                </a:lnTo>
                <a:lnTo>
                  <a:pt x="453" y="636"/>
                </a:lnTo>
                <a:lnTo>
                  <a:pt x="452" y="637"/>
                </a:lnTo>
                <a:lnTo>
                  <a:pt x="451" y="635"/>
                </a:lnTo>
                <a:lnTo>
                  <a:pt x="448" y="639"/>
                </a:lnTo>
                <a:lnTo>
                  <a:pt x="447" y="639"/>
                </a:lnTo>
                <a:lnTo>
                  <a:pt x="446" y="640"/>
                </a:lnTo>
                <a:lnTo>
                  <a:pt x="445" y="639"/>
                </a:lnTo>
                <a:lnTo>
                  <a:pt x="446" y="641"/>
                </a:lnTo>
                <a:lnTo>
                  <a:pt x="445" y="642"/>
                </a:lnTo>
                <a:lnTo>
                  <a:pt x="444" y="642"/>
                </a:lnTo>
                <a:lnTo>
                  <a:pt x="443" y="642"/>
                </a:lnTo>
                <a:lnTo>
                  <a:pt x="442" y="642"/>
                </a:lnTo>
                <a:lnTo>
                  <a:pt x="440" y="643"/>
                </a:lnTo>
                <a:lnTo>
                  <a:pt x="440" y="641"/>
                </a:lnTo>
                <a:lnTo>
                  <a:pt x="438" y="641"/>
                </a:lnTo>
                <a:lnTo>
                  <a:pt x="435" y="642"/>
                </a:lnTo>
                <a:lnTo>
                  <a:pt x="434" y="642"/>
                </a:lnTo>
                <a:lnTo>
                  <a:pt x="433" y="643"/>
                </a:lnTo>
                <a:lnTo>
                  <a:pt x="433" y="645"/>
                </a:lnTo>
                <a:lnTo>
                  <a:pt x="429" y="647"/>
                </a:lnTo>
                <a:lnTo>
                  <a:pt x="428" y="648"/>
                </a:lnTo>
                <a:lnTo>
                  <a:pt x="427" y="648"/>
                </a:lnTo>
                <a:lnTo>
                  <a:pt x="427" y="649"/>
                </a:lnTo>
                <a:lnTo>
                  <a:pt x="428" y="649"/>
                </a:lnTo>
                <a:lnTo>
                  <a:pt x="428" y="650"/>
                </a:lnTo>
                <a:lnTo>
                  <a:pt x="425" y="653"/>
                </a:lnTo>
                <a:lnTo>
                  <a:pt x="424" y="652"/>
                </a:lnTo>
                <a:lnTo>
                  <a:pt x="424" y="653"/>
                </a:lnTo>
                <a:lnTo>
                  <a:pt x="425" y="653"/>
                </a:lnTo>
                <a:lnTo>
                  <a:pt x="425" y="654"/>
                </a:lnTo>
                <a:lnTo>
                  <a:pt x="426" y="655"/>
                </a:lnTo>
                <a:lnTo>
                  <a:pt x="426" y="656"/>
                </a:lnTo>
                <a:lnTo>
                  <a:pt x="426" y="657"/>
                </a:lnTo>
                <a:lnTo>
                  <a:pt x="425" y="656"/>
                </a:lnTo>
                <a:lnTo>
                  <a:pt x="424" y="655"/>
                </a:lnTo>
                <a:lnTo>
                  <a:pt x="423" y="655"/>
                </a:lnTo>
                <a:lnTo>
                  <a:pt x="421" y="659"/>
                </a:lnTo>
                <a:lnTo>
                  <a:pt x="420" y="659"/>
                </a:lnTo>
                <a:lnTo>
                  <a:pt x="419" y="659"/>
                </a:lnTo>
                <a:lnTo>
                  <a:pt x="419" y="658"/>
                </a:lnTo>
                <a:lnTo>
                  <a:pt x="418" y="658"/>
                </a:lnTo>
                <a:lnTo>
                  <a:pt x="418" y="659"/>
                </a:lnTo>
                <a:lnTo>
                  <a:pt x="419" y="660"/>
                </a:lnTo>
                <a:lnTo>
                  <a:pt x="420" y="660"/>
                </a:lnTo>
                <a:lnTo>
                  <a:pt x="421" y="660"/>
                </a:lnTo>
                <a:lnTo>
                  <a:pt x="421" y="661"/>
                </a:lnTo>
                <a:lnTo>
                  <a:pt x="421" y="662"/>
                </a:lnTo>
                <a:lnTo>
                  <a:pt x="420" y="664"/>
                </a:lnTo>
                <a:lnTo>
                  <a:pt x="419" y="665"/>
                </a:lnTo>
                <a:lnTo>
                  <a:pt x="419" y="666"/>
                </a:lnTo>
                <a:lnTo>
                  <a:pt x="420" y="666"/>
                </a:lnTo>
                <a:lnTo>
                  <a:pt x="420" y="667"/>
                </a:lnTo>
                <a:lnTo>
                  <a:pt x="419" y="667"/>
                </a:lnTo>
                <a:lnTo>
                  <a:pt x="419" y="668"/>
                </a:lnTo>
                <a:lnTo>
                  <a:pt x="419" y="667"/>
                </a:lnTo>
                <a:lnTo>
                  <a:pt x="418" y="667"/>
                </a:lnTo>
                <a:lnTo>
                  <a:pt x="417" y="667"/>
                </a:lnTo>
                <a:lnTo>
                  <a:pt x="417" y="668"/>
                </a:lnTo>
                <a:lnTo>
                  <a:pt x="416" y="668"/>
                </a:lnTo>
                <a:lnTo>
                  <a:pt x="416" y="669"/>
                </a:lnTo>
                <a:lnTo>
                  <a:pt x="416" y="670"/>
                </a:lnTo>
                <a:lnTo>
                  <a:pt x="415" y="670"/>
                </a:lnTo>
                <a:lnTo>
                  <a:pt x="415" y="669"/>
                </a:lnTo>
                <a:lnTo>
                  <a:pt x="414" y="670"/>
                </a:lnTo>
                <a:lnTo>
                  <a:pt x="413" y="670"/>
                </a:lnTo>
                <a:lnTo>
                  <a:pt x="412" y="671"/>
                </a:lnTo>
                <a:lnTo>
                  <a:pt x="412" y="672"/>
                </a:lnTo>
                <a:lnTo>
                  <a:pt x="411" y="672"/>
                </a:lnTo>
                <a:lnTo>
                  <a:pt x="411" y="673"/>
                </a:lnTo>
                <a:lnTo>
                  <a:pt x="410" y="674"/>
                </a:lnTo>
                <a:lnTo>
                  <a:pt x="410" y="675"/>
                </a:lnTo>
                <a:lnTo>
                  <a:pt x="409" y="675"/>
                </a:lnTo>
                <a:lnTo>
                  <a:pt x="409" y="676"/>
                </a:lnTo>
                <a:lnTo>
                  <a:pt x="409" y="677"/>
                </a:lnTo>
                <a:lnTo>
                  <a:pt x="408" y="676"/>
                </a:lnTo>
                <a:lnTo>
                  <a:pt x="407" y="677"/>
                </a:lnTo>
                <a:lnTo>
                  <a:pt x="407" y="678"/>
                </a:lnTo>
                <a:lnTo>
                  <a:pt x="406" y="678"/>
                </a:lnTo>
                <a:lnTo>
                  <a:pt x="406" y="679"/>
                </a:lnTo>
                <a:lnTo>
                  <a:pt x="406" y="680"/>
                </a:lnTo>
                <a:lnTo>
                  <a:pt x="407" y="680"/>
                </a:lnTo>
                <a:lnTo>
                  <a:pt x="408" y="680"/>
                </a:lnTo>
                <a:lnTo>
                  <a:pt x="408" y="681"/>
                </a:lnTo>
                <a:lnTo>
                  <a:pt x="407" y="682"/>
                </a:lnTo>
                <a:lnTo>
                  <a:pt x="407" y="683"/>
                </a:lnTo>
                <a:lnTo>
                  <a:pt x="407" y="684"/>
                </a:lnTo>
                <a:lnTo>
                  <a:pt x="406" y="684"/>
                </a:lnTo>
                <a:lnTo>
                  <a:pt x="405" y="684"/>
                </a:lnTo>
                <a:lnTo>
                  <a:pt x="406" y="684"/>
                </a:lnTo>
                <a:lnTo>
                  <a:pt x="407" y="684"/>
                </a:lnTo>
                <a:lnTo>
                  <a:pt x="408" y="684"/>
                </a:lnTo>
                <a:lnTo>
                  <a:pt x="408" y="686"/>
                </a:lnTo>
                <a:lnTo>
                  <a:pt x="409" y="686"/>
                </a:lnTo>
                <a:lnTo>
                  <a:pt x="410" y="686"/>
                </a:lnTo>
                <a:lnTo>
                  <a:pt x="411" y="686"/>
                </a:lnTo>
                <a:lnTo>
                  <a:pt x="412" y="686"/>
                </a:lnTo>
                <a:lnTo>
                  <a:pt x="413" y="686"/>
                </a:lnTo>
                <a:lnTo>
                  <a:pt x="414" y="686"/>
                </a:lnTo>
                <a:lnTo>
                  <a:pt x="414" y="687"/>
                </a:lnTo>
                <a:lnTo>
                  <a:pt x="413" y="687"/>
                </a:lnTo>
                <a:lnTo>
                  <a:pt x="413" y="686"/>
                </a:lnTo>
                <a:lnTo>
                  <a:pt x="412" y="687"/>
                </a:lnTo>
                <a:lnTo>
                  <a:pt x="411" y="687"/>
                </a:lnTo>
                <a:lnTo>
                  <a:pt x="410" y="688"/>
                </a:lnTo>
                <a:lnTo>
                  <a:pt x="409" y="688"/>
                </a:lnTo>
                <a:lnTo>
                  <a:pt x="409" y="690"/>
                </a:lnTo>
                <a:lnTo>
                  <a:pt x="408" y="690"/>
                </a:lnTo>
                <a:lnTo>
                  <a:pt x="408" y="691"/>
                </a:lnTo>
                <a:lnTo>
                  <a:pt x="407" y="691"/>
                </a:lnTo>
                <a:lnTo>
                  <a:pt x="406" y="691"/>
                </a:lnTo>
                <a:lnTo>
                  <a:pt x="407" y="692"/>
                </a:lnTo>
                <a:lnTo>
                  <a:pt x="406" y="692"/>
                </a:lnTo>
                <a:lnTo>
                  <a:pt x="405" y="692"/>
                </a:lnTo>
                <a:lnTo>
                  <a:pt x="405" y="693"/>
                </a:lnTo>
                <a:lnTo>
                  <a:pt x="406" y="693"/>
                </a:lnTo>
                <a:lnTo>
                  <a:pt x="406" y="694"/>
                </a:lnTo>
                <a:lnTo>
                  <a:pt x="405" y="694"/>
                </a:lnTo>
                <a:lnTo>
                  <a:pt x="404" y="694"/>
                </a:lnTo>
                <a:lnTo>
                  <a:pt x="403" y="695"/>
                </a:lnTo>
                <a:lnTo>
                  <a:pt x="402" y="695"/>
                </a:lnTo>
                <a:lnTo>
                  <a:pt x="402" y="694"/>
                </a:lnTo>
                <a:lnTo>
                  <a:pt x="401" y="694"/>
                </a:lnTo>
                <a:lnTo>
                  <a:pt x="400" y="693"/>
                </a:lnTo>
                <a:lnTo>
                  <a:pt x="400" y="694"/>
                </a:lnTo>
                <a:lnTo>
                  <a:pt x="401" y="696"/>
                </a:lnTo>
                <a:lnTo>
                  <a:pt x="401" y="697"/>
                </a:lnTo>
                <a:lnTo>
                  <a:pt x="402" y="698"/>
                </a:lnTo>
                <a:lnTo>
                  <a:pt x="402" y="699"/>
                </a:lnTo>
                <a:lnTo>
                  <a:pt x="403" y="699"/>
                </a:lnTo>
                <a:lnTo>
                  <a:pt x="404" y="700"/>
                </a:lnTo>
                <a:lnTo>
                  <a:pt x="405" y="700"/>
                </a:lnTo>
                <a:lnTo>
                  <a:pt x="405" y="701"/>
                </a:lnTo>
                <a:lnTo>
                  <a:pt x="405" y="702"/>
                </a:lnTo>
                <a:lnTo>
                  <a:pt x="404" y="702"/>
                </a:lnTo>
                <a:lnTo>
                  <a:pt x="404" y="701"/>
                </a:lnTo>
                <a:lnTo>
                  <a:pt x="402" y="701"/>
                </a:lnTo>
                <a:lnTo>
                  <a:pt x="401" y="701"/>
                </a:lnTo>
                <a:lnTo>
                  <a:pt x="400" y="701"/>
                </a:lnTo>
                <a:lnTo>
                  <a:pt x="399" y="700"/>
                </a:lnTo>
                <a:lnTo>
                  <a:pt x="399" y="701"/>
                </a:lnTo>
                <a:lnTo>
                  <a:pt x="398" y="701"/>
                </a:lnTo>
                <a:lnTo>
                  <a:pt x="396" y="703"/>
                </a:lnTo>
                <a:lnTo>
                  <a:pt x="395" y="706"/>
                </a:lnTo>
                <a:lnTo>
                  <a:pt x="395" y="708"/>
                </a:lnTo>
                <a:lnTo>
                  <a:pt x="395" y="709"/>
                </a:lnTo>
                <a:lnTo>
                  <a:pt x="394" y="709"/>
                </a:lnTo>
                <a:lnTo>
                  <a:pt x="393" y="708"/>
                </a:lnTo>
                <a:lnTo>
                  <a:pt x="392" y="708"/>
                </a:lnTo>
                <a:lnTo>
                  <a:pt x="390" y="707"/>
                </a:lnTo>
                <a:lnTo>
                  <a:pt x="389" y="707"/>
                </a:lnTo>
                <a:lnTo>
                  <a:pt x="389" y="706"/>
                </a:lnTo>
                <a:lnTo>
                  <a:pt x="388" y="706"/>
                </a:lnTo>
                <a:lnTo>
                  <a:pt x="387" y="705"/>
                </a:lnTo>
                <a:lnTo>
                  <a:pt x="387" y="706"/>
                </a:lnTo>
                <a:lnTo>
                  <a:pt x="386" y="706"/>
                </a:lnTo>
                <a:lnTo>
                  <a:pt x="386" y="707"/>
                </a:lnTo>
                <a:lnTo>
                  <a:pt x="386" y="708"/>
                </a:lnTo>
                <a:lnTo>
                  <a:pt x="387" y="708"/>
                </a:lnTo>
                <a:lnTo>
                  <a:pt x="388" y="708"/>
                </a:lnTo>
                <a:lnTo>
                  <a:pt x="388" y="709"/>
                </a:lnTo>
                <a:lnTo>
                  <a:pt x="389" y="710"/>
                </a:lnTo>
                <a:lnTo>
                  <a:pt x="389" y="711"/>
                </a:lnTo>
                <a:lnTo>
                  <a:pt x="389" y="712"/>
                </a:lnTo>
                <a:lnTo>
                  <a:pt x="388" y="712"/>
                </a:lnTo>
                <a:lnTo>
                  <a:pt x="388" y="711"/>
                </a:lnTo>
                <a:lnTo>
                  <a:pt x="388" y="710"/>
                </a:lnTo>
                <a:lnTo>
                  <a:pt x="387" y="710"/>
                </a:lnTo>
                <a:lnTo>
                  <a:pt x="386" y="710"/>
                </a:lnTo>
                <a:lnTo>
                  <a:pt x="385" y="711"/>
                </a:lnTo>
                <a:lnTo>
                  <a:pt x="384" y="711"/>
                </a:lnTo>
                <a:lnTo>
                  <a:pt x="383" y="710"/>
                </a:lnTo>
                <a:lnTo>
                  <a:pt x="381" y="710"/>
                </a:lnTo>
                <a:lnTo>
                  <a:pt x="380" y="710"/>
                </a:lnTo>
                <a:lnTo>
                  <a:pt x="379" y="709"/>
                </a:lnTo>
                <a:lnTo>
                  <a:pt x="379" y="710"/>
                </a:lnTo>
                <a:lnTo>
                  <a:pt x="380" y="711"/>
                </a:lnTo>
                <a:lnTo>
                  <a:pt x="380" y="712"/>
                </a:lnTo>
                <a:lnTo>
                  <a:pt x="381" y="712"/>
                </a:lnTo>
                <a:lnTo>
                  <a:pt x="382" y="713"/>
                </a:lnTo>
                <a:lnTo>
                  <a:pt x="383" y="713"/>
                </a:lnTo>
                <a:lnTo>
                  <a:pt x="384" y="714"/>
                </a:lnTo>
                <a:lnTo>
                  <a:pt x="387" y="716"/>
                </a:lnTo>
                <a:lnTo>
                  <a:pt x="387" y="717"/>
                </a:lnTo>
                <a:lnTo>
                  <a:pt x="387" y="719"/>
                </a:lnTo>
                <a:lnTo>
                  <a:pt x="388" y="720"/>
                </a:lnTo>
                <a:lnTo>
                  <a:pt x="387" y="720"/>
                </a:lnTo>
                <a:lnTo>
                  <a:pt x="387" y="721"/>
                </a:lnTo>
                <a:lnTo>
                  <a:pt x="386" y="722"/>
                </a:lnTo>
                <a:lnTo>
                  <a:pt x="386" y="723"/>
                </a:lnTo>
                <a:lnTo>
                  <a:pt x="384" y="724"/>
                </a:lnTo>
                <a:lnTo>
                  <a:pt x="382" y="723"/>
                </a:lnTo>
                <a:lnTo>
                  <a:pt x="382" y="724"/>
                </a:lnTo>
                <a:lnTo>
                  <a:pt x="381" y="723"/>
                </a:lnTo>
                <a:lnTo>
                  <a:pt x="380" y="723"/>
                </a:lnTo>
                <a:lnTo>
                  <a:pt x="380" y="722"/>
                </a:lnTo>
                <a:lnTo>
                  <a:pt x="381" y="722"/>
                </a:lnTo>
                <a:lnTo>
                  <a:pt x="381" y="721"/>
                </a:lnTo>
                <a:lnTo>
                  <a:pt x="380" y="721"/>
                </a:lnTo>
                <a:lnTo>
                  <a:pt x="380" y="720"/>
                </a:lnTo>
                <a:lnTo>
                  <a:pt x="379" y="720"/>
                </a:lnTo>
                <a:lnTo>
                  <a:pt x="379" y="721"/>
                </a:lnTo>
                <a:lnTo>
                  <a:pt x="378" y="721"/>
                </a:lnTo>
                <a:lnTo>
                  <a:pt x="377" y="721"/>
                </a:lnTo>
                <a:lnTo>
                  <a:pt x="378" y="721"/>
                </a:lnTo>
                <a:lnTo>
                  <a:pt x="378" y="720"/>
                </a:lnTo>
                <a:lnTo>
                  <a:pt x="377" y="720"/>
                </a:lnTo>
                <a:lnTo>
                  <a:pt x="377" y="719"/>
                </a:lnTo>
                <a:lnTo>
                  <a:pt x="376" y="717"/>
                </a:lnTo>
                <a:lnTo>
                  <a:pt x="376" y="716"/>
                </a:lnTo>
                <a:lnTo>
                  <a:pt x="375" y="716"/>
                </a:lnTo>
                <a:lnTo>
                  <a:pt x="374" y="715"/>
                </a:lnTo>
                <a:lnTo>
                  <a:pt x="374" y="714"/>
                </a:lnTo>
                <a:lnTo>
                  <a:pt x="374" y="713"/>
                </a:lnTo>
                <a:lnTo>
                  <a:pt x="373" y="713"/>
                </a:lnTo>
                <a:lnTo>
                  <a:pt x="372" y="713"/>
                </a:lnTo>
                <a:lnTo>
                  <a:pt x="371" y="713"/>
                </a:lnTo>
                <a:lnTo>
                  <a:pt x="370" y="713"/>
                </a:lnTo>
                <a:lnTo>
                  <a:pt x="369" y="713"/>
                </a:lnTo>
                <a:lnTo>
                  <a:pt x="368" y="713"/>
                </a:lnTo>
                <a:lnTo>
                  <a:pt x="367" y="712"/>
                </a:lnTo>
                <a:lnTo>
                  <a:pt x="366" y="713"/>
                </a:lnTo>
                <a:lnTo>
                  <a:pt x="366" y="714"/>
                </a:lnTo>
                <a:lnTo>
                  <a:pt x="367" y="714"/>
                </a:lnTo>
                <a:lnTo>
                  <a:pt x="367" y="713"/>
                </a:lnTo>
                <a:lnTo>
                  <a:pt x="368" y="714"/>
                </a:lnTo>
                <a:lnTo>
                  <a:pt x="369" y="715"/>
                </a:lnTo>
                <a:lnTo>
                  <a:pt x="370" y="716"/>
                </a:lnTo>
                <a:lnTo>
                  <a:pt x="369" y="717"/>
                </a:lnTo>
                <a:lnTo>
                  <a:pt x="368" y="718"/>
                </a:lnTo>
                <a:lnTo>
                  <a:pt x="367" y="718"/>
                </a:lnTo>
                <a:lnTo>
                  <a:pt x="366" y="718"/>
                </a:lnTo>
                <a:lnTo>
                  <a:pt x="365" y="718"/>
                </a:lnTo>
                <a:lnTo>
                  <a:pt x="365" y="717"/>
                </a:lnTo>
                <a:lnTo>
                  <a:pt x="366" y="717"/>
                </a:lnTo>
                <a:lnTo>
                  <a:pt x="366" y="716"/>
                </a:lnTo>
                <a:lnTo>
                  <a:pt x="365" y="716"/>
                </a:lnTo>
                <a:lnTo>
                  <a:pt x="364" y="716"/>
                </a:lnTo>
                <a:lnTo>
                  <a:pt x="362" y="716"/>
                </a:lnTo>
                <a:lnTo>
                  <a:pt x="362" y="717"/>
                </a:lnTo>
                <a:lnTo>
                  <a:pt x="362" y="718"/>
                </a:lnTo>
                <a:lnTo>
                  <a:pt x="362" y="717"/>
                </a:lnTo>
                <a:lnTo>
                  <a:pt x="361" y="717"/>
                </a:lnTo>
                <a:lnTo>
                  <a:pt x="360" y="717"/>
                </a:lnTo>
                <a:lnTo>
                  <a:pt x="359" y="717"/>
                </a:lnTo>
                <a:lnTo>
                  <a:pt x="357" y="719"/>
                </a:lnTo>
                <a:lnTo>
                  <a:pt x="357" y="720"/>
                </a:lnTo>
                <a:lnTo>
                  <a:pt x="359" y="720"/>
                </a:lnTo>
                <a:lnTo>
                  <a:pt x="360" y="720"/>
                </a:lnTo>
                <a:lnTo>
                  <a:pt x="360" y="722"/>
                </a:lnTo>
                <a:lnTo>
                  <a:pt x="361" y="722"/>
                </a:lnTo>
                <a:lnTo>
                  <a:pt x="361" y="723"/>
                </a:lnTo>
                <a:lnTo>
                  <a:pt x="360" y="724"/>
                </a:lnTo>
                <a:lnTo>
                  <a:pt x="360" y="725"/>
                </a:lnTo>
                <a:lnTo>
                  <a:pt x="359" y="725"/>
                </a:lnTo>
                <a:lnTo>
                  <a:pt x="358" y="725"/>
                </a:lnTo>
                <a:lnTo>
                  <a:pt x="358" y="726"/>
                </a:lnTo>
                <a:lnTo>
                  <a:pt x="357" y="726"/>
                </a:lnTo>
                <a:lnTo>
                  <a:pt x="357" y="727"/>
                </a:lnTo>
                <a:lnTo>
                  <a:pt x="356" y="728"/>
                </a:lnTo>
                <a:lnTo>
                  <a:pt x="356" y="729"/>
                </a:lnTo>
                <a:lnTo>
                  <a:pt x="356" y="730"/>
                </a:lnTo>
                <a:lnTo>
                  <a:pt x="357" y="730"/>
                </a:lnTo>
                <a:lnTo>
                  <a:pt x="356" y="731"/>
                </a:lnTo>
                <a:lnTo>
                  <a:pt x="357" y="731"/>
                </a:lnTo>
                <a:lnTo>
                  <a:pt x="358" y="730"/>
                </a:lnTo>
                <a:lnTo>
                  <a:pt x="359" y="729"/>
                </a:lnTo>
                <a:lnTo>
                  <a:pt x="360" y="729"/>
                </a:lnTo>
                <a:lnTo>
                  <a:pt x="360" y="730"/>
                </a:lnTo>
                <a:lnTo>
                  <a:pt x="361" y="730"/>
                </a:lnTo>
                <a:lnTo>
                  <a:pt x="362" y="730"/>
                </a:lnTo>
                <a:lnTo>
                  <a:pt x="362" y="729"/>
                </a:lnTo>
                <a:lnTo>
                  <a:pt x="363" y="729"/>
                </a:lnTo>
                <a:lnTo>
                  <a:pt x="363" y="730"/>
                </a:lnTo>
                <a:lnTo>
                  <a:pt x="364" y="730"/>
                </a:lnTo>
                <a:lnTo>
                  <a:pt x="365" y="730"/>
                </a:lnTo>
                <a:lnTo>
                  <a:pt x="366" y="730"/>
                </a:lnTo>
                <a:lnTo>
                  <a:pt x="368" y="731"/>
                </a:lnTo>
                <a:lnTo>
                  <a:pt x="369" y="731"/>
                </a:lnTo>
                <a:lnTo>
                  <a:pt x="369" y="733"/>
                </a:lnTo>
                <a:lnTo>
                  <a:pt x="369" y="734"/>
                </a:lnTo>
                <a:lnTo>
                  <a:pt x="368" y="735"/>
                </a:lnTo>
                <a:lnTo>
                  <a:pt x="368" y="736"/>
                </a:lnTo>
                <a:lnTo>
                  <a:pt x="368" y="737"/>
                </a:lnTo>
                <a:lnTo>
                  <a:pt x="368" y="738"/>
                </a:lnTo>
                <a:lnTo>
                  <a:pt x="368" y="739"/>
                </a:lnTo>
                <a:lnTo>
                  <a:pt x="367" y="739"/>
                </a:lnTo>
                <a:lnTo>
                  <a:pt x="367" y="740"/>
                </a:lnTo>
                <a:lnTo>
                  <a:pt x="367" y="739"/>
                </a:lnTo>
                <a:lnTo>
                  <a:pt x="366" y="738"/>
                </a:lnTo>
                <a:lnTo>
                  <a:pt x="365" y="738"/>
                </a:lnTo>
                <a:lnTo>
                  <a:pt x="364" y="738"/>
                </a:lnTo>
                <a:lnTo>
                  <a:pt x="365" y="739"/>
                </a:lnTo>
                <a:lnTo>
                  <a:pt x="365" y="740"/>
                </a:lnTo>
                <a:lnTo>
                  <a:pt x="364" y="740"/>
                </a:lnTo>
                <a:lnTo>
                  <a:pt x="363" y="740"/>
                </a:lnTo>
                <a:lnTo>
                  <a:pt x="363" y="741"/>
                </a:lnTo>
                <a:lnTo>
                  <a:pt x="362" y="741"/>
                </a:lnTo>
                <a:lnTo>
                  <a:pt x="360" y="741"/>
                </a:lnTo>
                <a:lnTo>
                  <a:pt x="359" y="741"/>
                </a:lnTo>
                <a:lnTo>
                  <a:pt x="358" y="741"/>
                </a:lnTo>
                <a:lnTo>
                  <a:pt x="358" y="740"/>
                </a:lnTo>
                <a:lnTo>
                  <a:pt x="357" y="740"/>
                </a:lnTo>
                <a:lnTo>
                  <a:pt x="356" y="740"/>
                </a:lnTo>
                <a:lnTo>
                  <a:pt x="355" y="740"/>
                </a:lnTo>
                <a:lnTo>
                  <a:pt x="354" y="740"/>
                </a:lnTo>
                <a:lnTo>
                  <a:pt x="353" y="740"/>
                </a:lnTo>
                <a:lnTo>
                  <a:pt x="352" y="740"/>
                </a:lnTo>
                <a:lnTo>
                  <a:pt x="351" y="741"/>
                </a:lnTo>
                <a:lnTo>
                  <a:pt x="351" y="742"/>
                </a:lnTo>
                <a:lnTo>
                  <a:pt x="351" y="743"/>
                </a:lnTo>
                <a:lnTo>
                  <a:pt x="350" y="743"/>
                </a:lnTo>
                <a:lnTo>
                  <a:pt x="350" y="744"/>
                </a:lnTo>
                <a:lnTo>
                  <a:pt x="349" y="744"/>
                </a:lnTo>
                <a:lnTo>
                  <a:pt x="348" y="745"/>
                </a:lnTo>
                <a:lnTo>
                  <a:pt x="348" y="746"/>
                </a:lnTo>
                <a:lnTo>
                  <a:pt x="348" y="747"/>
                </a:lnTo>
                <a:lnTo>
                  <a:pt x="348" y="748"/>
                </a:lnTo>
                <a:lnTo>
                  <a:pt x="348" y="749"/>
                </a:lnTo>
                <a:lnTo>
                  <a:pt x="347" y="749"/>
                </a:lnTo>
                <a:lnTo>
                  <a:pt x="346" y="749"/>
                </a:lnTo>
                <a:lnTo>
                  <a:pt x="345" y="749"/>
                </a:lnTo>
                <a:lnTo>
                  <a:pt x="344" y="749"/>
                </a:lnTo>
                <a:lnTo>
                  <a:pt x="344" y="750"/>
                </a:lnTo>
                <a:lnTo>
                  <a:pt x="343" y="750"/>
                </a:lnTo>
                <a:lnTo>
                  <a:pt x="343" y="751"/>
                </a:lnTo>
                <a:lnTo>
                  <a:pt x="341" y="751"/>
                </a:lnTo>
                <a:lnTo>
                  <a:pt x="340" y="751"/>
                </a:lnTo>
                <a:lnTo>
                  <a:pt x="338" y="752"/>
                </a:lnTo>
                <a:lnTo>
                  <a:pt x="337" y="752"/>
                </a:lnTo>
                <a:lnTo>
                  <a:pt x="334" y="752"/>
                </a:lnTo>
                <a:lnTo>
                  <a:pt x="333" y="752"/>
                </a:lnTo>
                <a:lnTo>
                  <a:pt x="332" y="752"/>
                </a:lnTo>
                <a:lnTo>
                  <a:pt x="330" y="752"/>
                </a:lnTo>
                <a:lnTo>
                  <a:pt x="329" y="752"/>
                </a:lnTo>
                <a:lnTo>
                  <a:pt x="327" y="752"/>
                </a:lnTo>
                <a:lnTo>
                  <a:pt x="327" y="753"/>
                </a:lnTo>
                <a:lnTo>
                  <a:pt x="326" y="753"/>
                </a:lnTo>
                <a:lnTo>
                  <a:pt x="326" y="754"/>
                </a:lnTo>
                <a:lnTo>
                  <a:pt x="326" y="755"/>
                </a:lnTo>
                <a:lnTo>
                  <a:pt x="326" y="756"/>
                </a:lnTo>
                <a:lnTo>
                  <a:pt x="325" y="757"/>
                </a:lnTo>
                <a:lnTo>
                  <a:pt x="324" y="758"/>
                </a:lnTo>
                <a:lnTo>
                  <a:pt x="323" y="757"/>
                </a:lnTo>
                <a:lnTo>
                  <a:pt x="322" y="757"/>
                </a:lnTo>
                <a:lnTo>
                  <a:pt x="321" y="758"/>
                </a:lnTo>
                <a:lnTo>
                  <a:pt x="320" y="759"/>
                </a:lnTo>
                <a:lnTo>
                  <a:pt x="319" y="758"/>
                </a:lnTo>
                <a:lnTo>
                  <a:pt x="319" y="757"/>
                </a:lnTo>
                <a:lnTo>
                  <a:pt x="318" y="757"/>
                </a:lnTo>
                <a:lnTo>
                  <a:pt x="317" y="757"/>
                </a:lnTo>
                <a:lnTo>
                  <a:pt x="316" y="757"/>
                </a:lnTo>
                <a:lnTo>
                  <a:pt x="315" y="758"/>
                </a:lnTo>
                <a:lnTo>
                  <a:pt x="315" y="759"/>
                </a:lnTo>
                <a:lnTo>
                  <a:pt x="315" y="760"/>
                </a:lnTo>
                <a:lnTo>
                  <a:pt x="315" y="761"/>
                </a:lnTo>
                <a:lnTo>
                  <a:pt x="315" y="762"/>
                </a:lnTo>
                <a:lnTo>
                  <a:pt x="316" y="761"/>
                </a:lnTo>
                <a:lnTo>
                  <a:pt x="316" y="760"/>
                </a:lnTo>
                <a:lnTo>
                  <a:pt x="317" y="759"/>
                </a:lnTo>
                <a:lnTo>
                  <a:pt x="318" y="759"/>
                </a:lnTo>
                <a:lnTo>
                  <a:pt x="319" y="759"/>
                </a:lnTo>
                <a:lnTo>
                  <a:pt x="318" y="760"/>
                </a:lnTo>
                <a:lnTo>
                  <a:pt x="318" y="761"/>
                </a:lnTo>
                <a:lnTo>
                  <a:pt x="318" y="762"/>
                </a:lnTo>
                <a:lnTo>
                  <a:pt x="317" y="762"/>
                </a:lnTo>
                <a:lnTo>
                  <a:pt x="317" y="763"/>
                </a:lnTo>
                <a:lnTo>
                  <a:pt x="316" y="764"/>
                </a:lnTo>
                <a:lnTo>
                  <a:pt x="315" y="764"/>
                </a:lnTo>
                <a:lnTo>
                  <a:pt x="315" y="766"/>
                </a:lnTo>
                <a:lnTo>
                  <a:pt x="316" y="767"/>
                </a:lnTo>
                <a:lnTo>
                  <a:pt x="315" y="767"/>
                </a:lnTo>
                <a:lnTo>
                  <a:pt x="315" y="768"/>
                </a:lnTo>
                <a:lnTo>
                  <a:pt x="314" y="770"/>
                </a:lnTo>
                <a:lnTo>
                  <a:pt x="312" y="771"/>
                </a:lnTo>
                <a:lnTo>
                  <a:pt x="309" y="771"/>
                </a:lnTo>
                <a:lnTo>
                  <a:pt x="308" y="771"/>
                </a:lnTo>
                <a:lnTo>
                  <a:pt x="307" y="771"/>
                </a:lnTo>
                <a:lnTo>
                  <a:pt x="307" y="770"/>
                </a:lnTo>
                <a:lnTo>
                  <a:pt x="307" y="769"/>
                </a:lnTo>
                <a:lnTo>
                  <a:pt x="306" y="769"/>
                </a:lnTo>
                <a:lnTo>
                  <a:pt x="306" y="768"/>
                </a:lnTo>
                <a:lnTo>
                  <a:pt x="306" y="766"/>
                </a:lnTo>
                <a:lnTo>
                  <a:pt x="305" y="765"/>
                </a:lnTo>
                <a:lnTo>
                  <a:pt x="304" y="765"/>
                </a:lnTo>
                <a:lnTo>
                  <a:pt x="304" y="764"/>
                </a:lnTo>
                <a:lnTo>
                  <a:pt x="303" y="764"/>
                </a:lnTo>
                <a:lnTo>
                  <a:pt x="303" y="763"/>
                </a:lnTo>
                <a:lnTo>
                  <a:pt x="304" y="762"/>
                </a:lnTo>
                <a:lnTo>
                  <a:pt x="304" y="763"/>
                </a:lnTo>
                <a:lnTo>
                  <a:pt x="305" y="763"/>
                </a:lnTo>
                <a:lnTo>
                  <a:pt x="306" y="763"/>
                </a:lnTo>
                <a:lnTo>
                  <a:pt x="306" y="762"/>
                </a:lnTo>
                <a:lnTo>
                  <a:pt x="306" y="761"/>
                </a:lnTo>
                <a:lnTo>
                  <a:pt x="306" y="760"/>
                </a:lnTo>
                <a:lnTo>
                  <a:pt x="305" y="760"/>
                </a:lnTo>
                <a:lnTo>
                  <a:pt x="305" y="761"/>
                </a:lnTo>
                <a:lnTo>
                  <a:pt x="304" y="761"/>
                </a:lnTo>
                <a:lnTo>
                  <a:pt x="304" y="759"/>
                </a:lnTo>
                <a:lnTo>
                  <a:pt x="305" y="759"/>
                </a:lnTo>
                <a:lnTo>
                  <a:pt x="305" y="758"/>
                </a:lnTo>
                <a:lnTo>
                  <a:pt x="305" y="757"/>
                </a:lnTo>
                <a:lnTo>
                  <a:pt x="304" y="757"/>
                </a:lnTo>
                <a:lnTo>
                  <a:pt x="304" y="758"/>
                </a:lnTo>
                <a:lnTo>
                  <a:pt x="303" y="758"/>
                </a:lnTo>
                <a:lnTo>
                  <a:pt x="302" y="757"/>
                </a:lnTo>
                <a:lnTo>
                  <a:pt x="302" y="756"/>
                </a:lnTo>
                <a:lnTo>
                  <a:pt x="302" y="755"/>
                </a:lnTo>
                <a:lnTo>
                  <a:pt x="302" y="754"/>
                </a:lnTo>
                <a:lnTo>
                  <a:pt x="301" y="754"/>
                </a:lnTo>
                <a:lnTo>
                  <a:pt x="301" y="753"/>
                </a:lnTo>
                <a:lnTo>
                  <a:pt x="301" y="752"/>
                </a:lnTo>
                <a:lnTo>
                  <a:pt x="301" y="751"/>
                </a:lnTo>
                <a:lnTo>
                  <a:pt x="301" y="750"/>
                </a:lnTo>
                <a:lnTo>
                  <a:pt x="302" y="750"/>
                </a:lnTo>
                <a:lnTo>
                  <a:pt x="302" y="749"/>
                </a:lnTo>
                <a:lnTo>
                  <a:pt x="302" y="748"/>
                </a:lnTo>
                <a:lnTo>
                  <a:pt x="301" y="747"/>
                </a:lnTo>
                <a:lnTo>
                  <a:pt x="301" y="746"/>
                </a:lnTo>
                <a:lnTo>
                  <a:pt x="300" y="746"/>
                </a:lnTo>
                <a:lnTo>
                  <a:pt x="299" y="746"/>
                </a:lnTo>
                <a:lnTo>
                  <a:pt x="297" y="746"/>
                </a:lnTo>
                <a:lnTo>
                  <a:pt x="297" y="744"/>
                </a:lnTo>
                <a:lnTo>
                  <a:pt x="297" y="743"/>
                </a:lnTo>
                <a:lnTo>
                  <a:pt x="297" y="742"/>
                </a:lnTo>
                <a:lnTo>
                  <a:pt x="297" y="741"/>
                </a:lnTo>
                <a:lnTo>
                  <a:pt x="298" y="741"/>
                </a:lnTo>
                <a:lnTo>
                  <a:pt x="299" y="740"/>
                </a:lnTo>
                <a:lnTo>
                  <a:pt x="300" y="739"/>
                </a:lnTo>
                <a:lnTo>
                  <a:pt x="300" y="738"/>
                </a:lnTo>
                <a:lnTo>
                  <a:pt x="302" y="736"/>
                </a:lnTo>
                <a:lnTo>
                  <a:pt x="303" y="736"/>
                </a:lnTo>
                <a:lnTo>
                  <a:pt x="304" y="737"/>
                </a:lnTo>
                <a:lnTo>
                  <a:pt x="305" y="736"/>
                </a:lnTo>
                <a:lnTo>
                  <a:pt x="306" y="736"/>
                </a:lnTo>
                <a:lnTo>
                  <a:pt x="307" y="736"/>
                </a:lnTo>
                <a:lnTo>
                  <a:pt x="308" y="736"/>
                </a:lnTo>
                <a:lnTo>
                  <a:pt x="309" y="738"/>
                </a:lnTo>
                <a:lnTo>
                  <a:pt x="310" y="738"/>
                </a:lnTo>
                <a:lnTo>
                  <a:pt x="311" y="738"/>
                </a:lnTo>
                <a:lnTo>
                  <a:pt x="312" y="738"/>
                </a:lnTo>
                <a:lnTo>
                  <a:pt x="312" y="737"/>
                </a:lnTo>
                <a:lnTo>
                  <a:pt x="312" y="736"/>
                </a:lnTo>
                <a:lnTo>
                  <a:pt x="312" y="735"/>
                </a:lnTo>
                <a:lnTo>
                  <a:pt x="313" y="735"/>
                </a:lnTo>
                <a:lnTo>
                  <a:pt x="313" y="734"/>
                </a:lnTo>
                <a:lnTo>
                  <a:pt x="314" y="734"/>
                </a:lnTo>
                <a:lnTo>
                  <a:pt x="315" y="734"/>
                </a:lnTo>
                <a:lnTo>
                  <a:pt x="316" y="733"/>
                </a:lnTo>
                <a:lnTo>
                  <a:pt x="317" y="733"/>
                </a:lnTo>
                <a:lnTo>
                  <a:pt x="317" y="732"/>
                </a:lnTo>
                <a:lnTo>
                  <a:pt x="319" y="731"/>
                </a:lnTo>
                <a:lnTo>
                  <a:pt x="320" y="731"/>
                </a:lnTo>
                <a:lnTo>
                  <a:pt x="321" y="731"/>
                </a:lnTo>
                <a:lnTo>
                  <a:pt x="322" y="731"/>
                </a:lnTo>
                <a:lnTo>
                  <a:pt x="324" y="729"/>
                </a:lnTo>
                <a:lnTo>
                  <a:pt x="324" y="728"/>
                </a:lnTo>
                <a:lnTo>
                  <a:pt x="324" y="727"/>
                </a:lnTo>
                <a:lnTo>
                  <a:pt x="323" y="726"/>
                </a:lnTo>
                <a:lnTo>
                  <a:pt x="323" y="725"/>
                </a:lnTo>
                <a:lnTo>
                  <a:pt x="322" y="726"/>
                </a:lnTo>
                <a:lnTo>
                  <a:pt x="321" y="726"/>
                </a:lnTo>
                <a:lnTo>
                  <a:pt x="321" y="725"/>
                </a:lnTo>
                <a:lnTo>
                  <a:pt x="320" y="724"/>
                </a:lnTo>
                <a:lnTo>
                  <a:pt x="321" y="724"/>
                </a:lnTo>
                <a:lnTo>
                  <a:pt x="322" y="723"/>
                </a:lnTo>
                <a:lnTo>
                  <a:pt x="322" y="722"/>
                </a:lnTo>
                <a:lnTo>
                  <a:pt x="323" y="721"/>
                </a:lnTo>
                <a:lnTo>
                  <a:pt x="323" y="720"/>
                </a:lnTo>
                <a:lnTo>
                  <a:pt x="322" y="720"/>
                </a:lnTo>
                <a:lnTo>
                  <a:pt x="323" y="720"/>
                </a:lnTo>
                <a:lnTo>
                  <a:pt x="323" y="719"/>
                </a:lnTo>
                <a:lnTo>
                  <a:pt x="325" y="719"/>
                </a:lnTo>
                <a:lnTo>
                  <a:pt x="325" y="718"/>
                </a:lnTo>
                <a:lnTo>
                  <a:pt x="325" y="717"/>
                </a:lnTo>
                <a:lnTo>
                  <a:pt x="325" y="716"/>
                </a:lnTo>
                <a:lnTo>
                  <a:pt x="326" y="716"/>
                </a:lnTo>
                <a:lnTo>
                  <a:pt x="327" y="717"/>
                </a:lnTo>
                <a:lnTo>
                  <a:pt x="328" y="718"/>
                </a:lnTo>
                <a:lnTo>
                  <a:pt x="329" y="718"/>
                </a:lnTo>
                <a:lnTo>
                  <a:pt x="330" y="719"/>
                </a:lnTo>
                <a:lnTo>
                  <a:pt x="330" y="720"/>
                </a:lnTo>
                <a:lnTo>
                  <a:pt x="333" y="721"/>
                </a:lnTo>
                <a:lnTo>
                  <a:pt x="334" y="720"/>
                </a:lnTo>
                <a:lnTo>
                  <a:pt x="335" y="719"/>
                </a:lnTo>
                <a:lnTo>
                  <a:pt x="336" y="719"/>
                </a:lnTo>
                <a:lnTo>
                  <a:pt x="337" y="721"/>
                </a:lnTo>
                <a:lnTo>
                  <a:pt x="339" y="720"/>
                </a:lnTo>
                <a:lnTo>
                  <a:pt x="339" y="719"/>
                </a:lnTo>
                <a:lnTo>
                  <a:pt x="340" y="719"/>
                </a:lnTo>
                <a:lnTo>
                  <a:pt x="341" y="719"/>
                </a:lnTo>
                <a:lnTo>
                  <a:pt x="341" y="718"/>
                </a:lnTo>
                <a:lnTo>
                  <a:pt x="342" y="718"/>
                </a:lnTo>
                <a:lnTo>
                  <a:pt x="342" y="717"/>
                </a:lnTo>
                <a:lnTo>
                  <a:pt x="343" y="717"/>
                </a:lnTo>
                <a:lnTo>
                  <a:pt x="343" y="716"/>
                </a:lnTo>
                <a:lnTo>
                  <a:pt x="343" y="715"/>
                </a:lnTo>
                <a:lnTo>
                  <a:pt x="344" y="715"/>
                </a:lnTo>
                <a:lnTo>
                  <a:pt x="344" y="714"/>
                </a:lnTo>
                <a:lnTo>
                  <a:pt x="345" y="713"/>
                </a:lnTo>
                <a:lnTo>
                  <a:pt x="346" y="713"/>
                </a:lnTo>
                <a:lnTo>
                  <a:pt x="347" y="712"/>
                </a:lnTo>
                <a:lnTo>
                  <a:pt x="348" y="712"/>
                </a:lnTo>
                <a:lnTo>
                  <a:pt x="349" y="712"/>
                </a:lnTo>
                <a:lnTo>
                  <a:pt x="350" y="711"/>
                </a:lnTo>
                <a:lnTo>
                  <a:pt x="351" y="710"/>
                </a:lnTo>
                <a:lnTo>
                  <a:pt x="352" y="710"/>
                </a:lnTo>
                <a:lnTo>
                  <a:pt x="352" y="709"/>
                </a:lnTo>
                <a:lnTo>
                  <a:pt x="353" y="709"/>
                </a:lnTo>
                <a:lnTo>
                  <a:pt x="354" y="709"/>
                </a:lnTo>
                <a:lnTo>
                  <a:pt x="355" y="708"/>
                </a:lnTo>
                <a:lnTo>
                  <a:pt x="355" y="707"/>
                </a:lnTo>
                <a:lnTo>
                  <a:pt x="356" y="707"/>
                </a:lnTo>
                <a:lnTo>
                  <a:pt x="356" y="706"/>
                </a:lnTo>
                <a:lnTo>
                  <a:pt x="357" y="705"/>
                </a:lnTo>
                <a:lnTo>
                  <a:pt x="358" y="706"/>
                </a:lnTo>
                <a:lnTo>
                  <a:pt x="359" y="705"/>
                </a:lnTo>
                <a:lnTo>
                  <a:pt x="359" y="704"/>
                </a:lnTo>
                <a:lnTo>
                  <a:pt x="360" y="703"/>
                </a:lnTo>
                <a:lnTo>
                  <a:pt x="360" y="702"/>
                </a:lnTo>
                <a:lnTo>
                  <a:pt x="360" y="700"/>
                </a:lnTo>
                <a:lnTo>
                  <a:pt x="359" y="700"/>
                </a:lnTo>
                <a:lnTo>
                  <a:pt x="359" y="699"/>
                </a:lnTo>
                <a:lnTo>
                  <a:pt x="359" y="698"/>
                </a:lnTo>
                <a:lnTo>
                  <a:pt x="358" y="698"/>
                </a:lnTo>
                <a:lnTo>
                  <a:pt x="357" y="698"/>
                </a:lnTo>
                <a:lnTo>
                  <a:pt x="356" y="697"/>
                </a:lnTo>
                <a:lnTo>
                  <a:pt x="354" y="696"/>
                </a:lnTo>
                <a:lnTo>
                  <a:pt x="353" y="695"/>
                </a:lnTo>
                <a:lnTo>
                  <a:pt x="353" y="694"/>
                </a:lnTo>
                <a:lnTo>
                  <a:pt x="352" y="695"/>
                </a:lnTo>
                <a:lnTo>
                  <a:pt x="351" y="694"/>
                </a:lnTo>
                <a:lnTo>
                  <a:pt x="349" y="695"/>
                </a:lnTo>
                <a:lnTo>
                  <a:pt x="348" y="694"/>
                </a:lnTo>
                <a:lnTo>
                  <a:pt x="348" y="693"/>
                </a:lnTo>
                <a:lnTo>
                  <a:pt x="348" y="692"/>
                </a:lnTo>
                <a:lnTo>
                  <a:pt x="347" y="692"/>
                </a:lnTo>
                <a:lnTo>
                  <a:pt x="346" y="692"/>
                </a:lnTo>
                <a:lnTo>
                  <a:pt x="346" y="691"/>
                </a:lnTo>
                <a:lnTo>
                  <a:pt x="346" y="690"/>
                </a:lnTo>
                <a:lnTo>
                  <a:pt x="347" y="690"/>
                </a:lnTo>
                <a:lnTo>
                  <a:pt x="349" y="690"/>
                </a:lnTo>
                <a:lnTo>
                  <a:pt x="349" y="689"/>
                </a:lnTo>
                <a:lnTo>
                  <a:pt x="349" y="688"/>
                </a:lnTo>
                <a:lnTo>
                  <a:pt x="348" y="688"/>
                </a:lnTo>
                <a:lnTo>
                  <a:pt x="347" y="688"/>
                </a:lnTo>
                <a:lnTo>
                  <a:pt x="346" y="688"/>
                </a:lnTo>
                <a:lnTo>
                  <a:pt x="346" y="687"/>
                </a:lnTo>
                <a:lnTo>
                  <a:pt x="347" y="687"/>
                </a:lnTo>
                <a:lnTo>
                  <a:pt x="348" y="686"/>
                </a:lnTo>
                <a:lnTo>
                  <a:pt x="350" y="686"/>
                </a:lnTo>
                <a:lnTo>
                  <a:pt x="351" y="686"/>
                </a:lnTo>
                <a:lnTo>
                  <a:pt x="351" y="684"/>
                </a:lnTo>
                <a:lnTo>
                  <a:pt x="352" y="684"/>
                </a:lnTo>
                <a:lnTo>
                  <a:pt x="351" y="683"/>
                </a:lnTo>
                <a:lnTo>
                  <a:pt x="349" y="683"/>
                </a:lnTo>
                <a:lnTo>
                  <a:pt x="348" y="683"/>
                </a:lnTo>
                <a:lnTo>
                  <a:pt x="348" y="682"/>
                </a:lnTo>
                <a:lnTo>
                  <a:pt x="347" y="682"/>
                </a:lnTo>
                <a:lnTo>
                  <a:pt x="347" y="681"/>
                </a:lnTo>
                <a:lnTo>
                  <a:pt x="346" y="682"/>
                </a:lnTo>
                <a:lnTo>
                  <a:pt x="345" y="681"/>
                </a:lnTo>
                <a:lnTo>
                  <a:pt x="345" y="680"/>
                </a:lnTo>
                <a:lnTo>
                  <a:pt x="345" y="679"/>
                </a:lnTo>
                <a:lnTo>
                  <a:pt x="347" y="679"/>
                </a:lnTo>
                <a:lnTo>
                  <a:pt x="348" y="679"/>
                </a:lnTo>
                <a:lnTo>
                  <a:pt x="348" y="678"/>
                </a:lnTo>
                <a:lnTo>
                  <a:pt x="349" y="678"/>
                </a:lnTo>
                <a:lnTo>
                  <a:pt x="350" y="678"/>
                </a:lnTo>
                <a:lnTo>
                  <a:pt x="351" y="678"/>
                </a:lnTo>
                <a:lnTo>
                  <a:pt x="353" y="678"/>
                </a:lnTo>
                <a:lnTo>
                  <a:pt x="354" y="678"/>
                </a:lnTo>
                <a:lnTo>
                  <a:pt x="355" y="677"/>
                </a:lnTo>
                <a:lnTo>
                  <a:pt x="356" y="676"/>
                </a:lnTo>
                <a:lnTo>
                  <a:pt x="355" y="675"/>
                </a:lnTo>
                <a:lnTo>
                  <a:pt x="354" y="673"/>
                </a:lnTo>
                <a:lnTo>
                  <a:pt x="353" y="673"/>
                </a:lnTo>
                <a:lnTo>
                  <a:pt x="353" y="672"/>
                </a:lnTo>
                <a:lnTo>
                  <a:pt x="354" y="673"/>
                </a:lnTo>
                <a:lnTo>
                  <a:pt x="355" y="672"/>
                </a:lnTo>
                <a:lnTo>
                  <a:pt x="356" y="671"/>
                </a:lnTo>
                <a:lnTo>
                  <a:pt x="356" y="672"/>
                </a:lnTo>
                <a:lnTo>
                  <a:pt x="357" y="672"/>
                </a:lnTo>
                <a:lnTo>
                  <a:pt x="358" y="671"/>
                </a:lnTo>
                <a:lnTo>
                  <a:pt x="358" y="672"/>
                </a:lnTo>
                <a:lnTo>
                  <a:pt x="359" y="672"/>
                </a:lnTo>
                <a:lnTo>
                  <a:pt x="360" y="672"/>
                </a:lnTo>
                <a:lnTo>
                  <a:pt x="360" y="671"/>
                </a:lnTo>
                <a:lnTo>
                  <a:pt x="360" y="670"/>
                </a:lnTo>
                <a:lnTo>
                  <a:pt x="359" y="670"/>
                </a:lnTo>
                <a:lnTo>
                  <a:pt x="358" y="670"/>
                </a:lnTo>
                <a:lnTo>
                  <a:pt x="359" y="669"/>
                </a:lnTo>
                <a:lnTo>
                  <a:pt x="358" y="668"/>
                </a:lnTo>
                <a:lnTo>
                  <a:pt x="357" y="667"/>
                </a:lnTo>
                <a:lnTo>
                  <a:pt x="357" y="666"/>
                </a:lnTo>
                <a:lnTo>
                  <a:pt x="357" y="665"/>
                </a:lnTo>
                <a:lnTo>
                  <a:pt x="358" y="665"/>
                </a:lnTo>
                <a:lnTo>
                  <a:pt x="359" y="665"/>
                </a:lnTo>
                <a:lnTo>
                  <a:pt x="359" y="664"/>
                </a:lnTo>
                <a:lnTo>
                  <a:pt x="358" y="664"/>
                </a:lnTo>
                <a:lnTo>
                  <a:pt x="358" y="662"/>
                </a:lnTo>
                <a:lnTo>
                  <a:pt x="359" y="661"/>
                </a:lnTo>
                <a:lnTo>
                  <a:pt x="359" y="660"/>
                </a:lnTo>
                <a:lnTo>
                  <a:pt x="360" y="660"/>
                </a:lnTo>
                <a:lnTo>
                  <a:pt x="361" y="661"/>
                </a:lnTo>
                <a:lnTo>
                  <a:pt x="363" y="661"/>
                </a:lnTo>
                <a:lnTo>
                  <a:pt x="367" y="661"/>
                </a:lnTo>
                <a:lnTo>
                  <a:pt x="368" y="661"/>
                </a:lnTo>
                <a:lnTo>
                  <a:pt x="369" y="660"/>
                </a:lnTo>
                <a:lnTo>
                  <a:pt x="370" y="660"/>
                </a:lnTo>
                <a:lnTo>
                  <a:pt x="371" y="659"/>
                </a:lnTo>
                <a:lnTo>
                  <a:pt x="371" y="660"/>
                </a:lnTo>
                <a:lnTo>
                  <a:pt x="372" y="660"/>
                </a:lnTo>
                <a:lnTo>
                  <a:pt x="373" y="660"/>
                </a:lnTo>
                <a:lnTo>
                  <a:pt x="374" y="658"/>
                </a:lnTo>
                <a:lnTo>
                  <a:pt x="375" y="656"/>
                </a:lnTo>
                <a:lnTo>
                  <a:pt x="376" y="656"/>
                </a:lnTo>
                <a:lnTo>
                  <a:pt x="376" y="655"/>
                </a:lnTo>
                <a:lnTo>
                  <a:pt x="377" y="655"/>
                </a:lnTo>
                <a:lnTo>
                  <a:pt x="377" y="656"/>
                </a:lnTo>
                <a:lnTo>
                  <a:pt x="378" y="655"/>
                </a:lnTo>
                <a:lnTo>
                  <a:pt x="379" y="654"/>
                </a:lnTo>
                <a:lnTo>
                  <a:pt x="380" y="654"/>
                </a:lnTo>
                <a:lnTo>
                  <a:pt x="378" y="654"/>
                </a:lnTo>
                <a:lnTo>
                  <a:pt x="377" y="654"/>
                </a:lnTo>
                <a:lnTo>
                  <a:pt x="376" y="654"/>
                </a:lnTo>
                <a:lnTo>
                  <a:pt x="375" y="654"/>
                </a:lnTo>
                <a:lnTo>
                  <a:pt x="374" y="655"/>
                </a:lnTo>
                <a:lnTo>
                  <a:pt x="372" y="656"/>
                </a:lnTo>
                <a:lnTo>
                  <a:pt x="370" y="658"/>
                </a:lnTo>
                <a:lnTo>
                  <a:pt x="369" y="658"/>
                </a:lnTo>
                <a:lnTo>
                  <a:pt x="368" y="658"/>
                </a:lnTo>
                <a:lnTo>
                  <a:pt x="367" y="659"/>
                </a:lnTo>
                <a:lnTo>
                  <a:pt x="366" y="659"/>
                </a:lnTo>
                <a:lnTo>
                  <a:pt x="364" y="659"/>
                </a:lnTo>
                <a:lnTo>
                  <a:pt x="363" y="659"/>
                </a:lnTo>
                <a:lnTo>
                  <a:pt x="361" y="660"/>
                </a:lnTo>
                <a:lnTo>
                  <a:pt x="360" y="659"/>
                </a:lnTo>
                <a:lnTo>
                  <a:pt x="359" y="659"/>
                </a:lnTo>
                <a:lnTo>
                  <a:pt x="358" y="659"/>
                </a:lnTo>
                <a:lnTo>
                  <a:pt x="357" y="658"/>
                </a:lnTo>
                <a:lnTo>
                  <a:pt x="356" y="658"/>
                </a:lnTo>
                <a:lnTo>
                  <a:pt x="355" y="657"/>
                </a:lnTo>
                <a:lnTo>
                  <a:pt x="355" y="656"/>
                </a:lnTo>
                <a:lnTo>
                  <a:pt x="355" y="657"/>
                </a:lnTo>
                <a:lnTo>
                  <a:pt x="355" y="658"/>
                </a:lnTo>
                <a:lnTo>
                  <a:pt x="355" y="659"/>
                </a:lnTo>
                <a:lnTo>
                  <a:pt x="355" y="660"/>
                </a:lnTo>
                <a:lnTo>
                  <a:pt x="356" y="661"/>
                </a:lnTo>
                <a:lnTo>
                  <a:pt x="356" y="662"/>
                </a:lnTo>
                <a:lnTo>
                  <a:pt x="356" y="663"/>
                </a:lnTo>
                <a:lnTo>
                  <a:pt x="355" y="664"/>
                </a:lnTo>
                <a:lnTo>
                  <a:pt x="354" y="665"/>
                </a:lnTo>
                <a:lnTo>
                  <a:pt x="354" y="666"/>
                </a:lnTo>
                <a:lnTo>
                  <a:pt x="353" y="666"/>
                </a:lnTo>
                <a:lnTo>
                  <a:pt x="354" y="666"/>
                </a:lnTo>
                <a:lnTo>
                  <a:pt x="353" y="667"/>
                </a:lnTo>
                <a:lnTo>
                  <a:pt x="353" y="666"/>
                </a:lnTo>
                <a:lnTo>
                  <a:pt x="352" y="666"/>
                </a:lnTo>
                <a:lnTo>
                  <a:pt x="351" y="666"/>
                </a:lnTo>
                <a:lnTo>
                  <a:pt x="351" y="667"/>
                </a:lnTo>
                <a:lnTo>
                  <a:pt x="350" y="668"/>
                </a:lnTo>
                <a:lnTo>
                  <a:pt x="349" y="668"/>
                </a:lnTo>
                <a:lnTo>
                  <a:pt x="348" y="668"/>
                </a:lnTo>
                <a:lnTo>
                  <a:pt x="348" y="670"/>
                </a:lnTo>
                <a:lnTo>
                  <a:pt x="347" y="670"/>
                </a:lnTo>
                <a:lnTo>
                  <a:pt x="344" y="671"/>
                </a:lnTo>
                <a:lnTo>
                  <a:pt x="342" y="672"/>
                </a:lnTo>
                <a:lnTo>
                  <a:pt x="341" y="672"/>
                </a:lnTo>
                <a:lnTo>
                  <a:pt x="340" y="672"/>
                </a:lnTo>
                <a:lnTo>
                  <a:pt x="339" y="673"/>
                </a:lnTo>
                <a:lnTo>
                  <a:pt x="339" y="674"/>
                </a:lnTo>
                <a:lnTo>
                  <a:pt x="339" y="672"/>
                </a:lnTo>
                <a:lnTo>
                  <a:pt x="338" y="671"/>
                </a:lnTo>
                <a:lnTo>
                  <a:pt x="337" y="672"/>
                </a:lnTo>
                <a:lnTo>
                  <a:pt x="336" y="672"/>
                </a:lnTo>
                <a:lnTo>
                  <a:pt x="336" y="673"/>
                </a:lnTo>
                <a:lnTo>
                  <a:pt x="336" y="674"/>
                </a:lnTo>
                <a:lnTo>
                  <a:pt x="336" y="676"/>
                </a:lnTo>
                <a:lnTo>
                  <a:pt x="336" y="677"/>
                </a:lnTo>
                <a:lnTo>
                  <a:pt x="334" y="678"/>
                </a:lnTo>
                <a:lnTo>
                  <a:pt x="335" y="679"/>
                </a:lnTo>
                <a:lnTo>
                  <a:pt x="334" y="679"/>
                </a:lnTo>
                <a:lnTo>
                  <a:pt x="334" y="678"/>
                </a:lnTo>
                <a:lnTo>
                  <a:pt x="330" y="678"/>
                </a:lnTo>
                <a:lnTo>
                  <a:pt x="330" y="675"/>
                </a:lnTo>
                <a:lnTo>
                  <a:pt x="330" y="671"/>
                </a:lnTo>
                <a:lnTo>
                  <a:pt x="329" y="671"/>
                </a:lnTo>
                <a:lnTo>
                  <a:pt x="327" y="671"/>
                </a:lnTo>
                <a:lnTo>
                  <a:pt x="327" y="672"/>
                </a:lnTo>
                <a:lnTo>
                  <a:pt x="326" y="672"/>
                </a:lnTo>
                <a:lnTo>
                  <a:pt x="327" y="670"/>
                </a:lnTo>
                <a:lnTo>
                  <a:pt x="327" y="669"/>
                </a:lnTo>
                <a:lnTo>
                  <a:pt x="328" y="669"/>
                </a:lnTo>
                <a:lnTo>
                  <a:pt x="328" y="667"/>
                </a:lnTo>
                <a:lnTo>
                  <a:pt x="328" y="666"/>
                </a:lnTo>
                <a:lnTo>
                  <a:pt x="328" y="665"/>
                </a:lnTo>
                <a:lnTo>
                  <a:pt x="328" y="663"/>
                </a:lnTo>
                <a:lnTo>
                  <a:pt x="328" y="662"/>
                </a:lnTo>
                <a:lnTo>
                  <a:pt x="328" y="661"/>
                </a:lnTo>
                <a:lnTo>
                  <a:pt x="328" y="662"/>
                </a:lnTo>
                <a:lnTo>
                  <a:pt x="327" y="662"/>
                </a:lnTo>
                <a:lnTo>
                  <a:pt x="326" y="661"/>
                </a:lnTo>
                <a:lnTo>
                  <a:pt x="327" y="661"/>
                </a:lnTo>
                <a:lnTo>
                  <a:pt x="326" y="661"/>
                </a:lnTo>
                <a:lnTo>
                  <a:pt x="326" y="660"/>
                </a:lnTo>
                <a:lnTo>
                  <a:pt x="325" y="660"/>
                </a:lnTo>
                <a:lnTo>
                  <a:pt x="324" y="659"/>
                </a:lnTo>
                <a:lnTo>
                  <a:pt x="324" y="660"/>
                </a:lnTo>
                <a:lnTo>
                  <a:pt x="325" y="661"/>
                </a:lnTo>
                <a:lnTo>
                  <a:pt x="325" y="662"/>
                </a:lnTo>
                <a:lnTo>
                  <a:pt x="325" y="663"/>
                </a:lnTo>
                <a:lnTo>
                  <a:pt x="325" y="664"/>
                </a:lnTo>
                <a:lnTo>
                  <a:pt x="325" y="665"/>
                </a:lnTo>
                <a:lnTo>
                  <a:pt x="324" y="666"/>
                </a:lnTo>
                <a:lnTo>
                  <a:pt x="323" y="666"/>
                </a:lnTo>
                <a:lnTo>
                  <a:pt x="323" y="667"/>
                </a:lnTo>
                <a:lnTo>
                  <a:pt x="323" y="668"/>
                </a:lnTo>
                <a:lnTo>
                  <a:pt x="322" y="668"/>
                </a:lnTo>
                <a:lnTo>
                  <a:pt x="322" y="669"/>
                </a:lnTo>
                <a:lnTo>
                  <a:pt x="321" y="669"/>
                </a:lnTo>
                <a:lnTo>
                  <a:pt x="321" y="670"/>
                </a:lnTo>
                <a:lnTo>
                  <a:pt x="320" y="670"/>
                </a:lnTo>
                <a:lnTo>
                  <a:pt x="320" y="669"/>
                </a:lnTo>
                <a:lnTo>
                  <a:pt x="319" y="669"/>
                </a:lnTo>
                <a:lnTo>
                  <a:pt x="319" y="668"/>
                </a:lnTo>
                <a:lnTo>
                  <a:pt x="318" y="668"/>
                </a:lnTo>
                <a:lnTo>
                  <a:pt x="318" y="669"/>
                </a:lnTo>
                <a:lnTo>
                  <a:pt x="317" y="668"/>
                </a:lnTo>
                <a:lnTo>
                  <a:pt x="315" y="668"/>
                </a:lnTo>
                <a:lnTo>
                  <a:pt x="314" y="668"/>
                </a:lnTo>
                <a:lnTo>
                  <a:pt x="314" y="669"/>
                </a:lnTo>
                <a:lnTo>
                  <a:pt x="313" y="669"/>
                </a:lnTo>
                <a:lnTo>
                  <a:pt x="312" y="669"/>
                </a:lnTo>
                <a:lnTo>
                  <a:pt x="311" y="669"/>
                </a:lnTo>
                <a:lnTo>
                  <a:pt x="311" y="668"/>
                </a:lnTo>
                <a:lnTo>
                  <a:pt x="311" y="667"/>
                </a:lnTo>
                <a:lnTo>
                  <a:pt x="311" y="666"/>
                </a:lnTo>
                <a:lnTo>
                  <a:pt x="312" y="666"/>
                </a:lnTo>
                <a:lnTo>
                  <a:pt x="313" y="664"/>
                </a:lnTo>
                <a:lnTo>
                  <a:pt x="313" y="663"/>
                </a:lnTo>
                <a:lnTo>
                  <a:pt x="314" y="663"/>
                </a:lnTo>
                <a:lnTo>
                  <a:pt x="315" y="662"/>
                </a:lnTo>
                <a:lnTo>
                  <a:pt x="315" y="661"/>
                </a:lnTo>
                <a:lnTo>
                  <a:pt x="315" y="660"/>
                </a:lnTo>
                <a:lnTo>
                  <a:pt x="315" y="658"/>
                </a:lnTo>
                <a:lnTo>
                  <a:pt x="314" y="658"/>
                </a:lnTo>
                <a:lnTo>
                  <a:pt x="312" y="659"/>
                </a:lnTo>
                <a:lnTo>
                  <a:pt x="311" y="661"/>
                </a:lnTo>
                <a:lnTo>
                  <a:pt x="311" y="662"/>
                </a:lnTo>
                <a:lnTo>
                  <a:pt x="312" y="662"/>
                </a:lnTo>
                <a:lnTo>
                  <a:pt x="312" y="663"/>
                </a:lnTo>
                <a:lnTo>
                  <a:pt x="311" y="664"/>
                </a:lnTo>
                <a:lnTo>
                  <a:pt x="310" y="665"/>
                </a:lnTo>
                <a:lnTo>
                  <a:pt x="310" y="666"/>
                </a:lnTo>
                <a:lnTo>
                  <a:pt x="309" y="666"/>
                </a:lnTo>
                <a:lnTo>
                  <a:pt x="308" y="665"/>
                </a:lnTo>
                <a:lnTo>
                  <a:pt x="308" y="666"/>
                </a:lnTo>
                <a:lnTo>
                  <a:pt x="308" y="667"/>
                </a:lnTo>
                <a:lnTo>
                  <a:pt x="308" y="668"/>
                </a:lnTo>
                <a:lnTo>
                  <a:pt x="307" y="669"/>
                </a:lnTo>
                <a:lnTo>
                  <a:pt x="306" y="670"/>
                </a:lnTo>
                <a:lnTo>
                  <a:pt x="305" y="670"/>
                </a:lnTo>
                <a:lnTo>
                  <a:pt x="304" y="669"/>
                </a:lnTo>
                <a:lnTo>
                  <a:pt x="303" y="669"/>
                </a:lnTo>
                <a:lnTo>
                  <a:pt x="303" y="668"/>
                </a:lnTo>
                <a:lnTo>
                  <a:pt x="303" y="667"/>
                </a:lnTo>
                <a:lnTo>
                  <a:pt x="304" y="667"/>
                </a:lnTo>
                <a:lnTo>
                  <a:pt x="304" y="666"/>
                </a:lnTo>
                <a:lnTo>
                  <a:pt x="304" y="665"/>
                </a:lnTo>
                <a:lnTo>
                  <a:pt x="304" y="664"/>
                </a:lnTo>
                <a:lnTo>
                  <a:pt x="305" y="663"/>
                </a:lnTo>
                <a:lnTo>
                  <a:pt x="305" y="662"/>
                </a:lnTo>
                <a:lnTo>
                  <a:pt x="304" y="661"/>
                </a:lnTo>
                <a:lnTo>
                  <a:pt x="304" y="660"/>
                </a:lnTo>
                <a:lnTo>
                  <a:pt x="304" y="659"/>
                </a:lnTo>
                <a:lnTo>
                  <a:pt x="305" y="659"/>
                </a:lnTo>
                <a:lnTo>
                  <a:pt x="305" y="658"/>
                </a:lnTo>
                <a:lnTo>
                  <a:pt x="304" y="658"/>
                </a:lnTo>
                <a:lnTo>
                  <a:pt x="304" y="657"/>
                </a:lnTo>
                <a:lnTo>
                  <a:pt x="305" y="656"/>
                </a:lnTo>
                <a:lnTo>
                  <a:pt x="306" y="655"/>
                </a:lnTo>
                <a:lnTo>
                  <a:pt x="307" y="655"/>
                </a:lnTo>
                <a:lnTo>
                  <a:pt x="308" y="654"/>
                </a:lnTo>
                <a:lnTo>
                  <a:pt x="308" y="653"/>
                </a:lnTo>
                <a:lnTo>
                  <a:pt x="309" y="653"/>
                </a:lnTo>
                <a:lnTo>
                  <a:pt x="309" y="652"/>
                </a:lnTo>
                <a:lnTo>
                  <a:pt x="310" y="652"/>
                </a:lnTo>
                <a:lnTo>
                  <a:pt x="311" y="651"/>
                </a:lnTo>
                <a:lnTo>
                  <a:pt x="312" y="650"/>
                </a:lnTo>
                <a:lnTo>
                  <a:pt x="313" y="649"/>
                </a:lnTo>
                <a:lnTo>
                  <a:pt x="313" y="648"/>
                </a:lnTo>
                <a:lnTo>
                  <a:pt x="315" y="648"/>
                </a:lnTo>
                <a:lnTo>
                  <a:pt x="316" y="649"/>
                </a:lnTo>
                <a:lnTo>
                  <a:pt x="316" y="651"/>
                </a:lnTo>
                <a:lnTo>
                  <a:pt x="317" y="651"/>
                </a:lnTo>
                <a:lnTo>
                  <a:pt x="318" y="651"/>
                </a:lnTo>
                <a:lnTo>
                  <a:pt x="319" y="651"/>
                </a:lnTo>
                <a:lnTo>
                  <a:pt x="319" y="649"/>
                </a:lnTo>
                <a:lnTo>
                  <a:pt x="321" y="648"/>
                </a:lnTo>
                <a:lnTo>
                  <a:pt x="321" y="647"/>
                </a:lnTo>
                <a:lnTo>
                  <a:pt x="322" y="647"/>
                </a:lnTo>
                <a:lnTo>
                  <a:pt x="322" y="646"/>
                </a:lnTo>
                <a:lnTo>
                  <a:pt x="323" y="645"/>
                </a:lnTo>
                <a:lnTo>
                  <a:pt x="324" y="645"/>
                </a:lnTo>
                <a:lnTo>
                  <a:pt x="324" y="644"/>
                </a:lnTo>
                <a:lnTo>
                  <a:pt x="326" y="643"/>
                </a:lnTo>
                <a:lnTo>
                  <a:pt x="325" y="643"/>
                </a:lnTo>
                <a:lnTo>
                  <a:pt x="324" y="643"/>
                </a:lnTo>
                <a:lnTo>
                  <a:pt x="324" y="644"/>
                </a:lnTo>
                <a:lnTo>
                  <a:pt x="323" y="644"/>
                </a:lnTo>
                <a:lnTo>
                  <a:pt x="322" y="645"/>
                </a:lnTo>
                <a:lnTo>
                  <a:pt x="322" y="646"/>
                </a:lnTo>
                <a:lnTo>
                  <a:pt x="321" y="647"/>
                </a:lnTo>
                <a:lnTo>
                  <a:pt x="320" y="647"/>
                </a:lnTo>
                <a:lnTo>
                  <a:pt x="319" y="648"/>
                </a:lnTo>
                <a:lnTo>
                  <a:pt x="318" y="648"/>
                </a:lnTo>
                <a:lnTo>
                  <a:pt x="317" y="647"/>
                </a:lnTo>
                <a:lnTo>
                  <a:pt x="316" y="647"/>
                </a:lnTo>
                <a:lnTo>
                  <a:pt x="315" y="646"/>
                </a:lnTo>
                <a:lnTo>
                  <a:pt x="312" y="646"/>
                </a:lnTo>
                <a:lnTo>
                  <a:pt x="312" y="647"/>
                </a:lnTo>
                <a:lnTo>
                  <a:pt x="311" y="648"/>
                </a:lnTo>
                <a:lnTo>
                  <a:pt x="310" y="648"/>
                </a:lnTo>
                <a:lnTo>
                  <a:pt x="309" y="649"/>
                </a:lnTo>
                <a:lnTo>
                  <a:pt x="309" y="650"/>
                </a:lnTo>
                <a:lnTo>
                  <a:pt x="308" y="651"/>
                </a:lnTo>
                <a:lnTo>
                  <a:pt x="308" y="652"/>
                </a:lnTo>
                <a:lnTo>
                  <a:pt x="307" y="652"/>
                </a:lnTo>
                <a:lnTo>
                  <a:pt x="306" y="652"/>
                </a:lnTo>
                <a:lnTo>
                  <a:pt x="306" y="651"/>
                </a:lnTo>
                <a:lnTo>
                  <a:pt x="306" y="650"/>
                </a:lnTo>
                <a:lnTo>
                  <a:pt x="305" y="649"/>
                </a:lnTo>
                <a:lnTo>
                  <a:pt x="304" y="649"/>
                </a:lnTo>
                <a:lnTo>
                  <a:pt x="303" y="649"/>
                </a:lnTo>
                <a:lnTo>
                  <a:pt x="303" y="650"/>
                </a:lnTo>
                <a:lnTo>
                  <a:pt x="303" y="651"/>
                </a:lnTo>
                <a:lnTo>
                  <a:pt x="302" y="651"/>
                </a:lnTo>
                <a:lnTo>
                  <a:pt x="303" y="653"/>
                </a:lnTo>
                <a:lnTo>
                  <a:pt x="303" y="654"/>
                </a:lnTo>
                <a:lnTo>
                  <a:pt x="298" y="654"/>
                </a:lnTo>
                <a:lnTo>
                  <a:pt x="297" y="649"/>
                </a:lnTo>
                <a:lnTo>
                  <a:pt x="297" y="648"/>
                </a:lnTo>
                <a:lnTo>
                  <a:pt x="297" y="647"/>
                </a:lnTo>
                <a:lnTo>
                  <a:pt x="297" y="646"/>
                </a:lnTo>
                <a:lnTo>
                  <a:pt x="297" y="645"/>
                </a:lnTo>
                <a:lnTo>
                  <a:pt x="297" y="644"/>
                </a:lnTo>
                <a:lnTo>
                  <a:pt x="299" y="641"/>
                </a:lnTo>
                <a:lnTo>
                  <a:pt x="300" y="640"/>
                </a:lnTo>
                <a:lnTo>
                  <a:pt x="301" y="640"/>
                </a:lnTo>
                <a:lnTo>
                  <a:pt x="303" y="639"/>
                </a:lnTo>
                <a:lnTo>
                  <a:pt x="303" y="638"/>
                </a:lnTo>
                <a:lnTo>
                  <a:pt x="303" y="637"/>
                </a:lnTo>
                <a:lnTo>
                  <a:pt x="303" y="636"/>
                </a:lnTo>
                <a:lnTo>
                  <a:pt x="304" y="635"/>
                </a:lnTo>
                <a:lnTo>
                  <a:pt x="305" y="636"/>
                </a:lnTo>
                <a:lnTo>
                  <a:pt x="306" y="636"/>
                </a:lnTo>
                <a:lnTo>
                  <a:pt x="307" y="636"/>
                </a:lnTo>
                <a:lnTo>
                  <a:pt x="308" y="635"/>
                </a:lnTo>
                <a:lnTo>
                  <a:pt x="309" y="635"/>
                </a:lnTo>
                <a:lnTo>
                  <a:pt x="309" y="634"/>
                </a:lnTo>
                <a:lnTo>
                  <a:pt x="310" y="634"/>
                </a:lnTo>
                <a:lnTo>
                  <a:pt x="311" y="634"/>
                </a:lnTo>
                <a:lnTo>
                  <a:pt x="312" y="634"/>
                </a:lnTo>
                <a:lnTo>
                  <a:pt x="313" y="634"/>
                </a:lnTo>
                <a:lnTo>
                  <a:pt x="314" y="634"/>
                </a:lnTo>
                <a:lnTo>
                  <a:pt x="315" y="633"/>
                </a:lnTo>
                <a:lnTo>
                  <a:pt x="316" y="633"/>
                </a:lnTo>
                <a:lnTo>
                  <a:pt x="317" y="632"/>
                </a:lnTo>
                <a:lnTo>
                  <a:pt x="317" y="631"/>
                </a:lnTo>
                <a:lnTo>
                  <a:pt x="317" y="630"/>
                </a:lnTo>
                <a:lnTo>
                  <a:pt x="318" y="631"/>
                </a:lnTo>
                <a:lnTo>
                  <a:pt x="319" y="631"/>
                </a:lnTo>
                <a:lnTo>
                  <a:pt x="319" y="630"/>
                </a:lnTo>
                <a:lnTo>
                  <a:pt x="320" y="630"/>
                </a:lnTo>
                <a:lnTo>
                  <a:pt x="321" y="628"/>
                </a:lnTo>
                <a:lnTo>
                  <a:pt x="321" y="627"/>
                </a:lnTo>
                <a:lnTo>
                  <a:pt x="321" y="626"/>
                </a:lnTo>
                <a:lnTo>
                  <a:pt x="319" y="626"/>
                </a:lnTo>
                <a:lnTo>
                  <a:pt x="319" y="625"/>
                </a:lnTo>
                <a:lnTo>
                  <a:pt x="320" y="625"/>
                </a:lnTo>
                <a:lnTo>
                  <a:pt x="321" y="625"/>
                </a:lnTo>
                <a:lnTo>
                  <a:pt x="321" y="624"/>
                </a:lnTo>
                <a:lnTo>
                  <a:pt x="322" y="624"/>
                </a:lnTo>
                <a:lnTo>
                  <a:pt x="323" y="624"/>
                </a:lnTo>
                <a:lnTo>
                  <a:pt x="323" y="623"/>
                </a:lnTo>
                <a:lnTo>
                  <a:pt x="324" y="623"/>
                </a:lnTo>
                <a:lnTo>
                  <a:pt x="325" y="623"/>
                </a:lnTo>
                <a:lnTo>
                  <a:pt x="326" y="624"/>
                </a:lnTo>
                <a:lnTo>
                  <a:pt x="327" y="624"/>
                </a:lnTo>
                <a:lnTo>
                  <a:pt x="328" y="625"/>
                </a:lnTo>
                <a:lnTo>
                  <a:pt x="328" y="626"/>
                </a:lnTo>
                <a:lnTo>
                  <a:pt x="328" y="627"/>
                </a:lnTo>
                <a:lnTo>
                  <a:pt x="329" y="628"/>
                </a:lnTo>
                <a:lnTo>
                  <a:pt x="329" y="629"/>
                </a:lnTo>
                <a:lnTo>
                  <a:pt x="330" y="630"/>
                </a:lnTo>
                <a:lnTo>
                  <a:pt x="330" y="631"/>
                </a:lnTo>
                <a:lnTo>
                  <a:pt x="330" y="632"/>
                </a:lnTo>
                <a:lnTo>
                  <a:pt x="331" y="632"/>
                </a:lnTo>
                <a:lnTo>
                  <a:pt x="331" y="633"/>
                </a:lnTo>
                <a:lnTo>
                  <a:pt x="331" y="632"/>
                </a:lnTo>
                <a:lnTo>
                  <a:pt x="332" y="631"/>
                </a:lnTo>
                <a:lnTo>
                  <a:pt x="333" y="631"/>
                </a:lnTo>
                <a:lnTo>
                  <a:pt x="333" y="630"/>
                </a:lnTo>
                <a:lnTo>
                  <a:pt x="332" y="631"/>
                </a:lnTo>
                <a:lnTo>
                  <a:pt x="331" y="631"/>
                </a:lnTo>
                <a:lnTo>
                  <a:pt x="330" y="629"/>
                </a:lnTo>
                <a:lnTo>
                  <a:pt x="329" y="629"/>
                </a:lnTo>
                <a:lnTo>
                  <a:pt x="329" y="628"/>
                </a:lnTo>
                <a:lnTo>
                  <a:pt x="329" y="627"/>
                </a:lnTo>
                <a:lnTo>
                  <a:pt x="329" y="626"/>
                </a:lnTo>
                <a:lnTo>
                  <a:pt x="328" y="624"/>
                </a:lnTo>
                <a:lnTo>
                  <a:pt x="326" y="623"/>
                </a:lnTo>
                <a:lnTo>
                  <a:pt x="325" y="623"/>
                </a:lnTo>
                <a:lnTo>
                  <a:pt x="324" y="623"/>
                </a:lnTo>
                <a:lnTo>
                  <a:pt x="324" y="622"/>
                </a:lnTo>
                <a:lnTo>
                  <a:pt x="324" y="621"/>
                </a:lnTo>
                <a:lnTo>
                  <a:pt x="325" y="621"/>
                </a:lnTo>
                <a:lnTo>
                  <a:pt x="326" y="621"/>
                </a:lnTo>
                <a:lnTo>
                  <a:pt x="325" y="620"/>
                </a:lnTo>
                <a:lnTo>
                  <a:pt x="324" y="620"/>
                </a:lnTo>
                <a:lnTo>
                  <a:pt x="324" y="619"/>
                </a:lnTo>
                <a:lnTo>
                  <a:pt x="325" y="618"/>
                </a:lnTo>
                <a:lnTo>
                  <a:pt x="325" y="617"/>
                </a:lnTo>
                <a:lnTo>
                  <a:pt x="324" y="617"/>
                </a:lnTo>
                <a:lnTo>
                  <a:pt x="324" y="616"/>
                </a:lnTo>
                <a:lnTo>
                  <a:pt x="324" y="615"/>
                </a:lnTo>
                <a:lnTo>
                  <a:pt x="323" y="615"/>
                </a:lnTo>
                <a:lnTo>
                  <a:pt x="322" y="615"/>
                </a:lnTo>
                <a:lnTo>
                  <a:pt x="322" y="614"/>
                </a:lnTo>
                <a:lnTo>
                  <a:pt x="321" y="613"/>
                </a:lnTo>
                <a:lnTo>
                  <a:pt x="320" y="613"/>
                </a:lnTo>
                <a:lnTo>
                  <a:pt x="320" y="612"/>
                </a:lnTo>
                <a:lnTo>
                  <a:pt x="319" y="612"/>
                </a:lnTo>
                <a:lnTo>
                  <a:pt x="318" y="611"/>
                </a:lnTo>
                <a:lnTo>
                  <a:pt x="318" y="610"/>
                </a:lnTo>
                <a:lnTo>
                  <a:pt x="319" y="610"/>
                </a:lnTo>
                <a:lnTo>
                  <a:pt x="320" y="609"/>
                </a:lnTo>
                <a:lnTo>
                  <a:pt x="320" y="608"/>
                </a:lnTo>
                <a:lnTo>
                  <a:pt x="321" y="608"/>
                </a:lnTo>
                <a:lnTo>
                  <a:pt x="321" y="607"/>
                </a:lnTo>
                <a:lnTo>
                  <a:pt x="321" y="605"/>
                </a:lnTo>
                <a:lnTo>
                  <a:pt x="320" y="605"/>
                </a:lnTo>
                <a:lnTo>
                  <a:pt x="320" y="604"/>
                </a:lnTo>
                <a:lnTo>
                  <a:pt x="319" y="604"/>
                </a:lnTo>
                <a:lnTo>
                  <a:pt x="319" y="603"/>
                </a:lnTo>
                <a:lnTo>
                  <a:pt x="318" y="603"/>
                </a:lnTo>
                <a:lnTo>
                  <a:pt x="318" y="602"/>
                </a:lnTo>
                <a:lnTo>
                  <a:pt x="318" y="601"/>
                </a:lnTo>
                <a:lnTo>
                  <a:pt x="318" y="600"/>
                </a:lnTo>
                <a:lnTo>
                  <a:pt x="319" y="600"/>
                </a:lnTo>
                <a:lnTo>
                  <a:pt x="320" y="600"/>
                </a:lnTo>
                <a:lnTo>
                  <a:pt x="321" y="600"/>
                </a:lnTo>
                <a:lnTo>
                  <a:pt x="321" y="599"/>
                </a:lnTo>
                <a:lnTo>
                  <a:pt x="321" y="598"/>
                </a:lnTo>
                <a:lnTo>
                  <a:pt x="322" y="597"/>
                </a:lnTo>
                <a:lnTo>
                  <a:pt x="322" y="596"/>
                </a:lnTo>
                <a:lnTo>
                  <a:pt x="323" y="595"/>
                </a:lnTo>
                <a:lnTo>
                  <a:pt x="323" y="594"/>
                </a:lnTo>
                <a:lnTo>
                  <a:pt x="324" y="594"/>
                </a:lnTo>
                <a:lnTo>
                  <a:pt x="324" y="592"/>
                </a:lnTo>
                <a:lnTo>
                  <a:pt x="324" y="591"/>
                </a:lnTo>
                <a:lnTo>
                  <a:pt x="325" y="591"/>
                </a:lnTo>
                <a:lnTo>
                  <a:pt x="326" y="592"/>
                </a:lnTo>
                <a:lnTo>
                  <a:pt x="327" y="592"/>
                </a:lnTo>
                <a:lnTo>
                  <a:pt x="328" y="592"/>
                </a:lnTo>
                <a:lnTo>
                  <a:pt x="328" y="591"/>
                </a:lnTo>
                <a:lnTo>
                  <a:pt x="329" y="591"/>
                </a:lnTo>
                <a:lnTo>
                  <a:pt x="330" y="591"/>
                </a:lnTo>
                <a:lnTo>
                  <a:pt x="331" y="590"/>
                </a:lnTo>
                <a:lnTo>
                  <a:pt x="332" y="590"/>
                </a:lnTo>
                <a:lnTo>
                  <a:pt x="332" y="589"/>
                </a:lnTo>
                <a:lnTo>
                  <a:pt x="333" y="588"/>
                </a:lnTo>
                <a:lnTo>
                  <a:pt x="334" y="587"/>
                </a:lnTo>
                <a:lnTo>
                  <a:pt x="334" y="586"/>
                </a:lnTo>
                <a:lnTo>
                  <a:pt x="334" y="585"/>
                </a:lnTo>
                <a:lnTo>
                  <a:pt x="334" y="584"/>
                </a:lnTo>
                <a:lnTo>
                  <a:pt x="335" y="584"/>
                </a:lnTo>
                <a:lnTo>
                  <a:pt x="336" y="584"/>
                </a:lnTo>
                <a:lnTo>
                  <a:pt x="337" y="583"/>
                </a:lnTo>
                <a:lnTo>
                  <a:pt x="337" y="582"/>
                </a:lnTo>
                <a:lnTo>
                  <a:pt x="338" y="581"/>
                </a:lnTo>
                <a:lnTo>
                  <a:pt x="339" y="581"/>
                </a:lnTo>
                <a:lnTo>
                  <a:pt x="339" y="580"/>
                </a:lnTo>
                <a:lnTo>
                  <a:pt x="340" y="579"/>
                </a:lnTo>
                <a:lnTo>
                  <a:pt x="340" y="578"/>
                </a:lnTo>
                <a:lnTo>
                  <a:pt x="340" y="576"/>
                </a:lnTo>
                <a:lnTo>
                  <a:pt x="341" y="576"/>
                </a:lnTo>
                <a:lnTo>
                  <a:pt x="342" y="578"/>
                </a:lnTo>
                <a:lnTo>
                  <a:pt x="343" y="579"/>
                </a:lnTo>
                <a:lnTo>
                  <a:pt x="344" y="579"/>
                </a:lnTo>
                <a:lnTo>
                  <a:pt x="345" y="579"/>
                </a:lnTo>
                <a:lnTo>
                  <a:pt x="345" y="580"/>
                </a:lnTo>
                <a:lnTo>
                  <a:pt x="346" y="580"/>
                </a:lnTo>
                <a:lnTo>
                  <a:pt x="346" y="579"/>
                </a:lnTo>
                <a:lnTo>
                  <a:pt x="345" y="579"/>
                </a:lnTo>
                <a:lnTo>
                  <a:pt x="347" y="578"/>
                </a:lnTo>
                <a:lnTo>
                  <a:pt x="346" y="576"/>
                </a:lnTo>
                <a:lnTo>
                  <a:pt x="347" y="576"/>
                </a:lnTo>
                <a:lnTo>
                  <a:pt x="348" y="576"/>
                </a:lnTo>
                <a:lnTo>
                  <a:pt x="349" y="575"/>
                </a:lnTo>
                <a:lnTo>
                  <a:pt x="350" y="575"/>
                </a:lnTo>
                <a:lnTo>
                  <a:pt x="349" y="574"/>
                </a:lnTo>
                <a:lnTo>
                  <a:pt x="350" y="572"/>
                </a:lnTo>
                <a:lnTo>
                  <a:pt x="351" y="571"/>
                </a:lnTo>
                <a:lnTo>
                  <a:pt x="352" y="569"/>
                </a:lnTo>
                <a:lnTo>
                  <a:pt x="353" y="569"/>
                </a:lnTo>
                <a:lnTo>
                  <a:pt x="353" y="568"/>
                </a:lnTo>
                <a:lnTo>
                  <a:pt x="354" y="568"/>
                </a:lnTo>
                <a:lnTo>
                  <a:pt x="355" y="568"/>
                </a:lnTo>
                <a:lnTo>
                  <a:pt x="353" y="566"/>
                </a:lnTo>
                <a:lnTo>
                  <a:pt x="352" y="565"/>
                </a:lnTo>
                <a:lnTo>
                  <a:pt x="352" y="564"/>
                </a:lnTo>
                <a:lnTo>
                  <a:pt x="353" y="564"/>
                </a:lnTo>
                <a:lnTo>
                  <a:pt x="351" y="563"/>
                </a:lnTo>
                <a:lnTo>
                  <a:pt x="350" y="564"/>
                </a:lnTo>
                <a:lnTo>
                  <a:pt x="350" y="565"/>
                </a:lnTo>
                <a:lnTo>
                  <a:pt x="350" y="566"/>
                </a:lnTo>
                <a:lnTo>
                  <a:pt x="346" y="567"/>
                </a:lnTo>
                <a:lnTo>
                  <a:pt x="346" y="566"/>
                </a:lnTo>
                <a:lnTo>
                  <a:pt x="347" y="566"/>
                </a:lnTo>
                <a:lnTo>
                  <a:pt x="349" y="565"/>
                </a:lnTo>
                <a:lnTo>
                  <a:pt x="350" y="563"/>
                </a:lnTo>
                <a:lnTo>
                  <a:pt x="351" y="562"/>
                </a:lnTo>
                <a:lnTo>
                  <a:pt x="352" y="561"/>
                </a:lnTo>
                <a:lnTo>
                  <a:pt x="353" y="561"/>
                </a:lnTo>
                <a:lnTo>
                  <a:pt x="353" y="560"/>
                </a:lnTo>
                <a:lnTo>
                  <a:pt x="352" y="559"/>
                </a:lnTo>
                <a:lnTo>
                  <a:pt x="354" y="558"/>
                </a:lnTo>
                <a:lnTo>
                  <a:pt x="354" y="559"/>
                </a:lnTo>
                <a:lnTo>
                  <a:pt x="355" y="558"/>
                </a:lnTo>
                <a:lnTo>
                  <a:pt x="356" y="558"/>
                </a:lnTo>
                <a:lnTo>
                  <a:pt x="357" y="557"/>
                </a:lnTo>
                <a:lnTo>
                  <a:pt x="357" y="558"/>
                </a:lnTo>
                <a:lnTo>
                  <a:pt x="358" y="558"/>
                </a:lnTo>
                <a:lnTo>
                  <a:pt x="359" y="557"/>
                </a:lnTo>
                <a:lnTo>
                  <a:pt x="358" y="556"/>
                </a:lnTo>
                <a:lnTo>
                  <a:pt x="359" y="555"/>
                </a:lnTo>
                <a:lnTo>
                  <a:pt x="360" y="553"/>
                </a:lnTo>
                <a:lnTo>
                  <a:pt x="360" y="554"/>
                </a:lnTo>
                <a:lnTo>
                  <a:pt x="361" y="554"/>
                </a:lnTo>
                <a:lnTo>
                  <a:pt x="362" y="552"/>
                </a:lnTo>
                <a:lnTo>
                  <a:pt x="362" y="550"/>
                </a:lnTo>
                <a:lnTo>
                  <a:pt x="363" y="550"/>
                </a:lnTo>
                <a:lnTo>
                  <a:pt x="363" y="549"/>
                </a:lnTo>
                <a:lnTo>
                  <a:pt x="362" y="549"/>
                </a:lnTo>
                <a:lnTo>
                  <a:pt x="362" y="548"/>
                </a:lnTo>
                <a:lnTo>
                  <a:pt x="363" y="547"/>
                </a:lnTo>
                <a:lnTo>
                  <a:pt x="363" y="546"/>
                </a:lnTo>
                <a:lnTo>
                  <a:pt x="364" y="546"/>
                </a:lnTo>
                <a:lnTo>
                  <a:pt x="364" y="545"/>
                </a:lnTo>
                <a:lnTo>
                  <a:pt x="364" y="544"/>
                </a:lnTo>
                <a:lnTo>
                  <a:pt x="365" y="544"/>
                </a:lnTo>
                <a:lnTo>
                  <a:pt x="367" y="544"/>
                </a:lnTo>
                <a:lnTo>
                  <a:pt x="367" y="543"/>
                </a:lnTo>
                <a:lnTo>
                  <a:pt x="368" y="543"/>
                </a:lnTo>
                <a:lnTo>
                  <a:pt x="368" y="542"/>
                </a:lnTo>
                <a:lnTo>
                  <a:pt x="369" y="542"/>
                </a:lnTo>
                <a:lnTo>
                  <a:pt x="369" y="541"/>
                </a:lnTo>
                <a:lnTo>
                  <a:pt x="370" y="540"/>
                </a:lnTo>
                <a:lnTo>
                  <a:pt x="370" y="539"/>
                </a:lnTo>
                <a:lnTo>
                  <a:pt x="370" y="538"/>
                </a:lnTo>
                <a:lnTo>
                  <a:pt x="370" y="537"/>
                </a:lnTo>
                <a:lnTo>
                  <a:pt x="369" y="536"/>
                </a:lnTo>
                <a:lnTo>
                  <a:pt x="369" y="535"/>
                </a:lnTo>
                <a:lnTo>
                  <a:pt x="369" y="534"/>
                </a:lnTo>
                <a:lnTo>
                  <a:pt x="368" y="534"/>
                </a:lnTo>
                <a:lnTo>
                  <a:pt x="368" y="533"/>
                </a:lnTo>
                <a:lnTo>
                  <a:pt x="367" y="533"/>
                </a:lnTo>
                <a:lnTo>
                  <a:pt x="367" y="534"/>
                </a:lnTo>
                <a:lnTo>
                  <a:pt x="366" y="534"/>
                </a:lnTo>
                <a:lnTo>
                  <a:pt x="366" y="533"/>
                </a:lnTo>
                <a:lnTo>
                  <a:pt x="367" y="533"/>
                </a:lnTo>
                <a:lnTo>
                  <a:pt x="363" y="532"/>
                </a:lnTo>
                <a:lnTo>
                  <a:pt x="362" y="531"/>
                </a:lnTo>
                <a:lnTo>
                  <a:pt x="363" y="531"/>
                </a:lnTo>
                <a:lnTo>
                  <a:pt x="364" y="531"/>
                </a:lnTo>
                <a:lnTo>
                  <a:pt x="369" y="530"/>
                </a:lnTo>
                <a:lnTo>
                  <a:pt x="370" y="532"/>
                </a:lnTo>
                <a:lnTo>
                  <a:pt x="371" y="531"/>
                </a:lnTo>
                <a:lnTo>
                  <a:pt x="372" y="531"/>
                </a:lnTo>
                <a:lnTo>
                  <a:pt x="372" y="530"/>
                </a:lnTo>
                <a:lnTo>
                  <a:pt x="373" y="529"/>
                </a:lnTo>
                <a:lnTo>
                  <a:pt x="373" y="528"/>
                </a:lnTo>
                <a:lnTo>
                  <a:pt x="374" y="528"/>
                </a:lnTo>
                <a:lnTo>
                  <a:pt x="375" y="527"/>
                </a:lnTo>
                <a:lnTo>
                  <a:pt x="376" y="525"/>
                </a:lnTo>
                <a:lnTo>
                  <a:pt x="377" y="525"/>
                </a:lnTo>
                <a:lnTo>
                  <a:pt x="377" y="524"/>
                </a:lnTo>
                <a:lnTo>
                  <a:pt x="378" y="523"/>
                </a:lnTo>
                <a:lnTo>
                  <a:pt x="377" y="523"/>
                </a:lnTo>
                <a:lnTo>
                  <a:pt x="375" y="523"/>
                </a:lnTo>
                <a:lnTo>
                  <a:pt x="375" y="522"/>
                </a:lnTo>
                <a:lnTo>
                  <a:pt x="376" y="522"/>
                </a:lnTo>
                <a:lnTo>
                  <a:pt x="377" y="522"/>
                </a:lnTo>
                <a:lnTo>
                  <a:pt x="376" y="517"/>
                </a:lnTo>
                <a:lnTo>
                  <a:pt x="376" y="516"/>
                </a:lnTo>
                <a:lnTo>
                  <a:pt x="375" y="514"/>
                </a:lnTo>
                <a:lnTo>
                  <a:pt x="374" y="514"/>
                </a:lnTo>
                <a:lnTo>
                  <a:pt x="372" y="511"/>
                </a:lnTo>
                <a:lnTo>
                  <a:pt x="369" y="514"/>
                </a:lnTo>
                <a:lnTo>
                  <a:pt x="369" y="513"/>
                </a:lnTo>
                <a:lnTo>
                  <a:pt x="369" y="512"/>
                </a:lnTo>
                <a:lnTo>
                  <a:pt x="372" y="510"/>
                </a:lnTo>
                <a:lnTo>
                  <a:pt x="373" y="510"/>
                </a:lnTo>
                <a:lnTo>
                  <a:pt x="375" y="512"/>
                </a:lnTo>
                <a:lnTo>
                  <a:pt x="375" y="513"/>
                </a:lnTo>
                <a:lnTo>
                  <a:pt x="376" y="512"/>
                </a:lnTo>
                <a:lnTo>
                  <a:pt x="377" y="511"/>
                </a:lnTo>
                <a:lnTo>
                  <a:pt x="379" y="509"/>
                </a:lnTo>
                <a:lnTo>
                  <a:pt x="378" y="508"/>
                </a:lnTo>
                <a:lnTo>
                  <a:pt x="379" y="508"/>
                </a:lnTo>
                <a:lnTo>
                  <a:pt x="380" y="509"/>
                </a:lnTo>
                <a:lnTo>
                  <a:pt x="381" y="509"/>
                </a:lnTo>
                <a:lnTo>
                  <a:pt x="380" y="508"/>
                </a:lnTo>
                <a:lnTo>
                  <a:pt x="380" y="507"/>
                </a:lnTo>
                <a:lnTo>
                  <a:pt x="381" y="507"/>
                </a:lnTo>
                <a:lnTo>
                  <a:pt x="381" y="508"/>
                </a:lnTo>
                <a:lnTo>
                  <a:pt x="382" y="507"/>
                </a:lnTo>
                <a:lnTo>
                  <a:pt x="380" y="505"/>
                </a:lnTo>
                <a:lnTo>
                  <a:pt x="381" y="505"/>
                </a:lnTo>
                <a:lnTo>
                  <a:pt x="382" y="505"/>
                </a:lnTo>
                <a:lnTo>
                  <a:pt x="382" y="504"/>
                </a:lnTo>
                <a:lnTo>
                  <a:pt x="383" y="505"/>
                </a:lnTo>
                <a:lnTo>
                  <a:pt x="383" y="504"/>
                </a:lnTo>
                <a:lnTo>
                  <a:pt x="384" y="503"/>
                </a:lnTo>
                <a:lnTo>
                  <a:pt x="383" y="503"/>
                </a:lnTo>
                <a:lnTo>
                  <a:pt x="384" y="503"/>
                </a:lnTo>
                <a:lnTo>
                  <a:pt x="385" y="503"/>
                </a:lnTo>
                <a:lnTo>
                  <a:pt x="385" y="502"/>
                </a:lnTo>
                <a:lnTo>
                  <a:pt x="384" y="501"/>
                </a:lnTo>
                <a:lnTo>
                  <a:pt x="383" y="500"/>
                </a:lnTo>
                <a:lnTo>
                  <a:pt x="385" y="500"/>
                </a:lnTo>
                <a:lnTo>
                  <a:pt x="386" y="500"/>
                </a:lnTo>
                <a:lnTo>
                  <a:pt x="386" y="499"/>
                </a:lnTo>
                <a:lnTo>
                  <a:pt x="385" y="498"/>
                </a:lnTo>
                <a:lnTo>
                  <a:pt x="386" y="498"/>
                </a:lnTo>
                <a:lnTo>
                  <a:pt x="385" y="498"/>
                </a:lnTo>
                <a:lnTo>
                  <a:pt x="385" y="497"/>
                </a:lnTo>
                <a:lnTo>
                  <a:pt x="385" y="496"/>
                </a:lnTo>
                <a:lnTo>
                  <a:pt x="385" y="495"/>
                </a:lnTo>
                <a:lnTo>
                  <a:pt x="384" y="495"/>
                </a:lnTo>
                <a:lnTo>
                  <a:pt x="384" y="494"/>
                </a:lnTo>
                <a:lnTo>
                  <a:pt x="384" y="493"/>
                </a:lnTo>
                <a:lnTo>
                  <a:pt x="385" y="493"/>
                </a:lnTo>
                <a:lnTo>
                  <a:pt x="386" y="493"/>
                </a:lnTo>
                <a:lnTo>
                  <a:pt x="387" y="493"/>
                </a:lnTo>
                <a:lnTo>
                  <a:pt x="387" y="492"/>
                </a:lnTo>
                <a:lnTo>
                  <a:pt x="388" y="491"/>
                </a:lnTo>
                <a:lnTo>
                  <a:pt x="389" y="490"/>
                </a:lnTo>
                <a:lnTo>
                  <a:pt x="389" y="489"/>
                </a:lnTo>
                <a:lnTo>
                  <a:pt x="389" y="488"/>
                </a:lnTo>
                <a:lnTo>
                  <a:pt x="388" y="488"/>
                </a:lnTo>
                <a:lnTo>
                  <a:pt x="388" y="487"/>
                </a:lnTo>
                <a:lnTo>
                  <a:pt x="390" y="485"/>
                </a:lnTo>
                <a:lnTo>
                  <a:pt x="390" y="484"/>
                </a:lnTo>
                <a:lnTo>
                  <a:pt x="392" y="484"/>
                </a:lnTo>
                <a:lnTo>
                  <a:pt x="392" y="483"/>
                </a:lnTo>
                <a:lnTo>
                  <a:pt x="392" y="482"/>
                </a:lnTo>
                <a:lnTo>
                  <a:pt x="390" y="482"/>
                </a:lnTo>
                <a:lnTo>
                  <a:pt x="388" y="482"/>
                </a:lnTo>
                <a:lnTo>
                  <a:pt x="389" y="482"/>
                </a:lnTo>
                <a:lnTo>
                  <a:pt x="387" y="479"/>
                </a:lnTo>
                <a:lnTo>
                  <a:pt x="387" y="478"/>
                </a:lnTo>
                <a:lnTo>
                  <a:pt x="386" y="477"/>
                </a:lnTo>
                <a:lnTo>
                  <a:pt x="383" y="476"/>
                </a:lnTo>
                <a:lnTo>
                  <a:pt x="384" y="475"/>
                </a:lnTo>
                <a:lnTo>
                  <a:pt x="383" y="474"/>
                </a:lnTo>
                <a:lnTo>
                  <a:pt x="382" y="473"/>
                </a:lnTo>
                <a:lnTo>
                  <a:pt x="381" y="473"/>
                </a:lnTo>
                <a:lnTo>
                  <a:pt x="380" y="472"/>
                </a:lnTo>
                <a:lnTo>
                  <a:pt x="380" y="473"/>
                </a:lnTo>
                <a:lnTo>
                  <a:pt x="379" y="472"/>
                </a:lnTo>
                <a:lnTo>
                  <a:pt x="380" y="472"/>
                </a:lnTo>
                <a:lnTo>
                  <a:pt x="380" y="471"/>
                </a:lnTo>
                <a:lnTo>
                  <a:pt x="378" y="470"/>
                </a:lnTo>
                <a:lnTo>
                  <a:pt x="377" y="469"/>
                </a:lnTo>
                <a:lnTo>
                  <a:pt x="375" y="468"/>
                </a:lnTo>
                <a:lnTo>
                  <a:pt x="374" y="467"/>
                </a:lnTo>
                <a:lnTo>
                  <a:pt x="373" y="467"/>
                </a:lnTo>
                <a:lnTo>
                  <a:pt x="371" y="465"/>
                </a:lnTo>
                <a:lnTo>
                  <a:pt x="371" y="464"/>
                </a:lnTo>
                <a:lnTo>
                  <a:pt x="372" y="463"/>
                </a:lnTo>
                <a:lnTo>
                  <a:pt x="373" y="462"/>
                </a:lnTo>
                <a:lnTo>
                  <a:pt x="373" y="461"/>
                </a:lnTo>
                <a:lnTo>
                  <a:pt x="373" y="460"/>
                </a:lnTo>
                <a:lnTo>
                  <a:pt x="373" y="459"/>
                </a:lnTo>
                <a:lnTo>
                  <a:pt x="373" y="458"/>
                </a:lnTo>
                <a:lnTo>
                  <a:pt x="374" y="458"/>
                </a:lnTo>
                <a:lnTo>
                  <a:pt x="373" y="457"/>
                </a:lnTo>
                <a:lnTo>
                  <a:pt x="373" y="456"/>
                </a:lnTo>
                <a:lnTo>
                  <a:pt x="372" y="455"/>
                </a:lnTo>
                <a:lnTo>
                  <a:pt x="371" y="455"/>
                </a:lnTo>
                <a:lnTo>
                  <a:pt x="371" y="457"/>
                </a:lnTo>
                <a:lnTo>
                  <a:pt x="370" y="457"/>
                </a:lnTo>
                <a:lnTo>
                  <a:pt x="369" y="458"/>
                </a:lnTo>
                <a:lnTo>
                  <a:pt x="368" y="458"/>
                </a:lnTo>
                <a:lnTo>
                  <a:pt x="367" y="458"/>
                </a:lnTo>
                <a:lnTo>
                  <a:pt x="366" y="458"/>
                </a:lnTo>
                <a:lnTo>
                  <a:pt x="365" y="459"/>
                </a:lnTo>
                <a:lnTo>
                  <a:pt x="364" y="459"/>
                </a:lnTo>
                <a:lnTo>
                  <a:pt x="363" y="459"/>
                </a:lnTo>
                <a:lnTo>
                  <a:pt x="362" y="460"/>
                </a:lnTo>
                <a:lnTo>
                  <a:pt x="361" y="460"/>
                </a:lnTo>
                <a:lnTo>
                  <a:pt x="360" y="459"/>
                </a:lnTo>
                <a:lnTo>
                  <a:pt x="360" y="458"/>
                </a:lnTo>
                <a:lnTo>
                  <a:pt x="360" y="457"/>
                </a:lnTo>
                <a:lnTo>
                  <a:pt x="361" y="457"/>
                </a:lnTo>
                <a:lnTo>
                  <a:pt x="362" y="457"/>
                </a:lnTo>
                <a:lnTo>
                  <a:pt x="362" y="456"/>
                </a:lnTo>
                <a:lnTo>
                  <a:pt x="361" y="456"/>
                </a:lnTo>
                <a:lnTo>
                  <a:pt x="360" y="457"/>
                </a:lnTo>
                <a:lnTo>
                  <a:pt x="361" y="453"/>
                </a:lnTo>
                <a:lnTo>
                  <a:pt x="362" y="453"/>
                </a:lnTo>
                <a:lnTo>
                  <a:pt x="361" y="452"/>
                </a:lnTo>
                <a:lnTo>
                  <a:pt x="360" y="452"/>
                </a:lnTo>
                <a:lnTo>
                  <a:pt x="359" y="456"/>
                </a:lnTo>
                <a:lnTo>
                  <a:pt x="360" y="457"/>
                </a:lnTo>
                <a:lnTo>
                  <a:pt x="359" y="458"/>
                </a:lnTo>
                <a:lnTo>
                  <a:pt x="355" y="456"/>
                </a:lnTo>
                <a:lnTo>
                  <a:pt x="354" y="456"/>
                </a:lnTo>
                <a:lnTo>
                  <a:pt x="351" y="455"/>
                </a:lnTo>
                <a:lnTo>
                  <a:pt x="354" y="450"/>
                </a:lnTo>
                <a:lnTo>
                  <a:pt x="352" y="449"/>
                </a:lnTo>
                <a:lnTo>
                  <a:pt x="351" y="452"/>
                </a:lnTo>
                <a:lnTo>
                  <a:pt x="350" y="451"/>
                </a:lnTo>
                <a:lnTo>
                  <a:pt x="351" y="449"/>
                </a:lnTo>
                <a:lnTo>
                  <a:pt x="350" y="449"/>
                </a:lnTo>
                <a:lnTo>
                  <a:pt x="350" y="448"/>
                </a:lnTo>
                <a:lnTo>
                  <a:pt x="348" y="447"/>
                </a:lnTo>
                <a:lnTo>
                  <a:pt x="349" y="446"/>
                </a:lnTo>
                <a:lnTo>
                  <a:pt x="347" y="445"/>
                </a:lnTo>
                <a:lnTo>
                  <a:pt x="346" y="444"/>
                </a:lnTo>
                <a:lnTo>
                  <a:pt x="346" y="443"/>
                </a:lnTo>
                <a:lnTo>
                  <a:pt x="346" y="444"/>
                </a:lnTo>
                <a:lnTo>
                  <a:pt x="347" y="443"/>
                </a:lnTo>
                <a:lnTo>
                  <a:pt x="346" y="441"/>
                </a:lnTo>
                <a:lnTo>
                  <a:pt x="345" y="440"/>
                </a:lnTo>
                <a:lnTo>
                  <a:pt x="345" y="439"/>
                </a:lnTo>
                <a:lnTo>
                  <a:pt x="344" y="439"/>
                </a:lnTo>
                <a:lnTo>
                  <a:pt x="344" y="438"/>
                </a:lnTo>
                <a:lnTo>
                  <a:pt x="345" y="438"/>
                </a:lnTo>
                <a:lnTo>
                  <a:pt x="346" y="438"/>
                </a:lnTo>
                <a:lnTo>
                  <a:pt x="345" y="436"/>
                </a:lnTo>
                <a:lnTo>
                  <a:pt x="343" y="436"/>
                </a:lnTo>
                <a:lnTo>
                  <a:pt x="342" y="436"/>
                </a:lnTo>
                <a:lnTo>
                  <a:pt x="341" y="437"/>
                </a:lnTo>
                <a:lnTo>
                  <a:pt x="340" y="438"/>
                </a:lnTo>
                <a:lnTo>
                  <a:pt x="340" y="439"/>
                </a:lnTo>
                <a:lnTo>
                  <a:pt x="341" y="440"/>
                </a:lnTo>
                <a:lnTo>
                  <a:pt x="342" y="440"/>
                </a:lnTo>
                <a:lnTo>
                  <a:pt x="343" y="440"/>
                </a:lnTo>
                <a:lnTo>
                  <a:pt x="344" y="440"/>
                </a:lnTo>
                <a:lnTo>
                  <a:pt x="343" y="440"/>
                </a:lnTo>
                <a:lnTo>
                  <a:pt x="340" y="441"/>
                </a:lnTo>
                <a:lnTo>
                  <a:pt x="339" y="441"/>
                </a:lnTo>
                <a:lnTo>
                  <a:pt x="338" y="441"/>
                </a:lnTo>
                <a:lnTo>
                  <a:pt x="338" y="440"/>
                </a:lnTo>
                <a:lnTo>
                  <a:pt x="337" y="440"/>
                </a:lnTo>
                <a:lnTo>
                  <a:pt x="336" y="439"/>
                </a:lnTo>
                <a:lnTo>
                  <a:pt x="335" y="440"/>
                </a:lnTo>
                <a:lnTo>
                  <a:pt x="334" y="438"/>
                </a:lnTo>
                <a:lnTo>
                  <a:pt x="334" y="437"/>
                </a:lnTo>
                <a:lnTo>
                  <a:pt x="335" y="437"/>
                </a:lnTo>
                <a:lnTo>
                  <a:pt x="333" y="435"/>
                </a:lnTo>
                <a:lnTo>
                  <a:pt x="333" y="434"/>
                </a:lnTo>
                <a:lnTo>
                  <a:pt x="332" y="432"/>
                </a:lnTo>
                <a:lnTo>
                  <a:pt x="331" y="429"/>
                </a:lnTo>
                <a:lnTo>
                  <a:pt x="330" y="428"/>
                </a:lnTo>
                <a:lnTo>
                  <a:pt x="330" y="426"/>
                </a:lnTo>
                <a:lnTo>
                  <a:pt x="331" y="425"/>
                </a:lnTo>
                <a:lnTo>
                  <a:pt x="330" y="425"/>
                </a:lnTo>
                <a:lnTo>
                  <a:pt x="330" y="424"/>
                </a:lnTo>
                <a:lnTo>
                  <a:pt x="329" y="424"/>
                </a:lnTo>
                <a:lnTo>
                  <a:pt x="329" y="423"/>
                </a:lnTo>
                <a:lnTo>
                  <a:pt x="328" y="421"/>
                </a:lnTo>
                <a:lnTo>
                  <a:pt x="328" y="420"/>
                </a:lnTo>
                <a:lnTo>
                  <a:pt x="329" y="419"/>
                </a:lnTo>
                <a:lnTo>
                  <a:pt x="329" y="418"/>
                </a:lnTo>
                <a:lnTo>
                  <a:pt x="330" y="417"/>
                </a:lnTo>
                <a:lnTo>
                  <a:pt x="330" y="416"/>
                </a:lnTo>
                <a:lnTo>
                  <a:pt x="329" y="416"/>
                </a:lnTo>
                <a:lnTo>
                  <a:pt x="328" y="416"/>
                </a:lnTo>
                <a:lnTo>
                  <a:pt x="328" y="417"/>
                </a:lnTo>
                <a:lnTo>
                  <a:pt x="327" y="418"/>
                </a:lnTo>
                <a:lnTo>
                  <a:pt x="326" y="418"/>
                </a:lnTo>
                <a:lnTo>
                  <a:pt x="326" y="419"/>
                </a:lnTo>
                <a:lnTo>
                  <a:pt x="325" y="420"/>
                </a:lnTo>
                <a:lnTo>
                  <a:pt x="326" y="420"/>
                </a:lnTo>
                <a:lnTo>
                  <a:pt x="326" y="421"/>
                </a:lnTo>
                <a:lnTo>
                  <a:pt x="326" y="422"/>
                </a:lnTo>
                <a:lnTo>
                  <a:pt x="325" y="423"/>
                </a:lnTo>
                <a:lnTo>
                  <a:pt x="324" y="424"/>
                </a:lnTo>
                <a:lnTo>
                  <a:pt x="324" y="425"/>
                </a:lnTo>
                <a:lnTo>
                  <a:pt x="324" y="426"/>
                </a:lnTo>
                <a:lnTo>
                  <a:pt x="325" y="427"/>
                </a:lnTo>
                <a:lnTo>
                  <a:pt x="325" y="428"/>
                </a:lnTo>
                <a:lnTo>
                  <a:pt x="324" y="429"/>
                </a:lnTo>
                <a:lnTo>
                  <a:pt x="324" y="430"/>
                </a:lnTo>
                <a:lnTo>
                  <a:pt x="324" y="431"/>
                </a:lnTo>
                <a:lnTo>
                  <a:pt x="323" y="431"/>
                </a:lnTo>
                <a:lnTo>
                  <a:pt x="323" y="432"/>
                </a:lnTo>
                <a:lnTo>
                  <a:pt x="323" y="431"/>
                </a:lnTo>
                <a:lnTo>
                  <a:pt x="322" y="431"/>
                </a:lnTo>
                <a:lnTo>
                  <a:pt x="322" y="432"/>
                </a:lnTo>
                <a:lnTo>
                  <a:pt x="320" y="432"/>
                </a:lnTo>
                <a:lnTo>
                  <a:pt x="320" y="431"/>
                </a:lnTo>
                <a:lnTo>
                  <a:pt x="320" y="430"/>
                </a:lnTo>
                <a:lnTo>
                  <a:pt x="319" y="430"/>
                </a:lnTo>
                <a:lnTo>
                  <a:pt x="318" y="431"/>
                </a:lnTo>
                <a:lnTo>
                  <a:pt x="317" y="433"/>
                </a:lnTo>
                <a:lnTo>
                  <a:pt x="319" y="434"/>
                </a:lnTo>
                <a:lnTo>
                  <a:pt x="319" y="433"/>
                </a:lnTo>
                <a:lnTo>
                  <a:pt x="319" y="432"/>
                </a:lnTo>
                <a:lnTo>
                  <a:pt x="320" y="432"/>
                </a:lnTo>
                <a:lnTo>
                  <a:pt x="321" y="432"/>
                </a:lnTo>
                <a:lnTo>
                  <a:pt x="321" y="433"/>
                </a:lnTo>
                <a:lnTo>
                  <a:pt x="322" y="433"/>
                </a:lnTo>
                <a:lnTo>
                  <a:pt x="322" y="435"/>
                </a:lnTo>
                <a:lnTo>
                  <a:pt x="321" y="435"/>
                </a:lnTo>
                <a:lnTo>
                  <a:pt x="321" y="434"/>
                </a:lnTo>
                <a:lnTo>
                  <a:pt x="320" y="434"/>
                </a:lnTo>
                <a:lnTo>
                  <a:pt x="320" y="435"/>
                </a:lnTo>
                <a:lnTo>
                  <a:pt x="321" y="435"/>
                </a:lnTo>
                <a:lnTo>
                  <a:pt x="320" y="436"/>
                </a:lnTo>
                <a:lnTo>
                  <a:pt x="320" y="438"/>
                </a:lnTo>
                <a:lnTo>
                  <a:pt x="319" y="438"/>
                </a:lnTo>
                <a:lnTo>
                  <a:pt x="319" y="439"/>
                </a:lnTo>
                <a:lnTo>
                  <a:pt x="318" y="439"/>
                </a:lnTo>
                <a:lnTo>
                  <a:pt x="318" y="438"/>
                </a:lnTo>
                <a:lnTo>
                  <a:pt x="317" y="438"/>
                </a:lnTo>
                <a:lnTo>
                  <a:pt x="317" y="439"/>
                </a:lnTo>
                <a:lnTo>
                  <a:pt x="316" y="439"/>
                </a:lnTo>
                <a:lnTo>
                  <a:pt x="315" y="438"/>
                </a:lnTo>
                <a:lnTo>
                  <a:pt x="315" y="437"/>
                </a:lnTo>
                <a:lnTo>
                  <a:pt x="315" y="436"/>
                </a:lnTo>
                <a:lnTo>
                  <a:pt x="315" y="435"/>
                </a:lnTo>
                <a:lnTo>
                  <a:pt x="315" y="436"/>
                </a:lnTo>
                <a:lnTo>
                  <a:pt x="315" y="437"/>
                </a:lnTo>
                <a:lnTo>
                  <a:pt x="315" y="439"/>
                </a:lnTo>
                <a:lnTo>
                  <a:pt x="316" y="440"/>
                </a:lnTo>
                <a:lnTo>
                  <a:pt x="316" y="441"/>
                </a:lnTo>
                <a:lnTo>
                  <a:pt x="315" y="441"/>
                </a:lnTo>
                <a:lnTo>
                  <a:pt x="314" y="440"/>
                </a:lnTo>
                <a:lnTo>
                  <a:pt x="314" y="439"/>
                </a:lnTo>
                <a:lnTo>
                  <a:pt x="314" y="440"/>
                </a:lnTo>
                <a:lnTo>
                  <a:pt x="314" y="441"/>
                </a:lnTo>
                <a:lnTo>
                  <a:pt x="314" y="442"/>
                </a:lnTo>
                <a:lnTo>
                  <a:pt x="311" y="442"/>
                </a:lnTo>
                <a:lnTo>
                  <a:pt x="311" y="441"/>
                </a:lnTo>
                <a:lnTo>
                  <a:pt x="311" y="440"/>
                </a:lnTo>
                <a:lnTo>
                  <a:pt x="311" y="439"/>
                </a:lnTo>
                <a:lnTo>
                  <a:pt x="310" y="439"/>
                </a:lnTo>
                <a:lnTo>
                  <a:pt x="310" y="440"/>
                </a:lnTo>
                <a:lnTo>
                  <a:pt x="311" y="442"/>
                </a:lnTo>
                <a:lnTo>
                  <a:pt x="310" y="442"/>
                </a:lnTo>
                <a:lnTo>
                  <a:pt x="309" y="440"/>
                </a:lnTo>
                <a:lnTo>
                  <a:pt x="308" y="440"/>
                </a:lnTo>
                <a:lnTo>
                  <a:pt x="307" y="439"/>
                </a:lnTo>
                <a:lnTo>
                  <a:pt x="307" y="438"/>
                </a:lnTo>
                <a:lnTo>
                  <a:pt x="306" y="439"/>
                </a:lnTo>
                <a:lnTo>
                  <a:pt x="306" y="440"/>
                </a:lnTo>
                <a:lnTo>
                  <a:pt x="305" y="440"/>
                </a:lnTo>
                <a:lnTo>
                  <a:pt x="305" y="441"/>
                </a:lnTo>
                <a:lnTo>
                  <a:pt x="303" y="442"/>
                </a:lnTo>
                <a:lnTo>
                  <a:pt x="302" y="442"/>
                </a:lnTo>
                <a:lnTo>
                  <a:pt x="301" y="442"/>
                </a:lnTo>
                <a:lnTo>
                  <a:pt x="301" y="441"/>
                </a:lnTo>
                <a:lnTo>
                  <a:pt x="301" y="439"/>
                </a:lnTo>
                <a:lnTo>
                  <a:pt x="301" y="438"/>
                </a:lnTo>
                <a:lnTo>
                  <a:pt x="300" y="438"/>
                </a:lnTo>
                <a:lnTo>
                  <a:pt x="300" y="440"/>
                </a:lnTo>
                <a:lnTo>
                  <a:pt x="300" y="441"/>
                </a:lnTo>
                <a:lnTo>
                  <a:pt x="299" y="441"/>
                </a:lnTo>
                <a:lnTo>
                  <a:pt x="297" y="440"/>
                </a:lnTo>
                <a:lnTo>
                  <a:pt x="297" y="439"/>
                </a:lnTo>
                <a:lnTo>
                  <a:pt x="296" y="439"/>
                </a:lnTo>
                <a:lnTo>
                  <a:pt x="296" y="438"/>
                </a:lnTo>
                <a:lnTo>
                  <a:pt x="295" y="438"/>
                </a:lnTo>
                <a:lnTo>
                  <a:pt x="294" y="438"/>
                </a:lnTo>
                <a:lnTo>
                  <a:pt x="294" y="436"/>
                </a:lnTo>
                <a:lnTo>
                  <a:pt x="294" y="437"/>
                </a:lnTo>
                <a:lnTo>
                  <a:pt x="293" y="437"/>
                </a:lnTo>
                <a:lnTo>
                  <a:pt x="291" y="437"/>
                </a:lnTo>
                <a:lnTo>
                  <a:pt x="290" y="437"/>
                </a:lnTo>
                <a:lnTo>
                  <a:pt x="289" y="438"/>
                </a:lnTo>
                <a:lnTo>
                  <a:pt x="287" y="438"/>
                </a:lnTo>
                <a:lnTo>
                  <a:pt x="286" y="438"/>
                </a:lnTo>
                <a:lnTo>
                  <a:pt x="286" y="437"/>
                </a:lnTo>
                <a:lnTo>
                  <a:pt x="286" y="436"/>
                </a:lnTo>
                <a:lnTo>
                  <a:pt x="286" y="435"/>
                </a:lnTo>
                <a:lnTo>
                  <a:pt x="285" y="435"/>
                </a:lnTo>
                <a:lnTo>
                  <a:pt x="285" y="436"/>
                </a:lnTo>
                <a:lnTo>
                  <a:pt x="285" y="437"/>
                </a:lnTo>
                <a:lnTo>
                  <a:pt x="285" y="438"/>
                </a:lnTo>
                <a:lnTo>
                  <a:pt x="286" y="438"/>
                </a:lnTo>
                <a:lnTo>
                  <a:pt x="282" y="438"/>
                </a:lnTo>
                <a:lnTo>
                  <a:pt x="281" y="438"/>
                </a:lnTo>
                <a:lnTo>
                  <a:pt x="282" y="438"/>
                </a:lnTo>
                <a:lnTo>
                  <a:pt x="283" y="438"/>
                </a:lnTo>
                <a:lnTo>
                  <a:pt x="286" y="438"/>
                </a:lnTo>
                <a:lnTo>
                  <a:pt x="286" y="439"/>
                </a:lnTo>
                <a:lnTo>
                  <a:pt x="286" y="440"/>
                </a:lnTo>
                <a:lnTo>
                  <a:pt x="286" y="442"/>
                </a:lnTo>
                <a:lnTo>
                  <a:pt x="287" y="443"/>
                </a:lnTo>
                <a:lnTo>
                  <a:pt x="288" y="446"/>
                </a:lnTo>
                <a:lnTo>
                  <a:pt x="282" y="445"/>
                </a:lnTo>
                <a:lnTo>
                  <a:pt x="281" y="445"/>
                </a:lnTo>
                <a:lnTo>
                  <a:pt x="279" y="445"/>
                </a:lnTo>
                <a:lnTo>
                  <a:pt x="276" y="445"/>
                </a:lnTo>
                <a:lnTo>
                  <a:pt x="275" y="443"/>
                </a:lnTo>
                <a:lnTo>
                  <a:pt x="275" y="441"/>
                </a:lnTo>
                <a:lnTo>
                  <a:pt x="275" y="442"/>
                </a:lnTo>
                <a:lnTo>
                  <a:pt x="271" y="443"/>
                </a:lnTo>
                <a:lnTo>
                  <a:pt x="270" y="443"/>
                </a:lnTo>
                <a:lnTo>
                  <a:pt x="269" y="441"/>
                </a:lnTo>
                <a:lnTo>
                  <a:pt x="269" y="440"/>
                </a:lnTo>
                <a:lnTo>
                  <a:pt x="268" y="439"/>
                </a:lnTo>
                <a:lnTo>
                  <a:pt x="268" y="438"/>
                </a:lnTo>
                <a:lnTo>
                  <a:pt x="269" y="438"/>
                </a:lnTo>
                <a:lnTo>
                  <a:pt x="270" y="438"/>
                </a:lnTo>
                <a:lnTo>
                  <a:pt x="270" y="437"/>
                </a:lnTo>
                <a:lnTo>
                  <a:pt x="271" y="437"/>
                </a:lnTo>
                <a:lnTo>
                  <a:pt x="271" y="436"/>
                </a:lnTo>
                <a:lnTo>
                  <a:pt x="270" y="436"/>
                </a:lnTo>
                <a:lnTo>
                  <a:pt x="267" y="437"/>
                </a:lnTo>
                <a:lnTo>
                  <a:pt x="266" y="437"/>
                </a:lnTo>
                <a:lnTo>
                  <a:pt x="265" y="437"/>
                </a:lnTo>
                <a:lnTo>
                  <a:pt x="265" y="438"/>
                </a:lnTo>
                <a:lnTo>
                  <a:pt x="265" y="439"/>
                </a:lnTo>
                <a:lnTo>
                  <a:pt x="266" y="440"/>
                </a:lnTo>
                <a:lnTo>
                  <a:pt x="266" y="441"/>
                </a:lnTo>
                <a:lnTo>
                  <a:pt x="264" y="441"/>
                </a:lnTo>
                <a:lnTo>
                  <a:pt x="265" y="442"/>
                </a:lnTo>
                <a:lnTo>
                  <a:pt x="265" y="443"/>
                </a:lnTo>
                <a:lnTo>
                  <a:pt x="265" y="446"/>
                </a:lnTo>
                <a:lnTo>
                  <a:pt x="265" y="447"/>
                </a:lnTo>
                <a:lnTo>
                  <a:pt x="264" y="447"/>
                </a:lnTo>
                <a:lnTo>
                  <a:pt x="264" y="446"/>
                </a:lnTo>
                <a:lnTo>
                  <a:pt x="261" y="446"/>
                </a:lnTo>
                <a:lnTo>
                  <a:pt x="261" y="444"/>
                </a:lnTo>
                <a:lnTo>
                  <a:pt x="262" y="444"/>
                </a:lnTo>
                <a:lnTo>
                  <a:pt x="262" y="443"/>
                </a:lnTo>
                <a:lnTo>
                  <a:pt x="263" y="443"/>
                </a:lnTo>
                <a:lnTo>
                  <a:pt x="263" y="441"/>
                </a:lnTo>
                <a:lnTo>
                  <a:pt x="262" y="441"/>
                </a:lnTo>
                <a:lnTo>
                  <a:pt x="260" y="442"/>
                </a:lnTo>
                <a:lnTo>
                  <a:pt x="259" y="442"/>
                </a:lnTo>
                <a:lnTo>
                  <a:pt x="259" y="440"/>
                </a:lnTo>
                <a:lnTo>
                  <a:pt x="258" y="440"/>
                </a:lnTo>
                <a:lnTo>
                  <a:pt x="257" y="440"/>
                </a:lnTo>
                <a:lnTo>
                  <a:pt x="257" y="441"/>
                </a:lnTo>
                <a:lnTo>
                  <a:pt x="256" y="441"/>
                </a:lnTo>
                <a:lnTo>
                  <a:pt x="257" y="441"/>
                </a:lnTo>
                <a:lnTo>
                  <a:pt x="258" y="441"/>
                </a:lnTo>
                <a:lnTo>
                  <a:pt x="258" y="442"/>
                </a:lnTo>
                <a:lnTo>
                  <a:pt x="258" y="443"/>
                </a:lnTo>
                <a:lnTo>
                  <a:pt x="257" y="444"/>
                </a:lnTo>
                <a:lnTo>
                  <a:pt x="256" y="444"/>
                </a:lnTo>
                <a:lnTo>
                  <a:pt x="254" y="444"/>
                </a:lnTo>
                <a:lnTo>
                  <a:pt x="253" y="444"/>
                </a:lnTo>
                <a:lnTo>
                  <a:pt x="252" y="445"/>
                </a:lnTo>
                <a:lnTo>
                  <a:pt x="251" y="445"/>
                </a:lnTo>
                <a:lnTo>
                  <a:pt x="250" y="445"/>
                </a:lnTo>
                <a:lnTo>
                  <a:pt x="250" y="446"/>
                </a:lnTo>
                <a:lnTo>
                  <a:pt x="249" y="446"/>
                </a:lnTo>
                <a:lnTo>
                  <a:pt x="248" y="446"/>
                </a:lnTo>
                <a:lnTo>
                  <a:pt x="248" y="447"/>
                </a:lnTo>
                <a:lnTo>
                  <a:pt x="247" y="448"/>
                </a:lnTo>
                <a:lnTo>
                  <a:pt x="248" y="449"/>
                </a:lnTo>
                <a:lnTo>
                  <a:pt x="249" y="449"/>
                </a:lnTo>
                <a:lnTo>
                  <a:pt x="249" y="451"/>
                </a:lnTo>
                <a:lnTo>
                  <a:pt x="249" y="452"/>
                </a:lnTo>
                <a:lnTo>
                  <a:pt x="248" y="453"/>
                </a:lnTo>
                <a:lnTo>
                  <a:pt x="247" y="454"/>
                </a:lnTo>
                <a:lnTo>
                  <a:pt x="247" y="455"/>
                </a:lnTo>
                <a:lnTo>
                  <a:pt x="248" y="456"/>
                </a:lnTo>
                <a:lnTo>
                  <a:pt x="248" y="457"/>
                </a:lnTo>
                <a:lnTo>
                  <a:pt x="248" y="456"/>
                </a:lnTo>
                <a:lnTo>
                  <a:pt x="247" y="456"/>
                </a:lnTo>
                <a:lnTo>
                  <a:pt x="246" y="456"/>
                </a:lnTo>
                <a:lnTo>
                  <a:pt x="247" y="457"/>
                </a:lnTo>
                <a:lnTo>
                  <a:pt x="247" y="458"/>
                </a:lnTo>
                <a:lnTo>
                  <a:pt x="246" y="458"/>
                </a:lnTo>
                <a:lnTo>
                  <a:pt x="245" y="457"/>
                </a:lnTo>
                <a:lnTo>
                  <a:pt x="244" y="457"/>
                </a:lnTo>
                <a:lnTo>
                  <a:pt x="243" y="455"/>
                </a:lnTo>
                <a:lnTo>
                  <a:pt x="243" y="454"/>
                </a:lnTo>
                <a:lnTo>
                  <a:pt x="242" y="454"/>
                </a:lnTo>
                <a:lnTo>
                  <a:pt x="242" y="455"/>
                </a:lnTo>
                <a:lnTo>
                  <a:pt x="241" y="455"/>
                </a:lnTo>
                <a:lnTo>
                  <a:pt x="240" y="455"/>
                </a:lnTo>
                <a:lnTo>
                  <a:pt x="238" y="455"/>
                </a:lnTo>
                <a:lnTo>
                  <a:pt x="237" y="456"/>
                </a:lnTo>
                <a:lnTo>
                  <a:pt x="236" y="457"/>
                </a:lnTo>
                <a:lnTo>
                  <a:pt x="236" y="458"/>
                </a:lnTo>
                <a:lnTo>
                  <a:pt x="236" y="459"/>
                </a:lnTo>
                <a:lnTo>
                  <a:pt x="237" y="460"/>
                </a:lnTo>
                <a:lnTo>
                  <a:pt x="238" y="461"/>
                </a:lnTo>
                <a:lnTo>
                  <a:pt x="238" y="462"/>
                </a:lnTo>
                <a:lnTo>
                  <a:pt x="237" y="463"/>
                </a:lnTo>
                <a:lnTo>
                  <a:pt x="236" y="464"/>
                </a:lnTo>
                <a:lnTo>
                  <a:pt x="238" y="464"/>
                </a:lnTo>
                <a:lnTo>
                  <a:pt x="238" y="467"/>
                </a:lnTo>
                <a:lnTo>
                  <a:pt x="239" y="468"/>
                </a:lnTo>
                <a:lnTo>
                  <a:pt x="239" y="469"/>
                </a:lnTo>
                <a:lnTo>
                  <a:pt x="240" y="468"/>
                </a:lnTo>
                <a:lnTo>
                  <a:pt x="241" y="467"/>
                </a:lnTo>
                <a:lnTo>
                  <a:pt x="244" y="467"/>
                </a:lnTo>
                <a:lnTo>
                  <a:pt x="245" y="467"/>
                </a:lnTo>
                <a:lnTo>
                  <a:pt x="245" y="470"/>
                </a:lnTo>
                <a:lnTo>
                  <a:pt x="246" y="471"/>
                </a:lnTo>
                <a:lnTo>
                  <a:pt x="246" y="472"/>
                </a:lnTo>
                <a:lnTo>
                  <a:pt x="245" y="472"/>
                </a:lnTo>
                <a:lnTo>
                  <a:pt x="244" y="472"/>
                </a:lnTo>
                <a:lnTo>
                  <a:pt x="243" y="471"/>
                </a:lnTo>
                <a:lnTo>
                  <a:pt x="242" y="471"/>
                </a:lnTo>
                <a:lnTo>
                  <a:pt x="239" y="473"/>
                </a:lnTo>
                <a:lnTo>
                  <a:pt x="238" y="475"/>
                </a:lnTo>
                <a:lnTo>
                  <a:pt x="237" y="475"/>
                </a:lnTo>
                <a:lnTo>
                  <a:pt x="237" y="476"/>
                </a:lnTo>
                <a:lnTo>
                  <a:pt x="236" y="476"/>
                </a:lnTo>
                <a:lnTo>
                  <a:pt x="235" y="476"/>
                </a:lnTo>
                <a:lnTo>
                  <a:pt x="235" y="477"/>
                </a:lnTo>
                <a:lnTo>
                  <a:pt x="234" y="477"/>
                </a:lnTo>
                <a:lnTo>
                  <a:pt x="233" y="477"/>
                </a:lnTo>
                <a:lnTo>
                  <a:pt x="232" y="477"/>
                </a:lnTo>
                <a:lnTo>
                  <a:pt x="231" y="478"/>
                </a:lnTo>
                <a:lnTo>
                  <a:pt x="230" y="478"/>
                </a:lnTo>
                <a:lnTo>
                  <a:pt x="229" y="478"/>
                </a:lnTo>
                <a:lnTo>
                  <a:pt x="229" y="479"/>
                </a:lnTo>
                <a:lnTo>
                  <a:pt x="228" y="479"/>
                </a:lnTo>
                <a:lnTo>
                  <a:pt x="227" y="479"/>
                </a:lnTo>
                <a:lnTo>
                  <a:pt x="226" y="479"/>
                </a:lnTo>
                <a:lnTo>
                  <a:pt x="225" y="480"/>
                </a:lnTo>
                <a:lnTo>
                  <a:pt x="224" y="480"/>
                </a:lnTo>
                <a:lnTo>
                  <a:pt x="224" y="481"/>
                </a:lnTo>
                <a:lnTo>
                  <a:pt x="224" y="482"/>
                </a:lnTo>
                <a:lnTo>
                  <a:pt x="224" y="483"/>
                </a:lnTo>
                <a:lnTo>
                  <a:pt x="224" y="484"/>
                </a:lnTo>
                <a:lnTo>
                  <a:pt x="225" y="484"/>
                </a:lnTo>
                <a:lnTo>
                  <a:pt x="225" y="485"/>
                </a:lnTo>
                <a:lnTo>
                  <a:pt x="225" y="486"/>
                </a:lnTo>
                <a:lnTo>
                  <a:pt x="224" y="486"/>
                </a:lnTo>
                <a:lnTo>
                  <a:pt x="224" y="487"/>
                </a:lnTo>
                <a:lnTo>
                  <a:pt x="223" y="487"/>
                </a:lnTo>
                <a:lnTo>
                  <a:pt x="223" y="489"/>
                </a:lnTo>
                <a:lnTo>
                  <a:pt x="222" y="489"/>
                </a:lnTo>
                <a:lnTo>
                  <a:pt x="222" y="490"/>
                </a:lnTo>
                <a:lnTo>
                  <a:pt x="222" y="491"/>
                </a:lnTo>
                <a:lnTo>
                  <a:pt x="222" y="492"/>
                </a:lnTo>
                <a:lnTo>
                  <a:pt x="222" y="493"/>
                </a:lnTo>
                <a:lnTo>
                  <a:pt x="221" y="494"/>
                </a:lnTo>
                <a:lnTo>
                  <a:pt x="221" y="495"/>
                </a:lnTo>
                <a:lnTo>
                  <a:pt x="220" y="498"/>
                </a:lnTo>
                <a:lnTo>
                  <a:pt x="219" y="498"/>
                </a:lnTo>
                <a:lnTo>
                  <a:pt x="218" y="498"/>
                </a:lnTo>
                <a:lnTo>
                  <a:pt x="217" y="499"/>
                </a:lnTo>
                <a:lnTo>
                  <a:pt x="216" y="500"/>
                </a:lnTo>
                <a:lnTo>
                  <a:pt x="216" y="501"/>
                </a:lnTo>
                <a:lnTo>
                  <a:pt x="215" y="503"/>
                </a:lnTo>
                <a:lnTo>
                  <a:pt x="214" y="503"/>
                </a:lnTo>
                <a:lnTo>
                  <a:pt x="213" y="503"/>
                </a:lnTo>
                <a:lnTo>
                  <a:pt x="214" y="504"/>
                </a:lnTo>
                <a:lnTo>
                  <a:pt x="213" y="504"/>
                </a:lnTo>
                <a:lnTo>
                  <a:pt x="213" y="505"/>
                </a:lnTo>
                <a:lnTo>
                  <a:pt x="213" y="506"/>
                </a:lnTo>
                <a:lnTo>
                  <a:pt x="214" y="505"/>
                </a:lnTo>
                <a:lnTo>
                  <a:pt x="216" y="506"/>
                </a:lnTo>
                <a:lnTo>
                  <a:pt x="215" y="507"/>
                </a:lnTo>
                <a:lnTo>
                  <a:pt x="215" y="508"/>
                </a:lnTo>
                <a:lnTo>
                  <a:pt x="214" y="508"/>
                </a:lnTo>
                <a:lnTo>
                  <a:pt x="214" y="509"/>
                </a:lnTo>
                <a:lnTo>
                  <a:pt x="213" y="509"/>
                </a:lnTo>
                <a:lnTo>
                  <a:pt x="212" y="508"/>
                </a:lnTo>
                <a:lnTo>
                  <a:pt x="211" y="508"/>
                </a:lnTo>
                <a:lnTo>
                  <a:pt x="210" y="509"/>
                </a:lnTo>
                <a:lnTo>
                  <a:pt x="210" y="512"/>
                </a:lnTo>
                <a:lnTo>
                  <a:pt x="210" y="513"/>
                </a:lnTo>
                <a:lnTo>
                  <a:pt x="209" y="513"/>
                </a:lnTo>
                <a:lnTo>
                  <a:pt x="208" y="513"/>
                </a:lnTo>
                <a:lnTo>
                  <a:pt x="207" y="513"/>
                </a:lnTo>
                <a:lnTo>
                  <a:pt x="206" y="513"/>
                </a:lnTo>
                <a:lnTo>
                  <a:pt x="206" y="514"/>
                </a:lnTo>
                <a:lnTo>
                  <a:pt x="205" y="514"/>
                </a:lnTo>
                <a:lnTo>
                  <a:pt x="205" y="515"/>
                </a:lnTo>
                <a:lnTo>
                  <a:pt x="204" y="515"/>
                </a:lnTo>
                <a:lnTo>
                  <a:pt x="203" y="516"/>
                </a:lnTo>
                <a:lnTo>
                  <a:pt x="204" y="516"/>
                </a:lnTo>
                <a:lnTo>
                  <a:pt x="204" y="517"/>
                </a:lnTo>
                <a:lnTo>
                  <a:pt x="205" y="517"/>
                </a:lnTo>
                <a:lnTo>
                  <a:pt x="206" y="518"/>
                </a:lnTo>
                <a:lnTo>
                  <a:pt x="206" y="519"/>
                </a:lnTo>
                <a:lnTo>
                  <a:pt x="205" y="519"/>
                </a:lnTo>
                <a:lnTo>
                  <a:pt x="205" y="518"/>
                </a:lnTo>
                <a:lnTo>
                  <a:pt x="204" y="518"/>
                </a:lnTo>
                <a:lnTo>
                  <a:pt x="204" y="519"/>
                </a:lnTo>
                <a:lnTo>
                  <a:pt x="205" y="519"/>
                </a:lnTo>
                <a:lnTo>
                  <a:pt x="205" y="520"/>
                </a:lnTo>
                <a:lnTo>
                  <a:pt x="205" y="521"/>
                </a:lnTo>
                <a:lnTo>
                  <a:pt x="205" y="522"/>
                </a:lnTo>
                <a:lnTo>
                  <a:pt x="206" y="522"/>
                </a:lnTo>
                <a:lnTo>
                  <a:pt x="206" y="523"/>
                </a:lnTo>
                <a:lnTo>
                  <a:pt x="206" y="524"/>
                </a:lnTo>
                <a:lnTo>
                  <a:pt x="206" y="525"/>
                </a:lnTo>
                <a:lnTo>
                  <a:pt x="206" y="526"/>
                </a:lnTo>
                <a:lnTo>
                  <a:pt x="205" y="526"/>
                </a:lnTo>
                <a:lnTo>
                  <a:pt x="203" y="525"/>
                </a:lnTo>
                <a:lnTo>
                  <a:pt x="203" y="526"/>
                </a:lnTo>
                <a:lnTo>
                  <a:pt x="203" y="527"/>
                </a:lnTo>
                <a:lnTo>
                  <a:pt x="202" y="527"/>
                </a:lnTo>
                <a:lnTo>
                  <a:pt x="202" y="528"/>
                </a:lnTo>
                <a:lnTo>
                  <a:pt x="204" y="530"/>
                </a:lnTo>
                <a:lnTo>
                  <a:pt x="204" y="529"/>
                </a:lnTo>
                <a:lnTo>
                  <a:pt x="205" y="529"/>
                </a:lnTo>
                <a:lnTo>
                  <a:pt x="205" y="530"/>
                </a:lnTo>
                <a:lnTo>
                  <a:pt x="206" y="530"/>
                </a:lnTo>
                <a:lnTo>
                  <a:pt x="205" y="530"/>
                </a:lnTo>
                <a:lnTo>
                  <a:pt x="205" y="531"/>
                </a:lnTo>
                <a:lnTo>
                  <a:pt x="205" y="532"/>
                </a:lnTo>
                <a:lnTo>
                  <a:pt x="203" y="533"/>
                </a:lnTo>
                <a:lnTo>
                  <a:pt x="202" y="533"/>
                </a:lnTo>
                <a:lnTo>
                  <a:pt x="199" y="536"/>
                </a:lnTo>
                <a:lnTo>
                  <a:pt x="199" y="537"/>
                </a:lnTo>
                <a:lnTo>
                  <a:pt x="198" y="537"/>
                </a:lnTo>
                <a:lnTo>
                  <a:pt x="196" y="539"/>
                </a:lnTo>
                <a:lnTo>
                  <a:pt x="196" y="540"/>
                </a:lnTo>
                <a:lnTo>
                  <a:pt x="196" y="541"/>
                </a:lnTo>
                <a:lnTo>
                  <a:pt x="197" y="542"/>
                </a:lnTo>
                <a:lnTo>
                  <a:pt x="198" y="544"/>
                </a:lnTo>
                <a:lnTo>
                  <a:pt x="198" y="545"/>
                </a:lnTo>
                <a:lnTo>
                  <a:pt x="199" y="545"/>
                </a:lnTo>
                <a:lnTo>
                  <a:pt x="199" y="546"/>
                </a:lnTo>
                <a:lnTo>
                  <a:pt x="199" y="547"/>
                </a:lnTo>
                <a:lnTo>
                  <a:pt x="199" y="549"/>
                </a:lnTo>
                <a:lnTo>
                  <a:pt x="198" y="549"/>
                </a:lnTo>
                <a:lnTo>
                  <a:pt x="199" y="549"/>
                </a:lnTo>
                <a:lnTo>
                  <a:pt x="199" y="550"/>
                </a:lnTo>
                <a:lnTo>
                  <a:pt x="199" y="551"/>
                </a:lnTo>
                <a:lnTo>
                  <a:pt x="198" y="551"/>
                </a:lnTo>
                <a:lnTo>
                  <a:pt x="198" y="552"/>
                </a:lnTo>
                <a:lnTo>
                  <a:pt x="198" y="553"/>
                </a:lnTo>
                <a:lnTo>
                  <a:pt x="198" y="554"/>
                </a:lnTo>
                <a:lnTo>
                  <a:pt x="197" y="554"/>
                </a:lnTo>
                <a:lnTo>
                  <a:pt x="197" y="553"/>
                </a:lnTo>
                <a:lnTo>
                  <a:pt x="196" y="554"/>
                </a:lnTo>
                <a:lnTo>
                  <a:pt x="196" y="555"/>
                </a:lnTo>
                <a:lnTo>
                  <a:pt x="196" y="556"/>
                </a:lnTo>
                <a:lnTo>
                  <a:pt x="195" y="556"/>
                </a:lnTo>
                <a:lnTo>
                  <a:pt x="195" y="557"/>
                </a:lnTo>
                <a:lnTo>
                  <a:pt x="194" y="557"/>
                </a:lnTo>
                <a:lnTo>
                  <a:pt x="194" y="558"/>
                </a:lnTo>
                <a:lnTo>
                  <a:pt x="193" y="559"/>
                </a:lnTo>
                <a:lnTo>
                  <a:pt x="193" y="560"/>
                </a:lnTo>
                <a:lnTo>
                  <a:pt x="192" y="560"/>
                </a:lnTo>
                <a:lnTo>
                  <a:pt x="190" y="560"/>
                </a:lnTo>
                <a:lnTo>
                  <a:pt x="187" y="560"/>
                </a:lnTo>
                <a:lnTo>
                  <a:pt x="187" y="561"/>
                </a:lnTo>
                <a:lnTo>
                  <a:pt x="186" y="561"/>
                </a:lnTo>
                <a:lnTo>
                  <a:pt x="185" y="561"/>
                </a:lnTo>
                <a:lnTo>
                  <a:pt x="184" y="562"/>
                </a:lnTo>
                <a:lnTo>
                  <a:pt x="183" y="562"/>
                </a:lnTo>
                <a:lnTo>
                  <a:pt x="182" y="563"/>
                </a:lnTo>
                <a:lnTo>
                  <a:pt x="181" y="563"/>
                </a:lnTo>
                <a:lnTo>
                  <a:pt x="180" y="563"/>
                </a:lnTo>
                <a:lnTo>
                  <a:pt x="179" y="564"/>
                </a:lnTo>
                <a:lnTo>
                  <a:pt x="178" y="564"/>
                </a:lnTo>
                <a:lnTo>
                  <a:pt x="177" y="565"/>
                </a:lnTo>
                <a:lnTo>
                  <a:pt x="178" y="566"/>
                </a:lnTo>
                <a:lnTo>
                  <a:pt x="177" y="567"/>
                </a:lnTo>
                <a:lnTo>
                  <a:pt x="176" y="568"/>
                </a:lnTo>
                <a:lnTo>
                  <a:pt x="175" y="569"/>
                </a:lnTo>
                <a:lnTo>
                  <a:pt x="174" y="569"/>
                </a:lnTo>
                <a:lnTo>
                  <a:pt x="174" y="570"/>
                </a:lnTo>
                <a:lnTo>
                  <a:pt x="173" y="570"/>
                </a:lnTo>
                <a:lnTo>
                  <a:pt x="172" y="570"/>
                </a:lnTo>
                <a:lnTo>
                  <a:pt x="172" y="571"/>
                </a:lnTo>
                <a:lnTo>
                  <a:pt x="171" y="572"/>
                </a:lnTo>
                <a:lnTo>
                  <a:pt x="170" y="572"/>
                </a:lnTo>
                <a:lnTo>
                  <a:pt x="169" y="572"/>
                </a:lnTo>
                <a:lnTo>
                  <a:pt x="169" y="574"/>
                </a:lnTo>
                <a:lnTo>
                  <a:pt x="168" y="574"/>
                </a:lnTo>
                <a:lnTo>
                  <a:pt x="167" y="575"/>
                </a:lnTo>
                <a:lnTo>
                  <a:pt x="166" y="575"/>
                </a:lnTo>
                <a:lnTo>
                  <a:pt x="166" y="576"/>
                </a:lnTo>
                <a:lnTo>
                  <a:pt x="165" y="576"/>
                </a:lnTo>
                <a:lnTo>
                  <a:pt x="164" y="576"/>
                </a:lnTo>
                <a:lnTo>
                  <a:pt x="163" y="578"/>
                </a:lnTo>
                <a:lnTo>
                  <a:pt x="162" y="579"/>
                </a:lnTo>
                <a:lnTo>
                  <a:pt x="161" y="579"/>
                </a:lnTo>
                <a:lnTo>
                  <a:pt x="159" y="580"/>
                </a:lnTo>
                <a:lnTo>
                  <a:pt x="159" y="581"/>
                </a:lnTo>
                <a:lnTo>
                  <a:pt x="158" y="581"/>
                </a:lnTo>
                <a:lnTo>
                  <a:pt x="155" y="583"/>
                </a:lnTo>
                <a:lnTo>
                  <a:pt x="153" y="584"/>
                </a:lnTo>
                <a:lnTo>
                  <a:pt x="152" y="584"/>
                </a:lnTo>
                <a:lnTo>
                  <a:pt x="151" y="585"/>
                </a:lnTo>
                <a:lnTo>
                  <a:pt x="150" y="585"/>
                </a:lnTo>
                <a:lnTo>
                  <a:pt x="149" y="585"/>
                </a:lnTo>
                <a:lnTo>
                  <a:pt x="149" y="586"/>
                </a:lnTo>
                <a:lnTo>
                  <a:pt x="150" y="587"/>
                </a:lnTo>
                <a:lnTo>
                  <a:pt x="149" y="587"/>
                </a:lnTo>
                <a:lnTo>
                  <a:pt x="148" y="588"/>
                </a:lnTo>
                <a:lnTo>
                  <a:pt x="148" y="587"/>
                </a:lnTo>
                <a:lnTo>
                  <a:pt x="147" y="587"/>
                </a:lnTo>
                <a:lnTo>
                  <a:pt x="146" y="588"/>
                </a:lnTo>
                <a:lnTo>
                  <a:pt x="145" y="588"/>
                </a:lnTo>
                <a:lnTo>
                  <a:pt x="144" y="589"/>
                </a:lnTo>
                <a:lnTo>
                  <a:pt x="142" y="590"/>
                </a:lnTo>
                <a:lnTo>
                  <a:pt x="141" y="590"/>
                </a:lnTo>
                <a:lnTo>
                  <a:pt x="140" y="591"/>
                </a:lnTo>
                <a:lnTo>
                  <a:pt x="138" y="593"/>
                </a:lnTo>
                <a:lnTo>
                  <a:pt x="137" y="594"/>
                </a:lnTo>
                <a:lnTo>
                  <a:pt x="136" y="597"/>
                </a:lnTo>
                <a:lnTo>
                  <a:pt x="137" y="598"/>
                </a:lnTo>
                <a:lnTo>
                  <a:pt x="138" y="600"/>
                </a:lnTo>
                <a:lnTo>
                  <a:pt x="136" y="600"/>
                </a:lnTo>
                <a:lnTo>
                  <a:pt x="135" y="600"/>
                </a:lnTo>
                <a:lnTo>
                  <a:pt x="135" y="601"/>
                </a:lnTo>
                <a:lnTo>
                  <a:pt x="134" y="601"/>
                </a:lnTo>
                <a:lnTo>
                  <a:pt x="134" y="602"/>
                </a:lnTo>
                <a:lnTo>
                  <a:pt x="131" y="602"/>
                </a:lnTo>
                <a:lnTo>
                  <a:pt x="130" y="602"/>
                </a:lnTo>
                <a:lnTo>
                  <a:pt x="130" y="601"/>
                </a:lnTo>
                <a:lnTo>
                  <a:pt x="130" y="600"/>
                </a:lnTo>
                <a:lnTo>
                  <a:pt x="129" y="600"/>
                </a:lnTo>
                <a:lnTo>
                  <a:pt x="129" y="599"/>
                </a:lnTo>
                <a:lnTo>
                  <a:pt x="130" y="598"/>
                </a:lnTo>
                <a:lnTo>
                  <a:pt x="130" y="596"/>
                </a:lnTo>
                <a:lnTo>
                  <a:pt x="129" y="596"/>
                </a:lnTo>
                <a:lnTo>
                  <a:pt x="128" y="596"/>
                </a:lnTo>
                <a:lnTo>
                  <a:pt x="128" y="595"/>
                </a:lnTo>
                <a:lnTo>
                  <a:pt x="126" y="594"/>
                </a:lnTo>
                <a:lnTo>
                  <a:pt x="125" y="594"/>
                </a:lnTo>
                <a:lnTo>
                  <a:pt x="124" y="595"/>
                </a:lnTo>
                <a:lnTo>
                  <a:pt x="124" y="596"/>
                </a:lnTo>
                <a:lnTo>
                  <a:pt x="123" y="596"/>
                </a:lnTo>
                <a:lnTo>
                  <a:pt x="122" y="595"/>
                </a:lnTo>
                <a:lnTo>
                  <a:pt x="121" y="595"/>
                </a:lnTo>
                <a:lnTo>
                  <a:pt x="120" y="595"/>
                </a:lnTo>
                <a:lnTo>
                  <a:pt x="118" y="592"/>
                </a:lnTo>
                <a:lnTo>
                  <a:pt x="119" y="591"/>
                </a:lnTo>
                <a:lnTo>
                  <a:pt x="119" y="590"/>
                </a:lnTo>
                <a:lnTo>
                  <a:pt x="118" y="590"/>
                </a:lnTo>
                <a:lnTo>
                  <a:pt x="117" y="589"/>
                </a:lnTo>
                <a:lnTo>
                  <a:pt x="115" y="588"/>
                </a:lnTo>
                <a:lnTo>
                  <a:pt x="115" y="587"/>
                </a:lnTo>
                <a:lnTo>
                  <a:pt x="115" y="586"/>
                </a:lnTo>
                <a:lnTo>
                  <a:pt x="116" y="585"/>
                </a:lnTo>
                <a:lnTo>
                  <a:pt x="116" y="584"/>
                </a:lnTo>
                <a:lnTo>
                  <a:pt x="117" y="584"/>
                </a:lnTo>
                <a:lnTo>
                  <a:pt x="117" y="583"/>
                </a:lnTo>
                <a:lnTo>
                  <a:pt x="117" y="582"/>
                </a:lnTo>
                <a:lnTo>
                  <a:pt x="117" y="581"/>
                </a:lnTo>
                <a:lnTo>
                  <a:pt x="117" y="580"/>
                </a:lnTo>
                <a:lnTo>
                  <a:pt x="115" y="576"/>
                </a:lnTo>
                <a:lnTo>
                  <a:pt x="115" y="575"/>
                </a:lnTo>
                <a:lnTo>
                  <a:pt x="115" y="573"/>
                </a:lnTo>
                <a:lnTo>
                  <a:pt x="113" y="571"/>
                </a:lnTo>
                <a:lnTo>
                  <a:pt x="112" y="571"/>
                </a:lnTo>
                <a:lnTo>
                  <a:pt x="111" y="571"/>
                </a:lnTo>
                <a:lnTo>
                  <a:pt x="111" y="572"/>
                </a:lnTo>
                <a:lnTo>
                  <a:pt x="111" y="573"/>
                </a:lnTo>
                <a:lnTo>
                  <a:pt x="110" y="573"/>
                </a:lnTo>
                <a:lnTo>
                  <a:pt x="110" y="572"/>
                </a:lnTo>
                <a:lnTo>
                  <a:pt x="109" y="572"/>
                </a:lnTo>
                <a:lnTo>
                  <a:pt x="109" y="571"/>
                </a:lnTo>
                <a:lnTo>
                  <a:pt x="108" y="571"/>
                </a:lnTo>
                <a:lnTo>
                  <a:pt x="106" y="570"/>
                </a:lnTo>
                <a:lnTo>
                  <a:pt x="106" y="569"/>
                </a:lnTo>
                <a:lnTo>
                  <a:pt x="105" y="567"/>
                </a:lnTo>
                <a:lnTo>
                  <a:pt x="104" y="567"/>
                </a:lnTo>
                <a:lnTo>
                  <a:pt x="103" y="568"/>
                </a:lnTo>
                <a:lnTo>
                  <a:pt x="102" y="569"/>
                </a:lnTo>
                <a:lnTo>
                  <a:pt x="101" y="569"/>
                </a:lnTo>
                <a:lnTo>
                  <a:pt x="100" y="570"/>
                </a:lnTo>
                <a:lnTo>
                  <a:pt x="100" y="569"/>
                </a:lnTo>
                <a:lnTo>
                  <a:pt x="100" y="568"/>
                </a:lnTo>
                <a:lnTo>
                  <a:pt x="100" y="567"/>
                </a:lnTo>
                <a:lnTo>
                  <a:pt x="100" y="566"/>
                </a:lnTo>
                <a:lnTo>
                  <a:pt x="101" y="566"/>
                </a:lnTo>
                <a:lnTo>
                  <a:pt x="101" y="564"/>
                </a:lnTo>
                <a:lnTo>
                  <a:pt x="102" y="562"/>
                </a:lnTo>
                <a:lnTo>
                  <a:pt x="101" y="560"/>
                </a:lnTo>
                <a:lnTo>
                  <a:pt x="100" y="560"/>
                </a:lnTo>
                <a:lnTo>
                  <a:pt x="100" y="559"/>
                </a:lnTo>
                <a:lnTo>
                  <a:pt x="99" y="559"/>
                </a:lnTo>
                <a:lnTo>
                  <a:pt x="97" y="558"/>
                </a:lnTo>
                <a:lnTo>
                  <a:pt x="96" y="557"/>
                </a:lnTo>
                <a:lnTo>
                  <a:pt x="97" y="557"/>
                </a:lnTo>
                <a:lnTo>
                  <a:pt x="97" y="556"/>
                </a:lnTo>
                <a:lnTo>
                  <a:pt x="96" y="556"/>
                </a:lnTo>
                <a:lnTo>
                  <a:pt x="96" y="555"/>
                </a:lnTo>
                <a:lnTo>
                  <a:pt x="96" y="554"/>
                </a:lnTo>
                <a:lnTo>
                  <a:pt x="95" y="553"/>
                </a:lnTo>
                <a:lnTo>
                  <a:pt x="94" y="553"/>
                </a:lnTo>
                <a:lnTo>
                  <a:pt x="93" y="553"/>
                </a:lnTo>
                <a:lnTo>
                  <a:pt x="93" y="552"/>
                </a:lnTo>
                <a:lnTo>
                  <a:pt x="93" y="551"/>
                </a:lnTo>
                <a:lnTo>
                  <a:pt x="94" y="550"/>
                </a:lnTo>
                <a:lnTo>
                  <a:pt x="94" y="549"/>
                </a:lnTo>
                <a:lnTo>
                  <a:pt x="93" y="549"/>
                </a:lnTo>
                <a:lnTo>
                  <a:pt x="93" y="548"/>
                </a:lnTo>
                <a:lnTo>
                  <a:pt x="91" y="548"/>
                </a:lnTo>
                <a:lnTo>
                  <a:pt x="91" y="547"/>
                </a:lnTo>
                <a:lnTo>
                  <a:pt x="91" y="546"/>
                </a:lnTo>
                <a:lnTo>
                  <a:pt x="92" y="545"/>
                </a:lnTo>
                <a:lnTo>
                  <a:pt x="93" y="545"/>
                </a:lnTo>
                <a:lnTo>
                  <a:pt x="93" y="543"/>
                </a:lnTo>
                <a:lnTo>
                  <a:pt x="92" y="542"/>
                </a:lnTo>
                <a:lnTo>
                  <a:pt x="92" y="541"/>
                </a:lnTo>
                <a:lnTo>
                  <a:pt x="92" y="540"/>
                </a:lnTo>
                <a:lnTo>
                  <a:pt x="91" y="540"/>
                </a:lnTo>
                <a:lnTo>
                  <a:pt x="91" y="538"/>
                </a:lnTo>
                <a:lnTo>
                  <a:pt x="91" y="537"/>
                </a:lnTo>
                <a:lnTo>
                  <a:pt x="92" y="536"/>
                </a:lnTo>
                <a:lnTo>
                  <a:pt x="91" y="534"/>
                </a:lnTo>
                <a:lnTo>
                  <a:pt x="91" y="533"/>
                </a:lnTo>
                <a:lnTo>
                  <a:pt x="90" y="533"/>
                </a:lnTo>
                <a:lnTo>
                  <a:pt x="89" y="533"/>
                </a:lnTo>
                <a:lnTo>
                  <a:pt x="89" y="532"/>
                </a:lnTo>
                <a:lnTo>
                  <a:pt x="87" y="531"/>
                </a:lnTo>
                <a:lnTo>
                  <a:pt x="87" y="529"/>
                </a:lnTo>
                <a:lnTo>
                  <a:pt x="85" y="529"/>
                </a:lnTo>
                <a:lnTo>
                  <a:pt x="85" y="528"/>
                </a:lnTo>
                <a:lnTo>
                  <a:pt x="85" y="527"/>
                </a:lnTo>
                <a:lnTo>
                  <a:pt x="85" y="526"/>
                </a:lnTo>
                <a:lnTo>
                  <a:pt x="86" y="525"/>
                </a:lnTo>
                <a:lnTo>
                  <a:pt x="87" y="525"/>
                </a:lnTo>
                <a:lnTo>
                  <a:pt x="87" y="524"/>
                </a:lnTo>
                <a:lnTo>
                  <a:pt x="86" y="524"/>
                </a:lnTo>
                <a:lnTo>
                  <a:pt x="85" y="524"/>
                </a:lnTo>
                <a:lnTo>
                  <a:pt x="84" y="524"/>
                </a:lnTo>
                <a:lnTo>
                  <a:pt x="84" y="523"/>
                </a:lnTo>
                <a:lnTo>
                  <a:pt x="84" y="522"/>
                </a:lnTo>
                <a:lnTo>
                  <a:pt x="83" y="522"/>
                </a:lnTo>
                <a:lnTo>
                  <a:pt x="82" y="521"/>
                </a:lnTo>
                <a:lnTo>
                  <a:pt x="82" y="522"/>
                </a:lnTo>
                <a:lnTo>
                  <a:pt x="81" y="522"/>
                </a:lnTo>
                <a:lnTo>
                  <a:pt x="81" y="523"/>
                </a:lnTo>
                <a:lnTo>
                  <a:pt x="80" y="522"/>
                </a:lnTo>
                <a:lnTo>
                  <a:pt x="79" y="522"/>
                </a:lnTo>
                <a:lnTo>
                  <a:pt x="78" y="523"/>
                </a:lnTo>
                <a:lnTo>
                  <a:pt x="78" y="524"/>
                </a:lnTo>
                <a:lnTo>
                  <a:pt x="78" y="525"/>
                </a:lnTo>
                <a:lnTo>
                  <a:pt x="77" y="526"/>
                </a:lnTo>
                <a:lnTo>
                  <a:pt x="76" y="525"/>
                </a:lnTo>
                <a:lnTo>
                  <a:pt x="74" y="525"/>
                </a:lnTo>
                <a:lnTo>
                  <a:pt x="74" y="526"/>
                </a:lnTo>
                <a:lnTo>
                  <a:pt x="73" y="526"/>
                </a:lnTo>
                <a:lnTo>
                  <a:pt x="72" y="525"/>
                </a:lnTo>
                <a:lnTo>
                  <a:pt x="71" y="525"/>
                </a:lnTo>
                <a:lnTo>
                  <a:pt x="70" y="525"/>
                </a:lnTo>
                <a:lnTo>
                  <a:pt x="68" y="526"/>
                </a:lnTo>
                <a:lnTo>
                  <a:pt x="68" y="527"/>
                </a:lnTo>
                <a:lnTo>
                  <a:pt x="68" y="528"/>
                </a:lnTo>
                <a:lnTo>
                  <a:pt x="67" y="528"/>
                </a:lnTo>
                <a:lnTo>
                  <a:pt x="66" y="527"/>
                </a:lnTo>
                <a:lnTo>
                  <a:pt x="67" y="526"/>
                </a:lnTo>
                <a:lnTo>
                  <a:pt x="67" y="525"/>
                </a:lnTo>
                <a:lnTo>
                  <a:pt x="66" y="525"/>
                </a:lnTo>
                <a:lnTo>
                  <a:pt x="65" y="525"/>
                </a:lnTo>
                <a:lnTo>
                  <a:pt x="64" y="525"/>
                </a:lnTo>
                <a:lnTo>
                  <a:pt x="63" y="526"/>
                </a:lnTo>
                <a:lnTo>
                  <a:pt x="62" y="527"/>
                </a:lnTo>
                <a:lnTo>
                  <a:pt x="61" y="528"/>
                </a:lnTo>
                <a:lnTo>
                  <a:pt x="60" y="528"/>
                </a:lnTo>
                <a:lnTo>
                  <a:pt x="59" y="528"/>
                </a:lnTo>
                <a:lnTo>
                  <a:pt x="58" y="528"/>
                </a:lnTo>
                <a:lnTo>
                  <a:pt x="57" y="529"/>
                </a:lnTo>
                <a:lnTo>
                  <a:pt x="56" y="529"/>
                </a:lnTo>
                <a:lnTo>
                  <a:pt x="56" y="528"/>
                </a:lnTo>
                <a:lnTo>
                  <a:pt x="54" y="528"/>
                </a:lnTo>
                <a:lnTo>
                  <a:pt x="53" y="528"/>
                </a:lnTo>
                <a:lnTo>
                  <a:pt x="52" y="528"/>
                </a:lnTo>
                <a:lnTo>
                  <a:pt x="51" y="527"/>
                </a:lnTo>
                <a:lnTo>
                  <a:pt x="50" y="526"/>
                </a:lnTo>
                <a:lnTo>
                  <a:pt x="49" y="526"/>
                </a:lnTo>
                <a:lnTo>
                  <a:pt x="48" y="526"/>
                </a:lnTo>
                <a:lnTo>
                  <a:pt x="48" y="525"/>
                </a:lnTo>
                <a:lnTo>
                  <a:pt x="48" y="524"/>
                </a:lnTo>
                <a:lnTo>
                  <a:pt x="47" y="524"/>
                </a:lnTo>
                <a:lnTo>
                  <a:pt x="47" y="523"/>
                </a:lnTo>
                <a:lnTo>
                  <a:pt x="47" y="522"/>
                </a:lnTo>
                <a:lnTo>
                  <a:pt x="47" y="521"/>
                </a:lnTo>
                <a:lnTo>
                  <a:pt x="48" y="521"/>
                </a:lnTo>
                <a:lnTo>
                  <a:pt x="48" y="520"/>
                </a:lnTo>
                <a:lnTo>
                  <a:pt x="48" y="519"/>
                </a:lnTo>
                <a:lnTo>
                  <a:pt x="47" y="519"/>
                </a:lnTo>
                <a:lnTo>
                  <a:pt x="47" y="518"/>
                </a:lnTo>
                <a:lnTo>
                  <a:pt x="45" y="518"/>
                </a:lnTo>
                <a:lnTo>
                  <a:pt x="43" y="519"/>
                </a:lnTo>
                <a:lnTo>
                  <a:pt x="43" y="520"/>
                </a:lnTo>
                <a:lnTo>
                  <a:pt x="42" y="520"/>
                </a:lnTo>
                <a:lnTo>
                  <a:pt x="42" y="519"/>
                </a:lnTo>
                <a:lnTo>
                  <a:pt x="42" y="518"/>
                </a:lnTo>
                <a:lnTo>
                  <a:pt x="41" y="519"/>
                </a:lnTo>
                <a:lnTo>
                  <a:pt x="40" y="520"/>
                </a:lnTo>
                <a:lnTo>
                  <a:pt x="40" y="521"/>
                </a:lnTo>
                <a:lnTo>
                  <a:pt x="39" y="521"/>
                </a:lnTo>
                <a:lnTo>
                  <a:pt x="39" y="520"/>
                </a:lnTo>
                <a:lnTo>
                  <a:pt x="39" y="519"/>
                </a:lnTo>
                <a:lnTo>
                  <a:pt x="39" y="518"/>
                </a:lnTo>
                <a:lnTo>
                  <a:pt x="38" y="517"/>
                </a:lnTo>
                <a:lnTo>
                  <a:pt x="37" y="517"/>
                </a:lnTo>
                <a:lnTo>
                  <a:pt x="37" y="516"/>
                </a:lnTo>
                <a:lnTo>
                  <a:pt x="38" y="514"/>
                </a:lnTo>
                <a:lnTo>
                  <a:pt x="38" y="513"/>
                </a:lnTo>
                <a:lnTo>
                  <a:pt x="39" y="513"/>
                </a:lnTo>
                <a:lnTo>
                  <a:pt x="40" y="512"/>
                </a:lnTo>
                <a:lnTo>
                  <a:pt x="40" y="511"/>
                </a:lnTo>
                <a:lnTo>
                  <a:pt x="41" y="510"/>
                </a:lnTo>
                <a:lnTo>
                  <a:pt x="41" y="509"/>
                </a:lnTo>
                <a:lnTo>
                  <a:pt x="40" y="507"/>
                </a:lnTo>
                <a:lnTo>
                  <a:pt x="38" y="506"/>
                </a:lnTo>
                <a:lnTo>
                  <a:pt x="37" y="506"/>
                </a:lnTo>
                <a:lnTo>
                  <a:pt x="37" y="507"/>
                </a:lnTo>
                <a:lnTo>
                  <a:pt x="35" y="508"/>
                </a:lnTo>
                <a:lnTo>
                  <a:pt x="35" y="509"/>
                </a:lnTo>
                <a:lnTo>
                  <a:pt x="34" y="510"/>
                </a:lnTo>
                <a:lnTo>
                  <a:pt x="33" y="511"/>
                </a:lnTo>
                <a:lnTo>
                  <a:pt x="32" y="512"/>
                </a:lnTo>
                <a:lnTo>
                  <a:pt x="31" y="512"/>
                </a:lnTo>
                <a:lnTo>
                  <a:pt x="30" y="511"/>
                </a:lnTo>
                <a:lnTo>
                  <a:pt x="29" y="510"/>
                </a:lnTo>
                <a:lnTo>
                  <a:pt x="28" y="510"/>
                </a:lnTo>
                <a:lnTo>
                  <a:pt x="28" y="511"/>
                </a:lnTo>
                <a:lnTo>
                  <a:pt x="27" y="513"/>
                </a:lnTo>
                <a:lnTo>
                  <a:pt x="26" y="513"/>
                </a:lnTo>
                <a:lnTo>
                  <a:pt x="26" y="512"/>
                </a:lnTo>
                <a:lnTo>
                  <a:pt x="26" y="511"/>
                </a:lnTo>
                <a:lnTo>
                  <a:pt x="25" y="511"/>
                </a:lnTo>
                <a:lnTo>
                  <a:pt x="25" y="510"/>
                </a:lnTo>
                <a:lnTo>
                  <a:pt x="23" y="509"/>
                </a:lnTo>
                <a:lnTo>
                  <a:pt x="22" y="509"/>
                </a:lnTo>
                <a:lnTo>
                  <a:pt x="21" y="510"/>
                </a:lnTo>
                <a:lnTo>
                  <a:pt x="20" y="509"/>
                </a:lnTo>
                <a:lnTo>
                  <a:pt x="19" y="508"/>
                </a:lnTo>
                <a:lnTo>
                  <a:pt x="18" y="508"/>
                </a:lnTo>
                <a:lnTo>
                  <a:pt x="17" y="507"/>
                </a:lnTo>
                <a:lnTo>
                  <a:pt x="14" y="506"/>
                </a:lnTo>
                <a:lnTo>
                  <a:pt x="14" y="505"/>
                </a:lnTo>
                <a:lnTo>
                  <a:pt x="14" y="504"/>
                </a:lnTo>
                <a:lnTo>
                  <a:pt x="13" y="502"/>
                </a:lnTo>
                <a:lnTo>
                  <a:pt x="12" y="501"/>
                </a:lnTo>
                <a:lnTo>
                  <a:pt x="11" y="501"/>
                </a:lnTo>
                <a:lnTo>
                  <a:pt x="9" y="501"/>
                </a:lnTo>
                <a:lnTo>
                  <a:pt x="8" y="501"/>
                </a:lnTo>
                <a:lnTo>
                  <a:pt x="6" y="501"/>
                </a:lnTo>
                <a:lnTo>
                  <a:pt x="7" y="501"/>
                </a:lnTo>
                <a:lnTo>
                  <a:pt x="7" y="500"/>
                </a:lnTo>
                <a:lnTo>
                  <a:pt x="8" y="499"/>
                </a:lnTo>
                <a:lnTo>
                  <a:pt x="8" y="498"/>
                </a:lnTo>
                <a:lnTo>
                  <a:pt x="7" y="498"/>
                </a:lnTo>
                <a:lnTo>
                  <a:pt x="7" y="497"/>
                </a:lnTo>
                <a:lnTo>
                  <a:pt x="6" y="497"/>
                </a:lnTo>
                <a:lnTo>
                  <a:pt x="6" y="498"/>
                </a:lnTo>
                <a:lnTo>
                  <a:pt x="5" y="498"/>
                </a:lnTo>
                <a:lnTo>
                  <a:pt x="4" y="497"/>
                </a:lnTo>
                <a:lnTo>
                  <a:pt x="3" y="496"/>
                </a:lnTo>
                <a:lnTo>
                  <a:pt x="2" y="496"/>
                </a:lnTo>
                <a:lnTo>
                  <a:pt x="2" y="495"/>
                </a:lnTo>
                <a:lnTo>
                  <a:pt x="1" y="495"/>
                </a:lnTo>
                <a:lnTo>
                  <a:pt x="0" y="495"/>
                </a:lnTo>
                <a:lnTo>
                  <a:pt x="0" y="494"/>
                </a:lnTo>
                <a:lnTo>
                  <a:pt x="0" y="493"/>
                </a:lnTo>
                <a:lnTo>
                  <a:pt x="0" y="492"/>
                </a:lnTo>
                <a:lnTo>
                  <a:pt x="0" y="491"/>
                </a:lnTo>
                <a:lnTo>
                  <a:pt x="0" y="489"/>
                </a:lnTo>
                <a:lnTo>
                  <a:pt x="2" y="488"/>
                </a:lnTo>
                <a:lnTo>
                  <a:pt x="2" y="487"/>
                </a:lnTo>
                <a:lnTo>
                  <a:pt x="2" y="486"/>
                </a:lnTo>
                <a:lnTo>
                  <a:pt x="2" y="485"/>
                </a:lnTo>
                <a:lnTo>
                  <a:pt x="3" y="484"/>
                </a:lnTo>
                <a:lnTo>
                  <a:pt x="3" y="481"/>
                </a:lnTo>
                <a:lnTo>
                  <a:pt x="3" y="479"/>
                </a:lnTo>
                <a:lnTo>
                  <a:pt x="2" y="477"/>
                </a:lnTo>
                <a:lnTo>
                  <a:pt x="2" y="476"/>
                </a:lnTo>
                <a:lnTo>
                  <a:pt x="3" y="475"/>
                </a:lnTo>
                <a:lnTo>
                  <a:pt x="3" y="474"/>
                </a:lnTo>
                <a:lnTo>
                  <a:pt x="3" y="472"/>
                </a:lnTo>
                <a:lnTo>
                  <a:pt x="3" y="471"/>
                </a:lnTo>
                <a:lnTo>
                  <a:pt x="3" y="470"/>
                </a:lnTo>
                <a:lnTo>
                  <a:pt x="4" y="469"/>
                </a:lnTo>
                <a:lnTo>
                  <a:pt x="6" y="469"/>
                </a:lnTo>
                <a:lnTo>
                  <a:pt x="7" y="470"/>
                </a:lnTo>
                <a:lnTo>
                  <a:pt x="8" y="470"/>
                </a:lnTo>
                <a:lnTo>
                  <a:pt x="11" y="469"/>
                </a:lnTo>
                <a:lnTo>
                  <a:pt x="12" y="468"/>
                </a:lnTo>
                <a:lnTo>
                  <a:pt x="13" y="468"/>
                </a:lnTo>
                <a:lnTo>
                  <a:pt x="14" y="467"/>
                </a:lnTo>
                <a:lnTo>
                  <a:pt x="14" y="466"/>
                </a:lnTo>
                <a:lnTo>
                  <a:pt x="14" y="465"/>
                </a:lnTo>
                <a:lnTo>
                  <a:pt x="15" y="464"/>
                </a:lnTo>
                <a:lnTo>
                  <a:pt x="15" y="463"/>
                </a:lnTo>
                <a:lnTo>
                  <a:pt x="15" y="462"/>
                </a:lnTo>
                <a:lnTo>
                  <a:pt x="15" y="461"/>
                </a:lnTo>
                <a:lnTo>
                  <a:pt x="13" y="461"/>
                </a:lnTo>
                <a:lnTo>
                  <a:pt x="12" y="461"/>
                </a:lnTo>
                <a:lnTo>
                  <a:pt x="11" y="462"/>
                </a:lnTo>
                <a:lnTo>
                  <a:pt x="11" y="461"/>
                </a:lnTo>
                <a:lnTo>
                  <a:pt x="10" y="461"/>
                </a:lnTo>
                <a:lnTo>
                  <a:pt x="9" y="460"/>
                </a:lnTo>
                <a:lnTo>
                  <a:pt x="8" y="460"/>
                </a:lnTo>
                <a:lnTo>
                  <a:pt x="7" y="461"/>
                </a:lnTo>
                <a:lnTo>
                  <a:pt x="6" y="460"/>
                </a:lnTo>
                <a:lnTo>
                  <a:pt x="6" y="459"/>
                </a:lnTo>
                <a:lnTo>
                  <a:pt x="5" y="458"/>
                </a:lnTo>
                <a:lnTo>
                  <a:pt x="5" y="456"/>
                </a:lnTo>
                <a:lnTo>
                  <a:pt x="5" y="455"/>
                </a:lnTo>
                <a:lnTo>
                  <a:pt x="6" y="454"/>
                </a:lnTo>
                <a:lnTo>
                  <a:pt x="6" y="453"/>
                </a:lnTo>
                <a:lnTo>
                  <a:pt x="7" y="452"/>
                </a:lnTo>
                <a:lnTo>
                  <a:pt x="7" y="451"/>
                </a:lnTo>
                <a:lnTo>
                  <a:pt x="9" y="451"/>
                </a:lnTo>
                <a:lnTo>
                  <a:pt x="10" y="451"/>
                </a:lnTo>
                <a:lnTo>
                  <a:pt x="10" y="452"/>
                </a:lnTo>
                <a:lnTo>
                  <a:pt x="11" y="452"/>
                </a:lnTo>
                <a:lnTo>
                  <a:pt x="12" y="452"/>
                </a:lnTo>
                <a:lnTo>
                  <a:pt x="13" y="452"/>
                </a:lnTo>
                <a:lnTo>
                  <a:pt x="15" y="453"/>
                </a:lnTo>
                <a:lnTo>
                  <a:pt x="16" y="453"/>
                </a:lnTo>
                <a:lnTo>
                  <a:pt x="16" y="452"/>
                </a:lnTo>
                <a:lnTo>
                  <a:pt x="16" y="451"/>
                </a:lnTo>
                <a:lnTo>
                  <a:pt x="16" y="450"/>
                </a:lnTo>
                <a:lnTo>
                  <a:pt x="17" y="450"/>
                </a:lnTo>
                <a:lnTo>
                  <a:pt x="18" y="451"/>
                </a:lnTo>
                <a:lnTo>
                  <a:pt x="19" y="451"/>
                </a:lnTo>
                <a:lnTo>
                  <a:pt x="19" y="450"/>
                </a:lnTo>
                <a:lnTo>
                  <a:pt x="20" y="449"/>
                </a:lnTo>
                <a:lnTo>
                  <a:pt x="20" y="448"/>
                </a:lnTo>
                <a:lnTo>
                  <a:pt x="20" y="446"/>
                </a:lnTo>
                <a:lnTo>
                  <a:pt x="20" y="445"/>
                </a:lnTo>
                <a:lnTo>
                  <a:pt x="20" y="443"/>
                </a:lnTo>
                <a:lnTo>
                  <a:pt x="19" y="442"/>
                </a:lnTo>
                <a:lnTo>
                  <a:pt x="19" y="441"/>
                </a:lnTo>
                <a:lnTo>
                  <a:pt x="21" y="441"/>
                </a:lnTo>
                <a:lnTo>
                  <a:pt x="23" y="440"/>
                </a:lnTo>
                <a:lnTo>
                  <a:pt x="24" y="440"/>
                </a:lnTo>
                <a:lnTo>
                  <a:pt x="24" y="439"/>
                </a:lnTo>
                <a:lnTo>
                  <a:pt x="25" y="439"/>
                </a:lnTo>
                <a:lnTo>
                  <a:pt x="26" y="438"/>
                </a:lnTo>
                <a:lnTo>
                  <a:pt x="25" y="438"/>
                </a:lnTo>
                <a:lnTo>
                  <a:pt x="25" y="437"/>
                </a:lnTo>
                <a:lnTo>
                  <a:pt x="26" y="437"/>
                </a:lnTo>
                <a:lnTo>
                  <a:pt x="27" y="435"/>
                </a:lnTo>
                <a:lnTo>
                  <a:pt x="27" y="434"/>
                </a:lnTo>
                <a:lnTo>
                  <a:pt x="29" y="432"/>
                </a:lnTo>
                <a:lnTo>
                  <a:pt x="30" y="431"/>
                </a:lnTo>
                <a:lnTo>
                  <a:pt x="31" y="430"/>
                </a:lnTo>
                <a:lnTo>
                  <a:pt x="30" y="429"/>
                </a:lnTo>
                <a:lnTo>
                  <a:pt x="29" y="429"/>
                </a:lnTo>
                <a:lnTo>
                  <a:pt x="28" y="429"/>
                </a:lnTo>
                <a:lnTo>
                  <a:pt x="28" y="428"/>
                </a:lnTo>
                <a:lnTo>
                  <a:pt x="27" y="428"/>
                </a:lnTo>
                <a:lnTo>
                  <a:pt x="27" y="427"/>
                </a:lnTo>
                <a:lnTo>
                  <a:pt x="27" y="426"/>
                </a:lnTo>
                <a:lnTo>
                  <a:pt x="28" y="426"/>
                </a:lnTo>
                <a:lnTo>
                  <a:pt x="29" y="426"/>
                </a:lnTo>
                <a:lnTo>
                  <a:pt x="30" y="426"/>
                </a:lnTo>
                <a:lnTo>
                  <a:pt x="31" y="425"/>
                </a:lnTo>
                <a:lnTo>
                  <a:pt x="32" y="425"/>
                </a:lnTo>
                <a:lnTo>
                  <a:pt x="31" y="425"/>
                </a:lnTo>
                <a:lnTo>
                  <a:pt x="31" y="424"/>
                </a:lnTo>
                <a:lnTo>
                  <a:pt x="31" y="422"/>
                </a:lnTo>
                <a:lnTo>
                  <a:pt x="32" y="420"/>
                </a:lnTo>
                <a:lnTo>
                  <a:pt x="33" y="420"/>
                </a:lnTo>
                <a:lnTo>
                  <a:pt x="34" y="418"/>
                </a:lnTo>
                <a:lnTo>
                  <a:pt x="34" y="417"/>
                </a:lnTo>
                <a:lnTo>
                  <a:pt x="34" y="416"/>
                </a:lnTo>
                <a:lnTo>
                  <a:pt x="34" y="415"/>
                </a:lnTo>
                <a:lnTo>
                  <a:pt x="33" y="412"/>
                </a:lnTo>
                <a:lnTo>
                  <a:pt x="33" y="411"/>
                </a:lnTo>
                <a:lnTo>
                  <a:pt x="33" y="410"/>
                </a:lnTo>
                <a:lnTo>
                  <a:pt x="33" y="409"/>
                </a:lnTo>
                <a:lnTo>
                  <a:pt x="35" y="409"/>
                </a:lnTo>
                <a:lnTo>
                  <a:pt x="37" y="408"/>
                </a:lnTo>
                <a:lnTo>
                  <a:pt x="38" y="408"/>
                </a:lnTo>
                <a:lnTo>
                  <a:pt x="38" y="409"/>
                </a:lnTo>
                <a:lnTo>
                  <a:pt x="39" y="409"/>
                </a:lnTo>
                <a:lnTo>
                  <a:pt x="39" y="408"/>
                </a:lnTo>
                <a:lnTo>
                  <a:pt x="40" y="408"/>
                </a:lnTo>
                <a:lnTo>
                  <a:pt x="40" y="407"/>
                </a:lnTo>
                <a:lnTo>
                  <a:pt x="40" y="406"/>
                </a:lnTo>
                <a:lnTo>
                  <a:pt x="40" y="405"/>
                </a:lnTo>
                <a:lnTo>
                  <a:pt x="40" y="406"/>
                </a:lnTo>
                <a:lnTo>
                  <a:pt x="41" y="406"/>
                </a:lnTo>
                <a:lnTo>
                  <a:pt x="41" y="407"/>
                </a:lnTo>
                <a:lnTo>
                  <a:pt x="42" y="408"/>
                </a:lnTo>
                <a:lnTo>
                  <a:pt x="42" y="406"/>
                </a:lnTo>
                <a:lnTo>
                  <a:pt x="42" y="404"/>
                </a:lnTo>
                <a:lnTo>
                  <a:pt x="41" y="403"/>
                </a:lnTo>
                <a:lnTo>
                  <a:pt x="40" y="402"/>
                </a:lnTo>
                <a:lnTo>
                  <a:pt x="41" y="402"/>
                </a:lnTo>
                <a:lnTo>
                  <a:pt x="41" y="401"/>
                </a:lnTo>
                <a:lnTo>
                  <a:pt x="41" y="400"/>
                </a:lnTo>
                <a:lnTo>
                  <a:pt x="41" y="399"/>
                </a:lnTo>
                <a:lnTo>
                  <a:pt x="40" y="398"/>
                </a:lnTo>
                <a:lnTo>
                  <a:pt x="39" y="398"/>
                </a:lnTo>
                <a:lnTo>
                  <a:pt x="39" y="397"/>
                </a:lnTo>
                <a:lnTo>
                  <a:pt x="39" y="396"/>
                </a:lnTo>
                <a:lnTo>
                  <a:pt x="40" y="395"/>
                </a:lnTo>
                <a:lnTo>
                  <a:pt x="41" y="395"/>
                </a:lnTo>
                <a:lnTo>
                  <a:pt x="42" y="395"/>
                </a:lnTo>
                <a:lnTo>
                  <a:pt x="43" y="395"/>
                </a:lnTo>
                <a:lnTo>
                  <a:pt x="43" y="394"/>
                </a:lnTo>
                <a:lnTo>
                  <a:pt x="44" y="394"/>
                </a:lnTo>
                <a:lnTo>
                  <a:pt x="44" y="393"/>
                </a:lnTo>
                <a:lnTo>
                  <a:pt x="45" y="393"/>
                </a:lnTo>
                <a:lnTo>
                  <a:pt x="45" y="392"/>
                </a:lnTo>
                <a:lnTo>
                  <a:pt x="45" y="391"/>
                </a:lnTo>
                <a:lnTo>
                  <a:pt x="44" y="390"/>
                </a:lnTo>
                <a:lnTo>
                  <a:pt x="44" y="389"/>
                </a:lnTo>
                <a:lnTo>
                  <a:pt x="44" y="388"/>
                </a:lnTo>
                <a:lnTo>
                  <a:pt x="45" y="386"/>
                </a:lnTo>
                <a:lnTo>
                  <a:pt x="46" y="385"/>
                </a:lnTo>
                <a:lnTo>
                  <a:pt x="47" y="383"/>
                </a:lnTo>
                <a:lnTo>
                  <a:pt x="47" y="382"/>
                </a:lnTo>
                <a:lnTo>
                  <a:pt x="46" y="382"/>
                </a:lnTo>
                <a:lnTo>
                  <a:pt x="46" y="381"/>
                </a:lnTo>
                <a:lnTo>
                  <a:pt x="46" y="380"/>
                </a:lnTo>
                <a:lnTo>
                  <a:pt x="47" y="380"/>
                </a:lnTo>
                <a:lnTo>
                  <a:pt x="47" y="379"/>
                </a:lnTo>
                <a:lnTo>
                  <a:pt x="46" y="379"/>
                </a:lnTo>
                <a:lnTo>
                  <a:pt x="46" y="378"/>
                </a:lnTo>
                <a:lnTo>
                  <a:pt x="45" y="377"/>
                </a:lnTo>
                <a:lnTo>
                  <a:pt x="44" y="378"/>
                </a:lnTo>
                <a:lnTo>
                  <a:pt x="44" y="377"/>
                </a:lnTo>
                <a:lnTo>
                  <a:pt x="44" y="376"/>
                </a:lnTo>
                <a:lnTo>
                  <a:pt x="43" y="375"/>
                </a:lnTo>
                <a:lnTo>
                  <a:pt x="42" y="375"/>
                </a:lnTo>
                <a:lnTo>
                  <a:pt x="42" y="374"/>
                </a:lnTo>
                <a:lnTo>
                  <a:pt x="41" y="373"/>
                </a:lnTo>
                <a:lnTo>
                  <a:pt x="41" y="371"/>
                </a:lnTo>
                <a:lnTo>
                  <a:pt x="44" y="371"/>
                </a:lnTo>
                <a:lnTo>
                  <a:pt x="45" y="371"/>
                </a:lnTo>
                <a:lnTo>
                  <a:pt x="46" y="371"/>
                </a:lnTo>
                <a:lnTo>
                  <a:pt x="47" y="370"/>
                </a:lnTo>
                <a:lnTo>
                  <a:pt x="47" y="369"/>
                </a:lnTo>
                <a:lnTo>
                  <a:pt x="46" y="368"/>
                </a:lnTo>
                <a:lnTo>
                  <a:pt x="47" y="368"/>
                </a:lnTo>
                <a:lnTo>
                  <a:pt x="46" y="368"/>
                </a:lnTo>
                <a:lnTo>
                  <a:pt x="46" y="367"/>
                </a:lnTo>
                <a:lnTo>
                  <a:pt x="44" y="366"/>
                </a:lnTo>
                <a:lnTo>
                  <a:pt x="43" y="366"/>
                </a:lnTo>
                <a:lnTo>
                  <a:pt x="42" y="366"/>
                </a:lnTo>
                <a:lnTo>
                  <a:pt x="40" y="365"/>
                </a:lnTo>
                <a:lnTo>
                  <a:pt x="39" y="365"/>
                </a:lnTo>
                <a:lnTo>
                  <a:pt x="38" y="364"/>
                </a:lnTo>
                <a:lnTo>
                  <a:pt x="37" y="364"/>
                </a:lnTo>
                <a:lnTo>
                  <a:pt x="37" y="363"/>
                </a:lnTo>
                <a:lnTo>
                  <a:pt x="36" y="362"/>
                </a:lnTo>
                <a:lnTo>
                  <a:pt x="35" y="361"/>
                </a:lnTo>
                <a:lnTo>
                  <a:pt x="34" y="360"/>
                </a:lnTo>
                <a:lnTo>
                  <a:pt x="34" y="361"/>
                </a:lnTo>
                <a:lnTo>
                  <a:pt x="33" y="360"/>
                </a:lnTo>
                <a:lnTo>
                  <a:pt x="33" y="358"/>
                </a:lnTo>
                <a:lnTo>
                  <a:pt x="33" y="357"/>
                </a:lnTo>
                <a:lnTo>
                  <a:pt x="33" y="356"/>
                </a:lnTo>
                <a:lnTo>
                  <a:pt x="33" y="355"/>
                </a:lnTo>
                <a:lnTo>
                  <a:pt x="33" y="354"/>
                </a:lnTo>
                <a:lnTo>
                  <a:pt x="32" y="354"/>
                </a:lnTo>
                <a:lnTo>
                  <a:pt x="31" y="353"/>
                </a:lnTo>
                <a:lnTo>
                  <a:pt x="31" y="351"/>
                </a:lnTo>
                <a:lnTo>
                  <a:pt x="31" y="350"/>
                </a:lnTo>
                <a:lnTo>
                  <a:pt x="31" y="349"/>
                </a:lnTo>
                <a:lnTo>
                  <a:pt x="32" y="348"/>
                </a:lnTo>
                <a:lnTo>
                  <a:pt x="32" y="347"/>
                </a:lnTo>
                <a:lnTo>
                  <a:pt x="32" y="346"/>
                </a:lnTo>
                <a:lnTo>
                  <a:pt x="31" y="346"/>
                </a:lnTo>
                <a:lnTo>
                  <a:pt x="31" y="345"/>
                </a:lnTo>
                <a:lnTo>
                  <a:pt x="31" y="346"/>
                </a:lnTo>
                <a:lnTo>
                  <a:pt x="30" y="346"/>
                </a:lnTo>
                <a:lnTo>
                  <a:pt x="30" y="345"/>
                </a:lnTo>
                <a:lnTo>
                  <a:pt x="31" y="344"/>
                </a:lnTo>
                <a:lnTo>
                  <a:pt x="31" y="342"/>
                </a:lnTo>
                <a:lnTo>
                  <a:pt x="31" y="341"/>
                </a:lnTo>
                <a:lnTo>
                  <a:pt x="30" y="341"/>
                </a:lnTo>
                <a:lnTo>
                  <a:pt x="29" y="341"/>
                </a:lnTo>
                <a:lnTo>
                  <a:pt x="28" y="340"/>
                </a:lnTo>
                <a:lnTo>
                  <a:pt x="28" y="339"/>
                </a:lnTo>
                <a:lnTo>
                  <a:pt x="28" y="338"/>
                </a:lnTo>
                <a:lnTo>
                  <a:pt x="28" y="337"/>
                </a:lnTo>
                <a:lnTo>
                  <a:pt x="29" y="336"/>
                </a:lnTo>
                <a:lnTo>
                  <a:pt x="30" y="336"/>
                </a:lnTo>
                <a:lnTo>
                  <a:pt x="30" y="334"/>
                </a:lnTo>
                <a:lnTo>
                  <a:pt x="30" y="332"/>
                </a:lnTo>
                <a:lnTo>
                  <a:pt x="30" y="331"/>
                </a:lnTo>
                <a:lnTo>
                  <a:pt x="30" y="330"/>
                </a:lnTo>
                <a:lnTo>
                  <a:pt x="30" y="329"/>
                </a:lnTo>
                <a:lnTo>
                  <a:pt x="30" y="328"/>
                </a:lnTo>
                <a:lnTo>
                  <a:pt x="30" y="327"/>
                </a:lnTo>
                <a:lnTo>
                  <a:pt x="31" y="327"/>
                </a:lnTo>
                <a:lnTo>
                  <a:pt x="31" y="326"/>
                </a:lnTo>
                <a:lnTo>
                  <a:pt x="31" y="325"/>
                </a:lnTo>
                <a:lnTo>
                  <a:pt x="30" y="325"/>
                </a:lnTo>
                <a:lnTo>
                  <a:pt x="30" y="324"/>
                </a:lnTo>
                <a:lnTo>
                  <a:pt x="29" y="323"/>
                </a:lnTo>
                <a:lnTo>
                  <a:pt x="29" y="322"/>
                </a:lnTo>
                <a:lnTo>
                  <a:pt x="30" y="322"/>
                </a:lnTo>
                <a:lnTo>
                  <a:pt x="30" y="321"/>
                </a:lnTo>
                <a:lnTo>
                  <a:pt x="30" y="320"/>
                </a:lnTo>
                <a:lnTo>
                  <a:pt x="30" y="318"/>
                </a:lnTo>
                <a:lnTo>
                  <a:pt x="29" y="317"/>
                </a:lnTo>
                <a:lnTo>
                  <a:pt x="29" y="316"/>
                </a:lnTo>
                <a:lnTo>
                  <a:pt x="28" y="316"/>
                </a:lnTo>
                <a:lnTo>
                  <a:pt x="28" y="315"/>
                </a:lnTo>
                <a:lnTo>
                  <a:pt x="28" y="314"/>
                </a:lnTo>
                <a:lnTo>
                  <a:pt x="29" y="313"/>
                </a:lnTo>
                <a:lnTo>
                  <a:pt x="28" y="311"/>
                </a:lnTo>
                <a:lnTo>
                  <a:pt x="28" y="310"/>
                </a:lnTo>
                <a:lnTo>
                  <a:pt x="28" y="309"/>
                </a:lnTo>
                <a:lnTo>
                  <a:pt x="29" y="309"/>
                </a:lnTo>
                <a:lnTo>
                  <a:pt x="29" y="308"/>
                </a:lnTo>
                <a:lnTo>
                  <a:pt x="30" y="308"/>
                </a:lnTo>
                <a:lnTo>
                  <a:pt x="30" y="306"/>
                </a:lnTo>
                <a:lnTo>
                  <a:pt x="31" y="306"/>
                </a:lnTo>
                <a:lnTo>
                  <a:pt x="31" y="305"/>
                </a:lnTo>
                <a:lnTo>
                  <a:pt x="31" y="304"/>
                </a:lnTo>
                <a:lnTo>
                  <a:pt x="31" y="303"/>
                </a:lnTo>
                <a:lnTo>
                  <a:pt x="32" y="302"/>
                </a:lnTo>
                <a:lnTo>
                  <a:pt x="32" y="301"/>
                </a:lnTo>
                <a:lnTo>
                  <a:pt x="32" y="299"/>
                </a:lnTo>
                <a:lnTo>
                  <a:pt x="32" y="298"/>
                </a:lnTo>
                <a:lnTo>
                  <a:pt x="32" y="297"/>
                </a:lnTo>
                <a:lnTo>
                  <a:pt x="32" y="296"/>
                </a:lnTo>
                <a:lnTo>
                  <a:pt x="31" y="296"/>
                </a:lnTo>
                <a:lnTo>
                  <a:pt x="31" y="295"/>
                </a:lnTo>
                <a:lnTo>
                  <a:pt x="31" y="294"/>
                </a:lnTo>
                <a:lnTo>
                  <a:pt x="31" y="293"/>
                </a:lnTo>
                <a:lnTo>
                  <a:pt x="31" y="292"/>
                </a:lnTo>
                <a:lnTo>
                  <a:pt x="30" y="290"/>
                </a:lnTo>
                <a:lnTo>
                  <a:pt x="30" y="289"/>
                </a:lnTo>
                <a:lnTo>
                  <a:pt x="28" y="289"/>
                </a:lnTo>
                <a:lnTo>
                  <a:pt x="27" y="288"/>
                </a:lnTo>
                <a:lnTo>
                  <a:pt x="26" y="288"/>
                </a:lnTo>
                <a:lnTo>
                  <a:pt x="25" y="288"/>
                </a:lnTo>
                <a:lnTo>
                  <a:pt x="24" y="288"/>
                </a:lnTo>
                <a:lnTo>
                  <a:pt x="23" y="288"/>
                </a:lnTo>
                <a:lnTo>
                  <a:pt x="22" y="287"/>
                </a:lnTo>
                <a:lnTo>
                  <a:pt x="22" y="286"/>
                </a:lnTo>
                <a:lnTo>
                  <a:pt x="21" y="285"/>
                </a:lnTo>
                <a:lnTo>
                  <a:pt x="22" y="285"/>
                </a:lnTo>
                <a:lnTo>
                  <a:pt x="22" y="284"/>
                </a:lnTo>
                <a:lnTo>
                  <a:pt x="21" y="284"/>
                </a:lnTo>
                <a:lnTo>
                  <a:pt x="20" y="284"/>
                </a:lnTo>
                <a:lnTo>
                  <a:pt x="19" y="283"/>
                </a:lnTo>
                <a:lnTo>
                  <a:pt x="19" y="282"/>
                </a:lnTo>
                <a:lnTo>
                  <a:pt x="18" y="279"/>
                </a:lnTo>
                <a:lnTo>
                  <a:pt x="17" y="279"/>
                </a:lnTo>
                <a:lnTo>
                  <a:pt x="17" y="278"/>
                </a:lnTo>
                <a:lnTo>
                  <a:pt x="16" y="278"/>
                </a:lnTo>
                <a:lnTo>
                  <a:pt x="16" y="279"/>
                </a:lnTo>
                <a:lnTo>
                  <a:pt x="15" y="279"/>
                </a:lnTo>
                <a:lnTo>
                  <a:pt x="14" y="279"/>
                </a:lnTo>
                <a:lnTo>
                  <a:pt x="14" y="278"/>
                </a:lnTo>
                <a:lnTo>
                  <a:pt x="14" y="277"/>
                </a:lnTo>
                <a:lnTo>
                  <a:pt x="13" y="277"/>
                </a:lnTo>
                <a:lnTo>
                  <a:pt x="14" y="276"/>
                </a:lnTo>
                <a:lnTo>
                  <a:pt x="14" y="274"/>
                </a:lnTo>
                <a:lnTo>
                  <a:pt x="15" y="273"/>
                </a:lnTo>
                <a:lnTo>
                  <a:pt x="15" y="272"/>
                </a:lnTo>
                <a:lnTo>
                  <a:pt x="16" y="271"/>
                </a:lnTo>
                <a:lnTo>
                  <a:pt x="16" y="270"/>
                </a:lnTo>
                <a:lnTo>
                  <a:pt x="16" y="269"/>
                </a:lnTo>
                <a:lnTo>
                  <a:pt x="16" y="268"/>
                </a:lnTo>
                <a:lnTo>
                  <a:pt x="16" y="267"/>
                </a:lnTo>
                <a:lnTo>
                  <a:pt x="17" y="267"/>
                </a:lnTo>
                <a:lnTo>
                  <a:pt x="17" y="266"/>
                </a:lnTo>
                <a:lnTo>
                  <a:pt x="18" y="266"/>
                </a:lnTo>
                <a:lnTo>
                  <a:pt x="19" y="266"/>
                </a:lnTo>
                <a:lnTo>
                  <a:pt x="21" y="264"/>
                </a:lnTo>
                <a:lnTo>
                  <a:pt x="22" y="263"/>
                </a:lnTo>
                <a:lnTo>
                  <a:pt x="22" y="262"/>
                </a:lnTo>
                <a:lnTo>
                  <a:pt x="22" y="261"/>
                </a:lnTo>
                <a:lnTo>
                  <a:pt x="23" y="260"/>
                </a:lnTo>
                <a:lnTo>
                  <a:pt x="24" y="260"/>
                </a:lnTo>
                <a:lnTo>
                  <a:pt x="26" y="260"/>
                </a:lnTo>
                <a:lnTo>
                  <a:pt x="27" y="259"/>
                </a:lnTo>
                <a:lnTo>
                  <a:pt x="28" y="259"/>
                </a:lnTo>
                <a:lnTo>
                  <a:pt x="30" y="258"/>
                </a:lnTo>
                <a:lnTo>
                  <a:pt x="32" y="256"/>
                </a:lnTo>
                <a:lnTo>
                  <a:pt x="32" y="255"/>
                </a:lnTo>
                <a:lnTo>
                  <a:pt x="32" y="254"/>
                </a:lnTo>
                <a:lnTo>
                  <a:pt x="33" y="254"/>
                </a:lnTo>
                <a:lnTo>
                  <a:pt x="34" y="254"/>
                </a:lnTo>
                <a:lnTo>
                  <a:pt x="36" y="252"/>
                </a:lnTo>
                <a:lnTo>
                  <a:pt x="37" y="251"/>
                </a:lnTo>
                <a:lnTo>
                  <a:pt x="37" y="250"/>
                </a:lnTo>
                <a:lnTo>
                  <a:pt x="37" y="249"/>
                </a:lnTo>
                <a:lnTo>
                  <a:pt x="38" y="248"/>
                </a:lnTo>
                <a:lnTo>
                  <a:pt x="38" y="245"/>
                </a:lnTo>
                <a:lnTo>
                  <a:pt x="38" y="244"/>
                </a:lnTo>
                <a:lnTo>
                  <a:pt x="39" y="244"/>
                </a:lnTo>
                <a:lnTo>
                  <a:pt x="39" y="245"/>
                </a:lnTo>
                <a:lnTo>
                  <a:pt x="40" y="246"/>
                </a:lnTo>
                <a:lnTo>
                  <a:pt x="40" y="247"/>
                </a:lnTo>
                <a:lnTo>
                  <a:pt x="41" y="247"/>
                </a:lnTo>
                <a:lnTo>
                  <a:pt x="43" y="248"/>
                </a:lnTo>
                <a:lnTo>
                  <a:pt x="43" y="247"/>
                </a:lnTo>
                <a:lnTo>
                  <a:pt x="45" y="248"/>
                </a:lnTo>
                <a:lnTo>
                  <a:pt x="46" y="248"/>
                </a:lnTo>
                <a:lnTo>
                  <a:pt x="46" y="249"/>
                </a:lnTo>
                <a:lnTo>
                  <a:pt x="46" y="251"/>
                </a:lnTo>
                <a:lnTo>
                  <a:pt x="46" y="252"/>
                </a:lnTo>
                <a:lnTo>
                  <a:pt x="46" y="253"/>
                </a:lnTo>
                <a:lnTo>
                  <a:pt x="45" y="254"/>
                </a:lnTo>
                <a:lnTo>
                  <a:pt x="44" y="256"/>
                </a:lnTo>
                <a:lnTo>
                  <a:pt x="44" y="257"/>
                </a:lnTo>
                <a:lnTo>
                  <a:pt x="44" y="258"/>
                </a:lnTo>
                <a:lnTo>
                  <a:pt x="45" y="258"/>
                </a:lnTo>
                <a:lnTo>
                  <a:pt x="47" y="258"/>
                </a:lnTo>
                <a:lnTo>
                  <a:pt x="47" y="257"/>
                </a:lnTo>
                <a:lnTo>
                  <a:pt x="48" y="258"/>
                </a:lnTo>
                <a:lnTo>
                  <a:pt x="47" y="259"/>
                </a:lnTo>
                <a:lnTo>
                  <a:pt x="48" y="260"/>
                </a:lnTo>
                <a:lnTo>
                  <a:pt x="49" y="259"/>
                </a:lnTo>
                <a:lnTo>
                  <a:pt x="50" y="260"/>
                </a:lnTo>
                <a:lnTo>
                  <a:pt x="52" y="260"/>
                </a:lnTo>
                <a:lnTo>
                  <a:pt x="53" y="261"/>
                </a:lnTo>
                <a:lnTo>
                  <a:pt x="53" y="262"/>
                </a:lnTo>
                <a:lnTo>
                  <a:pt x="53" y="263"/>
                </a:lnTo>
                <a:lnTo>
                  <a:pt x="54" y="263"/>
                </a:lnTo>
                <a:lnTo>
                  <a:pt x="55" y="264"/>
                </a:lnTo>
                <a:lnTo>
                  <a:pt x="56" y="264"/>
                </a:lnTo>
                <a:lnTo>
                  <a:pt x="56" y="265"/>
                </a:lnTo>
                <a:lnTo>
                  <a:pt x="57" y="265"/>
                </a:lnTo>
                <a:lnTo>
                  <a:pt x="58" y="264"/>
                </a:lnTo>
                <a:lnTo>
                  <a:pt x="59" y="264"/>
                </a:lnTo>
                <a:lnTo>
                  <a:pt x="60" y="264"/>
                </a:lnTo>
                <a:lnTo>
                  <a:pt x="61" y="264"/>
                </a:lnTo>
                <a:lnTo>
                  <a:pt x="61" y="265"/>
                </a:lnTo>
                <a:lnTo>
                  <a:pt x="63" y="266"/>
                </a:lnTo>
                <a:lnTo>
                  <a:pt x="64" y="266"/>
                </a:lnTo>
                <a:lnTo>
                  <a:pt x="65" y="265"/>
                </a:lnTo>
                <a:lnTo>
                  <a:pt x="66" y="266"/>
                </a:lnTo>
                <a:lnTo>
                  <a:pt x="65" y="266"/>
                </a:lnTo>
                <a:lnTo>
                  <a:pt x="65" y="267"/>
                </a:lnTo>
                <a:lnTo>
                  <a:pt x="66" y="266"/>
                </a:lnTo>
                <a:lnTo>
                  <a:pt x="67" y="266"/>
                </a:lnTo>
                <a:lnTo>
                  <a:pt x="68" y="266"/>
                </a:lnTo>
                <a:lnTo>
                  <a:pt x="68" y="267"/>
                </a:lnTo>
                <a:lnTo>
                  <a:pt x="69" y="267"/>
                </a:lnTo>
                <a:lnTo>
                  <a:pt x="70" y="267"/>
                </a:lnTo>
                <a:lnTo>
                  <a:pt x="71" y="267"/>
                </a:lnTo>
                <a:lnTo>
                  <a:pt x="70" y="267"/>
                </a:lnTo>
                <a:lnTo>
                  <a:pt x="71" y="267"/>
                </a:lnTo>
                <a:lnTo>
                  <a:pt x="72" y="267"/>
                </a:lnTo>
                <a:lnTo>
                  <a:pt x="73" y="266"/>
                </a:lnTo>
                <a:lnTo>
                  <a:pt x="74" y="266"/>
                </a:lnTo>
                <a:lnTo>
                  <a:pt x="75" y="266"/>
                </a:lnTo>
                <a:lnTo>
                  <a:pt x="76" y="266"/>
                </a:lnTo>
                <a:lnTo>
                  <a:pt x="77" y="266"/>
                </a:lnTo>
                <a:lnTo>
                  <a:pt x="79" y="266"/>
                </a:lnTo>
                <a:lnTo>
                  <a:pt x="80" y="266"/>
                </a:lnTo>
                <a:lnTo>
                  <a:pt x="80" y="267"/>
                </a:lnTo>
                <a:lnTo>
                  <a:pt x="81" y="268"/>
                </a:lnTo>
                <a:lnTo>
                  <a:pt x="81" y="269"/>
                </a:lnTo>
                <a:lnTo>
                  <a:pt x="81" y="270"/>
                </a:lnTo>
                <a:lnTo>
                  <a:pt x="82" y="270"/>
                </a:lnTo>
                <a:lnTo>
                  <a:pt x="81" y="271"/>
                </a:lnTo>
                <a:lnTo>
                  <a:pt x="81" y="272"/>
                </a:lnTo>
                <a:lnTo>
                  <a:pt x="81" y="273"/>
                </a:lnTo>
                <a:lnTo>
                  <a:pt x="81" y="274"/>
                </a:lnTo>
                <a:lnTo>
                  <a:pt x="81" y="275"/>
                </a:lnTo>
                <a:lnTo>
                  <a:pt x="79" y="276"/>
                </a:lnTo>
                <a:lnTo>
                  <a:pt x="80" y="279"/>
                </a:lnTo>
                <a:lnTo>
                  <a:pt x="81" y="280"/>
                </a:lnTo>
                <a:lnTo>
                  <a:pt x="81" y="281"/>
                </a:lnTo>
                <a:lnTo>
                  <a:pt x="81" y="282"/>
                </a:lnTo>
                <a:lnTo>
                  <a:pt x="82" y="283"/>
                </a:lnTo>
                <a:lnTo>
                  <a:pt x="83" y="283"/>
                </a:lnTo>
                <a:lnTo>
                  <a:pt x="86" y="286"/>
                </a:lnTo>
                <a:lnTo>
                  <a:pt x="87" y="288"/>
                </a:lnTo>
                <a:lnTo>
                  <a:pt x="87" y="289"/>
                </a:lnTo>
                <a:lnTo>
                  <a:pt x="88" y="290"/>
                </a:lnTo>
                <a:lnTo>
                  <a:pt x="90" y="292"/>
                </a:lnTo>
                <a:lnTo>
                  <a:pt x="90" y="293"/>
                </a:lnTo>
                <a:lnTo>
                  <a:pt x="89" y="293"/>
                </a:lnTo>
                <a:lnTo>
                  <a:pt x="89" y="294"/>
                </a:lnTo>
                <a:lnTo>
                  <a:pt x="90" y="294"/>
                </a:lnTo>
                <a:lnTo>
                  <a:pt x="91" y="294"/>
                </a:lnTo>
                <a:lnTo>
                  <a:pt x="92" y="295"/>
                </a:lnTo>
                <a:lnTo>
                  <a:pt x="92" y="296"/>
                </a:lnTo>
                <a:lnTo>
                  <a:pt x="93" y="296"/>
                </a:lnTo>
                <a:lnTo>
                  <a:pt x="94" y="298"/>
                </a:lnTo>
                <a:lnTo>
                  <a:pt x="94" y="299"/>
                </a:lnTo>
                <a:lnTo>
                  <a:pt x="95" y="299"/>
                </a:lnTo>
                <a:lnTo>
                  <a:pt x="96" y="299"/>
                </a:lnTo>
                <a:lnTo>
                  <a:pt x="97" y="299"/>
                </a:lnTo>
                <a:lnTo>
                  <a:pt x="97" y="300"/>
                </a:lnTo>
                <a:lnTo>
                  <a:pt x="98" y="301"/>
                </a:lnTo>
                <a:lnTo>
                  <a:pt x="98" y="302"/>
                </a:lnTo>
                <a:lnTo>
                  <a:pt x="98" y="303"/>
                </a:lnTo>
                <a:lnTo>
                  <a:pt x="98" y="304"/>
                </a:lnTo>
                <a:lnTo>
                  <a:pt x="98" y="305"/>
                </a:lnTo>
                <a:lnTo>
                  <a:pt x="98" y="308"/>
                </a:lnTo>
                <a:lnTo>
                  <a:pt x="100" y="309"/>
                </a:lnTo>
                <a:lnTo>
                  <a:pt x="103" y="310"/>
                </a:lnTo>
                <a:lnTo>
                  <a:pt x="103" y="311"/>
                </a:lnTo>
                <a:lnTo>
                  <a:pt x="103" y="312"/>
                </a:lnTo>
                <a:lnTo>
                  <a:pt x="103" y="314"/>
                </a:lnTo>
                <a:lnTo>
                  <a:pt x="105" y="316"/>
                </a:lnTo>
                <a:lnTo>
                  <a:pt x="105" y="317"/>
                </a:lnTo>
                <a:lnTo>
                  <a:pt x="106" y="317"/>
                </a:lnTo>
                <a:lnTo>
                  <a:pt x="106" y="318"/>
                </a:lnTo>
                <a:lnTo>
                  <a:pt x="106" y="319"/>
                </a:lnTo>
                <a:lnTo>
                  <a:pt x="106" y="320"/>
                </a:lnTo>
                <a:lnTo>
                  <a:pt x="107" y="320"/>
                </a:lnTo>
                <a:lnTo>
                  <a:pt x="107" y="321"/>
                </a:lnTo>
                <a:lnTo>
                  <a:pt x="108" y="322"/>
                </a:lnTo>
                <a:lnTo>
                  <a:pt x="109" y="322"/>
                </a:lnTo>
                <a:lnTo>
                  <a:pt x="109" y="321"/>
                </a:lnTo>
                <a:lnTo>
                  <a:pt x="110" y="321"/>
                </a:lnTo>
                <a:lnTo>
                  <a:pt x="110" y="320"/>
                </a:lnTo>
                <a:lnTo>
                  <a:pt x="110" y="321"/>
                </a:lnTo>
                <a:lnTo>
                  <a:pt x="110" y="322"/>
                </a:lnTo>
                <a:lnTo>
                  <a:pt x="110" y="323"/>
                </a:lnTo>
                <a:lnTo>
                  <a:pt x="110" y="324"/>
                </a:lnTo>
                <a:lnTo>
                  <a:pt x="110" y="325"/>
                </a:lnTo>
                <a:lnTo>
                  <a:pt x="110" y="326"/>
                </a:lnTo>
                <a:lnTo>
                  <a:pt x="111" y="326"/>
                </a:lnTo>
                <a:lnTo>
                  <a:pt x="111" y="327"/>
                </a:lnTo>
                <a:lnTo>
                  <a:pt x="110" y="327"/>
                </a:lnTo>
                <a:lnTo>
                  <a:pt x="110" y="328"/>
                </a:lnTo>
                <a:lnTo>
                  <a:pt x="111" y="328"/>
                </a:lnTo>
                <a:lnTo>
                  <a:pt x="112" y="328"/>
                </a:lnTo>
                <a:lnTo>
                  <a:pt x="112" y="329"/>
                </a:lnTo>
                <a:lnTo>
                  <a:pt x="111" y="330"/>
                </a:lnTo>
                <a:lnTo>
                  <a:pt x="110" y="330"/>
                </a:lnTo>
                <a:lnTo>
                  <a:pt x="111" y="331"/>
                </a:lnTo>
                <a:lnTo>
                  <a:pt x="110" y="331"/>
                </a:lnTo>
                <a:lnTo>
                  <a:pt x="110" y="332"/>
                </a:lnTo>
                <a:lnTo>
                  <a:pt x="110" y="333"/>
                </a:lnTo>
                <a:lnTo>
                  <a:pt x="111" y="333"/>
                </a:lnTo>
                <a:lnTo>
                  <a:pt x="110" y="333"/>
                </a:lnTo>
                <a:lnTo>
                  <a:pt x="110" y="334"/>
                </a:lnTo>
                <a:lnTo>
                  <a:pt x="110" y="335"/>
                </a:lnTo>
                <a:lnTo>
                  <a:pt x="111" y="336"/>
                </a:lnTo>
                <a:lnTo>
                  <a:pt x="111" y="337"/>
                </a:lnTo>
                <a:lnTo>
                  <a:pt x="111" y="338"/>
                </a:lnTo>
                <a:lnTo>
                  <a:pt x="112" y="338"/>
                </a:lnTo>
                <a:lnTo>
                  <a:pt x="112" y="339"/>
                </a:lnTo>
                <a:lnTo>
                  <a:pt x="112" y="338"/>
                </a:lnTo>
                <a:lnTo>
                  <a:pt x="113" y="338"/>
                </a:lnTo>
                <a:lnTo>
                  <a:pt x="114" y="339"/>
                </a:lnTo>
                <a:lnTo>
                  <a:pt x="115" y="339"/>
                </a:lnTo>
                <a:lnTo>
                  <a:pt x="116" y="339"/>
                </a:lnTo>
                <a:lnTo>
                  <a:pt x="117" y="339"/>
                </a:lnTo>
                <a:lnTo>
                  <a:pt x="117" y="340"/>
                </a:lnTo>
                <a:lnTo>
                  <a:pt x="118" y="339"/>
                </a:lnTo>
                <a:lnTo>
                  <a:pt x="119" y="339"/>
                </a:lnTo>
                <a:lnTo>
                  <a:pt x="119" y="338"/>
                </a:lnTo>
                <a:lnTo>
                  <a:pt x="120" y="338"/>
                </a:lnTo>
                <a:lnTo>
                  <a:pt x="120" y="337"/>
                </a:lnTo>
                <a:lnTo>
                  <a:pt x="121" y="336"/>
                </a:lnTo>
                <a:lnTo>
                  <a:pt x="122" y="335"/>
                </a:lnTo>
                <a:lnTo>
                  <a:pt x="122" y="334"/>
                </a:lnTo>
                <a:lnTo>
                  <a:pt x="123" y="334"/>
                </a:lnTo>
                <a:lnTo>
                  <a:pt x="122" y="334"/>
                </a:lnTo>
                <a:lnTo>
                  <a:pt x="122" y="333"/>
                </a:lnTo>
                <a:lnTo>
                  <a:pt x="121" y="332"/>
                </a:lnTo>
                <a:lnTo>
                  <a:pt x="121" y="331"/>
                </a:lnTo>
                <a:lnTo>
                  <a:pt x="121" y="330"/>
                </a:lnTo>
                <a:lnTo>
                  <a:pt x="121" y="329"/>
                </a:lnTo>
                <a:lnTo>
                  <a:pt x="121" y="328"/>
                </a:lnTo>
                <a:lnTo>
                  <a:pt x="120" y="328"/>
                </a:lnTo>
                <a:lnTo>
                  <a:pt x="120" y="327"/>
                </a:lnTo>
                <a:lnTo>
                  <a:pt x="121" y="327"/>
                </a:lnTo>
                <a:lnTo>
                  <a:pt x="121" y="326"/>
                </a:lnTo>
                <a:lnTo>
                  <a:pt x="122" y="326"/>
                </a:lnTo>
                <a:lnTo>
                  <a:pt x="122" y="325"/>
                </a:lnTo>
                <a:lnTo>
                  <a:pt x="122" y="324"/>
                </a:lnTo>
                <a:lnTo>
                  <a:pt x="123" y="324"/>
                </a:lnTo>
                <a:lnTo>
                  <a:pt x="123" y="323"/>
                </a:lnTo>
                <a:lnTo>
                  <a:pt x="123" y="322"/>
                </a:lnTo>
                <a:lnTo>
                  <a:pt x="123" y="321"/>
                </a:lnTo>
                <a:lnTo>
                  <a:pt x="124" y="321"/>
                </a:lnTo>
                <a:lnTo>
                  <a:pt x="124" y="320"/>
                </a:lnTo>
                <a:lnTo>
                  <a:pt x="124" y="319"/>
                </a:lnTo>
                <a:lnTo>
                  <a:pt x="125" y="319"/>
                </a:lnTo>
                <a:lnTo>
                  <a:pt x="126" y="318"/>
                </a:lnTo>
                <a:lnTo>
                  <a:pt x="125" y="318"/>
                </a:lnTo>
                <a:lnTo>
                  <a:pt x="125" y="317"/>
                </a:lnTo>
                <a:lnTo>
                  <a:pt x="125" y="316"/>
                </a:lnTo>
                <a:lnTo>
                  <a:pt x="125" y="315"/>
                </a:lnTo>
                <a:lnTo>
                  <a:pt x="126" y="315"/>
                </a:lnTo>
                <a:lnTo>
                  <a:pt x="127" y="314"/>
                </a:lnTo>
                <a:lnTo>
                  <a:pt x="128" y="314"/>
                </a:lnTo>
                <a:lnTo>
                  <a:pt x="128" y="313"/>
                </a:lnTo>
                <a:lnTo>
                  <a:pt x="129" y="313"/>
                </a:lnTo>
                <a:lnTo>
                  <a:pt x="129" y="312"/>
                </a:lnTo>
                <a:lnTo>
                  <a:pt x="130" y="311"/>
                </a:lnTo>
                <a:lnTo>
                  <a:pt x="130" y="310"/>
                </a:lnTo>
                <a:lnTo>
                  <a:pt x="131" y="310"/>
                </a:lnTo>
                <a:lnTo>
                  <a:pt x="131" y="309"/>
                </a:lnTo>
                <a:lnTo>
                  <a:pt x="131" y="308"/>
                </a:lnTo>
                <a:lnTo>
                  <a:pt x="132" y="308"/>
                </a:lnTo>
                <a:lnTo>
                  <a:pt x="134" y="308"/>
                </a:lnTo>
                <a:lnTo>
                  <a:pt x="135" y="308"/>
                </a:lnTo>
                <a:lnTo>
                  <a:pt x="136" y="307"/>
                </a:lnTo>
                <a:lnTo>
                  <a:pt x="135" y="306"/>
                </a:lnTo>
                <a:lnTo>
                  <a:pt x="134" y="305"/>
                </a:lnTo>
                <a:lnTo>
                  <a:pt x="134" y="306"/>
                </a:lnTo>
                <a:lnTo>
                  <a:pt x="133" y="306"/>
                </a:lnTo>
                <a:lnTo>
                  <a:pt x="132" y="306"/>
                </a:lnTo>
                <a:lnTo>
                  <a:pt x="132" y="305"/>
                </a:lnTo>
                <a:lnTo>
                  <a:pt x="133" y="304"/>
                </a:lnTo>
                <a:lnTo>
                  <a:pt x="132" y="304"/>
                </a:lnTo>
                <a:lnTo>
                  <a:pt x="132" y="303"/>
                </a:lnTo>
                <a:lnTo>
                  <a:pt x="132" y="302"/>
                </a:lnTo>
                <a:lnTo>
                  <a:pt x="133" y="302"/>
                </a:lnTo>
                <a:lnTo>
                  <a:pt x="134" y="302"/>
                </a:lnTo>
                <a:lnTo>
                  <a:pt x="134" y="303"/>
                </a:lnTo>
                <a:lnTo>
                  <a:pt x="135" y="303"/>
                </a:lnTo>
                <a:lnTo>
                  <a:pt x="135" y="302"/>
                </a:lnTo>
                <a:lnTo>
                  <a:pt x="134" y="302"/>
                </a:lnTo>
                <a:lnTo>
                  <a:pt x="133" y="302"/>
                </a:lnTo>
                <a:lnTo>
                  <a:pt x="134" y="302"/>
                </a:lnTo>
                <a:lnTo>
                  <a:pt x="134" y="300"/>
                </a:lnTo>
                <a:lnTo>
                  <a:pt x="135" y="300"/>
                </a:lnTo>
                <a:lnTo>
                  <a:pt x="136" y="300"/>
                </a:lnTo>
                <a:lnTo>
                  <a:pt x="136" y="301"/>
                </a:lnTo>
                <a:lnTo>
                  <a:pt x="136" y="302"/>
                </a:lnTo>
                <a:lnTo>
                  <a:pt x="136" y="301"/>
                </a:lnTo>
                <a:lnTo>
                  <a:pt x="137" y="300"/>
                </a:lnTo>
                <a:lnTo>
                  <a:pt x="137" y="299"/>
                </a:lnTo>
                <a:lnTo>
                  <a:pt x="136" y="299"/>
                </a:lnTo>
                <a:lnTo>
                  <a:pt x="136" y="298"/>
                </a:lnTo>
                <a:lnTo>
                  <a:pt x="136" y="297"/>
                </a:lnTo>
                <a:lnTo>
                  <a:pt x="136" y="296"/>
                </a:lnTo>
                <a:lnTo>
                  <a:pt x="138" y="296"/>
                </a:lnTo>
                <a:lnTo>
                  <a:pt x="138" y="295"/>
                </a:lnTo>
                <a:lnTo>
                  <a:pt x="139" y="295"/>
                </a:lnTo>
                <a:lnTo>
                  <a:pt x="139" y="294"/>
                </a:lnTo>
                <a:lnTo>
                  <a:pt x="138" y="293"/>
                </a:lnTo>
                <a:lnTo>
                  <a:pt x="139" y="293"/>
                </a:lnTo>
                <a:lnTo>
                  <a:pt x="140" y="293"/>
                </a:lnTo>
                <a:lnTo>
                  <a:pt x="140" y="292"/>
                </a:lnTo>
                <a:lnTo>
                  <a:pt x="140" y="291"/>
                </a:lnTo>
                <a:lnTo>
                  <a:pt x="141" y="291"/>
                </a:lnTo>
                <a:lnTo>
                  <a:pt x="142" y="290"/>
                </a:lnTo>
                <a:lnTo>
                  <a:pt x="143" y="290"/>
                </a:lnTo>
                <a:lnTo>
                  <a:pt x="144" y="290"/>
                </a:lnTo>
                <a:lnTo>
                  <a:pt x="144" y="291"/>
                </a:lnTo>
                <a:lnTo>
                  <a:pt x="145" y="291"/>
                </a:lnTo>
                <a:lnTo>
                  <a:pt x="146" y="291"/>
                </a:lnTo>
                <a:lnTo>
                  <a:pt x="147" y="291"/>
                </a:lnTo>
                <a:lnTo>
                  <a:pt x="147" y="290"/>
                </a:lnTo>
                <a:lnTo>
                  <a:pt x="148" y="290"/>
                </a:lnTo>
                <a:lnTo>
                  <a:pt x="147" y="290"/>
                </a:lnTo>
                <a:lnTo>
                  <a:pt x="147" y="289"/>
                </a:lnTo>
                <a:lnTo>
                  <a:pt x="146" y="289"/>
                </a:lnTo>
                <a:lnTo>
                  <a:pt x="147" y="288"/>
                </a:lnTo>
                <a:lnTo>
                  <a:pt x="148" y="287"/>
                </a:lnTo>
                <a:lnTo>
                  <a:pt x="149" y="287"/>
                </a:lnTo>
                <a:lnTo>
                  <a:pt x="149" y="286"/>
                </a:lnTo>
                <a:lnTo>
                  <a:pt x="150" y="286"/>
                </a:lnTo>
                <a:lnTo>
                  <a:pt x="151" y="285"/>
                </a:lnTo>
                <a:lnTo>
                  <a:pt x="150" y="284"/>
                </a:lnTo>
                <a:lnTo>
                  <a:pt x="150" y="283"/>
                </a:lnTo>
                <a:lnTo>
                  <a:pt x="150" y="282"/>
                </a:lnTo>
                <a:lnTo>
                  <a:pt x="150" y="281"/>
                </a:lnTo>
                <a:lnTo>
                  <a:pt x="149" y="281"/>
                </a:lnTo>
                <a:lnTo>
                  <a:pt x="149" y="280"/>
                </a:lnTo>
                <a:lnTo>
                  <a:pt x="149" y="279"/>
                </a:lnTo>
                <a:lnTo>
                  <a:pt x="150" y="279"/>
                </a:lnTo>
                <a:lnTo>
                  <a:pt x="151" y="279"/>
                </a:lnTo>
                <a:lnTo>
                  <a:pt x="151" y="278"/>
                </a:lnTo>
                <a:lnTo>
                  <a:pt x="152" y="277"/>
                </a:lnTo>
                <a:lnTo>
                  <a:pt x="153" y="277"/>
                </a:lnTo>
                <a:lnTo>
                  <a:pt x="153" y="276"/>
                </a:lnTo>
                <a:lnTo>
                  <a:pt x="153" y="275"/>
                </a:lnTo>
                <a:lnTo>
                  <a:pt x="152" y="275"/>
                </a:lnTo>
                <a:lnTo>
                  <a:pt x="152" y="274"/>
                </a:lnTo>
                <a:lnTo>
                  <a:pt x="153" y="274"/>
                </a:lnTo>
                <a:lnTo>
                  <a:pt x="153" y="273"/>
                </a:lnTo>
                <a:lnTo>
                  <a:pt x="154" y="273"/>
                </a:lnTo>
                <a:lnTo>
                  <a:pt x="153" y="273"/>
                </a:lnTo>
                <a:lnTo>
                  <a:pt x="153" y="272"/>
                </a:lnTo>
                <a:lnTo>
                  <a:pt x="152" y="272"/>
                </a:lnTo>
                <a:lnTo>
                  <a:pt x="152" y="273"/>
                </a:lnTo>
                <a:lnTo>
                  <a:pt x="151" y="273"/>
                </a:lnTo>
                <a:lnTo>
                  <a:pt x="150" y="272"/>
                </a:lnTo>
                <a:lnTo>
                  <a:pt x="150" y="271"/>
                </a:lnTo>
                <a:lnTo>
                  <a:pt x="151" y="271"/>
                </a:lnTo>
                <a:lnTo>
                  <a:pt x="151" y="270"/>
                </a:lnTo>
                <a:lnTo>
                  <a:pt x="152" y="269"/>
                </a:lnTo>
                <a:lnTo>
                  <a:pt x="153" y="268"/>
                </a:lnTo>
                <a:lnTo>
                  <a:pt x="154" y="268"/>
                </a:lnTo>
                <a:lnTo>
                  <a:pt x="154" y="267"/>
                </a:lnTo>
                <a:lnTo>
                  <a:pt x="154" y="266"/>
                </a:lnTo>
                <a:lnTo>
                  <a:pt x="155" y="266"/>
                </a:lnTo>
                <a:lnTo>
                  <a:pt x="156" y="266"/>
                </a:lnTo>
                <a:lnTo>
                  <a:pt x="156" y="265"/>
                </a:lnTo>
                <a:lnTo>
                  <a:pt x="157" y="264"/>
                </a:lnTo>
                <a:lnTo>
                  <a:pt x="158" y="264"/>
                </a:lnTo>
                <a:lnTo>
                  <a:pt x="159" y="264"/>
                </a:lnTo>
                <a:lnTo>
                  <a:pt x="159" y="263"/>
                </a:lnTo>
                <a:lnTo>
                  <a:pt x="160" y="263"/>
                </a:lnTo>
                <a:lnTo>
                  <a:pt x="160" y="262"/>
                </a:lnTo>
                <a:lnTo>
                  <a:pt x="161" y="262"/>
                </a:lnTo>
                <a:lnTo>
                  <a:pt x="161" y="261"/>
                </a:lnTo>
                <a:lnTo>
                  <a:pt x="161" y="260"/>
                </a:lnTo>
                <a:lnTo>
                  <a:pt x="162" y="260"/>
                </a:lnTo>
                <a:lnTo>
                  <a:pt x="163" y="260"/>
                </a:lnTo>
                <a:lnTo>
                  <a:pt x="164" y="260"/>
                </a:lnTo>
                <a:lnTo>
                  <a:pt x="164" y="261"/>
                </a:lnTo>
                <a:lnTo>
                  <a:pt x="165" y="261"/>
                </a:lnTo>
                <a:lnTo>
                  <a:pt x="166" y="260"/>
                </a:lnTo>
                <a:lnTo>
                  <a:pt x="167" y="260"/>
                </a:lnTo>
                <a:lnTo>
                  <a:pt x="167" y="259"/>
                </a:lnTo>
                <a:lnTo>
                  <a:pt x="168" y="259"/>
                </a:lnTo>
                <a:lnTo>
                  <a:pt x="169" y="259"/>
                </a:lnTo>
                <a:lnTo>
                  <a:pt x="169" y="258"/>
                </a:lnTo>
                <a:lnTo>
                  <a:pt x="169" y="257"/>
                </a:lnTo>
                <a:lnTo>
                  <a:pt x="170" y="257"/>
                </a:lnTo>
                <a:lnTo>
                  <a:pt x="171" y="256"/>
                </a:lnTo>
                <a:lnTo>
                  <a:pt x="172" y="255"/>
                </a:lnTo>
                <a:lnTo>
                  <a:pt x="173" y="254"/>
                </a:lnTo>
                <a:lnTo>
                  <a:pt x="173" y="253"/>
                </a:lnTo>
                <a:lnTo>
                  <a:pt x="173" y="254"/>
                </a:lnTo>
                <a:lnTo>
                  <a:pt x="173" y="253"/>
                </a:lnTo>
                <a:lnTo>
                  <a:pt x="174" y="252"/>
                </a:lnTo>
                <a:lnTo>
                  <a:pt x="175" y="252"/>
                </a:lnTo>
                <a:lnTo>
                  <a:pt x="175" y="253"/>
                </a:lnTo>
                <a:lnTo>
                  <a:pt x="176" y="253"/>
                </a:lnTo>
                <a:lnTo>
                  <a:pt x="176" y="252"/>
                </a:lnTo>
                <a:lnTo>
                  <a:pt x="175" y="251"/>
                </a:lnTo>
                <a:lnTo>
                  <a:pt x="176" y="251"/>
                </a:lnTo>
                <a:lnTo>
                  <a:pt x="176" y="250"/>
                </a:lnTo>
                <a:lnTo>
                  <a:pt x="176" y="249"/>
                </a:lnTo>
                <a:lnTo>
                  <a:pt x="179" y="249"/>
                </a:lnTo>
                <a:lnTo>
                  <a:pt x="181" y="249"/>
                </a:lnTo>
                <a:lnTo>
                  <a:pt x="183" y="249"/>
                </a:lnTo>
                <a:lnTo>
                  <a:pt x="183" y="248"/>
                </a:lnTo>
                <a:lnTo>
                  <a:pt x="182" y="247"/>
                </a:lnTo>
                <a:lnTo>
                  <a:pt x="182" y="246"/>
                </a:lnTo>
                <a:lnTo>
                  <a:pt x="183" y="246"/>
                </a:lnTo>
                <a:lnTo>
                  <a:pt x="184" y="246"/>
                </a:lnTo>
                <a:lnTo>
                  <a:pt x="185" y="246"/>
                </a:lnTo>
                <a:lnTo>
                  <a:pt x="185" y="247"/>
                </a:lnTo>
                <a:lnTo>
                  <a:pt x="186" y="247"/>
                </a:lnTo>
                <a:lnTo>
                  <a:pt x="186" y="245"/>
                </a:lnTo>
                <a:lnTo>
                  <a:pt x="185" y="245"/>
                </a:lnTo>
                <a:lnTo>
                  <a:pt x="186" y="243"/>
                </a:lnTo>
                <a:lnTo>
                  <a:pt x="187" y="243"/>
                </a:lnTo>
                <a:lnTo>
                  <a:pt x="188" y="243"/>
                </a:lnTo>
                <a:lnTo>
                  <a:pt x="189" y="242"/>
                </a:lnTo>
                <a:lnTo>
                  <a:pt x="189" y="243"/>
                </a:lnTo>
                <a:lnTo>
                  <a:pt x="190" y="243"/>
                </a:lnTo>
                <a:lnTo>
                  <a:pt x="190" y="242"/>
                </a:lnTo>
                <a:lnTo>
                  <a:pt x="191" y="243"/>
                </a:lnTo>
                <a:lnTo>
                  <a:pt x="192" y="243"/>
                </a:lnTo>
                <a:lnTo>
                  <a:pt x="193" y="243"/>
                </a:lnTo>
                <a:lnTo>
                  <a:pt x="193" y="242"/>
                </a:lnTo>
                <a:lnTo>
                  <a:pt x="192" y="241"/>
                </a:lnTo>
                <a:lnTo>
                  <a:pt x="191" y="240"/>
                </a:lnTo>
                <a:lnTo>
                  <a:pt x="191" y="239"/>
                </a:lnTo>
                <a:lnTo>
                  <a:pt x="192" y="239"/>
                </a:lnTo>
                <a:lnTo>
                  <a:pt x="193" y="239"/>
                </a:lnTo>
                <a:lnTo>
                  <a:pt x="194" y="239"/>
                </a:lnTo>
                <a:lnTo>
                  <a:pt x="194" y="238"/>
                </a:lnTo>
                <a:lnTo>
                  <a:pt x="196" y="238"/>
                </a:lnTo>
                <a:lnTo>
                  <a:pt x="196" y="237"/>
                </a:lnTo>
                <a:lnTo>
                  <a:pt x="197" y="237"/>
                </a:lnTo>
                <a:lnTo>
                  <a:pt x="198" y="237"/>
                </a:lnTo>
                <a:lnTo>
                  <a:pt x="199" y="237"/>
                </a:lnTo>
                <a:lnTo>
                  <a:pt x="200" y="237"/>
                </a:lnTo>
                <a:lnTo>
                  <a:pt x="200" y="238"/>
                </a:lnTo>
                <a:lnTo>
                  <a:pt x="201" y="239"/>
                </a:lnTo>
                <a:lnTo>
                  <a:pt x="202" y="239"/>
                </a:lnTo>
                <a:lnTo>
                  <a:pt x="203" y="238"/>
                </a:lnTo>
                <a:lnTo>
                  <a:pt x="204" y="238"/>
                </a:lnTo>
                <a:lnTo>
                  <a:pt x="204" y="239"/>
                </a:lnTo>
                <a:lnTo>
                  <a:pt x="205" y="239"/>
                </a:lnTo>
                <a:lnTo>
                  <a:pt x="205" y="238"/>
                </a:lnTo>
                <a:lnTo>
                  <a:pt x="206" y="238"/>
                </a:lnTo>
                <a:lnTo>
                  <a:pt x="206" y="239"/>
                </a:lnTo>
                <a:lnTo>
                  <a:pt x="205" y="239"/>
                </a:lnTo>
                <a:lnTo>
                  <a:pt x="205" y="240"/>
                </a:lnTo>
                <a:lnTo>
                  <a:pt x="206" y="240"/>
                </a:lnTo>
                <a:lnTo>
                  <a:pt x="207" y="241"/>
                </a:lnTo>
                <a:lnTo>
                  <a:pt x="208" y="241"/>
                </a:lnTo>
                <a:lnTo>
                  <a:pt x="208" y="240"/>
                </a:lnTo>
                <a:lnTo>
                  <a:pt x="208" y="241"/>
                </a:lnTo>
                <a:lnTo>
                  <a:pt x="208" y="240"/>
                </a:lnTo>
                <a:lnTo>
                  <a:pt x="209" y="240"/>
                </a:lnTo>
                <a:lnTo>
                  <a:pt x="208" y="239"/>
                </a:lnTo>
                <a:lnTo>
                  <a:pt x="209" y="238"/>
                </a:lnTo>
                <a:lnTo>
                  <a:pt x="210" y="238"/>
                </a:lnTo>
                <a:lnTo>
                  <a:pt x="211" y="238"/>
                </a:lnTo>
                <a:lnTo>
                  <a:pt x="211" y="239"/>
                </a:lnTo>
                <a:lnTo>
                  <a:pt x="212" y="239"/>
                </a:lnTo>
                <a:lnTo>
                  <a:pt x="212" y="238"/>
                </a:lnTo>
                <a:lnTo>
                  <a:pt x="212" y="237"/>
                </a:lnTo>
                <a:lnTo>
                  <a:pt x="213" y="235"/>
                </a:lnTo>
                <a:lnTo>
                  <a:pt x="213" y="234"/>
                </a:lnTo>
                <a:lnTo>
                  <a:pt x="214" y="234"/>
                </a:lnTo>
                <a:lnTo>
                  <a:pt x="214" y="233"/>
                </a:lnTo>
                <a:lnTo>
                  <a:pt x="215" y="233"/>
                </a:lnTo>
                <a:lnTo>
                  <a:pt x="215" y="234"/>
                </a:lnTo>
                <a:lnTo>
                  <a:pt x="216" y="234"/>
                </a:lnTo>
                <a:lnTo>
                  <a:pt x="217" y="233"/>
                </a:lnTo>
                <a:lnTo>
                  <a:pt x="217" y="232"/>
                </a:lnTo>
                <a:lnTo>
                  <a:pt x="218" y="232"/>
                </a:lnTo>
                <a:lnTo>
                  <a:pt x="218" y="231"/>
                </a:lnTo>
                <a:lnTo>
                  <a:pt x="218" y="230"/>
                </a:lnTo>
                <a:lnTo>
                  <a:pt x="219" y="230"/>
                </a:lnTo>
                <a:lnTo>
                  <a:pt x="220" y="228"/>
                </a:lnTo>
                <a:lnTo>
                  <a:pt x="219" y="228"/>
                </a:lnTo>
                <a:lnTo>
                  <a:pt x="220" y="227"/>
                </a:lnTo>
                <a:lnTo>
                  <a:pt x="221" y="226"/>
                </a:lnTo>
                <a:lnTo>
                  <a:pt x="222" y="225"/>
                </a:lnTo>
                <a:lnTo>
                  <a:pt x="222" y="224"/>
                </a:lnTo>
                <a:lnTo>
                  <a:pt x="223" y="223"/>
                </a:lnTo>
                <a:lnTo>
                  <a:pt x="222" y="223"/>
                </a:lnTo>
                <a:lnTo>
                  <a:pt x="222" y="222"/>
                </a:lnTo>
                <a:lnTo>
                  <a:pt x="223" y="221"/>
                </a:lnTo>
                <a:lnTo>
                  <a:pt x="224" y="221"/>
                </a:lnTo>
                <a:lnTo>
                  <a:pt x="224" y="220"/>
                </a:lnTo>
                <a:lnTo>
                  <a:pt x="225" y="220"/>
                </a:lnTo>
                <a:lnTo>
                  <a:pt x="225" y="218"/>
                </a:lnTo>
                <a:lnTo>
                  <a:pt x="226" y="218"/>
                </a:lnTo>
                <a:lnTo>
                  <a:pt x="227" y="218"/>
                </a:lnTo>
                <a:lnTo>
                  <a:pt x="228" y="217"/>
                </a:lnTo>
                <a:lnTo>
                  <a:pt x="229" y="217"/>
                </a:lnTo>
                <a:lnTo>
                  <a:pt x="229" y="216"/>
                </a:lnTo>
                <a:lnTo>
                  <a:pt x="230" y="216"/>
                </a:lnTo>
                <a:lnTo>
                  <a:pt x="231" y="216"/>
                </a:lnTo>
                <a:lnTo>
                  <a:pt x="231" y="215"/>
                </a:lnTo>
                <a:lnTo>
                  <a:pt x="232" y="215"/>
                </a:lnTo>
                <a:lnTo>
                  <a:pt x="232" y="214"/>
                </a:lnTo>
                <a:lnTo>
                  <a:pt x="232" y="213"/>
                </a:lnTo>
                <a:lnTo>
                  <a:pt x="233" y="213"/>
                </a:lnTo>
                <a:lnTo>
                  <a:pt x="233" y="212"/>
                </a:lnTo>
                <a:lnTo>
                  <a:pt x="234" y="212"/>
                </a:lnTo>
                <a:lnTo>
                  <a:pt x="234" y="211"/>
                </a:lnTo>
                <a:lnTo>
                  <a:pt x="234" y="210"/>
                </a:lnTo>
                <a:lnTo>
                  <a:pt x="234" y="209"/>
                </a:lnTo>
                <a:lnTo>
                  <a:pt x="233" y="209"/>
                </a:lnTo>
                <a:lnTo>
                  <a:pt x="234" y="209"/>
                </a:lnTo>
                <a:lnTo>
                  <a:pt x="234" y="208"/>
                </a:lnTo>
                <a:lnTo>
                  <a:pt x="234" y="207"/>
                </a:lnTo>
                <a:lnTo>
                  <a:pt x="234" y="208"/>
                </a:lnTo>
                <a:lnTo>
                  <a:pt x="233" y="208"/>
                </a:lnTo>
                <a:lnTo>
                  <a:pt x="233" y="207"/>
                </a:lnTo>
                <a:lnTo>
                  <a:pt x="234" y="206"/>
                </a:lnTo>
                <a:lnTo>
                  <a:pt x="235" y="205"/>
                </a:lnTo>
                <a:lnTo>
                  <a:pt x="236" y="205"/>
                </a:lnTo>
                <a:lnTo>
                  <a:pt x="237" y="204"/>
                </a:lnTo>
                <a:lnTo>
                  <a:pt x="237" y="203"/>
                </a:lnTo>
                <a:lnTo>
                  <a:pt x="237" y="202"/>
                </a:lnTo>
                <a:lnTo>
                  <a:pt x="238" y="202"/>
                </a:lnTo>
                <a:lnTo>
                  <a:pt x="239" y="202"/>
                </a:lnTo>
                <a:lnTo>
                  <a:pt x="240" y="203"/>
                </a:lnTo>
                <a:lnTo>
                  <a:pt x="241" y="203"/>
                </a:lnTo>
                <a:lnTo>
                  <a:pt x="241" y="201"/>
                </a:lnTo>
                <a:lnTo>
                  <a:pt x="241" y="200"/>
                </a:lnTo>
                <a:lnTo>
                  <a:pt x="241" y="199"/>
                </a:lnTo>
                <a:lnTo>
                  <a:pt x="242" y="199"/>
                </a:lnTo>
                <a:lnTo>
                  <a:pt x="243" y="199"/>
                </a:lnTo>
                <a:lnTo>
                  <a:pt x="244" y="199"/>
                </a:lnTo>
                <a:lnTo>
                  <a:pt x="244" y="198"/>
                </a:lnTo>
                <a:lnTo>
                  <a:pt x="244" y="197"/>
                </a:lnTo>
                <a:lnTo>
                  <a:pt x="245" y="197"/>
                </a:lnTo>
                <a:lnTo>
                  <a:pt x="245" y="198"/>
                </a:lnTo>
                <a:lnTo>
                  <a:pt x="246" y="198"/>
                </a:lnTo>
                <a:lnTo>
                  <a:pt x="247" y="198"/>
                </a:lnTo>
                <a:lnTo>
                  <a:pt x="248" y="198"/>
                </a:lnTo>
                <a:lnTo>
                  <a:pt x="249" y="197"/>
                </a:lnTo>
                <a:lnTo>
                  <a:pt x="250" y="196"/>
                </a:lnTo>
                <a:lnTo>
                  <a:pt x="250" y="195"/>
                </a:lnTo>
                <a:lnTo>
                  <a:pt x="250" y="194"/>
                </a:lnTo>
                <a:lnTo>
                  <a:pt x="251" y="194"/>
                </a:lnTo>
                <a:lnTo>
                  <a:pt x="251" y="195"/>
                </a:lnTo>
                <a:lnTo>
                  <a:pt x="252" y="195"/>
                </a:lnTo>
                <a:lnTo>
                  <a:pt x="253" y="195"/>
                </a:lnTo>
                <a:lnTo>
                  <a:pt x="253" y="196"/>
                </a:lnTo>
                <a:lnTo>
                  <a:pt x="254" y="196"/>
                </a:lnTo>
                <a:lnTo>
                  <a:pt x="254" y="195"/>
                </a:lnTo>
                <a:lnTo>
                  <a:pt x="255" y="195"/>
                </a:lnTo>
                <a:lnTo>
                  <a:pt x="256" y="195"/>
                </a:lnTo>
                <a:lnTo>
                  <a:pt x="257" y="195"/>
                </a:lnTo>
                <a:lnTo>
                  <a:pt x="259" y="194"/>
                </a:lnTo>
                <a:lnTo>
                  <a:pt x="260" y="194"/>
                </a:lnTo>
                <a:lnTo>
                  <a:pt x="261" y="194"/>
                </a:lnTo>
                <a:lnTo>
                  <a:pt x="261" y="193"/>
                </a:lnTo>
                <a:lnTo>
                  <a:pt x="261" y="192"/>
                </a:lnTo>
                <a:lnTo>
                  <a:pt x="262" y="191"/>
                </a:lnTo>
                <a:lnTo>
                  <a:pt x="262" y="190"/>
                </a:lnTo>
                <a:lnTo>
                  <a:pt x="263" y="190"/>
                </a:lnTo>
                <a:lnTo>
                  <a:pt x="264" y="189"/>
                </a:lnTo>
                <a:lnTo>
                  <a:pt x="264" y="190"/>
                </a:lnTo>
                <a:lnTo>
                  <a:pt x="264" y="191"/>
                </a:lnTo>
                <a:lnTo>
                  <a:pt x="264" y="192"/>
                </a:lnTo>
                <a:lnTo>
                  <a:pt x="264" y="193"/>
                </a:lnTo>
                <a:lnTo>
                  <a:pt x="265" y="193"/>
                </a:lnTo>
                <a:lnTo>
                  <a:pt x="266" y="194"/>
                </a:lnTo>
                <a:lnTo>
                  <a:pt x="267" y="194"/>
                </a:lnTo>
                <a:lnTo>
                  <a:pt x="267" y="195"/>
                </a:lnTo>
                <a:lnTo>
                  <a:pt x="268" y="194"/>
                </a:lnTo>
                <a:lnTo>
                  <a:pt x="269" y="195"/>
                </a:lnTo>
                <a:lnTo>
                  <a:pt x="269" y="196"/>
                </a:lnTo>
                <a:lnTo>
                  <a:pt x="269" y="197"/>
                </a:lnTo>
                <a:lnTo>
                  <a:pt x="270" y="198"/>
                </a:lnTo>
                <a:lnTo>
                  <a:pt x="271" y="199"/>
                </a:lnTo>
                <a:lnTo>
                  <a:pt x="272" y="200"/>
                </a:lnTo>
                <a:lnTo>
                  <a:pt x="273" y="200"/>
                </a:lnTo>
                <a:lnTo>
                  <a:pt x="273" y="199"/>
                </a:lnTo>
                <a:lnTo>
                  <a:pt x="274" y="199"/>
                </a:lnTo>
                <a:lnTo>
                  <a:pt x="275" y="199"/>
                </a:lnTo>
                <a:lnTo>
                  <a:pt x="276" y="199"/>
                </a:lnTo>
                <a:lnTo>
                  <a:pt x="277" y="198"/>
                </a:lnTo>
                <a:lnTo>
                  <a:pt x="278" y="197"/>
                </a:lnTo>
                <a:lnTo>
                  <a:pt x="278" y="196"/>
                </a:lnTo>
                <a:lnTo>
                  <a:pt x="278" y="195"/>
                </a:lnTo>
                <a:lnTo>
                  <a:pt x="279" y="194"/>
                </a:lnTo>
                <a:lnTo>
                  <a:pt x="279" y="193"/>
                </a:lnTo>
                <a:lnTo>
                  <a:pt x="280" y="192"/>
                </a:lnTo>
                <a:lnTo>
                  <a:pt x="280" y="191"/>
                </a:lnTo>
                <a:lnTo>
                  <a:pt x="280" y="190"/>
                </a:lnTo>
                <a:lnTo>
                  <a:pt x="281" y="191"/>
                </a:lnTo>
                <a:lnTo>
                  <a:pt x="282" y="190"/>
                </a:lnTo>
                <a:lnTo>
                  <a:pt x="283" y="189"/>
                </a:lnTo>
                <a:lnTo>
                  <a:pt x="284" y="189"/>
                </a:lnTo>
                <a:lnTo>
                  <a:pt x="284" y="188"/>
                </a:lnTo>
                <a:lnTo>
                  <a:pt x="285" y="186"/>
                </a:lnTo>
                <a:lnTo>
                  <a:pt x="286" y="186"/>
                </a:lnTo>
                <a:lnTo>
                  <a:pt x="286" y="188"/>
                </a:lnTo>
                <a:lnTo>
                  <a:pt x="287" y="187"/>
                </a:lnTo>
                <a:lnTo>
                  <a:pt x="287" y="186"/>
                </a:lnTo>
                <a:lnTo>
                  <a:pt x="287" y="184"/>
                </a:lnTo>
                <a:lnTo>
                  <a:pt x="287" y="183"/>
                </a:lnTo>
                <a:lnTo>
                  <a:pt x="288" y="183"/>
                </a:lnTo>
                <a:lnTo>
                  <a:pt x="288" y="182"/>
                </a:lnTo>
                <a:lnTo>
                  <a:pt x="287" y="182"/>
                </a:lnTo>
                <a:lnTo>
                  <a:pt x="288" y="182"/>
                </a:lnTo>
                <a:lnTo>
                  <a:pt x="289" y="182"/>
                </a:lnTo>
                <a:lnTo>
                  <a:pt x="290" y="182"/>
                </a:lnTo>
                <a:lnTo>
                  <a:pt x="290" y="181"/>
                </a:lnTo>
                <a:lnTo>
                  <a:pt x="291" y="181"/>
                </a:lnTo>
                <a:lnTo>
                  <a:pt x="291" y="182"/>
                </a:lnTo>
                <a:lnTo>
                  <a:pt x="292" y="182"/>
                </a:lnTo>
                <a:lnTo>
                  <a:pt x="291" y="181"/>
                </a:lnTo>
                <a:lnTo>
                  <a:pt x="291" y="180"/>
                </a:lnTo>
                <a:lnTo>
                  <a:pt x="291" y="179"/>
                </a:lnTo>
                <a:lnTo>
                  <a:pt x="291" y="178"/>
                </a:lnTo>
                <a:lnTo>
                  <a:pt x="291" y="177"/>
                </a:lnTo>
                <a:lnTo>
                  <a:pt x="292" y="177"/>
                </a:lnTo>
                <a:lnTo>
                  <a:pt x="293" y="177"/>
                </a:lnTo>
                <a:lnTo>
                  <a:pt x="293" y="178"/>
                </a:lnTo>
                <a:lnTo>
                  <a:pt x="294" y="177"/>
                </a:lnTo>
                <a:lnTo>
                  <a:pt x="295" y="175"/>
                </a:lnTo>
                <a:lnTo>
                  <a:pt x="295" y="174"/>
                </a:lnTo>
                <a:lnTo>
                  <a:pt x="294" y="174"/>
                </a:lnTo>
                <a:lnTo>
                  <a:pt x="294" y="173"/>
                </a:lnTo>
                <a:lnTo>
                  <a:pt x="293" y="172"/>
                </a:lnTo>
                <a:lnTo>
                  <a:pt x="294" y="172"/>
                </a:lnTo>
                <a:lnTo>
                  <a:pt x="295" y="173"/>
                </a:lnTo>
                <a:lnTo>
                  <a:pt x="296" y="173"/>
                </a:lnTo>
                <a:lnTo>
                  <a:pt x="296" y="172"/>
                </a:lnTo>
                <a:lnTo>
                  <a:pt x="295" y="172"/>
                </a:lnTo>
                <a:lnTo>
                  <a:pt x="295" y="171"/>
                </a:lnTo>
                <a:lnTo>
                  <a:pt x="295" y="170"/>
                </a:lnTo>
                <a:lnTo>
                  <a:pt x="295" y="169"/>
                </a:lnTo>
                <a:lnTo>
                  <a:pt x="294" y="169"/>
                </a:lnTo>
                <a:lnTo>
                  <a:pt x="293" y="168"/>
                </a:lnTo>
                <a:lnTo>
                  <a:pt x="293" y="167"/>
                </a:lnTo>
                <a:lnTo>
                  <a:pt x="294" y="167"/>
                </a:lnTo>
                <a:lnTo>
                  <a:pt x="295" y="167"/>
                </a:lnTo>
                <a:lnTo>
                  <a:pt x="295" y="166"/>
                </a:lnTo>
                <a:lnTo>
                  <a:pt x="294" y="166"/>
                </a:lnTo>
                <a:lnTo>
                  <a:pt x="294" y="167"/>
                </a:lnTo>
                <a:lnTo>
                  <a:pt x="293" y="167"/>
                </a:lnTo>
                <a:lnTo>
                  <a:pt x="293" y="166"/>
                </a:lnTo>
                <a:lnTo>
                  <a:pt x="293" y="165"/>
                </a:lnTo>
                <a:lnTo>
                  <a:pt x="294" y="165"/>
                </a:lnTo>
                <a:lnTo>
                  <a:pt x="294" y="163"/>
                </a:lnTo>
                <a:lnTo>
                  <a:pt x="294" y="162"/>
                </a:lnTo>
                <a:lnTo>
                  <a:pt x="295" y="161"/>
                </a:lnTo>
                <a:lnTo>
                  <a:pt x="296" y="161"/>
                </a:lnTo>
                <a:lnTo>
                  <a:pt x="296" y="160"/>
                </a:lnTo>
                <a:lnTo>
                  <a:pt x="296" y="159"/>
                </a:lnTo>
                <a:lnTo>
                  <a:pt x="295" y="158"/>
                </a:lnTo>
                <a:lnTo>
                  <a:pt x="295" y="157"/>
                </a:lnTo>
                <a:lnTo>
                  <a:pt x="297" y="157"/>
                </a:lnTo>
                <a:lnTo>
                  <a:pt x="298" y="157"/>
                </a:lnTo>
                <a:lnTo>
                  <a:pt x="298" y="156"/>
                </a:lnTo>
                <a:lnTo>
                  <a:pt x="297" y="156"/>
                </a:lnTo>
                <a:lnTo>
                  <a:pt x="297" y="155"/>
                </a:lnTo>
                <a:lnTo>
                  <a:pt x="298" y="155"/>
                </a:lnTo>
                <a:lnTo>
                  <a:pt x="299" y="155"/>
                </a:lnTo>
                <a:lnTo>
                  <a:pt x="300" y="156"/>
                </a:lnTo>
                <a:lnTo>
                  <a:pt x="301" y="155"/>
                </a:lnTo>
                <a:lnTo>
                  <a:pt x="300" y="155"/>
                </a:lnTo>
                <a:lnTo>
                  <a:pt x="300" y="154"/>
                </a:lnTo>
                <a:lnTo>
                  <a:pt x="303" y="154"/>
                </a:lnTo>
                <a:lnTo>
                  <a:pt x="304" y="153"/>
                </a:lnTo>
                <a:lnTo>
                  <a:pt x="306" y="152"/>
                </a:lnTo>
                <a:lnTo>
                  <a:pt x="307" y="151"/>
                </a:lnTo>
                <a:lnTo>
                  <a:pt x="307" y="150"/>
                </a:lnTo>
                <a:lnTo>
                  <a:pt x="308" y="150"/>
                </a:lnTo>
                <a:lnTo>
                  <a:pt x="309" y="150"/>
                </a:lnTo>
                <a:lnTo>
                  <a:pt x="309" y="151"/>
                </a:lnTo>
                <a:lnTo>
                  <a:pt x="310" y="151"/>
                </a:lnTo>
                <a:lnTo>
                  <a:pt x="312" y="152"/>
                </a:lnTo>
                <a:lnTo>
                  <a:pt x="313" y="152"/>
                </a:lnTo>
                <a:lnTo>
                  <a:pt x="314" y="152"/>
                </a:lnTo>
                <a:lnTo>
                  <a:pt x="315" y="152"/>
                </a:lnTo>
                <a:lnTo>
                  <a:pt x="316" y="153"/>
                </a:lnTo>
                <a:lnTo>
                  <a:pt x="317" y="153"/>
                </a:lnTo>
                <a:lnTo>
                  <a:pt x="319" y="153"/>
                </a:lnTo>
                <a:lnTo>
                  <a:pt x="320" y="153"/>
                </a:lnTo>
                <a:lnTo>
                  <a:pt x="321" y="152"/>
                </a:lnTo>
                <a:lnTo>
                  <a:pt x="323" y="152"/>
                </a:lnTo>
                <a:lnTo>
                  <a:pt x="324" y="152"/>
                </a:lnTo>
                <a:lnTo>
                  <a:pt x="324" y="153"/>
                </a:lnTo>
                <a:lnTo>
                  <a:pt x="323" y="153"/>
                </a:lnTo>
                <a:lnTo>
                  <a:pt x="323" y="154"/>
                </a:lnTo>
                <a:lnTo>
                  <a:pt x="324" y="153"/>
                </a:lnTo>
                <a:lnTo>
                  <a:pt x="324" y="152"/>
                </a:lnTo>
                <a:lnTo>
                  <a:pt x="324" y="151"/>
                </a:lnTo>
                <a:lnTo>
                  <a:pt x="324" y="149"/>
                </a:lnTo>
                <a:lnTo>
                  <a:pt x="324" y="148"/>
                </a:lnTo>
                <a:lnTo>
                  <a:pt x="324" y="147"/>
                </a:lnTo>
                <a:lnTo>
                  <a:pt x="323" y="147"/>
                </a:lnTo>
                <a:lnTo>
                  <a:pt x="323" y="146"/>
                </a:lnTo>
                <a:lnTo>
                  <a:pt x="323" y="145"/>
                </a:lnTo>
                <a:lnTo>
                  <a:pt x="323" y="146"/>
                </a:lnTo>
                <a:lnTo>
                  <a:pt x="324" y="146"/>
                </a:lnTo>
                <a:lnTo>
                  <a:pt x="325" y="146"/>
                </a:lnTo>
                <a:lnTo>
                  <a:pt x="326" y="146"/>
                </a:lnTo>
                <a:lnTo>
                  <a:pt x="327" y="147"/>
                </a:lnTo>
                <a:lnTo>
                  <a:pt x="327" y="148"/>
                </a:lnTo>
                <a:lnTo>
                  <a:pt x="328" y="148"/>
                </a:lnTo>
                <a:lnTo>
                  <a:pt x="329" y="149"/>
                </a:lnTo>
                <a:lnTo>
                  <a:pt x="330" y="149"/>
                </a:lnTo>
                <a:lnTo>
                  <a:pt x="330" y="150"/>
                </a:lnTo>
                <a:lnTo>
                  <a:pt x="331" y="150"/>
                </a:lnTo>
                <a:lnTo>
                  <a:pt x="332" y="150"/>
                </a:lnTo>
                <a:lnTo>
                  <a:pt x="333" y="150"/>
                </a:lnTo>
                <a:lnTo>
                  <a:pt x="334" y="150"/>
                </a:lnTo>
                <a:lnTo>
                  <a:pt x="335" y="150"/>
                </a:lnTo>
                <a:lnTo>
                  <a:pt x="336" y="151"/>
                </a:lnTo>
                <a:lnTo>
                  <a:pt x="337" y="151"/>
                </a:lnTo>
                <a:lnTo>
                  <a:pt x="337" y="150"/>
                </a:lnTo>
                <a:lnTo>
                  <a:pt x="338" y="151"/>
                </a:lnTo>
                <a:lnTo>
                  <a:pt x="339" y="151"/>
                </a:lnTo>
                <a:lnTo>
                  <a:pt x="339" y="152"/>
                </a:lnTo>
                <a:lnTo>
                  <a:pt x="340" y="152"/>
                </a:lnTo>
                <a:lnTo>
                  <a:pt x="340" y="151"/>
                </a:lnTo>
                <a:lnTo>
                  <a:pt x="341" y="150"/>
                </a:lnTo>
                <a:lnTo>
                  <a:pt x="342" y="150"/>
                </a:lnTo>
                <a:lnTo>
                  <a:pt x="343" y="150"/>
                </a:lnTo>
                <a:lnTo>
                  <a:pt x="344" y="150"/>
                </a:lnTo>
                <a:lnTo>
                  <a:pt x="345" y="149"/>
                </a:lnTo>
                <a:lnTo>
                  <a:pt x="345" y="148"/>
                </a:lnTo>
                <a:lnTo>
                  <a:pt x="345" y="147"/>
                </a:lnTo>
                <a:lnTo>
                  <a:pt x="344" y="146"/>
                </a:lnTo>
                <a:lnTo>
                  <a:pt x="345" y="145"/>
                </a:lnTo>
                <a:lnTo>
                  <a:pt x="345" y="144"/>
                </a:lnTo>
                <a:lnTo>
                  <a:pt x="346" y="144"/>
                </a:lnTo>
                <a:lnTo>
                  <a:pt x="347" y="143"/>
                </a:lnTo>
                <a:lnTo>
                  <a:pt x="348" y="142"/>
                </a:lnTo>
                <a:lnTo>
                  <a:pt x="348" y="141"/>
                </a:lnTo>
                <a:lnTo>
                  <a:pt x="348" y="140"/>
                </a:lnTo>
                <a:lnTo>
                  <a:pt x="348" y="139"/>
                </a:lnTo>
                <a:lnTo>
                  <a:pt x="348" y="138"/>
                </a:lnTo>
                <a:lnTo>
                  <a:pt x="349" y="138"/>
                </a:lnTo>
                <a:lnTo>
                  <a:pt x="350" y="138"/>
                </a:lnTo>
                <a:lnTo>
                  <a:pt x="350" y="137"/>
                </a:lnTo>
                <a:lnTo>
                  <a:pt x="350" y="136"/>
                </a:lnTo>
                <a:lnTo>
                  <a:pt x="349" y="135"/>
                </a:lnTo>
                <a:lnTo>
                  <a:pt x="349" y="134"/>
                </a:lnTo>
                <a:lnTo>
                  <a:pt x="348" y="135"/>
                </a:lnTo>
                <a:lnTo>
                  <a:pt x="347" y="135"/>
                </a:lnTo>
                <a:lnTo>
                  <a:pt x="345" y="136"/>
                </a:lnTo>
                <a:lnTo>
                  <a:pt x="343" y="136"/>
                </a:lnTo>
                <a:lnTo>
                  <a:pt x="342" y="136"/>
                </a:lnTo>
                <a:lnTo>
                  <a:pt x="341" y="136"/>
                </a:lnTo>
                <a:lnTo>
                  <a:pt x="340" y="136"/>
                </a:lnTo>
                <a:lnTo>
                  <a:pt x="339" y="134"/>
                </a:lnTo>
                <a:lnTo>
                  <a:pt x="338" y="134"/>
                </a:lnTo>
                <a:lnTo>
                  <a:pt x="338" y="133"/>
                </a:lnTo>
                <a:lnTo>
                  <a:pt x="338" y="131"/>
                </a:lnTo>
                <a:lnTo>
                  <a:pt x="337" y="131"/>
                </a:lnTo>
                <a:lnTo>
                  <a:pt x="337" y="130"/>
                </a:lnTo>
                <a:lnTo>
                  <a:pt x="336" y="129"/>
                </a:lnTo>
                <a:lnTo>
                  <a:pt x="336" y="128"/>
                </a:lnTo>
                <a:lnTo>
                  <a:pt x="337" y="127"/>
                </a:lnTo>
                <a:lnTo>
                  <a:pt x="338" y="127"/>
                </a:lnTo>
                <a:lnTo>
                  <a:pt x="339" y="126"/>
                </a:lnTo>
                <a:lnTo>
                  <a:pt x="340" y="126"/>
                </a:lnTo>
                <a:lnTo>
                  <a:pt x="341" y="126"/>
                </a:lnTo>
                <a:lnTo>
                  <a:pt x="343" y="125"/>
                </a:lnTo>
                <a:lnTo>
                  <a:pt x="344" y="125"/>
                </a:lnTo>
                <a:lnTo>
                  <a:pt x="345" y="124"/>
                </a:lnTo>
                <a:lnTo>
                  <a:pt x="347" y="125"/>
                </a:lnTo>
                <a:lnTo>
                  <a:pt x="348" y="124"/>
                </a:lnTo>
                <a:lnTo>
                  <a:pt x="349" y="124"/>
                </a:lnTo>
                <a:lnTo>
                  <a:pt x="350" y="124"/>
                </a:lnTo>
                <a:lnTo>
                  <a:pt x="351" y="124"/>
                </a:lnTo>
                <a:lnTo>
                  <a:pt x="352" y="124"/>
                </a:lnTo>
                <a:lnTo>
                  <a:pt x="353" y="124"/>
                </a:lnTo>
                <a:lnTo>
                  <a:pt x="354" y="124"/>
                </a:lnTo>
                <a:lnTo>
                  <a:pt x="355" y="125"/>
                </a:lnTo>
                <a:lnTo>
                  <a:pt x="356" y="124"/>
                </a:lnTo>
                <a:lnTo>
                  <a:pt x="359" y="124"/>
                </a:lnTo>
                <a:lnTo>
                  <a:pt x="359" y="125"/>
                </a:lnTo>
                <a:lnTo>
                  <a:pt x="360" y="125"/>
                </a:lnTo>
                <a:lnTo>
                  <a:pt x="361" y="125"/>
                </a:lnTo>
                <a:lnTo>
                  <a:pt x="361" y="126"/>
                </a:lnTo>
                <a:lnTo>
                  <a:pt x="361" y="127"/>
                </a:lnTo>
                <a:lnTo>
                  <a:pt x="360" y="127"/>
                </a:lnTo>
                <a:lnTo>
                  <a:pt x="361" y="128"/>
                </a:lnTo>
                <a:lnTo>
                  <a:pt x="362" y="129"/>
                </a:lnTo>
                <a:lnTo>
                  <a:pt x="362" y="130"/>
                </a:lnTo>
                <a:lnTo>
                  <a:pt x="363" y="130"/>
                </a:lnTo>
                <a:lnTo>
                  <a:pt x="366" y="131"/>
                </a:lnTo>
                <a:lnTo>
                  <a:pt x="367" y="131"/>
                </a:lnTo>
                <a:lnTo>
                  <a:pt x="368" y="131"/>
                </a:lnTo>
                <a:lnTo>
                  <a:pt x="369" y="131"/>
                </a:lnTo>
                <a:lnTo>
                  <a:pt x="369" y="130"/>
                </a:lnTo>
                <a:lnTo>
                  <a:pt x="370" y="129"/>
                </a:lnTo>
                <a:lnTo>
                  <a:pt x="371" y="129"/>
                </a:lnTo>
                <a:lnTo>
                  <a:pt x="372" y="129"/>
                </a:lnTo>
                <a:lnTo>
                  <a:pt x="373" y="129"/>
                </a:lnTo>
                <a:lnTo>
                  <a:pt x="374" y="129"/>
                </a:lnTo>
                <a:lnTo>
                  <a:pt x="375" y="128"/>
                </a:lnTo>
                <a:lnTo>
                  <a:pt x="376" y="128"/>
                </a:lnTo>
                <a:lnTo>
                  <a:pt x="377" y="128"/>
                </a:lnTo>
                <a:lnTo>
                  <a:pt x="378" y="127"/>
                </a:lnTo>
                <a:lnTo>
                  <a:pt x="379" y="127"/>
                </a:lnTo>
                <a:lnTo>
                  <a:pt x="379" y="128"/>
                </a:lnTo>
                <a:lnTo>
                  <a:pt x="379" y="129"/>
                </a:lnTo>
                <a:lnTo>
                  <a:pt x="380" y="129"/>
                </a:lnTo>
                <a:lnTo>
                  <a:pt x="380" y="130"/>
                </a:lnTo>
                <a:lnTo>
                  <a:pt x="381" y="130"/>
                </a:lnTo>
                <a:lnTo>
                  <a:pt x="382" y="130"/>
                </a:lnTo>
                <a:lnTo>
                  <a:pt x="382" y="131"/>
                </a:lnTo>
                <a:lnTo>
                  <a:pt x="383" y="131"/>
                </a:lnTo>
                <a:lnTo>
                  <a:pt x="384" y="131"/>
                </a:lnTo>
                <a:lnTo>
                  <a:pt x="384" y="130"/>
                </a:lnTo>
                <a:lnTo>
                  <a:pt x="385" y="131"/>
                </a:lnTo>
                <a:lnTo>
                  <a:pt x="386" y="131"/>
                </a:lnTo>
                <a:lnTo>
                  <a:pt x="386" y="132"/>
                </a:lnTo>
                <a:lnTo>
                  <a:pt x="386" y="133"/>
                </a:lnTo>
                <a:lnTo>
                  <a:pt x="387" y="133"/>
                </a:lnTo>
                <a:lnTo>
                  <a:pt x="388" y="133"/>
                </a:lnTo>
                <a:lnTo>
                  <a:pt x="389" y="133"/>
                </a:lnTo>
                <a:lnTo>
                  <a:pt x="390" y="135"/>
                </a:lnTo>
                <a:lnTo>
                  <a:pt x="392" y="135"/>
                </a:lnTo>
                <a:lnTo>
                  <a:pt x="393" y="136"/>
                </a:lnTo>
                <a:lnTo>
                  <a:pt x="393" y="135"/>
                </a:lnTo>
                <a:lnTo>
                  <a:pt x="394" y="135"/>
                </a:lnTo>
                <a:lnTo>
                  <a:pt x="394" y="136"/>
                </a:lnTo>
                <a:lnTo>
                  <a:pt x="394" y="137"/>
                </a:lnTo>
                <a:lnTo>
                  <a:pt x="395" y="137"/>
                </a:lnTo>
                <a:lnTo>
                  <a:pt x="395" y="134"/>
                </a:lnTo>
                <a:lnTo>
                  <a:pt x="395" y="133"/>
                </a:lnTo>
                <a:lnTo>
                  <a:pt x="396" y="133"/>
                </a:lnTo>
                <a:lnTo>
                  <a:pt x="396" y="132"/>
                </a:lnTo>
                <a:lnTo>
                  <a:pt x="396" y="131"/>
                </a:lnTo>
                <a:lnTo>
                  <a:pt x="396" y="130"/>
                </a:lnTo>
                <a:lnTo>
                  <a:pt x="396" y="129"/>
                </a:lnTo>
                <a:lnTo>
                  <a:pt x="396" y="128"/>
                </a:lnTo>
                <a:lnTo>
                  <a:pt x="396" y="127"/>
                </a:lnTo>
                <a:lnTo>
                  <a:pt x="397" y="127"/>
                </a:lnTo>
                <a:lnTo>
                  <a:pt x="398" y="126"/>
                </a:lnTo>
                <a:lnTo>
                  <a:pt x="399" y="126"/>
                </a:lnTo>
                <a:lnTo>
                  <a:pt x="400" y="126"/>
                </a:lnTo>
                <a:lnTo>
                  <a:pt x="401" y="126"/>
                </a:lnTo>
                <a:lnTo>
                  <a:pt x="402" y="126"/>
                </a:lnTo>
                <a:lnTo>
                  <a:pt x="402" y="127"/>
                </a:lnTo>
                <a:lnTo>
                  <a:pt x="403" y="128"/>
                </a:lnTo>
                <a:lnTo>
                  <a:pt x="404" y="128"/>
                </a:lnTo>
                <a:lnTo>
                  <a:pt x="405" y="127"/>
                </a:lnTo>
                <a:lnTo>
                  <a:pt x="406" y="126"/>
                </a:lnTo>
                <a:lnTo>
                  <a:pt x="406" y="125"/>
                </a:lnTo>
                <a:lnTo>
                  <a:pt x="406" y="124"/>
                </a:lnTo>
                <a:lnTo>
                  <a:pt x="407" y="124"/>
                </a:lnTo>
                <a:lnTo>
                  <a:pt x="407" y="123"/>
                </a:lnTo>
                <a:lnTo>
                  <a:pt x="407" y="124"/>
                </a:lnTo>
                <a:lnTo>
                  <a:pt x="408" y="124"/>
                </a:lnTo>
                <a:lnTo>
                  <a:pt x="409" y="124"/>
                </a:lnTo>
                <a:lnTo>
                  <a:pt x="411" y="124"/>
                </a:lnTo>
                <a:lnTo>
                  <a:pt x="413" y="124"/>
                </a:lnTo>
                <a:lnTo>
                  <a:pt x="414" y="123"/>
                </a:lnTo>
                <a:lnTo>
                  <a:pt x="415" y="123"/>
                </a:lnTo>
                <a:lnTo>
                  <a:pt x="416" y="123"/>
                </a:lnTo>
                <a:lnTo>
                  <a:pt x="417" y="121"/>
                </a:lnTo>
                <a:lnTo>
                  <a:pt x="417" y="120"/>
                </a:lnTo>
                <a:lnTo>
                  <a:pt x="418" y="120"/>
                </a:lnTo>
                <a:lnTo>
                  <a:pt x="419" y="120"/>
                </a:lnTo>
                <a:lnTo>
                  <a:pt x="419" y="119"/>
                </a:lnTo>
                <a:lnTo>
                  <a:pt x="420" y="119"/>
                </a:lnTo>
                <a:lnTo>
                  <a:pt x="420" y="118"/>
                </a:lnTo>
                <a:lnTo>
                  <a:pt x="421" y="117"/>
                </a:lnTo>
                <a:lnTo>
                  <a:pt x="422" y="117"/>
                </a:lnTo>
                <a:lnTo>
                  <a:pt x="423" y="117"/>
                </a:lnTo>
                <a:lnTo>
                  <a:pt x="423" y="116"/>
                </a:lnTo>
                <a:lnTo>
                  <a:pt x="424" y="116"/>
                </a:lnTo>
                <a:lnTo>
                  <a:pt x="425" y="115"/>
                </a:lnTo>
                <a:lnTo>
                  <a:pt x="426" y="115"/>
                </a:lnTo>
                <a:lnTo>
                  <a:pt x="427" y="114"/>
                </a:lnTo>
                <a:lnTo>
                  <a:pt x="427" y="113"/>
                </a:lnTo>
                <a:lnTo>
                  <a:pt x="427" y="112"/>
                </a:lnTo>
                <a:lnTo>
                  <a:pt x="428" y="112"/>
                </a:lnTo>
                <a:lnTo>
                  <a:pt x="429" y="112"/>
                </a:lnTo>
                <a:lnTo>
                  <a:pt x="430" y="112"/>
                </a:lnTo>
                <a:lnTo>
                  <a:pt x="431" y="112"/>
                </a:lnTo>
                <a:lnTo>
                  <a:pt x="431" y="111"/>
                </a:lnTo>
                <a:lnTo>
                  <a:pt x="430" y="110"/>
                </a:lnTo>
                <a:lnTo>
                  <a:pt x="429" y="110"/>
                </a:lnTo>
                <a:lnTo>
                  <a:pt x="428" y="109"/>
                </a:lnTo>
                <a:lnTo>
                  <a:pt x="427" y="109"/>
                </a:lnTo>
                <a:lnTo>
                  <a:pt x="426" y="109"/>
                </a:lnTo>
                <a:lnTo>
                  <a:pt x="425" y="109"/>
                </a:lnTo>
                <a:lnTo>
                  <a:pt x="425" y="108"/>
                </a:lnTo>
                <a:lnTo>
                  <a:pt x="425" y="107"/>
                </a:lnTo>
                <a:lnTo>
                  <a:pt x="425" y="106"/>
                </a:lnTo>
                <a:lnTo>
                  <a:pt x="425" y="105"/>
                </a:lnTo>
                <a:lnTo>
                  <a:pt x="425" y="104"/>
                </a:lnTo>
                <a:lnTo>
                  <a:pt x="426" y="103"/>
                </a:lnTo>
                <a:lnTo>
                  <a:pt x="426" y="102"/>
                </a:lnTo>
                <a:lnTo>
                  <a:pt x="425" y="101"/>
                </a:lnTo>
                <a:lnTo>
                  <a:pt x="425" y="99"/>
                </a:lnTo>
                <a:lnTo>
                  <a:pt x="425" y="98"/>
                </a:lnTo>
                <a:lnTo>
                  <a:pt x="424" y="98"/>
                </a:lnTo>
                <a:lnTo>
                  <a:pt x="424" y="97"/>
                </a:lnTo>
                <a:lnTo>
                  <a:pt x="425" y="96"/>
                </a:lnTo>
                <a:lnTo>
                  <a:pt x="425" y="95"/>
                </a:lnTo>
                <a:lnTo>
                  <a:pt x="425" y="94"/>
                </a:lnTo>
                <a:lnTo>
                  <a:pt x="426" y="94"/>
                </a:lnTo>
                <a:lnTo>
                  <a:pt x="426" y="93"/>
                </a:lnTo>
                <a:lnTo>
                  <a:pt x="427" y="93"/>
                </a:lnTo>
                <a:lnTo>
                  <a:pt x="428" y="92"/>
                </a:lnTo>
                <a:lnTo>
                  <a:pt x="428" y="91"/>
                </a:lnTo>
                <a:lnTo>
                  <a:pt x="429" y="90"/>
                </a:lnTo>
                <a:lnTo>
                  <a:pt x="428" y="90"/>
                </a:lnTo>
                <a:lnTo>
                  <a:pt x="428" y="89"/>
                </a:lnTo>
                <a:lnTo>
                  <a:pt x="429" y="89"/>
                </a:lnTo>
                <a:lnTo>
                  <a:pt x="429" y="88"/>
                </a:lnTo>
                <a:lnTo>
                  <a:pt x="430" y="87"/>
                </a:lnTo>
                <a:lnTo>
                  <a:pt x="430" y="86"/>
                </a:lnTo>
                <a:lnTo>
                  <a:pt x="432" y="85"/>
                </a:lnTo>
                <a:lnTo>
                  <a:pt x="433" y="85"/>
                </a:lnTo>
                <a:lnTo>
                  <a:pt x="434" y="84"/>
                </a:lnTo>
                <a:lnTo>
                  <a:pt x="435" y="84"/>
                </a:lnTo>
                <a:lnTo>
                  <a:pt x="436" y="84"/>
                </a:lnTo>
                <a:lnTo>
                  <a:pt x="437" y="83"/>
                </a:lnTo>
                <a:lnTo>
                  <a:pt x="438" y="83"/>
                </a:lnTo>
                <a:lnTo>
                  <a:pt x="439" y="82"/>
                </a:lnTo>
                <a:lnTo>
                  <a:pt x="440" y="82"/>
                </a:lnTo>
                <a:lnTo>
                  <a:pt x="442" y="81"/>
                </a:lnTo>
                <a:lnTo>
                  <a:pt x="443" y="81"/>
                </a:lnTo>
                <a:lnTo>
                  <a:pt x="443" y="80"/>
                </a:lnTo>
                <a:lnTo>
                  <a:pt x="444" y="80"/>
                </a:lnTo>
                <a:lnTo>
                  <a:pt x="444" y="79"/>
                </a:lnTo>
                <a:lnTo>
                  <a:pt x="445" y="79"/>
                </a:lnTo>
                <a:lnTo>
                  <a:pt x="445" y="78"/>
                </a:lnTo>
                <a:lnTo>
                  <a:pt x="446" y="78"/>
                </a:lnTo>
                <a:lnTo>
                  <a:pt x="446" y="77"/>
                </a:lnTo>
                <a:lnTo>
                  <a:pt x="447" y="77"/>
                </a:lnTo>
                <a:lnTo>
                  <a:pt x="448" y="77"/>
                </a:lnTo>
                <a:lnTo>
                  <a:pt x="449" y="77"/>
                </a:lnTo>
                <a:lnTo>
                  <a:pt x="449" y="76"/>
                </a:lnTo>
                <a:lnTo>
                  <a:pt x="449" y="75"/>
                </a:lnTo>
                <a:lnTo>
                  <a:pt x="450" y="75"/>
                </a:lnTo>
                <a:lnTo>
                  <a:pt x="451" y="75"/>
                </a:lnTo>
                <a:lnTo>
                  <a:pt x="452" y="74"/>
                </a:lnTo>
                <a:lnTo>
                  <a:pt x="453" y="74"/>
                </a:lnTo>
                <a:lnTo>
                  <a:pt x="454" y="75"/>
                </a:lnTo>
                <a:lnTo>
                  <a:pt x="454" y="76"/>
                </a:lnTo>
                <a:lnTo>
                  <a:pt x="455" y="76"/>
                </a:lnTo>
                <a:lnTo>
                  <a:pt x="456" y="76"/>
                </a:lnTo>
                <a:lnTo>
                  <a:pt x="456" y="77"/>
                </a:lnTo>
                <a:lnTo>
                  <a:pt x="457" y="76"/>
                </a:lnTo>
                <a:lnTo>
                  <a:pt x="458" y="76"/>
                </a:lnTo>
                <a:lnTo>
                  <a:pt x="458" y="77"/>
                </a:lnTo>
                <a:lnTo>
                  <a:pt x="459" y="77"/>
                </a:lnTo>
                <a:lnTo>
                  <a:pt x="459" y="78"/>
                </a:lnTo>
                <a:lnTo>
                  <a:pt x="460" y="78"/>
                </a:lnTo>
                <a:lnTo>
                  <a:pt x="461" y="78"/>
                </a:lnTo>
                <a:lnTo>
                  <a:pt x="462" y="77"/>
                </a:lnTo>
                <a:lnTo>
                  <a:pt x="462" y="78"/>
                </a:lnTo>
                <a:lnTo>
                  <a:pt x="463" y="78"/>
                </a:lnTo>
                <a:lnTo>
                  <a:pt x="463" y="77"/>
                </a:lnTo>
                <a:lnTo>
                  <a:pt x="464" y="77"/>
                </a:lnTo>
                <a:lnTo>
                  <a:pt x="465" y="76"/>
                </a:lnTo>
                <a:lnTo>
                  <a:pt x="464" y="75"/>
                </a:lnTo>
                <a:lnTo>
                  <a:pt x="464" y="74"/>
                </a:lnTo>
                <a:lnTo>
                  <a:pt x="464" y="73"/>
                </a:lnTo>
                <a:lnTo>
                  <a:pt x="465" y="73"/>
                </a:lnTo>
                <a:lnTo>
                  <a:pt x="467" y="71"/>
                </a:lnTo>
                <a:lnTo>
                  <a:pt x="467" y="70"/>
                </a:lnTo>
                <a:lnTo>
                  <a:pt x="466" y="70"/>
                </a:lnTo>
                <a:lnTo>
                  <a:pt x="465" y="68"/>
                </a:lnTo>
                <a:lnTo>
                  <a:pt x="466" y="67"/>
                </a:lnTo>
                <a:lnTo>
                  <a:pt x="466" y="66"/>
                </a:lnTo>
                <a:lnTo>
                  <a:pt x="467" y="66"/>
                </a:lnTo>
                <a:lnTo>
                  <a:pt x="468" y="65"/>
                </a:lnTo>
                <a:lnTo>
                  <a:pt x="468" y="64"/>
                </a:lnTo>
                <a:lnTo>
                  <a:pt x="467" y="61"/>
                </a:lnTo>
                <a:lnTo>
                  <a:pt x="467" y="60"/>
                </a:lnTo>
                <a:lnTo>
                  <a:pt x="467" y="59"/>
                </a:lnTo>
                <a:lnTo>
                  <a:pt x="467" y="58"/>
                </a:lnTo>
                <a:lnTo>
                  <a:pt x="468" y="58"/>
                </a:lnTo>
                <a:lnTo>
                  <a:pt x="468" y="57"/>
                </a:lnTo>
                <a:lnTo>
                  <a:pt x="467" y="57"/>
                </a:lnTo>
                <a:lnTo>
                  <a:pt x="467" y="56"/>
                </a:lnTo>
                <a:lnTo>
                  <a:pt x="468" y="54"/>
                </a:lnTo>
                <a:lnTo>
                  <a:pt x="468" y="53"/>
                </a:lnTo>
                <a:lnTo>
                  <a:pt x="468" y="52"/>
                </a:lnTo>
                <a:lnTo>
                  <a:pt x="467" y="52"/>
                </a:lnTo>
                <a:lnTo>
                  <a:pt x="467" y="51"/>
                </a:lnTo>
                <a:lnTo>
                  <a:pt x="467" y="50"/>
                </a:lnTo>
                <a:lnTo>
                  <a:pt x="468" y="50"/>
                </a:lnTo>
                <a:lnTo>
                  <a:pt x="469" y="50"/>
                </a:lnTo>
                <a:lnTo>
                  <a:pt x="469" y="49"/>
                </a:lnTo>
                <a:lnTo>
                  <a:pt x="469" y="48"/>
                </a:lnTo>
                <a:lnTo>
                  <a:pt x="468" y="48"/>
                </a:lnTo>
                <a:lnTo>
                  <a:pt x="467" y="48"/>
                </a:lnTo>
                <a:lnTo>
                  <a:pt x="466" y="46"/>
                </a:lnTo>
                <a:lnTo>
                  <a:pt x="466" y="45"/>
                </a:lnTo>
                <a:lnTo>
                  <a:pt x="467" y="44"/>
                </a:lnTo>
                <a:lnTo>
                  <a:pt x="467" y="43"/>
                </a:lnTo>
                <a:lnTo>
                  <a:pt x="468" y="43"/>
                </a:lnTo>
                <a:lnTo>
                  <a:pt x="469" y="43"/>
                </a:lnTo>
                <a:lnTo>
                  <a:pt x="469" y="42"/>
                </a:lnTo>
                <a:lnTo>
                  <a:pt x="468" y="42"/>
                </a:lnTo>
                <a:lnTo>
                  <a:pt x="468" y="41"/>
                </a:lnTo>
                <a:lnTo>
                  <a:pt x="468" y="40"/>
                </a:lnTo>
                <a:lnTo>
                  <a:pt x="468" y="39"/>
                </a:lnTo>
                <a:lnTo>
                  <a:pt x="467" y="39"/>
                </a:lnTo>
                <a:lnTo>
                  <a:pt x="467" y="38"/>
                </a:lnTo>
                <a:lnTo>
                  <a:pt x="466" y="37"/>
                </a:lnTo>
                <a:lnTo>
                  <a:pt x="466" y="36"/>
                </a:lnTo>
                <a:lnTo>
                  <a:pt x="467" y="36"/>
                </a:lnTo>
                <a:lnTo>
                  <a:pt x="468" y="35"/>
                </a:lnTo>
                <a:lnTo>
                  <a:pt x="468" y="34"/>
                </a:lnTo>
                <a:lnTo>
                  <a:pt x="469" y="35"/>
                </a:lnTo>
                <a:lnTo>
                  <a:pt x="470" y="35"/>
                </a:lnTo>
                <a:lnTo>
                  <a:pt x="470" y="34"/>
                </a:lnTo>
                <a:lnTo>
                  <a:pt x="469" y="34"/>
                </a:lnTo>
                <a:lnTo>
                  <a:pt x="469" y="33"/>
                </a:lnTo>
                <a:lnTo>
                  <a:pt x="469" y="32"/>
                </a:lnTo>
                <a:lnTo>
                  <a:pt x="469" y="30"/>
                </a:lnTo>
                <a:lnTo>
                  <a:pt x="469" y="29"/>
                </a:lnTo>
                <a:lnTo>
                  <a:pt x="470" y="29"/>
                </a:lnTo>
                <a:lnTo>
                  <a:pt x="471" y="29"/>
                </a:lnTo>
                <a:lnTo>
                  <a:pt x="471" y="28"/>
                </a:lnTo>
                <a:lnTo>
                  <a:pt x="470" y="28"/>
                </a:lnTo>
                <a:lnTo>
                  <a:pt x="469" y="28"/>
                </a:lnTo>
                <a:lnTo>
                  <a:pt x="469" y="27"/>
                </a:lnTo>
                <a:lnTo>
                  <a:pt x="469" y="26"/>
                </a:lnTo>
                <a:lnTo>
                  <a:pt x="470" y="26"/>
                </a:lnTo>
                <a:lnTo>
                  <a:pt x="469" y="24"/>
                </a:lnTo>
                <a:lnTo>
                  <a:pt x="469" y="23"/>
                </a:lnTo>
                <a:lnTo>
                  <a:pt x="468" y="23"/>
                </a:lnTo>
                <a:lnTo>
                  <a:pt x="468" y="22"/>
                </a:lnTo>
                <a:lnTo>
                  <a:pt x="468" y="21"/>
                </a:lnTo>
                <a:lnTo>
                  <a:pt x="468" y="20"/>
                </a:lnTo>
                <a:lnTo>
                  <a:pt x="467" y="20"/>
                </a:lnTo>
                <a:lnTo>
                  <a:pt x="467" y="19"/>
                </a:lnTo>
                <a:lnTo>
                  <a:pt x="467" y="18"/>
                </a:lnTo>
                <a:lnTo>
                  <a:pt x="467" y="17"/>
                </a:lnTo>
                <a:lnTo>
                  <a:pt x="467" y="15"/>
                </a:lnTo>
                <a:lnTo>
                  <a:pt x="467" y="13"/>
                </a:lnTo>
                <a:lnTo>
                  <a:pt x="469" y="11"/>
                </a:lnTo>
                <a:lnTo>
                  <a:pt x="470" y="10"/>
                </a:lnTo>
                <a:lnTo>
                  <a:pt x="470" y="9"/>
                </a:lnTo>
                <a:lnTo>
                  <a:pt x="470" y="8"/>
                </a:lnTo>
                <a:lnTo>
                  <a:pt x="470" y="7"/>
                </a:lnTo>
                <a:lnTo>
                  <a:pt x="470" y="6"/>
                </a:lnTo>
                <a:lnTo>
                  <a:pt x="470" y="5"/>
                </a:lnTo>
                <a:lnTo>
                  <a:pt x="470" y="4"/>
                </a:lnTo>
                <a:lnTo>
                  <a:pt x="470" y="3"/>
                </a:lnTo>
                <a:lnTo>
                  <a:pt x="471" y="3"/>
                </a:lnTo>
                <a:lnTo>
                  <a:pt x="471" y="2"/>
                </a:lnTo>
                <a:lnTo>
                  <a:pt x="472" y="2"/>
                </a:lnTo>
                <a:lnTo>
                  <a:pt x="472" y="3"/>
                </a:lnTo>
                <a:lnTo>
                  <a:pt x="473" y="2"/>
                </a:lnTo>
                <a:lnTo>
                  <a:pt x="474" y="1"/>
                </a:lnTo>
                <a:lnTo>
                  <a:pt x="473" y="1"/>
                </a:lnTo>
                <a:lnTo>
                  <a:pt x="473" y="0"/>
                </a:lnTo>
                <a:lnTo>
                  <a:pt x="474" y="1"/>
                </a:lnTo>
                <a:lnTo>
                  <a:pt x="475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2901240" y="4356000"/>
            <a:ext cx="360" cy="1080"/>
          </a:xfrm>
          <a:custGeom>
            <a:avLst/>
            <a:gdLst/>
            <a:ahLst/>
            <a:rect l="0" t="0" r="r" b="b"/>
            <a:pathLst>
              <a:path w="1" h="3">
                <a:moveTo>
                  <a:pt x="0" y="3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2896200" y="43484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2883600" y="434016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2"/>
                </a:moveTo>
                <a:lnTo>
                  <a:pt x="0" y="2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2883600" y="4339080"/>
            <a:ext cx="360" cy="1080"/>
          </a:xfrm>
          <a:custGeom>
            <a:avLst/>
            <a:gdLst/>
            <a:ahLst/>
            <a:rect l="0" t="0" r="r" b="b"/>
            <a:pathLst>
              <a:path w="1" h="3">
                <a:moveTo>
                  <a:pt x="0" y="3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2883960" y="433764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2525400" y="4208760"/>
            <a:ext cx="391320" cy="278640"/>
          </a:xfrm>
          <a:custGeom>
            <a:avLst/>
            <a:gdLst/>
            <a:ahLst/>
            <a:rect l="0" t="0" r="r" b="b"/>
            <a:pathLst>
              <a:path w="1087" h="774">
                <a:moveTo>
                  <a:pt x="219" y="0"/>
                </a:moveTo>
                <a:lnTo>
                  <a:pt x="219" y="1"/>
                </a:lnTo>
                <a:lnTo>
                  <a:pt x="219" y="2"/>
                </a:lnTo>
                <a:lnTo>
                  <a:pt x="219" y="3"/>
                </a:lnTo>
                <a:lnTo>
                  <a:pt x="220" y="3"/>
                </a:lnTo>
                <a:lnTo>
                  <a:pt x="220" y="4"/>
                </a:lnTo>
                <a:lnTo>
                  <a:pt x="219" y="4"/>
                </a:lnTo>
                <a:lnTo>
                  <a:pt x="219" y="5"/>
                </a:lnTo>
                <a:lnTo>
                  <a:pt x="219" y="6"/>
                </a:lnTo>
                <a:lnTo>
                  <a:pt x="220" y="6"/>
                </a:lnTo>
                <a:lnTo>
                  <a:pt x="221" y="6"/>
                </a:lnTo>
                <a:lnTo>
                  <a:pt x="221" y="7"/>
                </a:lnTo>
                <a:lnTo>
                  <a:pt x="221" y="6"/>
                </a:lnTo>
                <a:lnTo>
                  <a:pt x="222" y="6"/>
                </a:lnTo>
                <a:lnTo>
                  <a:pt x="222" y="5"/>
                </a:lnTo>
                <a:lnTo>
                  <a:pt x="222" y="4"/>
                </a:lnTo>
                <a:lnTo>
                  <a:pt x="222" y="3"/>
                </a:lnTo>
                <a:lnTo>
                  <a:pt x="222" y="2"/>
                </a:lnTo>
                <a:lnTo>
                  <a:pt x="224" y="1"/>
                </a:lnTo>
                <a:lnTo>
                  <a:pt x="225" y="1"/>
                </a:lnTo>
                <a:lnTo>
                  <a:pt x="225" y="2"/>
                </a:lnTo>
                <a:lnTo>
                  <a:pt x="226" y="2"/>
                </a:lnTo>
                <a:lnTo>
                  <a:pt x="226" y="3"/>
                </a:lnTo>
                <a:lnTo>
                  <a:pt x="226" y="4"/>
                </a:lnTo>
                <a:lnTo>
                  <a:pt x="225" y="4"/>
                </a:lnTo>
                <a:lnTo>
                  <a:pt x="225" y="5"/>
                </a:lnTo>
                <a:lnTo>
                  <a:pt x="225" y="6"/>
                </a:lnTo>
                <a:lnTo>
                  <a:pt x="225" y="7"/>
                </a:lnTo>
                <a:lnTo>
                  <a:pt x="226" y="8"/>
                </a:lnTo>
                <a:lnTo>
                  <a:pt x="227" y="8"/>
                </a:lnTo>
                <a:lnTo>
                  <a:pt x="227" y="9"/>
                </a:lnTo>
                <a:lnTo>
                  <a:pt x="228" y="9"/>
                </a:lnTo>
                <a:lnTo>
                  <a:pt x="229" y="10"/>
                </a:lnTo>
                <a:lnTo>
                  <a:pt x="229" y="11"/>
                </a:lnTo>
                <a:lnTo>
                  <a:pt x="228" y="11"/>
                </a:lnTo>
                <a:lnTo>
                  <a:pt x="227" y="12"/>
                </a:lnTo>
                <a:lnTo>
                  <a:pt x="227" y="13"/>
                </a:lnTo>
                <a:lnTo>
                  <a:pt x="227" y="14"/>
                </a:lnTo>
                <a:lnTo>
                  <a:pt x="227" y="15"/>
                </a:lnTo>
                <a:lnTo>
                  <a:pt x="229" y="16"/>
                </a:lnTo>
                <a:lnTo>
                  <a:pt x="230" y="17"/>
                </a:lnTo>
                <a:lnTo>
                  <a:pt x="230" y="18"/>
                </a:lnTo>
                <a:lnTo>
                  <a:pt x="229" y="18"/>
                </a:lnTo>
                <a:lnTo>
                  <a:pt x="229" y="19"/>
                </a:lnTo>
                <a:lnTo>
                  <a:pt x="230" y="19"/>
                </a:lnTo>
                <a:lnTo>
                  <a:pt x="231" y="19"/>
                </a:lnTo>
                <a:lnTo>
                  <a:pt x="231" y="18"/>
                </a:lnTo>
                <a:lnTo>
                  <a:pt x="232" y="18"/>
                </a:lnTo>
                <a:lnTo>
                  <a:pt x="233" y="18"/>
                </a:lnTo>
                <a:lnTo>
                  <a:pt x="233" y="19"/>
                </a:lnTo>
                <a:lnTo>
                  <a:pt x="234" y="19"/>
                </a:lnTo>
                <a:lnTo>
                  <a:pt x="234" y="20"/>
                </a:lnTo>
                <a:lnTo>
                  <a:pt x="233" y="20"/>
                </a:lnTo>
                <a:lnTo>
                  <a:pt x="233" y="21"/>
                </a:lnTo>
                <a:lnTo>
                  <a:pt x="232" y="21"/>
                </a:lnTo>
                <a:lnTo>
                  <a:pt x="232" y="22"/>
                </a:lnTo>
                <a:lnTo>
                  <a:pt x="233" y="23"/>
                </a:lnTo>
                <a:lnTo>
                  <a:pt x="234" y="24"/>
                </a:lnTo>
                <a:lnTo>
                  <a:pt x="235" y="24"/>
                </a:lnTo>
                <a:lnTo>
                  <a:pt x="235" y="25"/>
                </a:lnTo>
                <a:lnTo>
                  <a:pt x="235" y="26"/>
                </a:lnTo>
                <a:lnTo>
                  <a:pt x="234" y="27"/>
                </a:lnTo>
                <a:lnTo>
                  <a:pt x="233" y="27"/>
                </a:lnTo>
                <a:lnTo>
                  <a:pt x="233" y="28"/>
                </a:lnTo>
                <a:lnTo>
                  <a:pt x="234" y="29"/>
                </a:lnTo>
                <a:lnTo>
                  <a:pt x="235" y="29"/>
                </a:lnTo>
                <a:lnTo>
                  <a:pt x="236" y="29"/>
                </a:lnTo>
                <a:lnTo>
                  <a:pt x="236" y="30"/>
                </a:lnTo>
                <a:lnTo>
                  <a:pt x="237" y="30"/>
                </a:lnTo>
                <a:lnTo>
                  <a:pt x="237" y="31"/>
                </a:lnTo>
                <a:lnTo>
                  <a:pt x="237" y="32"/>
                </a:lnTo>
                <a:lnTo>
                  <a:pt x="236" y="32"/>
                </a:lnTo>
                <a:lnTo>
                  <a:pt x="236" y="33"/>
                </a:lnTo>
                <a:lnTo>
                  <a:pt x="236" y="34"/>
                </a:lnTo>
                <a:lnTo>
                  <a:pt x="237" y="34"/>
                </a:lnTo>
                <a:lnTo>
                  <a:pt x="237" y="35"/>
                </a:lnTo>
                <a:lnTo>
                  <a:pt x="239" y="35"/>
                </a:lnTo>
                <a:lnTo>
                  <a:pt x="240" y="37"/>
                </a:lnTo>
                <a:lnTo>
                  <a:pt x="240" y="38"/>
                </a:lnTo>
                <a:lnTo>
                  <a:pt x="240" y="39"/>
                </a:lnTo>
                <a:lnTo>
                  <a:pt x="241" y="39"/>
                </a:lnTo>
                <a:lnTo>
                  <a:pt x="240" y="39"/>
                </a:lnTo>
                <a:lnTo>
                  <a:pt x="240" y="40"/>
                </a:lnTo>
                <a:lnTo>
                  <a:pt x="239" y="40"/>
                </a:lnTo>
                <a:lnTo>
                  <a:pt x="237" y="40"/>
                </a:lnTo>
                <a:lnTo>
                  <a:pt x="236" y="40"/>
                </a:lnTo>
                <a:lnTo>
                  <a:pt x="235" y="41"/>
                </a:lnTo>
                <a:lnTo>
                  <a:pt x="236" y="41"/>
                </a:lnTo>
                <a:lnTo>
                  <a:pt x="236" y="42"/>
                </a:lnTo>
                <a:lnTo>
                  <a:pt x="237" y="42"/>
                </a:lnTo>
                <a:lnTo>
                  <a:pt x="237" y="43"/>
                </a:lnTo>
                <a:lnTo>
                  <a:pt x="238" y="43"/>
                </a:lnTo>
                <a:lnTo>
                  <a:pt x="239" y="43"/>
                </a:lnTo>
                <a:lnTo>
                  <a:pt x="240" y="44"/>
                </a:lnTo>
                <a:lnTo>
                  <a:pt x="240" y="45"/>
                </a:lnTo>
                <a:lnTo>
                  <a:pt x="239" y="45"/>
                </a:lnTo>
                <a:lnTo>
                  <a:pt x="239" y="46"/>
                </a:lnTo>
                <a:lnTo>
                  <a:pt x="238" y="46"/>
                </a:lnTo>
                <a:lnTo>
                  <a:pt x="237" y="46"/>
                </a:lnTo>
                <a:lnTo>
                  <a:pt x="236" y="46"/>
                </a:lnTo>
                <a:lnTo>
                  <a:pt x="235" y="47"/>
                </a:lnTo>
                <a:lnTo>
                  <a:pt x="235" y="48"/>
                </a:lnTo>
                <a:lnTo>
                  <a:pt x="235" y="49"/>
                </a:lnTo>
                <a:lnTo>
                  <a:pt x="235" y="50"/>
                </a:lnTo>
                <a:lnTo>
                  <a:pt x="235" y="51"/>
                </a:lnTo>
                <a:lnTo>
                  <a:pt x="235" y="52"/>
                </a:lnTo>
                <a:lnTo>
                  <a:pt x="236" y="53"/>
                </a:lnTo>
                <a:lnTo>
                  <a:pt x="237" y="54"/>
                </a:lnTo>
                <a:lnTo>
                  <a:pt x="237" y="55"/>
                </a:lnTo>
                <a:lnTo>
                  <a:pt x="238" y="55"/>
                </a:lnTo>
                <a:lnTo>
                  <a:pt x="238" y="56"/>
                </a:lnTo>
                <a:lnTo>
                  <a:pt x="239" y="56"/>
                </a:lnTo>
                <a:lnTo>
                  <a:pt x="240" y="57"/>
                </a:lnTo>
                <a:lnTo>
                  <a:pt x="241" y="57"/>
                </a:lnTo>
                <a:lnTo>
                  <a:pt x="242" y="58"/>
                </a:lnTo>
                <a:lnTo>
                  <a:pt x="243" y="58"/>
                </a:lnTo>
                <a:lnTo>
                  <a:pt x="244" y="58"/>
                </a:lnTo>
                <a:lnTo>
                  <a:pt x="246" y="58"/>
                </a:lnTo>
                <a:lnTo>
                  <a:pt x="247" y="59"/>
                </a:lnTo>
                <a:lnTo>
                  <a:pt x="247" y="60"/>
                </a:lnTo>
                <a:lnTo>
                  <a:pt x="248" y="61"/>
                </a:lnTo>
                <a:lnTo>
                  <a:pt x="248" y="62"/>
                </a:lnTo>
                <a:lnTo>
                  <a:pt x="248" y="63"/>
                </a:lnTo>
                <a:lnTo>
                  <a:pt x="249" y="64"/>
                </a:lnTo>
                <a:lnTo>
                  <a:pt x="249" y="65"/>
                </a:lnTo>
                <a:lnTo>
                  <a:pt x="249" y="66"/>
                </a:lnTo>
                <a:lnTo>
                  <a:pt x="248" y="66"/>
                </a:lnTo>
                <a:lnTo>
                  <a:pt x="247" y="66"/>
                </a:lnTo>
                <a:lnTo>
                  <a:pt x="246" y="66"/>
                </a:lnTo>
                <a:lnTo>
                  <a:pt x="245" y="66"/>
                </a:lnTo>
                <a:lnTo>
                  <a:pt x="245" y="67"/>
                </a:lnTo>
                <a:lnTo>
                  <a:pt x="246" y="68"/>
                </a:lnTo>
                <a:lnTo>
                  <a:pt x="246" y="69"/>
                </a:lnTo>
                <a:lnTo>
                  <a:pt x="247" y="69"/>
                </a:lnTo>
                <a:lnTo>
                  <a:pt x="247" y="70"/>
                </a:lnTo>
                <a:lnTo>
                  <a:pt x="248" y="70"/>
                </a:lnTo>
                <a:lnTo>
                  <a:pt x="248" y="71"/>
                </a:lnTo>
                <a:lnTo>
                  <a:pt x="249" y="71"/>
                </a:lnTo>
                <a:lnTo>
                  <a:pt x="250" y="71"/>
                </a:lnTo>
                <a:lnTo>
                  <a:pt x="250" y="72"/>
                </a:lnTo>
                <a:lnTo>
                  <a:pt x="249" y="72"/>
                </a:lnTo>
                <a:lnTo>
                  <a:pt x="248" y="72"/>
                </a:lnTo>
                <a:lnTo>
                  <a:pt x="248" y="73"/>
                </a:lnTo>
                <a:lnTo>
                  <a:pt x="247" y="73"/>
                </a:lnTo>
                <a:lnTo>
                  <a:pt x="247" y="74"/>
                </a:lnTo>
                <a:lnTo>
                  <a:pt x="246" y="75"/>
                </a:lnTo>
                <a:lnTo>
                  <a:pt x="245" y="75"/>
                </a:lnTo>
                <a:lnTo>
                  <a:pt x="244" y="75"/>
                </a:lnTo>
                <a:lnTo>
                  <a:pt x="244" y="76"/>
                </a:lnTo>
                <a:lnTo>
                  <a:pt x="244" y="77"/>
                </a:lnTo>
                <a:lnTo>
                  <a:pt x="244" y="78"/>
                </a:lnTo>
                <a:lnTo>
                  <a:pt x="245" y="78"/>
                </a:lnTo>
                <a:lnTo>
                  <a:pt x="245" y="79"/>
                </a:lnTo>
                <a:lnTo>
                  <a:pt x="246" y="79"/>
                </a:lnTo>
                <a:lnTo>
                  <a:pt x="246" y="80"/>
                </a:lnTo>
                <a:lnTo>
                  <a:pt x="247" y="80"/>
                </a:lnTo>
                <a:lnTo>
                  <a:pt x="248" y="79"/>
                </a:lnTo>
                <a:lnTo>
                  <a:pt x="249" y="79"/>
                </a:lnTo>
                <a:lnTo>
                  <a:pt x="250" y="79"/>
                </a:lnTo>
                <a:lnTo>
                  <a:pt x="251" y="79"/>
                </a:lnTo>
                <a:lnTo>
                  <a:pt x="251" y="80"/>
                </a:lnTo>
                <a:lnTo>
                  <a:pt x="252" y="80"/>
                </a:lnTo>
                <a:lnTo>
                  <a:pt x="253" y="80"/>
                </a:lnTo>
                <a:lnTo>
                  <a:pt x="253" y="81"/>
                </a:lnTo>
                <a:lnTo>
                  <a:pt x="254" y="81"/>
                </a:lnTo>
                <a:lnTo>
                  <a:pt x="254" y="82"/>
                </a:lnTo>
                <a:lnTo>
                  <a:pt x="255" y="82"/>
                </a:lnTo>
                <a:lnTo>
                  <a:pt x="255" y="83"/>
                </a:lnTo>
                <a:lnTo>
                  <a:pt x="255" y="84"/>
                </a:lnTo>
                <a:lnTo>
                  <a:pt x="256" y="84"/>
                </a:lnTo>
                <a:lnTo>
                  <a:pt x="256" y="85"/>
                </a:lnTo>
                <a:lnTo>
                  <a:pt x="256" y="86"/>
                </a:lnTo>
                <a:lnTo>
                  <a:pt x="257" y="86"/>
                </a:lnTo>
                <a:lnTo>
                  <a:pt x="258" y="86"/>
                </a:lnTo>
                <a:lnTo>
                  <a:pt x="259" y="86"/>
                </a:lnTo>
                <a:lnTo>
                  <a:pt x="260" y="86"/>
                </a:lnTo>
                <a:lnTo>
                  <a:pt x="261" y="87"/>
                </a:lnTo>
                <a:lnTo>
                  <a:pt x="261" y="88"/>
                </a:lnTo>
                <a:lnTo>
                  <a:pt x="260" y="89"/>
                </a:lnTo>
                <a:lnTo>
                  <a:pt x="259" y="90"/>
                </a:lnTo>
                <a:lnTo>
                  <a:pt x="260" y="90"/>
                </a:lnTo>
                <a:lnTo>
                  <a:pt x="261" y="90"/>
                </a:lnTo>
                <a:lnTo>
                  <a:pt x="262" y="90"/>
                </a:lnTo>
                <a:lnTo>
                  <a:pt x="262" y="91"/>
                </a:lnTo>
                <a:lnTo>
                  <a:pt x="263" y="91"/>
                </a:lnTo>
                <a:lnTo>
                  <a:pt x="262" y="91"/>
                </a:lnTo>
                <a:lnTo>
                  <a:pt x="262" y="92"/>
                </a:lnTo>
                <a:lnTo>
                  <a:pt x="262" y="93"/>
                </a:lnTo>
                <a:lnTo>
                  <a:pt x="262" y="94"/>
                </a:lnTo>
                <a:lnTo>
                  <a:pt x="262" y="95"/>
                </a:lnTo>
                <a:lnTo>
                  <a:pt x="262" y="96"/>
                </a:lnTo>
                <a:lnTo>
                  <a:pt x="263" y="96"/>
                </a:lnTo>
                <a:lnTo>
                  <a:pt x="264" y="96"/>
                </a:lnTo>
                <a:lnTo>
                  <a:pt x="264" y="97"/>
                </a:lnTo>
                <a:lnTo>
                  <a:pt x="265" y="97"/>
                </a:lnTo>
                <a:lnTo>
                  <a:pt x="266" y="97"/>
                </a:lnTo>
                <a:lnTo>
                  <a:pt x="267" y="97"/>
                </a:lnTo>
                <a:lnTo>
                  <a:pt x="268" y="96"/>
                </a:lnTo>
                <a:lnTo>
                  <a:pt x="269" y="95"/>
                </a:lnTo>
                <a:lnTo>
                  <a:pt x="270" y="94"/>
                </a:lnTo>
                <a:lnTo>
                  <a:pt x="271" y="93"/>
                </a:lnTo>
                <a:lnTo>
                  <a:pt x="272" y="93"/>
                </a:lnTo>
                <a:lnTo>
                  <a:pt x="272" y="94"/>
                </a:lnTo>
                <a:lnTo>
                  <a:pt x="273" y="94"/>
                </a:lnTo>
                <a:lnTo>
                  <a:pt x="272" y="95"/>
                </a:lnTo>
                <a:lnTo>
                  <a:pt x="272" y="96"/>
                </a:lnTo>
                <a:lnTo>
                  <a:pt x="272" y="97"/>
                </a:lnTo>
                <a:lnTo>
                  <a:pt x="272" y="98"/>
                </a:lnTo>
                <a:lnTo>
                  <a:pt x="273" y="99"/>
                </a:lnTo>
                <a:lnTo>
                  <a:pt x="274" y="99"/>
                </a:lnTo>
                <a:lnTo>
                  <a:pt x="275" y="98"/>
                </a:lnTo>
                <a:lnTo>
                  <a:pt x="276" y="98"/>
                </a:lnTo>
                <a:lnTo>
                  <a:pt x="277" y="98"/>
                </a:lnTo>
                <a:lnTo>
                  <a:pt x="277" y="99"/>
                </a:lnTo>
                <a:lnTo>
                  <a:pt x="277" y="100"/>
                </a:lnTo>
                <a:lnTo>
                  <a:pt x="277" y="101"/>
                </a:lnTo>
                <a:lnTo>
                  <a:pt x="277" y="102"/>
                </a:lnTo>
                <a:lnTo>
                  <a:pt x="277" y="103"/>
                </a:lnTo>
                <a:lnTo>
                  <a:pt x="277" y="104"/>
                </a:lnTo>
                <a:lnTo>
                  <a:pt x="278" y="104"/>
                </a:lnTo>
                <a:lnTo>
                  <a:pt x="278" y="105"/>
                </a:lnTo>
                <a:lnTo>
                  <a:pt x="279" y="105"/>
                </a:lnTo>
                <a:lnTo>
                  <a:pt x="280" y="106"/>
                </a:lnTo>
                <a:lnTo>
                  <a:pt x="281" y="106"/>
                </a:lnTo>
                <a:lnTo>
                  <a:pt x="281" y="105"/>
                </a:lnTo>
                <a:lnTo>
                  <a:pt x="282" y="105"/>
                </a:lnTo>
                <a:lnTo>
                  <a:pt x="283" y="105"/>
                </a:lnTo>
                <a:lnTo>
                  <a:pt x="284" y="104"/>
                </a:lnTo>
                <a:lnTo>
                  <a:pt x="285" y="104"/>
                </a:lnTo>
                <a:lnTo>
                  <a:pt x="286" y="104"/>
                </a:lnTo>
                <a:lnTo>
                  <a:pt x="286" y="103"/>
                </a:lnTo>
                <a:lnTo>
                  <a:pt x="287" y="103"/>
                </a:lnTo>
                <a:lnTo>
                  <a:pt x="288" y="104"/>
                </a:lnTo>
                <a:lnTo>
                  <a:pt x="288" y="105"/>
                </a:lnTo>
                <a:lnTo>
                  <a:pt x="289" y="106"/>
                </a:lnTo>
                <a:lnTo>
                  <a:pt x="289" y="107"/>
                </a:lnTo>
                <a:lnTo>
                  <a:pt x="289" y="108"/>
                </a:lnTo>
                <a:lnTo>
                  <a:pt x="289" y="109"/>
                </a:lnTo>
                <a:lnTo>
                  <a:pt x="289" y="110"/>
                </a:lnTo>
                <a:lnTo>
                  <a:pt x="288" y="110"/>
                </a:lnTo>
                <a:lnTo>
                  <a:pt x="288" y="111"/>
                </a:lnTo>
                <a:lnTo>
                  <a:pt x="288" y="112"/>
                </a:lnTo>
                <a:lnTo>
                  <a:pt x="289" y="112"/>
                </a:lnTo>
                <a:lnTo>
                  <a:pt x="289" y="113"/>
                </a:lnTo>
                <a:lnTo>
                  <a:pt x="290" y="113"/>
                </a:lnTo>
                <a:lnTo>
                  <a:pt x="291" y="114"/>
                </a:lnTo>
                <a:lnTo>
                  <a:pt x="291" y="115"/>
                </a:lnTo>
                <a:lnTo>
                  <a:pt x="291" y="116"/>
                </a:lnTo>
                <a:lnTo>
                  <a:pt x="292" y="116"/>
                </a:lnTo>
                <a:lnTo>
                  <a:pt x="292" y="117"/>
                </a:lnTo>
                <a:lnTo>
                  <a:pt x="293" y="117"/>
                </a:lnTo>
                <a:lnTo>
                  <a:pt x="294" y="118"/>
                </a:lnTo>
                <a:lnTo>
                  <a:pt x="295" y="118"/>
                </a:lnTo>
                <a:lnTo>
                  <a:pt x="296" y="118"/>
                </a:lnTo>
                <a:lnTo>
                  <a:pt x="297" y="118"/>
                </a:lnTo>
                <a:lnTo>
                  <a:pt x="297" y="117"/>
                </a:lnTo>
                <a:lnTo>
                  <a:pt x="297" y="116"/>
                </a:lnTo>
                <a:lnTo>
                  <a:pt x="298" y="116"/>
                </a:lnTo>
                <a:lnTo>
                  <a:pt x="298" y="115"/>
                </a:lnTo>
                <a:lnTo>
                  <a:pt x="299" y="115"/>
                </a:lnTo>
                <a:lnTo>
                  <a:pt x="300" y="114"/>
                </a:lnTo>
                <a:lnTo>
                  <a:pt x="301" y="114"/>
                </a:lnTo>
                <a:lnTo>
                  <a:pt x="302" y="114"/>
                </a:lnTo>
                <a:lnTo>
                  <a:pt x="303" y="114"/>
                </a:lnTo>
                <a:lnTo>
                  <a:pt x="303" y="115"/>
                </a:lnTo>
                <a:lnTo>
                  <a:pt x="304" y="115"/>
                </a:lnTo>
                <a:lnTo>
                  <a:pt x="304" y="116"/>
                </a:lnTo>
                <a:lnTo>
                  <a:pt x="304" y="117"/>
                </a:lnTo>
                <a:lnTo>
                  <a:pt x="305" y="117"/>
                </a:lnTo>
                <a:lnTo>
                  <a:pt x="305" y="118"/>
                </a:lnTo>
                <a:lnTo>
                  <a:pt x="306" y="118"/>
                </a:lnTo>
                <a:lnTo>
                  <a:pt x="307" y="118"/>
                </a:lnTo>
                <a:lnTo>
                  <a:pt x="307" y="119"/>
                </a:lnTo>
                <a:lnTo>
                  <a:pt x="308" y="119"/>
                </a:lnTo>
                <a:lnTo>
                  <a:pt x="309" y="119"/>
                </a:lnTo>
                <a:lnTo>
                  <a:pt x="310" y="119"/>
                </a:lnTo>
                <a:lnTo>
                  <a:pt x="311" y="119"/>
                </a:lnTo>
                <a:lnTo>
                  <a:pt x="312" y="119"/>
                </a:lnTo>
                <a:lnTo>
                  <a:pt x="312" y="118"/>
                </a:lnTo>
                <a:lnTo>
                  <a:pt x="313" y="118"/>
                </a:lnTo>
                <a:lnTo>
                  <a:pt x="313" y="117"/>
                </a:lnTo>
                <a:lnTo>
                  <a:pt x="314" y="117"/>
                </a:lnTo>
                <a:lnTo>
                  <a:pt x="314" y="116"/>
                </a:lnTo>
                <a:lnTo>
                  <a:pt x="314" y="115"/>
                </a:lnTo>
                <a:lnTo>
                  <a:pt x="313" y="114"/>
                </a:lnTo>
                <a:lnTo>
                  <a:pt x="313" y="113"/>
                </a:lnTo>
                <a:lnTo>
                  <a:pt x="313" y="112"/>
                </a:lnTo>
                <a:lnTo>
                  <a:pt x="314" y="112"/>
                </a:lnTo>
                <a:lnTo>
                  <a:pt x="315" y="112"/>
                </a:lnTo>
                <a:lnTo>
                  <a:pt x="316" y="113"/>
                </a:lnTo>
                <a:lnTo>
                  <a:pt x="317" y="113"/>
                </a:lnTo>
                <a:lnTo>
                  <a:pt x="318" y="114"/>
                </a:lnTo>
                <a:lnTo>
                  <a:pt x="320" y="114"/>
                </a:lnTo>
                <a:lnTo>
                  <a:pt x="321" y="114"/>
                </a:lnTo>
                <a:lnTo>
                  <a:pt x="321" y="113"/>
                </a:lnTo>
                <a:lnTo>
                  <a:pt x="322" y="113"/>
                </a:lnTo>
                <a:lnTo>
                  <a:pt x="322" y="112"/>
                </a:lnTo>
                <a:lnTo>
                  <a:pt x="323" y="111"/>
                </a:lnTo>
                <a:lnTo>
                  <a:pt x="324" y="111"/>
                </a:lnTo>
                <a:lnTo>
                  <a:pt x="325" y="110"/>
                </a:lnTo>
                <a:lnTo>
                  <a:pt x="326" y="110"/>
                </a:lnTo>
                <a:lnTo>
                  <a:pt x="326" y="111"/>
                </a:lnTo>
                <a:lnTo>
                  <a:pt x="327" y="111"/>
                </a:lnTo>
                <a:lnTo>
                  <a:pt x="329" y="111"/>
                </a:lnTo>
                <a:lnTo>
                  <a:pt x="329" y="110"/>
                </a:lnTo>
                <a:lnTo>
                  <a:pt x="330" y="110"/>
                </a:lnTo>
                <a:lnTo>
                  <a:pt x="330" y="109"/>
                </a:lnTo>
                <a:lnTo>
                  <a:pt x="330" y="108"/>
                </a:lnTo>
                <a:lnTo>
                  <a:pt x="330" y="107"/>
                </a:lnTo>
                <a:lnTo>
                  <a:pt x="331" y="107"/>
                </a:lnTo>
                <a:lnTo>
                  <a:pt x="331" y="106"/>
                </a:lnTo>
                <a:lnTo>
                  <a:pt x="332" y="106"/>
                </a:lnTo>
                <a:lnTo>
                  <a:pt x="333" y="106"/>
                </a:lnTo>
                <a:lnTo>
                  <a:pt x="333" y="107"/>
                </a:lnTo>
                <a:lnTo>
                  <a:pt x="333" y="108"/>
                </a:lnTo>
                <a:lnTo>
                  <a:pt x="333" y="109"/>
                </a:lnTo>
                <a:lnTo>
                  <a:pt x="333" y="110"/>
                </a:lnTo>
                <a:lnTo>
                  <a:pt x="334" y="110"/>
                </a:lnTo>
                <a:lnTo>
                  <a:pt x="334" y="111"/>
                </a:lnTo>
                <a:lnTo>
                  <a:pt x="335" y="111"/>
                </a:lnTo>
                <a:lnTo>
                  <a:pt x="336" y="110"/>
                </a:lnTo>
                <a:lnTo>
                  <a:pt x="337" y="110"/>
                </a:lnTo>
                <a:lnTo>
                  <a:pt x="337" y="109"/>
                </a:lnTo>
                <a:lnTo>
                  <a:pt x="337" y="108"/>
                </a:lnTo>
                <a:lnTo>
                  <a:pt x="338" y="108"/>
                </a:lnTo>
                <a:lnTo>
                  <a:pt x="338" y="107"/>
                </a:lnTo>
                <a:lnTo>
                  <a:pt x="339" y="107"/>
                </a:lnTo>
                <a:lnTo>
                  <a:pt x="340" y="107"/>
                </a:lnTo>
                <a:lnTo>
                  <a:pt x="341" y="107"/>
                </a:lnTo>
                <a:lnTo>
                  <a:pt x="342" y="108"/>
                </a:lnTo>
                <a:lnTo>
                  <a:pt x="343" y="108"/>
                </a:lnTo>
                <a:lnTo>
                  <a:pt x="344" y="109"/>
                </a:lnTo>
                <a:lnTo>
                  <a:pt x="345" y="108"/>
                </a:lnTo>
                <a:lnTo>
                  <a:pt x="345" y="107"/>
                </a:lnTo>
                <a:lnTo>
                  <a:pt x="345" y="106"/>
                </a:lnTo>
                <a:lnTo>
                  <a:pt x="345" y="105"/>
                </a:lnTo>
                <a:lnTo>
                  <a:pt x="344" y="104"/>
                </a:lnTo>
                <a:lnTo>
                  <a:pt x="344" y="103"/>
                </a:lnTo>
                <a:lnTo>
                  <a:pt x="343" y="102"/>
                </a:lnTo>
                <a:lnTo>
                  <a:pt x="343" y="101"/>
                </a:lnTo>
                <a:lnTo>
                  <a:pt x="343" y="100"/>
                </a:lnTo>
                <a:lnTo>
                  <a:pt x="343" y="99"/>
                </a:lnTo>
                <a:lnTo>
                  <a:pt x="344" y="99"/>
                </a:lnTo>
                <a:lnTo>
                  <a:pt x="344" y="98"/>
                </a:lnTo>
                <a:lnTo>
                  <a:pt x="345" y="97"/>
                </a:lnTo>
                <a:lnTo>
                  <a:pt x="345" y="96"/>
                </a:lnTo>
                <a:lnTo>
                  <a:pt x="345" y="95"/>
                </a:lnTo>
                <a:lnTo>
                  <a:pt x="345" y="94"/>
                </a:lnTo>
                <a:lnTo>
                  <a:pt x="345" y="93"/>
                </a:lnTo>
                <a:lnTo>
                  <a:pt x="345" y="92"/>
                </a:lnTo>
                <a:lnTo>
                  <a:pt x="346" y="92"/>
                </a:lnTo>
                <a:lnTo>
                  <a:pt x="347" y="92"/>
                </a:lnTo>
                <a:lnTo>
                  <a:pt x="347" y="93"/>
                </a:lnTo>
                <a:lnTo>
                  <a:pt x="348" y="94"/>
                </a:lnTo>
                <a:lnTo>
                  <a:pt x="348" y="95"/>
                </a:lnTo>
                <a:lnTo>
                  <a:pt x="349" y="95"/>
                </a:lnTo>
                <a:lnTo>
                  <a:pt x="348" y="95"/>
                </a:lnTo>
                <a:lnTo>
                  <a:pt x="349" y="95"/>
                </a:lnTo>
                <a:lnTo>
                  <a:pt x="349" y="96"/>
                </a:lnTo>
                <a:lnTo>
                  <a:pt x="349" y="97"/>
                </a:lnTo>
                <a:lnTo>
                  <a:pt x="349" y="98"/>
                </a:lnTo>
                <a:lnTo>
                  <a:pt x="350" y="98"/>
                </a:lnTo>
                <a:lnTo>
                  <a:pt x="352" y="98"/>
                </a:lnTo>
                <a:lnTo>
                  <a:pt x="353" y="98"/>
                </a:lnTo>
                <a:lnTo>
                  <a:pt x="355" y="98"/>
                </a:lnTo>
                <a:lnTo>
                  <a:pt x="356" y="98"/>
                </a:lnTo>
                <a:lnTo>
                  <a:pt x="357" y="98"/>
                </a:lnTo>
                <a:lnTo>
                  <a:pt x="357" y="97"/>
                </a:lnTo>
                <a:lnTo>
                  <a:pt x="358" y="97"/>
                </a:lnTo>
                <a:lnTo>
                  <a:pt x="359" y="98"/>
                </a:lnTo>
                <a:lnTo>
                  <a:pt x="359" y="99"/>
                </a:lnTo>
                <a:lnTo>
                  <a:pt x="359" y="100"/>
                </a:lnTo>
                <a:lnTo>
                  <a:pt x="359" y="101"/>
                </a:lnTo>
                <a:lnTo>
                  <a:pt x="360" y="102"/>
                </a:lnTo>
                <a:lnTo>
                  <a:pt x="361" y="104"/>
                </a:lnTo>
                <a:lnTo>
                  <a:pt x="362" y="105"/>
                </a:lnTo>
                <a:lnTo>
                  <a:pt x="362" y="106"/>
                </a:lnTo>
                <a:lnTo>
                  <a:pt x="363" y="107"/>
                </a:lnTo>
                <a:lnTo>
                  <a:pt x="364" y="107"/>
                </a:lnTo>
                <a:lnTo>
                  <a:pt x="365" y="107"/>
                </a:lnTo>
                <a:lnTo>
                  <a:pt x="366" y="106"/>
                </a:lnTo>
                <a:lnTo>
                  <a:pt x="367" y="106"/>
                </a:lnTo>
                <a:lnTo>
                  <a:pt x="367" y="107"/>
                </a:lnTo>
                <a:lnTo>
                  <a:pt x="367" y="108"/>
                </a:lnTo>
                <a:lnTo>
                  <a:pt x="367" y="109"/>
                </a:lnTo>
                <a:lnTo>
                  <a:pt x="366" y="109"/>
                </a:lnTo>
                <a:lnTo>
                  <a:pt x="365" y="110"/>
                </a:lnTo>
                <a:lnTo>
                  <a:pt x="365" y="111"/>
                </a:lnTo>
                <a:lnTo>
                  <a:pt x="365" y="112"/>
                </a:lnTo>
                <a:lnTo>
                  <a:pt x="366" y="113"/>
                </a:lnTo>
                <a:lnTo>
                  <a:pt x="367" y="113"/>
                </a:lnTo>
                <a:lnTo>
                  <a:pt x="368" y="113"/>
                </a:lnTo>
                <a:lnTo>
                  <a:pt x="369" y="112"/>
                </a:lnTo>
                <a:lnTo>
                  <a:pt x="370" y="112"/>
                </a:lnTo>
                <a:lnTo>
                  <a:pt x="370" y="111"/>
                </a:lnTo>
                <a:lnTo>
                  <a:pt x="371" y="110"/>
                </a:lnTo>
                <a:lnTo>
                  <a:pt x="371" y="109"/>
                </a:lnTo>
                <a:lnTo>
                  <a:pt x="372" y="108"/>
                </a:lnTo>
                <a:lnTo>
                  <a:pt x="372" y="107"/>
                </a:lnTo>
                <a:lnTo>
                  <a:pt x="373" y="107"/>
                </a:lnTo>
                <a:lnTo>
                  <a:pt x="374" y="107"/>
                </a:lnTo>
                <a:lnTo>
                  <a:pt x="375" y="107"/>
                </a:lnTo>
                <a:lnTo>
                  <a:pt x="376" y="108"/>
                </a:lnTo>
                <a:lnTo>
                  <a:pt x="377" y="108"/>
                </a:lnTo>
                <a:lnTo>
                  <a:pt x="378" y="107"/>
                </a:lnTo>
                <a:lnTo>
                  <a:pt x="380" y="106"/>
                </a:lnTo>
                <a:lnTo>
                  <a:pt x="381" y="106"/>
                </a:lnTo>
                <a:lnTo>
                  <a:pt x="381" y="105"/>
                </a:lnTo>
                <a:lnTo>
                  <a:pt x="382" y="105"/>
                </a:lnTo>
                <a:lnTo>
                  <a:pt x="383" y="104"/>
                </a:lnTo>
                <a:lnTo>
                  <a:pt x="384" y="103"/>
                </a:lnTo>
                <a:lnTo>
                  <a:pt x="385" y="103"/>
                </a:lnTo>
                <a:lnTo>
                  <a:pt x="386" y="103"/>
                </a:lnTo>
                <a:lnTo>
                  <a:pt x="387" y="104"/>
                </a:lnTo>
                <a:lnTo>
                  <a:pt x="388" y="104"/>
                </a:lnTo>
                <a:lnTo>
                  <a:pt x="388" y="105"/>
                </a:lnTo>
                <a:lnTo>
                  <a:pt x="389" y="105"/>
                </a:lnTo>
                <a:lnTo>
                  <a:pt x="390" y="105"/>
                </a:lnTo>
                <a:lnTo>
                  <a:pt x="391" y="104"/>
                </a:lnTo>
                <a:lnTo>
                  <a:pt x="390" y="103"/>
                </a:lnTo>
                <a:lnTo>
                  <a:pt x="390" y="102"/>
                </a:lnTo>
                <a:lnTo>
                  <a:pt x="390" y="101"/>
                </a:lnTo>
                <a:lnTo>
                  <a:pt x="391" y="101"/>
                </a:lnTo>
                <a:lnTo>
                  <a:pt x="391" y="102"/>
                </a:lnTo>
                <a:lnTo>
                  <a:pt x="391" y="103"/>
                </a:lnTo>
                <a:lnTo>
                  <a:pt x="392" y="103"/>
                </a:lnTo>
                <a:lnTo>
                  <a:pt x="393" y="104"/>
                </a:lnTo>
                <a:lnTo>
                  <a:pt x="393" y="105"/>
                </a:lnTo>
                <a:lnTo>
                  <a:pt x="394" y="105"/>
                </a:lnTo>
                <a:lnTo>
                  <a:pt x="395" y="105"/>
                </a:lnTo>
                <a:lnTo>
                  <a:pt x="396" y="105"/>
                </a:lnTo>
                <a:lnTo>
                  <a:pt x="397" y="104"/>
                </a:lnTo>
                <a:lnTo>
                  <a:pt x="397" y="103"/>
                </a:lnTo>
                <a:lnTo>
                  <a:pt x="398" y="102"/>
                </a:lnTo>
                <a:lnTo>
                  <a:pt x="399" y="101"/>
                </a:lnTo>
                <a:lnTo>
                  <a:pt x="399" y="99"/>
                </a:lnTo>
                <a:lnTo>
                  <a:pt x="400" y="98"/>
                </a:lnTo>
                <a:lnTo>
                  <a:pt x="400" y="96"/>
                </a:lnTo>
                <a:lnTo>
                  <a:pt x="400" y="95"/>
                </a:lnTo>
                <a:lnTo>
                  <a:pt x="401" y="95"/>
                </a:lnTo>
                <a:lnTo>
                  <a:pt x="401" y="94"/>
                </a:lnTo>
                <a:lnTo>
                  <a:pt x="401" y="93"/>
                </a:lnTo>
                <a:lnTo>
                  <a:pt x="401" y="92"/>
                </a:lnTo>
                <a:lnTo>
                  <a:pt x="400" y="92"/>
                </a:lnTo>
                <a:lnTo>
                  <a:pt x="399" y="91"/>
                </a:lnTo>
                <a:lnTo>
                  <a:pt x="399" y="90"/>
                </a:lnTo>
                <a:lnTo>
                  <a:pt x="399" y="89"/>
                </a:lnTo>
                <a:lnTo>
                  <a:pt x="400" y="89"/>
                </a:lnTo>
                <a:lnTo>
                  <a:pt x="401" y="89"/>
                </a:lnTo>
                <a:lnTo>
                  <a:pt x="401" y="90"/>
                </a:lnTo>
                <a:lnTo>
                  <a:pt x="401" y="89"/>
                </a:lnTo>
                <a:lnTo>
                  <a:pt x="402" y="89"/>
                </a:lnTo>
                <a:lnTo>
                  <a:pt x="403" y="89"/>
                </a:lnTo>
                <a:lnTo>
                  <a:pt x="404" y="89"/>
                </a:lnTo>
                <a:lnTo>
                  <a:pt x="404" y="88"/>
                </a:lnTo>
                <a:lnTo>
                  <a:pt x="405" y="88"/>
                </a:lnTo>
                <a:lnTo>
                  <a:pt x="405" y="89"/>
                </a:lnTo>
                <a:lnTo>
                  <a:pt x="406" y="89"/>
                </a:lnTo>
                <a:lnTo>
                  <a:pt x="406" y="90"/>
                </a:lnTo>
                <a:lnTo>
                  <a:pt x="406" y="91"/>
                </a:lnTo>
                <a:lnTo>
                  <a:pt x="407" y="91"/>
                </a:lnTo>
                <a:lnTo>
                  <a:pt x="408" y="91"/>
                </a:lnTo>
                <a:lnTo>
                  <a:pt x="408" y="90"/>
                </a:lnTo>
                <a:lnTo>
                  <a:pt x="409" y="89"/>
                </a:lnTo>
                <a:lnTo>
                  <a:pt x="410" y="89"/>
                </a:lnTo>
                <a:lnTo>
                  <a:pt x="410" y="88"/>
                </a:lnTo>
                <a:lnTo>
                  <a:pt x="411" y="88"/>
                </a:lnTo>
                <a:lnTo>
                  <a:pt x="412" y="87"/>
                </a:lnTo>
                <a:lnTo>
                  <a:pt x="414" y="86"/>
                </a:lnTo>
                <a:lnTo>
                  <a:pt x="415" y="86"/>
                </a:lnTo>
                <a:lnTo>
                  <a:pt x="416" y="86"/>
                </a:lnTo>
                <a:lnTo>
                  <a:pt x="416" y="85"/>
                </a:lnTo>
                <a:lnTo>
                  <a:pt x="417" y="84"/>
                </a:lnTo>
                <a:lnTo>
                  <a:pt x="417" y="83"/>
                </a:lnTo>
                <a:lnTo>
                  <a:pt x="417" y="82"/>
                </a:lnTo>
                <a:lnTo>
                  <a:pt x="418" y="81"/>
                </a:lnTo>
                <a:lnTo>
                  <a:pt x="418" y="80"/>
                </a:lnTo>
                <a:lnTo>
                  <a:pt x="419" y="80"/>
                </a:lnTo>
                <a:lnTo>
                  <a:pt x="420" y="80"/>
                </a:lnTo>
                <a:lnTo>
                  <a:pt x="421" y="80"/>
                </a:lnTo>
                <a:lnTo>
                  <a:pt x="421" y="81"/>
                </a:lnTo>
                <a:lnTo>
                  <a:pt x="422" y="81"/>
                </a:lnTo>
                <a:lnTo>
                  <a:pt x="422" y="82"/>
                </a:lnTo>
                <a:lnTo>
                  <a:pt x="424" y="82"/>
                </a:lnTo>
                <a:lnTo>
                  <a:pt x="425" y="81"/>
                </a:lnTo>
                <a:lnTo>
                  <a:pt x="425" y="80"/>
                </a:lnTo>
                <a:lnTo>
                  <a:pt x="426" y="80"/>
                </a:lnTo>
                <a:lnTo>
                  <a:pt x="427" y="81"/>
                </a:lnTo>
                <a:lnTo>
                  <a:pt x="428" y="81"/>
                </a:lnTo>
                <a:lnTo>
                  <a:pt x="428" y="82"/>
                </a:lnTo>
                <a:lnTo>
                  <a:pt x="427" y="82"/>
                </a:lnTo>
                <a:lnTo>
                  <a:pt x="426" y="83"/>
                </a:lnTo>
                <a:lnTo>
                  <a:pt x="426" y="84"/>
                </a:lnTo>
                <a:lnTo>
                  <a:pt x="427" y="84"/>
                </a:lnTo>
                <a:lnTo>
                  <a:pt x="428" y="84"/>
                </a:lnTo>
                <a:lnTo>
                  <a:pt x="429" y="84"/>
                </a:lnTo>
                <a:lnTo>
                  <a:pt x="429" y="85"/>
                </a:lnTo>
                <a:lnTo>
                  <a:pt x="428" y="85"/>
                </a:lnTo>
                <a:lnTo>
                  <a:pt x="428" y="86"/>
                </a:lnTo>
                <a:lnTo>
                  <a:pt x="428" y="87"/>
                </a:lnTo>
                <a:lnTo>
                  <a:pt x="429" y="87"/>
                </a:lnTo>
                <a:lnTo>
                  <a:pt x="430" y="87"/>
                </a:lnTo>
                <a:lnTo>
                  <a:pt x="430" y="88"/>
                </a:lnTo>
                <a:lnTo>
                  <a:pt x="429" y="88"/>
                </a:lnTo>
                <a:lnTo>
                  <a:pt x="428" y="89"/>
                </a:lnTo>
                <a:lnTo>
                  <a:pt x="429" y="89"/>
                </a:lnTo>
                <a:lnTo>
                  <a:pt x="430" y="89"/>
                </a:lnTo>
                <a:lnTo>
                  <a:pt x="430" y="90"/>
                </a:lnTo>
                <a:lnTo>
                  <a:pt x="430" y="91"/>
                </a:lnTo>
                <a:lnTo>
                  <a:pt x="430" y="92"/>
                </a:lnTo>
                <a:lnTo>
                  <a:pt x="430" y="93"/>
                </a:lnTo>
                <a:lnTo>
                  <a:pt x="431" y="93"/>
                </a:lnTo>
                <a:lnTo>
                  <a:pt x="431" y="94"/>
                </a:lnTo>
                <a:lnTo>
                  <a:pt x="432" y="95"/>
                </a:lnTo>
                <a:lnTo>
                  <a:pt x="432" y="96"/>
                </a:lnTo>
                <a:lnTo>
                  <a:pt x="432" y="98"/>
                </a:lnTo>
                <a:lnTo>
                  <a:pt x="431" y="98"/>
                </a:lnTo>
                <a:lnTo>
                  <a:pt x="431" y="100"/>
                </a:lnTo>
                <a:lnTo>
                  <a:pt x="431" y="101"/>
                </a:lnTo>
                <a:lnTo>
                  <a:pt x="431" y="102"/>
                </a:lnTo>
                <a:lnTo>
                  <a:pt x="431" y="103"/>
                </a:lnTo>
                <a:lnTo>
                  <a:pt x="431" y="104"/>
                </a:lnTo>
                <a:lnTo>
                  <a:pt x="432" y="104"/>
                </a:lnTo>
                <a:lnTo>
                  <a:pt x="432" y="105"/>
                </a:lnTo>
                <a:lnTo>
                  <a:pt x="433" y="105"/>
                </a:lnTo>
                <a:lnTo>
                  <a:pt x="434" y="105"/>
                </a:lnTo>
                <a:lnTo>
                  <a:pt x="435" y="105"/>
                </a:lnTo>
                <a:lnTo>
                  <a:pt x="435" y="106"/>
                </a:lnTo>
                <a:lnTo>
                  <a:pt x="435" y="107"/>
                </a:lnTo>
                <a:lnTo>
                  <a:pt x="434" y="107"/>
                </a:lnTo>
                <a:lnTo>
                  <a:pt x="435" y="107"/>
                </a:lnTo>
                <a:lnTo>
                  <a:pt x="436" y="107"/>
                </a:lnTo>
                <a:lnTo>
                  <a:pt x="436" y="108"/>
                </a:lnTo>
                <a:lnTo>
                  <a:pt x="437" y="108"/>
                </a:lnTo>
                <a:lnTo>
                  <a:pt x="437" y="109"/>
                </a:lnTo>
                <a:lnTo>
                  <a:pt x="437" y="108"/>
                </a:lnTo>
                <a:lnTo>
                  <a:pt x="437" y="109"/>
                </a:lnTo>
                <a:lnTo>
                  <a:pt x="438" y="109"/>
                </a:lnTo>
                <a:lnTo>
                  <a:pt x="438" y="110"/>
                </a:lnTo>
                <a:lnTo>
                  <a:pt x="439" y="110"/>
                </a:lnTo>
                <a:lnTo>
                  <a:pt x="439" y="111"/>
                </a:lnTo>
                <a:lnTo>
                  <a:pt x="439" y="112"/>
                </a:lnTo>
                <a:lnTo>
                  <a:pt x="440" y="112"/>
                </a:lnTo>
                <a:lnTo>
                  <a:pt x="440" y="113"/>
                </a:lnTo>
                <a:lnTo>
                  <a:pt x="440" y="112"/>
                </a:lnTo>
                <a:lnTo>
                  <a:pt x="441" y="112"/>
                </a:lnTo>
                <a:lnTo>
                  <a:pt x="440" y="112"/>
                </a:lnTo>
                <a:lnTo>
                  <a:pt x="440" y="111"/>
                </a:lnTo>
                <a:lnTo>
                  <a:pt x="440" y="112"/>
                </a:lnTo>
                <a:lnTo>
                  <a:pt x="441" y="112"/>
                </a:lnTo>
                <a:lnTo>
                  <a:pt x="441" y="111"/>
                </a:lnTo>
                <a:lnTo>
                  <a:pt x="442" y="111"/>
                </a:lnTo>
                <a:lnTo>
                  <a:pt x="443" y="111"/>
                </a:lnTo>
                <a:lnTo>
                  <a:pt x="443" y="112"/>
                </a:lnTo>
                <a:lnTo>
                  <a:pt x="443" y="113"/>
                </a:lnTo>
                <a:lnTo>
                  <a:pt x="442" y="113"/>
                </a:lnTo>
                <a:lnTo>
                  <a:pt x="442" y="114"/>
                </a:lnTo>
                <a:lnTo>
                  <a:pt x="443" y="113"/>
                </a:lnTo>
                <a:lnTo>
                  <a:pt x="443" y="114"/>
                </a:lnTo>
                <a:lnTo>
                  <a:pt x="443" y="113"/>
                </a:lnTo>
                <a:lnTo>
                  <a:pt x="444" y="113"/>
                </a:lnTo>
                <a:lnTo>
                  <a:pt x="445" y="113"/>
                </a:lnTo>
                <a:lnTo>
                  <a:pt x="446" y="113"/>
                </a:lnTo>
                <a:lnTo>
                  <a:pt x="446" y="114"/>
                </a:lnTo>
                <a:lnTo>
                  <a:pt x="446" y="115"/>
                </a:lnTo>
                <a:lnTo>
                  <a:pt x="447" y="115"/>
                </a:lnTo>
                <a:lnTo>
                  <a:pt x="447" y="116"/>
                </a:lnTo>
                <a:lnTo>
                  <a:pt x="447" y="117"/>
                </a:lnTo>
                <a:lnTo>
                  <a:pt x="448" y="118"/>
                </a:lnTo>
                <a:lnTo>
                  <a:pt x="449" y="118"/>
                </a:lnTo>
                <a:lnTo>
                  <a:pt x="450" y="118"/>
                </a:lnTo>
                <a:lnTo>
                  <a:pt x="450" y="117"/>
                </a:lnTo>
                <a:lnTo>
                  <a:pt x="451" y="117"/>
                </a:lnTo>
                <a:lnTo>
                  <a:pt x="452" y="118"/>
                </a:lnTo>
                <a:lnTo>
                  <a:pt x="452" y="119"/>
                </a:lnTo>
                <a:lnTo>
                  <a:pt x="452" y="118"/>
                </a:lnTo>
                <a:lnTo>
                  <a:pt x="453" y="118"/>
                </a:lnTo>
                <a:lnTo>
                  <a:pt x="453" y="119"/>
                </a:lnTo>
                <a:lnTo>
                  <a:pt x="454" y="119"/>
                </a:lnTo>
                <a:lnTo>
                  <a:pt x="454" y="120"/>
                </a:lnTo>
                <a:lnTo>
                  <a:pt x="455" y="119"/>
                </a:lnTo>
                <a:lnTo>
                  <a:pt x="456" y="119"/>
                </a:lnTo>
                <a:lnTo>
                  <a:pt x="456" y="120"/>
                </a:lnTo>
                <a:lnTo>
                  <a:pt x="458" y="120"/>
                </a:lnTo>
                <a:lnTo>
                  <a:pt x="458" y="121"/>
                </a:lnTo>
                <a:lnTo>
                  <a:pt x="458" y="122"/>
                </a:lnTo>
                <a:lnTo>
                  <a:pt x="459" y="122"/>
                </a:lnTo>
                <a:lnTo>
                  <a:pt x="460" y="122"/>
                </a:lnTo>
                <a:lnTo>
                  <a:pt x="461" y="122"/>
                </a:lnTo>
                <a:lnTo>
                  <a:pt x="462" y="121"/>
                </a:lnTo>
                <a:lnTo>
                  <a:pt x="463" y="121"/>
                </a:lnTo>
                <a:lnTo>
                  <a:pt x="465" y="121"/>
                </a:lnTo>
                <a:lnTo>
                  <a:pt x="465" y="122"/>
                </a:lnTo>
                <a:lnTo>
                  <a:pt x="465" y="121"/>
                </a:lnTo>
                <a:lnTo>
                  <a:pt x="466" y="121"/>
                </a:lnTo>
                <a:lnTo>
                  <a:pt x="466" y="120"/>
                </a:lnTo>
                <a:lnTo>
                  <a:pt x="467" y="120"/>
                </a:lnTo>
                <a:lnTo>
                  <a:pt x="467" y="121"/>
                </a:lnTo>
                <a:lnTo>
                  <a:pt x="468" y="121"/>
                </a:lnTo>
                <a:lnTo>
                  <a:pt x="467" y="122"/>
                </a:lnTo>
                <a:lnTo>
                  <a:pt x="467" y="121"/>
                </a:lnTo>
                <a:lnTo>
                  <a:pt x="467" y="122"/>
                </a:lnTo>
                <a:lnTo>
                  <a:pt x="466" y="122"/>
                </a:lnTo>
                <a:lnTo>
                  <a:pt x="467" y="123"/>
                </a:lnTo>
                <a:lnTo>
                  <a:pt x="466" y="123"/>
                </a:lnTo>
                <a:lnTo>
                  <a:pt x="465" y="123"/>
                </a:lnTo>
                <a:lnTo>
                  <a:pt x="465" y="124"/>
                </a:lnTo>
                <a:lnTo>
                  <a:pt x="466" y="124"/>
                </a:lnTo>
                <a:lnTo>
                  <a:pt x="466" y="123"/>
                </a:lnTo>
                <a:lnTo>
                  <a:pt x="467" y="123"/>
                </a:lnTo>
                <a:lnTo>
                  <a:pt x="467" y="124"/>
                </a:lnTo>
                <a:lnTo>
                  <a:pt x="467" y="123"/>
                </a:lnTo>
                <a:lnTo>
                  <a:pt x="468" y="123"/>
                </a:lnTo>
                <a:lnTo>
                  <a:pt x="469" y="123"/>
                </a:lnTo>
                <a:lnTo>
                  <a:pt x="468" y="123"/>
                </a:lnTo>
                <a:lnTo>
                  <a:pt x="468" y="124"/>
                </a:lnTo>
                <a:lnTo>
                  <a:pt x="469" y="124"/>
                </a:lnTo>
                <a:lnTo>
                  <a:pt x="469" y="125"/>
                </a:lnTo>
                <a:lnTo>
                  <a:pt x="468" y="125"/>
                </a:lnTo>
                <a:lnTo>
                  <a:pt x="469" y="125"/>
                </a:lnTo>
                <a:lnTo>
                  <a:pt x="470" y="125"/>
                </a:lnTo>
                <a:lnTo>
                  <a:pt x="470" y="124"/>
                </a:lnTo>
                <a:lnTo>
                  <a:pt x="471" y="125"/>
                </a:lnTo>
                <a:lnTo>
                  <a:pt x="472" y="125"/>
                </a:lnTo>
                <a:lnTo>
                  <a:pt x="472" y="124"/>
                </a:lnTo>
                <a:lnTo>
                  <a:pt x="473" y="123"/>
                </a:lnTo>
                <a:lnTo>
                  <a:pt x="474" y="123"/>
                </a:lnTo>
                <a:lnTo>
                  <a:pt x="475" y="123"/>
                </a:lnTo>
                <a:lnTo>
                  <a:pt x="476" y="123"/>
                </a:lnTo>
                <a:lnTo>
                  <a:pt x="477" y="123"/>
                </a:lnTo>
                <a:lnTo>
                  <a:pt x="478" y="123"/>
                </a:lnTo>
                <a:lnTo>
                  <a:pt x="478" y="124"/>
                </a:lnTo>
                <a:lnTo>
                  <a:pt x="478" y="125"/>
                </a:lnTo>
                <a:lnTo>
                  <a:pt x="479" y="125"/>
                </a:lnTo>
                <a:lnTo>
                  <a:pt x="480" y="125"/>
                </a:lnTo>
                <a:lnTo>
                  <a:pt x="481" y="126"/>
                </a:lnTo>
                <a:lnTo>
                  <a:pt x="481" y="125"/>
                </a:lnTo>
                <a:lnTo>
                  <a:pt x="481" y="124"/>
                </a:lnTo>
                <a:lnTo>
                  <a:pt x="482" y="124"/>
                </a:lnTo>
                <a:lnTo>
                  <a:pt x="482" y="125"/>
                </a:lnTo>
                <a:lnTo>
                  <a:pt x="483" y="125"/>
                </a:lnTo>
                <a:lnTo>
                  <a:pt x="484" y="124"/>
                </a:lnTo>
                <a:lnTo>
                  <a:pt x="485" y="124"/>
                </a:lnTo>
                <a:lnTo>
                  <a:pt x="486" y="125"/>
                </a:lnTo>
                <a:lnTo>
                  <a:pt x="487" y="126"/>
                </a:lnTo>
                <a:lnTo>
                  <a:pt x="488" y="126"/>
                </a:lnTo>
                <a:lnTo>
                  <a:pt x="488" y="125"/>
                </a:lnTo>
                <a:lnTo>
                  <a:pt x="487" y="125"/>
                </a:lnTo>
                <a:lnTo>
                  <a:pt x="487" y="124"/>
                </a:lnTo>
                <a:lnTo>
                  <a:pt x="488" y="124"/>
                </a:lnTo>
                <a:lnTo>
                  <a:pt x="489" y="124"/>
                </a:lnTo>
                <a:lnTo>
                  <a:pt x="489" y="123"/>
                </a:lnTo>
                <a:lnTo>
                  <a:pt x="490" y="122"/>
                </a:lnTo>
                <a:lnTo>
                  <a:pt x="491" y="123"/>
                </a:lnTo>
                <a:lnTo>
                  <a:pt x="492" y="123"/>
                </a:lnTo>
                <a:lnTo>
                  <a:pt x="493" y="122"/>
                </a:lnTo>
                <a:lnTo>
                  <a:pt x="494" y="123"/>
                </a:lnTo>
                <a:lnTo>
                  <a:pt x="495" y="123"/>
                </a:lnTo>
                <a:lnTo>
                  <a:pt x="496" y="122"/>
                </a:lnTo>
                <a:lnTo>
                  <a:pt x="495" y="122"/>
                </a:lnTo>
                <a:lnTo>
                  <a:pt x="495" y="121"/>
                </a:lnTo>
                <a:lnTo>
                  <a:pt x="496" y="121"/>
                </a:lnTo>
                <a:lnTo>
                  <a:pt x="497" y="121"/>
                </a:lnTo>
                <a:lnTo>
                  <a:pt x="496" y="121"/>
                </a:lnTo>
                <a:lnTo>
                  <a:pt x="496" y="120"/>
                </a:lnTo>
                <a:lnTo>
                  <a:pt x="496" y="119"/>
                </a:lnTo>
                <a:lnTo>
                  <a:pt x="496" y="118"/>
                </a:lnTo>
                <a:lnTo>
                  <a:pt x="497" y="118"/>
                </a:lnTo>
                <a:lnTo>
                  <a:pt x="497" y="119"/>
                </a:lnTo>
                <a:lnTo>
                  <a:pt x="498" y="119"/>
                </a:lnTo>
                <a:lnTo>
                  <a:pt x="499" y="119"/>
                </a:lnTo>
                <a:lnTo>
                  <a:pt x="499" y="118"/>
                </a:lnTo>
                <a:lnTo>
                  <a:pt x="498" y="118"/>
                </a:lnTo>
                <a:lnTo>
                  <a:pt x="498" y="117"/>
                </a:lnTo>
                <a:lnTo>
                  <a:pt x="499" y="117"/>
                </a:lnTo>
                <a:lnTo>
                  <a:pt x="499" y="116"/>
                </a:lnTo>
                <a:lnTo>
                  <a:pt x="498" y="116"/>
                </a:lnTo>
                <a:lnTo>
                  <a:pt x="498" y="115"/>
                </a:lnTo>
                <a:lnTo>
                  <a:pt x="498" y="114"/>
                </a:lnTo>
                <a:lnTo>
                  <a:pt x="499" y="114"/>
                </a:lnTo>
                <a:lnTo>
                  <a:pt x="500" y="114"/>
                </a:lnTo>
                <a:lnTo>
                  <a:pt x="500" y="116"/>
                </a:lnTo>
                <a:lnTo>
                  <a:pt x="500" y="115"/>
                </a:lnTo>
                <a:lnTo>
                  <a:pt x="501" y="115"/>
                </a:lnTo>
                <a:lnTo>
                  <a:pt x="501" y="116"/>
                </a:lnTo>
                <a:lnTo>
                  <a:pt x="502" y="116"/>
                </a:lnTo>
                <a:lnTo>
                  <a:pt x="502" y="115"/>
                </a:lnTo>
                <a:lnTo>
                  <a:pt x="502" y="114"/>
                </a:lnTo>
                <a:lnTo>
                  <a:pt x="503" y="114"/>
                </a:lnTo>
                <a:lnTo>
                  <a:pt x="503" y="113"/>
                </a:lnTo>
                <a:lnTo>
                  <a:pt x="504" y="113"/>
                </a:lnTo>
                <a:lnTo>
                  <a:pt x="504" y="114"/>
                </a:lnTo>
                <a:lnTo>
                  <a:pt x="505" y="114"/>
                </a:lnTo>
                <a:lnTo>
                  <a:pt x="505" y="113"/>
                </a:lnTo>
                <a:lnTo>
                  <a:pt x="506" y="113"/>
                </a:lnTo>
                <a:lnTo>
                  <a:pt x="505" y="112"/>
                </a:lnTo>
                <a:lnTo>
                  <a:pt x="506" y="112"/>
                </a:lnTo>
                <a:lnTo>
                  <a:pt x="506" y="111"/>
                </a:lnTo>
                <a:lnTo>
                  <a:pt x="507" y="111"/>
                </a:lnTo>
                <a:lnTo>
                  <a:pt x="507" y="110"/>
                </a:lnTo>
                <a:lnTo>
                  <a:pt x="508" y="109"/>
                </a:lnTo>
                <a:lnTo>
                  <a:pt x="508" y="108"/>
                </a:lnTo>
                <a:lnTo>
                  <a:pt x="509" y="107"/>
                </a:lnTo>
                <a:lnTo>
                  <a:pt x="510" y="106"/>
                </a:lnTo>
                <a:lnTo>
                  <a:pt x="510" y="105"/>
                </a:lnTo>
                <a:lnTo>
                  <a:pt x="511" y="105"/>
                </a:lnTo>
                <a:lnTo>
                  <a:pt x="511" y="106"/>
                </a:lnTo>
                <a:lnTo>
                  <a:pt x="512" y="106"/>
                </a:lnTo>
                <a:lnTo>
                  <a:pt x="513" y="106"/>
                </a:lnTo>
                <a:lnTo>
                  <a:pt x="514" y="105"/>
                </a:lnTo>
                <a:lnTo>
                  <a:pt x="514" y="104"/>
                </a:lnTo>
                <a:lnTo>
                  <a:pt x="515" y="104"/>
                </a:lnTo>
                <a:lnTo>
                  <a:pt x="516" y="104"/>
                </a:lnTo>
                <a:lnTo>
                  <a:pt x="516" y="103"/>
                </a:lnTo>
                <a:lnTo>
                  <a:pt x="517" y="103"/>
                </a:lnTo>
                <a:lnTo>
                  <a:pt x="518" y="103"/>
                </a:lnTo>
                <a:lnTo>
                  <a:pt x="518" y="102"/>
                </a:lnTo>
                <a:lnTo>
                  <a:pt x="519" y="102"/>
                </a:lnTo>
                <a:lnTo>
                  <a:pt x="520" y="102"/>
                </a:lnTo>
                <a:lnTo>
                  <a:pt x="520" y="101"/>
                </a:lnTo>
                <a:lnTo>
                  <a:pt x="521" y="101"/>
                </a:lnTo>
                <a:lnTo>
                  <a:pt x="522" y="101"/>
                </a:lnTo>
                <a:lnTo>
                  <a:pt x="522" y="102"/>
                </a:lnTo>
                <a:lnTo>
                  <a:pt x="523" y="102"/>
                </a:lnTo>
                <a:lnTo>
                  <a:pt x="523" y="101"/>
                </a:lnTo>
                <a:lnTo>
                  <a:pt x="524" y="100"/>
                </a:lnTo>
                <a:lnTo>
                  <a:pt x="525" y="99"/>
                </a:lnTo>
                <a:lnTo>
                  <a:pt x="526" y="99"/>
                </a:lnTo>
                <a:lnTo>
                  <a:pt x="528" y="99"/>
                </a:lnTo>
                <a:lnTo>
                  <a:pt x="528" y="100"/>
                </a:lnTo>
                <a:lnTo>
                  <a:pt x="528" y="101"/>
                </a:lnTo>
                <a:lnTo>
                  <a:pt x="529" y="101"/>
                </a:lnTo>
                <a:lnTo>
                  <a:pt x="528" y="100"/>
                </a:lnTo>
                <a:lnTo>
                  <a:pt x="529" y="100"/>
                </a:lnTo>
                <a:lnTo>
                  <a:pt x="530" y="101"/>
                </a:lnTo>
                <a:lnTo>
                  <a:pt x="530" y="100"/>
                </a:lnTo>
                <a:lnTo>
                  <a:pt x="531" y="100"/>
                </a:lnTo>
                <a:lnTo>
                  <a:pt x="531" y="101"/>
                </a:lnTo>
                <a:lnTo>
                  <a:pt x="532" y="101"/>
                </a:lnTo>
                <a:lnTo>
                  <a:pt x="532" y="102"/>
                </a:lnTo>
                <a:lnTo>
                  <a:pt x="533" y="101"/>
                </a:lnTo>
                <a:lnTo>
                  <a:pt x="534" y="101"/>
                </a:lnTo>
                <a:lnTo>
                  <a:pt x="534" y="102"/>
                </a:lnTo>
                <a:lnTo>
                  <a:pt x="534" y="103"/>
                </a:lnTo>
                <a:lnTo>
                  <a:pt x="535" y="103"/>
                </a:lnTo>
                <a:lnTo>
                  <a:pt x="536" y="104"/>
                </a:lnTo>
                <a:lnTo>
                  <a:pt x="537" y="105"/>
                </a:lnTo>
                <a:lnTo>
                  <a:pt x="536" y="105"/>
                </a:lnTo>
                <a:lnTo>
                  <a:pt x="537" y="105"/>
                </a:lnTo>
                <a:lnTo>
                  <a:pt x="538" y="105"/>
                </a:lnTo>
                <a:lnTo>
                  <a:pt x="539" y="105"/>
                </a:lnTo>
                <a:lnTo>
                  <a:pt x="539" y="106"/>
                </a:lnTo>
                <a:lnTo>
                  <a:pt x="540" y="106"/>
                </a:lnTo>
                <a:lnTo>
                  <a:pt x="541" y="106"/>
                </a:lnTo>
                <a:lnTo>
                  <a:pt x="542" y="105"/>
                </a:lnTo>
                <a:lnTo>
                  <a:pt x="543" y="105"/>
                </a:lnTo>
                <a:lnTo>
                  <a:pt x="544" y="105"/>
                </a:lnTo>
                <a:lnTo>
                  <a:pt x="544" y="106"/>
                </a:lnTo>
                <a:lnTo>
                  <a:pt x="545" y="106"/>
                </a:lnTo>
                <a:lnTo>
                  <a:pt x="545" y="107"/>
                </a:lnTo>
                <a:lnTo>
                  <a:pt x="546" y="106"/>
                </a:lnTo>
                <a:lnTo>
                  <a:pt x="547" y="106"/>
                </a:lnTo>
                <a:lnTo>
                  <a:pt x="548" y="106"/>
                </a:lnTo>
                <a:lnTo>
                  <a:pt x="549" y="107"/>
                </a:lnTo>
                <a:lnTo>
                  <a:pt x="550" y="108"/>
                </a:lnTo>
                <a:lnTo>
                  <a:pt x="551" y="108"/>
                </a:lnTo>
                <a:lnTo>
                  <a:pt x="551" y="109"/>
                </a:lnTo>
                <a:lnTo>
                  <a:pt x="551" y="110"/>
                </a:lnTo>
                <a:lnTo>
                  <a:pt x="552" y="111"/>
                </a:lnTo>
                <a:lnTo>
                  <a:pt x="553" y="111"/>
                </a:lnTo>
                <a:lnTo>
                  <a:pt x="553" y="110"/>
                </a:lnTo>
                <a:lnTo>
                  <a:pt x="554" y="110"/>
                </a:lnTo>
                <a:lnTo>
                  <a:pt x="554" y="111"/>
                </a:lnTo>
                <a:lnTo>
                  <a:pt x="554" y="110"/>
                </a:lnTo>
                <a:lnTo>
                  <a:pt x="554" y="109"/>
                </a:lnTo>
                <a:lnTo>
                  <a:pt x="555" y="109"/>
                </a:lnTo>
                <a:lnTo>
                  <a:pt x="556" y="109"/>
                </a:lnTo>
                <a:lnTo>
                  <a:pt x="556" y="111"/>
                </a:lnTo>
                <a:lnTo>
                  <a:pt x="557" y="111"/>
                </a:lnTo>
                <a:lnTo>
                  <a:pt x="557" y="110"/>
                </a:lnTo>
                <a:lnTo>
                  <a:pt x="557" y="109"/>
                </a:lnTo>
                <a:lnTo>
                  <a:pt x="558" y="109"/>
                </a:lnTo>
                <a:lnTo>
                  <a:pt x="559" y="109"/>
                </a:lnTo>
                <a:lnTo>
                  <a:pt x="560" y="109"/>
                </a:lnTo>
                <a:lnTo>
                  <a:pt x="560" y="108"/>
                </a:lnTo>
                <a:lnTo>
                  <a:pt x="561" y="108"/>
                </a:lnTo>
                <a:lnTo>
                  <a:pt x="562" y="108"/>
                </a:lnTo>
                <a:lnTo>
                  <a:pt x="563" y="108"/>
                </a:lnTo>
                <a:lnTo>
                  <a:pt x="564" y="108"/>
                </a:lnTo>
                <a:lnTo>
                  <a:pt x="564" y="107"/>
                </a:lnTo>
                <a:lnTo>
                  <a:pt x="565" y="107"/>
                </a:lnTo>
                <a:lnTo>
                  <a:pt x="566" y="107"/>
                </a:lnTo>
                <a:lnTo>
                  <a:pt x="567" y="108"/>
                </a:lnTo>
                <a:lnTo>
                  <a:pt x="567" y="107"/>
                </a:lnTo>
                <a:lnTo>
                  <a:pt x="568" y="107"/>
                </a:lnTo>
                <a:lnTo>
                  <a:pt x="569" y="107"/>
                </a:lnTo>
                <a:lnTo>
                  <a:pt x="570" y="107"/>
                </a:lnTo>
                <a:lnTo>
                  <a:pt x="570" y="108"/>
                </a:lnTo>
                <a:lnTo>
                  <a:pt x="569" y="108"/>
                </a:lnTo>
                <a:lnTo>
                  <a:pt x="569" y="109"/>
                </a:lnTo>
                <a:lnTo>
                  <a:pt x="570" y="110"/>
                </a:lnTo>
                <a:lnTo>
                  <a:pt x="571" y="110"/>
                </a:lnTo>
                <a:lnTo>
                  <a:pt x="571" y="111"/>
                </a:lnTo>
                <a:lnTo>
                  <a:pt x="572" y="111"/>
                </a:lnTo>
                <a:lnTo>
                  <a:pt x="572" y="112"/>
                </a:lnTo>
                <a:lnTo>
                  <a:pt x="572" y="113"/>
                </a:lnTo>
                <a:lnTo>
                  <a:pt x="572" y="114"/>
                </a:lnTo>
                <a:lnTo>
                  <a:pt x="572" y="115"/>
                </a:lnTo>
                <a:lnTo>
                  <a:pt x="572" y="116"/>
                </a:lnTo>
                <a:lnTo>
                  <a:pt x="572" y="117"/>
                </a:lnTo>
                <a:lnTo>
                  <a:pt x="573" y="117"/>
                </a:lnTo>
                <a:lnTo>
                  <a:pt x="574" y="117"/>
                </a:lnTo>
                <a:lnTo>
                  <a:pt x="575" y="117"/>
                </a:lnTo>
                <a:lnTo>
                  <a:pt x="576" y="118"/>
                </a:lnTo>
                <a:lnTo>
                  <a:pt x="576" y="119"/>
                </a:lnTo>
                <a:lnTo>
                  <a:pt x="577" y="120"/>
                </a:lnTo>
                <a:lnTo>
                  <a:pt x="578" y="120"/>
                </a:lnTo>
                <a:lnTo>
                  <a:pt x="578" y="121"/>
                </a:lnTo>
                <a:lnTo>
                  <a:pt x="578" y="122"/>
                </a:lnTo>
                <a:lnTo>
                  <a:pt x="579" y="122"/>
                </a:lnTo>
                <a:lnTo>
                  <a:pt x="580" y="123"/>
                </a:lnTo>
                <a:lnTo>
                  <a:pt x="581" y="123"/>
                </a:lnTo>
                <a:lnTo>
                  <a:pt x="581" y="124"/>
                </a:lnTo>
                <a:lnTo>
                  <a:pt x="582" y="124"/>
                </a:lnTo>
                <a:lnTo>
                  <a:pt x="583" y="124"/>
                </a:lnTo>
                <a:lnTo>
                  <a:pt x="583" y="125"/>
                </a:lnTo>
                <a:lnTo>
                  <a:pt x="582" y="125"/>
                </a:lnTo>
                <a:lnTo>
                  <a:pt x="582" y="126"/>
                </a:lnTo>
                <a:lnTo>
                  <a:pt x="582" y="127"/>
                </a:lnTo>
                <a:lnTo>
                  <a:pt x="583" y="127"/>
                </a:lnTo>
                <a:lnTo>
                  <a:pt x="584" y="126"/>
                </a:lnTo>
                <a:lnTo>
                  <a:pt x="585" y="127"/>
                </a:lnTo>
                <a:lnTo>
                  <a:pt x="586" y="128"/>
                </a:lnTo>
                <a:lnTo>
                  <a:pt x="586" y="129"/>
                </a:lnTo>
                <a:lnTo>
                  <a:pt x="587" y="129"/>
                </a:lnTo>
                <a:lnTo>
                  <a:pt x="587" y="130"/>
                </a:lnTo>
                <a:lnTo>
                  <a:pt x="587" y="131"/>
                </a:lnTo>
                <a:lnTo>
                  <a:pt x="588" y="131"/>
                </a:lnTo>
                <a:lnTo>
                  <a:pt x="589" y="132"/>
                </a:lnTo>
                <a:lnTo>
                  <a:pt x="589" y="133"/>
                </a:lnTo>
                <a:lnTo>
                  <a:pt x="589" y="134"/>
                </a:lnTo>
                <a:lnTo>
                  <a:pt x="590" y="135"/>
                </a:lnTo>
                <a:lnTo>
                  <a:pt x="590" y="136"/>
                </a:lnTo>
                <a:lnTo>
                  <a:pt x="590" y="137"/>
                </a:lnTo>
                <a:lnTo>
                  <a:pt x="589" y="137"/>
                </a:lnTo>
                <a:lnTo>
                  <a:pt x="589" y="136"/>
                </a:lnTo>
                <a:lnTo>
                  <a:pt x="588" y="137"/>
                </a:lnTo>
                <a:lnTo>
                  <a:pt x="588" y="138"/>
                </a:lnTo>
                <a:lnTo>
                  <a:pt x="589" y="139"/>
                </a:lnTo>
                <a:lnTo>
                  <a:pt x="588" y="139"/>
                </a:lnTo>
                <a:lnTo>
                  <a:pt x="587" y="139"/>
                </a:lnTo>
                <a:lnTo>
                  <a:pt x="586" y="139"/>
                </a:lnTo>
                <a:lnTo>
                  <a:pt x="585" y="140"/>
                </a:lnTo>
                <a:lnTo>
                  <a:pt x="584" y="141"/>
                </a:lnTo>
                <a:lnTo>
                  <a:pt x="583" y="141"/>
                </a:lnTo>
                <a:lnTo>
                  <a:pt x="584" y="141"/>
                </a:lnTo>
                <a:lnTo>
                  <a:pt x="584" y="142"/>
                </a:lnTo>
                <a:lnTo>
                  <a:pt x="583" y="142"/>
                </a:lnTo>
                <a:lnTo>
                  <a:pt x="582" y="143"/>
                </a:lnTo>
                <a:lnTo>
                  <a:pt x="582" y="145"/>
                </a:lnTo>
                <a:lnTo>
                  <a:pt x="582" y="146"/>
                </a:lnTo>
                <a:lnTo>
                  <a:pt x="583" y="146"/>
                </a:lnTo>
                <a:lnTo>
                  <a:pt x="583" y="147"/>
                </a:lnTo>
                <a:lnTo>
                  <a:pt x="583" y="148"/>
                </a:lnTo>
                <a:lnTo>
                  <a:pt x="583" y="149"/>
                </a:lnTo>
                <a:lnTo>
                  <a:pt x="582" y="149"/>
                </a:lnTo>
                <a:lnTo>
                  <a:pt x="582" y="150"/>
                </a:lnTo>
                <a:lnTo>
                  <a:pt x="583" y="150"/>
                </a:lnTo>
                <a:lnTo>
                  <a:pt x="583" y="151"/>
                </a:lnTo>
                <a:lnTo>
                  <a:pt x="582" y="151"/>
                </a:lnTo>
                <a:lnTo>
                  <a:pt x="582" y="152"/>
                </a:lnTo>
                <a:lnTo>
                  <a:pt x="582" y="153"/>
                </a:lnTo>
                <a:lnTo>
                  <a:pt x="583" y="154"/>
                </a:lnTo>
                <a:lnTo>
                  <a:pt x="583" y="155"/>
                </a:lnTo>
                <a:lnTo>
                  <a:pt x="584" y="156"/>
                </a:lnTo>
                <a:lnTo>
                  <a:pt x="584" y="157"/>
                </a:lnTo>
                <a:lnTo>
                  <a:pt x="585" y="159"/>
                </a:lnTo>
                <a:lnTo>
                  <a:pt x="585" y="160"/>
                </a:lnTo>
                <a:lnTo>
                  <a:pt x="585" y="161"/>
                </a:lnTo>
                <a:lnTo>
                  <a:pt x="586" y="161"/>
                </a:lnTo>
                <a:lnTo>
                  <a:pt x="586" y="162"/>
                </a:lnTo>
                <a:lnTo>
                  <a:pt x="587" y="163"/>
                </a:lnTo>
                <a:lnTo>
                  <a:pt x="588" y="164"/>
                </a:lnTo>
                <a:lnTo>
                  <a:pt x="589" y="164"/>
                </a:lnTo>
                <a:lnTo>
                  <a:pt x="590" y="166"/>
                </a:lnTo>
                <a:lnTo>
                  <a:pt x="590" y="167"/>
                </a:lnTo>
                <a:lnTo>
                  <a:pt x="591" y="167"/>
                </a:lnTo>
                <a:lnTo>
                  <a:pt x="592" y="167"/>
                </a:lnTo>
                <a:lnTo>
                  <a:pt x="592" y="168"/>
                </a:lnTo>
                <a:lnTo>
                  <a:pt x="592" y="170"/>
                </a:lnTo>
                <a:lnTo>
                  <a:pt x="592" y="171"/>
                </a:lnTo>
                <a:lnTo>
                  <a:pt x="592" y="173"/>
                </a:lnTo>
                <a:lnTo>
                  <a:pt x="592" y="174"/>
                </a:lnTo>
                <a:lnTo>
                  <a:pt x="593" y="175"/>
                </a:lnTo>
                <a:lnTo>
                  <a:pt x="593" y="176"/>
                </a:lnTo>
                <a:lnTo>
                  <a:pt x="594" y="176"/>
                </a:lnTo>
                <a:lnTo>
                  <a:pt x="594" y="177"/>
                </a:lnTo>
                <a:lnTo>
                  <a:pt x="594" y="178"/>
                </a:lnTo>
                <a:lnTo>
                  <a:pt x="594" y="179"/>
                </a:lnTo>
                <a:lnTo>
                  <a:pt x="594" y="180"/>
                </a:lnTo>
                <a:lnTo>
                  <a:pt x="595" y="181"/>
                </a:lnTo>
                <a:lnTo>
                  <a:pt x="595" y="183"/>
                </a:lnTo>
                <a:lnTo>
                  <a:pt x="594" y="184"/>
                </a:lnTo>
                <a:lnTo>
                  <a:pt x="594" y="185"/>
                </a:lnTo>
                <a:lnTo>
                  <a:pt x="594" y="186"/>
                </a:lnTo>
                <a:lnTo>
                  <a:pt x="595" y="186"/>
                </a:lnTo>
                <a:lnTo>
                  <a:pt x="596" y="186"/>
                </a:lnTo>
                <a:lnTo>
                  <a:pt x="596" y="187"/>
                </a:lnTo>
                <a:lnTo>
                  <a:pt x="597" y="188"/>
                </a:lnTo>
                <a:lnTo>
                  <a:pt x="597" y="189"/>
                </a:lnTo>
                <a:lnTo>
                  <a:pt x="597" y="190"/>
                </a:lnTo>
                <a:lnTo>
                  <a:pt x="598" y="189"/>
                </a:lnTo>
                <a:lnTo>
                  <a:pt x="599" y="189"/>
                </a:lnTo>
                <a:lnTo>
                  <a:pt x="599" y="188"/>
                </a:lnTo>
                <a:lnTo>
                  <a:pt x="599" y="187"/>
                </a:lnTo>
                <a:lnTo>
                  <a:pt x="600" y="186"/>
                </a:lnTo>
                <a:lnTo>
                  <a:pt x="600" y="185"/>
                </a:lnTo>
                <a:lnTo>
                  <a:pt x="601" y="185"/>
                </a:lnTo>
                <a:lnTo>
                  <a:pt x="601" y="184"/>
                </a:lnTo>
                <a:lnTo>
                  <a:pt x="600" y="183"/>
                </a:lnTo>
                <a:lnTo>
                  <a:pt x="600" y="182"/>
                </a:lnTo>
                <a:lnTo>
                  <a:pt x="601" y="181"/>
                </a:lnTo>
                <a:lnTo>
                  <a:pt x="603" y="181"/>
                </a:lnTo>
                <a:lnTo>
                  <a:pt x="604" y="181"/>
                </a:lnTo>
                <a:lnTo>
                  <a:pt x="605" y="181"/>
                </a:lnTo>
                <a:lnTo>
                  <a:pt x="605" y="180"/>
                </a:lnTo>
                <a:lnTo>
                  <a:pt x="606" y="180"/>
                </a:lnTo>
                <a:lnTo>
                  <a:pt x="607" y="179"/>
                </a:lnTo>
                <a:lnTo>
                  <a:pt x="607" y="178"/>
                </a:lnTo>
                <a:lnTo>
                  <a:pt x="608" y="177"/>
                </a:lnTo>
                <a:lnTo>
                  <a:pt x="608" y="176"/>
                </a:lnTo>
                <a:lnTo>
                  <a:pt x="608" y="175"/>
                </a:lnTo>
                <a:lnTo>
                  <a:pt x="608" y="176"/>
                </a:lnTo>
                <a:lnTo>
                  <a:pt x="609" y="175"/>
                </a:lnTo>
                <a:lnTo>
                  <a:pt x="610" y="174"/>
                </a:lnTo>
                <a:lnTo>
                  <a:pt x="611" y="174"/>
                </a:lnTo>
                <a:lnTo>
                  <a:pt x="612" y="174"/>
                </a:lnTo>
                <a:lnTo>
                  <a:pt x="613" y="174"/>
                </a:lnTo>
                <a:lnTo>
                  <a:pt x="614" y="174"/>
                </a:lnTo>
                <a:lnTo>
                  <a:pt x="614" y="175"/>
                </a:lnTo>
                <a:lnTo>
                  <a:pt x="613" y="175"/>
                </a:lnTo>
                <a:lnTo>
                  <a:pt x="613" y="176"/>
                </a:lnTo>
                <a:lnTo>
                  <a:pt x="613" y="177"/>
                </a:lnTo>
                <a:lnTo>
                  <a:pt x="614" y="177"/>
                </a:lnTo>
                <a:lnTo>
                  <a:pt x="615" y="177"/>
                </a:lnTo>
                <a:lnTo>
                  <a:pt x="616" y="177"/>
                </a:lnTo>
                <a:lnTo>
                  <a:pt x="617" y="177"/>
                </a:lnTo>
                <a:lnTo>
                  <a:pt x="618" y="178"/>
                </a:lnTo>
                <a:lnTo>
                  <a:pt x="618" y="177"/>
                </a:lnTo>
                <a:lnTo>
                  <a:pt x="619" y="176"/>
                </a:lnTo>
                <a:lnTo>
                  <a:pt x="619" y="175"/>
                </a:lnTo>
                <a:lnTo>
                  <a:pt x="618" y="175"/>
                </a:lnTo>
                <a:lnTo>
                  <a:pt x="618" y="174"/>
                </a:lnTo>
                <a:lnTo>
                  <a:pt x="619" y="173"/>
                </a:lnTo>
                <a:lnTo>
                  <a:pt x="622" y="173"/>
                </a:lnTo>
                <a:lnTo>
                  <a:pt x="623" y="173"/>
                </a:lnTo>
                <a:lnTo>
                  <a:pt x="624" y="173"/>
                </a:lnTo>
                <a:lnTo>
                  <a:pt x="625" y="173"/>
                </a:lnTo>
                <a:lnTo>
                  <a:pt x="626" y="172"/>
                </a:lnTo>
                <a:lnTo>
                  <a:pt x="627" y="172"/>
                </a:lnTo>
                <a:lnTo>
                  <a:pt x="629" y="172"/>
                </a:lnTo>
                <a:lnTo>
                  <a:pt x="631" y="172"/>
                </a:lnTo>
                <a:lnTo>
                  <a:pt x="632" y="171"/>
                </a:lnTo>
                <a:lnTo>
                  <a:pt x="632" y="172"/>
                </a:lnTo>
                <a:lnTo>
                  <a:pt x="633" y="172"/>
                </a:lnTo>
                <a:lnTo>
                  <a:pt x="633" y="173"/>
                </a:lnTo>
                <a:lnTo>
                  <a:pt x="634" y="173"/>
                </a:lnTo>
                <a:lnTo>
                  <a:pt x="635" y="173"/>
                </a:lnTo>
                <a:lnTo>
                  <a:pt x="636" y="173"/>
                </a:lnTo>
                <a:lnTo>
                  <a:pt x="637" y="173"/>
                </a:lnTo>
                <a:lnTo>
                  <a:pt x="638" y="173"/>
                </a:lnTo>
                <a:lnTo>
                  <a:pt x="640" y="174"/>
                </a:lnTo>
                <a:lnTo>
                  <a:pt x="640" y="173"/>
                </a:lnTo>
                <a:lnTo>
                  <a:pt x="640" y="174"/>
                </a:lnTo>
                <a:lnTo>
                  <a:pt x="641" y="174"/>
                </a:lnTo>
                <a:lnTo>
                  <a:pt x="642" y="174"/>
                </a:lnTo>
                <a:lnTo>
                  <a:pt x="643" y="174"/>
                </a:lnTo>
                <a:lnTo>
                  <a:pt x="644" y="174"/>
                </a:lnTo>
                <a:lnTo>
                  <a:pt x="644" y="175"/>
                </a:lnTo>
                <a:lnTo>
                  <a:pt x="645" y="176"/>
                </a:lnTo>
                <a:lnTo>
                  <a:pt x="647" y="176"/>
                </a:lnTo>
                <a:lnTo>
                  <a:pt x="647" y="177"/>
                </a:lnTo>
                <a:lnTo>
                  <a:pt x="648" y="177"/>
                </a:lnTo>
                <a:lnTo>
                  <a:pt x="648" y="176"/>
                </a:lnTo>
                <a:lnTo>
                  <a:pt x="649" y="176"/>
                </a:lnTo>
                <a:lnTo>
                  <a:pt x="650" y="176"/>
                </a:lnTo>
                <a:lnTo>
                  <a:pt x="651" y="177"/>
                </a:lnTo>
                <a:lnTo>
                  <a:pt x="651" y="178"/>
                </a:lnTo>
                <a:lnTo>
                  <a:pt x="652" y="178"/>
                </a:lnTo>
                <a:lnTo>
                  <a:pt x="652" y="179"/>
                </a:lnTo>
                <a:lnTo>
                  <a:pt x="652" y="180"/>
                </a:lnTo>
                <a:lnTo>
                  <a:pt x="651" y="181"/>
                </a:lnTo>
                <a:lnTo>
                  <a:pt x="650" y="182"/>
                </a:lnTo>
                <a:lnTo>
                  <a:pt x="651" y="183"/>
                </a:lnTo>
                <a:lnTo>
                  <a:pt x="650" y="184"/>
                </a:lnTo>
                <a:lnTo>
                  <a:pt x="650" y="185"/>
                </a:lnTo>
                <a:lnTo>
                  <a:pt x="649" y="185"/>
                </a:lnTo>
                <a:lnTo>
                  <a:pt x="648" y="185"/>
                </a:lnTo>
                <a:lnTo>
                  <a:pt x="647" y="185"/>
                </a:lnTo>
                <a:lnTo>
                  <a:pt x="647" y="184"/>
                </a:lnTo>
                <a:lnTo>
                  <a:pt x="646" y="184"/>
                </a:lnTo>
                <a:lnTo>
                  <a:pt x="645" y="185"/>
                </a:lnTo>
                <a:lnTo>
                  <a:pt x="644" y="185"/>
                </a:lnTo>
                <a:lnTo>
                  <a:pt x="644" y="186"/>
                </a:lnTo>
                <a:lnTo>
                  <a:pt x="644" y="187"/>
                </a:lnTo>
                <a:lnTo>
                  <a:pt x="643" y="187"/>
                </a:lnTo>
                <a:lnTo>
                  <a:pt x="643" y="188"/>
                </a:lnTo>
                <a:lnTo>
                  <a:pt x="643" y="189"/>
                </a:lnTo>
                <a:lnTo>
                  <a:pt x="644" y="189"/>
                </a:lnTo>
                <a:lnTo>
                  <a:pt x="644" y="190"/>
                </a:lnTo>
                <a:lnTo>
                  <a:pt x="644" y="191"/>
                </a:lnTo>
                <a:lnTo>
                  <a:pt x="644" y="192"/>
                </a:lnTo>
                <a:lnTo>
                  <a:pt x="644" y="194"/>
                </a:lnTo>
                <a:lnTo>
                  <a:pt x="645" y="194"/>
                </a:lnTo>
                <a:lnTo>
                  <a:pt x="646" y="195"/>
                </a:lnTo>
                <a:lnTo>
                  <a:pt x="646" y="196"/>
                </a:lnTo>
                <a:lnTo>
                  <a:pt x="647" y="196"/>
                </a:lnTo>
                <a:lnTo>
                  <a:pt x="648" y="196"/>
                </a:lnTo>
                <a:lnTo>
                  <a:pt x="649" y="196"/>
                </a:lnTo>
                <a:lnTo>
                  <a:pt x="649" y="197"/>
                </a:lnTo>
                <a:lnTo>
                  <a:pt x="650" y="197"/>
                </a:lnTo>
                <a:lnTo>
                  <a:pt x="650" y="198"/>
                </a:lnTo>
                <a:lnTo>
                  <a:pt x="649" y="199"/>
                </a:lnTo>
                <a:lnTo>
                  <a:pt x="650" y="199"/>
                </a:lnTo>
                <a:lnTo>
                  <a:pt x="650" y="200"/>
                </a:lnTo>
                <a:lnTo>
                  <a:pt x="649" y="201"/>
                </a:lnTo>
                <a:lnTo>
                  <a:pt x="649" y="202"/>
                </a:lnTo>
                <a:lnTo>
                  <a:pt x="648" y="202"/>
                </a:lnTo>
                <a:lnTo>
                  <a:pt x="648" y="204"/>
                </a:lnTo>
                <a:lnTo>
                  <a:pt x="649" y="204"/>
                </a:lnTo>
                <a:lnTo>
                  <a:pt x="650" y="204"/>
                </a:lnTo>
                <a:lnTo>
                  <a:pt x="651" y="204"/>
                </a:lnTo>
                <a:lnTo>
                  <a:pt x="652" y="205"/>
                </a:lnTo>
                <a:lnTo>
                  <a:pt x="652" y="206"/>
                </a:lnTo>
                <a:lnTo>
                  <a:pt x="653" y="206"/>
                </a:lnTo>
                <a:lnTo>
                  <a:pt x="653" y="207"/>
                </a:lnTo>
                <a:lnTo>
                  <a:pt x="654" y="207"/>
                </a:lnTo>
                <a:lnTo>
                  <a:pt x="654" y="209"/>
                </a:lnTo>
                <a:lnTo>
                  <a:pt x="654" y="208"/>
                </a:lnTo>
                <a:lnTo>
                  <a:pt x="655" y="208"/>
                </a:lnTo>
                <a:lnTo>
                  <a:pt x="655" y="209"/>
                </a:lnTo>
                <a:lnTo>
                  <a:pt x="656" y="209"/>
                </a:lnTo>
                <a:lnTo>
                  <a:pt x="656" y="210"/>
                </a:lnTo>
                <a:lnTo>
                  <a:pt x="657" y="210"/>
                </a:lnTo>
                <a:lnTo>
                  <a:pt x="657" y="211"/>
                </a:lnTo>
                <a:lnTo>
                  <a:pt x="658" y="211"/>
                </a:lnTo>
                <a:lnTo>
                  <a:pt x="659" y="212"/>
                </a:lnTo>
                <a:lnTo>
                  <a:pt x="660" y="212"/>
                </a:lnTo>
                <a:lnTo>
                  <a:pt x="660" y="213"/>
                </a:lnTo>
                <a:lnTo>
                  <a:pt x="661" y="214"/>
                </a:lnTo>
                <a:lnTo>
                  <a:pt x="662" y="215"/>
                </a:lnTo>
                <a:lnTo>
                  <a:pt x="663" y="215"/>
                </a:lnTo>
                <a:lnTo>
                  <a:pt x="663" y="216"/>
                </a:lnTo>
                <a:lnTo>
                  <a:pt x="664" y="216"/>
                </a:lnTo>
                <a:lnTo>
                  <a:pt x="665" y="216"/>
                </a:lnTo>
                <a:lnTo>
                  <a:pt x="665" y="217"/>
                </a:lnTo>
                <a:lnTo>
                  <a:pt x="666" y="218"/>
                </a:lnTo>
                <a:lnTo>
                  <a:pt x="667" y="218"/>
                </a:lnTo>
                <a:lnTo>
                  <a:pt x="667" y="219"/>
                </a:lnTo>
                <a:lnTo>
                  <a:pt x="667" y="220"/>
                </a:lnTo>
                <a:lnTo>
                  <a:pt x="668" y="221"/>
                </a:lnTo>
                <a:lnTo>
                  <a:pt x="668" y="222"/>
                </a:lnTo>
                <a:lnTo>
                  <a:pt x="667" y="222"/>
                </a:lnTo>
                <a:lnTo>
                  <a:pt x="667" y="223"/>
                </a:lnTo>
                <a:lnTo>
                  <a:pt x="667" y="224"/>
                </a:lnTo>
                <a:lnTo>
                  <a:pt x="666" y="224"/>
                </a:lnTo>
                <a:lnTo>
                  <a:pt x="667" y="224"/>
                </a:lnTo>
                <a:lnTo>
                  <a:pt x="667" y="225"/>
                </a:lnTo>
                <a:lnTo>
                  <a:pt x="666" y="225"/>
                </a:lnTo>
                <a:lnTo>
                  <a:pt x="666" y="226"/>
                </a:lnTo>
                <a:lnTo>
                  <a:pt x="666" y="227"/>
                </a:lnTo>
                <a:lnTo>
                  <a:pt x="667" y="227"/>
                </a:lnTo>
                <a:lnTo>
                  <a:pt x="667" y="228"/>
                </a:lnTo>
                <a:lnTo>
                  <a:pt x="668" y="229"/>
                </a:lnTo>
                <a:lnTo>
                  <a:pt x="669" y="230"/>
                </a:lnTo>
                <a:lnTo>
                  <a:pt x="670" y="231"/>
                </a:lnTo>
                <a:lnTo>
                  <a:pt x="671" y="232"/>
                </a:lnTo>
                <a:lnTo>
                  <a:pt x="672" y="232"/>
                </a:lnTo>
                <a:lnTo>
                  <a:pt x="672" y="231"/>
                </a:lnTo>
                <a:lnTo>
                  <a:pt x="674" y="231"/>
                </a:lnTo>
                <a:lnTo>
                  <a:pt x="674" y="232"/>
                </a:lnTo>
                <a:lnTo>
                  <a:pt x="675" y="232"/>
                </a:lnTo>
                <a:lnTo>
                  <a:pt x="675" y="233"/>
                </a:lnTo>
                <a:lnTo>
                  <a:pt x="676" y="233"/>
                </a:lnTo>
                <a:lnTo>
                  <a:pt x="676" y="234"/>
                </a:lnTo>
                <a:lnTo>
                  <a:pt x="677" y="234"/>
                </a:lnTo>
                <a:lnTo>
                  <a:pt x="677" y="233"/>
                </a:lnTo>
                <a:lnTo>
                  <a:pt x="678" y="233"/>
                </a:lnTo>
                <a:lnTo>
                  <a:pt x="678" y="232"/>
                </a:lnTo>
                <a:lnTo>
                  <a:pt x="679" y="232"/>
                </a:lnTo>
                <a:lnTo>
                  <a:pt x="679" y="231"/>
                </a:lnTo>
                <a:lnTo>
                  <a:pt x="679" y="230"/>
                </a:lnTo>
                <a:lnTo>
                  <a:pt x="679" y="228"/>
                </a:lnTo>
                <a:lnTo>
                  <a:pt x="680" y="227"/>
                </a:lnTo>
                <a:lnTo>
                  <a:pt x="680" y="228"/>
                </a:lnTo>
                <a:lnTo>
                  <a:pt x="681" y="228"/>
                </a:lnTo>
                <a:lnTo>
                  <a:pt x="681" y="229"/>
                </a:lnTo>
                <a:lnTo>
                  <a:pt x="681" y="230"/>
                </a:lnTo>
                <a:lnTo>
                  <a:pt x="681" y="231"/>
                </a:lnTo>
                <a:lnTo>
                  <a:pt x="681" y="233"/>
                </a:lnTo>
                <a:lnTo>
                  <a:pt x="682" y="234"/>
                </a:lnTo>
                <a:lnTo>
                  <a:pt x="682" y="235"/>
                </a:lnTo>
                <a:lnTo>
                  <a:pt x="683" y="237"/>
                </a:lnTo>
                <a:lnTo>
                  <a:pt x="684" y="238"/>
                </a:lnTo>
                <a:lnTo>
                  <a:pt x="684" y="239"/>
                </a:lnTo>
                <a:lnTo>
                  <a:pt x="684" y="240"/>
                </a:lnTo>
                <a:lnTo>
                  <a:pt x="685" y="240"/>
                </a:lnTo>
                <a:lnTo>
                  <a:pt x="685" y="241"/>
                </a:lnTo>
                <a:lnTo>
                  <a:pt x="685" y="242"/>
                </a:lnTo>
                <a:lnTo>
                  <a:pt x="684" y="242"/>
                </a:lnTo>
                <a:lnTo>
                  <a:pt x="684" y="243"/>
                </a:lnTo>
                <a:lnTo>
                  <a:pt x="685" y="243"/>
                </a:lnTo>
                <a:lnTo>
                  <a:pt x="686" y="243"/>
                </a:lnTo>
                <a:lnTo>
                  <a:pt x="686" y="244"/>
                </a:lnTo>
                <a:lnTo>
                  <a:pt x="687" y="244"/>
                </a:lnTo>
                <a:lnTo>
                  <a:pt x="688" y="244"/>
                </a:lnTo>
                <a:lnTo>
                  <a:pt x="689" y="244"/>
                </a:lnTo>
                <a:lnTo>
                  <a:pt x="690" y="245"/>
                </a:lnTo>
                <a:lnTo>
                  <a:pt x="691" y="245"/>
                </a:lnTo>
                <a:lnTo>
                  <a:pt x="692" y="245"/>
                </a:lnTo>
                <a:lnTo>
                  <a:pt x="692" y="244"/>
                </a:lnTo>
                <a:lnTo>
                  <a:pt x="693" y="243"/>
                </a:lnTo>
                <a:lnTo>
                  <a:pt x="693" y="242"/>
                </a:lnTo>
                <a:lnTo>
                  <a:pt x="694" y="242"/>
                </a:lnTo>
                <a:lnTo>
                  <a:pt x="694" y="243"/>
                </a:lnTo>
                <a:lnTo>
                  <a:pt x="695" y="243"/>
                </a:lnTo>
                <a:lnTo>
                  <a:pt x="696" y="243"/>
                </a:lnTo>
                <a:lnTo>
                  <a:pt x="696" y="242"/>
                </a:lnTo>
                <a:lnTo>
                  <a:pt x="697" y="242"/>
                </a:lnTo>
                <a:lnTo>
                  <a:pt x="698" y="243"/>
                </a:lnTo>
                <a:lnTo>
                  <a:pt x="699" y="244"/>
                </a:lnTo>
                <a:lnTo>
                  <a:pt x="699" y="245"/>
                </a:lnTo>
                <a:lnTo>
                  <a:pt x="700" y="245"/>
                </a:lnTo>
                <a:lnTo>
                  <a:pt x="702" y="244"/>
                </a:lnTo>
                <a:lnTo>
                  <a:pt x="702" y="243"/>
                </a:lnTo>
                <a:lnTo>
                  <a:pt x="703" y="243"/>
                </a:lnTo>
                <a:lnTo>
                  <a:pt x="704" y="243"/>
                </a:lnTo>
                <a:lnTo>
                  <a:pt x="705" y="243"/>
                </a:lnTo>
                <a:lnTo>
                  <a:pt x="705" y="242"/>
                </a:lnTo>
                <a:lnTo>
                  <a:pt x="706" y="242"/>
                </a:lnTo>
                <a:lnTo>
                  <a:pt x="706" y="241"/>
                </a:lnTo>
                <a:lnTo>
                  <a:pt x="707" y="241"/>
                </a:lnTo>
                <a:lnTo>
                  <a:pt x="708" y="239"/>
                </a:lnTo>
                <a:lnTo>
                  <a:pt x="709" y="239"/>
                </a:lnTo>
                <a:lnTo>
                  <a:pt x="709" y="238"/>
                </a:lnTo>
                <a:lnTo>
                  <a:pt x="710" y="238"/>
                </a:lnTo>
                <a:lnTo>
                  <a:pt x="711" y="238"/>
                </a:lnTo>
                <a:lnTo>
                  <a:pt x="712" y="237"/>
                </a:lnTo>
                <a:lnTo>
                  <a:pt x="713" y="237"/>
                </a:lnTo>
                <a:lnTo>
                  <a:pt x="714" y="237"/>
                </a:lnTo>
                <a:lnTo>
                  <a:pt x="714" y="236"/>
                </a:lnTo>
                <a:lnTo>
                  <a:pt x="715" y="235"/>
                </a:lnTo>
                <a:lnTo>
                  <a:pt x="715" y="234"/>
                </a:lnTo>
                <a:lnTo>
                  <a:pt x="716" y="234"/>
                </a:lnTo>
                <a:lnTo>
                  <a:pt x="717" y="234"/>
                </a:lnTo>
                <a:lnTo>
                  <a:pt x="718" y="233"/>
                </a:lnTo>
                <a:lnTo>
                  <a:pt x="719" y="233"/>
                </a:lnTo>
                <a:lnTo>
                  <a:pt x="719" y="232"/>
                </a:lnTo>
                <a:lnTo>
                  <a:pt x="719" y="231"/>
                </a:lnTo>
                <a:lnTo>
                  <a:pt x="720" y="230"/>
                </a:lnTo>
                <a:lnTo>
                  <a:pt x="721" y="229"/>
                </a:lnTo>
                <a:lnTo>
                  <a:pt x="722" y="228"/>
                </a:lnTo>
                <a:lnTo>
                  <a:pt x="721" y="228"/>
                </a:lnTo>
                <a:lnTo>
                  <a:pt x="721" y="227"/>
                </a:lnTo>
                <a:lnTo>
                  <a:pt x="720" y="227"/>
                </a:lnTo>
                <a:lnTo>
                  <a:pt x="720" y="225"/>
                </a:lnTo>
                <a:lnTo>
                  <a:pt x="719" y="225"/>
                </a:lnTo>
                <a:lnTo>
                  <a:pt x="718" y="225"/>
                </a:lnTo>
                <a:lnTo>
                  <a:pt x="718" y="224"/>
                </a:lnTo>
                <a:lnTo>
                  <a:pt x="717" y="224"/>
                </a:lnTo>
                <a:lnTo>
                  <a:pt x="717" y="223"/>
                </a:lnTo>
                <a:lnTo>
                  <a:pt x="718" y="222"/>
                </a:lnTo>
                <a:lnTo>
                  <a:pt x="717" y="222"/>
                </a:lnTo>
                <a:lnTo>
                  <a:pt x="718" y="222"/>
                </a:lnTo>
                <a:lnTo>
                  <a:pt x="719" y="222"/>
                </a:lnTo>
                <a:lnTo>
                  <a:pt x="720" y="221"/>
                </a:lnTo>
                <a:lnTo>
                  <a:pt x="719" y="220"/>
                </a:lnTo>
                <a:lnTo>
                  <a:pt x="719" y="218"/>
                </a:lnTo>
                <a:lnTo>
                  <a:pt x="718" y="217"/>
                </a:lnTo>
                <a:lnTo>
                  <a:pt x="718" y="216"/>
                </a:lnTo>
                <a:lnTo>
                  <a:pt x="719" y="216"/>
                </a:lnTo>
                <a:lnTo>
                  <a:pt x="719" y="217"/>
                </a:lnTo>
                <a:lnTo>
                  <a:pt x="720" y="217"/>
                </a:lnTo>
                <a:lnTo>
                  <a:pt x="720" y="216"/>
                </a:lnTo>
                <a:lnTo>
                  <a:pt x="719" y="214"/>
                </a:lnTo>
                <a:lnTo>
                  <a:pt x="718" y="214"/>
                </a:lnTo>
                <a:lnTo>
                  <a:pt x="717" y="213"/>
                </a:lnTo>
                <a:lnTo>
                  <a:pt x="718" y="213"/>
                </a:lnTo>
                <a:lnTo>
                  <a:pt x="718" y="212"/>
                </a:lnTo>
                <a:lnTo>
                  <a:pt x="717" y="212"/>
                </a:lnTo>
                <a:lnTo>
                  <a:pt x="716" y="212"/>
                </a:lnTo>
                <a:lnTo>
                  <a:pt x="715" y="212"/>
                </a:lnTo>
                <a:lnTo>
                  <a:pt x="714" y="212"/>
                </a:lnTo>
                <a:lnTo>
                  <a:pt x="714" y="211"/>
                </a:lnTo>
                <a:lnTo>
                  <a:pt x="714" y="210"/>
                </a:lnTo>
                <a:lnTo>
                  <a:pt x="715" y="209"/>
                </a:lnTo>
                <a:lnTo>
                  <a:pt x="715" y="208"/>
                </a:lnTo>
                <a:lnTo>
                  <a:pt x="716" y="208"/>
                </a:lnTo>
                <a:lnTo>
                  <a:pt x="716" y="207"/>
                </a:lnTo>
                <a:lnTo>
                  <a:pt x="717" y="206"/>
                </a:lnTo>
                <a:lnTo>
                  <a:pt x="717" y="205"/>
                </a:lnTo>
                <a:lnTo>
                  <a:pt x="717" y="204"/>
                </a:lnTo>
                <a:lnTo>
                  <a:pt x="716" y="204"/>
                </a:lnTo>
                <a:lnTo>
                  <a:pt x="716" y="205"/>
                </a:lnTo>
                <a:lnTo>
                  <a:pt x="715" y="205"/>
                </a:lnTo>
                <a:lnTo>
                  <a:pt x="714" y="204"/>
                </a:lnTo>
                <a:lnTo>
                  <a:pt x="714" y="203"/>
                </a:lnTo>
                <a:lnTo>
                  <a:pt x="713" y="203"/>
                </a:lnTo>
                <a:lnTo>
                  <a:pt x="712" y="203"/>
                </a:lnTo>
                <a:lnTo>
                  <a:pt x="712" y="202"/>
                </a:lnTo>
                <a:lnTo>
                  <a:pt x="712" y="201"/>
                </a:lnTo>
                <a:lnTo>
                  <a:pt x="711" y="201"/>
                </a:lnTo>
                <a:lnTo>
                  <a:pt x="711" y="200"/>
                </a:lnTo>
                <a:lnTo>
                  <a:pt x="711" y="199"/>
                </a:lnTo>
                <a:lnTo>
                  <a:pt x="711" y="198"/>
                </a:lnTo>
                <a:lnTo>
                  <a:pt x="710" y="198"/>
                </a:lnTo>
                <a:lnTo>
                  <a:pt x="709" y="198"/>
                </a:lnTo>
                <a:lnTo>
                  <a:pt x="709" y="197"/>
                </a:lnTo>
                <a:lnTo>
                  <a:pt x="710" y="197"/>
                </a:lnTo>
                <a:lnTo>
                  <a:pt x="710" y="196"/>
                </a:lnTo>
                <a:lnTo>
                  <a:pt x="711" y="195"/>
                </a:lnTo>
                <a:lnTo>
                  <a:pt x="710" y="195"/>
                </a:lnTo>
                <a:lnTo>
                  <a:pt x="710" y="194"/>
                </a:lnTo>
                <a:lnTo>
                  <a:pt x="711" y="194"/>
                </a:lnTo>
                <a:lnTo>
                  <a:pt x="711" y="193"/>
                </a:lnTo>
                <a:lnTo>
                  <a:pt x="711" y="194"/>
                </a:lnTo>
                <a:lnTo>
                  <a:pt x="714" y="196"/>
                </a:lnTo>
                <a:lnTo>
                  <a:pt x="715" y="195"/>
                </a:lnTo>
                <a:lnTo>
                  <a:pt x="716" y="195"/>
                </a:lnTo>
                <a:lnTo>
                  <a:pt x="717" y="196"/>
                </a:lnTo>
                <a:lnTo>
                  <a:pt x="718" y="195"/>
                </a:lnTo>
                <a:lnTo>
                  <a:pt x="718" y="194"/>
                </a:lnTo>
                <a:lnTo>
                  <a:pt x="719" y="194"/>
                </a:lnTo>
                <a:lnTo>
                  <a:pt x="720" y="194"/>
                </a:lnTo>
                <a:lnTo>
                  <a:pt x="720" y="195"/>
                </a:lnTo>
                <a:lnTo>
                  <a:pt x="721" y="195"/>
                </a:lnTo>
                <a:lnTo>
                  <a:pt x="721" y="196"/>
                </a:lnTo>
                <a:lnTo>
                  <a:pt x="722" y="196"/>
                </a:lnTo>
                <a:lnTo>
                  <a:pt x="722" y="195"/>
                </a:lnTo>
                <a:lnTo>
                  <a:pt x="723" y="192"/>
                </a:lnTo>
                <a:lnTo>
                  <a:pt x="723" y="191"/>
                </a:lnTo>
                <a:lnTo>
                  <a:pt x="723" y="190"/>
                </a:lnTo>
                <a:lnTo>
                  <a:pt x="723" y="189"/>
                </a:lnTo>
                <a:lnTo>
                  <a:pt x="723" y="188"/>
                </a:lnTo>
                <a:lnTo>
                  <a:pt x="723" y="187"/>
                </a:lnTo>
                <a:lnTo>
                  <a:pt x="723" y="185"/>
                </a:lnTo>
                <a:lnTo>
                  <a:pt x="723" y="184"/>
                </a:lnTo>
                <a:lnTo>
                  <a:pt x="723" y="183"/>
                </a:lnTo>
                <a:lnTo>
                  <a:pt x="723" y="181"/>
                </a:lnTo>
                <a:lnTo>
                  <a:pt x="724" y="181"/>
                </a:lnTo>
                <a:lnTo>
                  <a:pt x="724" y="180"/>
                </a:lnTo>
                <a:lnTo>
                  <a:pt x="724" y="179"/>
                </a:lnTo>
                <a:lnTo>
                  <a:pt x="725" y="179"/>
                </a:lnTo>
                <a:lnTo>
                  <a:pt x="727" y="178"/>
                </a:lnTo>
                <a:lnTo>
                  <a:pt x="727" y="177"/>
                </a:lnTo>
                <a:lnTo>
                  <a:pt x="727" y="176"/>
                </a:lnTo>
                <a:lnTo>
                  <a:pt x="728" y="176"/>
                </a:lnTo>
                <a:lnTo>
                  <a:pt x="729" y="176"/>
                </a:lnTo>
                <a:lnTo>
                  <a:pt x="729" y="175"/>
                </a:lnTo>
                <a:lnTo>
                  <a:pt x="730" y="174"/>
                </a:lnTo>
                <a:lnTo>
                  <a:pt x="730" y="173"/>
                </a:lnTo>
                <a:lnTo>
                  <a:pt x="730" y="172"/>
                </a:lnTo>
                <a:lnTo>
                  <a:pt x="731" y="171"/>
                </a:lnTo>
                <a:lnTo>
                  <a:pt x="732" y="170"/>
                </a:lnTo>
                <a:lnTo>
                  <a:pt x="733" y="170"/>
                </a:lnTo>
                <a:lnTo>
                  <a:pt x="733" y="169"/>
                </a:lnTo>
                <a:lnTo>
                  <a:pt x="734" y="169"/>
                </a:lnTo>
                <a:lnTo>
                  <a:pt x="734" y="168"/>
                </a:lnTo>
                <a:lnTo>
                  <a:pt x="734" y="167"/>
                </a:lnTo>
                <a:lnTo>
                  <a:pt x="735" y="167"/>
                </a:lnTo>
                <a:lnTo>
                  <a:pt x="735" y="166"/>
                </a:lnTo>
                <a:lnTo>
                  <a:pt x="736" y="166"/>
                </a:lnTo>
                <a:lnTo>
                  <a:pt x="737" y="166"/>
                </a:lnTo>
                <a:lnTo>
                  <a:pt x="737" y="165"/>
                </a:lnTo>
                <a:lnTo>
                  <a:pt x="738" y="166"/>
                </a:lnTo>
                <a:lnTo>
                  <a:pt x="739" y="167"/>
                </a:lnTo>
                <a:lnTo>
                  <a:pt x="739" y="168"/>
                </a:lnTo>
                <a:lnTo>
                  <a:pt x="740" y="168"/>
                </a:lnTo>
                <a:lnTo>
                  <a:pt x="740" y="169"/>
                </a:lnTo>
                <a:lnTo>
                  <a:pt x="741" y="169"/>
                </a:lnTo>
                <a:lnTo>
                  <a:pt x="742" y="169"/>
                </a:lnTo>
                <a:lnTo>
                  <a:pt x="743" y="169"/>
                </a:lnTo>
                <a:lnTo>
                  <a:pt x="743" y="170"/>
                </a:lnTo>
                <a:lnTo>
                  <a:pt x="744" y="170"/>
                </a:lnTo>
                <a:lnTo>
                  <a:pt x="745" y="170"/>
                </a:lnTo>
                <a:lnTo>
                  <a:pt x="745" y="171"/>
                </a:lnTo>
                <a:lnTo>
                  <a:pt x="746" y="171"/>
                </a:lnTo>
                <a:lnTo>
                  <a:pt x="746" y="172"/>
                </a:lnTo>
                <a:lnTo>
                  <a:pt x="746" y="173"/>
                </a:lnTo>
                <a:lnTo>
                  <a:pt x="747" y="173"/>
                </a:lnTo>
                <a:lnTo>
                  <a:pt x="747" y="174"/>
                </a:lnTo>
                <a:lnTo>
                  <a:pt x="747" y="173"/>
                </a:lnTo>
                <a:lnTo>
                  <a:pt x="747" y="174"/>
                </a:lnTo>
                <a:lnTo>
                  <a:pt x="748" y="174"/>
                </a:lnTo>
                <a:lnTo>
                  <a:pt x="749" y="174"/>
                </a:lnTo>
                <a:lnTo>
                  <a:pt x="749" y="175"/>
                </a:lnTo>
                <a:lnTo>
                  <a:pt x="750" y="175"/>
                </a:lnTo>
                <a:lnTo>
                  <a:pt x="750" y="176"/>
                </a:lnTo>
                <a:lnTo>
                  <a:pt x="749" y="176"/>
                </a:lnTo>
                <a:lnTo>
                  <a:pt x="749" y="177"/>
                </a:lnTo>
                <a:lnTo>
                  <a:pt x="750" y="179"/>
                </a:lnTo>
                <a:lnTo>
                  <a:pt x="750" y="180"/>
                </a:lnTo>
                <a:lnTo>
                  <a:pt x="751" y="181"/>
                </a:lnTo>
                <a:lnTo>
                  <a:pt x="752" y="181"/>
                </a:lnTo>
                <a:lnTo>
                  <a:pt x="752" y="182"/>
                </a:lnTo>
                <a:lnTo>
                  <a:pt x="753" y="182"/>
                </a:lnTo>
                <a:lnTo>
                  <a:pt x="753" y="183"/>
                </a:lnTo>
                <a:lnTo>
                  <a:pt x="753" y="184"/>
                </a:lnTo>
                <a:lnTo>
                  <a:pt x="753" y="185"/>
                </a:lnTo>
                <a:lnTo>
                  <a:pt x="753" y="186"/>
                </a:lnTo>
                <a:lnTo>
                  <a:pt x="754" y="187"/>
                </a:lnTo>
                <a:lnTo>
                  <a:pt x="754" y="188"/>
                </a:lnTo>
                <a:lnTo>
                  <a:pt x="753" y="188"/>
                </a:lnTo>
                <a:lnTo>
                  <a:pt x="752" y="188"/>
                </a:lnTo>
                <a:lnTo>
                  <a:pt x="751" y="189"/>
                </a:lnTo>
                <a:lnTo>
                  <a:pt x="752" y="189"/>
                </a:lnTo>
                <a:lnTo>
                  <a:pt x="752" y="190"/>
                </a:lnTo>
                <a:lnTo>
                  <a:pt x="753" y="190"/>
                </a:lnTo>
                <a:lnTo>
                  <a:pt x="753" y="191"/>
                </a:lnTo>
                <a:lnTo>
                  <a:pt x="754" y="191"/>
                </a:lnTo>
                <a:lnTo>
                  <a:pt x="754" y="192"/>
                </a:lnTo>
                <a:lnTo>
                  <a:pt x="755" y="192"/>
                </a:lnTo>
                <a:lnTo>
                  <a:pt x="755" y="193"/>
                </a:lnTo>
                <a:lnTo>
                  <a:pt x="755" y="194"/>
                </a:lnTo>
                <a:lnTo>
                  <a:pt x="755" y="195"/>
                </a:lnTo>
                <a:lnTo>
                  <a:pt x="755" y="196"/>
                </a:lnTo>
                <a:lnTo>
                  <a:pt x="755" y="197"/>
                </a:lnTo>
                <a:lnTo>
                  <a:pt x="755" y="198"/>
                </a:lnTo>
                <a:lnTo>
                  <a:pt x="755" y="200"/>
                </a:lnTo>
                <a:lnTo>
                  <a:pt x="755" y="201"/>
                </a:lnTo>
                <a:lnTo>
                  <a:pt x="755" y="202"/>
                </a:lnTo>
                <a:lnTo>
                  <a:pt x="756" y="201"/>
                </a:lnTo>
                <a:lnTo>
                  <a:pt x="757" y="202"/>
                </a:lnTo>
                <a:lnTo>
                  <a:pt x="757" y="203"/>
                </a:lnTo>
                <a:lnTo>
                  <a:pt x="757" y="204"/>
                </a:lnTo>
                <a:lnTo>
                  <a:pt x="757" y="205"/>
                </a:lnTo>
                <a:lnTo>
                  <a:pt x="757" y="206"/>
                </a:lnTo>
                <a:lnTo>
                  <a:pt x="757" y="207"/>
                </a:lnTo>
                <a:lnTo>
                  <a:pt x="757" y="208"/>
                </a:lnTo>
                <a:lnTo>
                  <a:pt x="756" y="209"/>
                </a:lnTo>
                <a:lnTo>
                  <a:pt x="758" y="209"/>
                </a:lnTo>
                <a:lnTo>
                  <a:pt x="758" y="210"/>
                </a:lnTo>
                <a:lnTo>
                  <a:pt x="758" y="211"/>
                </a:lnTo>
                <a:lnTo>
                  <a:pt x="758" y="212"/>
                </a:lnTo>
                <a:lnTo>
                  <a:pt x="759" y="212"/>
                </a:lnTo>
                <a:lnTo>
                  <a:pt x="759" y="213"/>
                </a:lnTo>
                <a:lnTo>
                  <a:pt x="759" y="214"/>
                </a:lnTo>
                <a:lnTo>
                  <a:pt x="760" y="214"/>
                </a:lnTo>
                <a:lnTo>
                  <a:pt x="760" y="215"/>
                </a:lnTo>
                <a:lnTo>
                  <a:pt x="761" y="216"/>
                </a:lnTo>
                <a:lnTo>
                  <a:pt x="762" y="216"/>
                </a:lnTo>
                <a:lnTo>
                  <a:pt x="762" y="217"/>
                </a:lnTo>
                <a:lnTo>
                  <a:pt x="763" y="217"/>
                </a:lnTo>
                <a:lnTo>
                  <a:pt x="763" y="218"/>
                </a:lnTo>
                <a:lnTo>
                  <a:pt x="764" y="218"/>
                </a:lnTo>
                <a:lnTo>
                  <a:pt x="764" y="219"/>
                </a:lnTo>
                <a:lnTo>
                  <a:pt x="765" y="219"/>
                </a:lnTo>
                <a:lnTo>
                  <a:pt x="765" y="220"/>
                </a:lnTo>
                <a:lnTo>
                  <a:pt x="766" y="220"/>
                </a:lnTo>
                <a:lnTo>
                  <a:pt x="768" y="221"/>
                </a:lnTo>
                <a:lnTo>
                  <a:pt x="769" y="222"/>
                </a:lnTo>
                <a:lnTo>
                  <a:pt x="769" y="223"/>
                </a:lnTo>
                <a:lnTo>
                  <a:pt x="769" y="224"/>
                </a:lnTo>
                <a:lnTo>
                  <a:pt x="770" y="224"/>
                </a:lnTo>
                <a:lnTo>
                  <a:pt x="771" y="225"/>
                </a:lnTo>
                <a:lnTo>
                  <a:pt x="772" y="226"/>
                </a:lnTo>
                <a:lnTo>
                  <a:pt x="773" y="226"/>
                </a:lnTo>
                <a:lnTo>
                  <a:pt x="773" y="227"/>
                </a:lnTo>
                <a:lnTo>
                  <a:pt x="773" y="228"/>
                </a:lnTo>
                <a:lnTo>
                  <a:pt x="774" y="228"/>
                </a:lnTo>
                <a:lnTo>
                  <a:pt x="774" y="229"/>
                </a:lnTo>
                <a:lnTo>
                  <a:pt x="775" y="229"/>
                </a:lnTo>
                <a:lnTo>
                  <a:pt x="775" y="230"/>
                </a:lnTo>
                <a:lnTo>
                  <a:pt x="775" y="231"/>
                </a:lnTo>
                <a:lnTo>
                  <a:pt x="776" y="232"/>
                </a:lnTo>
                <a:lnTo>
                  <a:pt x="776" y="234"/>
                </a:lnTo>
                <a:lnTo>
                  <a:pt x="777" y="234"/>
                </a:lnTo>
                <a:lnTo>
                  <a:pt x="778" y="236"/>
                </a:lnTo>
                <a:lnTo>
                  <a:pt x="778" y="237"/>
                </a:lnTo>
                <a:lnTo>
                  <a:pt x="778" y="238"/>
                </a:lnTo>
                <a:lnTo>
                  <a:pt x="779" y="238"/>
                </a:lnTo>
                <a:lnTo>
                  <a:pt x="780" y="239"/>
                </a:lnTo>
                <a:lnTo>
                  <a:pt x="780" y="240"/>
                </a:lnTo>
                <a:lnTo>
                  <a:pt x="781" y="241"/>
                </a:lnTo>
                <a:lnTo>
                  <a:pt x="782" y="241"/>
                </a:lnTo>
                <a:lnTo>
                  <a:pt x="783" y="242"/>
                </a:lnTo>
                <a:lnTo>
                  <a:pt x="784" y="242"/>
                </a:lnTo>
                <a:lnTo>
                  <a:pt x="785" y="242"/>
                </a:lnTo>
                <a:lnTo>
                  <a:pt x="786" y="243"/>
                </a:lnTo>
                <a:lnTo>
                  <a:pt x="786" y="244"/>
                </a:lnTo>
                <a:lnTo>
                  <a:pt x="785" y="246"/>
                </a:lnTo>
                <a:lnTo>
                  <a:pt x="786" y="248"/>
                </a:lnTo>
                <a:lnTo>
                  <a:pt x="787" y="249"/>
                </a:lnTo>
                <a:lnTo>
                  <a:pt x="786" y="249"/>
                </a:lnTo>
                <a:lnTo>
                  <a:pt x="787" y="250"/>
                </a:lnTo>
                <a:lnTo>
                  <a:pt x="787" y="251"/>
                </a:lnTo>
                <a:lnTo>
                  <a:pt x="788" y="250"/>
                </a:lnTo>
                <a:lnTo>
                  <a:pt x="789" y="250"/>
                </a:lnTo>
                <a:lnTo>
                  <a:pt x="790" y="250"/>
                </a:lnTo>
                <a:lnTo>
                  <a:pt x="790" y="249"/>
                </a:lnTo>
                <a:lnTo>
                  <a:pt x="791" y="249"/>
                </a:lnTo>
                <a:lnTo>
                  <a:pt x="792" y="249"/>
                </a:lnTo>
                <a:lnTo>
                  <a:pt x="793" y="249"/>
                </a:lnTo>
                <a:lnTo>
                  <a:pt x="793" y="248"/>
                </a:lnTo>
                <a:lnTo>
                  <a:pt x="793" y="247"/>
                </a:lnTo>
                <a:lnTo>
                  <a:pt x="793" y="248"/>
                </a:lnTo>
                <a:lnTo>
                  <a:pt x="794" y="248"/>
                </a:lnTo>
                <a:lnTo>
                  <a:pt x="795" y="248"/>
                </a:lnTo>
                <a:lnTo>
                  <a:pt x="796" y="248"/>
                </a:lnTo>
                <a:lnTo>
                  <a:pt x="798" y="249"/>
                </a:lnTo>
                <a:lnTo>
                  <a:pt x="798" y="250"/>
                </a:lnTo>
                <a:lnTo>
                  <a:pt x="799" y="251"/>
                </a:lnTo>
                <a:lnTo>
                  <a:pt x="800" y="251"/>
                </a:lnTo>
                <a:lnTo>
                  <a:pt x="800" y="252"/>
                </a:lnTo>
                <a:lnTo>
                  <a:pt x="801" y="252"/>
                </a:lnTo>
                <a:lnTo>
                  <a:pt x="801" y="253"/>
                </a:lnTo>
                <a:lnTo>
                  <a:pt x="800" y="254"/>
                </a:lnTo>
                <a:lnTo>
                  <a:pt x="800" y="255"/>
                </a:lnTo>
                <a:lnTo>
                  <a:pt x="799" y="256"/>
                </a:lnTo>
                <a:lnTo>
                  <a:pt x="799" y="257"/>
                </a:lnTo>
                <a:lnTo>
                  <a:pt x="798" y="257"/>
                </a:lnTo>
                <a:lnTo>
                  <a:pt x="798" y="259"/>
                </a:lnTo>
                <a:lnTo>
                  <a:pt x="798" y="260"/>
                </a:lnTo>
                <a:lnTo>
                  <a:pt x="799" y="260"/>
                </a:lnTo>
                <a:lnTo>
                  <a:pt x="800" y="260"/>
                </a:lnTo>
                <a:lnTo>
                  <a:pt x="801" y="261"/>
                </a:lnTo>
                <a:lnTo>
                  <a:pt x="801" y="262"/>
                </a:lnTo>
                <a:lnTo>
                  <a:pt x="802" y="263"/>
                </a:lnTo>
                <a:lnTo>
                  <a:pt x="803" y="264"/>
                </a:lnTo>
                <a:lnTo>
                  <a:pt x="803" y="265"/>
                </a:lnTo>
                <a:lnTo>
                  <a:pt x="804" y="265"/>
                </a:lnTo>
                <a:lnTo>
                  <a:pt x="804" y="267"/>
                </a:lnTo>
                <a:lnTo>
                  <a:pt x="805" y="267"/>
                </a:lnTo>
                <a:lnTo>
                  <a:pt x="805" y="268"/>
                </a:lnTo>
                <a:lnTo>
                  <a:pt x="804" y="268"/>
                </a:lnTo>
                <a:lnTo>
                  <a:pt x="803" y="268"/>
                </a:lnTo>
                <a:lnTo>
                  <a:pt x="803" y="269"/>
                </a:lnTo>
                <a:lnTo>
                  <a:pt x="802" y="269"/>
                </a:lnTo>
                <a:lnTo>
                  <a:pt x="802" y="270"/>
                </a:lnTo>
                <a:lnTo>
                  <a:pt x="802" y="271"/>
                </a:lnTo>
                <a:lnTo>
                  <a:pt x="803" y="271"/>
                </a:lnTo>
                <a:lnTo>
                  <a:pt x="804" y="271"/>
                </a:lnTo>
                <a:lnTo>
                  <a:pt x="804" y="272"/>
                </a:lnTo>
                <a:lnTo>
                  <a:pt x="805" y="272"/>
                </a:lnTo>
                <a:lnTo>
                  <a:pt x="806" y="271"/>
                </a:lnTo>
                <a:lnTo>
                  <a:pt x="807" y="271"/>
                </a:lnTo>
                <a:lnTo>
                  <a:pt x="807" y="272"/>
                </a:lnTo>
                <a:lnTo>
                  <a:pt x="807" y="273"/>
                </a:lnTo>
                <a:lnTo>
                  <a:pt x="808" y="273"/>
                </a:lnTo>
                <a:lnTo>
                  <a:pt x="809" y="273"/>
                </a:lnTo>
                <a:lnTo>
                  <a:pt x="809" y="274"/>
                </a:lnTo>
                <a:lnTo>
                  <a:pt x="809" y="276"/>
                </a:lnTo>
                <a:lnTo>
                  <a:pt x="810" y="276"/>
                </a:lnTo>
                <a:lnTo>
                  <a:pt x="810" y="277"/>
                </a:lnTo>
                <a:lnTo>
                  <a:pt x="810" y="278"/>
                </a:lnTo>
                <a:lnTo>
                  <a:pt x="811" y="279"/>
                </a:lnTo>
                <a:lnTo>
                  <a:pt x="812" y="279"/>
                </a:lnTo>
                <a:lnTo>
                  <a:pt x="812" y="280"/>
                </a:lnTo>
                <a:lnTo>
                  <a:pt x="813" y="280"/>
                </a:lnTo>
                <a:lnTo>
                  <a:pt x="814" y="282"/>
                </a:lnTo>
                <a:lnTo>
                  <a:pt x="815" y="284"/>
                </a:lnTo>
                <a:lnTo>
                  <a:pt x="815" y="285"/>
                </a:lnTo>
                <a:lnTo>
                  <a:pt x="816" y="285"/>
                </a:lnTo>
                <a:lnTo>
                  <a:pt x="817" y="288"/>
                </a:lnTo>
                <a:lnTo>
                  <a:pt x="817" y="289"/>
                </a:lnTo>
                <a:lnTo>
                  <a:pt x="818" y="290"/>
                </a:lnTo>
                <a:lnTo>
                  <a:pt x="818" y="291"/>
                </a:lnTo>
                <a:lnTo>
                  <a:pt x="819" y="291"/>
                </a:lnTo>
                <a:lnTo>
                  <a:pt x="819" y="292"/>
                </a:lnTo>
                <a:lnTo>
                  <a:pt x="820" y="293"/>
                </a:lnTo>
                <a:lnTo>
                  <a:pt x="821" y="293"/>
                </a:lnTo>
                <a:lnTo>
                  <a:pt x="821" y="294"/>
                </a:lnTo>
                <a:lnTo>
                  <a:pt x="821" y="295"/>
                </a:lnTo>
                <a:lnTo>
                  <a:pt x="822" y="295"/>
                </a:lnTo>
                <a:lnTo>
                  <a:pt x="822" y="296"/>
                </a:lnTo>
                <a:lnTo>
                  <a:pt x="823" y="296"/>
                </a:lnTo>
                <a:lnTo>
                  <a:pt x="823" y="295"/>
                </a:lnTo>
                <a:lnTo>
                  <a:pt x="825" y="297"/>
                </a:lnTo>
                <a:lnTo>
                  <a:pt x="827" y="297"/>
                </a:lnTo>
                <a:lnTo>
                  <a:pt x="829" y="296"/>
                </a:lnTo>
                <a:lnTo>
                  <a:pt x="829" y="295"/>
                </a:lnTo>
                <a:lnTo>
                  <a:pt x="830" y="294"/>
                </a:lnTo>
                <a:lnTo>
                  <a:pt x="831" y="294"/>
                </a:lnTo>
                <a:lnTo>
                  <a:pt x="831" y="293"/>
                </a:lnTo>
                <a:lnTo>
                  <a:pt x="832" y="293"/>
                </a:lnTo>
                <a:lnTo>
                  <a:pt x="832" y="294"/>
                </a:lnTo>
                <a:lnTo>
                  <a:pt x="833" y="295"/>
                </a:lnTo>
                <a:lnTo>
                  <a:pt x="834" y="296"/>
                </a:lnTo>
                <a:lnTo>
                  <a:pt x="835" y="296"/>
                </a:lnTo>
                <a:lnTo>
                  <a:pt x="836" y="295"/>
                </a:lnTo>
                <a:lnTo>
                  <a:pt x="837" y="296"/>
                </a:lnTo>
                <a:lnTo>
                  <a:pt x="838" y="296"/>
                </a:lnTo>
                <a:lnTo>
                  <a:pt x="839" y="296"/>
                </a:lnTo>
                <a:lnTo>
                  <a:pt x="839" y="297"/>
                </a:lnTo>
                <a:lnTo>
                  <a:pt x="840" y="297"/>
                </a:lnTo>
                <a:lnTo>
                  <a:pt x="840" y="296"/>
                </a:lnTo>
                <a:lnTo>
                  <a:pt x="841" y="296"/>
                </a:lnTo>
                <a:lnTo>
                  <a:pt x="841" y="295"/>
                </a:lnTo>
                <a:lnTo>
                  <a:pt x="842" y="293"/>
                </a:lnTo>
                <a:lnTo>
                  <a:pt x="843" y="293"/>
                </a:lnTo>
                <a:lnTo>
                  <a:pt x="843" y="292"/>
                </a:lnTo>
                <a:lnTo>
                  <a:pt x="844" y="292"/>
                </a:lnTo>
                <a:lnTo>
                  <a:pt x="847" y="291"/>
                </a:lnTo>
                <a:lnTo>
                  <a:pt x="848" y="291"/>
                </a:lnTo>
                <a:lnTo>
                  <a:pt x="848" y="290"/>
                </a:lnTo>
                <a:lnTo>
                  <a:pt x="847" y="290"/>
                </a:lnTo>
                <a:lnTo>
                  <a:pt x="848" y="290"/>
                </a:lnTo>
                <a:lnTo>
                  <a:pt x="848" y="289"/>
                </a:lnTo>
                <a:lnTo>
                  <a:pt x="849" y="289"/>
                </a:lnTo>
                <a:lnTo>
                  <a:pt x="850" y="289"/>
                </a:lnTo>
                <a:lnTo>
                  <a:pt x="851" y="288"/>
                </a:lnTo>
                <a:lnTo>
                  <a:pt x="852" y="287"/>
                </a:lnTo>
                <a:lnTo>
                  <a:pt x="852" y="286"/>
                </a:lnTo>
                <a:lnTo>
                  <a:pt x="853" y="286"/>
                </a:lnTo>
                <a:lnTo>
                  <a:pt x="854" y="285"/>
                </a:lnTo>
                <a:lnTo>
                  <a:pt x="854" y="286"/>
                </a:lnTo>
                <a:lnTo>
                  <a:pt x="855" y="286"/>
                </a:lnTo>
                <a:lnTo>
                  <a:pt x="855" y="287"/>
                </a:lnTo>
                <a:lnTo>
                  <a:pt x="855" y="286"/>
                </a:lnTo>
                <a:lnTo>
                  <a:pt x="856" y="286"/>
                </a:lnTo>
                <a:lnTo>
                  <a:pt x="856" y="285"/>
                </a:lnTo>
                <a:lnTo>
                  <a:pt x="857" y="285"/>
                </a:lnTo>
                <a:lnTo>
                  <a:pt x="857" y="284"/>
                </a:lnTo>
                <a:lnTo>
                  <a:pt x="858" y="284"/>
                </a:lnTo>
                <a:lnTo>
                  <a:pt x="858" y="283"/>
                </a:lnTo>
                <a:lnTo>
                  <a:pt x="858" y="282"/>
                </a:lnTo>
                <a:lnTo>
                  <a:pt x="859" y="282"/>
                </a:lnTo>
                <a:lnTo>
                  <a:pt x="860" y="282"/>
                </a:lnTo>
                <a:lnTo>
                  <a:pt x="860" y="281"/>
                </a:lnTo>
                <a:lnTo>
                  <a:pt x="860" y="280"/>
                </a:lnTo>
                <a:lnTo>
                  <a:pt x="860" y="279"/>
                </a:lnTo>
                <a:lnTo>
                  <a:pt x="860" y="278"/>
                </a:lnTo>
                <a:lnTo>
                  <a:pt x="859" y="277"/>
                </a:lnTo>
                <a:lnTo>
                  <a:pt x="859" y="276"/>
                </a:lnTo>
                <a:lnTo>
                  <a:pt x="859" y="274"/>
                </a:lnTo>
                <a:lnTo>
                  <a:pt x="859" y="273"/>
                </a:lnTo>
                <a:lnTo>
                  <a:pt x="858" y="272"/>
                </a:lnTo>
                <a:lnTo>
                  <a:pt x="857" y="272"/>
                </a:lnTo>
                <a:lnTo>
                  <a:pt x="857" y="271"/>
                </a:lnTo>
                <a:lnTo>
                  <a:pt x="856" y="269"/>
                </a:lnTo>
                <a:lnTo>
                  <a:pt x="856" y="268"/>
                </a:lnTo>
                <a:lnTo>
                  <a:pt x="856" y="267"/>
                </a:lnTo>
                <a:lnTo>
                  <a:pt x="855" y="266"/>
                </a:lnTo>
                <a:lnTo>
                  <a:pt x="855" y="265"/>
                </a:lnTo>
                <a:lnTo>
                  <a:pt x="855" y="264"/>
                </a:lnTo>
                <a:lnTo>
                  <a:pt x="856" y="264"/>
                </a:lnTo>
                <a:lnTo>
                  <a:pt x="856" y="262"/>
                </a:lnTo>
                <a:lnTo>
                  <a:pt x="856" y="261"/>
                </a:lnTo>
                <a:lnTo>
                  <a:pt x="855" y="261"/>
                </a:lnTo>
                <a:lnTo>
                  <a:pt x="854" y="260"/>
                </a:lnTo>
                <a:lnTo>
                  <a:pt x="854" y="258"/>
                </a:lnTo>
                <a:lnTo>
                  <a:pt x="853" y="258"/>
                </a:lnTo>
                <a:lnTo>
                  <a:pt x="853" y="257"/>
                </a:lnTo>
                <a:lnTo>
                  <a:pt x="852" y="257"/>
                </a:lnTo>
                <a:lnTo>
                  <a:pt x="853" y="257"/>
                </a:lnTo>
                <a:lnTo>
                  <a:pt x="853" y="256"/>
                </a:lnTo>
                <a:lnTo>
                  <a:pt x="852" y="255"/>
                </a:lnTo>
                <a:lnTo>
                  <a:pt x="852" y="254"/>
                </a:lnTo>
                <a:lnTo>
                  <a:pt x="851" y="252"/>
                </a:lnTo>
                <a:lnTo>
                  <a:pt x="852" y="249"/>
                </a:lnTo>
                <a:lnTo>
                  <a:pt x="853" y="249"/>
                </a:lnTo>
                <a:lnTo>
                  <a:pt x="853" y="248"/>
                </a:lnTo>
                <a:lnTo>
                  <a:pt x="853" y="247"/>
                </a:lnTo>
                <a:lnTo>
                  <a:pt x="854" y="247"/>
                </a:lnTo>
                <a:lnTo>
                  <a:pt x="854" y="246"/>
                </a:lnTo>
                <a:lnTo>
                  <a:pt x="854" y="245"/>
                </a:lnTo>
                <a:lnTo>
                  <a:pt x="855" y="245"/>
                </a:lnTo>
                <a:lnTo>
                  <a:pt x="855" y="246"/>
                </a:lnTo>
                <a:lnTo>
                  <a:pt x="856" y="246"/>
                </a:lnTo>
                <a:lnTo>
                  <a:pt x="857" y="246"/>
                </a:lnTo>
                <a:lnTo>
                  <a:pt x="858" y="246"/>
                </a:lnTo>
                <a:lnTo>
                  <a:pt x="858" y="247"/>
                </a:lnTo>
                <a:lnTo>
                  <a:pt x="858" y="248"/>
                </a:lnTo>
                <a:lnTo>
                  <a:pt x="859" y="248"/>
                </a:lnTo>
                <a:lnTo>
                  <a:pt x="860" y="248"/>
                </a:lnTo>
                <a:lnTo>
                  <a:pt x="861" y="247"/>
                </a:lnTo>
                <a:lnTo>
                  <a:pt x="860" y="245"/>
                </a:lnTo>
                <a:lnTo>
                  <a:pt x="861" y="245"/>
                </a:lnTo>
                <a:lnTo>
                  <a:pt x="863" y="246"/>
                </a:lnTo>
                <a:lnTo>
                  <a:pt x="864" y="246"/>
                </a:lnTo>
                <a:lnTo>
                  <a:pt x="865" y="246"/>
                </a:lnTo>
                <a:lnTo>
                  <a:pt x="866" y="246"/>
                </a:lnTo>
                <a:lnTo>
                  <a:pt x="867" y="245"/>
                </a:lnTo>
                <a:lnTo>
                  <a:pt x="869" y="244"/>
                </a:lnTo>
                <a:lnTo>
                  <a:pt x="869" y="243"/>
                </a:lnTo>
                <a:lnTo>
                  <a:pt x="869" y="242"/>
                </a:lnTo>
                <a:lnTo>
                  <a:pt x="870" y="242"/>
                </a:lnTo>
                <a:lnTo>
                  <a:pt x="870" y="241"/>
                </a:lnTo>
                <a:lnTo>
                  <a:pt x="870" y="240"/>
                </a:lnTo>
                <a:lnTo>
                  <a:pt x="870" y="239"/>
                </a:lnTo>
                <a:lnTo>
                  <a:pt x="870" y="238"/>
                </a:lnTo>
                <a:lnTo>
                  <a:pt x="871" y="237"/>
                </a:lnTo>
                <a:lnTo>
                  <a:pt x="872" y="237"/>
                </a:lnTo>
                <a:lnTo>
                  <a:pt x="873" y="237"/>
                </a:lnTo>
                <a:lnTo>
                  <a:pt x="874" y="236"/>
                </a:lnTo>
                <a:lnTo>
                  <a:pt x="874" y="235"/>
                </a:lnTo>
                <a:lnTo>
                  <a:pt x="874" y="234"/>
                </a:lnTo>
                <a:lnTo>
                  <a:pt x="875" y="233"/>
                </a:lnTo>
                <a:lnTo>
                  <a:pt x="875" y="232"/>
                </a:lnTo>
                <a:lnTo>
                  <a:pt x="876" y="232"/>
                </a:lnTo>
                <a:lnTo>
                  <a:pt x="876" y="231"/>
                </a:lnTo>
                <a:lnTo>
                  <a:pt x="877" y="231"/>
                </a:lnTo>
                <a:lnTo>
                  <a:pt x="877" y="230"/>
                </a:lnTo>
                <a:lnTo>
                  <a:pt x="878" y="230"/>
                </a:lnTo>
                <a:lnTo>
                  <a:pt x="879" y="230"/>
                </a:lnTo>
                <a:lnTo>
                  <a:pt x="879" y="231"/>
                </a:lnTo>
                <a:lnTo>
                  <a:pt x="881" y="231"/>
                </a:lnTo>
                <a:lnTo>
                  <a:pt x="882" y="230"/>
                </a:lnTo>
                <a:lnTo>
                  <a:pt x="883" y="230"/>
                </a:lnTo>
                <a:lnTo>
                  <a:pt x="883" y="229"/>
                </a:lnTo>
                <a:lnTo>
                  <a:pt x="883" y="230"/>
                </a:lnTo>
                <a:lnTo>
                  <a:pt x="884" y="230"/>
                </a:lnTo>
                <a:lnTo>
                  <a:pt x="885" y="230"/>
                </a:lnTo>
                <a:lnTo>
                  <a:pt x="888" y="229"/>
                </a:lnTo>
                <a:lnTo>
                  <a:pt x="888" y="228"/>
                </a:lnTo>
                <a:lnTo>
                  <a:pt x="888" y="227"/>
                </a:lnTo>
                <a:lnTo>
                  <a:pt x="889" y="227"/>
                </a:lnTo>
                <a:lnTo>
                  <a:pt x="890" y="227"/>
                </a:lnTo>
                <a:lnTo>
                  <a:pt x="892" y="227"/>
                </a:lnTo>
                <a:lnTo>
                  <a:pt x="894" y="227"/>
                </a:lnTo>
                <a:lnTo>
                  <a:pt x="895" y="227"/>
                </a:lnTo>
                <a:lnTo>
                  <a:pt x="895" y="226"/>
                </a:lnTo>
                <a:lnTo>
                  <a:pt x="896" y="226"/>
                </a:lnTo>
                <a:lnTo>
                  <a:pt x="897" y="226"/>
                </a:lnTo>
                <a:lnTo>
                  <a:pt x="898" y="225"/>
                </a:lnTo>
                <a:lnTo>
                  <a:pt x="899" y="224"/>
                </a:lnTo>
                <a:lnTo>
                  <a:pt x="900" y="224"/>
                </a:lnTo>
                <a:lnTo>
                  <a:pt x="901" y="224"/>
                </a:lnTo>
                <a:lnTo>
                  <a:pt x="902" y="224"/>
                </a:lnTo>
                <a:lnTo>
                  <a:pt x="903" y="223"/>
                </a:lnTo>
                <a:lnTo>
                  <a:pt x="902" y="223"/>
                </a:lnTo>
                <a:lnTo>
                  <a:pt x="902" y="222"/>
                </a:lnTo>
                <a:lnTo>
                  <a:pt x="902" y="221"/>
                </a:lnTo>
                <a:lnTo>
                  <a:pt x="903" y="221"/>
                </a:lnTo>
                <a:lnTo>
                  <a:pt x="904" y="221"/>
                </a:lnTo>
                <a:lnTo>
                  <a:pt x="905" y="221"/>
                </a:lnTo>
                <a:lnTo>
                  <a:pt x="906" y="221"/>
                </a:lnTo>
                <a:lnTo>
                  <a:pt x="907" y="220"/>
                </a:lnTo>
                <a:lnTo>
                  <a:pt x="907" y="219"/>
                </a:lnTo>
                <a:lnTo>
                  <a:pt x="907" y="218"/>
                </a:lnTo>
                <a:lnTo>
                  <a:pt x="906" y="217"/>
                </a:lnTo>
                <a:lnTo>
                  <a:pt x="905" y="216"/>
                </a:lnTo>
                <a:lnTo>
                  <a:pt x="905" y="215"/>
                </a:lnTo>
                <a:lnTo>
                  <a:pt x="906" y="214"/>
                </a:lnTo>
                <a:lnTo>
                  <a:pt x="906" y="213"/>
                </a:lnTo>
                <a:lnTo>
                  <a:pt x="906" y="212"/>
                </a:lnTo>
                <a:lnTo>
                  <a:pt x="905" y="212"/>
                </a:lnTo>
                <a:lnTo>
                  <a:pt x="904" y="212"/>
                </a:lnTo>
                <a:lnTo>
                  <a:pt x="904" y="211"/>
                </a:lnTo>
                <a:lnTo>
                  <a:pt x="904" y="210"/>
                </a:lnTo>
                <a:lnTo>
                  <a:pt x="906" y="210"/>
                </a:lnTo>
                <a:lnTo>
                  <a:pt x="907" y="209"/>
                </a:lnTo>
                <a:lnTo>
                  <a:pt x="908" y="208"/>
                </a:lnTo>
                <a:lnTo>
                  <a:pt x="908" y="207"/>
                </a:lnTo>
                <a:lnTo>
                  <a:pt x="909" y="206"/>
                </a:lnTo>
                <a:lnTo>
                  <a:pt x="909" y="205"/>
                </a:lnTo>
                <a:lnTo>
                  <a:pt x="909" y="204"/>
                </a:lnTo>
                <a:lnTo>
                  <a:pt x="910" y="204"/>
                </a:lnTo>
                <a:lnTo>
                  <a:pt x="910" y="203"/>
                </a:lnTo>
                <a:lnTo>
                  <a:pt x="910" y="202"/>
                </a:lnTo>
                <a:lnTo>
                  <a:pt x="911" y="202"/>
                </a:lnTo>
                <a:lnTo>
                  <a:pt x="911" y="201"/>
                </a:lnTo>
                <a:lnTo>
                  <a:pt x="912" y="201"/>
                </a:lnTo>
                <a:lnTo>
                  <a:pt x="912" y="202"/>
                </a:lnTo>
                <a:lnTo>
                  <a:pt x="913" y="202"/>
                </a:lnTo>
                <a:lnTo>
                  <a:pt x="914" y="201"/>
                </a:lnTo>
                <a:lnTo>
                  <a:pt x="914" y="200"/>
                </a:lnTo>
                <a:lnTo>
                  <a:pt x="915" y="200"/>
                </a:lnTo>
                <a:lnTo>
                  <a:pt x="915" y="199"/>
                </a:lnTo>
                <a:lnTo>
                  <a:pt x="915" y="198"/>
                </a:lnTo>
                <a:lnTo>
                  <a:pt x="916" y="198"/>
                </a:lnTo>
                <a:lnTo>
                  <a:pt x="917" y="199"/>
                </a:lnTo>
                <a:lnTo>
                  <a:pt x="917" y="198"/>
                </a:lnTo>
                <a:lnTo>
                  <a:pt x="917" y="197"/>
                </a:lnTo>
                <a:lnTo>
                  <a:pt x="918" y="197"/>
                </a:lnTo>
                <a:lnTo>
                  <a:pt x="919" y="196"/>
                </a:lnTo>
                <a:lnTo>
                  <a:pt x="920" y="196"/>
                </a:lnTo>
                <a:lnTo>
                  <a:pt x="920" y="197"/>
                </a:lnTo>
                <a:lnTo>
                  <a:pt x="921" y="197"/>
                </a:lnTo>
                <a:lnTo>
                  <a:pt x="922" y="197"/>
                </a:lnTo>
                <a:lnTo>
                  <a:pt x="923" y="197"/>
                </a:lnTo>
                <a:lnTo>
                  <a:pt x="923" y="198"/>
                </a:lnTo>
                <a:lnTo>
                  <a:pt x="924" y="199"/>
                </a:lnTo>
                <a:lnTo>
                  <a:pt x="924" y="200"/>
                </a:lnTo>
                <a:lnTo>
                  <a:pt x="924" y="199"/>
                </a:lnTo>
                <a:lnTo>
                  <a:pt x="925" y="199"/>
                </a:lnTo>
                <a:lnTo>
                  <a:pt x="926" y="199"/>
                </a:lnTo>
                <a:lnTo>
                  <a:pt x="926" y="201"/>
                </a:lnTo>
                <a:lnTo>
                  <a:pt x="925" y="202"/>
                </a:lnTo>
                <a:lnTo>
                  <a:pt x="926" y="202"/>
                </a:lnTo>
                <a:lnTo>
                  <a:pt x="926" y="203"/>
                </a:lnTo>
                <a:lnTo>
                  <a:pt x="926" y="202"/>
                </a:lnTo>
                <a:lnTo>
                  <a:pt x="926" y="203"/>
                </a:lnTo>
                <a:lnTo>
                  <a:pt x="927" y="203"/>
                </a:lnTo>
                <a:lnTo>
                  <a:pt x="928" y="204"/>
                </a:lnTo>
                <a:lnTo>
                  <a:pt x="929" y="204"/>
                </a:lnTo>
                <a:lnTo>
                  <a:pt x="929" y="205"/>
                </a:lnTo>
                <a:lnTo>
                  <a:pt x="930" y="206"/>
                </a:lnTo>
                <a:lnTo>
                  <a:pt x="930" y="207"/>
                </a:lnTo>
                <a:lnTo>
                  <a:pt x="930" y="208"/>
                </a:lnTo>
                <a:lnTo>
                  <a:pt x="931" y="209"/>
                </a:lnTo>
                <a:lnTo>
                  <a:pt x="931" y="211"/>
                </a:lnTo>
                <a:lnTo>
                  <a:pt x="931" y="212"/>
                </a:lnTo>
                <a:lnTo>
                  <a:pt x="931" y="215"/>
                </a:lnTo>
                <a:lnTo>
                  <a:pt x="931" y="216"/>
                </a:lnTo>
                <a:lnTo>
                  <a:pt x="932" y="217"/>
                </a:lnTo>
                <a:lnTo>
                  <a:pt x="933" y="218"/>
                </a:lnTo>
                <a:lnTo>
                  <a:pt x="933" y="219"/>
                </a:lnTo>
                <a:lnTo>
                  <a:pt x="934" y="220"/>
                </a:lnTo>
                <a:lnTo>
                  <a:pt x="935" y="220"/>
                </a:lnTo>
                <a:lnTo>
                  <a:pt x="936" y="220"/>
                </a:lnTo>
                <a:lnTo>
                  <a:pt x="937" y="220"/>
                </a:lnTo>
                <a:lnTo>
                  <a:pt x="937" y="221"/>
                </a:lnTo>
                <a:lnTo>
                  <a:pt x="938" y="221"/>
                </a:lnTo>
                <a:lnTo>
                  <a:pt x="939" y="222"/>
                </a:lnTo>
                <a:lnTo>
                  <a:pt x="940" y="221"/>
                </a:lnTo>
                <a:lnTo>
                  <a:pt x="940" y="220"/>
                </a:lnTo>
                <a:lnTo>
                  <a:pt x="941" y="220"/>
                </a:lnTo>
                <a:lnTo>
                  <a:pt x="942" y="219"/>
                </a:lnTo>
                <a:lnTo>
                  <a:pt x="943" y="218"/>
                </a:lnTo>
                <a:lnTo>
                  <a:pt x="942" y="217"/>
                </a:lnTo>
                <a:lnTo>
                  <a:pt x="942" y="216"/>
                </a:lnTo>
                <a:lnTo>
                  <a:pt x="943" y="214"/>
                </a:lnTo>
                <a:lnTo>
                  <a:pt x="944" y="214"/>
                </a:lnTo>
                <a:lnTo>
                  <a:pt x="945" y="213"/>
                </a:lnTo>
                <a:lnTo>
                  <a:pt x="946" y="211"/>
                </a:lnTo>
                <a:lnTo>
                  <a:pt x="945" y="210"/>
                </a:lnTo>
                <a:lnTo>
                  <a:pt x="945" y="209"/>
                </a:lnTo>
                <a:lnTo>
                  <a:pt x="945" y="208"/>
                </a:lnTo>
                <a:lnTo>
                  <a:pt x="945" y="207"/>
                </a:lnTo>
                <a:lnTo>
                  <a:pt x="946" y="207"/>
                </a:lnTo>
                <a:lnTo>
                  <a:pt x="946" y="206"/>
                </a:lnTo>
                <a:lnTo>
                  <a:pt x="946" y="205"/>
                </a:lnTo>
                <a:lnTo>
                  <a:pt x="947" y="204"/>
                </a:lnTo>
                <a:lnTo>
                  <a:pt x="948" y="204"/>
                </a:lnTo>
                <a:lnTo>
                  <a:pt x="948" y="203"/>
                </a:lnTo>
                <a:lnTo>
                  <a:pt x="949" y="202"/>
                </a:lnTo>
                <a:lnTo>
                  <a:pt x="949" y="201"/>
                </a:lnTo>
                <a:lnTo>
                  <a:pt x="950" y="201"/>
                </a:lnTo>
                <a:lnTo>
                  <a:pt x="951" y="201"/>
                </a:lnTo>
                <a:lnTo>
                  <a:pt x="951" y="200"/>
                </a:lnTo>
                <a:lnTo>
                  <a:pt x="952" y="200"/>
                </a:lnTo>
                <a:lnTo>
                  <a:pt x="952" y="201"/>
                </a:lnTo>
                <a:lnTo>
                  <a:pt x="953" y="201"/>
                </a:lnTo>
                <a:lnTo>
                  <a:pt x="954" y="200"/>
                </a:lnTo>
                <a:lnTo>
                  <a:pt x="954" y="198"/>
                </a:lnTo>
                <a:lnTo>
                  <a:pt x="955" y="198"/>
                </a:lnTo>
                <a:lnTo>
                  <a:pt x="956" y="196"/>
                </a:lnTo>
                <a:lnTo>
                  <a:pt x="955" y="195"/>
                </a:lnTo>
                <a:lnTo>
                  <a:pt x="955" y="194"/>
                </a:lnTo>
                <a:lnTo>
                  <a:pt x="956" y="193"/>
                </a:lnTo>
                <a:lnTo>
                  <a:pt x="956" y="192"/>
                </a:lnTo>
                <a:lnTo>
                  <a:pt x="956" y="191"/>
                </a:lnTo>
                <a:lnTo>
                  <a:pt x="957" y="191"/>
                </a:lnTo>
                <a:lnTo>
                  <a:pt x="957" y="190"/>
                </a:lnTo>
                <a:lnTo>
                  <a:pt x="957" y="189"/>
                </a:lnTo>
                <a:lnTo>
                  <a:pt x="957" y="188"/>
                </a:lnTo>
                <a:lnTo>
                  <a:pt x="957" y="187"/>
                </a:lnTo>
                <a:lnTo>
                  <a:pt x="957" y="186"/>
                </a:lnTo>
                <a:lnTo>
                  <a:pt x="957" y="185"/>
                </a:lnTo>
                <a:lnTo>
                  <a:pt x="957" y="184"/>
                </a:lnTo>
                <a:lnTo>
                  <a:pt x="958" y="184"/>
                </a:lnTo>
                <a:lnTo>
                  <a:pt x="959" y="184"/>
                </a:lnTo>
                <a:lnTo>
                  <a:pt x="959" y="183"/>
                </a:lnTo>
                <a:lnTo>
                  <a:pt x="960" y="183"/>
                </a:lnTo>
                <a:lnTo>
                  <a:pt x="960" y="182"/>
                </a:lnTo>
                <a:lnTo>
                  <a:pt x="961" y="182"/>
                </a:lnTo>
                <a:lnTo>
                  <a:pt x="961" y="183"/>
                </a:lnTo>
                <a:lnTo>
                  <a:pt x="962" y="183"/>
                </a:lnTo>
                <a:lnTo>
                  <a:pt x="962" y="184"/>
                </a:lnTo>
                <a:lnTo>
                  <a:pt x="962" y="185"/>
                </a:lnTo>
                <a:lnTo>
                  <a:pt x="962" y="186"/>
                </a:lnTo>
                <a:lnTo>
                  <a:pt x="963" y="187"/>
                </a:lnTo>
                <a:lnTo>
                  <a:pt x="963" y="188"/>
                </a:lnTo>
                <a:lnTo>
                  <a:pt x="963" y="189"/>
                </a:lnTo>
                <a:lnTo>
                  <a:pt x="964" y="190"/>
                </a:lnTo>
                <a:lnTo>
                  <a:pt x="964" y="191"/>
                </a:lnTo>
                <a:lnTo>
                  <a:pt x="963" y="193"/>
                </a:lnTo>
                <a:lnTo>
                  <a:pt x="963" y="194"/>
                </a:lnTo>
                <a:lnTo>
                  <a:pt x="963" y="195"/>
                </a:lnTo>
                <a:lnTo>
                  <a:pt x="962" y="195"/>
                </a:lnTo>
                <a:lnTo>
                  <a:pt x="962" y="196"/>
                </a:lnTo>
                <a:lnTo>
                  <a:pt x="963" y="196"/>
                </a:lnTo>
                <a:lnTo>
                  <a:pt x="963" y="197"/>
                </a:lnTo>
                <a:lnTo>
                  <a:pt x="963" y="198"/>
                </a:lnTo>
                <a:lnTo>
                  <a:pt x="964" y="198"/>
                </a:lnTo>
                <a:lnTo>
                  <a:pt x="965" y="198"/>
                </a:lnTo>
                <a:lnTo>
                  <a:pt x="966" y="199"/>
                </a:lnTo>
                <a:lnTo>
                  <a:pt x="967" y="201"/>
                </a:lnTo>
                <a:lnTo>
                  <a:pt x="967" y="202"/>
                </a:lnTo>
                <a:lnTo>
                  <a:pt x="968" y="202"/>
                </a:lnTo>
                <a:lnTo>
                  <a:pt x="969" y="202"/>
                </a:lnTo>
                <a:lnTo>
                  <a:pt x="969" y="203"/>
                </a:lnTo>
                <a:lnTo>
                  <a:pt x="968" y="203"/>
                </a:lnTo>
                <a:lnTo>
                  <a:pt x="968" y="205"/>
                </a:lnTo>
                <a:lnTo>
                  <a:pt x="968" y="206"/>
                </a:lnTo>
                <a:lnTo>
                  <a:pt x="969" y="207"/>
                </a:lnTo>
                <a:lnTo>
                  <a:pt x="969" y="208"/>
                </a:lnTo>
                <a:lnTo>
                  <a:pt x="970" y="209"/>
                </a:lnTo>
                <a:lnTo>
                  <a:pt x="971" y="210"/>
                </a:lnTo>
                <a:lnTo>
                  <a:pt x="972" y="210"/>
                </a:lnTo>
                <a:lnTo>
                  <a:pt x="971" y="210"/>
                </a:lnTo>
                <a:lnTo>
                  <a:pt x="970" y="211"/>
                </a:lnTo>
                <a:lnTo>
                  <a:pt x="970" y="212"/>
                </a:lnTo>
                <a:lnTo>
                  <a:pt x="969" y="212"/>
                </a:lnTo>
                <a:lnTo>
                  <a:pt x="970" y="213"/>
                </a:lnTo>
                <a:lnTo>
                  <a:pt x="970" y="214"/>
                </a:lnTo>
                <a:lnTo>
                  <a:pt x="971" y="214"/>
                </a:lnTo>
                <a:lnTo>
                  <a:pt x="972" y="214"/>
                </a:lnTo>
                <a:lnTo>
                  <a:pt x="972" y="215"/>
                </a:lnTo>
                <a:lnTo>
                  <a:pt x="973" y="217"/>
                </a:lnTo>
                <a:lnTo>
                  <a:pt x="973" y="218"/>
                </a:lnTo>
                <a:lnTo>
                  <a:pt x="973" y="219"/>
                </a:lnTo>
                <a:lnTo>
                  <a:pt x="974" y="221"/>
                </a:lnTo>
                <a:lnTo>
                  <a:pt x="974" y="222"/>
                </a:lnTo>
                <a:lnTo>
                  <a:pt x="975" y="223"/>
                </a:lnTo>
                <a:lnTo>
                  <a:pt x="976" y="223"/>
                </a:lnTo>
                <a:lnTo>
                  <a:pt x="977" y="223"/>
                </a:lnTo>
                <a:lnTo>
                  <a:pt x="977" y="224"/>
                </a:lnTo>
                <a:lnTo>
                  <a:pt x="978" y="224"/>
                </a:lnTo>
                <a:lnTo>
                  <a:pt x="980" y="225"/>
                </a:lnTo>
                <a:lnTo>
                  <a:pt x="980" y="226"/>
                </a:lnTo>
                <a:lnTo>
                  <a:pt x="979" y="227"/>
                </a:lnTo>
                <a:lnTo>
                  <a:pt x="979" y="229"/>
                </a:lnTo>
                <a:lnTo>
                  <a:pt x="979" y="230"/>
                </a:lnTo>
                <a:lnTo>
                  <a:pt x="979" y="231"/>
                </a:lnTo>
                <a:lnTo>
                  <a:pt x="978" y="231"/>
                </a:lnTo>
                <a:lnTo>
                  <a:pt x="978" y="232"/>
                </a:lnTo>
                <a:lnTo>
                  <a:pt x="979" y="234"/>
                </a:lnTo>
                <a:lnTo>
                  <a:pt x="979" y="235"/>
                </a:lnTo>
                <a:lnTo>
                  <a:pt x="979" y="236"/>
                </a:lnTo>
                <a:lnTo>
                  <a:pt x="980" y="236"/>
                </a:lnTo>
                <a:lnTo>
                  <a:pt x="980" y="237"/>
                </a:lnTo>
                <a:lnTo>
                  <a:pt x="981" y="237"/>
                </a:lnTo>
                <a:lnTo>
                  <a:pt x="981" y="238"/>
                </a:lnTo>
                <a:lnTo>
                  <a:pt x="982" y="239"/>
                </a:lnTo>
                <a:lnTo>
                  <a:pt x="983" y="239"/>
                </a:lnTo>
                <a:lnTo>
                  <a:pt x="985" y="239"/>
                </a:lnTo>
                <a:lnTo>
                  <a:pt x="986" y="239"/>
                </a:lnTo>
                <a:lnTo>
                  <a:pt x="987" y="239"/>
                </a:lnTo>
                <a:lnTo>
                  <a:pt x="987" y="238"/>
                </a:lnTo>
                <a:lnTo>
                  <a:pt x="988" y="237"/>
                </a:lnTo>
                <a:lnTo>
                  <a:pt x="990" y="237"/>
                </a:lnTo>
                <a:lnTo>
                  <a:pt x="991" y="237"/>
                </a:lnTo>
                <a:lnTo>
                  <a:pt x="991" y="238"/>
                </a:lnTo>
                <a:lnTo>
                  <a:pt x="992" y="239"/>
                </a:lnTo>
                <a:lnTo>
                  <a:pt x="993" y="239"/>
                </a:lnTo>
                <a:lnTo>
                  <a:pt x="994" y="239"/>
                </a:lnTo>
                <a:lnTo>
                  <a:pt x="995" y="239"/>
                </a:lnTo>
                <a:lnTo>
                  <a:pt x="996" y="239"/>
                </a:lnTo>
                <a:lnTo>
                  <a:pt x="996" y="240"/>
                </a:lnTo>
                <a:lnTo>
                  <a:pt x="997" y="240"/>
                </a:lnTo>
                <a:lnTo>
                  <a:pt x="998" y="240"/>
                </a:lnTo>
                <a:lnTo>
                  <a:pt x="998" y="239"/>
                </a:lnTo>
                <a:lnTo>
                  <a:pt x="998" y="238"/>
                </a:lnTo>
                <a:lnTo>
                  <a:pt x="1000" y="239"/>
                </a:lnTo>
                <a:lnTo>
                  <a:pt x="1001" y="239"/>
                </a:lnTo>
                <a:lnTo>
                  <a:pt x="1002" y="240"/>
                </a:lnTo>
                <a:lnTo>
                  <a:pt x="1003" y="239"/>
                </a:lnTo>
                <a:lnTo>
                  <a:pt x="1003" y="238"/>
                </a:lnTo>
                <a:lnTo>
                  <a:pt x="1004" y="238"/>
                </a:lnTo>
                <a:lnTo>
                  <a:pt x="1005" y="238"/>
                </a:lnTo>
                <a:lnTo>
                  <a:pt x="1006" y="238"/>
                </a:lnTo>
                <a:lnTo>
                  <a:pt x="1007" y="238"/>
                </a:lnTo>
                <a:lnTo>
                  <a:pt x="1007" y="239"/>
                </a:lnTo>
                <a:lnTo>
                  <a:pt x="1007" y="240"/>
                </a:lnTo>
                <a:lnTo>
                  <a:pt x="1007" y="242"/>
                </a:lnTo>
                <a:lnTo>
                  <a:pt x="1007" y="243"/>
                </a:lnTo>
                <a:lnTo>
                  <a:pt x="1008" y="243"/>
                </a:lnTo>
                <a:lnTo>
                  <a:pt x="1009" y="243"/>
                </a:lnTo>
                <a:lnTo>
                  <a:pt x="1009" y="242"/>
                </a:lnTo>
                <a:lnTo>
                  <a:pt x="1010" y="243"/>
                </a:lnTo>
                <a:lnTo>
                  <a:pt x="1011" y="243"/>
                </a:lnTo>
                <a:lnTo>
                  <a:pt x="1011" y="242"/>
                </a:lnTo>
                <a:lnTo>
                  <a:pt x="1012" y="243"/>
                </a:lnTo>
                <a:lnTo>
                  <a:pt x="1012" y="244"/>
                </a:lnTo>
                <a:lnTo>
                  <a:pt x="1013" y="245"/>
                </a:lnTo>
                <a:lnTo>
                  <a:pt x="1014" y="244"/>
                </a:lnTo>
                <a:lnTo>
                  <a:pt x="1015" y="244"/>
                </a:lnTo>
                <a:lnTo>
                  <a:pt x="1016" y="244"/>
                </a:lnTo>
                <a:lnTo>
                  <a:pt x="1016" y="245"/>
                </a:lnTo>
                <a:lnTo>
                  <a:pt x="1017" y="245"/>
                </a:lnTo>
                <a:lnTo>
                  <a:pt x="1017" y="244"/>
                </a:lnTo>
                <a:lnTo>
                  <a:pt x="1018" y="244"/>
                </a:lnTo>
                <a:lnTo>
                  <a:pt x="1019" y="244"/>
                </a:lnTo>
                <a:lnTo>
                  <a:pt x="1019" y="245"/>
                </a:lnTo>
                <a:lnTo>
                  <a:pt x="1020" y="246"/>
                </a:lnTo>
                <a:lnTo>
                  <a:pt x="1021" y="246"/>
                </a:lnTo>
                <a:lnTo>
                  <a:pt x="1022" y="246"/>
                </a:lnTo>
                <a:lnTo>
                  <a:pt x="1023" y="246"/>
                </a:lnTo>
                <a:lnTo>
                  <a:pt x="1023" y="247"/>
                </a:lnTo>
                <a:lnTo>
                  <a:pt x="1024" y="247"/>
                </a:lnTo>
                <a:lnTo>
                  <a:pt x="1025" y="248"/>
                </a:lnTo>
                <a:lnTo>
                  <a:pt x="1026" y="248"/>
                </a:lnTo>
                <a:lnTo>
                  <a:pt x="1026" y="247"/>
                </a:lnTo>
                <a:lnTo>
                  <a:pt x="1027" y="247"/>
                </a:lnTo>
                <a:lnTo>
                  <a:pt x="1027" y="248"/>
                </a:lnTo>
                <a:lnTo>
                  <a:pt x="1028" y="249"/>
                </a:lnTo>
                <a:lnTo>
                  <a:pt x="1029" y="250"/>
                </a:lnTo>
                <a:lnTo>
                  <a:pt x="1031" y="250"/>
                </a:lnTo>
                <a:lnTo>
                  <a:pt x="1031" y="251"/>
                </a:lnTo>
                <a:lnTo>
                  <a:pt x="1032" y="253"/>
                </a:lnTo>
                <a:lnTo>
                  <a:pt x="1033" y="253"/>
                </a:lnTo>
                <a:lnTo>
                  <a:pt x="1033" y="254"/>
                </a:lnTo>
                <a:lnTo>
                  <a:pt x="1034" y="255"/>
                </a:lnTo>
                <a:lnTo>
                  <a:pt x="1034" y="256"/>
                </a:lnTo>
                <a:lnTo>
                  <a:pt x="1035" y="256"/>
                </a:lnTo>
                <a:lnTo>
                  <a:pt x="1035" y="257"/>
                </a:lnTo>
                <a:lnTo>
                  <a:pt x="1036" y="257"/>
                </a:lnTo>
                <a:lnTo>
                  <a:pt x="1037" y="257"/>
                </a:lnTo>
                <a:lnTo>
                  <a:pt x="1037" y="258"/>
                </a:lnTo>
                <a:lnTo>
                  <a:pt x="1038" y="258"/>
                </a:lnTo>
                <a:lnTo>
                  <a:pt x="1039" y="258"/>
                </a:lnTo>
                <a:lnTo>
                  <a:pt x="1040" y="258"/>
                </a:lnTo>
                <a:lnTo>
                  <a:pt x="1041" y="258"/>
                </a:lnTo>
                <a:lnTo>
                  <a:pt x="1042" y="257"/>
                </a:lnTo>
                <a:lnTo>
                  <a:pt x="1043" y="257"/>
                </a:lnTo>
                <a:lnTo>
                  <a:pt x="1043" y="256"/>
                </a:lnTo>
                <a:lnTo>
                  <a:pt x="1043" y="255"/>
                </a:lnTo>
                <a:lnTo>
                  <a:pt x="1043" y="254"/>
                </a:lnTo>
                <a:lnTo>
                  <a:pt x="1044" y="252"/>
                </a:lnTo>
                <a:lnTo>
                  <a:pt x="1044" y="251"/>
                </a:lnTo>
                <a:lnTo>
                  <a:pt x="1045" y="250"/>
                </a:lnTo>
                <a:lnTo>
                  <a:pt x="1046" y="249"/>
                </a:lnTo>
                <a:lnTo>
                  <a:pt x="1046" y="248"/>
                </a:lnTo>
                <a:lnTo>
                  <a:pt x="1047" y="248"/>
                </a:lnTo>
                <a:lnTo>
                  <a:pt x="1048" y="247"/>
                </a:lnTo>
                <a:lnTo>
                  <a:pt x="1048" y="246"/>
                </a:lnTo>
                <a:lnTo>
                  <a:pt x="1049" y="245"/>
                </a:lnTo>
                <a:lnTo>
                  <a:pt x="1049" y="244"/>
                </a:lnTo>
                <a:lnTo>
                  <a:pt x="1050" y="244"/>
                </a:lnTo>
                <a:lnTo>
                  <a:pt x="1051" y="244"/>
                </a:lnTo>
                <a:lnTo>
                  <a:pt x="1052" y="243"/>
                </a:lnTo>
                <a:lnTo>
                  <a:pt x="1053" y="244"/>
                </a:lnTo>
                <a:lnTo>
                  <a:pt x="1054" y="245"/>
                </a:lnTo>
                <a:lnTo>
                  <a:pt x="1055" y="245"/>
                </a:lnTo>
                <a:lnTo>
                  <a:pt x="1056" y="246"/>
                </a:lnTo>
                <a:lnTo>
                  <a:pt x="1057" y="246"/>
                </a:lnTo>
                <a:lnTo>
                  <a:pt x="1058" y="246"/>
                </a:lnTo>
                <a:lnTo>
                  <a:pt x="1058" y="247"/>
                </a:lnTo>
                <a:lnTo>
                  <a:pt x="1060" y="248"/>
                </a:lnTo>
                <a:lnTo>
                  <a:pt x="1061" y="249"/>
                </a:lnTo>
                <a:lnTo>
                  <a:pt x="1062" y="249"/>
                </a:lnTo>
                <a:lnTo>
                  <a:pt x="1063" y="250"/>
                </a:lnTo>
                <a:lnTo>
                  <a:pt x="1063" y="249"/>
                </a:lnTo>
                <a:lnTo>
                  <a:pt x="1064" y="249"/>
                </a:lnTo>
                <a:lnTo>
                  <a:pt x="1064" y="250"/>
                </a:lnTo>
                <a:lnTo>
                  <a:pt x="1065" y="250"/>
                </a:lnTo>
                <a:lnTo>
                  <a:pt x="1065" y="251"/>
                </a:lnTo>
                <a:lnTo>
                  <a:pt x="1065" y="252"/>
                </a:lnTo>
                <a:lnTo>
                  <a:pt x="1066" y="252"/>
                </a:lnTo>
                <a:lnTo>
                  <a:pt x="1067" y="252"/>
                </a:lnTo>
                <a:lnTo>
                  <a:pt x="1068" y="252"/>
                </a:lnTo>
                <a:lnTo>
                  <a:pt x="1069" y="251"/>
                </a:lnTo>
                <a:lnTo>
                  <a:pt x="1069" y="250"/>
                </a:lnTo>
                <a:lnTo>
                  <a:pt x="1070" y="249"/>
                </a:lnTo>
                <a:lnTo>
                  <a:pt x="1070" y="248"/>
                </a:lnTo>
                <a:lnTo>
                  <a:pt x="1071" y="248"/>
                </a:lnTo>
                <a:lnTo>
                  <a:pt x="1072" y="249"/>
                </a:lnTo>
                <a:lnTo>
                  <a:pt x="1073" y="248"/>
                </a:lnTo>
                <a:lnTo>
                  <a:pt x="1073" y="247"/>
                </a:lnTo>
                <a:lnTo>
                  <a:pt x="1073" y="246"/>
                </a:lnTo>
                <a:lnTo>
                  <a:pt x="1074" y="245"/>
                </a:lnTo>
                <a:lnTo>
                  <a:pt x="1075" y="245"/>
                </a:lnTo>
                <a:lnTo>
                  <a:pt x="1076" y="244"/>
                </a:lnTo>
                <a:lnTo>
                  <a:pt x="1076" y="243"/>
                </a:lnTo>
                <a:lnTo>
                  <a:pt x="1075" y="243"/>
                </a:lnTo>
                <a:lnTo>
                  <a:pt x="1075" y="242"/>
                </a:lnTo>
                <a:lnTo>
                  <a:pt x="1076" y="242"/>
                </a:lnTo>
                <a:lnTo>
                  <a:pt x="1077" y="242"/>
                </a:lnTo>
                <a:lnTo>
                  <a:pt x="1078" y="242"/>
                </a:lnTo>
                <a:lnTo>
                  <a:pt x="1079" y="242"/>
                </a:lnTo>
                <a:lnTo>
                  <a:pt x="1081" y="242"/>
                </a:lnTo>
                <a:lnTo>
                  <a:pt x="1081" y="241"/>
                </a:lnTo>
                <a:lnTo>
                  <a:pt x="1081" y="240"/>
                </a:lnTo>
                <a:lnTo>
                  <a:pt x="1082" y="240"/>
                </a:lnTo>
                <a:lnTo>
                  <a:pt x="1082" y="239"/>
                </a:lnTo>
                <a:lnTo>
                  <a:pt x="1082" y="238"/>
                </a:lnTo>
                <a:lnTo>
                  <a:pt x="1081" y="238"/>
                </a:lnTo>
                <a:lnTo>
                  <a:pt x="1081" y="237"/>
                </a:lnTo>
                <a:lnTo>
                  <a:pt x="1081" y="236"/>
                </a:lnTo>
                <a:lnTo>
                  <a:pt x="1082" y="237"/>
                </a:lnTo>
                <a:lnTo>
                  <a:pt x="1083" y="237"/>
                </a:lnTo>
                <a:lnTo>
                  <a:pt x="1083" y="238"/>
                </a:lnTo>
                <a:lnTo>
                  <a:pt x="1083" y="239"/>
                </a:lnTo>
                <a:lnTo>
                  <a:pt x="1084" y="241"/>
                </a:lnTo>
                <a:lnTo>
                  <a:pt x="1083" y="242"/>
                </a:lnTo>
                <a:lnTo>
                  <a:pt x="1083" y="244"/>
                </a:lnTo>
                <a:lnTo>
                  <a:pt x="1083" y="245"/>
                </a:lnTo>
                <a:lnTo>
                  <a:pt x="1083" y="246"/>
                </a:lnTo>
                <a:lnTo>
                  <a:pt x="1084" y="248"/>
                </a:lnTo>
                <a:lnTo>
                  <a:pt x="1086" y="249"/>
                </a:lnTo>
                <a:lnTo>
                  <a:pt x="1086" y="250"/>
                </a:lnTo>
                <a:lnTo>
                  <a:pt x="1086" y="252"/>
                </a:lnTo>
                <a:lnTo>
                  <a:pt x="1085" y="253"/>
                </a:lnTo>
                <a:lnTo>
                  <a:pt x="1085" y="254"/>
                </a:lnTo>
                <a:lnTo>
                  <a:pt x="1084" y="255"/>
                </a:lnTo>
                <a:lnTo>
                  <a:pt x="1083" y="255"/>
                </a:lnTo>
                <a:lnTo>
                  <a:pt x="1083" y="257"/>
                </a:lnTo>
                <a:lnTo>
                  <a:pt x="1084" y="261"/>
                </a:lnTo>
                <a:lnTo>
                  <a:pt x="1084" y="263"/>
                </a:lnTo>
                <a:lnTo>
                  <a:pt x="1085" y="265"/>
                </a:lnTo>
                <a:lnTo>
                  <a:pt x="1085" y="267"/>
                </a:lnTo>
                <a:lnTo>
                  <a:pt x="1085" y="268"/>
                </a:lnTo>
                <a:lnTo>
                  <a:pt x="1085" y="269"/>
                </a:lnTo>
                <a:lnTo>
                  <a:pt x="1085" y="271"/>
                </a:lnTo>
                <a:lnTo>
                  <a:pt x="1085" y="272"/>
                </a:lnTo>
                <a:lnTo>
                  <a:pt x="1085" y="273"/>
                </a:lnTo>
                <a:lnTo>
                  <a:pt x="1084" y="277"/>
                </a:lnTo>
                <a:lnTo>
                  <a:pt x="1082" y="279"/>
                </a:lnTo>
                <a:lnTo>
                  <a:pt x="1081" y="280"/>
                </a:lnTo>
                <a:lnTo>
                  <a:pt x="1082" y="282"/>
                </a:lnTo>
                <a:lnTo>
                  <a:pt x="1082" y="283"/>
                </a:lnTo>
                <a:lnTo>
                  <a:pt x="1082" y="284"/>
                </a:lnTo>
                <a:lnTo>
                  <a:pt x="1083" y="284"/>
                </a:lnTo>
                <a:lnTo>
                  <a:pt x="1084" y="285"/>
                </a:lnTo>
                <a:lnTo>
                  <a:pt x="1085" y="285"/>
                </a:lnTo>
                <a:lnTo>
                  <a:pt x="1085" y="286"/>
                </a:lnTo>
                <a:lnTo>
                  <a:pt x="1085" y="287"/>
                </a:lnTo>
                <a:lnTo>
                  <a:pt x="1085" y="289"/>
                </a:lnTo>
                <a:lnTo>
                  <a:pt x="1086" y="290"/>
                </a:lnTo>
                <a:lnTo>
                  <a:pt x="1086" y="291"/>
                </a:lnTo>
                <a:lnTo>
                  <a:pt x="1086" y="293"/>
                </a:lnTo>
                <a:lnTo>
                  <a:pt x="1086" y="294"/>
                </a:lnTo>
                <a:lnTo>
                  <a:pt x="1084" y="299"/>
                </a:lnTo>
                <a:lnTo>
                  <a:pt x="1083" y="300"/>
                </a:lnTo>
                <a:lnTo>
                  <a:pt x="1083" y="301"/>
                </a:lnTo>
                <a:lnTo>
                  <a:pt x="1084" y="304"/>
                </a:lnTo>
                <a:lnTo>
                  <a:pt x="1085" y="304"/>
                </a:lnTo>
                <a:lnTo>
                  <a:pt x="1084" y="305"/>
                </a:lnTo>
                <a:lnTo>
                  <a:pt x="1083" y="305"/>
                </a:lnTo>
                <a:lnTo>
                  <a:pt x="1082" y="305"/>
                </a:lnTo>
                <a:lnTo>
                  <a:pt x="1080" y="306"/>
                </a:lnTo>
                <a:lnTo>
                  <a:pt x="1079" y="307"/>
                </a:lnTo>
                <a:lnTo>
                  <a:pt x="1079" y="308"/>
                </a:lnTo>
                <a:lnTo>
                  <a:pt x="1080" y="309"/>
                </a:lnTo>
                <a:lnTo>
                  <a:pt x="1080" y="310"/>
                </a:lnTo>
                <a:lnTo>
                  <a:pt x="1079" y="310"/>
                </a:lnTo>
                <a:lnTo>
                  <a:pt x="1079" y="311"/>
                </a:lnTo>
                <a:lnTo>
                  <a:pt x="1079" y="312"/>
                </a:lnTo>
                <a:lnTo>
                  <a:pt x="1078" y="314"/>
                </a:lnTo>
                <a:lnTo>
                  <a:pt x="1079" y="314"/>
                </a:lnTo>
                <a:lnTo>
                  <a:pt x="1079" y="315"/>
                </a:lnTo>
                <a:lnTo>
                  <a:pt x="1081" y="316"/>
                </a:lnTo>
                <a:lnTo>
                  <a:pt x="1082" y="318"/>
                </a:lnTo>
                <a:lnTo>
                  <a:pt x="1082" y="319"/>
                </a:lnTo>
                <a:lnTo>
                  <a:pt x="1083" y="320"/>
                </a:lnTo>
                <a:lnTo>
                  <a:pt x="1083" y="321"/>
                </a:lnTo>
                <a:lnTo>
                  <a:pt x="1084" y="321"/>
                </a:lnTo>
                <a:lnTo>
                  <a:pt x="1085" y="321"/>
                </a:lnTo>
                <a:lnTo>
                  <a:pt x="1086" y="321"/>
                </a:lnTo>
                <a:lnTo>
                  <a:pt x="1087" y="321"/>
                </a:lnTo>
                <a:lnTo>
                  <a:pt x="1087" y="322"/>
                </a:lnTo>
                <a:lnTo>
                  <a:pt x="1086" y="323"/>
                </a:lnTo>
                <a:lnTo>
                  <a:pt x="1087" y="324"/>
                </a:lnTo>
                <a:lnTo>
                  <a:pt x="1087" y="325"/>
                </a:lnTo>
                <a:lnTo>
                  <a:pt x="1086" y="326"/>
                </a:lnTo>
                <a:lnTo>
                  <a:pt x="1086" y="327"/>
                </a:lnTo>
                <a:lnTo>
                  <a:pt x="1085" y="328"/>
                </a:lnTo>
                <a:lnTo>
                  <a:pt x="1085" y="329"/>
                </a:lnTo>
                <a:lnTo>
                  <a:pt x="1084" y="329"/>
                </a:lnTo>
                <a:lnTo>
                  <a:pt x="1083" y="330"/>
                </a:lnTo>
                <a:lnTo>
                  <a:pt x="1082" y="330"/>
                </a:lnTo>
                <a:lnTo>
                  <a:pt x="1080" y="329"/>
                </a:lnTo>
                <a:lnTo>
                  <a:pt x="1079" y="330"/>
                </a:lnTo>
                <a:lnTo>
                  <a:pt x="1077" y="330"/>
                </a:lnTo>
                <a:lnTo>
                  <a:pt x="1076" y="329"/>
                </a:lnTo>
                <a:lnTo>
                  <a:pt x="1076" y="330"/>
                </a:lnTo>
                <a:lnTo>
                  <a:pt x="1075" y="331"/>
                </a:lnTo>
                <a:lnTo>
                  <a:pt x="1075" y="333"/>
                </a:lnTo>
                <a:lnTo>
                  <a:pt x="1077" y="336"/>
                </a:lnTo>
                <a:lnTo>
                  <a:pt x="1079" y="338"/>
                </a:lnTo>
                <a:lnTo>
                  <a:pt x="1079" y="339"/>
                </a:lnTo>
                <a:lnTo>
                  <a:pt x="1078" y="339"/>
                </a:lnTo>
                <a:lnTo>
                  <a:pt x="1076" y="340"/>
                </a:lnTo>
                <a:lnTo>
                  <a:pt x="1073" y="341"/>
                </a:lnTo>
                <a:lnTo>
                  <a:pt x="1072" y="341"/>
                </a:lnTo>
                <a:lnTo>
                  <a:pt x="1071" y="341"/>
                </a:lnTo>
                <a:lnTo>
                  <a:pt x="1070" y="340"/>
                </a:lnTo>
                <a:lnTo>
                  <a:pt x="1069" y="340"/>
                </a:lnTo>
                <a:lnTo>
                  <a:pt x="1068" y="340"/>
                </a:lnTo>
                <a:lnTo>
                  <a:pt x="1066" y="341"/>
                </a:lnTo>
                <a:lnTo>
                  <a:pt x="1065" y="342"/>
                </a:lnTo>
                <a:lnTo>
                  <a:pt x="1064" y="344"/>
                </a:lnTo>
                <a:lnTo>
                  <a:pt x="1062" y="344"/>
                </a:lnTo>
                <a:lnTo>
                  <a:pt x="1062" y="343"/>
                </a:lnTo>
                <a:lnTo>
                  <a:pt x="1061" y="343"/>
                </a:lnTo>
                <a:lnTo>
                  <a:pt x="1061" y="344"/>
                </a:lnTo>
                <a:lnTo>
                  <a:pt x="1060" y="344"/>
                </a:lnTo>
                <a:lnTo>
                  <a:pt x="1059" y="343"/>
                </a:lnTo>
                <a:lnTo>
                  <a:pt x="1057" y="342"/>
                </a:lnTo>
                <a:lnTo>
                  <a:pt x="1056" y="342"/>
                </a:lnTo>
                <a:lnTo>
                  <a:pt x="1055" y="343"/>
                </a:lnTo>
                <a:lnTo>
                  <a:pt x="1054" y="343"/>
                </a:lnTo>
                <a:lnTo>
                  <a:pt x="1053" y="344"/>
                </a:lnTo>
                <a:lnTo>
                  <a:pt x="1052" y="345"/>
                </a:lnTo>
                <a:lnTo>
                  <a:pt x="1052" y="347"/>
                </a:lnTo>
                <a:lnTo>
                  <a:pt x="1052" y="350"/>
                </a:lnTo>
                <a:lnTo>
                  <a:pt x="1051" y="351"/>
                </a:lnTo>
                <a:lnTo>
                  <a:pt x="1049" y="350"/>
                </a:lnTo>
                <a:lnTo>
                  <a:pt x="1049" y="351"/>
                </a:lnTo>
                <a:lnTo>
                  <a:pt x="1048" y="352"/>
                </a:lnTo>
                <a:lnTo>
                  <a:pt x="1047" y="352"/>
                </a:lnTo>
                <a:lnTo>
                  <a:pt x="1046" y="353"/>
                </a:lnTo>
                <a:lnTo>
                  <a:pt x="1046" y="352"/>
                </a:lnTo>
                <a:lnTo>
                  <a:pt x="1045" y="351"/>
                </a:lnTo>
                <a:lnTo>
                  <a:pt x="1044" y="351"/>
                </a:lnTo>
                <a:lnTo>
                  <a:pt x="1042" y="351"/>
                </a:lnTo>
                <a:lnTo>
                  <a:pt x="1041" y="351"/>
                </a:lnTo>
                <a:lnTo>
                  <a:pt x="1040" y="353"/>
                </a:lnTo>
                <a:lnTo>
                  <a:pt x="1037" y="356"/>
                </a:lnTo>
                <a:lnTo>
                  <a:pt x="1036" y="356"/>
                </a:lnTo>
                <a:lnTo>
                  <a:pt x="1035" y="358"/>
                </a:lnTo>
                <a:lnTo>
                  <a:pt x="1034" y="359"/>
                </a:lnTo>
                <a:lnTo>
                  <a:pt x="1033" y="359"/>
                </a:lnTo>
                <a:lnTo>
                  <a:pt x="1031" y="359"/>
                </a:lnTo>
                <a:lnTo>
                  <a:pt x="1030" y="359"/>
                </a:lnTo>
                <a:lnTo>
                  <a:pt x="1030" y="360"/>
                </a:lnTo>
                <a:lnTo>
                  <a:pt x="1029" y="362"/>
                </a:lnTo>
                <a:lnTo>
                  <a:pt x="1029" y="364"/>
                </a:lnTo>
                <a:lnTo>
                  <a:pt x="1028" y="365"/>
                </a:lnTo>
                <a:lnTo>
                  <a:pt x="1027" y="366"/>
                </a:lnTo>
                <a:lnTo>
                  <a:pt x="1025" y="367"/>
                </a:lnTo>
                <a:lnTo>
                  <a:pt x="1022" y="369"/>
                </a:lnTo>
                <a:lnTo>
                  <a:pt x="1022" y="370"/>
                </a:lnTo>
                <a:lnTo>
                  <a:pt x="1020" y="372"/>
                </a:lnTo>
                <a:lnTo>
                  <a:pt x="1019" y="374"/>
                </a:lnTo>
                <a:lnTo>
                  <a:pt x="1019" y="376"/>
                </a:lnTo>
                <a:lnTo>
                  <a:pt x="1018" y="376"/>
                </a:lnTo>
                <a:lnTo>
                  <a:pt x="1017" y="376"/>
                </a:lnTo>
                <a:lnTo>
                  <a:pt x="1017" y="377"/>
                </a:lnTo>
                <a:lnTo>
                  <a:pt x="1018" y="378"/>
                </a:lnTo>
                <a:lnTo>
                  <a:pt x="1019" y="379"/>
                </a:lnTo>
                <a:lnTo>
                  <a:pt x="1021" y="379"/>
                </a:lnTo>
                <a:lnTo>
                  <a:pt x="1022" y="379"/>
                </a:lnTo>
                <a:lnTo>
                  <a:pt x="1023" y="380"/>
                </a:lnTo>
                <a:lnTo>
                  <a:pt x="1024" y="381"/>
                </a:lnTo>
                <a:lnTo>
                  <a:pt x="1025" y="381"/>
                </a:lnTo>
                <a:lnTo>
                  <a:pt x="1026" y="380"/>
                </a:lnTo>
                <a:lnTo>
                  <a:pt x="1028" y="379"/>
                </a:lnTo>
                <a:lnTo>
                  <a:pt x="1030" y="378"/>
                </a:lnTo>
                <a:lnTo>
                  <a:pt x="1032" y="377"/>
                </a:lnTo>
                <a:lnTo>
                  <a:pt x="1034" y="378"/>
                </a:lnTo>
                <a:lnTo>
                  <a:pt x="1035" y="378"/>
                </a:lnTo>
                <a:lnTo>
                  <a:pt x="1036" y="378"/>
                </a:lnTo>
                <a:lnTo>
                  <a:pt x="1037" y="379"/>
                </a:lnTo>
                <a:lnTo>
                  <a:pt x="1038" y="380"/>
                </a:lnTo>
                <a:lnTo>
                  <a:pt x="1040" y="381"/>
                </a:lnTo>
                <a:lnTo>
                  <a:pt x="1041" y="382"/>
                </a:lnTo>
                <a:lnTo>
                  <a:pt x="1042" y="384"/>
                </a:lnTo>
                <a:lnTo>
                  <a:pt x="1043" y="385"/>
                </a:lnTo>
                <a:lnTo>
                  <a:pt x="1044" y="386"/>
                </a:lnTo>
                <a:lnTo>
                  <a:pt x="1046" y="390"/>
                </a:lnTo>
                <a:lnTo>
                  <a:pt x="1047" y="390"/>
                </a:lnTo>
                <a:lnTo>
                  <a:pt x="1047" y="391"/>
                </a:lnTo>
                <a:lnTo>
                  <a:pt x="1046" y="397"/>
                </a:lnTo>
                <a:lnTo>
                  <a:pt x="1044" y="396"/>
                </a:lnTo>
                <a:lnTo>
                  <a:pt x="1043" y="396"/>
                </a:lnTo>
                <a:lnTo>
                  <a:pt x="1042" y="397"/>
                </a:lnTo>
                <a:lnTo>
                  <a:pt x="1041" y="398"/>
                </a:lnTo>
                <a:lnTo>
                  <a:pt x="1042" y="399"/>
                </a:lnTo>
                <a:lnTo>
                  <a:pt x="1043" y="401"/>
                </a:lnTo>
                <a:lnTo>
                  <a:pt x="1044" y="405"/>
                </a:lnTo>
                <a:lnTo>
                  <a:pt x="1047" y="406"/>
                </a:lnTo>
                <a:lnTo>
                  <a:pt x="1049" y="412"/>
                </a:lnTo>
                <a:lnTo>
                  <a:pt x="1049" y="413"/>
                </a:lnTo>
                <a:lnTo>
                  <a:pt x="1051" y="413"/>
                </a:lnTo>
                <a:lnTo>
                  <a:pt x="1052" y="413"/>
                </a:lnTo>
                <a:lnTo>
                  <a:pt x="1053" y="414"/>
                </a:lnTo>
                <a:lnTo>
                  <a:pt x="1054" y="415"/>
                </a:lnTo>
                <a:lnTo>
                  <a:pt x="1053" y="415"/>
                </a:lnTo>
                <a:lnTo>
                  <a:pt x="1052" y="414"/>
                </a:lnTo>
                <a:lnTo>
                  <a:pt x="1051" y="414"/>
                </a:lnTo>
                <a:lnTo>
                  <a:pt x="1050" y="414"/>
                </a:lnTo>
                <a:lnTo>
                  <a:pt x="1049" y="414"/>
                </a:lnTo>
                <a:lnTo>
                  <a:pt x="1048" y="415"/>
                </a:lnTo>
                <a:lnTo>
                  <a:pt x="1047" y="415"/>
                </a:lnTo>
                <a:lnTo>
                  <a:pt x="1046" y="414"/>
                </a:lnTo>
                <a:lnTo>
                  <a:pt x="1046" y="412"/>
                </a:lnTo>
                <a:lnTo>
                  <a:pt x="1046" y="409"/>
                </a:lnTo>
                <a:lnTo>
                  <a:pt x="1047" y="408"/>
                </a:lnTo>
                <a:lnTo>
                  <a:pt x="1046" y="407"/>
                </a:lnTo>
                <a:lnTo>
                  <a:pt x="1045" y="407"/>
                </a:lnTo>
                <a:lnTo>
                  <a:pt x="1044" y="407"/>
                </a:lnTo>
                <a:lnTo>
                  <a:pt x="1043" y="407"/>
                </a:lnTo>
                <a:lnTo>
                  <a:pt x="1042" y="406"/>
                </a:lnTo>
                <a:lnTo>
                  <a:pt x="1042" y="404"/>
                </a:lnTo>
                <a:lnTo>
                  <a:pt x="1041" y="403"/>
                </a:lnTo>
                <a:lnTo>
                  <a:pt x="1041" y="402"/>
                </a:lnTo>
                <a:lnTo>
                  <a:pt x="1039" y="401"/>
                </a:lnTo>
                <a:lnTo>
                  <a:pt x="1038" y="400"/>
                </a:lnTo>
                <a:lnTo>
                  <a:pt x="1037" y="398"/>
                </a:lnTo>
                <a:lnTo>
                  <a:pt x="1037" y="397"/>
                </a:lnTo>
                <a:lnTo>
                  <a:pt x="1036" y="396"/>
                </a:lnTo>
                <a:lnTo>
                  <a:pt x="1035" y="395"/>
                </a:lnTo>
                <a:lnTo>
                  <a:pt x="1034" y="395"/>
                </a:lnTo>
                <a:lnTo>
                  <a:pt x="1034" y="394"/>
                </a:lnTo>
                <a:lnTo>
                  <a:pt x="1035" y="393"/>
                </a:lnTo>
                <a:lnTo>
                  <a:pt x="1035" y="392"/>
                </a:lnTo>
                <a:lnTo>
                  <a:pt x="1035" y="391"/>
                </a:lnTo>
                <a:lnTo>
                  <a:pt x="1035" y="390"/>
                </a:lnTo>
                <a:lnTo>
                  <a:pt x="1034" y="390"/>
                </a:lnTo>
                <a:lnTo>
                  <a:pt x="1033" y="389"/>
                </a:lnTo>
                <a:lnTo>
                  <a:pt x="1032" y="389"/>
                </a:lnTo>
                <a:lnTo>
                  <a:pt x="1031" y="389"/>
                </a:lnTo>
                <a:lnTo>
                  <a:pt x="1030" y="389"/>
                </a:lnTo>
                <a:lnTo>
                  <a:pt x="1030" y="390"/>
                </a:lnTo>
                <a:lnTo>
                  <a:pt x="1029" y="390"/>
                </a:lnTo>
                <a:lnTo>
                  <a:pt x="1029" y="391"/>
                </a:lnTo>
                <a:lnTo>
                  <a:pt x="1029" y="392"/>
                </a:lnTo>
                <a:lnTo>
                  <a:pt x="1028" y="392"/>
                </a:lnTo>
                <a:lnTo>
                  <a:pt x="1028" y="393"/>
                </a:lnTo>
                <a:lnTo>
                  <a:pt x="1028" y="394"/>
                </a:lnTo>
                <a:lnTo>
                  <a:pt x="1029" y="395"/>
                </a:lnTo>
                <a:lnTo>
                  <a:pt x="1029" y="396"/>
                </a:lnTo>
                <a:lnTo>
                  <a:pt x="1030" y="396"/>
                </a:lnTo>
                <a:lnTo>
                  <a:pt x="1030" y="397"/>
                </a:lnTo>
                <a:lnTo>
                  <a:pt x="1031" y="397"/>
                </a:lnTo>
                <a:lnTo>
                  <a:pt x="1032" y="398"/>
                </a:lnTo>
                <a:lnTo>
                  <a:pt x="1032" y="399"/>
                </a:lnTo>
                <a:lnTo>
                  <a:pt x="1031" y="399"/>
                </a:lnTo>
                <a:lnTo>
                  <a:pt x="1031" y="400"/>
                </a:lnTo>
                <a:lnTo>
                  <a:pt x="1030" y="401"/>
                </a:lnTo>
                <a:lnTo>
                  <a:pt x="1029" y="401"/>
                </a:lnTo>
                <a:lnTo>
                  <a:pt x="1028" y="401"/>
                </a:lnTo>
                <a:lnTo>
                  <a:pt x="1027" y="401"/>
                </a:lnTo>
                <a:lnTo>
                  <a:pt x="1026" y="400"/>
                </a:lnTo>
                <a:lnTo>
                  <a:pt x="1025" y="399"/>
                </a:lnTo>
                <a:lnTo>
                  <a:pt x="1025" y="398"/>
                </a:lnTo>
                <a:lnTo>
                  <a:pt x="1025" y="397"/>
                </a:lnTo>
                <a:lnTo>
                  <a:pt x="1026" y="397"/>
                </a:lnTo>
                <a:lnTo>
                  <a:pt x="1026" y="396"/>
                </a:lnTo>
                <a:lnTo>
                  <a:pt x="1026" y="395"/>
                </a:lnTo>
                <a:lnTo>
                  <a:pt x="1026" y="394"/>
                </a:lnTo>
                <a:lnTo>
                  <a:pt x="1025" y="393"/>
                </a:lnTo>
                <a:lnTo>
                  <a:pt x="1024" y="393"/>
                </a:lnTo>
                <a:lnTo>
                  <a:pt x="1024" y="392"/>
                </a:lnTo>
                <a:lnTo>
                  <a:pt x="1023" y="393"/>
                </a:lnTo>
                <a:lnTo>
                  <a:pt x="1022" y="393"/>
                </a:lnTo>
                <a:lnTo>
                  <a:pt x="1022" y="394"/>
                </a:lnTo>
                <a:lnTo>
                  <a:pt x="1022" y="395"/>
                </a:lnTo>
                <a:lnTo>
                  <a:pt x="1021" y="395"/>
                </a:lnTo>
                <a:lnTo>
                  <a:pt x="1020" y="396"/>
                </a:lnTo>
                <a:lnTo>
                  <a:pt x="1019" y="396"/>
                </a:lnTo>
                <a:lnTo>
                  <a:pt x="1019" y="394"/>
                </a:lnTo>
                <a:lnTo>
                  <a:pt x="1019" y="393"/>
                </a:lnTo>
                <a:lnTo>
                  <a:pt x="1018" y="393"/>
                </a:lnTo>
                <a:lnTo>
                  <a:pt x="1017" y="392"/>
                </a:lnTo>
                <a:lnTo>
                  <a:pt x="1016" y="391"/>
                </a:lnTo>
                <a:lnTo>
                  <a:pt x="1015" y="391"/>
                </a:lnTo>
                <a:lnTo>
                  <a:pt x="1015" y="390"/>
                </a:lnTo>
                <a:lnTo>
                  <a:pt x="1014" y="390"/>
                </a:lnTo>
                <a:lnTo>
                  <a:pt x="1013" y="390"/>
                </a:lnTo>
                <a:lnTo>
                  <a:pt x="1012" y="390"/>
                </a:lnTo>
                <a:lnTo>
                  <a:pt x="1011" y="390"/>
                </a:lnTo>
                <a:lnTo>
                  <a:pt x="1011" y="389"/>
                </a:lnTo>
                <a:lnTo>
                  <a:pt x="1010" y="389"/>
                </a:lnTo>
                <a:lnTo>
                  <a:pt x="1010" y="388"/>
                </a:lnTo>
                <a:lnTo>
                  <a:pt x="1009" y="387"/>
                </a:lnTo>
                <a:lnTo>
                  <a:pt x="1008" y="386"/>
                </a:lnTo>
                <a:lnTo>
                  <a:pt x="1008" y="385"/>
                </a:lnTo>
                <a:lnTo>
                  <a:pt x="1007" y="384"/>
                </a:lnTo>
                <a:lnTo>
                  <a:pt x="1006" y="383"/>
                </a:lnTo>
                <a:lnTo>
                  <a:pt x="1005" y="383"/>
                </a:lnTo>
                <a:lnTo>
                  <a:pt x="1004" y="383"/>
                </a:lnTo>
                <a:lnTo>
                  <a:pt x="1003" y="384"/>
                </a:lnTo>
                <a:lnTo>
                  <a:pt x="1002" y="384"/>
                </a:lnTo>
                <a:lnTo>
                  <a:pt x="1002" y="383"/>
                </a:lnTo>
                <a:lnTo>
                  <a:pt x="1002" y="382"/>
                </a:lnTo>
                <a:lnTo>
                  <a:pt x="1001" y="381"/>
                </a:lnTo>
                <a:lnTo>
                  <a:pt x="1000" y="381"/>
                </a:lnTo>
                <a:lnTo>
                  <a:pt x="1000" y="380"/>
                </a:lnTo>
                <a:lnTo>
                  <a:pt x="999" y="379"/>
                </a:lnTo>
                <a:lnTo>
                  <a:pt x="999" y="378"/>
                </a:lnTo>
                <a:lnTo>
                  <a:pt x="999" y="375"/>
                </a:lnTo>
                <a:lnTo>
                  <a:pt x="999" y="374"/>
                </a:lnTo>
                <a:lnTo>
                  <a:pt x="998" y="374"/>
                </a:lnTo>
                <a:lnTo>
                  <a:pt x="998" y="373"/>
                </a:lnTo>
                <a:lnTo>
                  <a:pt x="998" y="372"/>
                </a:lnTo>
                <a:lnTo>
                  <a:pt x="999" y="372"/>
                </a:lnTo>
                <a:lnTo>
                  <a:pt x="999" y="371"/>
                </a:lnTo>
                <a:lnTo>
                  <a:pt x="998" y="371"/>
                </a:lnTo>
                <a:lnTo>
                  <a:pt x="998" y="370"/>
                </a:lnTo>
                <a:lnTo>
                  <a:pt x="997" y="370"/>
                </a:lnTo>
                <a:lnTo>
                  <a:pt x="997" y="369"/>
                </a:lnTo>
                <a:lnTo>
                  <a:pt x="997" y="368"/>
                </a:lnTo>
                <a:lnTo>
                  <a:pt x="997" y="367"/>
                </a:lnTo>
                <a:lnTo>
                  <a:pt x="997" y="366"/>
                </a:lnTo>
                <a:lnTo>
                  <a:pt x="997" y="365"/>
                </a:lnTo>
                <a:lnTo>
                  <a:pt x="997" y="364"/>
                </a:lnTo>
                <a:lnTo>
                  <a:pt x="997" y="363"/>
                </a:lnTo>
                <a:lnTo>
                  <a:pt x="997" y="362"/>
                </a:lnTo>
                <a:lnTo>
                  <a:pt x="996" y="362"/>
                </a:lnTo>
                <a:lnTo>
                  <a:pt x="996" y="361"/>
                </a:lnTo>
                <a:lnTo>
                  <a:pt x="997" y="360"/>
                </a:lnTo>
                <a:lnTo>
                  <a:pt x="997" y="359"/>
                </a:lnTo>
                <a:lnTo>
                  <a:pt x="997" y="358"/>
                </a:lnTo>
                <a:lnTo>
                  <a:pt x="997" y="357"/>
                </a:lnTo>
                <a:lnTo>
                  <a:pt x="997" y="356"/>
                </a:lnTo>
                <a:lnTo>
                  <a:pt x="997" y="357"/>
                </a:lnTo>
                <a:lnTo>
                  <a:pt x="997" y="358"/>
                </a:lnTo>
                <a:lnTo>
                  <a:pt x="996" y="357"/>
                </a:lnTo>
                <a:lnTo>
                  <a:pt x="995" y="356"/>
                </a:lnTo>
                <a:lnTo>
                  <a:pt x="995" y="354"/>
                </a:lnTo>
                <a:lnTo>
                  <a:pt x="994" y="354"/>
                </a:lnTo>
                <a:lnTo>
                  <a:pt x="993" y="355"/>
                </a:lnTo>
                <a:lnTo>
                  <a:pt x="992" y="355"/>
                </a:lnTo>
                <a:lnTo>
                  <a:pt x="991" y="355"/>
                </a:lnTo>
                <a:lnTo>
                  <a:pt x="990" y="355"/>
                </a:lnTo>
                <a:lnTo>
                  <a:pt x="989" y="355"/>
                </a:lnTo>
                <a:lnTo>
                  <a:pt x="988" y="355"/>
                </a:lnTo>
                <a:lnTo>
                  <a:pt x="987" y="355"/>
                </a:lnTo>
                <a:lnTo>
                  <a:pt x="985" y="355"/>
                </a:lnTo>
                <a:lnTo>
                  <a:pt x="984" y="356"/>
                </a:lnTo>
                <a:lnTo>
                  <a:pt x="984" y="357"/>
                </a:lnTo>
                <a:lnTo>
                  <a:pt x="983" y="357"/>
                </a:lnTo>
                <a:lnTo>
                  <a:pt x="983" y="358"/>
                </a:lnTo>
                <a:lnTo>
                  <a:pt x="982" y="358"/>
                </a:lnTo>
                <a:lnTo>
                  <a:pt x="981" y="357"/>
                </a:lnTo>
                <a:lnTo>
                  <a:pt x="979" y="357"/>
                </a:lnTo>
                <a:lnTo>
                  <a:pt x="978" y="356"/>
                </a:lnTo>
                <a:lnTo>
                  <a:pt x="978" y="355"/>
                </a:lnTo>
                <a:lnTo>
                  <a:pt x="979" y="355"/>
                </a:lnTo>
                <a:lnTo>
                  <a:pt x="979" y="354"/>
                </a:lnTo>
                <a:lnTo>
                  <a:pt x="980" y="354"/>
                </a:lnTo>
                <a:lnTo>
                  <a:pt x="981" y="354"/>
                </a:lnTo>
                <a:lnTo>
                  <a:pt x="981" y="353"/>
                </a:lnTo>
                <a:lnTo>
                  <a:pt x="981" y="352"/>
                </a:lnTo>
                <a:lnTo>
                  <a:pt x="980" y="352"/>
                </a:lnTo>
                <a:lnTo>
                  <a:pt x="980" y="353"/>
                </a:lnTo>
                <a:lnTo>
                  <a:pt x="979" y="352"/>
                </a:lnTo>
                <a:lnTo>
                  <a:pt x="978" y="352"/>
                </a:lnTo>
                <a:lnTo>
                  <a:pt x="978" y="351"/>
                </a:lnTo>
                <a:lnTo>
                  <a:pt x="978" y="350"/>
                </a:lnTo>
                <a:lnTo>
                  <a:pt x="979" y="350"/>
                </a:lnTo>
                <a:lnTo>
                  <a:pt x="979" y="349"/>
                </a:lnTo>
                <a:lnTo>
                  <a:pt x="980" y="349"/>
                </a:lnTo>
                <a:lnTo>
                  <a:pt x="980" y="348"/>
                </a:lnTo>
                <a:lnTo>
                  <a:pt x="981" y="348"/>
                </a:lnTo>
                <a:lnTo>
                  <a:pt x="981" y="347"/>
                </a:lnTo>
                <a:lnTo>
                  <a:pt x="980" y="347"/>
                </a:lnTo>
                <a:lnTo>
                  <a:pt x="980" y="346"/>
                </a:lnTo>
                <a:lnTo>
                  <a:pt x="979" y="346"/>
                </a:lnTo>
                <a:lnTo>
                  <a:pt x="979" y="347"/>
                </a:lnTo>
                <a:lnTo>
                  <a:pt x="978" y="347"/>
                </a:lnTo>
                <a:lnTo>
                  <a:pt x="978" y="346"/>
                </a:lnTo>
                <a:lnTo>
                  <a:pt x="977" y="346"/>
                </a:lnTo>
                <a:lnTo>
                  <a:pt x="976" y="346"/>
                </a:lnTo>
                <a:lnTo>
                  <a:pt x="975" y="346"/>
                </a:lnTo>
                <a:lnTo>
                  <a:pt x="975" y="347"/>
                </a:lnTo>
                <a:lnTo>
                  <a:pt x="974" y="347"/>
                </a:lnTo>
                <a:lnTo>
                  <a:pt x="974" y="348"/>
                </a:lnTo>
                <a:lnTo>
                  <a:pt x="973" y="349"/>
                </a:lnTo>
                <a:lnTo>
                  <a:pt x="972" y="350"/>
                </a:lnTo>
                <a:lnTo>
                  <a:pt x="971" y="350"/>
                </a:lnTo>
                <a:lnTo>
                  <a:pt x="970" y="351"/>
                </a:lnTo>
                <a:lnTo>
                  <a:pt x="969" y="351"/>
                </a:lnTo>
                <a:lnTo>
                  <a:pt x="968" y="352"/>
                </a:lnTo>
                <a:lnTo>
                  <a:pt x="967" y="352"/>
                </a:lnTo>
                <a:lnTo>
                  <a:pt x="966" y="351"/>
                </a:lnTo>
                <a:lnTo>
                  <a:pt x="965" y="350"/>
                </a:lnTo>
                <a:lnTo>
                  <a:pt x="964" y="351"/>
                </a:lnTo>
                <a:lnTo>
                  <a:pt x="963" y="351"/>
                </a:lnTo>
                <a:lnTo>
                  <a:pt x="963" y="352"/>
                </a:lnTo>
                <a:lnTo>
                  <a:pt x="962" y="352"/>
                </a:lnTo>
                <a:lnTo>
                  <a:pt x="961" y="352"/>
                </a:lnTo>
                <a:lnTo>
                  <a:pt x="960" y="352"/>
                </a:lnTo>
                <a:lnTo>
                  <a:pt x="960" y="351"/>
                </a:lnTo>
                <a:lnTo>
                  <a:pt x="959" y="350"/>
                </a:lnTo>
                <a:lnTo>
                  <a:pt x="959" y="349"/>
                </a:lnTo>
                <a:lnTo>
                  <a:pt x="959" y="348"/>
                </a:lnTo>
                <a:lnTo>
                  <a:pt x="959" y="347"/>
                </a:lnTo>
                <a:lnTo>
                  <a:pt x="958" y="347"/>
                </a:lnTo>
                <a:lnTo>
                  <a:pt x="957" y="347"/>
                </a:lnTo>
                <a:lnTo>
                  <a:pt x="956" y="348"/>
                </a:lnTo>
                <a:lnTo>
                  <a:pt x="955" y="348"/>
                </a:lnTo>
                <a:lnTo>
                  <a:pt x="954" y="349"/>
                </a:lnTo>
                <a:lnTo>
                  <a:pt x="953" y="349"/>
                </a:lnTo>
                <a:lnTo>
                  <a:pt x="952" y="350"/>
                </a:lnTo>
                <a:lnTo>
                  <a:pt x="952" y="351"/>
                </a:lnTo>
                <a:lnTo>
                  <a:pt x="952" y="353"/>
                </a:lnTo>
                <a:lnTo>
                  <a:pt x="953" y="353"/>
                </a:lnTo>
                <a:lnTo>
                  <a:pt x="954" y="353"/>
                </a:lnTo>
                <a:lnTo>
                  <a:pt x="955" y="353"/>
                </a:lnTo>
                <a:lnTo>
                  <a:pt x="956" y="353"/>
                </a:lnTo>
                <a:lnTo>
                  <a:pt x="956" y="352"/>
                </a:lnTo>
                <a:lnTo>
                  <a:pt x="956" y="353"/>
                </a:lnTo>
                <a:lnTo>
                  <a:pt x="956" y="354"/>
                </a:lnTo>
                <a:lnTo>
                  <a:pt x="956" y="355"/>
                </a:lnTo>
                <a:lnTo>
                  <a:pt x="955" y="355"/>
                </a:lnTo>
                <a:lnTo>
                  <a:pt x="954" y="354"/>
                </a:lnTo>
                <a:lnTo>
                  <a:pt x="953" y="354"/>
                </a:lnTo>
                <a:lnTo>
                  <a:pt x="952" y="355"/>
                </a:lnTo>
                <a:lnTo>
                  <a:pt x="951" y="355"/>
                </a:lnTo>
                <a:lnTo>
                  <a:pt x="951" y="356"/>
                </a:lnTo>
                <a:lnTo>
                  <a:pt x="950" y="356"/>
                </a:lnTo>
                <a:lnTo>
                  <a:pt x="950" y="357"/>
                </a:lnTo>
                <a:lnTo>
                  <a:pt x="950" y="358"/>
                </a:lnTo>
                <a:lnTo>
                  <a:pt x="950" y="359"/>
                </a:lnTo>
                <a:lnTo>
                  <a:pt x="951" y="360"/>
                </a:lnTo>
                <a:lnTo>
                  <a:pt x="952" y="361"/>
                </a:lnTo>
                <a:lnTo>
                  <a:pt x="952" y="362"/>
                </a:lnTo>
                <a:lnTo>
                  <a:pt x="953" y="362"/>
                </a:lnTo>
                <a:lnTo>
                  <a:pt x="953" y="363"/>
                </a:lnTo>
                <a:lnTo>
                  <a:pt x="952" y="363"/>
                </a:lnTo>
                <a:lnTo>
                  <a:pt x="951" y="363"/>
                </a:lnTo>
                <a:lnTo>
                  <a:pt x="951" y="364"/>
                </a:lnTo>
                <a:lnTo>
                  <a:pt x="951" y="366"/>
                </a:lnTo>
                <a:lnTo>
                  <a:pt x="951" y="367"/>
                </a:lnTo>
                <a:lnTo>
                  <a:pt x="952" y="367"/>
                </a:lnTo>
                <a:lnTo>
                  <a:pt x="952" y="370"/>
                </a:lnTo>
                <a:lnTo>
                  <a:pt x="952" y="371"/>
                </a:lnTo>
                <a:lnTo>
                  <a:pt x="952" y="372"/>
                </a:lnTo>
                <a:lnTo>
                  <a:pt x="951" y="372"/>
                </a:lnTo>
                <a:lnTo>
                  <a:pt x="951" y="373"/>
                </a:lnTo>
                <a:lnTo>
                  <a:pt x="951" y="374"/>
                </a:lnTo>
                <a:lnTo>
                  <a:pt x="950" y="374"/>
                </a:lnTo>
                <a:lnTo>
                  <a:pt x="950" y="375"/>
                </a:lnTo>
                <a:lnTo>
                  <a:pt x="951" y="376"/>
                </a:lnTo>
                <a:lnTo>
                  <a:pt x="951" y="377"/>
                </a:lnTo>
                <a:lnTo>
                  <a:pt x="950" y="377"/>
                </a:lnTo>
                <a:lnTo>
                  <a:pt x="950" y="378"/>
                </a:lnTo>
                <a:lnTo>
                  <a:pt x="951" y="378"/>
                </a:lnTo>
                <a:lnTo>
                  <a:pt x="950" y="379"/>
                </a:lnTo>
                <a:lnTo>
                  <a:pt x="950" y="380"/>
                </a:lnTo>
                <a:lnTo>
                  <a:pt x="951" y="381"/>
                </a:lnTo>
                <a:lnTo>
                  <a:pt x="951" y="382"/>
                </a:lnTo>
                <a:lnTo>
                  <a:pt x="952" y="383"/>
                </a:lnTo>
                <a:lnTo>
                  <a:pt x="952" y="384"/>
                </a:lnTo>
                <a:lnTo>
                  <a:pt x="951" y="384"/>
                </a:lnTo>
                <a:lnTo>
                  <a:pt x="951" y="385"/>
                </a:lnTo>
                <a:lnTo>
                  <a:pt x="951" y="386"/>
                </a:lnTo>
                <a:lnTo>
                  <a:pt x="950" y="386"/>
                </a:lnTo>
                <a:lnTo>
                  <a:pt x="950" y="387"/>
                </a:lnTo>
                <a:lnTo>
                  <a:pt x="950" y="388"/>
                </a:lnTo>
                <a:lnTo>
                  <a:pt x="950" y="389"/>
                </a:lnTo>
                <a:lnTo>
                  <a:pt x="950" y="390"/>
                </a:lnTo>
                <a:lnTo>
                  <a:pt x="950" y="391"/>
                </a:lnTo>
                <a:lnTo>
                  <a:pt x="950" y="392"/>
                </a:lnTo>
                <a:lnTo>
                  <a:pt x="950" y="393"/>
                </a:lnTo>
                <a:lnTo>
                  <a:pt x="950" y="394"/>
                </a:lnTo>
                <a:lnTo>
                  <a:pt x="949" y="394"/>
                </a:lnTo>
                <a:lnTo>
                  <a:pt x="949" y="395"/>
                </a:lnTo>
                <a:lnTo>
                  <a:pt x="950" y="395"/>
                </a:lnTo>
                <a:lnTo>
                  <a:pt x="950" y="396"/>
                </a:lnTo>
                <a:lnTo>
                  <a:pt x="950" y="397"/>
                </a:lnTo>
                <a:lnTo>
                  <a:pt x="951" y="398"/>
                </a:lnTo>
                <a:lnTo>
                  <a:pt x="952" y="399"/>
                </a:lnTo>
                <a:lnTo>
                  <a:pt x="954" y="399"/>
                </a:lnTo>
                <a:lnTo>
                  <a:pt x="954" y="400"/>
                </a:lnTo>
                <a:lnTo>
                  <a:pt x="955" y="399"/>
                </a:lnTo>
                <a:lnTo>
                  <a:pt x="955" y="400"/>
                </a:lnTo>
                <a:lnTo>
                  <a:pt x="956" y="400"/>
                </a:lnTo>
                <a:lnTo>
                  <a:pt x="955" y="400"/>
                </a:lnTo>
                <a:lnTo>
                  <a:pt x="955" y="401"/>
                </a:lnTo>
                <a:lnTo>
                  <a:pt x="954" y="401"/>
                </a:lnTo>
                <a:lnTo>
                  <a:pt x="954" y="400"/>
                </a:lnTo>
                <a:lnTo>
                  <a:pt x="953" y="400"/>
                </a:lnTo>
                <a:lnTo>
                  <a:pt x="953" y="401"/>
                </a:lnTo>
                <a:lnTo>
                  <a:pt x="953" y="402"/>
                </a:lnTo>
                <a:lnTo>
                  <a:pt x="953" y="403"/>
                </a:lnTo>
                <a:lnTo>
                  <a:pt x="953" y="404"/>
                </a:lnTo>
                <a:lnTo>
                  <a:pt x="953" y="405"/>
                </a:lnTo>
                <a:lnTo>
                  <a:pt x="954" y="405"/>
                </a:lnTo>
                <a:lnTo>
                  <a:pt x="955" y="405"/>
                </a:lnTo>
                <a:lnTo>
                  <a:pt x="955" y="406"/>
                </a:lnTo>
                <a:lnTo>
                  <a:pt x="954" y="406"/>
                </a:lnTo>
                <a:lnTo>
                  <a:pt x="953" y="406"/>
                </a:lnTo>
                <a:lnTo>
                  <a:pt x="953" y="405"/>
                </a:lnTo>
                <a:lnTo>
                  <a:pt x="952" y="405"/>
                </a:lnTo>
                <a:lnTo>
                  <a:pt x="952" y="404"/>
                </a:lnTo>
                <a:lnTo>
                  <a:pt x="952" y="405"/>
                </a:lnTo>
                <a:lnTo>
                  <a:pt x="951" y="405"/>
                </a:lnTo>
                <a:lnTo>
                  <a:pt x="951" y="406"/>
                </a:lnTo>
                <a:lnTo>
                  <a:pt x="951" y="407"/>
                </a:lnTo>
                <a:lnTo>
                  <a:pt x="952" y="407"/>
                </a:lnTo>
                <a:lnTo>
                  <a:pt x="953" y="407"/>
                </a:lnTo>
                <a:lnTo>
                  <a:pt x="953" y="408"/>
                </a:lnTo>
                <a:lnTo>
                  <a:pt x="953" y="409"/>
                </a:lnTo>
                <a:lnTo>
                  <a:pt x="952" y="409"/>
                </a:lnTo>
                <a:lnTo>
                  <a:pt x="952" y="410"/>
                </a:lnTo>
                <a:lnTo>
                  <a:pt x="953" y="411"/>
                </a:lnTo>
                <a:lnTo>
                  <a:pt x="954" y="410"/>
                </a:lnTo>
                <a:lnTo>
                  <a:pt x="955" y="410"/>
                </a:lnTo>
                <a:lnTo>
                  <a:pt x="956" y="410"/>
                </a:lnTo>
                <a:lnTo>
                  <a:pt x="956" y="411"/>
                </a:lnTo>
                <a:lnTo>
                  <a:pt x="956" y="412"/>
                </a:lnTo>
                <a:lnTo>
                  <a:pt x="955" y="412"/>
                </a:lnTo>
                <a:lnTo>
                  <a:pt x="954" y="412"/>
                </a:lnTo>
                <a:lnTo>
                  <a:pt x="954" y="413"/>
                </a:lnTo>
                <a:lnTo>
                  <a:pt x="953" y="413"/>
                </a:lnTo>
                <a:lnTo>
                  <a:pt x="954" y="414"/>
                </a:lnTo>
                <a:lnTo>
                  <a:pt x="954" y="415"/>
                </a:lnTo>
                <a:lnTo>
                  <a:pt x="953" y="415"/>
                </a:lnTo>
                <a:lnTo>
                  <a:pt x="953" y="416"/>
                </a:lnTo>
                <a:lnTo>
                  <a:pt x="952" y="416"/>
                </a:lnTo>
                <a:lnTo>
                  <a:pt x="952" y="417"/>
                </a:lnTo>
                <a:lnTo>
                  <a:pt x="952" y="418"/>
                </a:lnTo>
                <a:lnTo>
                  <a:pt x="953" y="418"/>
                </a:lnTo>
                <a:lnTo>
                  <a:pt x="953" y="419"/>
                </a:lnTo>
                <a:lnTo>
                  <a:pt x="953" y="420"/>
                </a:lnTo>
                <a:lnTo>
                  <a:pt x="954" y="421"/>
                </a:lnTo>
                <a:lnTo>
                  <a:pt x="955" y="422"/>
                </a:lnTo>
                <a:lnTo>
                  <a:pt x="955" y="423"/>
                </a:lnTo>
                <a:lnTo>
                  <a:pt x="955" y="424"/>
                </a:lnTo>
                <a:lnTo>
                  <a:pt x="954" y="425"/>
                </a:lnTo>
                <a:lnTo>
                  <a:pt x="955" y="426"/>
                </a:lnTo>
                <a:lnTo>
                  <a:pt x="955" y="427"/>
                </a:lnTo>
                <a:lnTo>
                  <a:pt x="955" y="428"/>
                </a:lnTo>
                <a:lnTo>
                  <a:pt x="955" y="429"/>
                </a:lnTo>
                <a:lnTo>
                  <a:pt x="956" y="429"/>
                </a:lnTo>
                <a:lnTo>
                  <a:pt x="956" y="430"/>
                </a:lnTo>
                <a:lnTo>
                  <a:pt x="956" y="431"/>
                </a:lnTo>
                <a:lnTo>
                  <a:pt x="957" y="432"/>
                </a:lnTo>
                <a:lnTo>
                  <a:pt x="957" y="433"/>
                </a:lnTo>
                <a:lnTo>
                  <a:pt x="956" y="434"/>
                </a:lnTo>
                <a:lnTo>
                  <a:pt x="956" y="435"/>
                </a:lnTo>
                <a:lnTo>
                  <a:pt x="956" y="436"/>
                </a:lnTo>
                <a:lnTo>
                  <a:pt x="956" y="437"/>
                </a:lnTo>
                <a:lnTo>
                  <a:pt x="956" y="438"/>
                </a:lnTo>
                <a:lnTo>
                  <a:pt x="955" y="438"/>
                </a:lnTo>
                <a:lnTo>
                  <a:pt x="955" y="439"/>
                </a:lnTo>
                <a:lnTo>
                  <a:pt x="955" y="440"/>
                </a:lnTo>
                <a:lnTo>
                  <a:pt x="954" y="440"/>
                </a:lnTo>
                <a:lnTo>
                  <a:pt x="953" y="440"/>
                </a:lnTo>
                <a:lnTo>
                  <a:pt x="952" y="440"/>
                </a:lnTo>
                <a:lnTo>
                  <a:pt x="951" y="440"/>
                </a:lnTo>
                <a:lnTo>
                  <a:pt x="950" y="440"/>
                </a:lnTo>
                <a:lnTo>
                  <a:pt x="949" y="440"/>
                </a:lnTo>
                <a:lnTo>
                  <a:pt x="949" y="441"/>
                </a:lnTo>
                <a:lnTo>
                  <a:pt x="949" y="442"/>
                </a:lnTo>
                <a:lnTo>
                  <a:pt x="948" y="442"/>
                </a:lnTo>
                <a:lnTo>
                  <a:pt x="948" y="441"/>
                </a:lnTo>
                <a:lnTo>
                  <a:pt x="947" y="441"/>
                </a:lnTo>
                <a:lnTo>
                  <a:pt x="947" y="440"/>
                </a:lnTo>
                <a:lnTo>
                  <a:pt x="946" y="440"/>
                </a:lnTo>
                <a:lnTo>
                  <a:pt x="946" y="439"/>
                </a:lnTo>
                <a:lnTo>
                  <a:pt x="945" y="439"/>
                </a:lnTo>
                <a:lnTo>
                  <a:pt x="945" y="438"/>
                </a:lnTo>
                <a:lnTo>
                  <a:pt x="944" y="437"/>
                </a:lnTo>
                <a:lnTo>
                  <a:pt x="943" y="437"/>
                </a:lnTo>
                <a:lnTo>
                  <a:pt x="943" y="438"/>
                </a:lnTo>
                <a:lnTo>
                  <a:pt x="942" y="439"/>
                </a:lnTo>
                <a:lnTo>
                  <a:pt x="941" y="439"/>
                </a:lnTo>
                <a:lnTo>
                  <a:pt x="941" y="440"/>
                </a:lnTo>
                <a:lnTo>
                  <a:pt x="941" y="441"/>
                </a:lnTo>
                <a:lnTo>
                  <a:pt x="942" y="441"/>
                </a:lnTo>
                <a:lnTo>
                  <a:pt x="943" y="440"/>
                </a:lnTo>
                <a:lnTo>
                  <a:pt x="944" y="440"/>
                </a:lnTo>
                <a:lnTo>
                  <a:pt x="944" y="441"/>
                </a:lnTo>
                <a:lnTo>
                  <a:pt x="944" y="442"/>
                </a:lnTo>
                <a:lnTo>
                  <a:pt x="943" y="442"/>
                </a:lnTo>
                <a:lnTo>
                  <a:pt x="943" y="443"/>
                </a:lnTo>
                <a:lnTo>
                  <a:pt x="943" y="444"/>
                </a:lnTo>
                <a:lnTo>
                  <a:pt x="943" y="445"/>
                </a:lnTo>
                <a:lnTo>
                  <a:pt x="943" y="446"/>
                </a:lnTo>
                <a:lnTo>
                  <a:pt x="942" y="446"/>
                </a:lnTo>
                <a:lnTo>
                  <a:pt x="942" y="445"/>
                </a:lnTo>
                <a:lnTo>
                  <a:pt x="941" y="445"/>
                </a:lnTo>
                <a:lnTo>
                  <a:pt x="941" y="446"/>
                </a:lnTo>
                <a:lnTo>
                  <a:pt x="941" y="447"/>
                </a:lnTo>
                <a:lnTo>
                  <a:pt x="940" y="447"/>
                </a:lnTo>
                <a:lnTo>
                  <a:pt x="940" y="448"/>
                </a:lnTo>
                <a:lnTo>
                  <a:pt x="940" y="449"/>
                </a:lnTo>
                <a:lnTo>
                  <a:pt x="940" y="450"/>
                </a:lnTo>
                <a:lnTo>
                  <a:pt x="941" y="450"/>
                </a:lnTo>
                <a:lnTo>
                  <a:pt x="942" y="450"/>
                </a:lnTo>
                <a:lnTo>
                  <a:pt x="941" y="451"/>
                </a:lnTo>
                <a:lnTo>
                  <a:pt x="940" y="451"/>
                </a:lnTo>
                <a:lnTo>
                  <a:pt x="940" y="452"/>
                </a:lnTo>
                <a:lnTo>
                  <a:pt x="941" y="453"/>
                </a:lnTo>
                <a:lnTo>
                  <a:pt x="940" y="454"/>
                </a:lnTo>
                <a:lnTo>
                  <a:pt x="940" y="453"/>
                </a:lnTo>
                <a:lnTo>
                  <a:pt x="939" y="453"/>
                </a:lnTo>
                <a:lnTo>
                  <a:pt x="939" y="454"/>
                </a:lnTo>
                <a:lnTo>
                  <a:pt x="938" y="454"/>
                </a:lnTo>
                <a:lnTo>
                  <a:pt x="938" y="453"/>
                </a:lnTo>
                <a:lnTo>
                  <a:pt x="938" y="452"/>
                </a:lnTo>
                <a:lnTo>
                  <a:pt x="937" y="451"/>
                </a:lnTo>
                <a:lnTo>
                  <a:pt x="936" y="450"/>
                </a:lnTo>
                <a:lnTo>
                  <a:pt x="935" y="450"/>
                </a:lnTo>
                <a:lnTo>
                  <a:pt x="934" y="450"/>
                </a:lnTo>
                <a:lnTo>
                  <a:pt x="933" y="449"/>
                </a:lnTo>
                <a:lnTo>
                  <a:pt x="933" y="448"/>
                </a:lnTo>
                <a:lnTo>
                  <a:pt x="932" y="448"/>
                </a:lnTo>
                <a:lnTo>
                  <a:pt x="931" y="447"/>
                </a:lnTo>
                <a:lnTo>
                  <a:pt x="930" y="447"/>
                </a:lnTo>
                <a:lnTo>
                  <a:pt x="929" y="447"/>
                </a:lnTo>
                <a:lnTo>
                  <a:pt x="928" y="447"/>
                </a:lnTo>
                <a:lnTo>
                  <a:pt x="928" y="446"/>
                </a:lnTo>
                <a:lnTo>
                  <a:pt x="927" y="445"/>
                </a:lnTo>
                <a:lnTo>
                  <a:pt x="926" y="445"/>
                </a:lnTo>
                <a:lnTo>
                  <a:pt x="925" y="445"/>
                </a:lnTo>
                <a:lnTo>
                  <a:pt x="925" y="446"/>
                </a:lnTo>
                <a:lnTo>
                  <a:pt x="925" y="447"/>
                </a:lnTo>
                <a:lnTo>
                  <a:pt x="924" y="447"/>
                </a:lnTo>
                <a:lnTo>
                  <a:pt x="923" y="447"/>
                </a:lnTo>
                <a:lnTo>
                  <a:pt x="923" y="446"/>
                </a:lnTo>
                <a:lnTo>
                  <a:pt x="922" y="446"/>
                </a:lnTo>
                <a:lnTo>
                  <a:pt x="921" y="445"/>
                </a:lnTo>
                <a:lnTo>
                  <a:pt x="921" y="444"/>
                </a:lnTo>
                <a:lnTo>
                  <a:pt x="921" y="445"/>
                </a:lnTo>
                <a:lnTo>
                  <a:pt x="920" y="445"/>
                </a:lnTo>
                <a:lnTo>
                  <a:pt x="920" y="446"/>
                </a:lnTo>
                <a:lnTo>
                  <a:pt x="920" y="447"/>
                </a:lnTo>
                <a:lnTo>
                  <a:pt x="921" y="448"/>
                </a:lnTo>
                <a:lnTo>
                  <a:pt x="920" y="449"/>
                </a:lnTo>
                <a:lnTo>
                  <a:pt x="919" y="449"/>
                </a:lnTo>
                <a:lnTo>
                  <a:pt x="918" y="449"/>
                </a:lnTo>
                <a:lnTo>
                  <a:pt x="917" y="449"/>
                </a:lnTo>
                <a:lnTo>
                  <a:pt x="917" y="448"/>
                </a:lnTo>
                <a:lnTo>
                  <a:pt x="918" y="447"/>
                </a:lnTo>
                <a:lnTo>
                  <a:pt x="918" y="446"/>
                </a:lnTo>
                <a:lnTo>
                  <a:pt x="918" y="445"/>
                </a:lnTo>
                <a:lnTo>
                  <a:pt x="917" y="445"/>
                </a:lnTo>
                <a:lnTo>
                  <a:pt x="916" y="445"/>
                </a:lnTo>
                <a:lnTo>
                  <a:pt x="915" y="446"/>
                </a:lnTo>
                <a:lnTo>
                  <a:pt x="914" y="447"/>
                </a:lnTo>
                <a:lnTo>
                  <a:pt x="914" y="448"/>
                </a:lnTo>
                <a:lnTo>
                  <a:pt x="915" y="448"/>
                </a:lnTo>
                <a:lnTo>
                  <a:pt x="915" y="449"/>
                </a:lnTo>
                <a:lnTo>
                  <a:pt x="916" y="449"/>
                </a:lnTo>
                <a:lnTo>
                  <a:pt x="917" y="449"/>
                </a:lnTo>
                <a:lnTo>
                  <a:pt x="917" y="450"/>
                </a:lnTo>
                <a:lnTo>
                  <a:pt x="917" y="451"/>
                </a:lnTo>
                <a:lnTo>
                  <a:pt x="916" y="451"/>
                </a:lnTo>
                <a:lnTo>
                  <a:pt x="916" y="452"/>
                </a:lnTo>
                <a:lnTo>
                  <a:pt x="917" y="452"/>
                </a:lnTo>
                <a:lnTo>
                  <a:pt x="917" y="453"/>
                </a:lnTo>
                <a:lnTo>
                  <a:pt x="916" y="453"/>
                </a:lnTo>
                <a:lnTo>
                  <a:pt x="916" y="452"/>
                </a:lnTo>
                <a:lnTo>
                  <a:pt x="915" y="452"/>
                </a:lnTo>
                <a:lnTo>
                  <a:pt x="915" y="451"/>
                </a:lnTo>
                <a:lnTo>
                  <a:pt x="914" y="451"/>
                </a:lnTo>
                <a:lnTo>
                  <a:pt x="915" y="450"/>
                </a:lnTo>
                <a:lnTo>
                  <a:pt x="915" y="449"/>
                </a:lnTo>
                <a:lnTo>
                  <a:pt x="914" y="449"/>
                </a:lnTo>
                <a:lnTo>
                  <a:pt x="914" y="450"/>
                </a:lnTo>
                <a:lnTo>
                  <a:pt x="914" y="451"/>
                </a:lnTo>
                <a:lnTo>
                  <a:pt x="914" y="452"/>
                </a:lnTo>
                <a:lnTo>
                  <a:pt x="913" y="452"/>
                </a:lnTo>
                <a:lnTo>
                  <a:pt x="913" y="451"/>
                </a:lnTo>
                <a:lnTo>
                  <a:pt x="912" y="451"/>
                </a:lnTo>
                <a:lnTo>
                  <a:pt x="912" y="453"/>
                </a:lnTo>
                <a:lnTo>
                  <a:pt x="913" y="453"/>
                </a:lnTo>
                <a:lnTo>
                  <a:pt x="913" y="454"/>
                </a:lnTo>
                <a:lnTo>
                  <a:pt x="912" y="454"/>
                </a:lnTo>
                <a:lnTo>
                  <a:pt x="912" y="455"/>
                </a:lnTo>
                <a:lnTo>
                  <a:pt x="913" y="455"/>
                </a:lnTo>
                <a:lnTo>
                  <a:pt x="914" y="455"/>
                </a:lnTo>
                <a:lnTo>
                  <a:pt x="914" y="456"/>
                </a:lnTo>
                <a:lnTo>
                  <a:pt x="915" y="456"/>
                </a:lnTo>
                <a:lnTo>
                  <a:pt x="915" y="457"/>
                </a:lnTo>
                <a:lnTo>
                  <a:pt x="914" y="457"/>
                </a:lnTo>
                <a:lnTo>
                  <a:pt x="913" y="456"/>
                </a:lnTo>
                <a:lnTo>
                  <a:pt x="912" y="456"/>
                </a:lnTo>
                <a:lnTo>
                  <a:pt x="912" y="457"/>
                </a:lnTo>
                <a:lnTo>
                  <a:pt x="912" y="458"/>
                </a:lnTo>
                <a:lnTo>
                  <a:pt x="911" y="458"/>
                </a:lnTo>
                <a:lnTo>
                  <a:pt x="910" y="458"/>
                </a:lnTo>
                <a:lnTo>
                  <a:pt x="910" y="457"/>
                </a:lnTo>
                <a:lnTo>
                  <a:pt x="909" y="457"/>
                </a:lnTo>
                <a:lnTo>
                  <a:pt x="909" y="458"/>
                </a:lnTo>
                <a:lnTo>
                  <a:pt x="909" y="459"/>
                </a:lnTo>
                <a:lnTo>
                  <a:pt x="909" y="460"/>
                </a:lnTo>
                <a:lnTo>
                  <a:pt x="908" y="460"/>
                </a:lnTo>
                <a:lnTo>
                  <a:pt x="908" y="459"/>
                </a:lnTo>
                <a:lnTo>
                  <a:pt x="907" y="459"/>
                </a:lnTo>
                <a:lnTo>
                  <a:pt x="907" y="460"/>
                </a:lnTo>
                <a:lnTo>
                  <a:pt x="906" y="460"/>
                </a:lnTo>
                <a:lnTo>
                  <a:pt x="906" y="461"/>
                </a:lnTo>
                <a:lnTo>
                  <a:pt x="906" y="462"/>
                </a:lnTo>
                <a:lnTo>
                  <a:pt x="906" y="463"/>
                </a:lnTo>
                <a:lnTo>
                  <a:pt x="906" y="464"/>
                </a:lnTo>
                <a:lnTo>
                  <a:pt x="907" y="465"/>
                </a:lnTo>
                <a:lnTo>
                  <a:pt x="908" y="465"/>
                </a:lnTo>
                <a:lnTo>
                  <a:pt x="909" y="465"/>
                </a:lnTo>
                <a:lnTo>
                  <a:pt x="909" y="466"/>
                </a:lnTo>
                <a:lnTo>
                  <a:pt x="910" y="466"/>
                </a:lnTo>
                <a:lnTo>
                  <a:pt x="910" y="467"/>
                </a:lnTo>
                <a:lnTo>
                  <a:pt x="910" y="468"/>
                </a:lnTo>
                <a:lnTo>
                  <a:pt x="909" y="468"/>
                </a:lnTo>
                <a:lnTo>
                  <a:pt x="909" y="469"/>
                </a:lnTo>
                <a:lnTo>
                  <a:pt x="908" y="469"/>
                </a:lnTo>
                <a:lnTo>
                  <a:pt x="908" y="470"/>
                </a:lnTo>
                <a:lnTo>
                  <a:pt x="907" y="470"/>
                </a:lnTo>
                <a:lnTo>
                  <a:pt x="907" y="469"/>
                </a:lnTo>
                <a:lnTo>
                  <a:pt x="906" y="469"/>
                </a:lnTo>
                <a:lnTo>
                  <a:pt x="905" y="469"/>
                </a:lnTo>
                <a:lnTo>
                  <a:pt x="904" y="470"/>
                </a:lnTo>
                <a:lnTo>
                  <a:pt x="904" y="471"/>
                </a:lnTo>
                <a:lnTo>
                  <a:pt x="905" y="471"/>
                </a:lnTo>
                <a:lnTo>
                  <a:pt x="906" y="471"/>
                </a:lnTo>
                <a:lnTo>
                  <a:pt x="906" y="472"/>
                </a:lnTo>
                <a:lnTo>
                  <a:pt x="907" y="472"/>
                </a:lnTo>
                <a:lnTo>
                  <a:pt x="907" y="471"/>
                </a:lnTo>
                <a:lnTo>
                  <a:pt x="907" y="470"/>
                </a:lnTo>
                <a:lnTo>
                  <a:pt x="908" y="470"/>
                </a:lnTo>
                <a:lnTo>
                  <a:pt x="909" y="470"/>
                </a:lnTo>
                <a:lnTo>
                  <a:pt x="909" y="471"/>
                </a:lnTo>
                <a:lnTo>
                  <a:pt x="908" y="471"/>
                </a:lnTo>
                <a:lnTo>
                  <a:pt x="908" y="472"/>
                </a:lnTo>
                <a:lnTo>
                  <a:pt x="907" y="473"/>
                </a:lnTo>
                <a:lnTo>
                  <a:pt x="906" y="473"/>
                </a:lnTo>
                <a:lnTo>
                  <a:pt x="906" y="474"/>
                </a:lnTo>
                <a:lnTo>
                  <a:pt x="906" y="475"/>
                </a:lnTo>
                <a:lnTo>
                  <a:pt x="907" y="475"/>
                </a:lnTo>
                <a:lnTo>
                  <a:pt x="908" y="475"/>
                </a:lnTo>
                <a:lnTo>
                  <a:pt x="908" y="474"/>
                </a:lnTo>
                <a:lnTo>
                  <a:pt x="909" y="474"/>
                </a:lnTo>
                <a:lnTo>
                  <a:pt x="909" y="475"/>
                </a:lnTo>
                <a:lnTo>
                  <a:pt x="908" y="475"/>
                </a:lnTo>
                <a:lnTo>
                  <a:pt x="908" y="476"/>
                </a:lnTo>
                <a:lnTo>
                  <a:pt x="909" y="476"/>
                </a:lnTo>
                <a:lnTo>
                  <a:pt x="908" y="477"/>
                </a:lnTo>
                <a:lnTo>
                  <a:pt x="907" y="478"/>
                </a:lnTo>
                <a:lnTo>
                  <a:pt x="906" y="478"/>
                </a:lnTo>
                <a:lnTo>
                  <a:pt x="905" y="478"/>
                </a:lnTo>
                <a:lnTo>
                  <a:pt x="904" y="478"/>
                </a:lnTo>
                <a:lnTo>
                  <a:pt x="904" y="479"/>
                </a:lnTo>
                <a:lnTo>
                  <a:pt x="904" y="480"/>
                </a:lnTo>
                <a:lnTo>
                  <a:pt x="905" y="480"/>
                </a:lnTo>
                <a:lnTo>
                  <a:pt x="905" y="481"/>
                </a:lnTo>
                <a:lnTo>
                  <a:pt x="905" y="482"/>
                </a:lnTo>
                <a:lnTo>
                  <a:pt x="905" y="483"/>
                </a:lnTo>
                <a:lnTo>
                  <a:pt x="906" y="483"/>
                </a:lnTo>
                <a:lnTo>
                  <a:pt x="906" y="482"/>
                </a:lnTo>
                <a:lnTo>
                  <a:pt x="906" y="481"/>
                </a:lnTo>
                <a:lnTo>
                  <a:pt x="907" y="481"/>
                </a:lnTo>
                <a:lnTo>
                  <a:pt x="908" y="481"/>
                </a:lnTo>
                <a:lnTo>
                  <a:pt x="908" y="482"/>
                </a:lnTo>
                <a:lnTo>
                  <a:pt x="908" y="483"/>
                </a:lnTo>
                <a:lnTo>
                  <a:pt x="907" y="483"/>
                </a:lnTo>
                <a:lnTo>
                  <a:pt x="908" y="484"/>
                </a:lnTo>
                <a:lnTo>
                  <a:pt x="909" y="485"/>
                </a:lnTo>
                <a:lnTo>
                  <a:pt x="910" y="485"/>
                </a:lnTo>
                <a:lnTo>
                  <a:pt x="910" y="484"/>
                </a:lnTo>
                <a:lnTo>
                  <a:pt x="911" y="485"/>
                </a:lnTo>
                <a:lnTo>
                  <a:pt x="911" y="486"/>
                </a:lnTo>
                <a:lnTo>
                  <a:pt x="910" y="486"/>
                </a:lnTo>
                <a:lnTo>
                  <a:pt x="909" y="486"/>
                </a:lnTo>
                <a:lnTo>
                  <a:pt x="909" y="487"/>
                </a:lnTo>
                <a:lnTo>
                  <a:pt x="908" y="487"/>
                </a:lnTo>
                <a:lnTo>
                  <a:pt x="907" y="487"/>
                </a:lnTo>
                <a:lnTo>
                  <a:pt x="908" y="488"/>
                </a:lnTo>
                <a:lnTo>
                  <a:pt x="908" y="489"/>
                </a:lnTo>
                <a:lnTo>
                  <a:pt x="907" y="490"/>
                </a:lnTo>
                <a:lnTo>
                  <a:pt x="906" y="490"/>
                </a:lnTo>
                <a:lnTo>
                  <a:pt x="905" y="490"/>
                </a:lnTo>
                <a:lnTo>
                  <a:pt x="905" y="491"/>
                </a:lnTo>
                <a:lnTo>
                  <a:pt x="906" y="492"/>
                </a:lnTo>
                <a:lnTo>
                  <a:pt x="906" y="493"/>
                </a:lnTo>
                <a:lnTo>
                  <a:pt x="907" y="493"/>
                </a:lnTo>
                <a:lnTo>
                  <a:pt x="906" y="494"/>
                </a:lnTo>
                <a:lnTo>
                  <a:pt x="905" y="494"/>
                </a:lnTo>
                <a:lnTo>
                  <a:pt x="904" y="494"/>
                </a:lnTo>
                <a:lnTo>
                  <a:pt x="903" y="495"/>
                </a:lnTo>
                <a:lnTo>
                  <a:pt x="902" y="495"/>
                </a:lnTo>
                <a:lnTo>
                  <a:pt x="903" y="495"/>
                </a:lnTo>
                <a:lnTo>
                  <a:pt x="903" y="496"/>
                </a:lnTo>
                <a:lnTo>
                  <a:pt x="903" y="497"/>
                </a:lnTo>
                <a:lnTo>
                  <a:pt x="902" y="497"/>
                </a:lnTo>
                <a:lnTo>
                  <a:pt x="902" y="498"/>
                </a:lnTo>
                <a:lnTo>
                  <a:pt x="902" y="499"/>
                </a:lnTo>
                <a:lnTo>
                  <a:pt x="901" y="499"/>
                </a:lnTo>
                <a:lnTo>
                  <a:pt x="901" y="498"/>
                </a:lnTo>
                <a:lnTo>
                  <a:pt x="900" y="498"/>
                </a:lnTo>
                <a:lnTo>
                  <a:pt x="900" y="499"/>
                </a:lnTo>
                <a:lnTo>
                  <a:pt x="899" y="499"/>
                </a:lnTo>
                <a:lnTo>
                  <a:pt x="898" y="499"/>
                </a:lnTo>
                <a:lnTo>
                  <a:pt x="898" y="498"/>
                </a:lnTo>
                <a:lnTo>
                  <a:pt x="897" y="497"/>
                </a:lnTo>
                <a:lnTo>
                  <a:pt x="896" y="497"/>
                </a:lnTo>
                <a:lnTo>
                  <a:pt x="896" y="498"/>
                </a:lnTo>
                <a:lnTo>
                  <a:pt x="897" y="499"/>
                </a:lnTo>
                <a:lnTo>
                  <a:pt x="897" y="500"/>
                </a:lnTo>
                <a:lnTo>
                  <a:pt x="896" y="500"/>
                </a:lnTo>
                <a:lnTo>
                  <a:pt x="895" y="500"/>
                </a:lnTo>
                <a:lnTo>
                  <a:pt x="894" y="501"/>
                </a:lnTo>
                <a:lnTo>
                  <a:pt x="894" y="502"/>
                </a:lnTo>
                <a:lnTo>
                  <a:pt x="895" y="504"/>
                </a:lnTo>
                <a:lnTo>
                  <a:pt x="894" y="504"/>
                </a:lnTo>
                <a:lnTo>
                  <a:pt x="894" y="505"/>
                </a:lnTo>
                <a:lnTo>
                  <a:pt x="895" y="505"/>
                </a:lnTo>
                <a:lnTo>
                  <a:pt x="895" y="506"/>
                </a:lnTo>
                <a:lnTo>
                  <a:pt x="894" y="506"/>
                </a:lnTo>
                <a:lnTo>
                  <a:pt x="894" y="507"/>
                </a:lnTo>
                <a:lnTo>
                  <a:pt x="893" y="507"/>
                </a:lnTo>
                <a:lnTo>
                  <a:pt x="892" y="507"/>
                </a:lnTo>
                <a:lnTo>
                  <a:pt x="892" y="508"/>
                </a:lnTo>
                <a:lnTo>
                  <a:pt x="892" y="509"/>
                </a:lnTo>
                <a:lnTo>
                  <a:pt x="891" y="509"/>
                </a:lnTo>
                <a:lnTo>
                  <a:pt x="890" y="509"/>
                </a:lnTo>
                <a:lnTo>
                  <a:pt x="889" y="509"/>
                </a:lnTo>
                <a:lnTo>
                  <a:pt x="889" y="510"/>
                </a:lnTo>
                <a:lnTo>
                  <a:pt x="889" y="509"/>
                </a:lnTo>
                <a:lnTo>
                  <a:pt x="888" y="509"/>
                </a:lnTo>
                <a:lnTo>
                  <a:pt x="887" y="509"/>
                </a:lnTo>
                <a:lnTo>
                  <a:pt x="887" y="510"/>
                </a:lnTo>
                <a:lnTo>
                  <a:pt x="887" y="511"/>
                </a:lnTo>
                <a:lnTo>
                  <a:pt x="886" y="511"/>
                </a:lnTo>
                <a:lnTo>
                  <a:pt x="886" y="512"/>
                </a:lnTo>
                <a:lnTo>
                  <a:pt x="886" y="513"/>
                </a:lnTo>
                <a:lnTo>
                  <a:pt x="887" y="513"/>
                </a:lnTo>
                <a:lnTo>
                  <a:pt x="886" y="513"/>
                </a:lnTo>
                <a:lnTo>
                  <a:pt x="886" y="514"/>
                </a:lnTo>
                <a:lnTo>
                  <a:pt x="887" y="514"/>
                </a:lnTo>
                <a:lnTo>
                  <a:pt x="887" y="515"/>
                </a:lnTo>
                <a:lnTo>
                  <a:pt x="888" y="515"/>
                </a:lnTo>
                <a:lnTo>
                  <a:pt x="888" y="516"/>
                </a:lnTo>
                <a:lnTo>
                  <a:pt x="888" y="517"/>
                </a:lnTo>
                <a:lnTo>
                  <a:pt x="888" y="518"/>
                </a:lnTo>
                <a:lnTo>
                  <a:pt x="888" y="519"/>
                </a:lnTo>
                <a:lnTo>
                  <a:pt x="888" y="520"/>
                </a:lnTo>
                <a:lnTo>
                  <a:pt x="887" y="520"/>
                </a:lnTo>
                <a:lnTo>
                  <a:pt x="887" y="521"/>
                </a:lnTo>
                <a:lnTo>
                  <a:pt x="886" y="522"/>
                </a:lnTo>
                <a:lnTo>
                  <a:pt x="885" y="523"/>
                </a:lnTo>
                <a:lnTo>
                  <a:pt x="884" y="523"/>
                </a:lnTo>
                <a:lnTo>
                  <a:pt x="883" y="522"/>
                </a:lnTo>
                <a:lnTo>
                  <a:pt x="882" y="522"/>
                </a:lnTo>
                <a:lnTo>
                  <a:pt x="882" y="521"/>
                </a:lnTo>
                <a:lnTo>
                  <a:pt x="881" y="521"/>
                </a:lnTo>
                <a:lnTo>
                  <a:pt x="880" y="522"/>
                </a:lnTo>
                <a:lnTo>
                  <a:pt x="879" y="522"/>
                </a:lnTo>
                <a:lnTo>
                  <a:pt x="878" y="522"/>
                </a:lnTo>
                <a:lnTo>
                  <a:pt x="877" y="522"/>
                </a:lnTo>
                <a:lnTo>
                  <a:pt x="877" y="523"/>
                </a:lnTo>
                <a:lnTo>
                  <a:pt x="876" y="523"/>
                </a:lnTo>
                <a:lnTo>
                  <a:pt x="876" y="522"/>
                </a:lnTo>
                <a:lnTo>
                  <a:pt x="875" y="522"/>
                </a:lnTo>
                <a:lnTo>
                  <a:pt x="874" y="522"/>
                </a:lnTo>
                <a:lnTo>
                  <a:pt x="874" y="521"/>
                </a:lnTo>
                <a:lnTo>
                  <a:pt x="873" y="521"/>
                </a:lnTo>
                <a:lnTo>
                  <a:pt x="872" y="521"/>
                </a:lnTo>
                <a:lnTo>
                  <a:pt x="870" y="522"/>
                </a:lnTo>
                <a:lnTo>
                  <a:pt x="869" y="523"/>
                </a:lnTo>
                <a:lnTo>
                  <a:pt x="868" y="523"/>
                </a:lnTo>
                <a:lnTo>
                  <a:pt x="867" y="523"/>
                </a:lnTo>
                <a:lnTo>
                  <a:pt x="867" y="522"/>
                </a:lnTo>
                <a:lnTo>
                  <a:pt x="866" y="522"/>
                </a:lnTo>
                <a:lnTo>
                  <a:pt x="866" y="521"/>
                </a:lnTo>
                <a:lnTo>
                  <a:pt x="865" y="521"/>
                </a:lnTo>
                <a:lnTo>
                  <a:pt x="864" y="522"/>
                </a:lnTo>
                <a:lnTo>
                  <a:pt x="864" y="523"/>
                </a:lnTo>
                <a:lnTo>
                  <a:pt x="863" y="524"/>
                </a:lnTo>
                <a:lnTo>
                  <a:pt x="862" y="525"/>
                </a:lnTo>
                <a:lnTo>
                  <a:pt x="862" y="526"/>
                </a:lnTo>
                <a:lnTo>
                  <a:pt x="862" y="527"/>
                </a:lnTo>
                <a:lnTo>
                  <a:pt x="861" y="528"/>
                </a:lnTo>
                <a:lnTo>
                  <a:pt x="860" y="528"/>
                </a:lnTo>
                <a:lnTo>
                  <a:pt x="860" y="529"/>
                </a:lnTo>
                <a:lnTo>
                  <a:pt x="859" y="529"/>
                </a:lnTo>
                <a:lnTo>
                  <a:pt x="859" y="528"/>
                </a:lnTo>
                <a:lnTo>
                  <a:pt x="858" y="528"/>
                </a:lnTo>
                <a:lnTo>
                  <a:pt x="857" y="528"/>
                </a:lnTo>
                <a:lnTo>
                  <a:pt x="856" y="527"/>
                </a:lnTo>
                <a:lnTo>
                  <a:pt x="854" y="526"/>
                </a:lnTo>
                <a:lnTo>
                  <a:pt x="853" y="527"/>
                </a:lnTo>
                <a:lnTo>
                  <a:pt x="852" y="528"/>
                </a:lnTo>
                <a:lnTo>
                  <a:pt x="851" y="528"/>
                </a:lnTo>
                <a:lnTo>
                  <a:pt x="850" y="529"/>
                </a:lnTo>
                <a:lnTo>
                  <a:pt x="850" y="530"/>
                </a:lnTo>
                <a:lnTo>
                  <a:pt x="850" y="531"/>
                </a:lnTo>
                <a:lnTo>
                  <a:pt x="851" y="531"/>
                </a:lnTo>
                <a:lnTo>
                  <a:pt x="850" y="532"/>
                </a:lnTo>
                <a:lnTo>
                  <a:pt x="849" y="533"/>
                </a:lnTo>
                <a:lnTo>
                  <a:pt x="848" y="534"/>
                </a:lnTo>
                <a:lnTo>
                  <a:pt x="847" y="534"/>
                </a:lnTo>
                <a:lnTo>
                  <a:pt x="846" y="534"/>
                </a:lnTo>
                <a:lnTo>
                  <a:pt x="845" y="534"/>
                </a:lnTo>
                <a:lnTo>
                  <a:pt x="842" y="535"/>
                </a:lnTo>
                <a:lnTo>
                  <a:pt x="841" y="535"/>
                </a:lnTo>
                <a:lnTo>
                  <a:pt x="839" y="535"/>
                </a:lnTo>
                <a:lnTo>
                  <a:pt x="838" y="535"/>
                </a:lnTo>
                <a:lnTo>
                  <a:pt x="837" y="535"/>
                </a:lnTo>
                <a:lnTo>
                  <a:pt x="837" y="534"/>
                </a:lnTo>
                <a:lnTo>
                  <a:pt x="836" y="534"/>
                </a:lnTo>
                <a:lnTo>
                  <a:pt x="835" y="534"/>
                </a:lnTo>
                <a:lnTo>
                  <a:pt x="834" y="535"/>
                </a:lnTo>
                <a:lnTo>
                  <a:pt x="834" y="534"/>
                </a:lnTo>
                <a:lnTo>
                  <a:pt x="833" y="534"/>
                </a:lnTo>
                <a:lnTo>
                  <a:pt x="832" y="535"/>
                </a:lnTo>
                <a:lnTo>
                  <a:pt x="817" y="537"/>
                </a:lnTo>
                <a:lnTo>
                  <a:pt x="796" y="543"/>
                </a:lnTo>
                <a:lnTo>
                  <a:pt x="793" y="545"/>
                </a:lnTo>
                <a:lnTo>
                  <a:pt x="790" y="548"/>
                </a:lnTo>
                <a:lnTo>
                  <a:pt x="792" y="549"/>
                </a:lnTo>
                <a:lnTo>
                  <a:pt x="793" y="550"/>
                </a:lnTo>
                <a:lnTo>
                  <a:pt x="794" y="551"/>
                </a:lnTo>
                <a:lnTo>
                  <a:pt x="796" y="551"/>
                </a:lnTo>
                <a:lnTo>
                  <a:pt x="798" y="553"/>
                </a:lnTo>
                <a:lnTo>
                  <a:pt x="799" y="553"/>
                </a:lnTo>
                <a:lnTo>
                  <a:pt x="800" y="553"/>
                </a:lnTo>
                <a:lnTo>
                  <a:pt x="800" y="554"/>
                </a:lnTo>
                <a:lnTo>
                  <a:pt x="800" y="555"/>
                </a:lnTo>
                <a:lnTo>
                  <a:pt x="800" y="556"/>
                </a:lnTo>
                <a:lnTo>
                  <a:pt x="800" y="557"/>
                </a:lnTo>
                <a:lnTo>
                  <a:pt x="800" y="558"/>
                </a:lnTo>
                <a:lnTo>
                  <a:pt x="801" y="559"/>
                </a:lnTo>
                <a:lnTo>
                  <a:pt x="801" y="560"/>
                </a:lnTo>
                <a:lnTo>
                  <a:pt x="802" y="561"/>
                </a:lnTo>
                <a:lnTo>
                  <a:pt x="802" y="564"/>
                </a:lnTo>
                <a:lnTo>
                  <a:pt x="803" y="564"/>
                </a:lnTo>
                <a:lnTo>
                  <a:pt x="803" y="565"/>
                </a:lnTo>
                <a:lnTo>
                  <a:pt x="803" y="566"/>
                </a:lnTo>
                <a:lnTo>
                  <a:pt x="803" y="567"/>
                </a:lnTo>
                <a:lnTo>
                  <a:pt x="803" y="568"/>
                </a:lnTo>
                <a:lnTo>
                  <a:pt x="803" y="569"/>
                </a:lnTo>
                <a:lnTo>
                  <a:pt x="803" y="570"/>
                </a:lnTo>
                <a:lnTo>
                  <a:pt x="804" y="570"/>
                </a:lnTo>
                <a:lnTo>
                  <a:pt x="804" y="571"/>
                </a:lnTo>
                <a:lnTo>
                  <a:pt x="805" y="573"/>
                </a:lnTo>
                <a:lnTo>
                  <a:pt x="805" y="574"/>
                </a:lnTo>
                <a:lnTo>
                  <a:pt x="805" y="575"/>
                </a:lnTo>
                <a:lnTo>
                  <a:pt x="805" y="576"/>
                </a:lnTo>
                <a:lnTo>
                  <a:pt x="806" y="576"/>
                </a:lnTo>
                <a:lnTo>
                  <a:pt x="806" y="577"/>
                </a:lnTo>
                <a:lnTo>
                  <a:pt x="808" y="577"/>
                </a:lnTo>
                <a:lnTo>
                  <a:pt x="809" y="577"/>
                </a:lnTo>
                <a:lnTo>
                  <a:pt x="809" y="578"/>
                </a:lnTo>
                <a:lnTo>
                  <a:pt x="810" y="578"/>
                </a:lnTo>
                <a:lnTo>
                  <a:pt x="810" y="579"/>
                </a:lnTo>
                <a:lnTo>
                  <a:pt x="810" y="580"/>
                </a:lnTo>
                <a:lnTo>
                  <a:pt x="811" y="581"/>
                </a:lnTo>
                <a:lnTo>
                  <a:pt x="811" y="582"/>
                </a:lnTo>
                <a:lnTo>
                  <a:pt x="812" y="583"/>
                </a:lnTo>
                <a:lnTo>
                  <a:pt x="813" y="584"/>
                </a:lnTo>
                <a:lnTo>
                  <a:pt x="814" y="585"/>
                </a:lnTo>
                <a:lnTo>
                  <a:pt x="815" y="587"/>
                </a:lnTo>
                <a:lnTo>
                  <a:pt x="816" y="587"/>
                </a:lnTo>
                <a:lnTo>
                  <a:pt x="817" y="587"/>
                </a:lnTo>
                <a:lnTo>
                  <a:pt x="818" y="588"/>
                </a:lnTo>
                <a:lnTo>
                  <a:pt x="819" y="589"/>
                </a:lnTo>
                <a:lnTo>
                  <a:pt x="820" y="589"/>
                </a:lnTo>
                <a:lnTo>
                  <a:pt x="821" y="589"/>
                </a:lnTo>
                <a:lnTo>
                  <a:pt x="821" y="590"/>
                </a:lnTo>
                <a:lnTo>
                  <a:pt x="822" y="590"/>
                </a:lnTo>
                <a:lnTo>
                  <a:pt x="823" y="590"/>
                </a:lnTo>
                <a:lnTo>
                  <a:pt x="824" y="590"/>
                </a:lnTo>
                <a:lnTo>
                  <a:pt x="825" y="590"/>
                </a:lnTo>
                <a:lnTo>
                  <a:pt x="825" y="591"/>
                </a:lnTo>
                <a:lnTo>
                  <a:pt x="826" y="591"/>
                </a:lnTo>
                <a:lnTo>
                  <a:pt x="826" y="590"/>
                </a:lnTo>
                <a:lnTo>
                  <a:pt x="827" y="591"/>
                </a:lnTo>
                <a:lnTo>
                  <a:pt x="827" y="592"/>
                </a:lnTo>
                <a:lnTo>
                  <a:pt x="828" y="593"/>
                </a:lnTo>
                <a:lnTo>
                  <a:pt x="828" y="594"/>
                </a:lnTo>
                <a:lnTo>
                  <a:pt x="829" y="594"/>
                </a:lnTo>
                <a:lnTo>
                  <a:pt x="830" y="595"/>
                </a:lnTo>
                <a:lnTo>
                  <a:pt x="831" y="596"/>
                </a:lnTo>
                <a:lnTo>
                  <a:pt x="831" y="597"/>
                </a:lnTo>
                <a:lnTo>
                  <a:pt x="831" y="596"/>
                </a:lnTo>
                <a:lnTo>
                  <a:pt x="832" y="596"/>
                </a:lnTo>
                <a:lnTo>
                  <a:pt x="833" y="597"/>
                </a:lnTo>
                <a:lnTo>
                  <a:pt x="833" y="598"/>
                </a:lnTo>
                <a:lnTo>
                  <a:pt x="832" y="598"/>
                </a:lnTo>
                <a:lnTo>
                  <a:pt x="832" y="597"/>
                </a:lnTo>
                <a:lnTo>
                  <a:pt x="832" y="598"/>
                </a:lnTo>
                <a:lnTo>
                  <a:pt x="832" y="599"/>
                </a:lnTo>
                <a:lnTo>
                  <a:pt x="833" y="600"/>
                </a:lnTo>
                <a:lnTo>
                  <a:pt x="834" y="600"/>
                </a:lnTo>
                <a:lnTo>
                  <a:pt x="834" y="599"/>
                </a:lnTo>
                <a:lnTo>
                  <a:pt x="835" y="599"/>
                </a:lnTo>
                <a:lnTo>
                  <a:pt x="835" y="600"/>
                </a:lnTo>
                <a:lnTo>
                  <a:pt x="834" y="600"/>
                </a:lnTo>
                <a:lnTo>
                  <a:pt x="834" y="601"/>
                </a:lnTo>
                <a:lnTo>
                  <a:pt x="835" y="601"/>
                </a:lnTo>
                <a:lnTo>
                  <a:pt x="836" y="603"/>
                </a:lnTo>
                <a:lnTo>
                  <a:pt x="836" y="604"/>
                </a:lnTo>
                <a:lnTo>
                  <a:pt x="835" y="604"/>
                </a:lnTo>
                <a:lnTo>
                  <a:pt x="835" y="605"/>
                </a:lnTo>
                <a:lnTo>
                  <a:pt x="834" y="605"/>
                </a:lnTo>
                <a:lnTo>
                  <a:pt x="834" y="606"/>
                </a:lnTo>
                <a:lnTo>
                  <a:pt x="834" y="607"/>
                </a:lnTo>
                <a:lnTo>
                  <a:pt x="834" y="608"/>
                </a:lnTo>
                <a:lnTo>
                  <a:pt x="834" y="609"/>
                </a:lnTo>
                <a:lnTo>
                  <a:pt x="835" y="608"/>
                </a:lnTo>
                <a:lnTo>
                  <a:pt x="835" y="609"/>
                </a:lnTo>
                <a:lnTo>
                  <a:pt x="835" y="610"/>
                </a:lnTo>
                <a:lnTo>
                  <a:pt x="834" y="610"/>
                </a:lnTo>
                <a:lnTo>
                  <a:pt x="833" y="611"/>
                </a:lnTo>
                <a:lnTo>
                  <a:pt x="834" y="611"/>
                </a:lnTo>
                <a:lnTo>
                  <a:pt x="834" y="612"/>
                </a:lnTo>
                <a:lnTo>
                  <a:pt x="833" y="614"/>
                </a:lnTo>
                <a:lnTo>
                  <a:pt x="832" y="614"/>
                </a:lnTo>
                <a:lnTo>
                  <a:pt x="832" y="615"/>
                </a:lnTo>
                <a:lnTo>
                  <a:pt x="832" y="616"/>
                </a:lnTo>
                <a:lnTo>
                  <a:pt x="831" y="616"/>
                </a:lnTo>
                <a:lnTo>
                  <a:pt x="830" y="616"/>
                </a:lnTo>
                <a:lnTo>
                  <a:pt x="830" y="617"/>
                </a:lnTo>
                <a:lnTo>
                  <a:pt x="830" y="618"/>
                </a:lnTo>
                <a:lnTo>
                  <a:pt x="831" y="618"/>
                </a:lnTo>
                <a:lnTo>
                  <a:pt x="831" y="619"/>
                </a:lnTo>
                <a:lnTo>
                  <a:pt x="831" y="620"/>
                </a:lnTo>
                <a:lnTo>
                  <a:pt x="831" y="621"/>
                </a:lnTo>
                <a:lnTo>
                  <a:pt x="831" y="622"/>
                </a:lnTo>
                <a:lnTo>
                  <a:pt x="831" y="623"/>
                </a:lnTo>
                <a:lnTo>
                  <a:pt x="831" y="624"/>
                </a:lnTo>
                <a:lnTo>
                  <a:pt x="831" y="623"/>
                </a:lnTo>
                <a:lnTo>
                  <a:pt x="832" y="623"/>
                </a:lnTo>
                <a:lnTo>
                  <a:pt x="832" y="624"/>
                </a:lnTo>
                <a:lnTo>
                  <a:pt x="832" y="625"/>
                </a:lnTo>
                <a:lnTo>
                  <a:pt x="831" y="625"/>
                </a:lnTo>
                <a:lnTo>
                  <a:pt x="830" y="626"/>
                </a:lnTo>
                <a:lnTo>
                  <a:pt x="830" y="628"/>
                </a:lnTo>
                <a:lnTo>
                  <a:pt x="830" y="629"/>
                </a:lnTo>
                <a:lnTo>
                  <a:pt x="830" y="630"/>
                </a:lnTo>
                <a:lnTo>
                  <a:pt x="830" y="631"/>
                </a:lnTo>
                <a:lnTo>
                  <a:pt x="829" y="631"/>
                </a:lnTo>
                <a:lnTo>
                  <a:pt x="828" y="631"/>
                </a:lnTo>
                <a:lnTo>
                  <a:pt x="827" y="631"/>
                </a:lnTo>
                <a:lnTo>
                  <a:pt x="827" y="632"/>
                </a:lnTo>
                <a:lnTo>
                  <a:pt x="826" y="633"/>
                </a:lnTo>
                <a:lnTo>
                  <a:pt x="826" y="634"/>
                </a:lnTo>
                <a:lnTo>
                  <a:pt x="825" y="635"/>
                </a:lnTo>
                <a:lnTo>
                  <a:pt x="825" y="636"/>
                </a:lnTo>
                <a:lnTo>
                  <a:pt x="824" y="637"/>
                </a:lnTo>
                <a:lnTo>
                  <a:pt x="823" y="637"/>
                </a:lnTo>
                <a:lnTo>
                  <a:pt x="822" y="637"/>
                </a:lnTo>
                <a:lnTo>
                  <a:pt x="822" y="638"/>
                </a:lnTo>
                <a:lnTo>
                  <a:pt x="822" y="639"/>
                </a:lnTo>
                <a:lnTo>
                  <a:pt x="822" y="640"/>
                </a:lnTo>
                <a:lnTo>
                  <a:pt x="821" y="640"/>
                </a:lnTo>
                <a:lnTo>
                  <a:pt x="820" y="640"/>
                </a:lnTo>
                <a:lnTo>
                  <a:pt x="820" y="639"/>
                </a:lnTo>
                <a:lnTo>
                  <a:pt x="819" y="639"/>
                </a:lnTo>
                <a:lnTo>
                  <a:pt x="819" y="640"/>
                </a:lnTo>
                <a:lnTo>
                  <a:pt x="818" y="640"/>
                </a:lnTo>
                <a:lnTo>
                  <a:pt x="818" y="639"/>
                </a:lnTo>
                <a:lnTo>
                  <a:pt x="818" y="638"/>
                </a:lnTo>
                <a:lnTo>
                  <a:pt x="819" y="638"/>
                </a:lnTo>
                <a:lnTo>
                  <a:pt x="819" y="637"/>
                </a:lnTo>
                <a:lnTo>
                  <a:pt x="820" y="637"/>
                </a:lnTo>
                <a:lnTo>
                  <a:pt x="820" y="636"/>
                </a:lnTo>
                <a:lnTo>
                  <a:pt x="819" y="636"/>
                </a:lnTo>
                <a:lnTo>
                  <a:pt x="819" y="635"/>
                </a:lnTo>
                <a:lnTo>
                  <a:pt x="818" y="636"/>
                </a:lnTo>
                <a:lnTo>
                  <a:pt x="817" y="636"/>
                </a:lnTo>
                <a:lnTo>
                  <a:pt x="817" y="637"/>
                </a:lnTo>
                <a:lnTo>
                  <a:pt x="817" y="638"/>
                </a:lnTo>
                <a:lnTo>
                  <a:pt x="818" y="638"/>
                </a:lnTo>
                <a:lnTo>
                  <a:pt x="818" y="639"/>
                </a:lnTo>
                <a:lnTo>
                  <a:pt x="817" y="639"/>
                </a:lnTo>
                <a:lnTo>
                  <a:pt x="816" y="639"/>
                </a:lnTo>
                <a:lnTo>
                  <a:pt x="816" y="638"/>
                </a:lnTo>
                <a:lnTo>
                  <a:pt x="816" y="637"/>
                </a:lnTo>
                <a:lnTo>
                  <a:pt x="815" y="637"/>
                </a:lnTo>
                <a:lnTo>
                  <a:pt x="814" y="637"/>
                </a:lnTo>
                <a:lnTo>
                  <a:pt x="813" y="637"/>
                </a:lnTo>
                <a:lnTo>
                  <a:pt x="813" y="638"/>
                </a:lnTo>
                <a:lnTo>
                  <a:pt x="812" y="638"/>
                </a:lnTo>
                <a:lnTo>
                  <a:pt x="812" y="637"/>
                </a:lnTo>
                <a:lnTo>
                  <a:pt x="812" y="636"/>
                </a:lnTo>
                <a:lnTo>
                  <a:pt x="812" y="635"/>
                </a:lnTo>
                <a:lnTo>
                  <a:pt x="812" y="634"/>
                </a:lnTo>
                <a:lnTo>
                  <a:pt x="811" y="634"/>
                </a:lnTo>
                <a:lnTo>
                  <a:pt x="811" y="635"/>
                </a:lnTo>
                <a:lnTo>
                  <a:pt x="810" y="635"/>
                </a:lnTo>
                <a:lnTo>
                  <a:pt x="809" y="635"/>
                </a:lnTo>
                <a:lnTo>
                  <a:pt x="809" y="633"/>
                </a:lnTo>
                <a:lnTo>
                  <a:pt x="808" y="633"/>
                </a:lnTo>
                <a:lnTo>
                  <a:pt x="807" y="634"/>
                </a:lnTo>
                <a:lnTo>
                  <a:pt x="807" y="633"/>
                </a:lnTo>
                <a:lnTo>
                  <a:pt x="807" y="632"/>
                </a:lnTo>
                <a:lnTo>
                  <a:pt x="808" y="632"/>
                </a:lnTo>
                <a:lnTo>
                  <a:pt x="808" y="631"/>
                </a:lnTo>
                <a:lnTo>
                  <a:pt x="808" y="630"/>
                </a:lnTo>
                <a:lnTo>
                  <a:pt x="807" y="630"/>
                </a:lnTo>
                <a:lnTo>
                  <a:pt x="807" y="631"/>
                </a:lnTo>
                <a:lnTo>
                  <a:pt x="806" y="631"/>
                </a:lnTo>
                <a:lnTo>
                  <a:pt x="806" y="632"/>
                </a:lnTo>
                <a:lnTo>
                  <a:pt x="806" y="633"/>
                </a:lnTo>
                <a:lnTo>
                  <a:pt x="806" y="634"/>
                </a:lnTo>
                <a:lnTo>
                  <a:pt x="806" y="635"/>
                </a:lnTo>
                <a:lnTo>
                  <a:pt x="805" y="635"/>
                </a:lnTo>
                <a:lnTo>
                  <a:pt x="805" y="636"/>
                </a:lnTo>
                <a:lnTo>
                  <a:pt x="805" y="635"/>
                </a:lnTo>
                <a:lnTo>
                  <a:pt x="805" y="634"/>
                </a:lnTo>
                <a:lnTo>
                  <a:pt x="804" y="633"/>
                </a:lnTo>
                <a:lnTo>
                  <a:pt x="803" y="633"/>
                </a:lnTo>
                <a:lnTo>
                  <a:pt x="802" y="633"/>
                </a:lnTo>
                <a:lnTo>
                  <a:pt x="801" y="633"/>
                </a:lnTo>
                <a:lnTo>
                  <a:pt x="800" y="633"/>
                </a:lnTo>
                <a:lnTo>
                  <a:pt x="800" y="632"/>
                </a:lnTo>
                <a:lnTo>
                  <a:pt x="800" y="631"/>
                </a:lnTo>
                <a:lnTo>
                  <a:pt x="800" y="632"/>
                </a:lnTo>
                <a:lnTo>
                  <a:pt x="799" y="632"/>
                </a:lnTo>
                <a:lnTo>
                  <a:pt x="799" y="631"/>
                </a:lnTo>
                <a:lnTo>
                  <a:pt x="798" y="631"/>
                </a:lnTo>
                <a:lnTo>
                  <a:pt x="798" y="632"/>
                </a:lnTo>
                <a:lnTo>
                  <a:pt x="799" y="632"/>
                </a:lnTo>
                <a:lnTo>
                  <a:pt x="799" y="633"/>
                </a:lnTo>
                <a:lnTo>
                  <a:pt x="798" y="633"/>
                </a:lnTo>
                <a:lnTo>
                  <a:pt x="798" y="634"/>
                </a:lnTo>
                <a:lnTo>
                  <a:pt x="797" y="634"/>
                </a:lnTo>
                <a:lnTo>
                  <a:pt x="797" y="635"/>
                </a:lnTo>
                <a:lnTo>
                  <a:pt x="797" y="636"/>
                </a:lnTo>
                <a:lnTo>
                  <a:pt x="796" y="636"/>
                </a:lnTo>
                <a:lnTo>
                  <a:pt x="796" y="635"/>
                </a:lnTo>
                <a:lnTo>
                  <a:pt x="795" y="635"/>
                </a:lnTo>
                <a:lnTo>
                  <a:pt x="794" y="635"/>
                </a:lnTo>
                <a:lnTo>
                  <a:pt x="794" y="634"/>
                </a:lnTo>
                <a:lnTo>
                  <a:pt x="793" y="634"/>
                </a:lnTo>
                <a:lnTo>
                  <a:pt x="793" y="635"/>
                </a:lnTo>
                <a:lnTo>
                  <a:pt x="793" y="636"/>
                </a:lnTo>
                <a:lnTo>
                  <a:pt x="793" y="637"/>
                </a:lnTo>
                <a:lnTo>
                  <a:pt x="793" y="638"/>
                </a:lnTo>
                <a:lnTo>
                  <a:pt x="793" y="639"/>
                </a:lnTo>
                <a:lnTo>
                  <a:pt x="794" y="639"/>
                </a:lnTo>
                <a:lnTo>
                  <a:pt x="794" y="640"/>
                </a:lnTo>
                <a:lnTo>
                  <a:pt x="793" y="640"/>
                </a:lnTo>
                <a:lnTo>
                  <a:pt x="793" y="641"/>
                </a:lnTo>
                <a:lnTo>
                  <a:pt x="793" y="640"/>
                </a:lnTo>
                <a:lnTo>
                  <a:pt x="792" y="640"/>
                </a:lnTo>
                <a:lnTo>
                  <a:pt x="791" y="639"/>
                </a:lnTo>
                <a:lnTo>
                  <a:pt x="791" y="638"/>
                </a:lnTo>
                <a:lnTo>
                  <a:pt x="790" y="638"/>
                </a:lnTo>
                <a:lnTo>
                  <a:pt x="789" y="639"/>
                </a:lnTo>
                <a:lnTo>
                  <a:pt x="789" y="640"/>
                </a:lnTo>
                <a:lnTo>
                  <a:pt x="789" y="641"/>
                </a:lnTo>
                <a:lnTo>
                  <a:pt x="788" y="641"/>
                </a:lnTo>
                <a:lnTo>
                  <a:pt x="788" y="640"/>
                </a:lnTo>
                <a:lnTo>
                  <a:pt x="787" y="640"/>
                </a:lnTo>
                <a:lnTo>
                  <a:pt x="787" y="639"/>
                </a:lnTo>
                <a:lnTo>
                  <a:pt x="786" y="639"/>
                </a:lnTo>
                <a:lnTo>
                  <a:pt x="785" y="639"/>
                </a:lnTo>
                <a:lnTo>
                  <a:pt x="785" y="640"/>
                </a:lnTo>
                <a:lnTo>
                  <a:pt x="785" y="641"/>
                </a:lnTo>
                <a:lnTo>
                  <a:pt x="785" y="642"/>
                </a:lnTo>
                <a:lnTo>
                  <a:pt x="784" y="642"/>
                </a:lnTo>
                <a:lnTo>
                  <a:pt x="784" y="641"/>
                </a:lnTo>
                <a:lnTo>
                  <a:pt x="784" y="640"/>
                </a:lnTo>
                <a:lnTo>
                  <a:pt x="783" y="640"/>
                </a:lnTo>
                <a:lnTo>
                  <a:pt x="782" y="640"/>
                </a:lnTo>
                <a:lnTo>
                  <a:pt x="782" y="641"/>
                </a:lnTo>
                <a:lnTo>
                  <a:pt x="781" y="640"/>
                </a:lnTo>
                <a:lnTo>
                  <a:pt x="780" y="640"/>
                </a:lnTo>
                <a:lnTo>
                  <a:pt x="779" y="640"/>
                </a:lnTo>
                <a:lnTo>
                  <a:pt x="778" y="640"/>
                </a:lnTo>
                <a:lnTo>
                  <a:pt x="778" y="641"/>
                </a:lnTo>
                <a:lnTo>
                  <a:pt x="777" y="641"/>
                </a:lnTo>
                <a:lnTo>
                  <a:pt x="777" y="642"/>
                </a:lnTo>
                <a:lnTo>
                  <a:pt x="776" y="642"/>
                </a:lnTo>
                <a:lnTo>
                  <a:pt x="775" y="642"/>
                </a:lnTo>
                <a:lnTo>
                  <a:pt x="774" y="642"/>
                </a:lnTo>
                <a:lnTo>
                  <a:pt x="773" y="642"/>
                </a:lnTo>
                <a:lnTo>
                  <a:pt x="772" y="643"/>
                </a:lnTo>
                <a:lnTo>
                  <a:pt x="772" y="644"/>
                </a:lnTo>
                <a:lnTo>
                  <a:pt x="771" y="644"/>
                </a:lnTo>
                <a:lnTo>
                  <a:pt x="771" y="643"/>
                </a:lnTo>
                <a:lnTo>
                  <a:pt x="770" y="643"/>
                </a:lnTo>
                <a:lnTo>
                  <a:pt x="769" y="642"/>
                </a:lnTo>
                <a:lnTo>
                  <a:pt x="769" y="643"/>
                </a:lnTo>
                <a:lnTo>
                  <a:pt x="769" y="644"/>
                </a:lnTo>
                <a:lnTo>
                  <a:pt x="770" y="644"/>
                </a:lnTo>
                <a:lnTo>
                  <a:pt x="771" y="645"/>
                </a:lnTo>
                <a:lnTo>
                  <a:pt x="770" y="646"/>
                </a:lnTo>
                <a:lnTo>
                  <a:pt x="769" y="646"/>
                </a:lnTo>
                <a:lnTo>
                  <a:pt x="768" y="646"/>
                </a:lnTo>
                <a:lnTo>
                  <a:pt x="767" y="645"/>
                </a:lnTo>
                <a:lnTo>
                  <a:pt x="766" y="644"/>
                </a:lnTo>
                <a:lnTo>
                  <a:pt x="766" y="643"/>
                </a:lnTo>
                <a:lnTo>
                  <a:pt x="765" y="643"/>
                </a:lnTo>
                <a:lnTo>
                  <a:pt x="764" y="643"/>
                </a:lnTo>
                <a:lnTo>
                  <a:pt x="763" y="644"/>
                </a:lnTo>
                <a:lnTo>
                  <a:pt x="762" y="644"/>
                </a:lnTo>
                <a:lnTo>
                  <a:pt x="760" y="644"/>
                </a:lnTo>
                <a:lnTo>
                  <a:pt x="759" y="644"/>
                </a:lnTo>
                <a:lnTo>
                  <a:pt x="758" y="644"/>
                </a:lnTo>
                <a:lnTo>
                  <a:pt x="758" y="643"/>
                </a:lnTo>
                <a:lnTo>
                  <a:pt x="757" y="643"/>
                </a:lnTo>
                <a:lnTo>
                  <a:pt x="756" y="642"/>
                </a:lnTo>
                <a:lnTo>
                  <a:pt x="756" y="641"/>
                </a:lnTo>
                <a:lnTo>
                  <a:pt x="756" y="640"/>
                </a:lnTo>
                <a:lnTo>
                  <a:pt x="756" y="639"/>
                </a:lnTo>
                <a:lnTo>
                  <a:pt x="756" y="638"/>
                </a:lnTo>
                <a:lnTo>
                  <a:pt x="755" y="638"/>
                </a:lnTo>
                <a:lnTo>
                  <a:pt x="754" y="638"/>
                </a:lnTo>
                <a:lnTo>
                  <a:pt x="754" y="639"/>
                </a:lnTo>
                <a:lnTo>
                  <a:pt x="754" y="640"/>
                </a:lnTo>
                <a:lnTo>
                  <a:pt x="753" y="640"/>
                </a:lnTo>
                <a:lnTo>
                  <a:pt x="752" y="640"/>
                </a:lnTo>
                <a:lnTo>
                  <a:pt x="752" y="639"/>
                </a:lnTo>
                <a:lnTo>
                  <a:pt x="751" y="639"/>
                </a:lnTo>
                <a:lnTo>
                  <a:pt x="750" y="639"/>
                </a:lnTo>
                <a:lnTo>
                  <a:pt x="750" y="640"/>
                </a:lnTo>
                <a:lnTo>
                  <a:pt x="749" y="640"/>
                </a:lnTo>
                <a:lnTo>
                  <a:pt x="748" y="640"/>
                </a:lnTo>
                <a:lnTo>
                  <a:pt x="748" y="639"/>
                </a:lnTo>
                <a:lnTo>
                  <a:pt x="747" y="639"/>
                </a:lnTo>
                <a:lnTo>
                  <a:pt x="747" y="640"/>
                </a:lnTo>
                <a:lnTo>
                  <a:pt x="747" y="641"/>
                </a:lnTo>
                <a:lnTo>
                  <a:pt x="747" y="642"/>
                </a:lnTo>
                <a:lnTo>
                  <a:pt x="747" y="643"/>
                </a:lnTo>
                <a:lnTo>
                  <a:pt x="746" y="643"/>
                </a:lnTo>
                <a:lnTo>
                  <a:pt x="745" y="643"/>
                </a:lnTo>
                <a:lnTo>
                  <a:pt x="744" y="643"/>
                </a:lnTo>
                <a:lnTo>
                  <a:pt x="743" y="643"/>
                </a:lnTo>
                <a:lnTo>
                  <a:pt x="742" y="644"/>
                </a:lnTo>
                <a:lnTo>
                  <a:pt x="741" y="644"/>
                </a:lnTo>
                <a:lnTo>
                  <a:pt x="741" y="643"/>
                </a:lnTo>
                <a:lnTo>
                  <a:pt x="740" y="643"/>
                </a:lnTo>
                <a:lnTo>
                  <a:pt x="740" y="642"/>
                </a:lnTo>
                <a:lnTo>
                  <a:pt x="740" y="641"/>
                </a:lnTo>
                <a:lnTo>
                  <a:pt x="739" y="641"/>
                </a:lnTo>
                <a:lnTo>
                  <a:pt x="738" y="641"/>
                </a:lnTo>
                <a:lnTo>
                  <a:pt x="737" y="642"/>
                </a:lnTo>
                <a:lnTo>
                  <a:pt x="736" y="642"/>
                </a:lnTo>
                <a:lnTo>
                  <a:pt x="735" y="642"/>
                </a:lnTo>
                <a:lnTo>
                  <a:pt x="735" y="643"/>
                </a:lnTo>
                <a:lnTo>
                  <a:pt x="736" y="644"/>
                </a:lnTo>
                <a:lnTo>
                  <a:pt x="736" y="645"/>
                </a:lnTo>
                <a:lnTo>
                  <a:pt x="735" y="645"/>
                </a:lnTo>
                <a:lnTo>
                  <a:pt x="734" y="645"/>
                </a:lnTo>
                <a:lnTo>
                  <a:pt x="733" y="644"/>
                </a:lnTo>
                <a:lnTo>
                  <a:pt x="732" y="644"/>
                </a:lnTo>
                <a:lnTo>
                  <a:pt x="731" y="644"/>
                </a:lnTo>
                <a:lnTo>
                  <a:pt x="730" y="644"/>
                </a:lnTo>
                <a:lnTo>
                  <a:pt x="730" y="643"/>
                </a:lnTo>
                <a:lnTo>
                  <a:pt x="729" y="643"/>
                </a:lnTo>
                <a:lnTo>
                  <a:pt x="728" y="643"/>
                </a:lnTo>
                <a:lnTo>
                  <a:pt x="727" y="643"/>
                </a:lnTo>
                <a:lnTo>
                  <a:pt x="727" y="644"/>
                </a:lnTo>
                <a:lnTo>
                  <a:pt x="726" y="644"/>
                </a:lnTo>
                <a:lnTo>
                  <a:pt x="725" y="645"/>
                </a:lnTo>
                <a:lnTo>
                  <a:pt x="724" y="645"/>
                </a:lnTo>
                <a:lnTo>
                  <a:pt x="724" y="644"/>
                </a:lnTo>
                <a:lnTo>
                  <a:pt x="723" y="644"/>
                </a:lnTo>
                <a:lnTo>
                  <a:pt x="723" y="643"/>
                </a:lnTo>
                <a:lnTo>
                  <a:pt x="725" y="642"/>
                </a:lnTo>
                <a:lnTo>
                  <a:pt x="726" y="642"/>
                </a:lnTo>
                <a:lnTo>
                  <a:pt x="726" y="641"/>
                </a:lnTo>
                <a:lnTo>
                  <a:pt x="727" y="641"/>
                </a:lnTo>
                <a:lnTo>
                  <a:pt x="727" y="640"/>
                </a:lnTo>
                <a:lnTo>
                  <a:pt x="726" y="640"/>
                </a:lnTo>
                <a:lnTo>
                  <a:pt x="726" y="639"/>
                </a:lnTo>
                <a:lnTo>
                  <a:pt x="725" y="639"/>
                </a:lnTo>
                <a:lnTo>
                  <a:pt x="724" y="639"/>
                </a:lnTo>
                <a:lnTo>
                  <a:pt x="724" y="640"/>
                </a:lnTo>
                <a:lnTo>
                  <a:pt x="723" y="640"/>
                </a:lnTo>
                <a:lnTo>
                  <a:pt x="722" y="642"/>
                </a:lnTo>
                <a:lnTo>
                  <a:pt x="721" y="641"/>
                </a:lnTo>
                <a:lnTo>
                  <a:pt x="720" y="641"/>
                </a:lnTo>
                <a:lnTo>
                  <a:pt x="720" y="640"/>
                </a:lnTo>
                <a:lnTo>
                  <a:pt x="721" y="640"/>
                </a:lnTo>
                <a:lnTo>
                  <a:pt x="721" y="639"/>
                </a:lnTo>
                <a:lnTo>
                  <a:pt x="720" y="639"/>
                </a:lnTo>
                <a:lnTo>
                  <a:pt x="719" y="639"/>
                </a:lnTo>
                <a:lnTo>
                  <a:pt x="719" y="640"/>
                </a:lnTo>
                <a:lnTo>
                  <a:pt x="718" y="640"/>
                </a:lnTo>
                <a:lnTo>
                  <a:pt x="718" y="639"/>
                </a:lnTo>
                <a:lnTo>
                  <a:pt x="717" y="639"/>
                </a:lnTo>
                <a:lnTo>
                  <a:pt x="718" y="639"/>
                </a:lnTo>
                <a:lnTo>
                  <a:pt x="718" y="638"/>
                </a:lnTo>
                <a:lnTo>
                  <a:pt x="717" y="638"/>
                </a:lnTo>
                <a:lnTo>
                  <a:pt x="716" y="638"/>
                </a:lnTo>
                <a:lnTo>
                  <a:pt x="716" y="639"/>
                </a:lnTo>
                <a:lnTo>
                  <a:pt x="715" y="639"/>
                </a:lnTo>
                <a:lnTo>
                  <a:pt x="715" y="640"/>
                </a:lnTo>
                <a:lnTo>
                  <a:pt x="714" y="640"/>
                </a:lnTo>
                <a:lnTo>
                  <a:pt x="713" y="639"/>
                </a:lnTo>
                <a:lnTo>
                  <a:pt x="713" y="638"/>
                </a:lnTo>
                <a:lnTo>
                  <a:pt x="712" y="638"/>
                </a:lnTo>
                <a:lnTo>
                  <a:pt x="711" y="638"/>
                </a:lnTo>
                <a:lnTo>
                  <a:pt x="711" y="639"/>
                </a:lnTo>
                <a:lnTo>
                  <a:pt x="711" y="640"/>
                </a:lnTo>
                <a:lnTo>
                  <a:pt x="710" y="640"/>
                </a:lnTo>
                <a:lnTo>
                  <a:pt x="709" y="640"/>
                </a:lnTo>
                <a:lnTo>
                  <a:pt x="710" y="639"/>
                </a:lnTo>
                <a:lnTo>
                  <a:pt x="709" y="638"/>
                </a:lnTo>
                <a:lnTo>
                  <a:pt x="708" y="639"/>
                </a:lnTo>
                <a:lnTo>
                  <a:pt x="707" y="639"/>
                </a:lnTo>
                <a:lnTo>
                  <a:pt x="707" y="640"/>
                </a:lnTo>
                <a:lnTo>
                  <a:pt x="706" y="640"/>
                </a:lnTo>
                <a:lnTo>
                  <a:pt x="706" y="639"/>
                </a:lnTo>
                <a:lnTo>
                  <a:pt x="705" y="639"/>
                </a:lnTo>
                <a:lnTo>
                  <a:pt x="705" y="638"/>
                </a:lnTo>
                <a:lnTo>
                  <a:pt x="705" y="637"/>
                </a:lnTo>
                <a:lnTo>
                  <a:pt x="706" y="637"/>
                </a:lnTo>
                <a:lnTo>
                  <a:pt x="706" y="638"/>
                </a:lnTo>
                <a:lnTo>
                  <a:pt x="707" y="638"/>
                </a:lnTo>
                <a:lnTo>
                  <a:pt x="707" y="637"/>
                </a:lnTo>
                <a:lnTo>
                  <a:pt x="706" y="637"/>
                </a:lnTo>
                <a:lnTo>
                  <a:pt x="706" y="636"/>
                </a:lnTo>
                <a:lnTo>
                  <a:pt x="707" y="635"/>
                </a:lnTo>
                <a:lnTo>
                  <a:pt x="708" y="634"/>
                </a:lnTo>
                <a:lnTo>
                  <a:pt x="709" y="634"/>
                </a:lnTo>
                <a:lnTo>
                  <a:pt x="709" y="633"/>
                </a:lnTo>
                <a:lnTo>
                  <a:pt x="708" y="633"/>
                </a:lnTo>
                <a:lnTo>
                  <a:pt x="708" y="632"/>
                </a:lnTo>
                <a:lnTo>
                  <a:pt x="708" y="631"/>
                </a:lnTo>
                <a:lnTo>
                  <a:pt x="709" y="631"/>
                </a:lnTo>
                <a:lnTo>
                  <a:pt x="710" y="631"/>
                </a:lnTo>
                <a:lnTo>
                  <a:pt x="711" y="631"/>
                </a:lnTo>
                <a:lnTo>
                  <a:pt x="712" y="630"/>
                </a:lnTo>
                <a:lnTo>
                  <a:pt x="712" y="629"/>
                </a:lnTo>
                <a:lnTo>
                  <a:pt x="711" y="629"/>
                </a:lnTo>
                <a:lnTo>
                  <a:pt x="710" y="629"/>
                </a:lnTo>
                <a:lnTo>
                  <a:pt x="709" y="629"/>
                </a:lnTo>
                <a:lnTo>
                  <a:pt x="708" y="630"/>
                </a:lnTo>
                <a:lnTo>
                  <a:pt x="707" y="630"/>
                </a:lnTo>
                <a:lnTo>
                  <a:pt x="706" y="630"/>
                </a:lnTo>
                <a:lnTo>
                  <a:pt x="705" y="630"/>
                </a:lnTo>
                <a:lnTo>
                  <a:pt x="705" y="629"/>
                </a:lnTo>
                <a:lnTo>
                  <a:pt x="705" y="628"/>
                </a:lnTo>
                <a:lnTo>
                  <a:pt x="705" y="627"/>
                </a:lnTo>
                <a:lnTo>
                  <a:pt x="705" y="626"/>
                </a:lnTo>
                <a:lnTo>
                  <a:pt x="704" y="626"/>
                </a:lnTo>
                <a:lnTo>
                  <a:pt x="704" y="627"/>
                </a:lnTo>
                <a:lnTo>
                  <a:pt x="703" y="627"/>
                </a:lnTo>
                <a:lnTo>
                  <a:pt x="703" y="628"/>
                </a:lnTo>
                <a:lnTo>
                  <a:pt x="702" y="627"/>
                </a:lnTo>
                <a:lnTo>
                  <a:pt x="701" y="627"/>
                </a:lnTo>
                <a:lnTo>
                  <a:pt x="701" y="626"/>
                </a:lnTo>
                <a:lnTo>
                  <a:pt x="702" y="626"/>
                </a:lnTo>
                <a:lnTo>
                  <a:pt x="702" y="625"/>
                </a:lnTo>
                <a:lnTo>
                  <a:pt x="702" y="624"/>
                </a:lnTo>
                <a:lnTo>
                  <a:pt x="701" y="624"/>
                </a:lnTo>
                <a:lnTo>
                  <a:pt x="700" y="624"/>
                </a:lnTo>
                <a:lnTo>
                  <a:pt x="699" y="624"/>
                </a:lnTo>
                <a:lnTo>
                  <a:pt x="698" y="624"/>
                </a:lnTo>
                <a:lnTo>
                  <a:pt x="698" y="623"/>
                </a:lnTo>
                <a:lnTo>
                  <a:pt x="697" y="622"/>
                </a:lnTo>
                <a:lnTo>
                  <a:pt x="696" y="622"/>
                </a:lnTo>
                <a:lnTo>
                  <a:pt x="695" y="622"/>
                </a:lnTo>
                <a:lnTo>
                  <a:pt x="694" y="622"/>
                </a:lnTo>
                <a:lnTo>
                  <a:pt x="693" y="621"/>
                </a:lnTo>
                <a:lnTo>
                  <a:pt x="693" y="620"/>
                </a:lnTo>
                <a:lnTo>
                  <a:pt x="694" y="620"/>
                </a:lnTo>
                <a:lnTo>
                  <a:pt x="694" y="618"/>
                </a:lnTo>
                <a:lnTo>
                  <a:pt x="695" y="618"/>
                </a:lnTo>
                <a:lnTo>
                  <a:pt x="696" y="618"/>
                </a:lnTo>
                <a:lnTo>
                  <a:pt x="697" y="618"/>
                </a:lnTo>
                <a:lnTo>
                  <a:pt x="697" y="617"/>
                </a:lnTo>
                <a:lnTo>
                  <a:pt x="697" y="616"/>
                </a:lnTo>
                <a:lnTo>
                  <a:pt x="695" y="616"/>
                </a:lnTo>
                <a:lnTo>
                  <a:pt x="694" y="616"/>
                </a:lnTo>
                <a:lnTo>
                  <a:pt x="694" y="615"/>
                </a:lnTo>
                <a:lnTo>
                  <a:pt x="694" y="614"/>
                </a:lnTo>
                <a:lnTo>
                  <a:pt x="693" y="613"/>
                </a:lnTo>
                <a:lnTo>
                  <a:pt x="693" y="612"/>
                </a:lnTo>
                <a:lnTo>
                  <a:pt x="693" y="611"/>
                </a:lnTo>
                <a:lnTo>
                  <a:pt x="693" y="610"/>
                </a:lnTo>
                <a:lnTo>
                  <a:pt x="692" y="610"/>
                </a:lnTo>
                <a:lnTo>
                  <a:pt x="692" y="611"/>
                </a:lnTo>
                <a:lnTo>
                  <a:pt x="691" y="611"/>
                </a:lnTo>
                <a:lnTo>
                  <a:pt x="690" y="611"/>
                </a:lnTo>
                <a:lnTo>
                  <a:pt x="689" y="612"/>
                </a:lnTo>
                <a:lnTo>
                  <a:pt x="689" y="611"/>
                </a:lnTo>
                <a:lnTo>
                  <a:pt x="688" y="611"/>
                </a:lnTo>
                <a:lnTo>
                  <a:pt x="687" y="611"/>
                </a:lnTo>
                <a:lnTo>
                  <a:pt x="687" y="610"/>
                </a:lnTo>
                <a:lnTo>
                  <a:pt x="688" y="610"/>
                </a:lnTo>
                <a:lnTo>
                  <a:pt x="688" y="609"/>
                </a:lnTo>
                <a:lnTo>
                  <a:pt x="687" y="609"/>
                </a:lnTo>
                <a:lnTo>
                  <a:pt x="686" y="609"/>
                </a:lnTo>
                <a:lnTo>
                  <a:pt x="685" y="609"/>
                </a:lnTo>
                <a:lnTo>
                  <a:pt x="684" y="609"/>
                </a:lnTo>
                <a:lnTo>
                  <a:pt x="684" y="608"/>
                </a:lnTo>
                <a:lnTo>
                  <a:pt x="684" y="607"/>
                </a:lnTo>
                <a:lnTo>
                  <a:pt x="683" y="607"/>
                </a:lnTo>
                <a:lnTo>
                  <a:pt x="683" y="608"/>
                </a:lnTo>
                <a:lnTo>
                  <a:pt x="682" y="608"/>
                </a:lnTo>
                <a:lnTo>
                  <a:pt x="681" y="608"/>
                </a:lnTo>
                <a:lnTo>
                  <a:pt x="680" y="609"/>
                </a:lnTo>
                <a:lnTo>
                  <a:pt x="679" y="609"/>
                </a:lnTo>
                <a:lnTo>
                  <a:pt x="679" y="608"/>
                </a:lnTo>
                <a:lnTo>
                  <a:pt x="679" y="607"/>
                </a:lnTo>
                <a:lnTo>
                  <a:pt x="679" y="606"/>
                </a:lnTo>
                <a:lnTo>
                  <a:pt x="680" y="606"/>
                </a:lnTo>
                <a:lnTo>
                  <a:pt x="680" y="607"/>
                </a:lnTo>
                <a:lnTo>
                  <a:pt x="680" y="606"/>
                </a:lnTo>
                <a:lnTo>
                  <a:pt x="680" y="605"/>
                </a:lnTo>
                <a:lnTo>
                  <a:pt x="680" y="604"/>
                </a:lnTo>
                <a:lnTo>
                  <a:pt x="679" y="603"/>
                </a:lnTo>
                <a:lnTo>
                  <a:pt x="677" y="603"/>
                </a:lnTo>
                <a:lnTo>
                  <a:pt x="677" y="604"/>
                </a:lnTo>
                <a:lnTo>
                  <a:pt x="676" y="604"/>
                </a:lnTo>
                <a:lnTo>
                  <a:pt x="676" y="605"/>
                </a:lnTo>
                <a:lnTo>
                  <a:pt x="675" y="606"/>
                </a:lnTo>
                <a:lnTo>
                  <a:pt x="675" y="607"/>
                </a:lnTo>
                <a:lnTo>
                  <a:pt x="674" y="607"/>
                </a:lnTo>
                <a:lnTo>
                  <a:pt x="673" y="608"/>
                </a:lnTo>
                <a:lnTo>
                  <a:pt x="672" y="609"/>
                </a:lnTo>
                <a:lnTo>
                  <a:pt x="672" y="610"/>
                </a:lnTo>
                <a:lnTo>
                  <a:pt x="671" y="612"/>
                </a:lnTo>
                <a:lnTo>
                  <a:pt x="671" y="613"/>
                </a:lnTo>
                <a:lnTo>
                  <a:pt x="671" y="614"/>
                </a:lnTo>
                <a:lnTo>
                  <a:pt x="671" y="615"/>
                </a:lnTo>
                <a:lnTo>
                  <a:pt x="671" y="616"/>
                </a:lnTo>
                <a:lnTo>
                  <a:pt x="671" y="617"/>
                </a:lnTo>
                <a:lnTo>
                  <a:pt x="671" y="618"/>
                </a:lnTo>
                <a:lnTo>
                  <a:pt x="670" y="619"/>
                </a:lnTo>
                <a:lnTo>
                  <a:pt x="669" y="619"/>
                </a:lnTo>
                <a:lnTo>
                  <a:pt x="669" y="618"/>
                </a:lnTo>
                <a:lnTo>
                  <a:pt x="668" y="617"/>
                </a:lnTo>
                <a:lnTo>
                  <a:pt x="668" y="616"/>
                </a:lnTo>
                <a:lnTo>
                  <a:pt x="667" y="616"/>
                </a:lnTo>
                <a:lnTo>
                  <a:pt x="667" y="615"/>
                </a:lnTo>
                <a:lnTo>
                  <a:pt x="666" y="615"/>
                </a:lnTo>
                <a:lnTo>
                  <a:pt x="666" y="616"/>
                </a:lnTo>
                <a:lnTo>
                  <a:pt x="666" y="617"/>
                </a:lnTo>
                <a:lnTo>
                  <a:pt x="666" y="618"/>
                </a:lnTo>
                <a:lnTo>
                  <a:pt x="666" y="620"/>
                </a:lnTo>
                <a:lnTo>
                  <a:pt x="666" y="621"/>
                </a:lnTo>
                <a:lnTo>
                  <a:pt x="666" y="622"/>
                </a:lnTo>
                <a:lnTo>
                  <a:pt x="667" y="622"/>
                </a:lnTo>
                <a:lnTo>
                  <a:pt x="667" y="623"/>
                </a:lnTo>
                <a:lnTo>
                  <a:pt x="667" y="624"/>
                </a:lnTo>
                <a:lnTo>
                  <a:pt x="666" y="624"/>
                </a:lnTo>
                <a:lnTo>
                  <a:pt x="665" y="624"/>
                </a:lnTo>
                <a:lnTo>
                  <a:pt x="664" y="624"/>
                </a:lnTo>
                <a:lnTo>
                  <a:pt x="664" y="623"/>
                </a:lnTo>
                <a:lnTo>
                  <a:pt x="664" y="622"/>
                </a:lnTo>
                <a:lnTo>
                  <a:pt x="664" y="621"/>
                </a:lnTo>
                <a:lnTo>
                  <a:pt x="663" y="621"/>
                </a:lnTo>
                <a:lnTo>
                  <a:pt x="662" y="620"/>
                </a:lnTo>
                <a:lnTo>
                  <a:pt x="661" y="620"/>
                </a:lnTo>
                <a:lnTo>
                  <a:pt x="661" y="619"/>
                </a:lnTo>
                <a:lnTo>
                  <a:pt x="660" y="619"/>
                </a:lnTo>
                <a:lnTo>
                  <a:pt x="660" y="618"/>
                </a:lnTo>
                <a:lnTo>
                  <a:pt x="659" y="618"/>
                </a:lnTo>
                <a:lnTo>
                  <a:pt x="658" y="618"/>
                </a:lnTo>
                <a:lnTo>
                  <a:pt x="658" y="617"/>
                </a:lnTo>
                <a:lnTo>
                  <a:pt x="657" y="617"/>
                </a:lnTo>
                <a:lnTo>
                  <a:pt x="656" y="617"/>
                </a:lnTo>
                <a:lnTo>
                  <a:pt x="655" y="617"/>
                </a:lnTo>
                <a:lnTo>
                  <a:pt x="654" y="617"/>
                </a:lnTo>
                <a:lnTo>
                  <a:pt x="654" y="618"/>
                </a:lnTo>
                <a:lnTo>
                  <a:pt x="653" y="618"/>
                </a:lnTo>
                <a:lnTo>
                  <a:pt x="653" y="619"/>
                </a:lnTo>
                <a:lnTo>
                  <a:pt x="653" y="620"/>
                </a:lnTo>
                <a:lnTo>
                  <a:pt x="653" y="621"/>
                </a:lnTo>
                <a:lnTo>
                  <a:pt x="654" y="621"/>
                </a:lnTo>
                <a:lnTo>
                  <a:pt x="655" y="622"/>
                </a:lnTo>
                <a:lnTo>
                  <a:pt x="657" y="622"/>
                </a:lnTo>
                <a:lnTo>
                  <a:pt x="658" y="622"/>
                </a:lnTo>
                <a:lnTo>
                  <a:pt x="658" y="623"/>
                </a:lnTo>
                <a:lnTo>
                  <a:pt x="658" y="624"/>
                </a:lnTo>
                <a:lnTo>
                  <a:pt x="658" y="625"/>
                </a:lnTo>
                <a:lnTo>
                  <a:pt x="657" y="625"/>
                </a:lnTo>
                <a:lnTo>
                  <a:pt x="657" y="626"/>
                </a:lnTo>
                <a:lnTo>
                  <a:pt x="656" y="627"/>
                </a:lnTo>
                <a:lnTo>
                  <a:pt x="656" y="628"/>
                </a:lnTo>
                <a:lnTo>
                  <a:pt x="655" y="629"/>
                </a:lnTo>
                <a:lnTo>
                  <a:pt x="656" y="629"/>
                </a:lnTo>
                <a:lnTo>
                  <a:pt x="656" y="630"/>
                </a:lnTo>
                <a:lnTo>
                  <a:pt x="655" y="630"/>
                </a:lnTo>
                <a:lnTo>
                  <a:pt x="654" y="631"/>
                </a:lnTo>
                <a:lnTo>
                  <a:pt x="653" y="631"/>
                </a:lnTo>
                <a:lnTo>
                  <a:pt x="653" y="632"/>
                </a:lnTo>
                <a:lnTo>
                  <a:pt x="652" y="633"/>
                </a:lnTo>
                <a:lnTo>
                  <a:pt x="651" y="633"/>
                </a:lnTo>
                <a:lnTo>
                  <a:pt x="651" y="632"/>
                </a:lnTo>
                <a:lnTo>
                  <a:pt x="649" y="631"/>
                </a:lnTo>
                <a:lnTo>
                  <a:pt x="648" y="631"/>
                </a:lnTo>
                <a:lnTo>
                  <a:pt x="647" y="632"/>
                </a:lnTo>
                <a:lnTo>
                  <a:pt x="647" y="634"/>
                </a:lnTo>
                <a:lnTo>
                  <a:pt x="648" y="634"/>
                </a:lnTo>
                <a:lnTo>
                  <a:pt x="648" y="635"/>
                </a:lnTo>
                <a:lnTo>
                  <a:pt x="648" y="636"/>
                </a:lnTo>
                <a:lnTo>
                  <a:pt x="648" y="637"/>
                </a:lnTo>
                <a:lnTo>
                  <a:pt x="647" y="637"/>
                </a:lnTo>
                <a:lnTo>
                  <a:pt x="647" y="638"/>
                </a:lnTo>
                <a:lnTo>
                  <a:pt x="647" y="640"/>
                </a:lnTo>
                <a:lnTo>
                  <a:pt x="646" y="640"/>
                </a:lnTo>
                <a:lnTo>
                  <a:pt x="646" y="639"/>
                </a:lnTo>
                <a:lnTo>
                  <a:pt x="646" y="640"/>
                </a:lnTo>
                <a:lnTo>
                  <a:pt x="645" y="640"/>
                </a:lnTo>
                <a:lnTo>
                  <a:pt x="644" y="640"/>
                </a:lnTo>
                <a:lnTo>
                  <a:pt x="644" y="641"/>
                </a:lnTo>
                <a:lnTo>
                  <a:pt x="644" y="642"/>
                </a:lnTo>
                <a:lnTo>
                  <a:pt x="644" y="643"/>
                </a:lnTo>
                <a:lnTo>
                  <a:pt x="645" y="643"/>
                </a:lnTo>
                <a:lnTo>
                  <a:pt x="645" y="644"/>
                </a:lnTo>
                <a:lnTo>
                  <a:pt x="645" y="645"/>
                </a:lnTo>
                <a:lnTo>
                  <a:pt x="646" y="645"/>
                </a:lnTo>
                <a:lnTo>
                  <a:pt x="647" y="646"/>
                </a:lnTo>
                <a:lnTo>
                  <a:pt x="647" y="647"/>
                </a:lnTo>
                <a:lnTo>
                  <a:pt x="648" y="648"/>
                </a:lnTo>
                <a:lnTo>
                  <a:pt x="648" y="649"/>
                </a:lnTo>
                <a:lnTo>
                  <a:pt x="648" y="650"/>
                </a:lnTo>
                <a:lnTo>
                  <a:pt x="647" y="650"/>
                </a:lnTo>
                <a:lnTo>
                  <a:pt x="646" y="651"/>
                </a:lnTo>
                <a:lnTo>
                  <a:pt x="646" y="652"/>
                </a:lnTo>
                <a:lnTo>
                  <a:pt x="646" y="653"/>
                </a:lnTo>
                <a:lnTo>
                  <a:pt x="645" y="654"/>
                </a:lnTo>
                <a:lnTo>
                  <a:pt x="645" y="655"/>
                </a:lnTo>
                <a:lnTo>
                  <a:pt x="645" y="656"/>
                </a:lnTo>
                <a:lnTo>
                  <a:pt x="646" y="657"/>
                </a:lnTo>
                <a:lnTo>
                  <a:pt x="645" y="657"/>
                </a:lnTo>
                <a:lnTo>
                  <a:pt x="645" y="659"/>
                </a:lnTo>
                <a:lnTo>
                  <a:pt x="645" y="660"/>
                </a:lnTo>
                <a:lnTo>
                  <a:pt x="646" y="661"/>
                </a:lnTo>
                <a:lnTo>
                  <a:pt x="646" y="660"/>
                </a:lnTo>
                <a:lnTo>
                  <a:pt x="647" y="660"/>
                </a:lnTo>
                <a:lnTo>
                  <a:pt x="646" y="661"/>
                </a:lnTo>
                <a:lnTo>
                  <a:pt x="645" y="662"/>
                </a:lnTo>
                <a:lnTo>
                  <a:pt x="645" y="663"/>
                </a:lnTo>
                <a:lnTo>
                  <a:pt x="645" y="665"/>
                </a:lnTo>
                <a:lnTo>
                  <a:pt x="644" y="666"/>
                </a:lnTo>
                <a:lnTo>
                  <a:pt x="644" y="667"/>
                </a:lnTo>
                <a:lnTo>
                  <a:pt x="644" y="669"/>
                </a:lnTo>
                <a:lnTo>
                  <a:pt x="643" y="669"/>
                </a:lnTo>
                <a:lnTo>
                  <a:pt x="643" y="670"/>
                </a:lnTo>
                <a:lnTo>
                  <a:pt x="644" y="671"/>
                </a:lnTo>
                <a:lnTo>
                  <a:pt x="644" y="672"/>
                </a:lnTo>
                <a:lnTo>
                  <a:pt x="644" y="675"/>
                </a:lnTo>
                <a:lnTo>
                  <a:pt x="644" y="676"/>
                </a:lnTo>
                <a:lnTo>
                  <a:pt x="645" y="677"/>
                </a:lnTo>
                <a:lnTo>
                  <a:pt x="646" y="677"/>
                </a:lnTo>
                <a:lnTo>
                  <a:pt x="646" y="678"/>
                </a:lnTo>
                <a:lnTo>
                  <a:pt x="647" y="678"/>
                </a:lnTo>
                <a:lnTo>
                  <a:pt x="647" y="677"/>
                </a:lnTo>
                <a:lnTo>
                  <a:pt x="648" y="678"/>
                </a:lnTo>
                <a:lnTo>
                  <a:pt x="649" y="678"/>
                </a:lnTo>
                <a:lnTo>
                  <a:pt x="649" y="679"/>
                </a:lnTo>
                <a:lnTo>
                  <a:pt x="650" y="679"/>
                </a:lnTo>
                <a:lnTo>
                  <a:pt x="650" y="680"/>
                </a:lnTo>
                <a:lnTo>
                  <a:pt x="649" y="681"/>
                </a:lnTo>
                <a:lnTo>
                  <a:pt x="649" y="682"/>
                </a:lnTo>
                <a:lnTo>
                  <a:pt x="648" y="682"/>
                </a:lnTo>
                <a:lnTo>
                  <a:pt x="647" y="683"/>
                </a:lnTo>
                <a:lnTo>
                  <a:pt x="646" y="683"/>
                </a:lnTo>
                <a:lnTo>
                  <a:pt x="645" y="683"/>
                </a:lnTo>
                <a:lnTo>
                  <a:pt x="644" y="683"/>
                </a:lnTo>
                <a:lnTo>
                  <a:pt x="643" y="683"/>
                </a:lnTo>
                <a:lnTo>
                  <a:pt x="644" y="682"/>
                </a:lnTo>
                <a:lnTo>
                  <a:pt x="645" y="682"/>
                </a:lnTo>
                <a:lnTo>
                  <a:pt x="646" y="682"/>
                </a:lnTo>
                <a:lnTo>
                  <a:pt x="646" y="681"/>
                </a:lnTo>
                <a:lnTo>
                  <a:pt x="647" y="681"/>
                </a:lnTo>
                <a:lnTo>
                  <a:pt x="647" y="680"/>
                </a:lnTo>
                <a:lnTo>
                  <a:pt x="647" y="679"/>
                </a:lnTo>
                <a:lnTo>
                  <a:pt x="646" y="679"/>
                </a:lnTo>
                <a:lnTo>
                  <a:pt x="644" y="679"/>
                </a:lnTo>
                <a:lnTo>
                  <a:pt x="643" y="680"/>
                </a:lnTo>
                <a:lnTo>
                  <a:pt x="643" y="681"/>
                </a:lnTo>
                <a:lnTo>
                  <a:pt x="642" y="681"/>
                </a:lnTo>
                <a:lnTo>
                  <a:pt x="642" y="682"/>
                </a:lnTo>
                <a:lnTo>
                  <a:pt x="641" y="682"/>
                </a:lnTo>
                <a:lnTo>
                  <a:pt x="640" y="683"/>
                </a:lnTo>
                <a:lnTo>
                  <a:pt x="639" y="683"/>
                </a:lnTo>
                <a:lnTo>
                  <a:pt x="639" y="684"/>
                </a:lnTo>
                <a:lnTo>
                  <a:pt x="639" y="685"/>
                </a:lnTo>
                <a:lnTo>
                  <a:pt x="639" y="686"/>
                </a:lnTo>
                <a:lnTo>
                  <a:pt x="640" y="686"/>
                </a:lnTo>
                <a:lnTo>
                  <a:pt x="640" y="687"/>
                </a:lnTo>
                <a:lnTo>
                  <a:pt x="639" y="687"/>
                </a:lnTo>
                <a:lnTo>
                  <a:pt x="638" y="687"/>
                </a:lnTo>
                <a:lnTo>
                  <a:pt x="637" y="687"/>
                </a:lnTo>
                <a:lnTo>
                  <a:pt x="637" y="688"/>
                </a:lnTo>
                <a:lnTo>
                  <a:pt x="636" y="688"/>
                </a:lnTo>
                <a:lnTo>
                  <a:pt x="636" y="690"/>
                </a:lnTo>
                <a:lnTo>
                  <a:pt x="637" y="690"/>
                </a:lnTo>
                <a:lnTo>
                  <a:pt x="636" y="691"/>
                </a:lnTo>
                <a:lnTo>
                  <a:pt x="636" y="692"/>
                </a:lnTo>
                <a:lnTo>
                  <a:pt x="635" y="693"/>
                </a:lnTo>
                <a:lnTo>
                  <a:pt x="634" y="694"/>
                </a:lnTo>
                <a:lnTo>
                  <a:pt x="634" y="695"/>
                </a:lnTo>
                <a:lnTo>
                  <a:pt x="633" y="696"/>
                </a:lnTo>
                <a:lnTo>
                  <a:pt x="633" y="697"/>
                </a:lnTo>
                <a:lnTo>
                  <a:pt x="634" y="697"/>
                </a:lnTo>
                <a:lnTo>
                  <a:pt x="633" y="697"/>
                </a:lnTo>
                <a:lnTo>
                  <a:pt x="633" y="698"/>
                </a:lnTo>
                <a:lnTo>
                  <a:pt x="633" y="699"/>
                </a:lnTo>
                <a:lnTo>
                  <a:pt x="633" y="700"/>
                </a:lnTo>
                <a:lnTo>
                  <a:pt x="634" y="700"/>
                </a:lnTo>
                <a:lnTo>
                  <a:pt x="634" y="701"/>
                </a:lnTo>
                <a:lnTo>
                  <a:pt x="633" y="702"/>
                </a:lnTo>
                <a:lnTo>
                  <a:pt x="632" y="703"/>
                </a:lnTo>
                <a:lnTo>
                  <a:pt x="631" y="704"/>
                </a:lnTo>
                <a:lnTo>
                  <a:pt x="630" y="704"/>
                </a:lnTo>
                <a:lnTo>
                  <a:pt x="630" y="705"/>
                </a:lnTo>
                <a:lnTo>
                  <a:pt x="630" y="706"/>
                </a:lnTo>
                <a:lnTo>
                  <a:pt x="630" y="707"/>
                </a:lnTo>
                <a:lnTo>
                  <a:pt x="630" y="708"/>
                </a:lnTo>
                <a:lnTo>
                  <a:pt x="630" y="709"/>
                </a:lnTo>
                <a:lnTo>
                  <a:pt x="630" y="711"/>
                </a:lnTo>
                <a:lnTo>
                  <a:pt x="629" y="711"/>
                </a:lnTo>
                <a:lnTo>
                  <a:pt x="628" y="711"/>
                </a:lnTo>
                <a:lnTo>
                  <a:pt x="628" y="712"/>
                </a:lnTo>
                <a:lnTo>
                  <a:pt x="628" y="713"/>
                </a:lnTo>
                <a:lnTo>
                  <a:pt x="629" y="713"/>
                </a:lnTo>
                <a:lnTo>
                  <a:pt x="629" y="714"/>
                </a:lnTo>
                <a:lnTo>
                  <a:pt x="629" y="716"/>
                </a:lnTo>
                <a:lnTo>
                  <a:pt x="628" y="716"/>
                </a:lnTo>
                <a:lnTo>
                  <a:pt x="628" y="717"/>
                </a:lnTo>
                <a:lnTo>
                  <a:pt x="627" y="717"/>
                </a:lnTo>
                <a:lnTo>
                  <a:pt x="626" y="718"/>
                </a:lnTo>
                <a:lnTo>
                  <a:pt x="625" y="718"/>
                </a:lnTo>
                <a:lnTo>
                  <a:pt x="624" y="719"/>
                </a:lnTo>
                <a:lnTo>
                  <a:pt x="623" y="721"/>
                </a:lnTo>
                <a:lnTo>
                  <a:pt x="623" y="722"/>
                </a:lnTo>
                <a:lnTo>
                  <a:pt x="623" y="723"/>
                </a:lnTo>
                <a:lnTo>
                  <a:pt x="622" y="723"/>
                </a:lnTo>
                <a:lnTo>
                  <a:pt x="621" y="723"/>
                </a:lnTo>
                <a:lnTo>
                  <a:pt x="620" y="724"/>
                </a:lnTo>
                <a:lnTo>
                  <a:pt x="620" y="725"/>
                </a:lnTo>
                <a:lnTo>
                  <a:pt x="619" y="726"/>
                </a:lnTo>
                <a:lnTo>
                  <a:pt x="619" y="727"/>
                </a:lnTo>
                <a:lnTo>
                  <a:pt x="619" y="728"/>
                </a:lnTo>
                <a:lnTo>
                  <a:pt x="618" y="729"/>
                </a:lnTo>
                <a:lnTo>
                  <a:pt x="617" y="729"/>
                </a:lnTo>
                <a:lnTo>
                  <a:pt x="616" y="730"/>
                </a:lnTo>
                <a:lnTo>
                  <a:pt x="615" y="730"/>
                </a:lnTo>
                <a:lnTo>
                  <a:pt x="614" y="730"/>
                </a:lnTo>
                <a:lnTo>
                  <a:pt x="613" y="730"/>
                </a:lnTo>
                <a:lnTo>
                  <a:pt x="613" y="731"/>
                </a:lnTo>
                <a:lnTo>
                  <a:pt x="613" y="732"/>
                </a:lnTo>
                <a:lnTo>
                  <a:pt x="612" y="732"/>
                </a:lnTo>
                <a:lnTo>
                  <a:pt x="612" y="733"/>
                </a:lnTo>
                <a:lnTo>
                  <a:pt x="613" y="733"/>
                </a:lnTo>
                <a:lnTo>
                  <a:pt x="613" y="734"/>
                </a:lnTo>
                <a:lnTo>
                  <a:pt x="614" y="734"/>
                </a:lnTo>
                <a:lnTo>
                  <a:pt x="615" y="734"/>
                </a:lnTo>
                <a:lnTo>
                  <a:pt x="615" y="735"/>
                </a:lnTo>
                <a:lnTo>
                  <a:pt x="615" y="736"/>
                </a:lnTo>
                <a:lnTo>
                  <a:pt x="615" y="738"/>
                </a:lnTo>
                <a:lnTo>
                  <a:pt x="615" y="739"/>
                </a:lnTo>
                <a:lnTo>
                  <a:pt x="614" y="739"/>
                </a:lnTo>
                <a:lnTo>
                  <a:pt x="613" y="738"/>
                </a:lnTo>
                <a:lnTo>
                  <a:pt x="612" y="739"/>
                </a:lnTo>
                <a:lnTo>
                  <a:pt x="612" y="740"/>
                </a:lnTo>
                <a:lnTo>
                  <a:pt x="613" y="741"/>
                </a:lnTo>
                <a:lnTo>
                  <a:pt x="614" y="742"/>
                </a:lnTo>
                <a:lnTo>
                  <a:pt x="614" y="743"/>
                </a:lnTo>
                <a:lnTo>
                  <a:pt x="614" y="744"/>
                </a:lnTo>
                <a:lnTo>
                  <a:pt x="613" y="744"/>
                </a:lnTo>
                <a:lnTo>
                  <a:pt x="612" y="744"/>
                </a:lnTo>
                <a:lnTo>
                  <a:pt x="610" y="745"/>
                </a:lnTo>
                <a:lnTo>
                  <a:pt x="610" y="746"/>
                </a:lnTo>
                <a:lnTo>
                  <a:pt x="611" y="747"/>
                </a:lnTo>
                <a:lnTo>
                  <a:pt x="612" y="747"/>
                </a:lnTo>
                <a:lnTo>
                  <a:pt x="612" y="748"/>
                </a:lnTo>
                <a:lnTo>
                  <a:pt x="611" y="749"/>
                </a:lnTo>
                <a:lnTo>
                  <a:pt x="610" y="750"/>
                </a:lnTo>
                <a:lnTo>
                  <a:pt x="610" y="751"/>
                </a:lnTo>
                <a:lnTo>
                  <a:pt x="609" y="751"/>
                </a:lnTo>
                <a:lnTo>
                  <a:pt x="610" y="752"/>
                </a:lnTo>
                <a:lnTo>
                  <a:pt x="610" y="753"/>
                </a:lnTo>
                <a:lnTo>
                  <a:pt x="609" y="753"/>
                </a:lnTo>
                <a:lnTo>
                  <a:pt x="609" y="754"/>
                </a:lnTo>
                <a:lnTo>
                  <a:pt x="609" y="755"/>
                </a:lnTo>
                <a:lnTo>
                  <a:pt x="609" y="756"/>
                </a:lnTo>
                <a:lnTo>
                  <a:pt x="609" y="757"/>
                </a:lnTo>
                <a:lnTo>
                  <a:pt x="608" y="757"/>
                </a:lnTo>
                <a:lnTo>
                  <a:pt x="606" y="756"/>
                </a:lnTo>
                <a:lnTo>
                  <a:pt x="605" y="756"/>
                </a:lnTo>
                <a:lnTo>
                  <a:pt x="605" y="757"/>
                </a:lnTo>
                <a:lnTo>
                  <a:pt x="603" y="758"/>
                </a:lnTo>
                <a:lnTo>
                  <a:pt x="603" y="759"/>
                </a:lnTo>
                <a:lnTo>
                  <a:pt x="603" y="760"/>
                </a:lnTo>
                <a:lnTo>
                  <a:pt x="604" y="760"/>
                </a:lnTo>
                <a:lnTo>
                  <a:pt x="605" y="760"/>
                </a:lnTo>
                <a:lnTo>
                  <a:pt x="605" y="759"/>
                </a:lnTo>
                <a:lnTo>
                  <a:pt x="607" y="759"/>
                </a:lnTo>
                <a:lnTo>
                  <a:pt x="608" y="760"/>
                </a:lnTo>
                <a:lnTo>
                  <a:pt x="607" y="760"/>
                </a:lnTo>
                <a:lnTo>
                  <a:pt x="607" y="761"/>
                </a:lnTo>
                <a:lnTo>
                  <a:pt x="606" y="762"/>
                </a:lnTo>
                <a:lnTo>
                  <a:pt x="605" y="762"/>
                </a:lnTo>
                <a:lnTo>
                  <a:pt x="605" y="761"/>
                </a:lnTo>
                <a:lnTo>
                  <a:pt x="605" y="762"/>
                </a:lnTo>
                <a:lnTo>
                  <a:pt x="605" y="761"/>
                </a:lnTo>
                <a:lnTo>
                  <a:pt x="604" y="761"/>
                </a:lnTo>
                <a:lnTo>
                  <a:pt x="603" y="761"/>
                </a:lnTo>
                <a:lnTo>
                  <a:pt x="602" y="761"/>
                </a:lnTo>
                <a:lnTo>
                  <a:pt x="602" y="762"/>
                </a:lnTo>
                <a:lnTo>
                  <a:pt x="602" y="763"/>
                </a:lnTo>
                <a:lnTo>
                  <a:pt x="602" y="764"/>
                </a:lnTo>
                <a:lnTo>
                  <a:pt x="602" y="765"/>
                </a:lnTo>
                <a:lnTo>
                  <a:pt x="601" y="765"/>
                </a:lnTo>
                <a:lnTo>
                  <a:pt x="601" y="766"/>
                </a:lnTo>
                <a:lnTo>
                  <a:pt x="600" y="766"/>
                </a:lnTo>
                <a:lnTo>
                  <a:pt x="598" y="766"/>
                </a:lnTo>
                <a:lnTo>
                  <a:pt x="597" y="766"/>
                </a:lnTo>
                <a:lnTo>
                  <a:pt x="597" y="765"/>
                </a:lnTo>
                <a:lnTo>
                  <a:pt x="596" y="765"/>
                </a:lnTo>
                <a:lnTo>
                  <a:pt x="596" y="764"/>
                </a:lnTo>
                <a:lnTo>
                  <a:pt x="596" y="763"/>
                </a:lnTo>
                <a:lnTo>
                  <a:pt x="596" y="762"/>
                </a:lnTo>
                <a:lnTo>
                  <a:pt x="595" y="762"/>
                </a:lnTo>
                <a:lnTo>
                  <a:pt x="595" y="763"/>
                </a:lnTo>
                <a:lnTo>
                  <a:pt x="595" y="764"/>
                </a:lnTo>
                <a:lnTo>
                  <a:pt x="594" y="764"/>
                </a:lnTo>
                <a:lnTo>
                  <a:pt x="593" y="764"/>
                </a:lnTo>
                <a:lnTo>
                  <a:pt x="592" y="764"/>
                </a:lnTo>
                <a:lnTo>
                  <a:pt x="592" y="763"/>
                </a:lnTo>
                <a:lnTo>
                  <a:pt x="591" y="763"/>
                </a:lnTo>
                <a:lnTo>
                  <a:pt x="591" y="764"/>
                </a:lnTo>
                <a:lnTo>
                  <a:pt x="591" y="765"/>
                </a:lnTo>
                <a:lnTo>
                  <a:pt x="591" y="766"/>
                </a:lnTo>
                <a:lnTo>
                  <a:pt x="591" y="767"/>
                </a:lnTo>
                <a:lnTo>
                  <a:pt x="590" y="767"/>
                </a:lnTo>
                <a:lnTo>
                  <a:pt x="590" y="768"/>
                </a:lnTo>
                <a:lnTo>
                  <a:pt x="589" y="768"/>
                </a:lnTo>
                <a:lnTo>
                  <a:pt x="589" y="769"/>
                </a:lnTo>
                <a:lnTo>
                  <a:pt x="588" y="769"/>
                </a:lnTo>
                <a:lnTo>
                  <a:pt x="587" y="770"/>
                </a:lnTo>
                <a:lnTo>
                  <a:pt x="586" y="771"/>
                </a:lnTo>
                <a:lnTo>
                  <a:pt x="585" y="771"/>
                </a:lnTo>
                <a:lnTo>
                  <a:pt x="585" y="769"/>
                </a:lnTo>
                <a:lnTo>
                  <a:pt x="584" y="769"/>
                </a:lnTo>
                <a:lnTo>
                  <a:pt x="584" y="768"/>
                </a:lnTo>
                <a:lnTo>
                  <a:pt x="583" y="768"/>
                </a:lnTo>
                <a:lnTo>
                  <a:pt x="582" y="768"/>
                </a:lnTo>
                <a:lnTo>
                  <a:pt x="581" y="768"/>
                </a:lnTo>
                <a:lnTo>
                  <a:pt x="580" y="768"/>
                </a:lnTo>
                <a:lnTo>
                  <a:pt x="580" y="769"/>
                </a:lnTo>
                <a:lnTo>
                  <a:pt x="579" y="769"/>
                </a:lnTo>
                <a:lnTo>
                  <a:pt x="579" y="770"/>
                </a:lnTo>
                <a:lnTo>
                  <a:pt x="579" y="771"/>
                </a:lnTo>
                <a:lnTo>
                  <a:pt x="578" y="771"/>
                </a:lnTo>
                <a:lnTo>
                  <a:pt x="578" y="772"/>
                </a:lnTo>
                <a:lnTo>
                  <a:pt x="577" y="772"/>
                </a:lnTo>
                <a:lnTo>
                  <a:pt x="576" y="772"/>
                </a:lnTo>
                <a:lnTo>
                  <a:pt x="575" y="772"/>
                </a:lnTo>
                <a:lnTo>
                  <a:pt x="575" y="773"/>
                </a:lnTo>
                <a:lnTo>
                  <a:pt x="574" y="773"/>
                </a:lnTo>
                <a:lnTo>
                  <a:pt x="574" y="774"/>
                </a:lnTo>
                <a:lnTo>
                  <a:pt x="574" y="773"/>
                </a:lnTo>
                <a:lnTo>
                  <a:pt x="574" y="772"/>
                </a:lnTo>
                <a:lnTo>
                  <a:pt x="573" y="772"/>
                </a:lnTo>
                <a:lnTo>
                  <a:pt x="573" y="771"/>
                </a:lnTo>
                <a:lnTo>
                  <a:pt x="572" y="770"/>
                </a:lnTo>
                <a:lnTo>
                  <a:pt x="571" y="769"/>
                </a:lnTo>
                <a:lnTo>
                  <a:pt x="570" y="769"/>
                </a:lnTo>
                <a:lnTo>
                  <a:pt x="569" y="769"/>
                </a:lnTo>
                <a:lnTo>
                  <a:pt x="569" y="768"/>
                </a:lnTo>
                <a:lnTo>
                  <a:pt x="568" y="768"/>
                </a:lnTo>
                <a:lnTo>
                  <a:pt x="568" y="767"/>
                </a:lnTo>
                <a:lnTo>
                  <a:pt x="567" y="767"/>
                </a:lnTo>
                <a:lnTo>
                  <a:pt x="566" y="767"/>
                </a:lnTo>
                <a:lnTo>
                  <a:pt x="566" y="768"/>
                </a:lnTo>
                <a:lnTo>
                  <a:pt x="567" y="768"/>
                </a:lnTo>
                <a:lnTo>
                  <a:pt x="567" y="769"/>
                </a:lnTo>
                <a:lnTo>
                  <a:pt x="566" y="769"/>
                </a:lnTo>
                <a:lnTo>
                  <a:pt x="565" y="769"/>
                </a:lnTo>
                <a:lnTo>
                  <a:pt x="564" y="770"/>
                </a:lnTo>
                <a:lnTo>
                  <a:pt x="563" y="770"/>
                </a:lnTo>
                <a:lnTo>
                  <a:pt x="562" y="770"/>
                </a:lnTo>
                <a:lnTo>
                  <a:pt x="562" y="771"/>
                </a:lnTo>
                <a:lnTo>
                  <a:pt x="561" y="772"/>
                </a:lnTo>
                <a:lnTo>
                  <a:pt x="560" y="772"/>
                </a:lnTo>
                <a:lnTo>
                  <a:pt x="560" y="773"/>
                </a:lnTo>
                <a:lnTo>
                  <a:pt x="559" y="773"/>
                </a:lnTo>
                <a:lnTo>
                  <a:pt x="559" y="772"/>
                </a:lnTo>
                <a:lnTo>
                  <a:pt x="559" y="771"/>
                </a:lnTo>
                <a:lnTo>
                  <a:pt x="559" y="770"/>
                </a:lnTo>
                <a:lnTo>
                  <a:pt x="559" y="769"/>
                </a:lnTo>
                <a:lnTo>
                  <a:pt x="559" y="768"/>
                </a:lnTo>
                <a:lnTo>
                  <a:pt x="560" y="768"/>
                </a:lnTo>
                <a:lnTo>
                  <a:pt x="560" y="769"/>
                </a:lnTo>
                <a:lnTo>
                  <a:pt x="560" y="768"/>
                </a:lnTo>
                <a:lnTo>
                  <a:pt x="559" y="767"/>
                </a:lnTo>
                <a:lnTo>
                  <a:pt x="559" y="766"/>
                </a:lnTo>
                <a:lnTo>
                  <a:pt x="560" y="766"/>
                </a:lnTo>
                <a:lnTo>
                  <a:pt x="562" y="764"/>
                </a:lnTo>
                <a:lnTo>
                  <a:pt x="563" y="764"/>
                </a:lnTo>
                <a:lnTo>
                  <a:pt x="564" y="764"/>
                </a:lnTo>
                <a:lnTo>
                  <a:pt x="564" y="763"/>
                </a:lnTo>
                <a:lnTo>
                  <a:pt x="564" y="762"/>
                </a:lnTo>
                <a:lnTo>
                  <a:pt x="564" y="761"/>
                </a:lnTo>
                <a:lnTo>
                  <a:pt x="565" y="761"/>
                </a:lnTo>
                <a:lnTo>
                  <a:pt x="565" y="760"/>
                </a:lnTo>
                <a:lnTo>
                  <a:pt x="565" y="759"/>
                </a:lnTo>
                <a:lnTo>
                  <a:pt x="566" y="758"/>
                </a:lnTo>
                <a:lnTo>
                  <a:pt x="567" y="758"/>
                </a:lnTo>
                <a:lnTo>
                  <a:pt x="568" y="758"/>
                </a:lnTo>
                <a:lnTo>
                  <a:pt x="568" y="757"/>
                </a:lnTo>
                <a:lnTo>
                  <a:pt x="568" y="756"/>
                </a:lnTo>
                <a:lnTo>
                  <a:pt x="567" y="756"/>
                </a:lnTo>
                <a:lnTo>
                  <a:pt x="567" y="754"/>
                </a:lnTo>
                <a:lnTo>
                  <a:pt x="567" y="753"/>
                </a:lnTo>
                <a:lnTo>
                  <a:pt x="567" y="752"/>
                </a:lnTo>
                <a:lnTo>
                  <a:pt x="567" y="751"/>
                </a:lnTo>
                <a:lnTo>
                  <a:pt x="567" y="750"/>
                </a:lnTo>
                <a:lnTo>
                  <a:pt x="569" y="749"/>
                </a:lnTo>
                <a:lnTo>
                  <a:pt x="569" y="748"/>
                </a:lnTo>
                <a:lnTo>
                  <a:pt x="569" y="747"/>
                </a:lnTo>
                <a:lnTo>
                  <a:pt x="570" y="746"/>
                </a:lnTo>
                <a:lnTo>
                  <a:pt x="570" y="745"/>
                </a:lnTo>
                <a:lnTo>
                  <a:pt x="570" y="743"/>
                </a:lnTo>
                <a:lnTo>
                  <a:pt x="571" y="743"/>
                </a:lnTo>
                <a:lnTo>
                  <a:pt x="571" y="742"/>
                </a:lnTo>
                <a:lnTo>
                  <a:pt x="571" y="741"/>
                </a:lnTo>
                <a:lnTo>
                  <a:pt x="571" y="740"/>
                </a:lnTo>
                <a:lnTo>
                  <a:pt x="571" y="739"/>
                </a:lnTo>
                <a:lnTo>
                  <a:pt x="570" y="739"/>
                </a:lnTo>
                <a:lnTo>
                  <a:pt x="569" y="739"/>
                </a:lnTo>
                <a:lnTo>
                  <a:pt x="568" y="739"/>
                </a:lnTo>
                <a:lnTo>
                  <a:pt x="567" y="739"/>
                </a:lnTo>
                <a:lnTo>
                  <a:pt x="567" y="738"/>
                </a:lnTo>
                <a:lnTo>
                  <a:pt x="568" y="737"/>
                </a:lnTo>
                <a:lnTo>
                  <a:pt x="568" y="736"/>
                </a:lnTo>
                <a:lnTo>
                  <a:pt x="569" y="735"/>
                </a:lnTo>
                <a:lnTo>
                  <a:pt x="569" y="734"/>
                </a:lnTo>
                <a:lnTo>
                  <a:pt x="571" y="734"/>
                </a:lnTo>
                <a:lnTo>
                  <a:pt x="571" y="733"/>
                </a:lnTo>
                <a:lnTo>
                  <a:pt x="572" y="732"/>
                </a:lnTo>
                <a:lnTo>
                  <a:pt x="571" y="732"/>
                </a:lnTo>
                <a:lnTo>
                  <a:pt x="571" y="731"/>
                </a:lnTo>
                <a:lnTo>
                  <a:pt x="572" y="731"/>
                </a:lnTo>
                <a:lnTo>
                  <a:pt x="572" y="730"/>
                </a:lnTo>
                <a:lnTo>
                  <a:pt x="573" y="729"/>
                </a:lnTo>
                <a:lnTo>
                  <a:pt x="573" y="728"/>
                </a:lnTo>
                <a:lnTo>
                  <a:pt x="574" y="727"/>
                </a:lnTo>
                <a:lnTo>
                  <a:pt x="573" y="726"/>
                </a:lnTo>
                <a:lnTo>
                  <a:pt x="572" y="726"/>
                </a:lnTo>
                <a:lnTo>
                  <a:pt x="572" y="727"/>
                </a:lnTo>
                <a:lnTo>
                  <a:pt x="570" y="727"/>
                </a:lnTo>
                <a:lnTo>
                  <a:pt x="570" y="726"/>
                </a:lnTo>
                <a:lnTo>
                  <a:pt x="569" y="726"/>
                </a:lnTo>
                <a:lnTo>
                  <a:pt x="568" y="726"/>
                </a:lnTo>
                <a:lnTo>
                  <a:pt x="567" y="724"/>
                </a:lnTo>
                <a:lnTo>
                  <a:pt x="567" y="723"/>
                </a:lnTo>
                <a:lnTo>
                  <a:pt x="567" y="722"/>
                </a:lnTo>
                <a:lnTo>
                  <a:pt x="567" y="721"/>
                </a:lnTo>
                <a:lnTo>
                  <a:pt x="568" y="720"/>
                </a:lnTo>
                <a:lnTo>
                  <a:pt x="568" y="719"/>
                </a:lnTo>
                <a:lnTo>
                  <a:pt x="568" y="718"/>
                </a:lnTo>
                <a:lnTo>
                  <a:pt x="568" y="717"/>
                </a:lnTo>
                <a:lnTo>
                  <a:pt x="567" y="716"/>
                </a:lnTo>
                <a:lnTo>
                  <a:pt x="566" y="716"/>
                </a:lnTo>
                <a:lnTo>
                  <a:pt x="565" y="716"/>
                </a:lnTo>
                <a:lnTo>
                  <a:pt x="564" y="717"/>
                </a:lnTo>
                <a:lnTo>
                  <a:pt x="563" y="717"/>
                </a:lnTo>
                <a:lnTo>
                  <a:pt x="563" y="716"/>
                </a:lnTo>
                <a:lnTo>
                  <a:pt x="562" y="717"/>
                </a:lnTo>
                <a:lnTo>
                  <a:pt x="561" y="717"/>
                </a:lnTo>
                <a:lnTo>
                  <a:pt x="560" y="717"/>
                </a:lnTo>
                <a:lnTo>
                  <a:pt x="560" y="716"/>
                </a:lnTo>
                <a:lnTo>
                  <a:pt x="560" y="715"/>
                </a:lnTo>
                <a:lnTo>
                  <a:pt x="560" y="714"/>
                </a:lnTo>
                <a:lnTo>
                  <a:pt x="559" y="714"/>
                </a:lnTo>
                <a:lnTo>
                  <a:pt x="559" y="713"/>
                </a:lnTo>
                <a:lnTo>
                  <a:pt x="558" y="713"/>
                </a:lnTo>
                <a:lnTo>
                  <a:pt x="557" y="713"/>
                </a:lnTo>
                <a:lnTo>
                  <a:pt x="557" y="714"/>
                </a:lnTo>
                <a:lnTo>
                  <a:pt x="556" y="715"/>
                </a:lnTo>
                <a:lnTo>
                  <a:pt x="555" y="715"/>
                </a:lnTo>
                <a:lnTo>
                  <a:pt x="554" y="714"/>
                </a:lnTo>
                <a:lnTo>
                  <a:pt x="554" y="713"/>
                </a:lnTo>
                <a:lnTo>
                  <a:pt x="554" y="712"/>
                </a:lnTo>
                <a:lnTo>
                  <a:pt x="554" y="711"/>
                </a:lnTo>
                <a:lnTo>
                  <a:pt x="553" y="710"/>
                </a:lnTo>
                <a:lnTo>
                  <a:pt x="552" y="710"/>
                </a:lnTo>
                <a:lnTo>
                  <a:pt x="552" y="709"/>
                </a:lnTo>
                <a:lnTo>
                  <a:pt x="551" y="709"/>
                </a:lnTo>
                <a:lnTo>
                  <a:pt x="551" y="708"/>
                </a:lnTo>
                <a:lnTo>
                  <a:pt x="552" y="707"/>
                </a:lnTo>
                <a:lnTo>
                  <a:pt x="552" y="706"/>
                </a:lnTo>
                <a:lnTo>
                  <a:pt x="552" y="705"/>
                </a:lnTo>
                <a:lnTo>
                  <a:pt x="552" y="704"/>
                </a:lnTo>
                <a:lnTo>
                  <a:pt x="551" y="703"/>
                </a:lnTo>
                <a:lnTo>
                  <a:pt x="549" y="702"/>
                </a:lnTo>
                <a:lnTo>
                  <a:pt x="548" y="702"/>
                </a:lnTo>
                <a:lnTo>
                  <a:pt x="548" y="701"/>
                </a:lnTo>
                <a:lnTo>
                  <a:pt x="547" y="701"/>
                </a:lnTo>
                <a:lnTo>
                  <a:pt x="546" y="701"/>
                </a:lnTo>
                <a:lnTo>
                  <a:pt x="546" y="702"/>
                </a:lnTo>
                <a:lnTo>
                  <a:pt x="545" y="701"/>
                </a:lnTo>
                <a:lnTo>
                  <a:pt x="544" y="701"/>
                </a:lnTo>
                <a:lnTo>
                  <a:pt x="544" y="700"/>
                </a:lnTo>
                <a:lnTo>
                  <a:pt x="545" y="700"/>
                </a:lnTo>
                <a:lnTo>
                  <a:pt x="545" y="699"/>
                </a:lnTo>
                <a:lnTo>
                  <a:pt x="544" y="698"/>
                </a:lnTo>
                <a:lnTo>
                  <a:pt x="544" y="697"/>
                </a:lnTo>
                <a:lnTo>
                  <a:pt x="542" y="697"/>
                </a:lnTo>
                <a:lnTo>
                  <a:pt x="542" y="698"/>
                </a:lnTo>
                <a:lnTo>
                  <a:pt x="541" y="698"/>
                </a:lnTo>
                <a:lnTo>
                  <a:pt x="541" y="697"/>
                </a:lnTo>
                <a:lnTo>
                  <a:pt x="540" y="697"/>
                </a:lnTo>
                <a:lnTo>
                  <a:pt x="540" y="696"/>
                </a:lnTo>
                <a:lnTo>
                  <a:pt x="540" y="695"/>
                </a:lnTo>
                <a:lnTo>
                  <a:pt x="539" y="695"/>
                </a:lnTo>
                <a:lnTo>
                  <a:pt x="539" y="694"/>
                </a:lnTo>
                <a:lnTo>
                  <a:pt x="539" y="695"/>
                </a:lnTo>
                <a:lnTo>
                  <a:pt x="538" y="695"/>
                </a:lnTo>
                <a:lnTo>
                  <a:pt x="538" y="694"/>
                </a:lnTo>
                <a:lnTo>
                  <a:pt x="538" y="693"/>
                </a:lnTo>
                <a:lnTo>
                  <a:pt x="538" y="692"/>
                </a:lnTo>
                <a:lnTo>
                  <a:pt x="538" y="691"/>
                </a:lnTo>
                <a:lnTo>
                  <a:pt x="537" y="691"/>
                </a:lnTo>
                <a:lnTo>
                  <a:pt x="537" y="690"/>
                </a:lnTo>
                <a:lnTo>
                  <a:pt x="537" y="689"/>
                </a:lnTo>
                <a:lnTo>
                  <a:pt x="537" y="688"/>
                </a:lnTo>
                <a:lnTo>
                  <a:pt x="537" y="687"/>
                </a:lnTo>
                <a:lnTo>
                  <a:pt x="536" y="686"/>
                </a:lnTo>
                <a:lnTo>
                  <a:pt x="535" y="686"/>
                </a:lnTo>
                <a:lnTo>
                  <a:pt x="534" y="686"/>
                </a:lnTo>
                <a:lnTo>
                  <a:pt x="534" y="685"/>
                </a:lnTo>
                <a:lnTo>
                  <a:pt x="533" y="684"/>
                </a:lnTo>
                <a:lnTo>
                  <a:pt x="532" y="684"/>
                </a:lnTo>
                <a:lnTo>
                  <a:pt x="532" y="683"/>
                </a:lnTo>
                <a:lnTo>
                  <a:pt x="531" y="683"/>
                </a:lnTo>
                <a:lnTo>
                  <a:pt x="531" y="682"/>
                </a:lnTo>
                <a:lnTo>
                  <a:pt x="530" y="682"/>
                </a:lnTo>
                <a:lnTo>
                  <a:pt x="530" y="680"/>
                </a:lnTo>
                <a:lnTo>
                  <a:pt x="531" y="680"/>
                </a:lnTo>
                <a:lnTo>
                  <a:pt x="531" y="678"/>
                </a:lnTo>
                <a:lnTo>
                  <a:pt x="530" y="678"/>
                </a:lnTo>
                <a:lnTo>
                  <a:pt x="529" y="678"/>
                </a:lnTo>
                <a:lnTo>
                  <a:pt x="528" y="678"/>
                </a:lnTo>
                <a:lnTo>
                  <a:pt x="528" y="677"/>
                </a:lnTo>
                <a:lnTo>
                  <a:pt x="528" y="676"/>
                </a:lnTo>
                <a:lnTo>
                  <a:pt x="527" y="676"/>
                </a:lnTo>
                <a:lnTo>
                  <a:pt x="527" y="675"/>
                </a:lnTo>
                <a:lnTo>
                  <a:pt x="526" y="675"/>
                </a:lnTo>
                <a:lnTo>
                  <a:pt x="526" y="674"/>
                </a:lnTo>
                <a:lnTo>
                  <a:pt x="525" y="674"/>
                </a:lnTo>
                <a:lnTo>
                  <a:pt x="525" y="673"/>
                </a:lnTo>
                <a:lnTo>
                  <a:pt x="525" y="672"/>
                </a:lnTo>
                <a:lnTo>
                  <a:pt x="523" y="671"/>
                </a:lnTo>
                <a:lnTo>
                  <a:pt x="523" y="670"/>
                </a:lnTo>
                <a:lnTo>
                  <a:pt x="523" y="669"/>
                </a:lnTo>
                <a:lnTo>
                  <a:pt x="523" y="668"/>
                </a:lnTo>
                <a:lnTo>
                  <a:pt x="523" y="667"/>
                </a:lnTo>
                <a:lnTo>
                  <a:pt x="523" y="666"/>
                </a:lnTo>
                <a:lnTo>
                  <a:pt x="523" y="665"/>
                </a:lnTo>
                <a:lnTo>
                  <a:pt x="524" y="665"/>
                </a:lnTo>
                <a:lnTo>
                  <a:pt x="524" y="664"/>
                </a:lnTo>
                <a:lnTo>
                  <a:pt x="524" y="663"/>
                </a:lnTo>
                <a:lnTo>
                  <a:pt x="523" y="663"/>
                </a:lnTo>
                <a:lnTo>
                  <a:pt x="522" y="662"/>
                </a:lnTo>
                <a:lnTo>
                  <a:pt x="521" y="661"/>
                </a:lnTo>
                <a:lnTo>
                  <a:pt x="522" y="661"/>
                </a:lnTo>
                <a:lnTo>
                  <a:pt x="522" y="660"/>
                </a:lnTo>
                <a:lnTo>
                  <a:pt x="521" y="660"/>
                </a:lnTo>
                <a:lnTo>
                  <a:pt x="521" y="659"/>
                </a:lnTo>
                <a:lnTo>
                  <a:pt x="520" y="659"/>
                </a:lnTo>
                <a:lnTo>
                  <a:pt x="519" y="659"/>
                </a:lnTo>
                <a:lnTo>
                  <a:pt x="518" y="659"/>
                </a:lnTo>
                <a:lnTo>
                  <a:pt x="518" y="658"/>
                </a:lnTo>
                <a:lnTo>
                  <a:pt x="517" y="658"/>
                </a:lnTo>
                <a:lnTo>
                  <a:pt x="516" y="657"/>
                </a:lnTo>
                <a:lnTo>
                  <a:pt x="515" y="657"/>
                </a:lnTo>
                <a:lnTo>
                  <a:pt x="514" y="657"/>
                </a:lnTo>
                <a:lnTo>
                  <a:pt x="514" y="658"/>
                </a:lnTo>
                <a:lnTo>
                  <a:pt x="513" y="658"/>
                </a:lnTo>
                <a:lnTo>
                  <a:pt x="512" y="658"/>
                </a:lnTo>
                <a:lnTo>
                  <a:pt x="512" y="659"/>
                </a:lnTo>
                <a:lnTo>
                  <a:pt x="512" y="660"/>
                </a:lnTo>
                <a:lnTo>
                  <a:pt x="511" y="660"/>
                </a:lnTo>
                <a:lnTo>
                  <a:pt x="510" y="660"/>
                </a:lnTo>
                <a:lnTo>
                  <a:pt x="509" y="660"/>
                </a:lnTo>
                <a:lnTo>
                  <a:pt x="509" y="661"/>
                </a:lnTo>
                <a:lnTo>
                  <a:pt x="508" y="661"/>
                </a:lnTo>
                <a:lnTo>
                  <a:pt x="508" y="662"/>
                </a:lnTo>
                <a:lnTo>
                  <a:pt x="507" y="662"/>
                </a:lnTo>
                <a:lnTo>
                  <a:pt x="506" y="662"/>
                </a:lnTo>
                <a:lnTo>
                  <a:pt x="506" y="661"/>
                </a:lnTo>
                <a:lnTo>
                  <a:pt x="506" y="660"/>
                </a:lnTo>
                <a:lnTo>
                  <a:pt x="506" y="658"/>
                </a:lnTo>
                <a:lnTo>
                  <a:pt x="507" y="656"/>
                </a:lnTo>
                <a:lnTo>
                  <a:pt x="507" y="655"/>
                </a:lnTo>
                <a:lnTo>
                  <a:pt x="507" y="654"/>
                </a:lnTo>
                <a:lnTo>
                  <a:pt x="506" y="654"/>
                </a:lnTo>
                <a:lnTo>
                  <a:pt x="506" y="653"/>
                </a:lnTo>
                <a:lnTo>
                  <a:pt x="506" y="652"/>
                </a:lnTo>
                <a:lnTo>
                  <a:pt x="505" y="651"/>
                </a:lnTo>
                <a:lnTo>
                  <a:pt x="505" y="650"/>
                </a:lnTo>
                <a:lnTo>
                  <a:pt x="505" y="649"/>
                </a:lnTo>
                <a:lnTo>
                  <a:pt x="504" y="649"/>
                </a:lnTo>
                <a:lnTo>
                  <a:pt x="504" y="648"/>
                </a:lnTo>
                <a:lnTo>
                  <a:pt x="504" y="647"/>
                </a:lnTo>
                <a:lnTo>
                  <a:pt x="503" y="646"/>
                </a:lnTo>
                <a:lnTo>
                  <a:pt x="503" y="645"/>
                </a:lnTo>
                <a:lnTo>
                  <a:pt x="503" y="644"/>
                </a:lnTo>
                <a:lnTo>
                  <a:pt x="502" y="644"/>
                </a:lnTo>
                <a:lnTo>
                  <a:pt x="502" y="643"/>
                </a:lnTo>
                <a:lnTo>
                  <a:pt x="501" y="643"/>
                </a:lnTo>
                <a:lnTo>
                  <a:pt x="500" y="643"/>
                </a:lnTo>
                <a:lnTo>
                  <a:pt x="500" y="642"/>
                </a:lnTo>
                <a:lnTo>
                  <a:pt x="500" y="641"/>
                </a:lnTo>
                <a:lnTo>
                  <a:pt x="499" y="640"/>
                </a:lnTo>
                <a:lnTo>
                  <a:pt x="499" y="639"/>
                </a:lnTo>
                <a:lnTo>
                  <a:pt x="499" y="637"/>
                </a:lnTo>
                <a:lnTo>
                  <a:pt x="498" y="635"/>
                </a:lnTo>
                <a:lnTo>
                  <a:pt x="498" y="634"/>
                </a:lnTo>
                <a:lnTo>
                  <a:pt x="498" y="633"/>
                </a:lnTo>
                <a:lnTo>
                  <a:pt x="498" y="632"/>
                </a:lnTo>
                <a:lnTo>
                  <a:pt x="497" y="631"/>
                </a:lnTo>
                <a:lnTo>
                  <a:pt x="497" y="630"/>
                </a:lnTo>
                <a:lnTo>
                  <a:pt x="498" y="629"/>
                </a:lnTo>
                <a:lnTo>
                  <a:pt x="498" y="628"/>
                </a:lnTo>
                <a:lnTo>
                  <a:pt x="498" y="627"/>
                </a:lnTo>
                <a:lnTo>
                  <a:pt x="497" y="627"/>
                </a:lnTo>
                <a:lnTo>
                  <a:pt x="497" y="626"/>
                </a:lnTo>
                <a:lnTo>
                  <a:pt x="497" y="625"/>
                </a:lnTo>
                <a:lnTo>
                  <a:pt x="497" y="624"/>
                </a:lnTo>
                <a:lnTo>
                  <a:pt x="499" y="624"/>
                </a:lnTo>
                <a:lnTo>
                  <a:pt x="499" y="623"/>
                </a:lnTo>
                <a:lnTo>
                  <a:pt x="500" y="623"/>
                </a:lnTo>
                <a:lnTo>
                  <a:pt x="501" y="623"/>
                </a:lnTo>
                <a:lnTo>
                  <a:pt x="502" y="623"/>
                </a:lnTo>
                <a:lnTo>
                  <a:pt x="502" y="622"/>
                </a:lnTo>
                <a:lnTo>
                  <a:pt x="501" y="622"/>
                </a:lnTo>
                <a:lnTo>
                  <a:pt x="501" y="621"/>
                </a:lnTo>
                <a:lnTo>
                  <a:pt x="500" y="621"/>
                </a:lnTo>
                <a:lnTo>
                  <a:pt x="499" y="621"/>
                </a:lnTo>
                <a:lnTo>
                  <a:pt x="498" y="621"/>
                </a:lnTo>
                <a:lnTo>
                  <a:pt x="497" y="621"/>
                </a:lnTo>
                <a:lnTo>
                  <a:pt x="497" y="620"/>
                </a:lnTo>
                <a:lnTo>
                  <a:pt x="496" y="620"/>
                </a:lnTo>
                <a:lnTo>
                  <a:pt x="495" y="620"/>
                </a:lnTo>
                <a:lnTo>
                  <a:pt x="495" y="619"/>
                </a:lnTo>
                <a:lnTo>
                  <a:pt x="495" y="618"/>
                </a:lnTo>
                <a:lnTo>
                  <a:pt x="495" y="617"/>
                </a:lnTo>
                <a:lnTo>
                  <a:pt x="496" y="617"/>
                </a:lnTo>
                <a:lnTo>
                  <a:pt x="496" y="616"/>
                </a:lnTo>
                <a:lnTo>
                  <a:pt x="497" y="616"/>
                </a:lnTo>
                <a:lnTo>
                  <a:pt x="497" y="615"/>
                </a:lnTo>
                <a:lnTo>
                  <a:pt x="498" y="615"/>
                </a:lnTo>
                <a:lnTo>
                  <a:pt x="498" y="614"/>
                </a:lnTo>
                <a:lnTo>
                  <a:pt x="499" y="614"/>
                </a:lnTo>
                <a:lnTo>
                  <a:pt x="499" y="613"/>
                </a:lnTo>
                <a:lnTo>
                  <a:pt x="499" y="612"/>
                </a:lnTo>
                <a:lnTo>
                  <a:pt x="500" y="612"/>
                </a:lnTo>
                <a:lnTo>
                  <a:pt x="501" y="612"/>
                </a:lnTo>
                <a:lnTo>
                  <a:pt x="501" y="611"/>
                </a:lnTo>
                <a:lnTo>
                  <a:pt x="501" y="610"/>
                </a:lnTo>
                <a:lnTo>
                  <a:pt x="500" y="609"/>
                </a:lnTo>
                <a:lnTo>
                  <a:pt x="501" y="609"/>
                </a:lnTo>
                <a:lnTo>
                  <a:pt x="501" y="608"/>
                </a:lnTo>
                <a:lnTo>
                  <a:pt x="502" y="607"/>
                </a:lnTo>
                <a:lnTo>
                  <a:pt x="502" y="606"/>
                </a:lnTo>
                <a:lnTo>
                  <a:pt x="503" y="606"/>
                </a:lnTo>
                <a:lnTo>
                  <a:pt x="503" y="604"/>
                </a:lnTo>
                <a:lnTo>
                  <a:pt x="504" y="604"/>
                </a:lnTo>
                <a:lnTo>
                  <a:pt x="504" y="603"/>
                </a:lnTo>
                <a:lnTo>
                  <a:pt x="504" y="602"/>
                </a:lnTo>
                <a:lnTo>
                  <a:pt x="504" y="601"/>
                </a:lnTo>
                <a:lnTo>
                  <a:pt x="505" y="601"/>
                </a:lnTo>
                <a:lnTo>
                  <a:pt x="505" y="600"/>
                </a:lnTo>
                <a:lnTo>
                  <a:pt x="505" y="599"/>
                </a:lnTo>
                <a:lnTo>
                  <a:pt x="505" y="598"/>
                </a:lnTo>
                <a:lnTo>
                  <a:pt x="505" y="597"/>
                </a:lnTo>
                <a:lnTo>
                  <a:pt x="504" y="597"/>
                </a:lnTo>
                <a:lnTo>
                  <a:pt x="503" y="596"/>
                </a:lnTo>
                <a:lnTo>
                  <a:pt x="504" y="596"/>
                </a:lnTo>
                <a:lnTo>
                  <a:pt x="504" y="595"/>
                </a:lnTo>
                <a:lnTo>
                  <a:pt x="505" y="595"/>
                </a:lnTo>
                <a:lnTo>
                  <a:pt x="507" y="595"/>
                </a:lnTo>
                <a:lnTo>
                  <a:pt x="508" y="595"/>
                </a:lnTo>
                <a:lnTo>
                  <a:pt x="508" y="594"/>
                </a:lnTo>
                <a:lnTo>
                  <a:pt x="508" y="593"/>
                </a:lnTo>
                <a:lnTo>
                  <a:pt x="509" y="593"/>
                </a:lnTo>
                <a:lnTo>
                  <a:pt x="509" y="592"/>
                </a:lnTo>
                <a:lnTo>
                  <a:pt x="509" y="591"/>
                </a:lnTo>
                <a:lnTo>
                  <a:pt x="510" y="590"/>
                </a:lnTo>
                <a:lnTo>
                  <a:pt x="510" y="589"/>
                </a:lnTo>
                <a:lnTo>
                  <a:pt x="511" y="589"/>
                </a:lnTo>
                <a:lnTo>
                  <a:pt x="510" y="588"/>
                </a:lnTo>
                <a:lnTo>
                  <a:pt x="509" y="588"/>
                </a:lnTo>
                <a:lnTo>
                  <a:pt x="509" y="587"/>
                </a:lnTo>
                <a:lnTo>
                  <a:pt x="508" y="587"/>
                </a:lnTo>
                <a:lnTo>
                  <a:pt x="507" y="586"/>
                </a:lnTo>
                <a:lnTo>
                  <a:pt x="506" y="586"/>
                </a:lnTo>
                <a:lnTo>
                  <a:pt x="506" y="587"/>
                </a:lnTo>
                <a:lnTo>
                  <a:pt x="505" y="587"/>
                </a:lnTo>
                <a:lnTo>
                  <a:pt x="504" y="588"/>
                </a:lnTo>
                <a:lnTo>
                  <a:pt x="502" y="588"/>
                </a:lnTo>
                <a:lnTo>
                  <a:pt x="502" y="587"/>
                </a:lnTo>
                <a:lnTo>
                  <a:pt x="501" y="587"/>
                </a:lnTo>
                <a:lnTo>
                  <a:pt x="500" y="587"/>
                </a:lnTo>
                <a:lnTo>
                  <a:pt x="500" y="586"/>
                </a:lnTo>
                <a:lnTo>
                  <a:pt x="499" y="586"/>
                </a:lnTo>
                <a:lnTo>
                  <a:pt x="498" y="586"/>
                </a:lnTo>
                <a:lnTo>
                  <a:pt x="498" y="585"/>
                </a:lnTo>
                <a:lnTo>
                  <a:pt x="497" y="585"/>
                </a:lnTo>
                <a:lnTo>
                  <a:pt x="496" y="585"/>
                </a:lnTo>
                <a:lnTo>
                  <a:pt x="496" y="584"/>
                </a:lnTo>
                <a:lnTo>
                  <a:pt x="496" y="585"/>
                </a:lnTo>
                <a:lnTo>
                  <a:pt x="495" y="585"/>
                </a:lnTo>
                <a:lnTo>
                  <a:pt x="495" y="586"/>
                </a:lnTo>
                <a:lnTo>
                  <a:pt x="495" y="587"/>
                </a:lnTo>
                <a:lnTo>
                  <a:pt x="495" y="589"/>
                </a:lnTo>
                <a:lnTo>
                  <a:pt x="496" y="589"/>
                </a:lnTo>
                <a:lnTo>
                  <a:pt x="496" y="590"/>
                </a:lnTo>
                <a:lnTo>
                  <a:pt x="495" y="591"/>
                </a:lnTo>
                <a:lnTo>
                  <a:pt x="494" y="591"/>
                </a:lnTo>
                <a:lnTo>
                  <a:pt x="493" y="591"/>
                </a:lnTo>
                <a:lnTo>
                  <a:pt x="492" y="592"/>
                </a:lnTo>
                <a:lnTo>
                  <a:pt x="491" y="592"/>
                </a:lnTo>
                <a:lnTo>
                  <a:pt x="491" y="591"/>
                </a:lnTo>
                <a:lnTo>
                  <a:pt x="490" y="591"/>
                </a:lnTo>
                <a:lnTo>
                  <a:pt x="490" y="589"/>
                </a:lnTo>
                <a:lnTo>
                  <a:pt x="491" y="588"/>
                </a:lnTo>
                <a:lnTo>
                  <a:pt x="490" y="588"/>
                </a:lnTo>
                <a:lnTo>
                  <a:pt x="490" y="587"/>
                </a:lnTo>
                <a:lnTo>
                  <a:pt x="490" y="586"/>
                </a:lnTo>
                <a:lnTo>
                  <a:pt x="490" y="585"/>
                </a:lnTo>
                <a:lnTo>
                  <a:pt x="490" y="584"/>
                </a:lnTo>
                <a:lnTo>
                  <a:pt x="490" y="583"/>
                </a:lnTo>
                <a:lnTo>
                  <a:pt x="489" y="584"/>
                </a:lnTo>
                <a:lnTo>
                  <a:pt x="489" y="586"/>
                </a:lnTo>
                <a:lnTo>
                  <a:pt x="489" y="587"/>
                </a:lnTo>
                <a:lnTo>
                  <a:pt x="488" y="587"/>
                </a:lnTo>
                <a:lnTo>
                  <a:pt x="488" y="588"/>
                </a:lnTo>
                <a:lnTo>
                  <a:pt x="487" y="588"/>
                </a:lnTo>
                <a:lnTo>
                  <a:pt x="487" y="587"/>
                </a:lnTo>
                <a:lnTo>
                  <a:pt x="487" y="586"/>
                </a:lnTo>
                <a:lnTo>
                  <a:pt x="487" y="585"/>
                </a:lnTo>
                <a:lnTo>
                  <a:pt x="488" y="584"/>
                </a:lnTo>
                <a:lnTo>
                  <a:pt x="488" y="583"/>
                </a:lnTo>
                <a:lnTo>
                  <a:pt x="489" y="583"/>
                </a:lnTo>
                <a:lnTo>
                  <a:pt x="488" y="582"/>
                </a:lnTo>
                <a:lnTo>
                  <a:pt x="488" y="581"/>
                </a:lnTo>
                <a:lnTo>
                  <a:pt x="489" y="580"/>
                </a:lnTo>
                <a:lnTo>
                  <a:pt x="488" y="580"/>
                </a:lnTo>
                <a:lnTo>
                  <a:pt x="487" y="580"/>
                </a:lnTo>
                <a:lnTo>
                  <a:pt x="486" y="580"/>
                </a:lnTo>
                <a:lnTo>
                  <a:pt x="486" y="579"/>
                </a:lnTo>
                <a:lnTo>
                  <a:pt x="485" y="579"/>
                </a:lnTo>
                <a:lnTo>
                  <a:pt x="485" y="578"/>
                </a:lnTo>
                <a:lnTo>
                  <a:pt x="485" y="577"/>
                </a:lnTo>
                <a:lnTo>
                  <a:pt x="485" y="575"/>
                </a:lnTo>
                <a:lnTo>
                  <a:pt x="484" y="575"/>
                </a:lnTo>
                <a:lnTo>
                  <a:pt x="484" y="574"/>
                </a:lnTo>
                <a:lnTo>
                  <a:pt x="483" y="574"/>
                </a:lnTo>
                <a:lnTo>
                  <a:pt x="483" y="573"/>
                </a:lnTo>
                <a:lnTo>
                  <a:pt x="484" y="573"/>
                </a:lnTo>
                <a:lnTo>
                  <a:pt x="484" y="572"/>
                </a:lnTo>
                <a:lnTo>
                  <a:pt x="485" y="571"/>
                </a:lnTo>
                <a:lnTo>
                  <a:pt x="485" y="570"/>
                </a:lnTo>
                <a:lnTo>
                  <a:pt x="484" y="570"/>
                </a:lnTo>
                <a:lnTo>
                  <a:pt x="483" y="570"/>
                </a:lnTo>
                <a:lnTo>
                  <a:pt x="483" y="569"/>
                </a:lnTo>
                <a:lnTo>
                  <a:pt x="482" y="569"/>
                </a:lnTo>
                <a:lnTo>
                  <a:pt x="481" y="569"/>
                </a:lnTo>
                <a:lnTo>
                  <a:pt x="481" y="568"/>
                </a:lnTo>
                <a:lnTo>
                  <a:pt x="481" y="567"/>
                </a:lnTo>
                <a:lnTo>
                  <a:pt x="480" y="567"/>
                </a:lnTo>
                <a:lnTo>
                  <a:pt x="480" y="568"/>
                </a:lnTo>
                <a:lnTo>
                  <a:pt x="479" y="568"/>
                </a:lnTo>
                <a:lnTo>
                  <a:pt x="478" y="568"/>
                </a:lnTo>
                <a:lnTo>
                  <a:pt x="477" y="569"/>
                </a:lnTo>
                <a:lnTo>
                  <a:pt x="477" y="570"/>
                </a:lnTo>
                <a:lnTo>
                  <a:pt x="476" y="570"/>
                </a:lnTo>
                <a:lnTo>
                  <a:pt x="475" y="570"/>
                </a:lnTo>
                <a:lnTo>
                  <a:pt x="474" y="570"/>
                </a:lnTo>
                <a:lnTo>
                  <a:pt x="473" y="570"/>
                </a:lnTo>
                <a:lnTo>
                  <a:pt x="472" y="570"/>
                </a:lnTo>
                <a:lnTo>
                  <a:pt x="471" y="570"/>
                </a:lnTo>
                <a:lnTo>
                  <a:pt x="471" y="569"/>
                </a:lnTo>
                <a:lnTo>
                  <a:pt x="471" y="568"/>
                </a:lnTo>
                <a:lnTo>
                  <a:pt x="471" y="567"/>
                </a:lnTo>
                <a:lnTo>
                  <a:pt x="471" y="566"/>
                </a:lnTo>
                <a:lnTo>
                  <a:pt x="470" y="566"/>
                </a:lnTo>
                <a:lnTo>
                  <a:pt x="470" y="565"/>
                </a:lnTo>
                <a:lnTo>
                  <a:pt x="470" y="564"/>
                </a:lnTo>
                <a:lnTo>
                  <a:pt x="469" y="564"/>
                </a:lnTo>
                <a:lnTo>
                  <a:pt x="469" y="563"/>
                </a:lnTo>
                <a:lnTo>
                  <a:pt x="470" y="563"/>
                </a:lnTo>
                <a:lnTo>
                  <a:pt x="470" y="562"/>
                </a:lnTo>
                <a:lnTo>
                  <a:pt x="471" y="562"/>
                </a:lnTo>
                <a:lnTo>
                  <a:pt x="472" y="562"/>
                </a:lnTo>
                <a:lnTo>
                  <a:pt x="472" y="561"/>
                </a:lnTo>
                <a:lnTo>
                  <a:pt x="472" y="560"/>
                </a:lnTo>
                <a:lnTo>
                  <a:pt x="472" y="559"/>
                </a:lnTo>
                <a:lnTo>
                  <a:pt x="471" y="559"/>
                </a:lnTo>
                <a:lnTo>
                  <a:pt x="470" y="559"/>
                </a:lnTo>
                <a:lnTo>
                  <a:pt x="470" y="558"/>
                </a:lnTo>
                <a:lnTo>
                  <a:pt x="470" y="557"/>
                </a:lnTo>
                <a:lnTo>
                  <a:pt x="470" y="556"/>
                </a:lnTo>
                <a:lnTo>
                  <a:pt x="470" y="555"/>
                </a:lnTo>
                <a:lnTo>
                  <a:pt x="470" y="554"/>
                </a:lnTo>
                <a:lnTo>
                  <a:pt x="469" y="554"/>
                </a:lnTo>
                <a:lnTo>
                  <a:pt x="469" y="553"/>
                </a:lnTo>
                <a:lnTo>
                  <a:pt x="469" y="552"/>
                </a:lnTo>
                <a:lnTo>
                  <a:pt x="468" y="551"/>
                </a:lnTo>
                <a:lnTo>
                  <a:pt x="467" y="551"/>
                </a:lnTo>
                <a:lnTo>
                  <a:pt x="466" y="551"/>
                </a:lnTo>
                <a:lnTo>
                  <a:pt x="465" y="551"/>
                </a:lnTo>
                <a:lnTo>
                  <a:pt x="464" y="551"/>
                </a:lnTo>
                <a:lnTo>
                  <a:pt x="463" y="550"/>
                </a:lnTo>
                <a:lnTo>
                  <a:pt x="463" y="549"/>
                </a:lnTo>
                <a:lnTo>
                  <a:pt x="464" y="549"/>
                </a:lnTo>
                <a:lnTo>
                  <a:pt x="464" y="548"/>
                </a:lnTo>
                <a:lnTo>
                  <a:pt x="463" y="548"/>
                </a:lnTo>
                <a:lnTo>
                  <a:pt x="462" y="547"/>
                </a:lnTo>
                <a:lnTo>
                  <a:pt x="462" y="546"/>
                </a:lnTo>
                <a:lnTo>
                  <a:pt x="461" y="546"/>
                </a:lnTo>
                <a:lnTo>
                  <a:pt x="459" y="546"/>
                </a:lnTo>
                <a:lnTo>
                  <a:pt x="459" y="545"/>
                </a:lnTo>
                <a:lnTo>
                  <a:pt x="458" y="545"/>
                </a:lnTo>
                <a:lnTo>
                  <a:pt x="458" y="544"/>
                </a:lnTo>
                <a:lnTo>
                  <a:pt x="457" y="544"/>
                </a:lnTo>
                <a:lnTo>
                  <a:pt x="456" y="544"/>
                </a:lnTo>
                <a:lnTo>
                  <a:pt x="456" y="543"/>
                </a:lnTo>
                <a:lnTo>
                  <a:pt x="455" y="543"/>
                </a:lnTo>
                <a:lnTo>
                  <a:pt x="454" y="543"/>
                </a:lnTo>
                <a:lnTo>
                  <a:pt x="454" y="544"/>
                </a:lnTo>
                <a:lnTo>
                  <a:pt x="454" y="543"/>
                </a:lnTo>
                <a:lnTo>
                  <a:pt x="453" y="543"/>
                </a:lnTo>
                <a:lnTo>
                  <a:pt x="454" y="543"/>
                </a:lnTo>
                <a:lnTo>
                  <a:pt x="455" y="542"/>
                </a:lnTo>
                <a:lnTo>
                  <a:pt x="454" y="542"/>
                </a:lnTo>
                <a:lnTo>
                  <a:pt x="455" y="542"/>
                </a:lnTo>
                <a:lnTo>
                  <a:pt x="455" y="541"/>
                </a:lnTo>
                <a:lnTo>
                  <a:pt x="456" y="541"/>
                </a:lnTo>
                <a:lnTo>
                  <a:pt x="455" y="541"/>
                </a:lnTo>
                <a:lnTo>
                  <a:pt x="455" y="540"/>
                </a:lnTo>
                <a:lnTo>
                  <a:pt x="454" y="540"/>
                </a:lnTo>
                <a:lnTo>
                  <a:pt x="454" y="539"/>
                </a:lnTo>
                <a:lnTo>
                  <a:pt x="453" y="539"/>
                </a:lnTo>
                <a:lnTo>
                  <a:pt x="453" y="538"/>
                </a:lnTo>
                <a:lnTo>
                  <a:pt x="452" y="538"/>
                </a:lnTo>
                <a:lnTo>
                  <a:pt x="453" y="538"/>
                </a:lnTo>
                <a:lnTo>
                  <a:pt x="453" y="537"/>
                </a:lnTo>
                <a:lnTo>
                  <a:pt x="453" y="536"/>
                </a:lnTo>
                <a:lnTo>
                  <a:pt x="453" y="535"/>
                </a:lnTo>
                <a:lnTo>
                  <a:pt x="453" y="534"/>
                </a:lnTo>
                <a:lnTo>
                  <a:pt x="453" y="533"/>
                </a:lnTo>
                <a:lnTo>
                  <a:pt x="454" y="533"/>
                </a:lnTo>
                <a:lnTo>
                  <a:pt x="454" y="532"/>
                </a:lnTo>
                <a:lnTo>
                  <a:pt x="453" y="532"/>
                </a:lnTo>
                <a:lnTo>
                  <a:pt x="453" y="531"/>
                </a:lnTo>
                <a:lnTo>
                  <a:pt x="453" y="530"/>
                </a:lnTo>
                <a:lnTo>
                  <a:pt x="452" y="530"/>
                </a:lnTo>
                <a:lnTo>
                  <a:pt x="453" y="530"/>
                </a:lnTo>
                <a:lnTo>
                  <a:pt x="453" y="529"/>
                </a:lnTo>
                <a:lnTo>
                  <a:pt x="453" y="528"/>
                </a:lnTo>
                <a:lnTo>
                  <a:pt x="454" y="528"/>
                </a:lnTo>
                <a:lnTo>
                  <a:pt x="453" y="528"/>
                </a:lnTo>
                <a:lnTo>
                  <a:pt x="453" y="527"/>
                </a:lnTo>
                <a:lnTo>
                  <a:pt x="453" y="526"/>
                </a:lnTo>
                <a:lnTo>
                  <a:pt x="454" y="526"/>
                </a:lnTo>
                <a:lnTo>
                  <a:pt x="453" y="526"/>
                </a:lnTo>
                <a:lnTo>
                  <a:pt x="453" y="525"/>
                </a:lnTo>
                <a:lnTo>
                  <a:pt x="452" y="525"/>
                </a:lnTo>
                <a:lnTo>
                  <a:pt x="452" y="524"/>
                </a:lnTo>
                <a:lnTo>
                  <a:pt x="452" y="525"/>
                </a:lnTo>
                <a:lnTo>
                  <a:pt x="451" y="525"/>
                </a:lnTo>
                <a:lnTo>
                  <a:pt x="450" y="525"/>
                </a:lnTo>
                <a:lnTo>
                  <a:pt x="450" y="526"/>
                </a:lnTo>
                <a:lnTo>
                  <a:pt x="449" y="526"/>
                </a:lnTo>
                <a:lnTo>
                  <a:pt x="449" y="525"/>
                </a:lnTo>
                <a:lnTo>
                  <a:pt x="448" y="525"/>
                </a:lnTo>
                <a:lnTo>
                  <a:pt x="448" y="526"/>
                </a:lnTo>
                <a:lnTo>
                  <a:pt x="447" y="527"/>
                </a:lnTo>
                <a:lnTo>
                  <a:pt x="446" y="527"/>
                </a:lnTo>
                <a:lnTo>
                  <a:pt x="445" y="526"/>
                </a:lnTo>
                <a:lnTo>
                  <a:pt x="444" y="526"/>
                </a:lnTo>
                <a:lnTo>
                  <a:pt x="444" y="525"/>
                </a:lnTo>
                <a:lnTo>
                  <a:pt x="443" y="525"/>
                </a:lnTo>
                <a:lnTo>
                  <a:pt x="443" y="524"/>
                </a:lnTo>
                <a:lnTo>
                  <a:pt x="444" y="524"/>
                </a:lnTo>
                <a:lnTo>
                  <a:pt x="444" y="523"/>
                </a:lnTo>
                <a:lnTo>
                  <a:pt x="444" y="522"/>
                </a:lnTo>
                <a:lnTo>
                  <a:pt x="443" y="522"/>
                </a:lnTo>
                <a:lnTo>
                  <a:pt x="443" y="521"/>
                </a:lnTo>
                <a:lnTo>
                  <a:pt x="443" y="520"/>
                </a:lnTo>
                <a:lnTo>
                  <a:pt x="442" y="520"/>
                </a:lnTo>
                <a:lnTo>
                  <a:pt x="441" y="520"/>
                </a:lnTo>
                <a:lnTo>
                  <a:pt x="441" y="519"/>
                </a:lnTo>
                <a:lnTo>
                  <a:pt x="440" y="519"/>
                </a:lnTo>
                <a:lnTo>
                  <a:pt x="439" y="519"/>
                </a:lnTo>
                <a:lnTo>
                  <a:pt x="439" y="520"/>
                </a:lnTo>
                <a:lnTo>
                  <a:pt x="438" y="520"/>
                </a:lnTo>
                <a:lnTo>
                  <a:pt x="437" y="519"/>
                </a:lnTo>
                <a:lnTo>
                  <a:pt x="438" y="518"/>
                </a:lnTo>
                <a:lnTo>
                  <a:pt x="439" y="518"/>
                </a:lnTo>
                <a:lnTo>
                  <a:pt x="439" y="516"/>
                </a:lnTo>
                <a:lnTo>
                  <a:pt x="439" y="515"/>
                </a:lnTo>
                <a:lnTo>
                  <a:pt x="438" y="515"/>
                </a:lnTo>
                <a:lnTo>
                  <a:pt x="437" y="514"/>
                </a:lnTo>
                <a:lnTo>
                  <a:pt x="437" y="513"/>
                </a:lnTo>
                <a:lnTo>
                  <a:pt x="436" y="513"/>
                </a:lnTo>
                <a:lnTo>
                  <a:pt x="437" y="512"/>
                </a:lnTo>
                <a:lnTo>
                  <a:pt x="438" y="511"/>
                </a:lnTo>
                <a:lnTo>
                  <a:pt x="438" y="510"/>
                </a:lnTo>
                <a:lnTo>
                  <a:pt x="438" y="509"/>
                </a:lnTo>
                <a:lnTo>
                  <a:pt x="438" y="508"/>
                </a:lnTo>
                <a:lnTo>
                  <a:pt x="437" y="508"/>
                </a:lnTo>
                <a:lnTo>
                  <a:pt x="436" y="508"/>
                </a:lnTo>
                <a:lnTo>
                  <a:pt x="436" y="507"/>
                </a:lnTo>
                <a:lnTo>
                  <a:pt x="437" y="507"/>
                </a:lnTo>
                <a:lnTo>
                  <a:pt x="437" y="506"/>
                </a:lnTo>
                <a:lnTo>
                  <a:pt x="437" y="505"/>
                </a:lnTo>
                <a:lnTo>
                  <a:pt x="437" y="504"/>
                </a:lnTo>
                <a:lnTo>
                  <a:pt x="436" y="503"/>
                </a:lnTo>
                <a:lnTo>
                  <a:pt x="435" y="503"/>
                </a:lnTo>
                <a:lnTo>
                  <a:pt x="435" y="502"/>
                </a:lnTo>
                <a:lnTo>
                  <a:pt x="435" y="501"/>
                </a:lnTo>
                <a:lnTo>
                  <a:pt x="434" y="500"/>
                </a:lnTo>
                <a:lnTo>
                  <a:pt x="431" y="500"/>
                </a:lnTo>
                <a:lnTo>
                  <a:pt x="430" y="500"/>
                </a:lnTo>
                <a:lnTo>
                  <a:pt x="430" y="499"/>
                </a:lnTo>
                <a:lnTo>
                  <a:pt x="429" y="499"/>
                </a:lnTo>
                <a:lnTo>
                  <a:pt x="428" y="499"/>
                </a:lnTo>
                <a:lnTo>
                  <a:pt x="427" y="500"/>
                </a:lnTo>
                <a:lnTo>
                  <a:pt x="428" y="500"/>
                </a:lnTo>
                <a:lnTo>
                  <a:pt x="428" y="501"/>
                </a:lnTo>
                <a:lnTo>
                  <a:pt x="428" y="502"/>
                </a:lnTo>
                <a:lnTo>
                  <a:pt x="427" y="502"/>
                </a:lnTo>
                <a:lnTo>
                  <a:pt x="427" y="503"/>
                </a:lnTo>
                <a:lnTo>
                  <a:pt x="427" y="504"/>
                </a:lnTo>
                <a:lnTo>
                  <a:pt x="426" y="504"/>
                </a:lnTo>
                <a:lnTo>
                  <a:pt x="425" y="504"/>
                </a:lnTo>
                <a:lnTo>
                  <a:pt x="425" y="505"/>
                </a:lnTo>
                <a:lnTo>
                  <a:pt x="424" y="505"/>
                </a:lnTo>
                <a:lnTo>
                  <a:pt x="423" y="503"/>
                </a:lnTo>
                <a:lnTo>
                  <a:pt x="422" y="502"/>
                </a:lnTo>
                <a:lnTo>
                  <a:pt x="422" y="501"/>
                </a:lnTo>
                <a:lnTo>
                  <a:pt x="421" y="500"/>
                </a:lnTo>
                <a:lnTo>
                  <a:pt x="421" y="499"/>
                </a:lnTo>
                <a:lnTo>
                  <a:pt x="421" y="498"/>
                </a:lnTo>
                <a:lnTo>
                  <a:pt x="421" y="497"/>
                </a:lnTo>
                <a:lnTo>
                  <a:pt x="420" y="496"/>
                </a:lnTo>
                <a:lnTo>
                  <a:pt x="420" y="495"/>
                </a:lnTo>
                <a:lnTo>
                  <a:pt x="420" y="494"/>
                </a:lnTo>
                <a:lnTo>
                  <a:pt x="419" y="493"/>
                </a:lnTo>
                <a:lnTo>
                  <a:pt x="419" y="492"/>
                </a:lnTo>
                <a:lnTo>
                  <a:pt x="419" y="491"/>
                </a:lnTo>
                <a:lnTo>
                  <a:pt x="419" y="490"/>
                </a:lnTo>
                <a:lnTo>
                  <a:pt x="418" y="490"/>
                </a:lnTo>
                <a:lnTo>
                  <a:pt x="418" y="489"/>
                </a:lnTo>
                <a:lnTo>
                  <a:pt x="418" y="488"/>
                </a:lnTo>
                <a:lnTo>
                  <a:pt x="419" y="488"/>
                </a:lnTo>
                <a:lnTo>
                  <a:pt x="419" y="487"/>
                </a:lnTo>
                <a:lnTo>
                  <a:pt x="419" y="486"/>
                </a:lnTo>
                <a:lnTo>
                  <a:pt x="419" y="485"/>
                </a:lnTo>
                <a:lnTo>
                  <a:pt x="419" y="484"/>
                </a:lnTo>
                <a:lnTo>
                  <a:pt x="419" y="483"/>
                </a:lnTo>
                <a:lnTo>
                  <a:pt x="418" y="483"/>
                </a:lnTo>
                <a:lnTo>
                  <a:pt x="418" y="482"/>
                </a:lnTo>
                <a:lnTo>
                  <a:pt x="418" y="481"/>
                </a:lnTo>
                <a:lnTo>
                  <a:pt x="418" y="480"/>
                </a:lnTo>
                <a:lnTo>
                  <a:pt x="418" y="479"/>
                </a:lnTo>
                <a:lnTo>
                  <a:pt x="418" y="478"/>
                </a:lnTo>
                <a:lnTo>
                  <a:pt x="418" y="477"/>
                </a:lnTo>
                <a:lnTo>
                  <a:pt x="418" y="476"/>
                </a:lnTo>
                <a:lnTo>
                  <a:pt x="418" y="475"/>
                </a:lnTo>
                <a:lnTo>
                  <a:pt x="417" y="475"/>
                </a:lnTo>
                <a:lnTo>
                  <a:pt x="416" y="475"/>
                </a:lnTo>
                <a:lnTo>
                  <a:pt x="416" y="474"/>
                </a:lnTo>
                <a:lnTo>
                  <a:pt x="416" y="473"/>
                </a:lnTo>
                <a:lnTo>
                  <a:pt x="415" y="472"/>
                </a:lnTo>
                <a:lnTo>
                  <a:pt x="415" y="471"/>
                </a:lnTo>
                <a:lnTo>
                  <a:pt x="414" y="470"/>
                </a:lnTo>
                <a:lnTo>
                  <a:pt x="413" y="470"/>
                </a:lnTo>
                <a:lnTo>
                  <a:pt x="413" y="469"/>
                </a:lnTo>
                <a:lnTo>
                  <a:pt x="414" y="468"/>
                </a:lnTo>
                <a:lnTo>
                  <a:pt x="415" y="468"/>
                </a:lnTo>
                <a:lnTo>
                  <a:pt x="415" y="467"/>
                </a:lnTo>
                <a:lnTo>
                  <a:pt x="415" y="466"/>
                </a:lnTo>
                <a:lnTo>
                  <a:pt x="414" y="466"/>
                </a:lnTo>
                <a:lnTo>
                  <a:pt x="415" y="465"/>
                </a:lnTo>
                <a:lnTo>
                  <a:pt x="416" y="464"/>
                </a:lnTo>
                <a:lnTo>
                  <a:pt x="416" y="463"/>
                </a:lnTo>
                <a:lnTo>
                  <a:pt x="417" y="462"/>
                </a:lnTo>
                <a:lnTo>
                  <a:pt x="417" y="461"/>
                </a:lnTo>
                <a:lnTo>
                  <a:pt x="416" y="460"/>
                </a:lnTo>
                <a:lnTo>
                  <a:pt x="416" y="459"/>
                </a:lnTo>
                <a:lnTo>
                  <a:pt x="416" y="458"/>
                </a:lnTo>
                <a:lnTo>
                  <a:pt x="416" y="456"/>
                </a:lnTo>
                <a:lnTo>
                  <a:pt x="416" y="455"/>
                </a:lnTo>
                <a:lnTo>
                  <a:pt x="416" y="454"/>
                </a:lnTo>
                <a:lnTo>
                  <a:pt x="416" y="453"/>
                </a:lnTo>
                <a:lnTo>
                  <a:pt x="415" y="453"/>
                </a:lnTo>
                <a:lnTo>
                  <a:pt x="414" y="453"/>
                </a:lnTo>
                <a:lnTo>
                  <a:pt x="414" y="454"/>
                </a:lnTo>
                <a:lnTo>
                  <a:pt x="413" y="455"/>
                </a:lnTo>
                <a:lnTo>
                  <a:pt x="412" y="456"/>
                </a:lnTo>
                <a:lnTo>
                  <a:pt x="411" y="455"/>
                </a:lnTo>
                <a:lnTo>
                  <a:pt x="410" y="455"/>
                </a:lnTo>
                <a:lnTo>
                  <a:pt x="409" y="456"/>
                </a:lnTo>
                <a:lnTo>
                  <a:pt x="408" y="456"/>
                </a:lnTo>
                <a:lnTo>
                  <a:pt x="407" y="457"/>
                </a:lnTo>
                <a:lnTo>
                  <a:pt x="406" y="457"/>
                </a:lnTo>
                <a:lnTo>
                  <a:pt x="406" y="456"/>
                </a:lnTo>
                <a:lnTo>
                  <a:pt x="405" y="457"/>
                </a:lnTo>
                <a:lnTo>
                  <a:pt x="405" y="458"/>
                </a:lnTo>
                <a:lnTo>
                  <a:pt x="405" y="459"/>
                </a:lnTo>
                <a:lnTo>
                  <a:pt x="405" y="460"/>
                </a:lnTo>
                <a:lnTo>
                  <a:pt x="404" y="461"/>
                </a:lnTo>
                <a:lnTo>
                  <a:pt x="403" y="462"/>
                </a:lnTo>
                <a:lnTo>
                  <a:pt x="403" y="463"/>
                </a:lnTo>
                <a:lnTo>
                  <a:pt x="403" y="464"/>
                </a:lnTo>
                <a:lnTo>
                  <a:pt x="403" y="465"/>
                </a:lnTo>
                <a:lnTo>
                  <a:pt x="402" y="465"/>
                </a:lnTo>
                <a:lnTo>
                  <a:pt x="402" y="466"/>
                </a:lnTo>
                <a:lnTo>
                  <a:pt x="401" y="466"/>
                </a:lnTo>
                <a:lnTo>
                  <a:pt x="400" y="466"/>
                </a:lnTo>
                <a:lnTo>
                  <a:pt x="399" y="466"/>
                </a:lnTo>
                <a:lnTo>
                  <a:pt x="398" y="467"/>
                </a:lnTo>
                <a:lnTo>
                  <a:pt x="397" y="469"/>
                </a:lnTo>
                <a:lnTo>
                  <a:pt x="396" y="469"/>
                </a:lnTo>
                <a:lnTo>
                  <a:pt x="396" y="470"/>
                </a:lnTo>
                <a:lnTo>
                  <a:pt x="396" y="471"/>
                </a:lnTo>
                <a:lnTo>
                  <a:pt x="395" y="471"/>
                </a:lnTo>
                <a:lnTo>
                  <a:pt x="395" y="473"/>
                </a:lnTo>
                <a:lnTo>
                  <a:pt x="396" y="474"/>
                </a:lnTo>
                <a:lnTo>
                  <a:pt x="396" y="475"/>
                </a:lnTo>
                <a:lnTo>
                  <a:pt x="396" y="476"/>
                </a:lnTo>
                <a:lnTo>
                  <a:pt x="396" y="477"/>
                </a:lnTo>
                <a:lnTo>
                  <a:pt x="396" y="478"/>
                </a:lnTo>
                <a:lnTo>
                  <a:pt x="396" y="479"/>
                </a:lnTo>
                <a:lnTo>
                  <a:pt x="396" y="480"/>
                </a:lnTo>
                <a:lnTo>
                  <a:pt x="395" y="480"/>
                </a:lnTo>
                <a:lnTo>
                  <a:pt x="395" y="482"/>
                </a:lnTo>
                <a:lnTo>
                  <a:pt x="395" y="481"/>
                </a:lnTo>
                <a:lnTo>
                  <a:pt x="394" y="481"/>
                </a:lnTo>
                <a:lnTo>
                  <a:pt x="394" y="482"/>
                </a:lnTo>
                <a:lnTo>
                  <a:pt x="393" y="482"/>
                </a:lnTo>
                <a:lnTo>
                  <a:pt x="393" y="483"/>
                </a:lnTo>
                <a:lnTo>
                  <a:pt x="393" y="484"/>
                </a:lnTo>
                <a:lnTo>
                  <a:pt x="393" y="485"/>
                </a:lnTo>
                <a:lnTo>
                  <a:pt x="394" y="485"/>
                </a:lnTo>
                <a:lnTo>
                  <a:pt x="393" y="486"/>
                </a:lnTo>
                <a:lnTo>
                  <a:pt x="392" y="486"/>
                </a:lnTo>
                <a:lnTo>
                  <a:pt x="392" y="487"/>
                </a:lnTo>
                <a:lnTo>
                  <a:pt x="392" y="488"/>
                </a:lnTo>
                <a:lnTo>
                  <a:pt x="391" y="488"/>
                </a:lnTo>
                <a:lnTo>
                  <a:pt x="391" y="489"/>
                </a:lnTo>
                <a:lnTo>
                  <a:pt x="391" y="490"/>
                </a:lnTo>
                <a:lnTo>
                  <a:pt x="391" y="491"/>
                </a:lnTo>
                <a:lnTo>
                  <a:pt x="390" y="491"/>
                </a:lnTo>
                <a:lnTo>
                  <a:pt x="390" y="492"/>
                </a:lnTo>
                <a:lnTo>
                  <a:pt x="390" y="493"/>
                </a:lnTo>
                <a:lnTo>
                  <a:pt x="390" y="494"/>
                </a:lnTo>
                <a:lnTo>
                  <a:pt x="389" y="494"/>
                </a:lnTo>
                <a:lnTo>
                  <a:pt x="388" y="495"/>
                </a:lnTo>
                <a:lnTo>
                  <a:pt x="387" y="496"/>
                </a:lnTo>
                <a:lnTo>
                  <a:pt x="386" y="497"/>
                </a:lnTo>
                <a:lnTo>
                  <a:pt x="385" y="498"/>
                </a:lnTo>
                <a:lnTo>
                  <a:pt x="386" y="498"/>
                </a:lnTo>
                <a:lnTo>
                  <a:pt x="386" y="500"/>
                </a:lnTo>
                <a:lnTo>
                  <a:pt x="385" y="500"/>
                </a:lnTo>
                <a:lnTo>
                  <a:pt x="384" y="500"/>
                </a:lnTo>
                <a:lnTo>
                  <a:pt x="383" y="500"/>
                </a:lnTo>
                <a:lnTo>
                  <a:pt x="382" y="500"/>
                </a:lnTo>
                <a:lnTo>
                  <a:pt x="382" y="501"/>
                </a:lnTo>
                <a:lnTo>
                  <a:pt x="382" y="502"/>
                </a:lnTo>
                <a:lnTo>
                  <a:pt x="381" y="502"/>
                </a:lnTo>
                <a:lnTo>
                  <a:pt x="380" y="502"/>
                </a:lnTo>
                <a:lnTo>
                  <a:pt x="380" y="503"/>
                </a:lnTo>
                <a:lnTo>
                  <a:pt x="379" y="503"/>
                </a:lnTo>
                <a:lnTo>
                  <a:pt x="379" y="504"/>
                </a:lnTo>
                <a:lnTo>
                  <a:pt x="379" y="505"/>
                </a:lnTo>
                <a:lnTo>
                  <a:pt x="379" y="506"/>
                </a:lnTo>
                <a:lnTo>
                  <a:pt x="379" y="507"/>
                </a:lnTo>
                <a:lnTo>
                  <a:pt x="380" y="507"/>
                </a:lnTo>
                <a:lnTo>
                  <a:pt x="380" y="508"/>
                </a:lnTo>
                <a:lnTo>
                  <a:pt x="379" y="508"/>
                </a:lnTo>
                <a:lnTo>
                  <a:pt x="378" y="508"/>
                </a:lnTo>
                <a:lnTo>
                  <a:pt x="378" y="509"/>
                </a:lnTo>
                <a:lnTo>
                  <a:pt x="378" y="508"/>
                </a:lnTo>
                <a:lnTo>
                  <a:pt x="377" y="508"/>
                </a:lnTo>
                <a:lnTo>
                  <a:pt x="377" y="507"/>
                </a:lnTo>
                <a:lnTo>
                  <a:pt x="377" y="506"/>
                </a:lnTo>
                <a:lnTo>
                  <a:pt x="377" y="505"/>
                </a:lnTo>
                <a:lnTo>
                  <a:pt x="377" y="504"/>
                </a:lnTo>
                <a:lnTo>
                  <a:pt x="376" y="503"/>
                </a:lnTo>
                <a:lnTo>
                  <a:pt x="375" y="502"/>
                </a:lnTo>
                <a:lnTo>
                  <a:pt x="375" y="501"/>
                </a:lnTo>
                <a:lnTo>
                  <a:pt x="374" y="500"/>
                </a:lnTo>
                <a:lnTo>
                  <a:pt x="374" y="501"/>
                </a:lnTo>
                <a:lnTo>
                  <a:pt x="373" y="502"/>
                </a:lnTo>
                <a:lnTo>
                  <a:pt x="373" y="501"/>
                </a:lnTo>
                <a:lnTo>
                  <a:pt x="372" y="501"/>
                </a:lnTo>
                <a:lnTo>
                  <a:pt x="371" y="501"/>
                </a:lnTo>
                <a:lnTo>
                  <a:pt x="370" y="501"/>
                </a:lnTo>
                <a:lnTo>
                  <a:pt x="369" y="501"/>
                </a:lnTo>
                <a:lnTo>
                  <a:pt x="368" y="502"/>
                </a:lnTo>
                <a:lnTo>
                  <a:pt x="367" y="502"/>
                </a:lnTo>
                <a:lnTo>
                  <a:pt x="367" y="501"/>
                </a:lnTo>
                <a:lnTo>
                  <a:pt x="367" y="500"/>
                </a:lnTo>
                <a:lnTo>
                  <a:pt x="366" y="500"/>
                </a:lnTo>
                <a:lnTo>
                  <a:pt x="366" y="499"/>
                </a:lnTo>
                <a:lnTo>
                  <a:pt x="367" y="498"/>
                </a:lnTo>
                <a:lnTo>
                  <a:pt x="367" y="497"/>
                </a:lnTo>
                <a:lnTo>
                  <a:pt x="368" y="497"/>
                </a:lnTo>
                <a:lnTo>
                  <a:pt x="369" y="496"/>
                </a:lnTo>
                <a:lnTo>
                  <a:pt x="369" y="495"/>
                </a:lnTo>
                <a:lnTo>
                  <a:pt x="370" y="495"/>
                </a:lnTo>
                <a:lnTo>
                  <a:pt x="371" y="495"/>
                </a:lnTo>
                <a:lnTo>
                  <a:pt x="371" y="494"/>
                </a:lnTo>
                <a:lnTo>
                  <a:pt x="370" y="494"/>
                </a:lnTo>
                <a:lnTo>
                  <a:pt x="371" y="493"/>
                </a:lnTo>
                <a:lnTo>
                  <a:pt x="372" y="493"/>
                </a:lnTo>
                <a:lnTo>
                  <a:pt x="372" y="492"/>
                </a:lnTo>
                <a:lnTo>
                  <a:pt x="373" y="491"/>
                </a:lnTo>
                <a:lnTo>
                  <a:pt x="373" y="490"/>
                </a:lnTo>
                <a:lnTo>
                  <a:pt x="372" y="490"/>
                </a:lnTo>
                <a:lnTo>
                  <a:pt x="372" y="489"/>
                </a:lnTo>
                <a:lnTo>
                  <a:pt x="373" y="489"/>
                </a:lnTo>
                <a:lnTo>
                  <a:pt x="372" y="489"/>
                </a:lnTo>
                <a:lnTo>
                  <a:pt x="372" y="488"/>
                </a:lnTo>
                <a:lnTo>
                  <a:pt x="371" y="488"/>
                </a:lnTo>
                <a:lnTo>
                  <a:pt x="370" y="487"/>
                </a:lnTo>
                <a:lnTo>
                  <a:pt x="370" y="486"/>
                </a:lnTo>
                <a:lnTo>
                  <a:pt x="370" y="487"/>
                </a:lnTo>
                <a:lnTo>
                  <a:pt x="369" y="487"/>
                </a:lnTo>
                <a:lnTo>
                  <a:pt x="368" y="487"/>
                </a:lnTo>
                <a:lnTo>
                  <a:pt x="368" y="488"/>
                </a:lnTo>
                <a:lnTo>
                  <a:pt x="366" y="488"/>
                </a:lnTo>
                <a:lnTo>
                  <a:pt x="365" y="488"/>
                </a:lnTo>
                <a:lnTo>
                  <a:pt x="364" y="488"/>
                </a:lnTo>
                <a:lnTo>
                  <a:pt x="363" y="487"/>
                </a:lnTo>
                <a:lnTo>
                  <a:pt x="361" y="486"/>
                </a:lnTo>
                <a:lnTo>
                  <a:pt x="360" y="485"/>
                </a:lnTo>
                <a:lnTo>
                  <a:pt x="360" y="484"/>
                </a:lnTo>
                <a:lnTo>
                  <a:pt x="361" y="483"/>
                </a:lnTo>
                <a:lnTo>
                  <a:pt x="361" y="482"/>
                </a:lnTo>
                <a:lnTo>
                  <a:pt x="362" y="482"/>
                </a:lnTo>
                <a:lnTo>
                  <a:pt x="362" y="481"/>
                </a:lnTo>
                <a:lnTo>
                  <a:pt x="363" y="480"/>
                </a:lnTo>
                <a:lnTo>
                  <a:pt x="364" y="479"/>
                </a:lnTo>
                <a:lnTo>
                  <a:pt x="364" y="477"/>
                </a:lnTo>
                <a:lnTo>
                  <a:pt x="365" y="476"/>
                </a:lnTo>
                <a:lnTo>
                  <a:pt x="367" y="473"/>
                </a:lnTo>
                <a:lnTo>
                  <a:pt x="367" y="472"/>
                </a:lnTo>
                <a:lnTo>
                  <a:pt x="367" y="471"/>
                </a:lnTo>
                <a:lnTo>
                  <a:pt x="366" y="471"/>
                </a:lnTo>
                <a:lnTo>
                  <a:pt x="365" y="470"/>
                </a:lnTo>
                <a:lnTo>
                  <a:pt x="364" y="470"/>
                </a:lnTo>
                <a:lnTo>
                  <a:pt x="364" y="469"/>
                </a:lnTo>
                <a:lnTo>
                  <a:pt x="363" y="469"/>
                </a:lnTo>
                <a:lnTo>
                  <a:pt x="363" y="468"/>
                </a:lnTo>
                <a:lnTo>
                  <a:pt x="362" y="468"/>
                </a:lnTo>
                <a:lnTo>
                  <a:pt x="361" y="468"/>
                </a:lnTo>
                <a:lnTo>
                  <a:pt x="361" y="467"/>
                </a:lnTo>
                <a:lnTo>
                  <a:pt x="360" y="467"/>
                </a:lnTo>
                <a:lnTo>
                  <a:pt x="360" y="466"/>
                </a:lnTo>
                <a:lnTo>
                  <a:pt x="359" y="466"/>
                </a:lnTo>
                <a:lnTo>
                  <a:pt x="357" y="466"/>
                </a:lnTo>
                <a:lnTo>
                  <a:pt x="357" y="465"/>
                </a:lnTo>
                <a:lnTo>
                  <a:pt x="356" y="465"/>
                </a:lnTo>
                <a:lnTo>
                  <a:pt x="356" y="464"/>
                </a:lnTo>
                <a:lnTo>
                  <a:pt x="355" y="463"/>
                </a:lnTo>
                <a:lnTo>
                  <a:pt x="354" y="463"/>
                </a:lnTo>
                <a:lnTo>
                  <a:pt x="353" y="462"/>
                </a:lnTo>
                <a:lnTo>
                  <a:pt x="352" y="462"/>
                </a:lnTo>
                <a:lnTo>
                  <a:pt x="351" y="462"/>
                </a:lnTo>
                <a:lnTo>
                  <a:pt x="351" y="461"/>
                </a:lnTo>
                <a:lnTo>
                  <a:pt x="350" y="461"/>
                </a:lnTo>
                <a:lnTo>
                  <a:pt x="349" y="461"/>
                </a:lnTo>
                <a:lnTo>
                  <a:pt x="349" y="460"/>
                </a:lnTo>
                <a:lnTo>
                  <a:pt x="348" y="459"/>
                </a:lnTo>
                <a:lnTo>
                  <a:pt x="348" y="458"/>
                </a:lnTo>
                <a:lnTo>
                  <a:pt x="349" y="458"/>
                </a:lnTo>
                <a:lnTo>
                  <a:pt x="348" y="457"/>
                </a:lnTo>
                <a:lnTo>
                  <a:pt x="348" y="455"/>
                </a:lnTo>
                <a:lnTo>
                  <a:pt x="349" y="455"/>
                </a:lnTo>
                <a:lnTo>
                  <a:pt x="348" y="454"/>
                </a:lnTo>
                <a:lnTo>
                  <a:pt x="348" y="453"/>
                </a:lnTo>
                <a:lnTo>
                  <a:pt x="348" y="452"/>
                </a:lnTo>
                <a:lnTo>
                  <a:pt x="347" y="452"/>
                </a:lnTo>
                <a:lnTo>
                  <a:pt x="348" y="451"/>
                </a:lnTo>
                <a:lnTo>
                  <a:pt x="347" y="451"/>
                </a:lnTo>
                <a:lnTo>
                  <a:pt x="346" y="451"/>
                </a:lnTo>
                <a:lnTo>
                  <a:pt x="346" y="452"/>
                </a:lnTo>
                <a:lnTo>
                  <a:pt x="344" y="452"/>
                </a:lnTo>
                <a:lnTo>
                  <a:pt x="342" y="452"/>
                </a:lnTo>
                <a:lnTo>
                  <a:pt x="341" y="452"/>
                </a:lnTo>
                <a:lnTo>
                  <a:pt x="340" y="451"/>
                </a:lnTo>
                <a:lnTo>
                  <a:pt x="340" y="450"/>
                </a:lnTo>
                <a:lnTo>
                  <a:pt x="340" y="449"/>
                </a:lnTo>
                <a:lnTo>
                  <a:pt x="339" y="449"/>
                </a:lnTo>
                <a:lnTo>
                  <a:pt x="339" y="450"/>
                </a:lnTo>
                <a:lnTo>
                  <a:pt x="338" y="451"/>
                </a:lnTo>
                <a:lnTo>
                  <a:pt x="337" y="451"/>
                </a:lnTo>
                <a:lnTo>
                  <a:pt x="336" y="452"/>
                </a:lnTo>
                <a:lnTo>
                  <a:pt x="335" y="452"/>
                </a:lnTo>
                <a:lnTo>
                  <a:pt x="333" y="452"/>
                </a:lnTo>
                <a:lnTo>
                  <a:pt x="333" y="451"/>
                </a:lnTo>
                <a:lnTo>
                  <a:pt x="334" y="451"/>
                </a:lnTo>
                <a:lnTo>
                  <a:pt x="333" y="451"/>
                </a:lnTo>
                <a:lnTo>
                  <a:pt x="331" y="451"/>
                </a:lnTo>
                <a:lnTo>
                  <a:pt x="330" y="452"/>
                </a:lnTo>
                <a:lnTo>
                  <a:pt x="329" y="452"/>
                </a:lnTo>
                <a:lnTo>
                  <a:pt x="329" y="451"/>
                </a:lnTo>
                <a:lnTo>
                  <a:pt x="328" y="451"/>
                </a:lnTo>
                <a:lnTo>
                  <a:pt x="328" y="450"/>
                </a:lnTo>
                <a:lnTo>
                  <a:pt x="329" y="450"/>
                </a:lnTo>
                <a:lnTo>
                  <a:pt x="328" y="450"/>
                </a:lnTo>
                <a:lnTo>
                  <a:pt x="328" y="449"/>
                </a:lnTo>
                <a:lnTo>
                  <a:pt x="328" y="448"/>
                </a:lnTo>
                <a:lnTo>
                  <a:pt x="327" y="447"/>
                </a:lnTo>
                <a:lnTo>
                  <a:pt x="326" y="448"/>
                </a:lnTo>
                <a:lnTo>
                  <a:pt x="326" y="447"/>
                </a:lnTo>
                <a:lnTo>
                  <a:pt x="326" y="446"/>
                </a:lnTo>
                <a:lnTo>
                  <a:pt x="325" y="446"/>
                </a:lnTo>
                <a:lnTo>
                  <a:pt x="324" y="446"/>
                </a:lnTo>
                <a:lnTo>
                  <a:pt x="323" y="446"/>
                </a:lnTo>
                <a:lnTo>
                  <a:pt x="322" y="447"/>
                </a:lnTo>
                <a:lnTo>
                  <a:pt x="321" y="447"/>
                </a:lnTo>
                <a:lnTo>
                  <a:pt x="320" y="448"/>
                </a:lnTo>
                <a:lnTo>
                  <a:pt x="319" y="449"/>
                </a:lnTo>
                <a:lnTo>
                  <a:pt x="318" y="448"/>
                </a:lnTo>
                <a:lnTo>
                  <a:pt x="317" y="448"/>
                </a:lnTo>
                <a:lnTo>
                  <a:pt x="317" y="447"/>
                </a:lnTo>
                <a:lnTo>
                  <a:pt x="316" y="447"/>
                </a:lnTo>
                <a:lnTo>
                  <a:pt x="315" y="446"/>
                </a:lnTo>
                <a:lnTo>
                  <a:pt x="314" y="446"/>
                </a:lnTo>
                <a:lnTo>
                  <a:pt x="314" y="445"/>
                </a:lnTo>
                <a:lnTo>
                  <a:pt x="313" y="444"/>
                </a:lnTo>
                <a:lnTo>
                  <a:pt x="312" y="444"/>
                </a:lnTo>
                <a:lnTo>
                  <a:pt x="311" y="443"/>
                </a:lnTo>
                <a:lnTo>
                  <a:pt x="310" y="442"/>
                </a:lnTo>
                <a:lnTo>
                  <a:pt x="310" y="441"/>
                </a:lnTo>
                <a:lnTo>
                  <a:pt x="308" y="441"/>
                </a:lnTo>
                <a:lnTo>
                  <a:pt x="308" y="440"/>
                </a:lnTo>
                <a:lnTo>
                  <a:pt x="307" y="440"/>
                </a:lnTo>
                <a:lnTo>
                  <a:pt x="306" y="440"/>
                </a:lnTo>
                <a:lnTo>
                  <a:pt x="305" y="439"/>
                </a:lnTo>
                <a:lnTo>
                  <a:pt x="305" y="440"/>
                </a:lnTo>
                <a:lnTo>
                  <a:pt x="304" y="440"/>
                </a:lnTo>
                <a:lnTo>
                  <a:pt x="303" y="440"/>
                </a:lnTo>
                <a:lnTo>
                  <a:pt x="302" y="440"/>
                </a:lnTo>
                <a:lnTo>
                  <a:pt x="302" y="437"/>
                </a:lnTo>
                <a:lnTo>
                  <a:pt x="302" y="436"/>
                </a:lnTo>
                <a:lnTo>
                  <a:pt x="301" y="436"/>
                </a:lnTo>
                <a:lnTo>
                  <a:pt x="298" y="435"/>
                </a:lnTo>
                <a:lnTo>
                  <a:pt x="298" y="434"/>
                </a:lnTo>
                <a:lnTo>
                  <a:pt x="297" y="434"/>
                </a:lnTo>
                <a:lnTo>
                  <a:pt x="296" y="434"/>
                </a:lnTo>
                <a:lnTo>
                  <a:pt x="296" y="433"/>
                </a:lnTo>
                <a:lnTo>
                  <a:pt x="296" y="431"/>
                </a:lnTo>
                <a:lnTo>
                  <a:pt x="296" y="430"/>
                </a:lnTo>
                <a:lnTo>
                  <a:pt x="296" y="429"/>
                </a:lnTo>
                <a:lnTo>
                  <a:pt x="297" y="427"/>
                </a:lnTo>
                <a:lnTo>
                  <a:pt x="296" y="426"/>
                </a:lnTo>
                <a:lnTo>
                  <a:pt x="295" y="426"/>
                </a:lnTo>
                <a:lnTo>
                  <a:pt x="296" y="425"/>
                </a:lnTo>
                <a:lnTo>
                  <a:pt x="295" y="425"/>
                </a:lnTo>
                <a:lnTo>
                  <a:pt x="294" y="425"/>
                </a:lnTo>
                <a:lnTo>
                  <a:pt x="294" y="424"/>
                </a:lnTo>
                <a:lnTo>
                  <a:pt x="294" y="425"/>
                </a:lnTo>
                <a:lnTo>
                  <a:pt x="293" y="425"/>
                </a:lnTo>
                <a:lnTo>
                  <a:pt x="293" y="424"/>
                </a:lnTo>
                <a:lnTo>
                  <a:pt x="292" y="424"/>
                </a:lnTo>
                <a:lnTo>
                  <a:pt x="292" y="425"/>
                </a:lnTo>
                <a:lnTo>
                  <a:pt x="291" y="424"/>
                </a:lnTo>
                <a:lnTo>
                  <a:pt x="290" y="424"/>
                </a:lnTo>
                <a:lnTo>
                  <a:pt x="289" y="423"/>
                </a:lnTo>
                <a:lnTo>
                  <a:pt x="288" y="423"/>
                </a:lnTo>
                <a:lnTo>
                  <a:pt x="287" y="422"/>
                </a:lnTo>
                <a:lnTo>
                  <a:pt x="287" y="423"/>
                </a:lnTo>
                <a:lnTo>
                  <a:pt x="288" y="423"/>
                </a:lnTo>
                <a:lnTo>
                  <a:pt x="287" y="424"/>
                </a:lnTo>
                <a:lnTo>
                  <a:pt x="286" y="425"/>
                </a:lnTo>
                <a:lnTo>
                  <a:pt x="286" y="424"/>
                </a:lnTo>
                <a:lnTo>
                  <a:pt x="285" y="424"/>
                </a:lnTo>
                <a:lnTo>
                  <a:pt x="285" y="425"/>
                </a:lnTo>
                <a:lnTo>
                  <a:pt x="284" y="425"/>
                </a:lnTo>
                <a:lnTo>
                  <a:pt x="284" y="426"/>
                </a:lnTo>
                <a:lnTo>
                  <a:pt x="284" y="427"/>
                </a:lnTo>
                <a:lnTo>
                  <a:pt x="284" y="428"/>
                </a:lnTo>
                <a:lnTo>
                  <a:pt x="284" y="429"/>
                </a:lnTo>
                <a:lnTo>
                  <a:pt x="284" y="430"/>
                </a:lnTo>
                <a:lnTo>
                  <a:pt x="284" y="431"/>
                </a:lnTo>
                <a:lnTo>
                  <a:pt x="284" y="432"/>
                </a:lnTo>
                <a:lnTo>
                  <a:pt x="283" y="433"/>
                </a:lnTo>
                <a:lnTo>
                  <a:pt x="281" y="435"/>
                </a:lnTo>
                <a:lnTo>
                  <a:pt x="281" y="437"/>
                </a:lnTo>
                <a:lnTo>
                  <a:pt x="281" y="439"/>
                </a:lnTo>
                <a:lnTo>
                  <a:pt x="281" y="440"/>
                </a:lnTo>
                <a:lnTo>
                  <a:pt x="281" y="441"/>
                </a:lnTo>
                <a:lnTo>
                  <a:pt x="281" y="442"/>
                </a:lnTo>
                <a:lnTo>
                  <a:pt x="282" y="442"/>
                </a:lnTo>
                <a:lnTo>
                  <a:pt x="281" y="442"/>
                </a:lnTo>
                <a:lnTo>
                  <a:pt x="280" y="443"/>
                </a:lnTo>
                <a:lnTo>
                  <a:pt x="278" y="443"/>
                </a:lnTo>
                <a:lnTo>
                  <a:pt x="275" y="444"/>
                </a:lnTo>
                <a:lnTo>
                  <a:pt x="273" y="444"/>
                </a:lnTo>
                <a:lnTo>
                  <a:pt x="273" y="445"/>
                </a:lnTo>
                <a:lnTo>
                  <a:pt x="272" y="445"/>
                </a:lnTo>
                <a:lnTo>
                  <a:pt x="271" y="445"/>
                </a:lnTo>
                <a:lnTo>
                  <a:pt x="269" y="444"/>
                </a:lnTo>
                <a:lnTo>
                  <a:pt x="268" y="443"/>
                </a:lnTo>
                <a:lnTo>
                  <a:pt x="267" y="443"/>
                </a:lnTo>
                <a:lnTo>
                  <a:pt x="267" y="442"/>
                </a:lnTo>
                <a:lnTo>
                  <a:pt x="266" y="441"/>
                </a:lnTo>
                <a:lnTo>
                  <a:pt x="265" y="440"/>
                </a:lnTo>
                <a:lnTo>
                  <a:pt x="264" y="440"/>
                </a:lnTo>
                <a:lnTo>
                  <a:pt x="264" y="439"/>
                </a:lnTo>
                <a:lnTo>
                  <a:pt x="263" y="439"/>
                </a:lnTo>
                <a:lnTo>
                  <a:pt x="263" y="440"/>
                </a:lnTo>
                <a:lnTo>
                  <a:pt x="262" y="441"/>
                </a:lnTo>
                <a:lnTo>
                  <a:pt x="262" y="442"/>
                </a:lnTo>
                <a:lnTo>
                  <a:pt x="261" y="441"/>
                </a:lnTo>
                <a:lnTo>
                  <a:pt x="260" y="441"/>
                </a:lnTo>
                <a:lnTo>
                  <a:pt x="260" y="440"/>
                </a:lnTo>
                <a:lnTo>
                  <a:pt x="258" y="438"/>
                </a:lnTo>
                <a:lnTo>
                  <a:pt x="258" y="437"/>
                </a:lnTo>
                <a:lnTo>
                  <a:pt x="257" y="436"/>
                </a:lnTo>
                <a:lnTo>
                  <a:pt x="256" y="436"/>
                </a:lnTo>
                <a:lnTo>
                  <a:pt x="252" y="438"/>
                </a:lnTo>
                <a:lnTo>
                  <a:pt x="251" y="439"/>
                </a:lnTo>
                <a:lnTo>
                  <a:pt x="252" y="439"/>
                </a:lnTo>
                <a:lnTo>
                  <a:pt x="252" y="440"/>
                </a:lnTo>
                <a:lnTo>
                  <a:pt x="252" y="441"/>
                </a:lnTo>
                <a:lnTo>
                  <a:pt x="250" y="442"/>
                </a:lnTo>
                <a:lnTo>
                  <a:pt x="249" y="440"/>
                </a:lnTo>
                <a:lnTo>
                  <a:pt x="248" y="440"/>
                </a:lnTo>
                <a:lnTo>
                  <a:pt x="248" y="439"/>
                </a:lnTo>
                <a:lnTo>
                  <a:pt x="247" y="438"/>
                </a:lnTo>
                <a:lnTo>
                  <a:pt x="246" y="437"/>
                </a:lnTo>
                <a:lnTo>
                  <a:pt x="245" y="436"/>
                </a:lnTo>
                <a:lnTo>
                  <a:pt x="245" y="435"/>
                </a:lnTo>
                <a:lnTo>
                  <a:pt x="245" y="434"/>
                </a:lnTo>
                <a:lnTo>
                  <a:pt x="244" y="434"/>
                </a:lnTo>
                <a:lnTo>
                  <a:pt x="244" y="433"/>
                </a:lnTo>
                <a:lnTo>
                  <a:pt x="243" y="433"/>
                </a:lnTo>
                <a:lnTo>
                  <a:pt x="242" y="432"/>
                </a:lnTo>
                <a:lnTo>
                  <a:pt x="239" y="433"/>
                </a:lnTo>
                <a:lnTo>
                  <a:pt x="238" y="433"/>
                </a:lnTo>
                <a:lnTo>
                  <a:pt x="237" y="432"/>
                </a:lnTo>
                <a:lnTo>
                  <a:pt x="237" y="430"/>
                </a:lnTo>
                <a:lnTo>
                  <a:pt x="237" y="428"/>
                </a:lnTo>
                <a:lnTo>
                  <a:pt x="237" y="427"/>
                </a:lnTo>
                <a:lnTo>
                  <a:pt x="236" y="427"/>
                </a:lnTo>
                <a:lnTo>
                  <a:pt x="235" y="426"/>
                </a:lnTo>
                <a:lnTo>
                  <a:pt x="234" y="426"/>
                </a:lnTo>
                <a:lnTo>
                  <a:pt x="234" y="423"/>
                </a:lnTo>
                <a:lnTo>
                  <a:pt x="235" y="423"/>
                </a:lnTo>
                <a:lnTo>
                  <a:pt x="235" y="422"/>
                </a:lnTo>
                <a:lnTo>
                  <a:pt x="236" y="422"/>
                </a:lnTo>
                <a:lnTo>
                  <a:pt x="238" y="421"/>
                </a:lnTo>
                <a:lnTo>
                  <a:pt x="238" y="420"/>
                </a:lnTo>
                <a:lnTo>
                  <a:pt x="239" y="420"/>
                </a:lnTo>
                <a:lnTo>
                  <a:pt x="241" y="420"/>
                </a:lnTo>
                <a:lnTo>
                  <a:pt x="242" y="420"/>
                </a:lnTo>
                <a:lnTo>
                  <a:pt x="244" y="420"/>
                </a:lnTo>
                <a:lnTo>
                  <a:pt x="245" y="420"/>
                </a:lnTo>
                <a:lnTo>
                  <a:pt x="246" y="421"/>
                </a:lnTo>
                <a:lnTo>
                  <a:pt x="247" y="421"/>
                </a:lnTo>
                <a:lnTo>
                  <a:pt x="249" y="421"/>
                </a:lnTo>
                <a:lnTo>
                  <a:pt x="250" y="421"/>
                </a:lnTo>
                <a:lnTo>
                  <a:pt x="250" y="419"/>
                </a:lnTo>
                <a:lnTo>
                  <a:pt x="250" y="418"/>
                </a:lnTo>
                <a:lnTo>
                  <a:pt x="250" y="417"/>
                </a:lnTo>
                <a:lnTo>
                  <a:pt x="248" y="416"/>
                </a:lnTo>
                <a:lnTo>
                  <a:pt x="247" y="416"/>
                </a:lnTo>
                <a:lnTo>
                  <a:pt x="247" y="417"/>
                </a:lnTo>
                <a:lnTo>
                  <a:pt x="246" y="416"/>
                </a:lnTo>
                <a:lnTo>
                  <a:pt x="245" y="414"/>
                </a:lnTo>
                <a:lnTo>
                  <a:pt x="245" y="413"/>
                </a:lnTo>
                <a:lnTo>
                  <a:pt x="245" y="412"/>
                </a:lnTo>
                <a:lnTo>
                  <a:pt x="245" y="413"/>
                </a:lnTo>
                <a:lnTo>
                  <a:pt x="246" y="413"/>
                </a:lnTo>
                <a:lnTo>
                  <a:pt x="249" y="415"/>
                </a:lnTo>
                <a:lnTo>
                  <a:pt x="251" y="414"/>
                </a:lnTo>
                <a:lnTo>
                  <a:pt x="252" y="414"/>
                </a:lnTo>
                <a:lnTo>
                  <a:pt x="253" y="413"/>
                </a:lnTo>
                <a:lnTo>
                  <a:pt x="255" y="413"/>
                </a:lnTo>
                <a:lnTo>
                  <a:pt x="255" y="412"/>
                </a:lnTo>
                <a:lnTo>
                  <a:pt x="254" y="411"/>
                </a:lnTo>
                <a:lnTo>
                  <a:pt x="254" y="410"/>
                </a:lnTo>
                <a:lnTo>
                  <a:pt x="253" y="409"/>
                </a:lnTo>
                <a:lnTo>
                  <a:pt x="254" y="409"/>
                </a:lnTo>
                <a:lnTo>
                  <a:pt x="254" y="408"/>
                </a:lnTo>
                <a:lnTo>
                  <a:pt x="255" y="407"/>
                </a:lnTo>
                <a:lnTo>
                  <a:pt x="256" y="407"/>
                </a:lnTo>
                <a:lnTo>
                  <a:pt x="256" y="406"/>
                </a:lnTo>
                <a:lnTo>
                  <a:pt x="256" y="405"/>
                </a:lnTo>
                <a:lnTo>
                  <a:pt x="256" y="404"/>
                </a:lnTo>
                <a:lnTo>
                  <a:pt x="255" y="404"/>
                </a:lnTo>
                <a:lnTo>
                  <a:pt x="255" y="403"/>
                </a:lnTo>
                <a:lnTo>
                  <a:pt x="255" y="402"/>
                </a:lnTo>
                <a:lnTo>
                  <a:pt x="254" y="401"/>
                </a:lnTo>
                <a:lnTo>
                  <a:pt x="254" y="400"/>
                </a:lnTo>
                <a:lnTo>
                  <a:pt x="253" y="400"/>
                </a:lnTo>
                <a:lnTo>
                  <a:pt x="253" y="399"/>
                </a:lnTo>
                <a:lnTo>
                  <a:pt x="253" y="398"/>
                </a:lnTo>
                <a:lnTo>
                  <a:pt x="253" y="397"/>
                </a:lnTo>
                <a:lnTo>
                  <a:pt x="252" y="396"/>
                </a:lnTo>
                <a:lnTo>
                  <a:pt x="252" y="395"/>
                </a:lnTo>
                <a:lnTo>
                  <a:pt x="251" y="394"/>
                </a:lnTo>
                <a:lnTo>
                  <a:pt x="249" y="392"/>
                </a:lnTo>
                <a:lnTo>
                  <a:pt x="249" y="393"/>
                </a:lnTo>
                <a:lnTo>
                  <a:pt x="248" y="393"/>
                </a:lnTo>
                <a:lnTo>
                  <a:pt x="248" y="392"/>
                </a:lnTo>
                <a:lnTo>
                  <a:pt x="247" y="392"/>
                </a:lnTo>
                <a:lnTo>
                  <a:pt x="247" y="391"/>
                </a:lnTo>
                <a:lnTo>
                  <a:pt x="248" y="390"/>
                </a:lnTo>
                <a:lnTo>
                  <a:pt x="247" y="390"/>
                </a:lnTo>
                <a:lnTo>
                  <a:pt x="247" y="389"/>
                </a:lnTo>
                <a:lnTo>
                  <a:pt x="247" y="388"/>
                </a:lnTo>
                <a:lnTo>
                  <a:pt x="248" y="387"/>
                </a:lnTo>
                <a:lnTo>
                  <a:pt x="248" y="386"/>
                </a:lnTo>
                <a:lnTo>
                  <a:pt x="248" y="385"/>
                </a:lnTo>
                <a:lnTo>
                  <a:pt x="247" y="384"/>
                </a:lnTo>
                <a:lnTo>
                  <a:pt x="246" y="383"/>
                </a:lnTo>
                <a:lnTo>
                  <a:pt x="245" y="383"/>
                </a:lnTo>
                <a:lnTo>
                  <a:pt x="245" y="381"/>
                </a:lnTo>
                <a:lnTo>
                  <a:pt x="244" y="380"/>
                </a:lnTo>
                <a:lnTo>
                  <a:pt x="243" y="380"/>
                </a:lnTo>
                <a:lnTo>
                  <a:pt x="243" y="379"/>
                </a:lnTo>
                <a:lnTo>
                  <a:pt x="243" y="378"/>
                </a:lnTo>
                <a:lnTo>
                  <a:pt x="243" y="377"/>
                </a:lnTo>
                <a:lnTo>
                  <a:pt x="243" y="375"/>
                </a:lnTo>
                <a:lnTo>
                  <a:pt x="242" y="374"/>
                </a:lnTo>
                <a:lnTo>
                  <a:pt x="241" y="372"/>
                </a:lnTo>
                <a:lnTo>
                  <a:pt x="240" y="371"/>
                </a:lnTo>
                <a:lnTo>
                  <a:pt x="239" y="372"/>
                </a:lnTo>
                <a:lnTo>
                  <a:pt x="239" y="370"/>
                </a:lnTo>
                <a:lnTo>
                  <a:pt x="238" y="369"/>
                </a:lnTo>
                <a:lnTo>
                  <a:pt x="238" y="368"/>
                </a:lnTo>
                <a:lnTo>
                  <a:pt x="238" y="367"/>
                </a:lnTo>
                <a:lnTo>
                  <a:pt x="237" y="367"/>
                </a:lnTo>
                <a:lnTo>
                  <a:pt x="237" y="366"/>
                </a:lnTo>
                <a:lnTo>
                  <a:pt x="236" y="365"/>
                </a:lnTo>
                <a:lnTo>
                  <a:pt x="235" y="364"/>
                </a:lnTo>
                <a:lnTo>
                  <a:pt x="234" y="363"/>
                </a:lnTo>
                <a:lnTo>
                  <a:pt x="233" y="362"/>
                </a:lnTo>
                <a:lnTo>
                  <a:pt x="231" y="362"/>
                </a:lnTo>
                <a:lnTo>
                  <a:pt x="230" y="361"/>
                </a:lnTo>
                <a:lnTo>
                  <a:pt x="230" y="360"/>
                </a:lnTo>
                <a:lnTo>
                  <a:pt x="230" y="358"/>
                </a:lnTo>
                <a:lnTo>
                  <a:pt x="231" y="358"/>
                </a:lnTo>
                <a:lnTo>
                  <a:pt x="232" y="358"/>
                </a:lnTo>
                <a:lnTo>
                  <a:pt x="232" y="357"/>
                </a:lnTo>
                <a:lnTo>
                  <a:pt x="231" y="357"/>
                </a:lnTo>
                <a:lnTo>
                  <a:pt x="230" y="356"/>
                </a:lnTo>
                <a:lnTo>
                  <a:pt x="228" y="355"/>
                </a:lnTo>
                <a:lnTo>
                  <a:pt x="228" y="354"/>
                </a:lnTo>
                <a:lnTo>
                  <a:pt x="227" y="353"/>
                </a:lnTo>
                <a:lnTo>
                  <a:pt x="225" y="352"/>
                </a:lnTo>
                <a:lnTo>
                  <a:pt x="224" y="352"/>
                </a:lnTo>
                <a:lnTo>
                  <a:pt x="223" y="351"/>
                </a:lnTo>
                <a:lnTo>
                  <a:pt x="223" y="350"/>
                </a:lnTo>
                <a:lnTo>
                  <a:pt x="223" y="349"/>
                </a:lnTo>
                <a:lnTo>
                  <a:pt x="222" y="349"/>
                </a:lnTo>
                <a:lnTo>
                  <a:pt x="221" y="348"/>
                </a:lnTo>
                <a:lnTo>
                  <a:pt x="223" y="347"/>
                </a:lnTo>
                <a:lnTo>
                  <a:pt x="222" y="346"/>
                </a:lnTo>
                <a:lnTo>
                  <a:pt x="222" y="345"/>
                </a:lnTo>
                <a:lnTo>
                  <a:pt x="221" y="343"/>
                </a:lnTo>
                <a:lnTo>
                  <a:pt x="222" y="342"/>
                </a:lnTo>
                <a:lnTo>
                  <a:pt x="223" y="342"/>
                </a:lnTo>
                <a:lnTo>
                  <a:pt x="224" y="341"/>
                </a:lnTo>
                <a:lnTo>
                  <a:pt x="223" y="341"/>
                </a:lnTo>
                <a:lnTo>
                  <a:pt x="223" y="340"/>
                </a:lnTo>
                <a:lnTo>
                  <a:pt x="224" y="339"/>
                </a:lnTo>
                <a:lnTo>
                  <a:pt x="223" y="339"/>
                </a:lnTo>
                <a:lnTo>
                  <a:pt x="224" y="339"/>
                </a:lnTo>
                <a:lnTo>
                  <a:pt x="223" y="338"/>
                </a:lnTo>
                <a:lnTo>
                  <a:pt x="224" y="337"/>
                </a:lnTo>
                <a:lnTo>
                  <a:pt x="224" y="335"/>
                </a:lnTo>
                <a:lnTo>
                  <a:pt x="224" y="334"/>
                </a:lnTo>
                <a:lnTo>
                  <a:pt x="226" y="333"/>
                </a:lnTo>
                <a:lnTo>
                  <a:pt x="225" y="332"/>
                </a:lnTo>
                <a:lnTo>
                  <a:pt x="225" y="331"/>
                </a:lnTo>
                <a:lnTo>
                  <a:pt x="226" y="331"/>
                </a:lnTo>
                <a:lnTo>
                  <a:pt x="225" y="331"/>
                </a:lnTo>
                <a:lnTo>
                  <a:pt x="226" y="330"/>
                </a:lnTo>
                <a:lnTo>
                  <a:pt x="225" y="330"/>
                </a:lnTo>
                <a:lnTo>
                  <a:pt x="218" y="329"/>
                </a:lnTo>
                <a:lnTo>
                  <a:pt x="218" y="328"/>
                </a:lnTo>
                <a:lnTo>
                  <a:pt x="217" y="328"/>
                </a:lnTo>
                <a:lnTo>
                  <a:pt x="217" y="327"/>
                </a:lnTo>
                <a:lnTo>
                  <a:pt x="215" y="327"/>
                </a:lnTo>
                <a:lnTo>
                  <a:pt x="215" y="326"/>
                </a:lnTo>
                <a:lnTo>
                  <a:pt x="214" y="324"/>
                </a:lnTo>
                <a:lnTo>
                  <a:pt x="213" y="325"/>
                </a:lnTo>
                <a:lnTo>
                  <a:pt x="213" y="324"/>
                </a:lnTo>
                <a:lnTo>
                  <a:pt x="211" y="319"/>
                </a:lnTo>
                <a:lnTo>
                  <a:pt x="206" y="313"/>
                </a:lnTo>
                <a:lnTo>
                  <a:pt x="206" y="312"/>
                </a:lnTo>
                <a:lnTo>
                  <a:pt x="202" y="309"/>
                </a:lnTo>
                <a:lnTo>
                  <a:pt x="201" y="307"/>
                </a:lnTo>
                <a:lnTo>
                  <a:pt x="200" y="307"/>
                </a:lnTo>
                <a:lnTo>
                  <a:pt x="199" y="307"/>
                </a:lnTo>
                <a:lnTo>
                  <a:pt x="198" y="307"/>
                </a:lnTo>
                <a:lnTo>
                  <a:pt x="197" y="306"/>
                </a:lnTo>
                <a:lnTo>
                  <a:pt x="195" y="305"/>
                </a:lnTo>
                <a:lnTo>
                  <a:pt x="193" y="305"/>
                </a:lnTo>
                <a:lnTo>
                  <a:pt x="192" y="305"/>
                </a:lnTo>
                <a:lnTo>
                  <a:pt x="192" y="304"/>
                </a:lnTo>
                <a:lnTo>
                  <a:pt x="191" y="301"/>
                </a:lnTo>
                <a:lnTo>
                  <a:pt x="190" y="300"/>
                </a:lnTo>
                <a:lnTo>
                  <a:pt x="191" y="299"/>
                </a:lnTo>
                <a:lnTo>
                  <a:pt x="192" y="299"/>
                </a:lnTo>
                <a:lnTo>
                  <a:pt x="192" y="297"/>
                </a:lnTo>
                <a:lnTo>
                  <a:pt x="192" y="295"/>
                </a:lnTo>
                <a:lnTo>
                  <a:pt x="189" y="291"/>
                </a:lnTo>
                <a:lnTo>
                  <a:pt x="190" y="291"/>
                </a:lnTo>
                <a:lnTo>
                  <a:pt x="191" y="290"/>
                </a:lnTo>
                <a:lnTo>
                  <a:pt x="190" y="290"/>
                </a:lnTo>
                <a:lnTo>
                  <a:pt x="190" y="289"/>
                </a:lnTo>
                <a:lnTo>
                  <a:pt x="189" y="288"/>
                </a:lnTo>
                <a:lnTo>
                  <a:pt x="190" y="287"/>
                </a:lnTo>
                <a:lnTo>
                  <a:pt x="190" y="286"/>
                </a:lnTo>
                <a:lnTo>
                  <a:pt x="189" y="285"/>
                </a:lnTo>
                <a:lnTo>
                  <a:pt x="189" y="284"/>
                </a:lnTo>
                <a:lnTo>
                  <a:pt x="188" y="283"/>
                </a:lnTo>
                <a:lnTo>
                  <a:pt x="187" y="283"/>
                </a:lnTo>
                <a:lnTo>
                  <a:pt x="187" y="284"/>
                </a:lnTo>
                <a:lnTo>
                  <a:pt x="185" y="284"/>
                </a:lnTo>
                <a:lnTo>
                  <a:pt x="184" y="284"/>
                </a:lnTo>
                <a:lnTo>
                  <a:pt x="183" y="285"/>
                </a:lnTo>
                <a:lnTo>
                  <a:pt x="182" y="285"/>
                </a:lnTo>
                <a:lnTo>
                  <a:pt x="181" y="286"/>
                </a:lnTo>
                <a:lnTo>
                  <a:pt x="180" y="287"/>
                </a:lnTo>
                <a:lnTo>
                  <a:pt x="178" y="288"/>
                </a:lnTo>
                <a:lnTo>
                  <a:pt x="177" y="289"/>
                </a:lnTo>
                <a:lnTo>
                  <a:pt x="176" y="290"/>
                </a:lnTo>
                <a:lnTo>
                  <a:pt x="176" y="291"/>
                </a:lnTo>
                <a:lnTo>
                  <a:pt x="175" y="291"/>
                </a:lnTo>
                <a:lnTo>
                  <a:pt x="174" y="292"/>
                </a:lnTo>
                <a:lnTo>
                  <a:pt x="173" y="294"/>
                </a:lnTo>
                <a:lnTo>
                  <a:pt x="172" y="295"/>
                </a:lnTo>
                <a:lnTo>
                  <a:pt x="171" y="296"/>
                </a:lnTo>
                <a:lnTo>
                  <a:pt x="171" y="297"/>
                </a:lnTo>
                <a:lnTo>
                  <a:pt x="169" y="298"/>
                </a:lnTo>
                <a:lnTo>
                  <a:pt x="169" y="299"/>
                </a:lnTo>
                <a:lnTo>
                  <a:pt x="168" y="299"/>
                </a:lnTo>
                <a:lnTo>
                  <a:pt x="168" y="300"/>
                </a:lnTo>
                <a:lnTo>
                  <a:pt x="167" y="301"/>
                </a:lnTo>
                <a:lnTo>
                  <a:pt x="166" y="302"/>
                </a:lnTo>
                <a:lnTo>
                  <a:pt x="165" y="303"/>
                </a:lnTo>
                <a:lnTo>
                  <a:pt x="164" y="304"/>
                </a:lnTo>
                <a:lnTo>
                  <a:pt x="164" y="305"/>
                </a:lnTo>
                <a:lnTo>
                  <a:pt x="163" y="305"/>
                </a:lnTo>
                <a:lnTo>
                  <a:pt x="155" y="310"/>
                </a:lnTo>
                <a:lnTo>
                  <a:pt x="154" y="311"/>
                </a:lnTo>
                <a:lnTo>
                  <a:pt x="153" y="313"/>
                </a:lnTo>
                <a:lnTo>
                  <a:pt x="152" y="314"/>
                </a:lnTo>
                <a:lnTo>
                  <a:pt x="151" y="316"/>
                </a:lnTo>
                <a:lnTo>
                  <a:pt x="149" y="319"/>
                </a:lnTo>
                <a:lnTo>
                  <a:pt x="149" y="320"/>
                </a:lnTo>
                <a:lnTo>
                  <a:pt x="149" y="321"/>
                </a:lnTo>
                <a:lnTo>
                  <a:pt x="148" y="323"/>
                </a:lnTo>
                <a:lnTo>
                  <a:pt x="148" y="324"/>
                </a:lnTo>
                <a:lnTo>
                  <a:pt x="147" y="325"/>
                </a:lnTo>
                <a:lnTo>
                  <a:pt x="143" y="326"/>
                </a:lnTo>
                <a:lnTo>
                  <a:pt x="139" y="329"/>
                </a:lnTo>
                <a:lnTo>
                  <a:pt x="138" y="330"/>
                </a:lnTo>
                <a:lnTo>
                  <a:pt x="135" y="331"/>
                </a:lnTo>
                <a:lnTo>
                  <a:pt x="133" y="333"/>
                </a:lnTo>
                <a:lnTo>
                  <a:pt x="131" y="334"/>
                </a:lnTo>
                <a:lnTo>
                  <a:pt x="130" y="335"/>
                </a:lnTo>
                <a:lnTo>
                  <a:pt x="129" y="336"/>
                </a:lnTo>
                <a:lnTo>
                  <a:pt x="128" y="336"/>
                </a:lnTo>
                <a:lnTo>
                  <a:pt x="116" y="339"/>
                </a:lnTo>
                <a:lnTo>
                  <a:pt x="112" y="340"/>
                </a:lnTo>
                <a:lnTo>
                  <a:pt x="111" y="340"/>
                </a:lnTo>
                <a:lnTo>
                  <a:pt x="110" y="340"/>
                </a:lnTo>
                <a:lnTo>
                  <a:pt x="108" y="339"/>
                </a:lnTo>
                <a:lnTo>
                  <a:pt x="105" y="338"/>
                </a:lnTo>
                <a:lnTo>
                  <a:pt x="104" y="336"/>
                </a:lnTo>
                <a:lnTo>
                  <a:pt x="105" y="335"/>
                </a:lnTo>
                <a:lnTo>
                  <a:pt x="106" y="329"/>
                </a:lnTo>
                <a:lnTo>
                  <a:pt x="103" y="314"/>
                </a:lnTo>
                <a:lnTo>
                  <a:pt x="103" y="312"/>
                </a:lnTo>
                <a:lnTo>
                  <a:pt x="101" y="304"/>
                </a:lnTo>
                <a:lnTo>
                  <a:pt x="99" y="305"/>
                </a:lnTo>
                <a:lnTo>
                  <a:pt x="98" y="305"/>
                </a:lnTo>
                <a:lnTo>
                  <a:pt x="96" y="305"/>
                </a:lnTo>
                <a:lnTo>
                  <a:pt x="95" y="305"/>
                </a:lnTo>
                <a:lnTo>
                  <a:pt x="93" y="303"/>
                </a:lnTo>
                <a:lnTo>
                  <a:pt x="93" y="302"/>
                </a:lnTo>
                <a:lnTo>
                  <a:pt x="93" y="299"/>
                </a:lnTo>
                <a:lnTo>
                  <a:pt x="93" y="298"/>
                </a:lnTo>
                <a:lnTo>
                  <a:pt x="92" y="297"/>
                </a:lnTo>
                <a:lnTo>
                  <a:pt x="91" y="296"/>
                </a:lnTo>
                <a:lnTo>
                  <a:pt x="91" y="295"/>
                </a:lnTo>
                <a:lnTo>
                  <a:pt x="90" y="295"/>
                </a:lnTo>
                <a:lnTo>
                  <a:pt x="90" y="294"/>
                </a:lnTo>
                <a:lnTo>
                  <a:pt x="89" y="294"/>
                </a:lnTo>
                <a:lnTo>
                  <a:pt x="89" y="293"/>
                </a:lnTo>
                <a:lnTo>
                  <a:pt x="85" y="293"/>
                </a:lnTo>
                <a:lnTo>
                  <a:pt x="82" y="292"/>
                </a:lnTo>
                <a:lnTo>
                  <a:pt x="82" y="290"/>
                </a:lnTo>
                <a:lnTo>
                  <a:pt x="81" y="288"/>
                </a:lnTo>
                <a:lnTo>
                  <a:pt x="79" y="287"/>
                </a:lnTo>
                <a:lnTo>
                  <a:pt x="77" y="281"/>
                </a:lnTo>
                <a:lnTo>
                  <a:pt x="76" y="279"/>
                </a:lnTo>
                <a:lnTo>
                  <a:pt x="76" y="278"/>
                </a:lnTo>
                <a:lnTo>
                  <a:pt x="77" y="276"/>
                </a:lnTo>
                <a:lnTo>
                  <a:pt x="77" y="274"/>
                </a:lnTo>
                <a:lnTo>
                  <a:pt x="77" y="273"/>
                </a:lnTo>
                <a:lnTo>
                  <a:pt x="77" y="272"/>
                </a:lnTo>
                <a:lnTo>
                  <a:pt x="78" y="271"/>
                </a:lnTo>
                <a:lnTo>
                  <a:pt x="80" y="270"/>
                </a:lnTo>
                <a:lnTo>
                  <a:pt x="81" y="269"/>
                </a:lnTo>
                <a:lnTo>
                  <a:pt x="80" y="268"/>
                </a:lnTo>
                <a:lnTo>
                  <a:pt x="81" y="268"/>
                </a:lnTo>
                <a:lnTo>
                  <a:pt x="80" y="266"/>
                </a:lnTo>
                <a:lnTo>
                  <a:pt x="76" y="267"/>
                </a:lnTo>
                <a:lnTo>
                  <a:pt x="75" y="268"/>
                </a:lnTo>
                <a:lnTo>
                  <a:pt x="74" y="266"/>
                </a:lnTo>
                <a:lnTo>
                  <a:pt x="75" y="263"/>
                </a:lnTo>
                <a:lnTo>
                  <a:pt x="77" y="264"/>
                </a:lnTo>
                <a:lnTo>
                  <a:pt x="78" y="264"/>
                </a:lnTo>
                <a:lnTo>
                  <a:pt x="79" y="263"/>
                </a:lnTo>
                <a:lnTo>
                  <a:pt x="80" y="262"/>
                </a:lnTo>
                <a:lnTo>
                  <a:pt x="81" y="261"/>
                </a:lnTo>
                <a:lnTo>
                  <a:pt x="79" y="261"/>
                </a:lnTo>
                <a:lnTo>
                  <a:pt x="77" y="261"/>
                </a:lnTo>
                <a:lnTo>
                  <a:pt x="76" y="261"/>
                </a:lnTo>
                <a:lnTo>
                  <a:pt x="75" y="261"/>
                </a:lnTo>
                <a:lnTo>
                  <a:pt x="73" y="261"/>
                </a:lnTo>
                <a:lnTo>
                  <a:pt x="72" y="260"/>
                </a:lnTo>
                <a:lnTo>
                  <a:pt x="72" y="258"/>
                </a:lnTo>
                <a:lnTo>
                  <a:pt x="72" y="257"/>
                </a:lnTo>
                <a:lnTo>
                  <a:pt x="72" y="256"/>
                </a:lnTo>
                <a:lnTo>
                  <a:pt x="72" y="255"/>
                </a:lnTo>
                <a:lnTo>
                  <a:pt x="71" y="255"/>
                </a:lnTo>
                <a:lnTo>
                  <a:pt x="71" y="253"/>
                </a:lnTo>
                <a:lnTo>
                  <a:pt x="70" y="253"/>
                </a:lnTo>
                <a:lnTo>
                  <a:pt x="70" y="252"/>
                </a:lnTo>
                <a:lnTo>
                  <a:pt x="70" y="251"/>
                </a:lnTo>
                <a:lnTo>
                  <a:pt x="69" y="250"/>
                </a:lnTo>
                <a:lnTo>
                  <a:pt x="68" y="250"/>
                </a:lnTo>
                <a:lnTo>
                  <a:pt x="68" y="249"/>
                </a:lnTo>
                <a:lnTo>
                  <a:pt x="68" y="248"/>
                </a:lnTo>
                <a:lnTo>
                  <a:pt x="68" y="247"/>
                </a:lnTo>
                <a:lnTo>
                  <a:pt x="67" y="246"/>
                </a:lnTo>
                <a:lnTo>
                  <a:pt x="66" y="247"/>
                </a:lnTo>
                <a:lnTo>
                  <a:pt x="66" y="246"/>
                </a:lnTo>
                <a:lnTo>
                  <a:pt x="65" y="246"/>
                </a:lnTo>
                <a:lnTo>
                  <a:pt x="65" y="245"/>
                </a:lnTo>
                <a:lnTo>
                  <a:pt x="64" y="244"/>
                </a:lnTo>
                <a:lnTo>
                  <a:pt x="64" y="243"/>
                </a:lnTo>
                <a:lnTo>
                  <a:pt x="65" y="242"/>
                </a:lnTo>
                <a:lnTo>
                  <a:pt x="66" y="242"/>
                </a:lnTo>
                <a:lnTo>
                  <a:pt x="67" y="242"/>
                </a:lnTo>
                <a:lnTo>
                  <a:pt x="68" y="241"/>
                </a:lnTo>
                <a:lnTo>
                  <a:pt x="67" y="236"/>
                </a:lnTo>
                <a:lnTo>
                  <a:pt x="65" y="228"/>
                </a:lnTo>
                <a:lnTo>
                  <a:pt x="67" y="225"/>
                </a:lnTo>
                <a:lnTo>
                  <a:pt x="67" y="221"/>
                </a:lnTo>
                <a:lnTo>
                  <a:pt x="68" y="218"/>
                </a:lnTo>
                <a:lnTo>
                  <a:pt x="67" y="213"/>
                </a:lnTo>
                <a:lnTo>
                  <a:pt x="65" y="207"/>
                </a:lnTo>
                <a:lnTo>
                  <a:pt x="66" y="204"/>
                </a:lnTo>
                <a:lnTo>
                  <a:pt x="67" y="202"/>
                </a:lnTo>
                <a:lnTo>
                  <a:pt x="67" y="200"/>
                </a:lnTo>
                <a:lnTo>
                  <a:pt x="72" y="200"/>
                </a:lnTo>
                <a:lnTo>
                  <a:pt x="75" y="197"/>
                </a:lnTo>
                <a:lnTo>
                  <a:pt x="76" y="195"/>
                </a:lnTo>
                <a:lnTo>
                  <a:pt x="76" y="189"/>
                </a:lnTo>
                <a:lnTo>
                  <a:pt x="75" y="186"/>
                </a:lnTo>
                <a:lnTo>
                  <a:pt x="75" y="184"/>
                </a:lnTo>
                <a:lnTo>
                  <a:pt x="73" y="184"/>
                </a:lnTo>
                <a:lnTo>
                  <a:pt x="65" y="183"/>
                </a:lnTo>
                <a:lnTo>
                  <a:pt x="64" y="182"/>
                </a:lnTo>
                <a:lnTo>
                  <a:pt x="64" y="181"/>
                </a:lnTo>
                <a:lnTo>
                  <a:pt x="63" y="179"/>
                </a:lnTo>
                <a:lnTo>
                  <a:pt x="63" y="177"/>
                </a:lnTo>
                <a:lnTo>
                  <a:pt x="63" y="176"/>
                </a:lnTo>
                <a:lnTo>
                  <a:pt x="63" y="175"/>
                </a:lnTo>
                <a:lnTo>
                  <a:pt x="63" y="174"/>
                </a:lnTo>
                <a:lnTo>
                  <a:pt x="63" y="172"/>
                </a:lnTo>
                <a:lnTo>
                  <a:pt x="63" y="171"/>
                </a:lnTo>
                <a:lnTo>
                  <a:pt x="65" y="166"/>
                </a:lnTo>
                <a:lnTo>
                  <a:pt x="64" y="164"/>
                </a:lnTo>
                <a:lnTo>
                  <a:pt x="63" y="162"/>
                </a:lnTo>
                <a:lnTo>
                  <a:pt x="63" y="161"/>
                </a:lnTo>
                <a:lnTo>
                  <a:pt x="60" y="160"/>
                </a:lnTo>
                <a:lnTo>
                  <a:pt x="58" y="160"/>
                </a:lnTo>
                <a:lnTo>
                  <a:pt x="56" y="159"/>
                </a:lnTo>
                <a:lnTo>
                  <a:pt x="54" y="159"/>
                </a:lnTo>
                <a:lnTo>
                  <a:pt x="51" y="158"/>
                </a:lnTo>
                <a:lnTo>
                  <a:pt x="49" y="157"/>
                </a:lnTo>
                <a:lnTo>
                  <a:pt x="48" y="157"/>
                </a:lnTo>
                <a:lnTo>
                  <a:pt x="47" y="156"/>
                </a:lnTo>
                <a:lnTo>
                  <a:pt x="45" y="155"/>
                </a:lnTo>
                <a:lnTo>
                  <a:pt x="45" y="154"/>
                </a:lnTo>
                <a:lnTo>
                  <a:pt x="43" y="154"/>
                </a:lnTo>
                <a:lnTo>
                  <a:pt x="43" y="152"/>
                </a:lnTo>
                <a:lnTo>
                  <a:pt x="42" y="150"/>
                </a:lnTo>
                <a:lnTo>
                  <a:pt x="41" y="149"/>
                </a:lnTo>
                <a:lnTo>
                  <a:pt x="41" y="148"/>
                </a:lnTo>
                <a:lnTo>
                  <a:pt x="40" y="146"/>
                </a:lnTo>
                <a:lnTo>
                  <a:pt x="39" y="146"/>
                </a:lnTo>
                <a:lnTo>
                  <a:pt x="39" y="145"/>
                </a:lnTo>
                <a:lnTo>
                  <a:pt x="38" y="145"/>
                </a:lnTo>
                <a:lnTo>
                  <a:pt x="38" y="144"/>
                </a:lnTo>
                <a:lnTo>
                  <a:pt x="38" y="143"/>
                </a:lnTo>
                <a:lnTo>
                  <a:pt x="37" y="142"/>
                </a:lnTo>
                <a:lnTo>
                  <a:pt x="37" y="141"/>
                </a:lnTo>
                <a:lnTo>
                  <a:pt x="38" y="141"/>
                </a:lnTo>
                <a:lnTo>
                  <a:pt x="39" y="141"/>
                </a:lnTo>
                <a:lnTo>
                  <a:pt x="40" y="141"/>
                </a:lnTo>
                <a:lnTo>
                  <a:pt x="40" y="140"/>
                </a:lnTo>
                <a:lnTo>
                  <a:pt x="40" y="137"/>
                </a:lnTo>
                <a:lnTo>
                  <a:pt x="40" y="135"/>
                </a:lnTo>
                <a:lnTo>
                  <a:pt x="39" y="135"/>
                </a:lnTo>
                <a:lnTo>
                  <a:pt x="39" y="134"/>
                </a:lnTo>
                <a:lnTo>
                  <a:pt x="37" y="132"/>
                </a:lnTo>
                <a:lnTo>
                  <a:pt x="36" y="129"/>
                </a:lnTo>
                <a:lnTo>
                  <a:pt x="35" y="127"/>
                </a:lnTo>
                <a:lnTo>
                  <a:pt x="32" y="125"/>
                </a:lnTo>
                <a:lnTo>
                  <a:pt x="32" y="124"/>
                </a:lnTo>
                <a:lnTo>
                  <a:pt x="31" y="124"/>
                </a:lnTo>
                <a:lnTo>
                  <a:pt x="31" y="125"/>
                </a:lnTo>
                <a:lnTo>
                  <a:pt x="30" y="124"/>
                </a:lnTo>
                <a:lnTo>
                  <a:pt x="29" y="124"/>
                </a:lnTo>
                <a:lnTo>
                  <a:pt x="28" y="125"/>
                </a:lnTo>
                <a:lnTo>
                  <a:pt x="27" y="125"/>
                </a:lnTo>
                <a:lnTo>
                  <a:pt x="24" y="125"/>
                </a:lnTo>
                <a:lnTo>
                  <a:pt x="23" y="125"/>
                </a:lnTo>
                <a:lnTo>
                  <a:pt x="22" y="126"/>
                </a:lnTo>
                <a:lnTo>
                  <a:pt x="21" y="126"/>
                </a:lnTo>
                <a:lnTo>
                  <a:pt x="20" y="127"/>
                </a:lnTo>
                <a:lnTo>
                  <a:pt x="19" y="127"/>
                </a:lnTo>
                <a:lnTo>
                  <a:pt x="19" y="128"/>
                </a:lnTo>
                <a:lnTo>
                  <a:pt x="18" y="129"/>
                </a:lnTo>
                <a:lnTo>
                  <a:pt x="19" y="129"/>
                </a:lnTo>
                <a:lnTo>
                  <a:pt x="18" y="130"/>
                </a:lnTo>
                <a:lnTo>
                  <a:pt x="19" y="131"/>
                </a:lnTo>
                <a:lnTo>
                  <a:pt x="17" y="131"/>
                </a:lnTo>
                <a:lnTo>
                  <a:pt x="15" y="130"/>
                </a:lnTo>
                <a:lnTo>
                  <a:pt x="14" y="131"/>
                </a:lnTo>
                <a:lnTo>
                  <a:pt x="13" y="131"/>
                </a:lnTo>
                <a:lnTo>
                  <a:pt x="12" y="131"/>
                </a:lnTo>
                <a:lnTo>
                  <a:pt x="11" y="131"/>
                </a:lnTo>
                <a:lnTo>
                  <a:pt x="10" y="130"/>
                </a:lnTo>
                <a:lnTo>
                  <a:pt x="8" y="130"/>
                </a:lnTo>
                <a:lnTo>
                  <a:pt x="5" y="129"/>
                </a:lnTo>
                <a:lnTo>
                  <a:pt x="4" y="128"/>
                </a:lnTo>
                <a:lnTo>
                  <a:pt x="3" y="128"/>
                </a:lnTo>
                <a:lnTo>
                  <a:pt x="3" y="127"/>
                </a:lnTo>
                <a:lnTo>
                  <a:pt x="2" y="127"/>
                </a:lnTo>
                <a:lnTo>
                  <a:pt x="2" y="126"/>
                </a:lnTo>
                <a:lnTo>
                  <a:pt x="3" y="126"/>
                </a:lnTo>
                <a:lnTo>
                  <a:pt x="3" y="125"/>
                </a:lnTo>
                <a:lnTo>
                  <a:pt x="2" y="125"/>
                </a:lnTo>
                <a:lnTo>
                  <a:pt x="1" y="125"/>
                </a:lnTo>
                <a:lnTo>
                  <a:pt x="0" y="125"/>
                </a:lnTo>
                <a:lnTo>
                  <a:pt x="0" y="124"/>
                </a:lnTo>
                <a:lnTo>
                  <a:pt x="0" y="123"/>
                </a:lnTo>
                <a:lnTo>
                  <a:pt x="1" y="122"/>
                </a:lnTo>
                <a:lnTo>
                  <a:pt x="1" y="121"/>
                </a:lnTo>
                <a:lnTo>
                  <a:pt x="2" y="121"/>
                </a:lnTo>
                <a:lnTo>
                  <a:pt x="3" y="121"/>
                </a:lnTo>
                <a:lnTo>
                  <a:pt x="4" y="121"/>
                </a:lnTo>
                <a:lnTo>
                  <a:pt x="5" y="121"/>
                </a:lnTo>
                <a:lnTo>
                  <a:pt x="4" y="121"/>
                </a:lnTo>
                <a:lnTo>
                  <a:pt x="4" y="120"/>
                </a:lnTo>
                <a:lnTo>
                  <a:pt x="5" y="119"/>
                </a:lnTo>
                <a:lnTo>
                  <a:pt x="6" y="119"/>
                </a:lnTo>
                <a:lnTo>
                  <a:pt x="6" y="118"/>
                </a:lnTo>
                <a:lnTo>
                  <a:pt x="7" y="118"/>
                </a:lnTo>
                <a:lnTo>
                  <a:pt x="8" y="117"/>
                </a:lnTo>
                <a:lnTo>
                  <a:pt x="7" y="117"/>
                </a:lnTo>
                <a:lnTo>
                  <a:pt x="7" y="116"/>
                </a:lnTo>
                <a:lnTo>
                  <a:pt x="8" y="117"/>
                </a:lnTo>
                <a:lnTo>
                  <a:pt x="7" y="117"/>
                </a:lnTo>
                <a:lnTo>
                  <a:pt x="8" y="117"/>
                </a:lnTo>
                <a:lnTo>
                  <a:pt x="9" y="117"/>
                </a:lnTo>
                <a:lnTo>
                  <a:pt x="9" y="116"/>
                </a:lnTo>
                <a:lnTo>
                  <a:pt x="10" y="116"/>
                </a:lnTo>
                <a:lnTo>
                  <a:pt x="10" y="115"/>
                </a:lnTo>
                <a:lnTo>
                  <a:pt x="9" y="114"/>
                </a:lnTo>
                <a:lnTo>
                  <a:pt x="10" y="115"/>
                </a:lnTo>
                <a:lnTo>
                  <a:pt x="10" y="114"/>
                </a:lnTo>
                <a:lnTo>
                  <a:pt x="9" y="113"/>
                </a:lnTo>
                <a:lnTo>
                  <a:pt x="10" y="112"/>
                </a:lnTo>
                <a:lnTo>
                  <a:pt x="11" y="112"/>
                </a:lnTo>
                <a:lnTo>
                  <a:pt x="11" y="111"/>
                </a:lnTo>
                <a:lnTo>
                  <a:pt x="10" y="110"/>
                </a:lnTo>
                <a:lnTo>
                  <a:pt x="10" y="109"/>
                </a:lnTo>
                <a:lnTo>
                  <a:pt x="10" y="108"/>
                </a:lnTo>
                <a:lnTo>
                  <a:pt x="11" y="108"/>
                </a:lnTo>
                <a:lnTo>
                  <a:pt x="11" y="107"/>
                </a:lnTo>
                <a:lnTo>
                  <a:pt x="12" y="106"/>
                </a:lnTo>
                <a:lnTo>
                  <a:pt x="12" y="105"/>
                </a:lnTo>
                <a:lnTo>
                  <a:pt x="12" y="104"/>
                </a:lnTo>
                <a:lnTo>
                  <a:pt x="13" y="104"/>
                </a:lnTo>
                <a:lnTo>
                  <a:pt x="13" y="103"/>
                </a:lnTo>
                <a:lnTo>
                  <a:pt x="14" y="103"/>
                </a:lnTo>
                <a:lnTo>
                  <a:pt x="14" y="102"/>
                </a:lnTo>
                <a:lnTo>
                  <a:pt x="14" y="101"/>
                </a:lnTo>
                <a:lnTo>
                  <a:pt x="13" y="101"/>
                </a:lnTo>
                <a:lnTo>
                  <a:pt x="13" y="100"/>
                </a:lnTo>
                <a:lnTo>
                  <a:pt x="13" y="99"/>
                </a:lnTo>
                <a:lnTo>
                  <a:pt x="13" y="98"/>
                </a:lnTo>
                <a:lnTo>
                  <a:pt x="13" y="97"/>
                </a:lnTo>
                <a:lnTo>
                  <a:pt x="13" y="96"/>
                </a:lnTo>
                <a:lnTo>
                  <a:pt x="14" y="96"/>
                </a:lnTo>
                <a:lnTo>
                  <a:pt x="13" y="95"/>
                </a:lnTo>
                <a:lnTo>
                  <a:pt x="13" y="94"/>
                </a:lnTo>
                <a:lnTo>
                  <a:pt x="12" y="94"/>
                </a:lnTo>
                <a:lnTo>
                  <a:pt x="12" y="93"/>
                </a:lnTo>
                <a:lnTo>
                  <a:pt x="11" y="93"/>
                </a:lnTo>
                <a:lnTo>
                  <a:pt x="11" y="92"/>
                </a:lnTo>
                <a:lnTo>
                  <a:pt x="12" y="92"/>
                </a:lnTo>
                <a:lnTo>
                  <a:pt x="12" y="91"/>
                </a:lnTo>
                <a:lnTo>
                  <a:pt x="11" y="90"/>
                </a:lnTo>
                <a:lnTo>
                  <a:pt x="11" y="89"/>
                </a:lnTo>
                <a:lnTo>
                  <a:pt x="10" y="89"/>
                </a:lnTo>
                <a:lnTo>
                  <a:pt x="9" y="88"/>
                </a:lnTo>
                <a:lnTo>
                  <a:pt x="9" y="87"/>
                </a:lnTo>
                <a:lnTo>
                  <a:pt x="8" y="87"/>
                </a:lnTo>
                <a:lnTo>
                  <a:pt x="7" y="87"/>
                </a:lnTo>
                <a:lnTo>
                  <a:pt x="6" y="87"/>
                </a:lnTo>
                <a:lnTo>
                  <a:pt x="6" y="86"/>
                </a:lnTo>
                <a:lnTo>
                  <a:pt x="5" y="86"/>
                </a:lnTo>
                <a:lnTo>
                  <a:pt x="6" y="85"/>
                </a:lnTo>
                <a:lnTo>
                  <a:pt x="7" y="85"/>
                </a:lnTo>
                <a:lnTo>
                  <a:pt x="7" y="84"/>
                </a:lnTo>
                <a:lnTo>
                  <a:pt x="8" y="84"/>
                </a:lnTo>
                <a:lnTo>
                  <a:pt x="8" y="83"/>
                </a:lnTo>
                <a:lnTo>
                  <a:pt x="9" y="82"/>
                </a:lnTo>
                <a:lnTo>
                  <a:pt x="10" y="82"/>
                </a:lnTo>
                <a:lnTo>
                  <a:pt x="10" y="81"/>
                </a:lnTo>
                <a:lnTo>
                  <a:pt x="10" y="80"/>
                </a:lnTo>
                <a:lnTo>
                  <a:pt x="11" y="80"/>
                </a:lnTo>
                <a:lnTo>
                  <a:pt x="12" y="80"/>
                </a:lnTo>
                <a:lnTo>
                  <a:pt x="13" y="80"/>
                </a:lnTo>
                <a:lnTo>
                  <a:pt x="14" y="80"/>
                </a:lnTo>
                <a:lnTo>
                  <a:pt x="14" y="81"/>
                </a:lnTo>
                <a:lnTo>
                  <a:pt x="15" y="82"/>
                </a:lnTo>
                <a:lnTo>
                  <a:pt x="16" y="83"/>
                </a:lnTo>
                <a:lnTo>
                  <a:pt x="17" y="83"/>
                </a:lnTo>
                <a:lnTo>
                  <a:pt x="18" y="82"/>
                </a:lnTo>
                <a:lnTo>
                  <a:pt x="19" y="82"/>
                </a:lnTo>
                <a:lnTo>
                  <a:pt x="19" y="81"/>
                </a:lnTo>
                <a:lnTo>
                  <a:pt x="21" y="81"/>
                </a:lnTo>
                <a:lnTo>
                  <a:pt x="22" y="81"/>
                </a:lnTo>
                <a:lnTo>
                  <a:pt x="22" y="82"/>
                </a:lnTo>
                <a:lnTo>
                  <a:pt x="23" y="83"/>
                </a:lnTo>
                <a:lnTo>
                  <a:pt x="23" y="84"/>
                </a:lnTo>
                <a:lnTo>
                  <a:pt x="23" y="83"/>
                </a:lnTo>
                <a:lnTo>
                  <a:pt x="24" y="83"/>
                </a:lnTo>
                <a:lnTo>
                  <a:pt x="25" y="83"/>
                </a:lnTo>
                <a:lnTo>
                  <a:pt x="26" y="84"/>
                </a:lnTo>
                <a:lnTo>
                  <a:pt x="26" y="83"/>
                </a:lnTo>
                <a:lnTo>
                  <a:pt x="27" y="84"/>
                </a:lnTo>
                <a:lnTo>
                  <a:pt x="28" y="85"/>
                </a:lnTo>
                <a:lnTo>
                  <a:pt x="29" y="85"/>
                </a:lnTo>
                <a:lnTo>
                  <a:pt x="30" y="85"/>
                </a:lnTo>
                <a:lnTo>
                  <a:pt x="30" y="83"/>
                </a:lnTo>
                <a:lnTo>
                  <a:pt x="31" y="83"/>
                </a:lnTo>
                <a:lnTo>
                  <a:pt x="31" y="84"/>
                </a:lnTo>
                <a:lnTo>
                  <a:pt x="32" y="84"/>
                </a:lnTo>
                <a:lnTo>
                  <a:pt x="32" y="85"/>
                </a:lnTo>
                <a:lnTo>
                  <a:pt x="32" y="86"/>
                </a:lnTo>
                <a:lnTo>
                  <a:pt x="33" y="86"/>
                </a:lnTo>
                <a:lnTo>
                  <a:pt x="34" y="86"/>
                </a:lnTo>
                <a:lnTo>
                  <a:pt x="35" y="86"/>
                </a:lnTo>
                <a:lnTo>
                  <a:pt x="36" y="86"/>
                </a:lnTo>
                <a:lnTo>
                  <a:pt x="36" y="87"/>
                </a:lnTo>
                <a:lnTo>
                  <a:pt x="35" y="87"/>
                </a:lnTo>
                <a:lnTo>
                  <a:pt x="36" y="87"/>
                </a:lnTo>
                <a:lnTo>
                  <a:pt x="36" y="88"/>
                </a:lnTo>
                <a:lnTo>
                  <a:pt x="36" y="89"/>
                </a:lnTo>
                <a:lnTo>
                  <a:pt x="37" y="89"/>
                </a:lnTo>
                <a:lnTo>
                  <a:pt x="37" y="90"/>
                </a:lnTo>
                <a:lnTo>
                  <a:pt x="38" y="90"/>
                </a:lnTo>
                <a:lnTo>
                  <a:pt x="38" y="89"/>
                </a:lnTo>
                <a:lnTo>
                  <a:pt x="38" y="90"/>
                </a:lnTo>
                <a:lnTo>
                  <a:pt x="39" y="90"/>
                </a:lnTo>
                <a:lnTo>
                  <a:pt x="40" y="90"/>
                </a:lnTo>
                <a:lnTo>
                  <a:pt x="40" y="91"/>
                </a:lnTo>
                <a:lnTo>
                  <a:pt x="41" y="92"/>
                </a:lnTo>
                <a:lnTo>
                  <a:pt x="41" y="94"/>
                </a:lnTo>
                <a:lnTo>
                  <a:pt x="41" y="95"/>
                </a:lnTo>
                <a:lnTo>
                  <a:pt x="42" y="95"/>
                </a:lnTo>
                <a:lnTo>
                  <a:pt x="42" y="96"/>
                </a:lnTo>
                <a:lnTo>
                  <a:pt x="43" y="96"/>
                </a:lnTo>
                <a:lnTo>
                  <a:pt x="43" y="97"/>
                </a:lnTo>
                <a:lnTo>
                  <a:pt x="45" y="97"/>
                </a:lnTo>
                <a:lnTo>
                  <a:pt x="46" y="97"/>
                </a:lnTo>
                <a:lnTo>
                  <a:pt x="48" y="97"/>
                </a:lnTo>
                <a:lnTo>
                  <a:pt x="49" y="97"/>
                </a:lnTo>
                <a:lnTo>
                  <a:pt x="49" y="98"/>
                </a:lnTo>
                <a:lnTo>
                  <a:pt x="50" y="98"/>
                </a:lnTo>
                <a:lnTo>
                  <a:pt x="52" y="98"/>
                </a:lnTo>
                <a:lnTo>
                  <a:pt x="53" y="98"/>
                </a:lnTo>
                <a:lnTo>
                  <a:pt x="54" y="98"/>
                </a:lnTo>
                <a:lnTo>
                  <a:pt x="54" y="99"/>
                </a:lnTo>
                <a:lnTo>
                  <a:pt x="55" y="99"/>
                </a:lnTo>
                <a:lnTo>
                  <a:pt x="56" y="98"/>
                </a:lnTo>
                <a:lnTo>
                  <a:pt x="56" y="99"/>
                </a:lnTo>
                <a:lnTo>
                  <a:pt x="57" y="99"/>
                </a:lnTo>
                <a:lnTo>
                  <a:pt x="57" y="100"/>
                </a:lnTo>
                <a:lnTo>
                  <a:pt x="58" y="100"/>
                </a:lnTo>
                <a:lnTo>
                  <a:pt x="58" y="102"/>
                </a:lnTo>
                <a:lnTo>
                  <a:pt x="59" y="102"/>
                </a:lnTo>
                <a:lnTo>
                  <a:pt x="60" y="102"/>
                </a:lnTo>
                <a:lnTo>
                  <a:pt x="61" y="102"/>
                </a:lnTo>
                <a:lnTo>
                  <a:pt x="61" y="103"/>
                </a:lnTo>
                <a:lnTo>
                  <a:pt x="61" y="104"/>
                </a:lnTo>
                <a:lnTo>
                  <a:pt x="62" y="105"/>
                </a:lnTo>
                <a:lnTo>
                  <a:pt x="63" y="106"/>
                </a:lnTo>
                <a:lnTo>
                  <a:pt x="63" y="107"/>
                </a:lnTo>
                <a:lnTo>
                  <a:pt x="64" y="107"/>
                </a:lnTo>
                <a:lnTo>
                  <a:pt x="64" y="106"/>
                </a:lnTo>
                <a:lnTo>
                  <a:pt x="64" y="105"/>
                </a:lnTo>
                <a:lnTo>
                  <a:pt x="65" y="105"/>
                </a:lnTo>
                <a:lnTo>
                  <a:pt x="66" y="105"/>
                </a:lnTo>
                <a:lnTo>
                  <a:pt x="65" y="105"/>
                </a:lnTo>
                <a:lnTo>
                  <a:pt x="65" y="104"/>
                </a:lnTo>
                <a:lnTo>
                  <a:pt x="66" y="104"/>
                </a:lnTo>
                <a:lnTo>
                  <a:pt x="67" y="103"/>
                </a:lnTo>
                <a:lnTo>
                  <a:pt x="67" y="102"/>
                </a:lnTo>
                <a:lnTo>
                  <a:pt x="68" y="102"/>
                </a:lnTo>
                <a:lnTo>
                  <a:pt x="68" y="101"/>
                </a:lnTo>
                <a:lnTo>
                  <a:pt x="67" y="101"/>
                </a:lnTo>
                <a:lnTo>
                  <a:pt x="68" y="101"/>
                </a:lnTo>
                <a:lnTo>
                  <a:pt x="68" y="100"/>
                </a:lnTo>
                <a:lnTo>
                  <a:pt x="69" y="100"/>
                </a:lnTo>
                <a:lnTo>
                  <a:pt x="68" y="99"/>
                </a:lnTo>
                <a:lnTo>
                  <a:pt x="68" y="98"/>
                </a:lnTo>
                <a:lnTo>
                  <a:pt x="69" y="97"/>
                </a:lnTo>
                <a:lnTo>
                  <a:pt x="70" y="97"/>
                </a:lnTo>
                <a:lnTo>
                  <a:pt x="70" y="96"/>
                </a:lnTo>
                <a:lnTo>
                  <a:pt x="69" y="96"/>
                </a:lnTo>
                <a:lnTo>
                  <a:pt x="70" y="95"/>
                </a:lnTo>
                <a:lnTo>
                  <a:pt x="71" y="96"/>
                </a:lnTo>
                <a:lnTo>
                  <a:pt x="72" y="96"/>
                </a:lnTo>
                <a:lnTo>
                  <a:pt x="73" y="95"/>
                </a:lnTo>
                <a:lnTo>
                  <a:pt x="73" y="94"/>
                </a:lnTo>
                <a:lnTo>
                  <a:pt x="72" y="91"/>
                </a:lnTo>
                <a:lnTo>
                  <a:pt x="71" y="89"/>
                </a:lnTo>
                <a:lnTo>
                  <a:pt x="71" y="88"/>
                </a:lnTo>
                <a:lnTo>
                  <a:pt x="71" y="86"/>
                </a:lnTo>
                <a:lnTo>
                  <a:pt x="72" y="86"/>
                </a:lnTo>
                <a:lnTo>
                  <a:pt x="79" y="85"/>
                </a:lnTo>
                <a:lnTo>
                  <a:pt x="83" y="89"/>
                </a:lnTo>
                <a:lnTo>
                  <a:pt x="83" y="90"/>
                </a:lnTo>
                <a:lnTo>
                  <a:pt x="84" y="91"/>
                </a:lnTo>
                <a:lnTo>
                  <a:pt x="85" y="92"/>
                </a:lnTo>
                <a:lnTo>
                  <a:pt x="86" y="92"/>
                </a:lnTo>
                <a:lnTo>
                  <a:pt x="86" y="93"/>
                </a:lnTo>
                <a:lnTo>
                  <a:pt x="86" y="94"/>
                </a:lnTo>
                <a:lnTo>
                  <a:pt x="87" y="94"/>
                </a:lnTo>
                <a:lnTo>
                  <a:pt x="87" y="95"/>
                </a:lnTo>
                <a:lnTo>
                  <a:pt x="87" y="96"/>
                </a:lnTo>
                <a:lnTo>
                  <a:pt x="87" y="97"/>
                </a:lnTo>
                <a:lnTo>
                  <a:pt x="88" y="98"/>
                </a:lnTo>
                <a:lnTo>
                  <a:pt x="88" y="99"/>
                </a:lnTo>
                <a:lnTo>
                  <a:pt x="88" y="100"/>
                </a:lnTo>
                <a:lnTo>
                  <a:pt x="88" y="101"/>
                </a:lnTo>
                <a:lnTo>
                  <a:pt x="88" y="102"/>
                </a:lnTo>
                <a:lnTo>
                  <a:pt x="89" y="103"/>
                </a:lnTo>
                <a:lnTo>
                  <a:pt x="90" y="103"/>
                </a:lnTo>
                <a:lnTo>
                  <a:pt x="91" y="103"/>
                </a:lnTo>
                <a:lnTo>
                  <a:pt x="91" y="101"/>
                </a:lnTo>
                <a:lnTo>
                  <a:pt x="91" y="100"/>
                </a:lnTo>
                <a:lnTo>
                  <a:pt x="92" y="99"/>
                </a:lnTo>
                <a:lnTo>
                  <a:pt x="92" y="98"/>
                </a:lnTo>
                <a:lnTo>
                  <a:pt x="93" y="97"/>
                </a:lnTo>
                <a:lnTo>
                  <a:pt x="94" y="97"/>
                </a:lnTo>
                <a:lnTo>
                  <a:pt x="94" y="98"/>
                </a:lnTo>
                <a:lnTo>
                  <a:pt x="95" y="98"/>
                </a:lnTo>
                <a:lnTo>
                  <a:pt x="95" y="99"/>
                </a:lnTo>
                <a:lnTo>
                  <a:pt x="95" y="100"/>
                </a:lnTo>
                <a:lnTo>
                  <a:pt x="97" y="101"/>
                </a:lnTo>
                <a:lnTo>
                  <a:pt x="99" y="103"/>
                </a:lnTo>
                <a:lnTo>
                  <a:pt x="100" y="103"/>
                </a:lnTo>
                <a:lnTo>
                  <a:pt x="103" y="103"/>
                </a:lnTo>
                <a:lnTo>
                  <a:pt x="104" y="104"/>
                </a:lnTo>
                <a:lnTo>
                  <a:pt x="104" y="105"/>
                </a:lnTo>
                <a:lnTo>
                  <a:pt x="105" y="106"/>
                </a:lnTo>
                <a:lnTo>
                  <a:pt x="105" y="107"/>
                </a:lnTo>
                <a:lnTo>
                  <a:pt x="105" y="109"/>
                </a:lnTo>
                <a:lnTo>
                  <a:pt x="106" y="109"/>
                </a:lnTo>
                <a:lnTo>
                  <a:pt x="107" y="109"/>
                </a:lnTo>
                <a:lnTo>
                  <a:pt x="107" y="110"/>
                </a:lnTo>
                <a:lnTo>
                  <a:pt x="108" y="110"/>
                </a:lnTo>
                <a:lnTo>
                  <a:pt x="108" y="111"/>
                </a:lnTo>
                <a:lnTo>
                  <a:pt x="108" y="113"/>
                </a:lnTo>
                <a:lnTo>
                  <a:pt x="112" y="112"/>
                </a:lnTo>
                <a:lnTo>
                  <a:pt x="116" y="111"/>
                </a:lnTo>
                <a:lnTo>
                  <a:pt x="115" y="111"/>
                </a:lnTo>
                <a:lnTo>
                  <a:pt x="116" y="110"/>
                </a:lnTo>
                <a:lnTo>
                  <a:pt x="116" y="109"/>
                </a:lnTo>
                <a:lnTo>
                  <a:pt x="117" y="108"/>
                </a:lnTo>
                <a:lnTo>
                  <a:pt x="116" y="107"/>
                </a:lnTo>
                <a:lnTo>
                  <a:pt x="116" y="106"/>
                </a:lnTo>
                <a:lnTo>
                  <a:pt x="116" y="105"/>
                </a:lnTo>
                <a:lnTo>
                  <a:pt x="118" y="104"/>
                </a:lnTo>
                <a:lnTo>
                  <a:pt x="117" y="104"/>
                </a:lnTo>
                <a:lnTo>
                  <a:pt x="118" y="104"/>
                </a:lnTo>
                <a:lnTo>
                  <a:pt x="118" y="103"/>
                </a:lnTo>
                <a:lnTo>
                  <a:pt x="119" y="101"/>
                </a:lnTo>
                <a:lnTo>
                  <a:pt x="119" y="100"/>
                </a:lnTo>
                <a:lnTo>
                  <a:pt x="118" y="99"/>
                </a:lnTo>
                <a:lnTo>
                  <a:pt x="118" y="98"/>
                </a:lnTo>
                <a:lnTo>
                  <a:pt x="117" y="98"/>
                </a:lnTo>
                <a:lnTo>
                  <a:pt x="117" y="97"/>
                </a:lnTo>
                <a:lnTo>
                  <a:pt x="116" y="96"/>
                </a:lnTo>
                <a:lnTo>
                  <a:pt x="116" y="95"/>
                </a:lnTo>
                <a:lnTo>
                  <a:pt x="115" y="94"/>
                </a:lnTo>
                <a:lnTo>
                  <a:pt x="114" y="93"/>
                </a:lnTo>
                <a:lnTo>
                  <a:pt x="113" y="92"/>
                </a:lnTo>
                <a:lnTo>
                  <a:pt x="113" y="91"/>
                </a:lnTo>
                <a:lnTo>
                  <a:pt x="114" y="90"/>
                </a:lnTo>
                <a:lnTo>
                  <a:pt x="115" y="89"/>
                </a:lnTo>
                <a:lnTo>
                  <a:pt x="115" y="88"/>
                </a:lnTo>
                <a:lnTo>
                  <a:pt x="118" y="87"/>
                </a:lnTo>
                <a:lnTo>
                  <a:pt x="119" y="84"/>
                </a:lnTo>
                <a:lnTo>
                  <a:pt x="119" y="83"/>
                </a:lnTo>
                <a:lnTo>
                  <a:pt x="119" y="82"/>
                </a:lnTo>
                <a:lnTo>
                  <a:pt x="119" y="81"/>
                </a:lnTo>
                <a:lnTo>
                  <a:pt x="119" y="80"/>
                </a:lnTo>
                <a:lnTo>
                  <a:pt x="119" y="79"/>
                </a:lnTo>
                <a:lnTo>
                  <a:pt x="119" y="78"/>
                </a:lnTo>
                <a:lnTo>
                  <a:pt x="111" y="55"/>
                </a:lnTo>
                <a:lnTo>
                  <a:pt x="127" y="50"/>
                </a:lnTo>
                <a:lnTo>
                  <a:pt x="132" y="48"/>
                </a:lnTo>
                <a:lnTo>
                  <a:pt x="136" y="47"/>
                </a:lnTo>
                <a:lnTo>
                  <a:pt x="138" y="43"/>
                </a:lnTo>
                <a:lnTo>
                  <a:pt x="142" y="41"/>
                </a:lnTo>
                <a:lnTo>
                  <a:pt x="141" y="36"/>
                </a:lnTo>
                <a:lnTo>
                  <a:pt x="140" y="35"/>
                </a:lnTo>
                <a:lnTo>
                  <a:pt x="142" y="34"/>
                </a:lnTo>
                <a:lnTo>
                  <a:pt x="142" y="33"/>
                </a:lnTo>
                <a:lnTo>
                  <a:pt x="142" y="29"/>
                </a:lnTo>
                <a:lnTo>
                  <a:pt x="143" y="25"/>
                </a:lnTo>
                <a:lnTo>
                  <a:pt x="145" y="23"/>
                </a:lnTo>
                <a:lnTo>
                  <a:pt x="149" y="19"/>
                </a:lnTo>
                <a:lnTo>
                  <a:pt x="149" y="18"/>
                </a:lnTo>
                <a:lnTo>
                  <a:pt x="150" y="18"/>
                </a:lnTo>
                <a:lnTo>
                  <a:pt x="151" y="17"/>
                </a:lnTo>
                <a:lnTo>
                  <a:pt x="152" y="17"/>
                </a:lnTo>
                <a:lnTo>
                  <a:pt x="153" y="18"/>
                </a:lnTo>
                <a:lnTo>
                  <a:pt x="154" y="18"/>
                </a:lnTo>
                <a:lnTo>
                  <a:pt x="155" y="18"/>
                </a:lnTo>
                <a:lnTo>
                  <a:pt x="156" y="18"/>
                </a:lnTo>
                <a:lnTo>
                  <a:pt x="156" y="19"/>
                </a:lnTo>
                <a:lnTo>
                  <a:pt x="157" y="20"/>
                </a:lnTo>
                <a:lnTo>
                  <a:pt x="157" y="19"/>
                </a:lnTo>
                <a:lnTo>
                  <a:pt x="158" y="19"/>
                </a:lnTo>
                <a:lnTo>
                  <a:pt x="158" y="20"/>
                </a:lnTo>
                <a:lnTo>
                  <a:pt x="159" y="19"/>
                </a:lnTo>
                <a:lnTo>
                  <a:pt x="160" y="19"/>
                </a:lnTo>
                <a:lnTo>
                  <a:pt x="160" y="18"/>
                </a:lnTo>
                <a:lnTo>
                  <a:pt x="161" y="19"/>
                </a:lnTo>
                <a:lnTo>
                  <a:pt x="162" y="20"/>
                </a:lnTo>
                <a:lnTo>
                  <a:pt x="162" y="19"/>
                </a:lnTo>
                <a:lnTo>
                  <a:pt x="163" y="20"/>
                </a:lnTo>
                <a:lnTo>
                  <a:pt x="163" y="19"/>
                </a:lnTo>
                <a:lnTo>
                  <a:pt x="163" y="20"/>
                </a:lnTo>
                <a:lnTo>
                  <a:pt x="164" y="20"/>
                </a:lnTo>
                <a:lnTo>
                  <a:pt x="164" y="21"/>
                </a:lnTo>
                <a:lnTo>
                  <a:pt x="165" y="21"/>
                </a:lnTo>
                <a:lnTo>
                  <a:pt x="164" y="22"/>
                </a:lnTo>
                <a:lnTo>
                  <a:pt x="165" y="22"/>
                </a:lnTo>
                <a:lnTo>
                  <a:pt x="166" y="22"/>
                </a:lnTo>
                <a:lnTo>
                  <a:pt x="167" y="22"/>
                </a:lnTo>
                <a:lnTo>
                  <a:pt x="167" y="21"/>
                </a:lnTo>
                <a:lnTo>
                  <a:pt x="168" y="21"/>
                </a:lnTo>
                <a:lnTo>
                  <a:pt x="168" y="20"/>
                </a:lnTo>
                <a:lnTo>
                  <a:pt x="167" y="20"/>
                </a:lnTo>
                <a:lnTo>
                  <a:pt x="168" y="20"/>
                </a:lnTo>
                <a:lnTo>
                  <a:pt x="167" y="19"/>
                </a:lnTo>
                <a:lnTo>
                  <a:pt x="168" y="19"/>
                </a:lnTo>
                <a:lnTo>
                  <a:pt x="168" y="18"/>
                </a:lnTo>
                <a:lnTo>
                  <a:pt x="168" y="19"/>
                </a:lnTo>
                <a:lnTo>
                  <a:pt x="169" y="19"/>
                </a:lnTo>
                <a:lnTo>
                  <a:pt x="170" y="19"/>
                </a:lnTo>
                <a:lnTo>
                  <a:pt x="170" y="18"/>
                </a:lnTo>
                <a:lnTo>
                  <a:pt x="170" y="19"/>
                </a:lnTo>
                <a:lnTo>
                  <a:pt x="170" y="18"/>
                </a:lnTo>
                <a:lnTo>
                  <a:pt x="171" y="19"/>
                </a:lnTo>
                <a:lnTo>
                  <a:pt x="171" y="18"/>
                </a:lnTo>
                <a:lnTo>
                  <a:pt x="172" y="18"/>
                </a:lnTo>
                <a:lnTo>
                  <a:pt x="173" y="18"/>
                </a:lnTo>
                <a:lnTo>
                  <a:pt x="174" y="19"/>
                </a:lnTo>
                <a:lnTo>
                  <a:pt x="175" y="19"/>
                </a:lnTo>
                <a:lnTo>
                  <a:pt x="175" y="18"/>
                </a:lnTo>
                <a:lnTo>
                  <a:pt x="176" y="17"/>
                </a:lnTo>
                <a:lnTo>
                  <a:pt x="176" y="18"/>
                </a:lnTo>
                <a:lnTo>
                  <a:pt x="177" y="17"/>
                </a:lnTo>
                <a:lnTo>
                  <a:pt x="176" y="16"/>
                </a:lnTo>
                <a:lnTo>
                  <a:pt x="177" y="16"/>
                </a:lnTo>
                <a:lnTo>
                  <a:pt x="176" y="16"/>
                </a:lnTo>
                <a:lnTo>
                  <a:pt x="177" y="16"/>
                </a:lnTo>
                <a:lnTo>
                  <a:pt x="177" y="15"/>
                </a:lnTo>
                <a:lnTo>
                  <a:pt x="178" y="15"/>
                </a:lnTo>
                <a:lnTo>
                  <a:pt x="178" y="14"/>
                </a:lnTo>
                <a:lnTo>
                  <a:pt x="179" y="15"/>
                </a:lnTo>
                <a:lnTo>
                  <a:pt x="180" y="15"/>
                </a:lnTo>
                <a:lnTo>
                  <a:pt x="181" y="15"/>
                </a:lnTo>
                <a:lnTo>
                  <a:pt x="182" y="16"/>
                </a:lnTo>
                <a:lnTo>
                  <a:pt x="183" y="17"/>
                </a:lnTo>
                <a:lnTo>
                  <a:pt x="184" y="17"/>
                </a:lnTo>
                <a:lnTo>
                  <a:pt x="185" y="17"/>
                </a:lnTo>
                <a:lnTo>
                  <a:pt x="185" y="16"/>
                </a:lnTo>
                <a:lnTo>
                  <a:pt x="185" y="17"/>
                </a:lnTo>
                <a:lnTo>
                  <a:pt x="186" y="17"/>
                </a:lnTo>
                <a:lnTo>
                  <a:pt x="186" y="18"/>
                </a:lnTo>
                <a:lnTo>
                  <a:pt x="187" y="18"/>
                </a:lnTo>
                <a:lnTo>
                  <a:pt x="186" y="18"/>
                </a:lnTo>
                <a:lnTo>
                  <a:pt x="187" y="17"/>
                </a:lnTo>
                <a:lnTo>
                  <a:pt x="188" y="17"/>
                </a:lnTo>
                <a:lnTo>
                  <a:pt x="188" y="16"/>
                </a:lnTo>
                <a:lnTo>
                  <a:pt x="189" y="16"/>
                </a:lnTo>
                <a:lnTo>
                  <a:pt x="189" y="15"/>
                </a:lnTo>
                <a:lnTo>
                  <a:pt x="189" y="14"/>
                </a:lnTo>
                <a:lnTo>
                  <a:pt x="189" y="13"/>
                </a:lnTo>
                <a:lnTo>
                  <a:pt x="190" y="13"/>
                </a:lnTo>
                <a:lnTo>
                  <a:pt x="191" y="13"/>
                </a:lnTo>
                <a:lnTo>
                  <a:pt x="192" y="13"/>
                </a:lnTo>
                <a:lnTo>
                  <a:pt x="194" y="11"/>
                </a:lnTo>
                <a:lnTo>
                  <a:pt x="195" y="11"/>
                </a:lnTo>
                <a:lnTo>
                  <a:pt x="196" y="11"/>
                </a:lnTo>
                <a:lnTo>
                  <a:pt x="197" y="11"/>
                </a:lnTo>
                <a:lnTo>
                  <a:pt x="198" y="11"/>
                </a:lnTo>
                <a:lnTo>
                  <a:pt x="199" y="11"/>
                </a:lnTo>
                <a:lnTo>
                  <a:pt x="199" y="10"/>
                </a:lnTo>
                <a:lnTo>
                  <a:pt x="202" y="10"/>
                </a:lnTo>
                <a:lnTo>
                  <a:pt x="203" y="10"/>
                </a:lnTo>
                <a:lnTo>
                  <a:pt x="203" y="9"/>
                </a:lnTo>
                <a:lnTo>
                  <a:pt x="204" y="9"/>
                </a:lnTo>
                <a:lnTo>
                  <a:pt x="205" y="9"/>
                </a:lnTo>
                <a:lnTo>
                  <a:pt x="206" y="9"/>
                </a:lnTo>
                <a:lnTo>
                  <a:pt x="206" y="8"/>
                </a:lnTo>
                <a:lnTo>
                  <a:pt x="207" y="8"/>
                </a:lnTo>
                <a:lnTo>
                  <a:pt x="207" y="7"/>
                </a:lnTo>
                <a:lnTo>
                  <a:pt x="208" y="7"/>
                </a:lnTo>
                <a:lnTo>
                  <a:pt x="208" y="6"/>
                </a:lnTo>
                <a:lnTo>
                  <a:pt x="209" y="6"/>
                </a:lnTo>
                <a:lnTo>
                  <a:pt x="209" y="5"/>
                </a:lnTo>
                <a:lnTo>
                  <a:pt x="209" y="4"/>
                </a:lnTo>
                <a:lnTo>
                  <a:pt x="210" y="5"/>
                </a:lnTo>
                <a:lnTo>
                  <a:pt x="210" y="4"/>
                </a:lnTo>
                <a:lnTo>
                  <a:pt x="210" y="5"/>
                </a:lnTo>
                <a:lnTo>
                  <a:pt x="210" y="4"/>
                </a:lnTo>
                <a:lnTo>
                  <a:pt x="211" y="4"/>
                </a:lnTo>
                <a:lnTo>
                  <a:pt x="211" y="3"/>
                </a:lnTo>
                <a:lnTo>
                  <a:pt x="213" y="1"/>
                </a:lnTo>
                <a:lnTo>
                  <a:pt x="214" y="1"/>
                </a:lnTo>
                <a:lnTo>
                  <a:pt x="215" y="1"/>
                </a:lnTo>
                <a:lnTo>
                  <a:pt x="216" y="1"/>
                </a:lnTo>
                <a:lnTo>
                  <a:pt x="216" y="0"/>
                </a:lnTo>
                <a:lnTo>
                  <a:pt x="217" y="0"/>
                </a:lnTo>
                <a:lnTo>
                  <a:pt x="218" y="0"/>
                </a:lnTo>
                <a:lnTo>
                  <a:pt x="219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2448720" y="3829680"/>
            <a:ext cx="528480" cy="486000"/>
          </a:xfrm>
          <a:custGeom>
            <a:avLst/>
            <a:gdLst/>
            <a:ahLst/>
            <a:rect l="0" t="0" r="r" b="b"/>
            <a:pathLst>
              <a:path w="1468" h="1350">
                <a:moveTo>
                  <a:pt x="182" y="5"/>
                </a:moveTo>
                <a:lnTo>
                  <a:pt x="183" y="5"/>
                </a:lnTo>
                <a:lnTo>
                  <a:pt x="184" y="5"/>
                </a:lnTo>
                <a:lnTo>
                  <a:pt x="185" y="5"/>
                </a:lnTo>
                <a:lnTo>
                  <a:pt x="186" y="5"/>
                </a:lnTo>
                <a:lnTo>
                  <a:pt x="187" y="5"/>
                </a:lnTo>
                <a:lnTo>
                  <a:pt x="187" y="6"/>
                </a:lnTo>
                <a:lnTo>
                  <a:pt x="187" y="7"/>
                </a:lnTo>
                <a:lnTo>
                  <a:pt x="188" y="7"/>
                </a:lnTo>
                <a:lnTo>
                  <a:pt x="188" y="8"/>
                </a:lnTo>
                <a:lnTo>
                  <a:pt x="188" y="9"/>
                </a:lnTo>
                <a:lnTo>
                  <a:pt x="189" y="9"/>
                </a:lnTo>
                <a:lnTo>
                  <a:pt x="189" y="10"/>
                </a:lnTo>
                <a:lnTo>
                  <a:pt x="191" y="10"/>
                </a:lnTo>
                <a:lnTo>
                  <a:pt x="191" y="9"/>
                </a:lnTo>
                <a:lnTo>
                  <a:pt x="192" y="9"/>
                </a:lnTo>
                <a:lnTo>
                  <a:pt x="192" y="8"/>
                </a:lnTo>
                <a:lnTo>
                  <a:pt x="191" y="7"/>
                </a:lnTo>
                <a:lnTo>
                  <a:pt x="190" y="7"/>
                </a:lnTo>
                <a:lnTo>
                  <a:pt x="190" y="6"/>
                </a:lnTo>
                <a:lnTo>
                  <a:pt x="189" y="6"/>
                </a:lnTo>
                <a:lnTo>
                  <a:pt x="189" y="5"/>
                </a:lnTo>
                <a:lnTo>
                  <a:pt x="189" y="3"/>
                </a:lnTo>
                <a:lnTo>
                  <a:pt x="189" y="2"/>
                </a:lnTo>
                <a:lnTo>
                  <a:pt x="190" y="1"/>
                </a:lnTo>
                <a:lnTo>
                  <a:pt x="191" y="1"/>
                </a:lnTo>
                <a:lnTo>
                  <a:pt x="191" y="0"/>
                </a:lnTo>
                <a:lnTo>
                  <a:pt x="192" y="0"/>
                </a:lnTo>
                <a:lnTo>
                  <a:pt x="193" y="0"/>
                </a:lnTo>
                <a:lnTo>
                  <a:pt x="193" y="1"/>
                </a:lnTo>
                <a:lnTo>
                  <a:pt x="194" y="1"/>
                </a:lnTo>
                <a:lnTo>
                  <a:pt x="195" y="1"/>
                </a:lnTo>
                <a:lnTo>
                  <a:pt x="195" y="2"/>
                </a:lnTo>
                <a:lnTo>
                  <a:pt x="195" y="3"/>
                </a:lnTo>
                <a:lnTo>
                  <a:pt x="195" y="4"/>
                </a:lnTo>
                <a:lnTo>
                  <a:pt x="195" y="5"/>
                </a:lnTo>
                <a:lnTo>
                  <a:pt x="194" y="5"/>
                </a:lnTo>
                <a:lnTo>
                  <a:pt x="194" y="6"/>
                </a:lnTo>
                <a:lnTo>
                  <a:pt x="194" y="7"/>
                </a:lnTo>
                <a:lnTo>
                  <a:pt x="193" y="7"/>
                </a:lnTo>
                <a:lnTo>
                  <a:pt x="193" y="8"/>
                </a:lnTo>
                <a:lnTo>
                  <a:pt x="194" y="8"/>
                </a:lnTo>
                <a:lnTo>
                  <a:pt x="194" y="9"/>
                </a:lnTo>
                <a:lnTo>
                  <a:pt x="195" y="9"/>
                </a:lnTo>
                <a:lnTo>
                  <a:pt x="196" y="9"/>
                </a:lnTo>
                <a:lnTo>
                  <a:pt x="196" y="8"/>
                </a:lnTo>
                <a:lnTo>
                  <a:pt x="197" y="8"/>
                </a:lnTo>
                <a:lnTo>
                  <a:pt x="197" y="7"/>
                </a:lnTo>
                <a:lnTo>
                  <a:pt x="197" y="6"/>
                </a:lnTo>
                <a:lnTo>
                  <a:pt x="198" y="6"/>
                </a:lnTo>
                <a:lnTo>
                  <a:pt x="198" y="5"/>
                </a:lnTo>
                <a:lnTo>
                  <a:pt x="198" y="4"/>
                </a:lnTo>
                <a:lnTo>
                  <a:pt x="198" y="3"/>
                </a:lnTo>
                <a:lnTo>
                  <a:pt x="198" y="2"/>
                </a:lnTo>
                <a:lnTo>
                  <a:pt x="198" y="1"/>
                </a:lnTo>
                <a:lnTo>
                  <a:pt x="198" y="0"/>
                </a:lnTo>
                <a:lnTo>
                  <a:pt x="199" y="0"/>
                </a:lnTo>
                <a:lnTo>
                  <a:pt x="200" y="0"/>
                </a:lnTo>
                <a:lnTo>
                  <a:pt x="201" y="0"/>
                </a:lnTo>
                <a:lnTo>
                  <a:pt x="202" y="0"/>
                </a:lnTo>
                <a:lnTo>
                  <a:pt x="203" y="0"/>
                </a:lnTo>
                <a:lnTo>
                  <a:pt x="203" y="1"/>
                </a:lnTo>
                <a:lnTo>
                  <a:pt x="204" y="1"/>
                </a:lnTo>
                <a:lnTo>
                  <a:pt x="205" y="1"/>
                </a:lnTo>
                <a:lnTo>
                  <a:pt x="206" y="1"/>
                </a:lnTo>
                <a:lnTo>
                  <a:pt x="206" y="2"/>
                </a:lnTo>
                <a:lnTo>
                  <a:pt x="206" y="3"/>
                </a:lnTo>
                <a:lnTo>
                  <a:pt x="207" y="3"/>
                </a:lnTo>
                <a:lnTo>
                  <a:pt x="207" y="4"/>
                </a:lnTo>
                <a:lnTo>
                  <a:pt x="208" y="5"/>
                </a:lnTo>
                <a:lnTo>
                  <a:pt x="209" y="6"/>
                </a:lnTo>
                <a:lnTo>
                  <a:pt x="210" y="6"/>
                </a:lnTo>
                <a:lnTo>
                  <a:pt x="211" y="6"/>
                </a:lnTo>
                <a:lnTo>
                  <a:pt x="212" y="6"/>
                </a:lnTo>
                <a:lnTo>
                  <a:pt x="212" y="5"/>
                </a:lnTo>
                <a:lnTo>
                  <a:pt x="213" y="5"/>
                </a:lnTo>
                <a:lnTo>
                  <a:pt x="214" y="5"/>
                </a:lnTo>
                <a:lnTo>
                  <a:pt x="215" y="5"/>
                </a:lnTo>
                <a:lnTo>
                  <a:pt x="216" y="5"/>
                </a:lnTo>
                <a:lnTo>
                  <a:pt x="217" y="5"/>
                </a:lnTo>
                <a:lnTo>
                  <a:pt x="218" y="5"/>
                </a:lnTo>
                <a:lnTo>
                  <a:pt x="219" y="5"/>
                </a:lnTo>
                <a:lnTo>
                  <a:pt x="220" y="5"/>
                </a:lnTo>
                <a:lnTo>
                  <a:pt x="221" y="5"/>
                </a:lnTo>
                <a:lnTo>
                  <a:pt x="222" y="5"/>
                </a:lnTo>
                <a:lnTo>
                  <a:pt x="222" y="4"/>
                </a:lnTo>
                <a:lnTo>
                  <a:pt x="223" y="4"/>
                </a:lnTo>
                <a:lnTo>
                  <a:pt x="225" y="4"/>
                </a:lnTo>
                <a:lnTo>
                  <a:pt x="227" y="5"/>
                </a:lnTo>
                <a:lnTo>
                  <a:pt x="228" y="5"/>
                </a:lnTo>
                <a:lnTo>
                  <a:pt x="229" y="6"/>
                </a:lnTo>
                <a:lnTo>
                  <a:pt x="230" y="7"/>
                </a:lnTo>
                <a:lnTo>
                  <a:pt x="233" y="8"/>
                </a:lnTo>
                <a:lnTo>
                  <a:pt x="236" y="9"/>
                </a:lnTo>
                <a:lnTo>
                  <a:pt x="236" y="10"/>
                </a:lnTo>
                <a:lnTo>
                  <a:pt x="237" y="10"/>
                </a:lnTo>
                <a:lnTo>
                  <a:pt x="239" y="11"/>
                </a:lnTo>
                <a:lnTo>
                  <a:pt x="240" y="12"/>
                </a:lnTo>
                <a:lnTo>
                  <a:pt x="240" y="13"/>
                </a:lnTo>
                <a:lnTo>
                  <a:pt x="240" y="14"/>
                </a:lnTo>
                <a:lnTo>
                  <a:pt x="241" y="14"/>
                </a:lnTo>
                <a:lnTo>
                  <a:pt x="242" y="15"/>
                </a:lnTo>
                <a:lnTo>
                  <a:pt x="243" y="15"/>
                </a:lnTo>
                <a:lnTo>
                  <a:pt x="243" y="14"/>
                </a:lnTo>
                <a:lnTo>
                  <a:pt x="244" y="14"/>
                </a:lnTo>
                <a:lnTo>
                  <a:pt x="244" y="13"/>
                </a:lnTo>
                <a:lnTo>
                  <a:pt x="245" y="13"/>
                </a:lnTo>
                <a:lnTo>
                  <a:pt x="246" y="13"/>
                </a:lnTo>
                <a:lnTo>
                  <a:pt x="247" y="14"/>
                </a:lnTo>
                <a:lnTo>
                  <a:pt x="248" y="15"/>
                </a:lnTo>
                <a:lnTo>
                  <a:pt x="248" y="16"/>
                </a:lnTo>
                <a:lnTo>
                  <a:pt x="248" y="17"/>
                </a:lnTo>
                <a:lnTo>
                  <a:pt x="249" y="17"/>
                </a:lnTo>
                <a:lnTo>
                  <a:pt x="250" y="17"/>
                </a:lnTo>
                <a:lnTo>
                  <a:pt x="250" y="18"/>
                </a:lnTo>
                <a:lnTo>
                  <a:pt x="251" y="18"/>
                </a:lnTo>
                <a:lnTo>
                  <a:pt x="251" y="19"/>
                </a:lnTo>
                <a:lnTo>
                  <a:pt x="251" y="20"/>
                </a:lnTo>
                <a:lnTo>
                  <a:pt x="252" y="20"/>
                </a:lnTo>
                <a:lnTo>
                  <a:pt x="253" y="20"/>
                </a:lnTo>
                <a:lnTo>
                  <a:pt x="254" y="19"/>
                </a:lnTo>
                <a:lnTo>
                  <a:pt x="255" y="18"/>
                </a:lnTo>
                <a:lnTo>
                  <a:pt x="255" y="17"/>
                </a:lnTo>
                <a:lnTo>
                  <a:pt x="256" y="17"/>
                </a:lnTo>
                <a:lnTo>
                  <a:pt x="256" y="16"/>
                </a:lnTo>
                <a:lnTo>
                  <a:pt x="257" y="16"/>
                </a:lnTo>
                <a:lnTo>
                  <a:pt x="257" y="15"/>
                </a:lnTo>
                <a:lnTo>
                  <a:pt x="258" y="15"/>
                </a:lnTo>
                <a:lnTo>
                  <a:pt x="260" y="14"/>
                </a:lnTo>
                <a:lnTo>
                  <a:pt x="261" y="13"/>
                </a:lnTo>
                <a:lnTo>
                  <a:pt x="262" y="13"/>
                </a:lnTo>
                <a:lnTo>
                  <a:pt x="263" y="13"/>
                </a:lnTo>
                <a:lnTo>
                  <a:pt x="264" y="14"/>
                </a:lnTo>
                <a:lnTo>
                  <a:pt x="264" y="15"/>
                </a:lnTo>
                <a:lnTo>
                  <a:pt x="265" y="15"/>
                </a:lnTo>
                <a:lnTo>
                  <a:pt x="266" y="16"/>
                </a:lnTo>
                <a:lnTo>
                  <a:pt x="267" y="16"/>
                </a:lnTo>
                <a:lnTo>
                  <a:pt x="267" y="17"/>
                </a:lnTo>
                <a:lnTo>
                  <a:pt x="268" y="17"/>
                </a:lnTo>
                <a:lnTo>
                  <a:pt x="269" y="17"/>
                </a:lnTo>
                <a:lnTo>
                  <a:pt x="270" y="18"/>
                </a:lnTo>
                <a:lnTo>
                  <a:pt x="271" y="18"/>
                </a:lnTo>
                <a:lnTo>
                  <a:pt x="272" y="19"/>
                </a:lnTo>
                <a:lnTo>
                  <a:pt x="272" y="20"/>
                </a:lnTo>
                <a:lnTo>
                  <a:pt x="273" y="20"/>
                </a:lnTo>
                <a:lnTo>
                  <a:pt x="273" y="21"/>
                </a:lnTo>
                <a:lnTo>
                  <a:pt x="273" y="22"/>
                </a:lnTo>
                <a:lnTo>
                  <a:pt x="274" y="22"/>
                </a:lnTo>
                <a:lnTo>
                  <a:pt x="274" y="23"/>
                </a:lnTo>
                <a:lnTo>
                  <a:pt x="275" y="23"/>
                </a:lnTo>
                <a:lnTo>
                  <a:pt x="275" y="24"/>
                </a:lnTo>
                <a:lnTo>
                  <a:pt x="276" y="25"/>
                </a:lnTo>
                <a:lnTo>
                  <a:pt x="276" y="26"/>
                </a:lnTo>
                <a:lnTo>
                  <a:pt x="277" y="27"/>
                </a:lnTo>
                <a:lnTo>
                  <a:pt x="278" y="28"/>
                </a:lnTo>
                <a:lnTo>
                  <a:pt x="279" y="28"/>
                </a:lnTo>
                <a:lnTo>
                  <a:pt x="279" y="29"/>
                </a:lnTo>
                <a:lnTo>
                  <a:pt x="280" y="29"/>
                </a:lnTo>
                <a:lnTo>
                  <a:pt x="281" y="28"/>
                </a:lnTo>
                <a:lnTo>
                  <a:pt x="282" y="29"/>
                </a:lnTo>
                <a:lnTo>
                  <a:pt x="283" y="29"/>
                </a:lnTo>
                <a:lnTo>
                  <a:pt x="283" y="30"/>
                </a:lnTo>
                <a:lnTo>
                  <a:pt x="284" y="31"/>
                </a:lnTo>
                <a:lnTo>
                  <a:pt x="284" y="32"/>
                </a:lnTo>
                <a:lnTo>
                  <a:pt x="285" y="32"/>
                </a:lnTo>
                <a:lnTo>
                  <a:pt x="286" y="32"/>
                </a:lnTo>
                <a:lnTo>
                  <a:pt x="287" y="32"/>
                </a:lnTo>
                <a:lnTo>
                  <a:pt x="288" y="32"/>
                </a:lnTo>
                <a:lnTo>
                  <a:pt x="289" y="32"/>
                </a:lnTo>
                <a:lnTo>
                  <a:pt x="291" y="33"/>
                </a:lnTo>
                <a:lnTo>
                  <a:pt x="293" y="33"/>
                </a:lnTo>
                <a:lnTo>
                  <a:pt x="294" y="33"/>
                </a:lnTo>
                <a:lnTo>
                  <a:pt x="295" y="33"/>
                </a:lnTo>
                <a:lnTo>
                  <a:pt x="299" y="32"/>
                </a:lnTo>
                <a:lnTo>
                  <a:pt x="300" y="31"/>
                </a:lnTo>
                <a:lnTo>
                  <a:pt x="301" y="31"/>
                </a:lnTo>
                <a:lnTo>
                  <a:pt x="302" y="31"/>
                </a:lnTo>
                <a:lnTo>
                  <a:pt x="303" y="31"/>
                </a:lnTo>
                <a:lnTo>
                  <a:pt x="303" y="30"/>
                </a:lnTo>
                <a:lnTo>
                  <a:pt x="304" y="30"/>
                </a:lnTo>
                <a:lnTo>
                  <a:pt x="305" y="30"/>
                </a:lnTo>
                <a:lnTo>
                  <a:pt x="307" y="30"/>
                </a:lnTo>
                <a:lnTo>
                  <a:pt x="308" y="30"/>
                </a:lnTo>
                <a:lnTo>
                  <a:pt x="309" y="31"/>
                </a:lnTo>
                <a:lnTo>
                  <a:pt x="310" y="31"/>
                </a:lnTo>
                <a:lnTo>
                  <a:pt x="311" y="31"/>
                </a:lnTo>
                <a:lnTo>
                  <a:pt x="312" y="31"/>
                </a:lnTo>
                <a:lnTo>
                  <a:pt x="312" y="32"/>
                </a:lnTo>
                <a:lnTo>
                  <a:pt x="313" y="32"/>
                </a:lnTo>
                <a:lnTo>
                  <a:pt x="312" y="34"/>
                </a:lnTo>
                <a:lnTo>
                  <a:pt x="312" y="35"/>
                </a:lnTo>
                <a:lnTo>
                  <a:pt x="312" y="36"/>
                </a:lnTo>
                <a:lnTo>
                  <a:pt x="313" y="37"/>
                </a:lnTo>
                <a:lnTo>
                  <a:pt x="315" y="37"/>
                </a:lnTo>
                <a:lnTo>
                  <a:pt x="316" y="37"/>
                </a:lnTo>
                <a:lnTo>
                  <a:pt x="317" y="38"/>
                </a:lnTo>
                <a:lnTo>
                  <a:pt x="319" y="37"/>
                </a:lnTo>
                <a:lnTo>
                  <a:pt x="320" y="37"/>
                </a:lnTo>
                <a:lnTo>
                  <a:pt x="321" y="37"/>
                </a:lnTo>
                <a:lnTo>
                  <a:pt x="321" y="36"/>
                </a:lnTo>
                <a:lnTo>
                  <a:pt x="322" y="36"/>
                </a:lnTo>
                <a:lnTo>
                  <a:pt x="323" y="36"/>
                </a:lnTo>
                <a:lnTo>
                  <a:pt x="323" y="35"/>
                </a:lnTo>
                <a:lnTo>
                  <a:pt x="323" y="36"/>
                </a:lnTo>
                <a:lnTo>
                  <a:pt x="324" y="36"/>
                </a:lnTo>
                <a:lnTo>
                  <a:pt x="325" y="37"/>
                </a:lnTo>
                <a:lnTo>
                  <a:pt x="325" y="38"/>
                </a:lnTo>
                <a:lnTo>
                  <a:pt x="326" y="40"/>
                </a:lnTo>
                <a:lnTo>
                  <a:pt x="327" y="40"/>
                </a:lnTo>
                <a:lnTo>
                  <a:pt x="327" y="41"/>
                </a:lnTo>
                <a:lnTo>
                  <a:pt x="328" y="42"/>
                </a:lnTo>
                <a:lnTo>
                  <a:pt x="329" y="42"/>
                </a:lnTo>
                <a:lnTo>
                  <a:pt x="330" y="42"/>
                </a:lnTo>
                <a:lnTo>
                  <a:pt x="330" y="41"/>
                </a:lnTo>
                <a:lnTo>
                  <a:pt x="331" y="41"/>
                </a:lnTo>
                <a:lnTo>
                  <a:pt x="331" y="40"/>
                </a:lnTo>
                <a:lnTo>
                  <a:pt x="331" y="38"/>
                </a:lnTo>
                <a:lnTo>
                  <a:pt x="331" y="37"/>
                </a:lnTo>
                <a:lnTo>
                  <a:pt x="330" y="37"/>
                </a:lnTo>
                <a:lnTo>
                  <a:pt x="330" y="36"/>
                </a:lnTo>
                <a:lnTo>
                  <a:pt x="330" y="35"/>
                </a:lnTo>
                <a:lnTo>
                  <a:pt x="329" y="35"/>
                </a:lnTo>
                <a:lnTo>
                  <a:pt x="329" y="34"/>
                </a:lnTo>
                <a:lnTo>
                  <a:pt x="328" y="34"/>
                </a:lnTo>
                <a:lnTo>
                  <a:pt x="328" y="33"/>
                </a:lnTo>
                <a:lnTo>
                  <a:pt x="328" y="32"/>
                </a:lnTo>
                <a:lnTo>
                  <a:pt x="329" y="31"/>
                </a:lnTo>
                <a:lnTo>
                  <a:pt x="330" y="29"/>
                </a:lnTo>
                <a:lnTo>
                  <a:pt x="332" y="28"/>
                </a:lnTo>
                <a:lnTo>
                  <a:pt x="333" y="28"/>
                </a:lnTo>
                <a:lnTo>
                  <a:pt x="334" y="27"/>
                </a:lnTo>
                <a:lnTo>
                  <a:pt x="335" y="27"/>
                </a:lnTo>
                <a:lnTo>
                  <a:pt x="335" y="26"/>
                </a:lnTo>
                <a:lnTo>
                  <a:pt x="336" y="26"/>
                </a:lnTo>
                <a:lnTo>
                  <a:pt x="337" y="25"/>
                </a:lnTo>
                <a:lnTo>
                  <a:pt x="338" y="25"/>
                </a:lnTo>
                <a:lnTo>
                  <a:pt x="339" y="24"/>
                </a:lnTo>
                <a:lnTo>
                  <a:pt x="340" y="24"/>
                </a:lnTo>
                <a:lnTo>
                  <a:pt x="341" y="24"/>
                </a:lnTo>
                <a:lnTo>
                  <a:pt x="342" y="24"/>
                </a:lnTo>
                <a:lnTo>
                  <a:pt x="343" y="23"/>
                </a:lnTo>
                <a:lnTo>
                  <a:pt x="344" y="23"/>
                </a:lnTo>
                <a:lnTo>
                  <a:pt x="348" y="22"/>
                </a:lnTo>
                <a:lnTo>
                  <a:pt x="349" y="22"/>
                </a:lnTo>
                <a:lnTo>
                  <a:pt x="350" y="22"/>
                </a:lnTo>
                <a:lnTo>
                  <a:pt x="350" y="21"/>
                </a:lnTo>
                <a:lnTo>
                  <a:pt x="352" y="21"/>
                </a:lnTo>
                <a:lnTo>
                  <a:pt x="352" y="22"/>
                </a:lnTo>
                <a:lnTo>
                  <a:pt x="353" y="22"/>
                </a:lnTo>
                <a:lnTo>
                  <a:pt x="354" y="22"/>
                </a:lnTo>
                <a:lnTo>
                  <a:pt x="354" y="21"/>
                </a:lnTo>
                <a:lnTo>
                  <a:pt x="355" y="21"/>
                </a:lnTo>
                <a:lnTo>
                  <a:pt x="357" y="22"/>
                </a:lnTo>
                <a:lnTo>
                  <a:pt x="358" y="22"/>
                </a:lnTo>
                <a:lnTo>
                  <a:pt x="359" y="23"/>
                </a:lnTo>
                <a:lnTo>
                  <a:pt x="361" y="23"/>
                </a:lnTo>
                <a:lnTo>
                  <a:pt x="364" y="25"/>
                </a:lnTo>
                <a:lnTo>
                  <a:pt x="365" y="25"/>
                </a:lnTo>
                <a:lnTo>
                  <a:pt x="365" y="26"/>
                </a:lnTo>
                <a:lnTo>
                  <a:pt x="366" y="26"/>
                </a:lnTo>
                <a:lnTo>
                  <a:pt x="367" y="26"/>
                </a:lnTo>
                <a:lnTo>
                  <a:pt x="368" y="27"/>
                </a:lnTo>
                <a:lnTo>
                  <a:pt x="369" y="27"/>
                </a:lnTo>
                <a:lnTo>
                  <a:pt x="370" y="27"/>
                </a:lnTo>
                <a:lnTo>
                  <a:pt x="372" y="27"/>
                </a:lnTo>
                <a:lnTo>
                  <a:pt x="373" y="27"/>
                </a:lnTo>
                <a:lnTo>
                  <a:pt x="374" y="27"/>
                </a:lnTo>
                <a:lnTo>
                  <a:pt x="375" y="27"/>
                </a:lnTo>
                <a:lnTo>
                  <a:pt x="376" y="27"/>
                </a:lnTo>
                <a:lnTo>
                  <a:pt x="377" y="28"/>
                </a:lnTo>
                <a:lnTo>
                  <a:pt x="378" y="28"/>
                </a:lnTo>
                <a:lnTo>
                  <a:pt x="379" y="29"/>
                </a:lnTo>
                <a:lnTo>
                  <a:pt x="380" y="29"/>
                </a:lnTo>
                <a:lnTo>
                  <a:pt x="381" y="29"/>
                </a:lnTo>
                <a:lnTo>
                  <a:pt x="382" y="29"/>
                </a:lnTo>
                <a:lnTo>
                  <a:pt x="383" y="29"/>
                </a:lnTo>
                <a:lnTo>
                  <a:pt x="384" y="29"/>
                </a:lnTo>
                <a:lnTo>
                  <a:pt x="385" y="29"/>
                </a:lnTo>
                <a:lnTo>
                  <a:pt x="385" y="30"/>
                </a:lnTo>
                <a:lnTo>
                  <a:pt x="386" y="30"/>
                </a:lnTo>
                <a:lnTo>
                  <a:pt x="387" y="30"/>
                </a:lnTo>
                <a:lnTo>
                  <a:pt x="387" y="31"/>
                </a:lnTo>
                <a:lnTo>
                  <a:pt x="387" y="32"/>
                </a:lnTo>
                <a:lnTo>
                  <a:pt x="387" y="33"/>
                </a:lnTo>
                <a:lnTo>
                  <a:pt x="387" y="34"/>
                </a:lnTo>
                <a:lnTo>
                  <a:pt x="388" y="35"/>
                </a:lnTo>
                <a:lnTo>
                  <a:pt x="389" y="36"/>
                </a:lnTo>
                <a:lnTo>
                  <a:pt x="390" y="36"/>
                </a:lnTo>
                <a:lnTo>
                  <a:pt x="392" y="34"/>
                </a:lnTo>
                <a:lnTo>
                  <a:pt x="393" y="33"/>
                </a:lnTo>
                <a:lnTo>
                  <a:pt x="393" y="32"/>
                </a:lnTo>
                <a:lnTo>
                  <a:pt x="394" y="31"/>
                </a:lnTo>
                <a:lnTo>
                  <a:pt x="395" y="30"/>
                </a:lnTo>
                <a:lnTo>
                  <a:pt x="396" y="30"/>
                </a:lnTo>
                <a:lnTo>
                  <a:pt x="397" y="30"/>
                </a:lnTo>
                <a:lnTo>
                  <a:pt x="398" y="30"/>
                </a:lnTo>
                <a:lnTo>
                  <a:pt x="399" y="31"/>
                </a:lnTo>
                <a:lnTo>
                  <a:pt x="400" y="31"/>
                </a:lnTo>
                <a:lnTo>
                  <a:pt x="400" y="32"/>
                </a:lnTo>
                <a:lnTo>
                  <a:pt x="401" y="33"/>
                </a:lnTo>
                <a:lnTo>
                  <a:pt x="401" y="35"/>
                </a:lnTo>
                <a:lnTo>
                  <a:pt x="402" y="36"/>
                </a:lnTo>
                <a:lnTo>
                  <a:pt x="403" y="36"/>
                </a:lnTo>
                <a:lnTo>
                  <a:pt x="403" y="37"/>
                </a:lnTo>
                <a:lnTo>
                  <a:pt x="404" y="38"/>
                </a:lnTo>
                <a:lnTo>
                  <a:pt x="405" y="39"/>
                </a:lnTo>
                <a:lnTo>
                  <a:pt x="406" y="39"/>
                </a:lnTo>
                <a:lnTo>
                  <a:pt x="406" y="40"/>
                </a:lnTo>
                <a:lnTo>
                  <a:pt x="407" y="40"/>
                </a:lnTo>
                <a:lnTo>
                  <a:pt x="408" y="40"/>
                </a:lnTo>
                <a:lnTo>
                  <a:pt x="410" y="40"/>
                </a:lnTo>
                <a:lnTo>
                  <a:pt x="411" y="40"/>
                </a:lnTo>
                <a:lnTo>
                  <a:pt x="412" y="40"/>
                </a:lnTo>
                <a:lnTo>
                  <a:pt x="413" y="41"/>
                </a:lnTo>
                <a:lnTo>
                  <a:pt x="413" y="42"/>
                </a:lnTo>
                <a:lnTo>
                  <a:pt x="412" y="42"/>
                </a:lnTo>
                <a:lnTo>
                  <a:pt x="412" y="43"/>
                </a:lnTo>
                <a:lnTo>
                  <a:pt x="411" y="43"/>
                </a:lnTo>
                <a:lnTo>
                  <a:pt x="411" y="44"/>
                </a:lnTo>
                <a:lnTo>
                  <a:pt x="412" y="45"/>
                </a:lnTo>
                <a:lnTo>
                  <a:pt x="412" y="46"/>
                </a:lnTo>
                <a:lnTo>
                  <a:pt x="413" y="47"/>
                </a:lnTo>
                <a:lnTo>
                  <a:pt x="413" y="48"/>
                </a:lnTo>
                <a:lnTo>
                  <a:pt x="412" y="48"/>
                </a:lnTo>
                <a:lnTo>
                  <a:pt x="412" y="49"/>
                </a:lnTo>
                <a:lnTo>
                  <a:pt x="411" y="49"/>
                </a:lnTo>
                <a:lnTo>
                  <a:pt x="410" y="50"/>
                </a:lnTo>
                <a:lnTo>
                  <a:pt x="409" y="50"/>
                </a:lnTo>
                <a:lnTo>
                  <a:pt x="408" y="51"/>
                </a:lnTo>
                <a:lnTo>
                  <a:pt x="407" y="52"/>
                </a:lnTo>
                <a:lnTo>
                  <a:pt x="407" y="53"/>
                </a:lnTo>
                <a:lnTo>
                  <a:pt x="407" y="54"/>
                </a:lnTo>
                <a:lnTo>
                  <a:pt x="407" y="55"/>
                </a:lnTo>
                <a:lnTo>
                  <a:pt x="408" y="58"/>
                </a:lnTo>
                <a:lnTo>
                  <a:pt x="408" y="59"/>
                </a:lnTo>
                <a:lnTo>
                  <a:pt x="409" y="60"/>
                </a:lnTo>
                <a:lnTo>
                  <a:pt x="410" y="60"/>
                </a:lnTo>
                <a:lnTo>
                  <a:pt x="411" y="60"/>
                </a:lnTo>
                <a:lnTo>
                  <a:pt x="411" y="59"/>
                </a:lnTo>
                <a:lnTo>
                  <a:pt x="412" y="58"/>
                </a:lnTo>
                <a:lnTo>
                  <a:pt x="413" y="57"/>
                </a:lnTo>
                <a:lnTo>
                  <a:pt x="414" y="56"/>
                </a:lnTo>
                <a:lnTo>
                  <a:pt x="416" y="56"/>
                </a:lnTo>
                <a:lnTo>
                  <a:pt x="416" y="55"/>
                </a:lnTo>
                <a:lnTo>
                  <a:pt x="417" y="55"/>
                </a:lnTo>
                <a:lnTo>
                  <a:pt x="417" y="54"/>
                </a:lnTo>
                <a:lnTo>
                  <a:pt x="417" y="53"/>
                </a:lnTo>
                <a:lnTo>
                  <a:pt x="418" y="53"/>
                </a:lnTo>
                <a:lnTo>
                  <a:pt x="421" y="53"/>
                </a:lnTo>
                <a:lnTo>
                  <a:pt x="421" y="52"/>
                </a:lnTo>
                <a:lnTo>
                  <a:pt x="422" y="52"/>
                </a:lnTo>
                <a:lnTo>
                  <a:pt x="423" y="52"/>
                </a:lnTo>
                <a:lnTo>
                  <a:pt x="424" y="52"/>
                </a:lnTo>
                <a:lnTo>
                  <a:pt x="425" y="52"/>
                </a:lnTo>
                <a:lnTo>
                  <a:pt x="425" y="53"/>
                </a:lnTo>
                <a:lnTo>
                  <a:pt x="425" y="54"/>
                </a:lnTo>
                <a:lnTo>
                  <a:pt x="425" y="55"/>
                </a:lnTo>
                <a:lnTo>
                  <a:pt x="426" y="56"/>
                </a:lnTo>
                <a:lnTo>
                  <a:pt x="428" y="58"/>
                </a:lnTo>
                <a:lnTo>
                  <a:pt x="429" y="58"/>
                </a:lnTo>
                <a:lnTo>
                  <a:pt x="429" y="59"/>
                </a:lnTo>
                <a:lnTo>
                  <a:pt x="430" y="59"/>
                </a:lnTo>
                <a:lnTo>
                  <a:pt x="431" y="60"/>
                </a:lnTo>
                <a:lnTo>
                  <a:pt x="432" y="60"/>
                </a:lnTo>
                <a:lnTo>
                  <a:pt x="432" y="61"/>
                </a:lnTo>
                <a:lnTo>
                  <a:pt x="433" y="61"/>
                </a:lnTo>
                <a:lnTo>
                  <a:pt x="434" y="62"/>
                </a:lnTo>
                <a:lnTo>
                  <a:pt x="434" y="63"/>
                </a:lnTo>
                <a:lnTo>
                  <a:pt x="435" y="63"/>
                </a:lnTo>
                <a:lnTo>
                  <a:pt x="435" y="64"/>
                </a:lnTo>
                <a:lnTo>
                  <a:pt x="435" y="65"/>
                </a:lnTo>
                <a:lnTo>
                  <a:pt x="436" y="65"/>
                </a:lnTo>
                <a:lnTo>
                  <a:pt x="436" y="66"/>
                </a:lnTo>
                <a:lnTo>
                  <a:pt x="437" y="66"/>
                </a:lnTo>
                <a:lnTo>
                  <a:pt x="438" y="67"/>
                </a:lnTo>
                <a:lnTo>
                  <a:pt x="440" y="69"/>
                </a:lnTo>
                <a:lnTo>
                  <a:pt x="441" y="69"/>
                </a:lnTo>
                <a:lnTo>
                  <a:pt x="442" y="68"/>
                </a:lnTo>
                <a:lnTo>
                  <a:pt x="442" y="67"/>
                </a:lnTo>
                <a:lnTo>
                  <a:pt x="443" y="67"/>
                </a:lnTo>
                <a:lnTo>
                  <a:pt x="443" y="66"/>
                </a:lnTo>
                <a:lnTo>
                  <a:pt x="443" y="63"/>
                </a:lnTo>
                <a:lnTo>
                  <a:pt x="444" y="63"/>
                </a:lnTo>
                <a:lnTo>
                  <a:pt x="445" y="62"/>
                </a:lnTo>
                <a:lnTo>
                  <a:pt x="446" y="62"/>
                </a:lnTo>
                <a:lnTo>
                  <a:pt x="449" y="63"/>
                </a:lnTo>
                <a:lnTo>
                  <a:pt x="451" y="64"/>
                </a:lnTo>
                <a:lnTo>
                  <a:pt x="452" y="64"/>
                </a:lnTo>
                <a:lnTo>
                  <a:pt x="453" y="64"/>
                </a:lnTo>
                <a:lnTo>
                  <a:pt x="453" y="65"/>
                </a:lnTo>
                <a:lnTo>
                  <a:pt x="453" y="66"/>
                </a:lnTo>
                <a:lnTo>
                  <a:pt x="453" y="67"/>
                </a:lnTo>
                <a:lnTo>
                  <a:pt x="452" y="67"/>
                </a:lnTo>
                <a:lnTo>
                  <a:pt x="451" y="67"/>
                </a:lnTo>
                <a:lnTo>
                  <a:pt x="449" y="68"/>
                </a:lnTo>
                <a:lnTo>
                  <a:pt x="448" y="69"/>
                </a:lnTo>
                <a:lnTo>
                  <a:pt x="447" y="70"/>
                </a:lnTo>
                <a:lnTo>
                  <a:pt x="447" y="71"/>
                </a:lnTo>
                <a:lnTo>
                  <a:pt x="449" y="73"/>
                </a:lnTo>
                <a:lnTo>
                  <a:pt x="450" y="74"/>
                </a:lnTo>
                <a:lnTo>
                  <a:pt x="450" y="75"/>
                </a:lnTo>
                <a:lnTo>
                  <a:pt x="451" y="76"/>
                </a:lnTo>
                <a:lnTo>
                  <a:pt x="451" y="77"/>
                </a:lnTo>
                <a:lnTo>
                  <a:pt x="451" y="78"/>
                </a:lnTo>
                <a:lnTo>
                  <a:pt x="450" y="79"/>
                </a:lnTo>
                <a:lnTo>
                  <a:pt x="447" y="80"/>
                </a:lnTo>
                <a:lnTo>
                  <a:pt x="445" y="80"/>
                </a:lnTo>
                <a:lnTo>
                  <a:pt x="444" y="81"/>
                </a:lnTo>
                <a:lnTo>
                  <a:pt x="444" y="82"/>
                </a:lnTo>
                <a:lnTo>
                  <a:pt x="443" y="83"/>
                </a:lnTo>
                <a:lnTo>
                  <a:pt x="443" y="84"/>
                </a:lnTo>
                <a:lnTo>
                  <a:pt x="443" y="85"/>
                </a:lnTo>
                <a:lnTo>
                  <a:pt x="443" y="86"/>
                </a:lnTo>
                <a:lnTo>
                  <a:pt x="444" y="87"/>
                </a:lnTo>
                <a:lnTo>
                  <a:pt x="444" y="88"/>
                </a:lnTo>
                <a:lnTo>
                  <a:pt x="444" y="89"/>
                </a:lnTo>
                <a:lnTo>
                  <a:pt x="445" y="89"/>
                </a:lnTo>
                <a:lnTo>
                  <a:pt x="445" y="90"/>
                </a:lnTo>
                <a:lnTo>
                  <a:pt x="446" y="91"/>
                </a:lnTo>
                <a:lnTo>
                  <a:pt x="447" y="91"/>
                </a:lnTo>
                <a:lnTo>
                  <a:pt x="448" y="92"/>
                </a:lnTo>
                <a:lnTo>
                  <a:pt x="450" y="94"/>
                </a:lnTo>
                <a:lnTo>
                  <a:pt x="451" y="94"/>
                </a:lnTo>
                <a:lnTo>
                  <a:pt x="452" y="94"/>
                </a:lnTo>
                <a:lnTo>
                  <a:pt x="453" y="94"/>
                </a:lnTo>
                <a:lnTo>
                  <a:pt x="453" y="93"/>
                </a:lnTo>
                <a:lnTo>
                  <a:pt x="453" y="92"/>
                </a:lnTo>
                <a:lnTo>
                  <a:pt x="453" y="90"/>
                </a:lnTo>
                <a:lnTo>
                  <a:pt x="453" y="89"/>
                </a:lnTo>
                <a:lnTo>
                  <a:pt x="454" y="89"/>
                </a:lnTo>
                <a:lnTo>
                  <a:pt x="457" y="90"/>
                </a:lnTo>
                <a:lnTo>
                  <a:pt x="458" y="90"/>
                </a:lnTo>
                <a:lnTo>
                  <a:pt x="458" y="91"/>
                </a:lnTo>
                <a:lnTo>
                  <a:pt x="459" y="91"/>
                </a:lnTo>
                <a:lnTo>
                  <a:pt x="460" y="91"/>
                </a:lnTo>
                <a:lnTo>
                  <a:pt x="461" y="92"/>
                </a:lnTo>
                <a:lnTo>
                  <a:pt x="465" y="94"/>
                </a:lnTo>
                <a:lnTo>
                  <a:pt x="467" y="95"/>
                </a:lnTo>
                <a:lnTo>
                  <a:pt x="468" y="96"/>
                </a:lnTo>
                <a:lnTo>
                  <a:pt x="469" y="96"/>
                </a:lnTo>
                <a:lnTo>
                  <a:pt x="469" y="97"/>
                </a:lnTo>
                <a:lnTo>
                  <a:pt x="469" y="98"/>
                </a:lnTo>
                <a:lnTo>
                  <a:pt x="469" y="100"/>
                </a:lnTo>
                <a:lnTo>
                  <a:pt x="469" y="101"/>
                </a:lnTo>
                <a:lnTo>
                  <a:pt x="469" y="102"/>
                </a:lnTo>
                <a:lnTo>
                  <a:pt x="469" y="103"/>
                </a:lnTo>
                <a:lnTo>
                  <a:pt x="469" y="105"/>
                </a:lnTo>
                <a:lnTo>
                  <a:pt x="469" y="106"/>
                </a:lnTo>
                <a:lnTo>
                  <a:pt x="470" y="106"/>
                </a:lnTo>
                <a:lnTo>
                  <a:pt x="471" y="106"/>
                </a:lnTo>
                <a:lnTo>
                  <a:pt x="472" y="106"/>
                </a:lnTo>
                <a:lnTo>
                  <a:pt x="472" y="105"/>
                </a:lnTo>
                <a:lnTo>
                  <a:pt x="473" y="105"/>
                </a:lnTo>
                <a:lnTo>
                  <a:pt x="473" y="104"/>
                </a:lnTo>
                <a:lnTo>
                  <a:pt x="474" y="104"/>
                </a:lnTo>
                <a:lnTo>
                  <a:pt x="475" y="104"/>
                </a:lnTo>
                <a:lnTo>
                  <a:pt x="476" y="104"/>
                </a:lnTo>
                <a:lnTo>
                  <a:pt x="477" y="104"/>
                </a:lnTo>
                <a:lnTo>
                  <a:pt x="477" y="105"/>
                </a:lnTo>
                <a:lnTo>
                  <a:pt x="478" y="106"/>
                </a:lnTo>
                <a:lnTo>
                  <a:pt x="480" y="108"/>
                </a:lnTo>
                <a:lnTo>
                  <a:pt x="481" y="108"/>
                </a:lnTo>
                <a:lnTo>
                  <a:pt x="481" y="109"/>
                </a:lnTo>
                <a:lnTo>
                  <a:pt x="482" y="109"/>
                </a:lnTo>
                <a:lnTo>
                  <a:pt x="484" y="110"/>
                </a:lnTo>
                <a:lnTo>
                  <a:pt x="485" y="111"/>
                </a:lnTo>
                <a:lnTo>
                  <a:pt x="486" y="113"/>
                </a:lnTo>
                <a:lnTo>
                  <a:pt x="487" y="115"/>
                </a:lnTo>
                <a:lnTo>
                  <a:pt x="487" y="116"/>
                </a:lnTo>
                <a:lnTo>
                  <a:pt x="487" y="119"/>
                </a:lnTo>
                <a:lnTo>
                  <a:pt x="487" y="120"/>
                </a:lnTo>
                <a:lnTo>
                  <a:pt x="486" y="120"/>
                </a:lnTo>
                <a:lnTo>
                  <a:pt x="486" y="121"/>
                </a:lnTo>
                <a:lnTo>
                  <a:pt x="485" y="121"/>
                </a:lnTo>
                <a:lnTo>
                  <a:pt x="485" y="122"/>
                </a:lnTo>
                <a:lnTo>
                  <a:pt x="485" y="123"/>
                </a:lnTo>
                <a:lnTo>
                  <a:pt x="486" y="123"/>
                </a:lnTo>
                <a:lnTo>
                  <a:pt x="486" y="124"/>
                </a:lnTo>
                <a:lnTo>
                  <a:pt x="486" y="125"/>
                </a:lnTo>
                <a:lnTo>
                  <a:pt x="486" y="126"/>
                </a:lnTo>
                <a:lnTo>
                  <a:pt x="487" y="126"/>
                </a:lnTo>
                <a:lnTo>
                  <a:pt x="488" y="126"/>
                </a:lnTo>
                <a:lnTo>
                  <a:pt x="489" y="127"/>
                </a:lnTo>
                <a:lnTo>
                  <a:pt x="490" y="127"/>
                </a:lnTo>
                <a:lnTo>
                  <a:pt x="490" y="126"/>
                </a:lnTo>
                <a:lnTo>
                  <a:pt x="491" y="126"/>
                </a:lnTo>
                <a:lnTo>
                  <a:pt x="492" y="126"/>
                </a:lnTo>
                <a:lnTo>
                  <a:pt x="493" y="126"/>
                </a:lnTo>
                <a:lnTo>
                  <a:pt x="494" y="125"/>
                </a:lnTo>
                <a:lnTo>
                  <a:pt x="496" y="125"/>
                </a:lnTo>
                <a:lnTo>
                  <a:pt x="497" y="126"/>
                </a:lnTo>
                <a:lnTo>
                  <a:pt x="497" y="125"/>
                </a:lnTo>
                <a:lnTo>
                  <a:pt x="497" y="126"/>
                </a:lnTo>
                <a:lnTo>
                  <a:pt x="498" y="126"/>
                </a:lnTo>
                <a:lnTo>
                  <a:pt x="498" y="127"/>
                </a:lnTo>
                <a:lnTo>
                  <a:pt x="498" y="128"/>
                </a:lnTo>
                <a:lnTo>
                  <a:pt x="497" y="128"/>
                </a:lnTo>
                <a:lnTo>
                  <a:pt x="497" y="129"/>
                </a:lnTo>
                <a:lnTo>
                  <a:pt x="497" y="128"/>
                </a:lnTo>
                <a:lnTo>
                  <a:pt x="495" y="128"/>
                </a:lnTo>
                <a:lnTo>
                  <a:pt x="495" y="129"/>
                </a:lnTo>
                <a:lnTo>
                  <a:pt x="494" y="129"/>
                </a:lnTo>
                <a:lnTo>
                  <a:pt x="494" y="130"/>
                </a:lnTo>
                <a:lnTo>
                  <a:pt x="493" y="131"/>
                </a:lnTo>
                <a:lnTo>
                  <a:pt x="492" y="131"/>
                </a:lnTo>
                <a:lnTo>
                  <a:pt x="492" y="132"/>
                </a:lnTo>
                <a:lnTo>
                  <a:pt x="491" y="132"/>
                </a:lnTo>
                <a:lnTo>
                  <a:pt x="490" y="133"/>
                </a:lnTo>
                <a:lnTo>
                  <a:pt x="490" y="134"/>
                </a:lnTo>
                <a:lnTo>
                  <a:pt x="489" y="135"/>
                </a:lnTo>
                <a:lnTo>
                  <a:pt x="489" y="136"/>
                </a:lnTo>
                <a:lnTo>
                  <a:pt x="488" y="136"/>
                </a:lnTo>
                <a:lnTo>
                  <a:pt x="488" y="137"/>
                </a:lnTo>
                <a:lnTo>
                  <a:pt x="488" y="138"/>
                </a:lnTo>
                <a:lnTo>
                  <a:pt x="487" y="139"/>
                </a:lnTo>
                <a:lnTo>
                  <a:pt x="487" y="140"/>
                </a:lnTo>
                <a:lnTo>
                  <a:pt x="488" y="141"/>
                </a:lnTo>
                <a:lnTo>
                  <a:pt x="489" y="142"/>
                </a:lnTo>
                <a:lnTo>
                  <a:pt x="490" y="142"/>
                </a:lnTo>
                <a:lnTo>
                  <a:pt x="491" y="142"/>
                </a:lnTo>
                <a:lnTo>
                  <a:pt x="491" y="143"/>
                </a:lnTo>
                <a:lnTo>
                  <a:pt x="492" y="143"/>
                </a:lnTo>
                <a:lnTo>
                  <a:pt x="493" y="143"/>
                </a:lnTo>
                <a:lnTo>
                  <a:pt x="494" y="143"/>
                </a:lnTo>
                <a:lnTo>
                  <a:pt x="495" y="143"/>
                </a:lnTo>
                <a:lnTo>
                  <a:pt x="497" y="143"/>
                </a:lnTo>
                <a:lnTo>
                  <a:pt x="498" y="143"/>
                </a:lnTo>
                <a:lnTo>
                  <a:pt x="498" y="142"/>
                </a:lnTo>
                <a:lnTo>
                  <a:pt x="498" y="143"/>
                </a:lnTo>
                <a:lnTo>
                  <a:pt x="499" y="143"/>
                </a:lnTo>
                <a:lnTo>
                  <a:pt x="500" y="143"/>
                </a:lnTo>
                <a:lnTo>
                  <a:pt x="500" y="144"/>
                </a:lnTo>
                <a:lnTo>
                  <a:pt x="501" y="144"/>
                </a:lnTo>
                <a:lnTo>
                  <a:pt x="502" y="144"/>
                </a:lnTo>
                <a:lnTo>
                  <a:pt x="503" y="144"/>
                </a:lnTo>
                <a:lnTo>
                  <a:pt x="504" y="144"/>
                </a:lnTo>
                <a:lnTo>
                  <a:pt x="504" y="145"/>
                </a:lnTo>
                <a:lnTo>
                  <a:pt x="506" y="144"/>
                </a:lnTo>
                <a:lnTo>
                  <a:pt x="507" y="144"/>
                </a:lnTo>
                <a:lnTo>
                  <a:pt x="508" y="144"/>
                </a:lnTo>
                <a:lnTo>
                  <a:pt x="512" y="146"/>
                </a:lnTo>
                <a:lnTo>
                  <a:pt x="513" y="146"/>
                </a:lnTo>
                <a:lnTo>
                  <a:pt x="514" y="146"/>
                </a:lnTo>
                <a:lnTo>
                  <a:pt x="515" y="147"/>
                </a:lnTo>
                <a:lnTo>
                  <a:pt x="515" y="148"/>
                </a:lnTo>
                <a:lnTo>
                  <a:pt x="515" y="150"/>
                </a:lnTo>
                <a:lnTo>
                  <a:pt x="515" y="151"/>
                </a:lnTo>
                <a:lnTo>
                  <a:pt x="514" y="151"/>
                </a:lnTo>
                <a:lnTo>
                  <a:pt x="514" y="152"/>
                </a:lnTo>
                <a:lnTo>
                  <a:pt x="514" y="153"/>
                </a:lnTo>
                <a:lnTo>
                  <a:pt x="514" y="154"/>
                </a:lnTo>
                <a:lnTo>
                  <a:pt x="514" y="155"/>
                </a:lnTo>
                <a:lnTo>
                  <a:pt x="514" y="156"/>
                </a:lnTo>
                <a:lnTo>
                  <a:pt x="514" y="157"/>
                </a:lnTo>
                <a:lnTo>
                  <a:pt x="513" y="158"/>
                </a:lnTo>
                <a:lnTo>
                  <a:pt x="513" y="159"/>
                </a:lnTo>
                <a:lnTo>
                  <a:pt x="513" y="160"/>
                </a:lnTo>
                <a:lnTo>
                  <a:pt x="514" y="160"/>
                </a:lnTo>
                <a:lnTo>
                  <a:pt x="514" y="161"/>
                </a:lnTo>
                <a:lnTo>
                  <a:pt x="513" y="162"/>
                </a:lnTo>
                <a:lnTo>
                  <a:pt x="511" y="161"/>
                </a:lnTo>
                <a:lnTo>
                  <a:pt x="510" y="161"/>
                </a:lnTo>
                <a:lnTo>
                  <a:pt x="510" y="162"/>
                </a:lnTo>
                <a:lnTo>
                  <a:pt x="509" y="162"/>
                </a:lnTo>
                <a:lnTo>
                  <a:pt x="507" y="164"/>
                </a:lnTo>
                <a:lnTo>
                  <a:pt x="507" y="165"/>
                </a:lnTo>
                <a:lnTo>
                  <a:pt x="507" y="166"/>
                </a:lnTo>
                <a:lnTo>
                  <a:pt x="507" y="167"/>
                </a:lnTo>
                <a:lnTo>
                  <a:pt x="508" y="168"/>
                </a:lnTo>
                <a:lnTo>
                  <a:pt x="509" y="169"/>
                </a:lnTo>
                <a:lnTo>
                  <a:pt x="510" y="169"/>
                </a:lnTo>
                <a:lnTo>
                  <a:pt x="510" y="170"/>
                </a:lnTo>
                <a:lnTo>
                  <a:pt x="511" y="170"/>
                </a:lnTo>
                <a:lnTo>
                  <a:pt x="511" y="171"/>
                </a:lnTo>
                <a:lnTo>
                  <a:pt x="510" y="172"/>
                </a:lnTo>
                <a:lnTo>
                  <a:pt x="510" y="173"/>
                </a:lnTo>
                <a:lnTo>
                  <a:pt x="511" y="174"/>
                </a:lnTo>
                <a:lnTo>
                  <a:pt x="511" y="175"/>
                </a:lnTo>
                <a:lnTo>
                  <a:pt x="512" y="176"/>
                </a:lnTo>
                <a:lnTo>
                  <a:pt x="513" y="177"/>
                </a:lnTo>
                <a:lnTo>
                  <a:pt x="514" y="177"/>
                </a:lnTo>
                <a:lnTo>
                  <a:pt x="515" y="177"/>
                </a:lnTo>
                <a:lnTo>
                  <a:pt x="516" y="178"/>
                </a:lnTo>
                <a:lnTo>
                  <a:pt x="516" y="179"/>
                </a:lnTo>
                <a:lnTo>
                  <a:pt x="518" y="180"/>
                </a:lnTo>
                <a:lnTo>
                  <a:pt x="519" y="181"/>
                </a:lnTo>
                <a:lnTo>
                  <a:pt x="520" y="182"/>
                </a:lnTo>
                <a:lnTo>
                  <a:pt x="521" y="183"/>
                </a:lnTo>
                <a:lnTo>
                  <a:pt x="523" y="186"/>
                </a:lnTo>
                <a:lnTo>
                  <a:pt x="524" y="188"/>
                </a:lnTo>
                <a:lnTo>
                  <a:pt x="525" y="189"/>
                </a:lnTo>
                <a:lnTo>
                  <a:pt x="525" y="190"/>
                </a:lnTo>
                <a:lnTo>
                  <a:pt x="526" y="191"/>
                </a:lnTo>
                <a:lnTo>
                  <a:pt x="528" y="192"/>
                </a:lnTo>
                <a:lnTo>
                  <a:pt x="529" y="193"/>
                </a:lnTo>
                <a:lnTo>
                  <a:pt x="530" y="194"/>
                </a:lnTo>
                <a:lnTo>
                  <a:pt x="531" y="196"/>
                </a:lnTo>
                <a:lnTo>
                  <a:pt x="532" y="197"/>
                </a:lnTo>
                <a:lnTo>
                  <a:pt x="533" y="197"/>
                </a:lnTo>
                <a:lnTo>
                  <a:pt x="534" y="198"/>
                </a:lnTo>
                <a:lnTo>
                  <a:pt x="535" y="198"/>
                </a:lnTo>
                <a:lnTo>
                  <a:pt x="536" y="198"/>
                </a:lnTo>
                <a:lnTo>
                  <a:pt x="536" y="199"/>
                </a:lnTo>
                <a:lnTo>
                  <a:pt x="536" y="200"/>
                </a:lnTo>
                <a:lnTo>
                  <a:pt x="536" y="201"/>
                </a:lnTo>
                <a:lnTo>
                  <a:pt x="537" y="202"/>
                </a:lnTo>
                <a:lnTo>
                  <a:pt x="539" y="202"/>
                </a:lnTo>
                <a:lnTo>
                  <a:pt x="540" y="202"/>
                </a:lnTo>
                <a:lnTo>
                  <a:pt x="541" y="201"/>
                </a:lnTo>
                <a:lnTo>
                  <a:pt x="542" y="201"/>
                </a:lnTo>
                <a:lnTo>
                  <a:pt x="542" y="202"/>
                </a:lnTo>
                <a:lnTo>
                  <a:pt x="544" y="203"/>
                </a:lnTo>
                <a:lnTo>
                  <a:pt x="544" y="205"/>
                </a:lnTo>
                <a:lnTo>
                  <a:pt x="544" y="206"/>
                </a:lnTo>
                <a:lnTo>
                  <a:pt x="543" y="207"/>
                </a:lnTo>
                <a:lnTo>
                  <a:pt x="544" y="208"/>
                </a:lnTo>
                <a:lnTo>
                  <a:pt x="544" y="209"/>
                </a:lnTo>
                <a:lnTo>
                  <a:pt x="545" y="210"/>
                </a:lnTo>
                <a:lnTo>
                  <a:pt x="546" y="212"/>
                </a:lnTo>
                <a:lnTo>
                  <a:pt x="547" y="214"/>
                </a:lnTo>
                <a:lnTo>
                  <a:pt x="547" y="215"/>
                </a:lnTo>
                <a:lnTo>
                  <a:pt x="546" y="216"/>
                </a:lnTo>
                <a:lnTo>
                  <a:pt x="545" y="217"/>
                </a:lnTo>
                <a:lnTo>
                  <a:pt x="544" y="218"/>
                </a:lnTo>
                <a:lnTo>
                  <a:pt x="543" y="218"/>
                </a:lnTo>
                <a:lnTo>
                  <a:pt x="542" y="220"/>
                </a:lnTo>
                <a:lnTo>
                  <a:pt x="542" y="221"/>
                </a:lnTo>
                <a:lnTo>
                  <a:pt x="542" y="222"/>
                </a:lnTo>
                <a:lnTo>
                  <a:pt x="543" y="223"/>
                </a:lnTo>
                <a:lnTo>
                  <a:pt x="544" y="224"/>
                </a:lnTo>
                <a:lnTo>
                  <a:pt x="546" y="224"/>
                </a:lnTo>
                <a:lnTo>
                  <a:pt x="547" y="224"/>
                </a:lnTo>
                <a:lnTo>
                  <a:pt x="548" y="225"/>
                </a:lnTo>
                <a:lnTo>
                  <a:pt x="549" y="225"/>
                </a:lnTo>
                <a:lnTo>
                  <a:pt x="550" y="225"/>
                </a:lnTo>
                <a:lnTo>
                  <a:pt x="551" y="225"/>
                </a:lnTo>
                <a:lnTo>
                  <a:pt x="553" y="225"/>
                </a:lnTo>
                <a:lnTo>
                  <a:pt x="555" y="225"/>
                </a:lnTo>
                <a:lnTo>
                  <a:pt x="556" y="226"/>
                </a:lnTo>
                <a:lnTo>
                  <a:pt x="559" y="227"/>
                </a:lnTo>
                <a:lnTo>
                  <a:pt x="560" y="227"/>
                </a:lnTo>
                <a:lnTo>
                  <a:pt x="560" y="228"/>
                </a:lnTo>
                <a:lnTo>
                  <a:pt x="560" y="229"/>
                </a:lnTo>
                <a:lnTo>
                  <a:pt x="560" y="230"/>
                </a:lnTo>
                <a:lnTo>
                  <a:pt x="560" y="231"/>
                </a:lnTo>
                <a:lnTo>
                  <a:pt x="559" y="231"/>
                </a:lnTo>
                <a:lnTo>
                  <a:pt x="559" y="232"/>
                </a:lnTo>
                <a:lnTo>
                  <a:pt x="559" y="233"/>
                </a:lnTo>
                <a:lnTo>
                  <a:pt x="558" y="233"/>
                </a:lnTo>
                <a:lnTo>
                  <a:pt x="558" y="234"/>
                </a:lnTo>
                <a:lnTo>
                  <a:pt x="558" y="235"/>
                </a:lnTo>
                <a:lnTo>
                  <a:pt x="558" y="236"/>
                </a:lnTo>
                <a:lnTo>
                  <a:pt x="558" y="237"/>
                </a:lnTo>
                <a:lnTo>
                  <a:pt x="558" y="238"/>
                </a:lnTo>
                <a:lnTo>
                  <a:pt x="558" y="239"/>
                </a:lnTo>
                <a:lnTo>
                  <a:pt x="557" y="239"/>
                </a:lnTo>
                <a:lnTo>
                  <a:pt x="557" y="240"/>
                </a:lnTo>
                <a:lnTo>
                  <a:pt x="557" y="241"/>
                </a:lnTo>
                <a:lnTo>
                  <a:pt x="557" y="242"/>
                </a:lnTo>
                <a:lnTo>
                  <a:pt x="558" y="242"/>
                </a:lnTo>
                <a:lnTo>
                  <a:pt x="558" y="243"/>
                </a:lnTo>
                <a:lnTo>
                  <a:pt x="559" y="243"/>
                </a:lnTo>
                <a:lnTo>
                  <a:pt x="560" y="244"/>
                </a:lnTo>
                <a:lnTo>
                  <a:pt x="561" y="244"/>
                </a:lnTo>
                <a:lnTo>
                  <a:pt x="562" y="244"/>
                </a:lnTo>
                <a:lnTo>
                  <a:pt x="563" y="244"/>
                </a:lnTo>
                <a:lnTo>
                  <a:pt x="565" y="244"/>
                </a:lnTo>
                <a:lnTo>
                  <a:pt x="567" y="244"/>
                </a:lnTo>
                <a:lnTo>
                  <a:pt x="569" y="244"/>
                </a:lnTo>
                <a:lnTo>
                  <a:pt x="570" y="244"/>
                </a:lnTo>
                <a:lnTo>
                  <a:pt x="572" y="246"/>
                </a:lnTo>
                <a:lnTo>
                  <a:pt x="572" y="247"/>
                </a:lnTo>
                <a:lnTo>
                  <a:pt x="573" y="249"/>
                </a:lnTo>
                <a:lnTo>
                  <a:pt x="573" y="250"/>
                </a:lnTo>
                <a:lnTo>
                  <a:pt x="573" y="251"/>
                </a:lnTo>
                <a:lnTo>
                  <a:pt x="573" y="252"/>
                </a:lnTo>
                <a:lnTo>
                  <a:pt x="572" y="253"/>
                </a:lnTo>
                <a:lnTo>
                  <a:pt x="572" y="254"/>
                </a:lnTo>
                <a:lnTo>
                  <a:pt x="570" y="254"/>
                </a:lnTo>
                <a:lnTo>
                  <a:pt x="569" y="254"/>
                </a:lnTo>
                <a:lnTo>
                  <a:pt x="567" y="254"/>
                </a:lnTo>
                <a:lnTo>
                  <a:pt x="566" y="254"/>
                </a:lnTo>
                <a:lnTo>
                  <a:pt x="565" y="254"/>
                </a:lnTo>
                <a:lnTo>
                  <a:pt x="565" y="255"/>
                </a:lnTo>
                <a:lnTo>
                  <a:pt x="564" y="256"/>
                </a:lnTo>
                <a:lnTo>
                  <a:pt x="564" y="257"/>
                </a:lnTo>
                <a:lnTo>
                  <a:pt x="564" y="258"/>
                </a:lnTo>
                <a:lnTo>
                  <a:pt x="564" y="260"/>
                </a:lnTo>
                <a:lnTo>
                  <a:pt x="565" y="262"/>
                </a:lnTo>
                <a:lnTo>
                  <a:pt x="566" y="264"/>
                </a:lnTo>
                <a:lnTo>
                  <a:pt x="567" y="265"/>
                </a:lnTo>
                <a:lnTo>
                  <a:pt x="568" y="266"/>
                </a:lnTo>
                <a:lnTo>
                  <a:pt x="568" y="267"/>
                </a:lnTo>
                <a:lnTo>
                  <a:pt x="569" y="267"/>
                </a:lnTo>
                <a:lnTo>
                  <a:pt x="570" y="267"/>
                </a:lnTo>
                <a:lnTo>
                  <a:pt x="571" y="268"/>
                </a:lnTo>
                <a:lnTo>
                  <a:pt x="573" y="268"/>
                </a:lnTo>
                <a:lnTo>
                  <a:pt x="574" y="268"/>
                </a:lnTo>
                <a:lnTo>
                  <a:pt x="574" y="267"/>
                </a:lnTo>
                <a:lnTo>
                  <a:pt x="575" y="267"/>
                </a:lnTo>
                <a:lnTo>
                  <a:pt x="575" y="266"/>
                </a:lnTo>
                <a:lnTo>
                  <a:pt x="576" y="265"/>
                </a:lnTo>
                <a:lnTo>
                  <a:pt x="576" y="264"/>
                </a:lnTo>
                <a:lnTo>
                  <a:pt x="575" y="263"/>
                </a:lnTo>
                <a:lnTo>
                  <a:pt x="575" y="262"/>
                </a:lnTo>
                <a:lnTo>
                  <a:pt x="574" y="262"/>
                </a:lnTo>
                <a:lnTo>
                  <a:pt x="573" y="261"/>
                </a:lnTo>
                <a:lnTo>
                  <a:pt x="571" y="260"/>
                </a:lnTo>
                <a:lnTo>
                  <a:pt x="570" y="260"/>
                </a:lnTo>
                <a:lnTo>
                  <a:pt x="570" y="259"/>
                </a:lnTo>
                <a:lnTo>
                  <a:pt x="570" y="258"/>
                </a:lnTo>
                <a:lnTo>
                  <a:pt x="570" y="257"/>
                </a:lnTo>
                <a:lnTo>
                  <a:pt x="571" y="257"/>
                </a:lnTo>
                <a:lnTo>
                  <a:pt x="571" y="256"/>
                </a:lnTo>
                <a:lnTo>
                  <a:pt x="572" y="256"/>
                </a:lnTo>
                <a:lnTo>
                  <a:pt x="573" y="255"/>
                </a:lnTo>
                <a:lnTo>
                  <a:pt x="575" y="254"/>
                </a:lnTo>
                <a:lnTo>
                  <a:pt x="577" y="253"/>
                </a:lnTo>
                <a:lnTo>
                  <a:pt x="578" y="253"/>
                </a:lnTo>
                <a:lnTo>
                  <a:pt x="579" y="253"/>
                </a:lnTo>
                <a:lnTo>
                  <a:pt x="580" y="254"/>
                </a:lnTo>
                <a:lnTo>
                  <a:pt x="580" y="255"/>
                </a:lnTo>
                <a:lnTo>
                  <a:pt x="580" y="256"/>
                </a:lnTo>
                <a:lnTo>
                  <a:pt x="580" y="258"/>
                </a:lnTo>
                <a:lnTo>
                  <a:pt x="580" y="259"/>
                </a:lnTo>
                <a:lnTo>
                  <a:pt x="580" y="260"/>
                </a:lnTo>
                <a:lnTo>
                  <a:pt x="580" y="261"/>
                </a:lnTo>
                <a:lnTo>
                  <a:pt x="579" y="261"/>
                </a:lnTo>
                <a:lnTo>
                  <a:pt x="579" y="262"/>
                </a:lnTo>
                <a:lnTo>
                  <a:pt x="579" y="263"/>
                </a:lnTo>
                <a:lnTo>
                  <a:pt x="578" y="265"/>
                </a:lnTo>
                <a:lnTo>
                  <a:pt x="577" y="266"/>
                </a:lnTo>
                <a:lnTo>
                  <a:pt x="577" y="267"/>
                </a:lnTo>
                <a:lnTo>
                  <a:pt x="577" y="269"/>
                </a:lnTo>
                <a:lnTo>
                  <a:pt x="577" y="270"/>
                </a:lnTo>
                <a:lnTo>
                  <a:pt x="576" y="271"/>
                </a:lnTo>
                <a:lnTo>
                  <a:pt x="576" y="273"/>
                </a:lnTo>
                <a:lnTo>
                  <a:pt x="576" y="274"/>
                </a:lnTo>
                <a:lnTo>
                  <a:pt x="577" y="275"/>
                </a:lnTo>
                <a:lnTo>
                  <a:pt x="577" y="277"/>
                </a:lnTo>
                <a:lnTo>
                  <a:pt x="579" y="280"/>
                </a:lnTo>
                <a:lnTo>
                  <a:pt x="579" y="281"/>
                </a:lnTo>
                <a:lnTo>
                  <a:pt x="580" y="283"/>
                </a:lnTo>
                <a:lnTo>
                  <a:pt x="581" y="286"/>
                </a:lnTo>
                <a:lnTo>
                  <a:pt x="581" y="288"/>
                </a:lnTo>
                <a:lnTo>
                  <a:pt x="582" y="290"/>
                </a:lnTo>
                <a:lnTo>
                  <a:pt x="582" y="291"/>
                </a:lnTo>
                <a:lnTo>
                  <a:pt x="583" y="293"/>
                </a:lnTo>
                <a:lnTo>
                  <a:pt x="583" y="294"/>
                </a:lnTo>
                <a:lnTo>
                  <a:pt x="584" y="294"/>
                </a:lnTo>
                <a:lnTo>
                  <a:pt x="585" y="294"/>
                </a:lnTo>
                <a:lnTo>
                  <a:pt x="586" y="295"/>
                </a:lnTo>
                <a:lnTo>
                  <a:pt x="588" y="296"/>
                </a:lnTo>
                <a:lnTo>
                  <a:pt x="591" y="298"/>
                </a:lnTo>
                <a:lnTo>
                  <a:pt x="593" y="300"/>
                </a:lnTo>
                <a:lnTo>
                  <a:pt x="594" y="301"/>
                </a:lnTo>
                <a:lnTo>
                  <a:pt x="595" y="302"/>
                </a:lnTo>
                <a:lnTo>
                  <a:pt x="595" y="303"/>
                </a:lnTo>
                <a:lnTo>
                  <a:pt x="596" y="303"/>
                </a:lnTo>
                <a:lnTo>
                  <a:pt x="597" y="304"/>
                </a:lnTo>
                <a:lnTo>
                  <a:pt x="598" y="305"/>
                </a:lnTo>
                <a:lnTo>
                  <a:pt x="599" y="305"/>
                </a:lnTo>
                <a:lnTo>
                  <a:pt x="600" y="306"/>
                </a:lnTo>
                <a:lnTo>
                  <a:pt x="602" y="306"/>
                </a:lnTo>
                <a:lnTo>
                  <a:pt x="604" y="307"/>
                </a:lnTo>
                <a:lnTo>
                  <a:pt x="606" y="308"/>
                </a:lnTo>
                <a:lnTo>
                  <a:pt x="607" y="309"/>
                </a:lnTo>
                <a:lnTo>
                  <a:pt x="608" y="310"/>
                </a:lnTo>
                <a:lnTo>
                  <a:pt x="609" y="311"/>
                </a:lnTo>
                <a:lnTo>
                  <a:pt x="610" y="312"/>
                </a:lnTo>
                <a:lnTo>
                  <a:pt x="611" y="313"/>
                </a:lnTo>
                <a:lnTo>
                  <a:pt x="612" y="315"/>
                </a:lnTo>
                <a:lnTo>
                  <a:pt x="615" y="318"/>
                </a:lnTo>
                <a:lnTo>
                  <a:pt x="617" y="321"/>
                </a:lnTo>
                <a:lnTo>
                  <a:pt x="619" y="324"/>
                </a:lnTo>
                <a:lnTo>
                  <a:pt x="621" y="326"/>
                </a:lnTo>
                <a:lnTo>
                  <a:pt x="622" y="328"/>
                </a:lnTo>
                <a:lnTo>
                  <a:pt x="623" y="329"/>
                </a:lnTo>
                <a:lnTo>
                  <a:pt x="625" y="329"/>
                </a:lnTo>
                <a:lnTo>
                  <a:pt x="626" y="329"/>
                </a:lnTo>
                <a:lnTo>
                  <a:pt x="627" y="329"/>
                </a:lnTo>
                <a:lnTo>
                  <a:pt x="628" y="329"/>
                </a:lnTo>
                <a:lnTo>
                  <a:pt x="629" y="330"/>
                </a:lnTo>
                <a:lnTo>
                  <a:pt x="629" y="331"/>
                </a:lnTo>
                <a:lnTo>
                  <a:pt x="630" y="332"/>
                </a:lnTo>
                <a:lnTo>
                  <a:pt x="629" y="334"/>
                </a:lnTo>
                <a:lnTo>
                  <a:pt x="629" y="335"/>
                </a:lnTo>
                <a:lnTo>
                  <a:pt x="629" y="336"/>
                </a:lnTo>
                <a:lnTo>
                  <a:pt x="629" y="337"/>
                </a:lnTo>
                <a:lnTo>
                  <a:pt x="629" y="339"/>
                </a:lnTo>
                <a:lnTo>
                  <a:pt x="630" y="340"/>
                </a:lnTo>
                <a:lnTo>
                  <a:pt x="631" y="342"/>
                </a:lnTo>
                <a:lnTo>
                  <a:pt x="631" y="343"/>
                </a:lnTo>
                <a:lnTo>
                  <a:pt x="633" y="345"/>
                </a:lnTo>
                <a:lnTo>
                  <a:pt x="634" y="346"/>
                </a:lnTo>
                <a:lnTo>
                  <a:pt x="636" y="347"/>
                </a:lnTo>
                <a:lnTo>
                  <a:pt x="637" y="348"/>
                </a:lnTo>
                <a:lnTo>
                  <a:pt x="638" y="349"/>
                </a:lnTo>
                <a:lnTo>
                  <a:pt x="639" y="351"/>
                </a:lnTo>
                <a:lnTo>
                  <a:pt x="641" y="352"/>
                </a:lnTo>
                <a:lnTo>
                  <a:pt x="641" y="353"/>
                </a:lnTo>
                <a:lnTo>
                  <a:pt x="641" y="354"/>
                </a:lnTo>
                <a:lnTo>
                  <a:pt x="641" y="355"/>
                </a:lnTo>
                <a:lnTo>
                  <a:pt x="641" y="356"/>
                </a:lnTo>
                <a:lnTo>
                  <a:pt x="641" y="358"/>
                </a:lnTo>
                <a:lnTo>
                  <a:pt x="641" y="359"/>
                </a:lnTo>
                <a:lnTo>
                  <a:pt x="640" y="359"/>
                </a:lnTo>
                <a:lnTo>
                  <a:pt x="639" y="361"/>
                </a:lnTo>
                <a:lnTo>
                  <a:pt x="638" y="362"/>
                </a:lnTo>
                <a:lnTo>
                  <a:pt x="638" y="363"/>
                </a:lnTo>
                <a:lnTo>
                  <a:pt x="638" y="365"/>
                </a:lnTo>
                <a:lnTo>
                  <a:pt x="638" y="366"/>
                </a:lnTo>
                <a:lnTo>
                  <a:pt x="638" y="368"/>
                </a:lnTo>
                <a:lnTo>
                  <a:pt x="637" y="369"/>
                </a:lnTo>
                <a:lnTo>
                  <a:pt x="637" y="370"/>
                </a:lnTo>
                <a:lnTo>
                  <a:pt x="637" y="371"/>
                </a:lnTo>
                <a:lnTo>
                  <a:pt x="638" y="372"/>
                </a:lnTo>
                <a:lnTo>
                  <a:pt x="639" y="373"/>
                </a:lnTo>
                <a:lnTo>
                  <a:pt x="640" y="373"/>
                </a:lnTo>
                <a:lnTo>
                  <a:pt x="641" y="373"/>
                </a:lnTo>
                <a:lnTo>
                  <a:pt x="642" y="373"/>
                </a:lnTo>
                <a:lnTo>
                  <a:pt x="643" y="373"/>
                </a:lnTo>
                <a:lnTo>
                  <a:pt x="644" y="373"/>
                </a:lnTo>
                <a:lnTo>
                  <a:pt x="645" y="374"/>
                </a:lnTo>
                <a:lnTo>
                  <a:pt x="646" y="375"/>
                </a:lnTo>
                <a:lnTo>
                  <a:pt x="646" y="376"/>
                </a:lnTo>
                <a:lnTo>
                  <a:pt x="646" y="377"/>
                </a:lnTo>
                <a:lnTo>
                  <a:pt x="646" y="378"/>
                </a:lnTo>
                <a:lnTo>
                  <a:pt x="647" y="379"/>
                </a:lnTo>
                <a:lnTo>
                  <a:pt x="647" y="380"/>
                </a:lnTo>
                <a:lnTo>
                  <a:pt x="646" y="381"/>
                </a:lnTo>
                <a:lnTo>
                  <a:pt x="646" y="382"/>
                </a:lnTo>
                <a:lnTo>
                  <a:pt x="646" y="383"/>
                </a:lnTo>
                <a:lnTo>
                  <a:pt x="645" y="384"/>
                </a:lnTo>
                <a:lnTo>
                  <a:pt x="645" y="385"/>
                </a:lnTo>
                <a:lnTo>
                  <a:pt x="645" y="387"/>
                </a:lnTo>
                <a:lnTo>
                  <a:pt x="645" y="388"/>
                </a:lnTo>
                <a:lnTo>
                  <a:pt x="645" y="389"/>
                </a:lnTo>
                <a:lnTo>
                  <a:pt x="646" y="390"/>
                </a:lnTo>
                <a:lnTo>
                  <a:pt x="647" y="391"/>
                </a:lnTo>
                <a:lnTo>
                  <a:pt x="648" y="391"/>
                </a:lnTo>
                <a:lnTo>
                  <a:pt x="648" y="392"/>
                </a:lnTo>
                <a:lnTo>
                  <a:pt x="650" y="393"/>
                </a:lnTo>
                <a:lnTo>
                  <a:pt x="651" y="395"/>
                </a:lnTo>
                <a:lnTo>
                  <a:pt x="653" y="395"/>
                </a:lnTo>
                <a:lnTo>
                  <a:pt x="654" y="396"/>
                </a:lnTo>
                <a:lnTo>
                  <a:pt x="656" y="396"/>
                </a:lnTo>
                <a:lnTo>
                  <a:pt x="658" y="396"/>
                </a:lnTo>
                <a:lnTo>
                  <a:pt x="659" y="396"/>
                </a:lnTo>
                <a:lnTo>
                  <a:pt x="660" y="396"/>
                </a:lnTo>
                <a:lnTo>
                  <a:pt x="661" y="396"/>
                </a:lnTo>
                <a:lnTo>
                  <a:pt x="661" y="397"/>
                </a:lnTo>
                <a:lnTo>
                  <a:pt x="662" y="397"/>
                </a:lnTo>
                <a:lnTo>
                  <a:pt x="663" y="397"/>
                </a:lnTo>
                <a:lnTo>
                  <a:pt x="665" y="397"/>
                </a:lnTo>
                <a:lnTo>
                  <a:pt x="666" y="397"/>
                </a:lnTo>
                <a:lnTo>
                  <a:pt x="669" y="397"/>
                </a:lnTo>
                <a:lnTo>
                  <a:pt x="671" y="397"/>
                </a:lnTo>
                <a:lnTo>
                  <a:pt x="674" y="397"/>
                </a:lnTo>
                <a:lnTo>
                  <a:pt x="675" y="398"/>
                </a:lnTo>
                <a:lnTo>
                  <a:pt x="675" y="399"/>
                </a:lnTo>
                <a:lnTo>
                  <a:pt x="676" y="400"/>
                </a:lnTo>
                <a:lnTo>
                  <a:pt x="676" y="401"/>
                </a:lnTo>
                <a:lnTo>
                  <a:pt x="677" y="405"/>
                </a:lnTo>
                <a:lnTo>
                  <a:pt x="677" y="407"/>
                </a:lnTo>
                <a:lnTo>
                  <a:pt x="677" y="408"/>
                </a:lnTo>
                <a:lnTo>
                  <a:pt x="677" y="410"/>
                </a:lnTo>
                <a:lnTo>
                  <a:pt x="676" y="412"/>
                </a:lnTo>
                <a:lnTo>
                  <a:pt x="675" y="415"/>
                </a:lnTo>
                <a:lnTo>
                  <a:pt x="674" y="417"/>
                </a:lnTo>
                <a:lnTo>
                  <a:pt x="674" y="418"/>
                </a:lnTo>
                <a:lnTo>
                  <a:pt x="673" y="418"/>
                </a:lnTo>
                <a:lnTo>
                  <a:pt x="673" y="419"/>
                </a:lnTo>
                <a:lnTo>
                  <a:pt x="672" y="422"/>
                </a:lnTo>
                <a:lnTo>
                  <a:pt x="672" y="424"/>
                </a:lnTo>
                <a:lnTo>
                  <a:pt x="671" y="425"/>
                </a:lnTo>
                <a:lnTo>
                  <a:pt x="671" y="430"/>
                </a:lnTo>
                <a:lnTo>
                  <a:pt x="672" y="432"/>
                </a:lnTo>
                <a:lnTo>
                  <a:pt x="672" y="433"/>
                </a:lnTo>
                <a:lnTo>
                  <a:pt x="672" y="434"/>
                </a:lnTo>
                <a:lnTo>
                  <a:pt x="673" y="436"/>
                </a:lnTo>
                <a:lnTo>
                  <a:pt x="673" y="437"/>
                </a:lnTo>
                <a:lnTo>
                  <a:pt x="674" y="438"/>
                </a:lnTo>
                <a:lnTo>
                  <a:pt x="676" y="439"/>
                </a:lnTo>
                <a:lnTo>
                  <a:pt x="678" y="441"/>
                </a:lnTo>
                <a:lnTo>
                  <a:pt x="678" y="442"/>
                </a:lnTo>
                <a:lnTo>
                  <a:pt x="679" y="442"/>
                </a:lnTo>
                <a:lnTo>
                  <a:pt x="679" y="443"/>
                </a:lnTo>
                <a:lnTo>
                  <a:pt x="680" y="444"/>
                </a:lnTo>
                <a:lnTo>
                  <a:pt x="680" y="446"/>
                </a:lnTo>
                <a:lnTo>
                  <a:pt x="680" y="448"/>
                </a:lnTo>
                <a:lnTo>
                  <a:pt x="680" y="452"/>
                </a:lnTo>
                <a:lnTo>
                  <a:pt x="680" y="455"/>
                </a:lnTo>
                <a:lnTo>
                  <a:pt x="680" y="456"/>
                </a:lnTo>
                <a:lnTo>
                  <a:pt x="681" y="457"/>
                </a:lnTo>
                <a:lnTo>
                  <a:pt x="682" y="459"/>
                </a:lnTo>
                <a:lnTo>
                  <a:pt x="682" y="460"/>
                </a:lnTo>
                <a:lnTo>
                  <a:pt x="683" y="461"/>
                </a:lnTo>
                <a:lnTo>
                  <a:pt x="685" y="463"/>
                </a:lnTo>
                <a:lnTo>
                  <a:pt x="686" y="463"/>
                </a:lnTo>
                <a:lnTo>
                  <a:pt x="688" y="464"/>
                </a:lnTo>
                <a:lnTo>
                  <a:pt x="690" y="464"/>
                </a:lnTo>
                <a:lnTo>
                  <a:pt x="692" y="463"/>
                </a:lnTo>
                <a:lnTo>
                  <a:pt x="694" y="463"/>
                </a:lnTo>
                <a:lnTo>
                  <a:pt x="695" y="463"/>
                </a:lnTo>
                <a:lnTo>
                  <a:pt x="696" y="463"/>
                </a:lnTo>
                <a:lnTo>
                  <a:pt x="697" y="464"/>
                </a:lnTo>
                <a:lnTo>
                  <a:pt x="697" y="465"/>
                </a:lnTo>
                <a:lnTo>
                  <a:pt x="698" y="466"/>
                </a:lnTo>
                <a:lnTo>
                  <a:pt x="698" y="468"/>
                </a:lnTo>
                <a:lnTo>
                  <a:pt x="699" y="470"/>
                </a:lnTo>
                <a:lnTo>
                  <a:pt x="700" y="473"/>
                </a:lnTo>
                <a:lnTo>
                  <a:pt x="700" y="474"/>
                </a:lnTo>
                <a:lnTo>
                  <a:pt x="701" y="475"/>
                </a:lnTo>
                <a:lnTo>
                  <a:pt x="701" y="476"/>
                </a:lnTo>
                <a:lnTo>
                  <a:pt x="702" y="478"/>
                </a:lnTo>
                <a:lnTo>
                  <a:pt x="705" y="479"/>
                </a:lnTo>
                <a:lnTo>
                  <a:pt x="706" y="480"/>
                </a:lnTo>
                <a:lnTo>
                  <a:pt x="707" y="480"/>
                </a:lnTo>
                <a:lnTo>
                  <a:pt x="708" y="480"/>
                </a:lnTo>
                <a:lnTo>
                  <a:pt x="711" y="481"/>
                </a:lnTo>
                <a:lnTo>
                  <a:pt x="712" y="482"/>
                </a:lnTo>
                <a:lnTo>
                  <a:pt x="713" y="482"/>
                </a:lnTo>
                <a:lnTo>
                  <a:pt x="714" y="483"/>
                </a:lnTo>
                <a:lnTo>
                  <a:pt x="715" y="486"/>
                </a:lnTo>
                <a:lnTo>
                  <a:pt x="716" y="486"/>
                </a:lnTo>
                <a:lnTo>
                  <a:pt x="717" y="487"/>
                </a:lnTo>
                <a:lnTo>
                  <a:pt x="718" y="487"/>
                </a:lnTo>
                <a:lnTo>
                  <a:pt x="719" y="487"/>
                </a:lnTo>
                <a:lnTo>
                  <a:pt x="721" y="486"/>
                </a:lnTo>
                <a:lnTo>
                  <a:pt x="722" y="486"/>
                </a:lnTo>
                <a:lnTo>
                  <a:pt x="723" y="487"/>
                </a:lnTo>
                <a:lnTo>
                  <a:pt x="724" y="487"/>
                </a:lnTo>
                <a:lnTo>
                  <a:pt x="725" y="487"/>
                </a:lnTo>
                <a:lnTo>
                  <a:pt x="726" y="487"/>
                </a:lnTo>
                <a:lnTo>
                  <a:pt x="727" y="486"/>
                </a:lnTo>
                <a:lnTo>
                  <a:pt x="728" y="486"/>
                </a:lnTo>
                <a:lnTo>
                  <a:pt x="728" y="485"/>
                </a:lnTo>
                <a:lnTo>
                  <a:pt x="729" y="484"/>
                </a:lnTo>
                <a:lnTo>
                  <a:pt x="730" y="483"/>
                </a:lnTo>
                <a:lnTo>
                  <a:pt x="731" y="482"/>
                </a:lnTo>
                <a:lnTo>
                  <a:pt x="732" y="482"/>
                </a:lnTo>
                <a:lnTo>
                  <a:pt x="733" y="483"/>
                </a:lnTo>
                <a:lnTo>
                  <a:pt x="734" y="484"/>
                </a:lnTo>
                <a:lnTo>
                  <a:pt x="735" y="484"/>
                </a:lnTo>
                <a:lnTo>
                  <a:pt x="736" y="484"/>
                </a:lnTo>
                <a:lnTo>
                  <a:pt x="737" y="484"/>
                </a:lnTo>
                <a:lnTo>
                  <a:pt x="738" y="485"/>
                </a:lnTo>
                <a:lnTo>
                  <a:pt x="739" y="486"/>
                </a:lnTo>
                <a:lnTo>
                  <a:pt x="742" y="486"/>
                </a:lnTo>
                <a:lnTo>
                  <a:pt x="745" y="486"/>
                </a:lnTo>
                <a:lnTo>
                  <a:pt x="745" y="487"/>
                </a:lnTo>
                <a:lnTo>
                  <a:pt x="746" y="487"/>
                </a:lnTo>
                <a:lnTo>
                  <a:pt x="746" y="486"/>
                </a:lnTo>
                <a:lnTo>
                  <a:pt x="748" y="486"/>
                </a:lnTo>
                <a:lnTo>
                  <a:pt x="749" y="485"/>
                </a:lnTo>
                <a:lnTo>
                  <a:pt x="751" y="486"/>
                </a:lnTo>
                <a:lnTo>
                  <a:pt x="753" y="486"/>
                </a:lnTo>
                <a:lnTo>
                  <a:pt x="755" y="486"/>
                </a:lnTo>
                <a:lnTo>
                  <a:pt x="756" y="485"/>
                </a:lnTo>
                <a:lnTo>
                  <a:pt x="757" y="485"/>
                </a:lnTo>
                <a:lnTo>
                  <a:pt x="758" y="484"/>
                </a:lnTo>
                <a:lnTo>
                  <a:pt x="758" y="482"/>
                </a:lnTo>
                <a:lnTo>
                  <a:pt x="759" y="481"/>
                </a:lnTo>
                <a:lnTo>
                  <a:pt x="760" y="481"/>
                </a:lnTo>
                <a:lnTo>
                  <a:pt x="762" y="480"/>
                </a:lnTo>
                <a:lnTo>
                  <a:pt x="763" y="480"/>
                </a:lnTo>
                <a:lnTo>
                  <a:pt x="764" y="480"/>
                </a:lnTo>
                <a:lnTo>
                  <a:pt x="765" y="480"/>
                </a:lnTo>
                <a:lnTo>
                  <a:pt x="766" y="481"/>
                </a:lnTo>
                <a:lnTo>
                  <a:pt x="768" y="482"/>
                </a:lnTo>
                <a:lnTo>
                  <a:pt x="769" y="482"/>
                </a:lnTo>
                <a:lnTo>
                  <a:pt x="770" y="481"/>
                </a:lnTo>
                <a:lnTo>
                  <a:pt x="770" y="480"/>
                </a:lnTo>
                <a:lnTo>
                  <a:pt x="771" y="479"/>
                </a:lnTo>
                <a:lnTo>
                  <a:pt x="771" y="478"/>
                </a:lnTo>
                <a:lnTo>
                  <a:pt x="771" y="477"/>
                </a:lnTo>
                <a:lnTo>
                  <a:pt x="771" y="476"/>
                </a:lnTo>
                <a:lnTo>
                  <a:pt x="771" y="475"/>
                </a:lnTo>
                <a:lnTo>
                  <a:pt x="772" y="474"/>
                </a:lnTo>
                <a:lnTo>
                  <a:pt x="774" y="473"/>
                </a:lnTo>
                <a:lnTo>
                  <a:pt x="776" y="473"/>
                </a:lnTo>
                <a:lnTo>
                  <a:pt x="778" y="472"/>
                </a:lnTo>
                <a:lnTo>
                  <a:pt x="780" y="472"/>
                </a:lnTo>
                <a:lnTo>
                  <a:pt x="783" y="471"/>
                </a:lnTo>
                <a:lnTo>
                  <a:pt x="784" y="470"/>
                </a:lnTo>
                <a:lnTo>
                  <a:pt x="785" y="469"/>
                </a:lnTo>
                <a:lnTo>
                  <a:pt x="786" y="469"/>
                </a:lnTo>
                <a:lnTo>
                  <a:pt x="786" y="468"/>
                </a:lnTo>
                <a:lnTo>
                  <a:pt x="787" y="468"/>
                </a:lnTo>
                <a:lnTo>
                  <a:pt x="788" y="468"/>
                </a:lnTo>
                <a:lnTo>
                  <a:pt x="790" y="468"/>
                </a:lnTo>
                <a:lnTo>
                  <a:pt x="793" y="468"/>
                </a:lnTo>
                <a:lnTo>
                  <a:pt x="795" y="468"/>
                </a:lnTo>
                <a:lnTo>
                  <a:pt x="797" y="469"/>
                </a:lnTo>
                <a:lnTo>
                  <a:pt x="798" y="469"/>
                </a:lnTo>
                <a:lnTo>
                  <a:pt x="800" y="470"/>
                </a:lnTo>
                <a:lnTo>
                  <a:pt x="802" y="469"/>
                </a:lnTo>
                <a:lnTo>
                  <a:pt x="804" y="470"/>
                </a:lnTo>
                <a:lnTo>
                  <a:pt x="805" y="470"/>
                </a:lnTo>
                <a:lnTo>
                  <a:pt x="806" y="469"/>
                </a:lnTo>
                <a:lnTo>
                  <a:pt x="806" y="467"/>
                </a:lnTo>
                <a:lnTo>
                  <a:pt x="806" y="466"/>
                </a:lnTo>
                <a:lnTo>
                  <a:pt x="806" y="465"/>
                </a:lnTo>
                <a:lnTo>
                  <a:pt x="807" y="464"/>
                </a:lnTo>
                <a:lnTo>
                  <a:pt x="808" y="464"/>
                </a:lnTo>
                <a:lnTo>
                  <a:pt x="809" y="465"/>
                </a:lnTo>
                <a:lnTo>
                  <a:pt x="811" y="465"/>
                </a:lnTo>
                <a:lnTo>
                  <a:pt x="813" y="465"/>
                </a:lnTo>
                <a:lnTo>
                  <a:pt x="813" y="466"/>
                </a:lnTo>
                <a:lnTo>
                  <a:pt x="814" y="468"/>
                </a:lnTo>
                <a:lnTo>
                  <a:pt x="814" y="470"/>
                </a:lnTo>
                <a:lnTo>
                  <a:pt x="813" y="471"/>
                </a:lnTo>
                <a:lnTo>
                  <a:pt x="813" y="472"/>
                </a:lnTo>
                <a:lnTo>
                  <a:pt x="812" y="472"/>
                </a:lnTo>
                <a:lnTo>
                  <a:pt x="812" y="473"/>
                </a:lnTo>
                <a:lnTo>
                  <a:pt x="811" y="475"/>
                </a:lnTo>
                <a:lnTo>
                  <a:pt x="810" y="476"/>
                </a:lnTo>
                <a:lnTo>
                  <a:pt x="810" y="478"/>
                </a:lnTo>
                <a:lnTo>
                  <a:pt x="810" y="479"/>
                </a:lnTo>
                <a:lnTo>
                  <a:pt x="811" y="480"/>
                </a:lnTo>
                <a:lnTo>
                  <a:pt x="811" y="481"/>
                </a:lnTo>
                <a:lnTo>
                  <a:pt x="812" y="481"/>
                </a:lnTo>
                <a:lnTo>
                  <a:pt x="813" y="482"/>
                </a:lnTo>
                <a:lnTo>
                  <a:pt x="814" y="482"/>
                </a:lnTo>
                <a:lnTo>
                  <a:pt x="815" y="482"/>
                </a:lnTo>
                <a:lnTo>
                  <a:pt x="816" y="481"/>
                </a:lnTo>
                <a:lnTo>
                  <a:pt x="817" y="481"/>
                </a:lnTo>
                <a:lnTo>
                  <a:pt x="817" y="480"/>
                </a:lnTo>
                <a:lnTo>
                  <a:pt x="819" y="479"/>
                </a:lnTo>
                <a:lnTo>
                  <a:pt x="820" y="478"/>
                </a:lnTo>
                <a:lnTo>
                  <a:pt x="821" y="477"/>
                </a:lnTo>
                <a:lnTo>
                  <a:pt x="823" y="477"/>
                </a:lnTo>
                <a:lnTo>
                  <a:pt x="825" y="477"/>
                </a:lnTo>
                <a:lnTo>
                  <a:pt x="827" y="478"/>
                </a:lnTo>
                <a:lnTo>
                  <a:pt x="828" y="479"/>
                </a:lnTo>
                <a:lnTo>
                  <a:pt x="830" y="479"/>
                </a:lnTo>
                <a:lnTo>
                  <a:pt x="831" y="479"/>
                </a:lnTo>
                <a:lnTo>
                  <a:pt x="833" y="479"/>
                </a:lnTo>
                <a:lnTo>
                  <a:pt x="835" y="479"/>
                </a:lnTo>
                <a:lnTo>
                  <a:pt x="836" y="478"/>
                </a:lnTo>
                <a:lnTo>
                  <a:pt x="838" y="479"/>
                </a:lnTo>
                <a:lnTo>
                  <a:pt x="839" y="480"/>
                </a:lnTo>
                <a:lnTo>
                  <a:pt x="840" y="481"/>
                </a:lnTo>
                <a:lnTo>
                  <a:pt x="841" y="484"/>
                </a:lnTo>
                <a:lnTo>
                  <a:pt x="843" y="487"/>
                </a:lnTo>
                <a:lnTo>
                  <a:pt x="844" y="488"/>
                </a:lnTo>
                <a:lnTo>
                  <a:pt x="844" y="489"/>
                </a:lnTo>
                <a:lnTo>
                  <a:pt x="845" y="489"/>
                </a:lnTo>
                <a:lnTo>
                  <a:pt x="846" y="490"/>
                </a:lnTo>
                <a:lnTo>
                  <a:pt x="847" y="491"/>
                </a:lnTo>
                <a:lnTo>
                  <a:pt x="850" y="491"/>
                </a:lnTo>
                <a:lnTo>
                  <a:pt x="852" y="491"/>
                </a:lnTo>
                <a:lnTo>
                  <a:pt x="853" y="491"/>
                </a:lnTo>
                <a:lnTo>
                  <a:pt x="853" y="490"/>
                </a:lnTo>
                <a:lnTo>
                  <a:pt x="854" y="490"/>
                </a:lnTo>
                <a:lnTo>
                  <a:pt x="854" y="489"/>
                </a:lnTo>
                <a:lnTo>
                  <a:pt x="855" y="487"/>
                </a:lnTo>
                <a:lnTo>
                  <a:pt x="855" y="486"/>
                </a:lnTo>
                <a:lnTo>
                  <a:pt x="856" y="485"/>
                </a:lnTo>
                <a:lnTo>
                  <a:pt x="857" y="483"/>
                </a:lnTo>
                <a:lnTo>
                  <a:pt x="859" y="482"/>
                </a:lnTo>
                <a:lnTo>
                  <a:pt x="860" y="481"/>
                </a:lnTo>
                <a:lnTo>
                  <a:pt x="862" y="481"/>
                </a:lnTo>
                <a:lnTo>
                  <a:pt x="864" y="481"/>
                </a:lnTo>
                <a:lnTo>
                  <a:pt x="866" y="482"/>
                </a:lnTo>
                <a:lnTo>
                  <a:pt x="867" y="483"/>
                </a:lnTo>
                <a:lnTo>
                  <a:pt x="867" y="484"/>
                </a:lnTo>
                <a:lnTo>
                  <a:pt x="868" y="484"/>
                </a:lnTo>
                <a:lnTo>
                  <a:pt x="869" y="485"/>
                </a:lnTo>
                <a:lnTo>
                  <a:pt x="870" y="485"/>
                </a:lnTo>
                <a:lnTo>
                  <a:pt x="870" y="486"/>
                </a:lnTo>
                <a:lnTo>
                  <a:pt x="872" y="486"/>
                </a:lnTo>
                <a:lnTo>
                  <a:pt x="873" y="485"/>
                </a:lnTo>
                <a:lnTo>
                  <a:pt x="874" y="485"/>
                </a:lnTo>
                <a:lnTo>
                  <a:pt x="875" y="485"/>
                </a:lnTo>
                <a:lnTo>
                  <a:pt x="876" y="484"/>
                </a:lnTo>
                <a:lnTo>
                  <a:pt x="876" y="483"/>
                </a:lnTo>
                <a:lnTo>
                  <a:pt x="876" y="482"/>
                </a:lnTo>
                <a:lnTo>
                  <a:pt x="876" y="481"/>
                </a:lnTo>
                <a:lnTo>
                  <a:pt x="875" y="480"/>
                </a:lnTo>
                <a:lnTo>
                  <a:pt x="875" y="479"/>
                </a:lnTo>
                <a:lnTo>
                  <a:pt x="874" y="479"/>
                </a:lnTo>
                <a:lnTo>
                  <a:pt x="874" y="478"/>
                </a:lnTo>
                <a:lnTo>
                  <a:pt x="874" y="476"/>
                </a:lnTo>
                <a:lnTo>
                  <a:pt x="874" y="475"/>
                </a:lnTo>
                <a:lnTo>
                  <a:pt x="874" y="474"/>
                </a:lnTo>
                <a:lnTo>
                  <a:pt x="875" y="473"/>
                </a:lnTo>
                <a:lnTo>
                  <a:pt x="876" y="472"/>
                </a:lnTo>
                <a:lnTo>
                  <a:pt x="877" y="471"/>
                </a:lnTo>
                <a:lnTo>
                  <a:pt x="879" y="470"/>
                </a:lnTo>
                <a:lnTo>
                  <a:pt x="880" y="470"/>
                </a:lnTo>
                <a:lnTo>
                  <a:pt x="881" y="471"/>
                </a:lnTo>
                <a:lnTo>
                  <a:pt x="882" y="471"/>
                </a:lnTo>
                <a:lnTo>
                  <a:pt x="884" y="471"/>
                </a:lnTo>
                <a:lnTo>
                  <a:pt x="885" y="471"/>
                </a:lnTo>
                <a:lnTo>
                  <a:pt x="887" y="471"/>
                </a:lnTo>
                <a:lnTo>
                  <a:pt x="889" y="472"/>
                </a:lnTo>
                <a:lnTo>
                  <a:pt x="890" y="474"/>
                </a:lnTo>
                <a:lnTo>
                  <a:pt x="891" y="475"/>
                </a:lnTo>
                <a:lnTo>
                  <a:pt x="891" y="476"/>
                </a:lnTo>
                <a:lnTo>
                  <a:pt x="892" y="479"/>
                </a:lnTo>
                <a:lnTo>
                  <a:pt x="893" y="482"/>
                </a:lnTo>
                <a:lnTo>
                  <a:pt x="894" y="484"/>
                </a:lnTo>
                <a:lnTo>
                  <a:pt x="894" y="486"/>
                </a:lnTo>
                <a:lnTo>
                  <a:pt x="895" y="486"/>
                </a:lnTo>
                <a:lnTo>
                  <a:pt x="895" y="487"/>
                </a:lnTo>
                <a:lnTo>
                  <a:pt x="895" y="488"/>
                </a:lnTo>
                <a:lnTo>
                  <a:pt x="896" y="488"/>
                </a:lnTo>
                <a:lnTo>
                  <a:pt x="896" y="489"/>
                </a:lnTo>
                <a:lnTo>
                  <a:pt x="897" y="489"/>
                </a:lnTo>
                <a:lnTo>
                  <a:pt x="897" y="490"/>
                </a:lnTo>
                <a:lnTo>
                  <a:pt x="898" y="490"/>
                </a:lnTo>
                <a:lnTo>
                  <a:pt x="899" y="490"/>
                </a:lnTo>
                <a:lnTo>
                  <a:pt x="900" y="490"/>
                </a:lnTo>
                <a:lnTo>
                  <a:pt x="901" y="490"/>
                </a:lnTo>
                <a:lnTo>
                  <a:pt x="902" y="490"/>
                </a:lnTo>
                <a:lnTo>
                  <a:pt x="903" y="489"/>
                </a:lnTo>
                <a:lnTo>
                  <a:pt x="905" y="487"/>
                </a:lnTo>
                <a:lnTo>
                  <a:pt x="906" y="486"/>
                </a:lnTo>
                <a:lnTo>
                  <a:pt x="907" y="486"/>
                </a:lnTo>
                <a:lnTo>
                  <a:pt x="907" y="485"/>
                </a:lnTo>
                <a:lnTo>
                  <a:pt x="908" y="485"/>
                </a:lnTo>
                <a:lnTo>
                  <a:pt x="909" y="485"/>
                </a:lnTo>
                <a:lnTo>
                  <a:pt x="910" y="485"/>
                </a:lnTo>
                <a:lnTo>
                  <a:pt x="911" y="485"/>
                </a:lnTo>
                <a:lnTo>
                  <a:pt x="912" y="485"/>
                </a:lnTo>
                <a:lnTo>
                  <a:pt x="914" y="487"/>
                </a:lnTo>
                <a:lnTo>
                  <a:pt x="915" y="487"/>
                </a:lnTo>
                <a:lnTo>
                  <a:pt x="915" y="488"/>
                </a:lnTo>
                <a:lnTo>
                  <a:pt x="916" y="488"/>
                </a:lnTo>
                <a:lnTo>
                  <a:pt x="916" y="489"/>
                </a:lnTo>
                <a:lnTo>
                  <a:pt x="916" y="490"/>
                </a:lnTo>
                <a:lnTo>
                  <a:pt x="916" y="491"/>
                </a:lnTo>
                <a:lnTo>
                  <a:pt x="917" y="492"/>
                </a:lnTo>
                <a:lnTo>
                  <a:pt x="917" y="493"/>
                </a:lnTo>
                <a:lnTo>
                  <a:pt x="917" y="495"/>
                </a:lnTo>
                <a:lnTo>
                  <a:pt x="918" y="496"/>
                </a:lnTo>
                <a:lnTo>
                  <a:pt x="919" y="497"/>
                </a:lnTo>
                <a:lnTo>
                  <a:pt x="919" y="498"/>
                </a:lnTo>
                <a:lnTo>
                  <a:pt x="921" y="499"/>
                </a:lnTo>
                <a:lnTo>
                  <a:pt x="922" y="500"/>
                </a:lnTo>
                <a:lnTo>
                  <a:pt x="923" y="500"/>
                </a:lnTo>
                <a:lnTo>
                  <a:pt x="925" y="500"/>
                </a:lnTo>
                <a:lnTo>
                  <a:pt x="926" y="499"/>
                </a:lnTo>
                <a:lnTo>
                  <a:pt x="927" y="499"/>
                </a:lnTo>
                <a:lnTo>
                  <a:pt x="927" y="498"/>
                </a:lnTo>
                <a:lnTo>
                  <a:pt x="928" y="498"/>
                </a:lnTo>
                <a:lnTo>
                  <a:pt x="928" y="499"/>
                </a:lnTo>
                <a:lnTo>
                  <a:pt x="929" y="499"/>
                </a:lnTo>
                <a:lnTo>
                  <a:pt x="930" y="500"/>
                </a:lnTo>
                <a:lnTo>
                  <a:pt x="930" y="501"/>
                </a:lnTo>
                <a:lnTo>
                  <a:pt x="930" y="502"/>
                </a:lnTo>
                <a:lnTo>
                  <a:pt x="930" y="504"/>
                </a:lnTo>
                <a:lnTo>
                  <a:pt x="930" y="505"/>
                </a:lnTo>
                <a:lnTo>
                  <a:pt x="930" y="506"/>
                </a:lnTo>
                <a:lnTo>
                  <a:pt x="931" y="507"/>
                </a:lnTo>
                <a:lnTo>
                  <a:pt x="932" y="508"/>
                </a:lnTo>
                <a:lnTo>
                  <a:pt x="933" y="508"/>
                </a:lnTo>
                <a:lnTo>
                  <a:pt x="934" y="508"/>
                </a:lnTo>
                <a:lnTo>
                  <a:pt x="936" y="507"/>
                </a:lnTo>
                <a:lnTo>
                  <a:pt x="937" y="508"/>
                </a:lnTo>
                <a:lnTo>
                  <a:pt x="938" y="508"/>
                </a:lnTo>
                <a:lnTo>
                  <a:pt x="939" y="508"/>
                </a:lnTo>
                <a:lnTo>
                  <a:pt x="939" y="509"/>
                </a:lnTo>
                <a:lnTo>
                  <a:pt x="940" y="511"/>
                </a:lnTo>
                <a:lnTo>
                  <a:pt x="940" y="512"/>
                </a:lnTo>
                <a:lnTo>
                  <a:pt x="939" y="513"/>
                </a:lnTo>
                <a:lnTo>
                  <a:pt x="939" y="514"/>
                </a:lnTo>
                <a:lnTo>
                  <a:pt x="939" y="515"/>
                </a:lnTo>
                <a:lnTo>
                  <a:pt x="940" y="516"/>
                </a:lnTo>
                <a:lnTo>
                  <a:pt x="941" y="517"/>
                </a:lnTo>
                <a:lnTo>
                  <a:pt x="942" y="517"/>
                </a:lnTo>
                <a:lnTo>
                  <a:pt x="944" y="517"/>
                </a:lnTo>
                <a:lnTo>
                  <a:pt x="946" y="517"/>
                </a:lnTo>
                <a:lnTo>
                  <a:pt x="947" y="517"/>
                </a:lnTo>
                <a:lnTo>
                  <a:pt x="950" y="518"/>
                </a:lnTo>
                <a:lnTo>
                  <a:pt x="951" y="518"/>
                </a:lnTo>
                <a:lnTo>
                  <a:pt x="953" y="520"/>
                </a:lnTo>
                <a:lnTo>
                  <a:pt x="954" y="521"/>
                </a:lnTo>
                <a:lnTo>
                  <a:pt x="955" y="522"/>
                </a:lnTo>
                <a:lnTo>
                  <a:pt x="956" y="523"/>
                </a:lnTo>
                <a:lnTo>
                  <a:pt x="957" y="523"/>
                </a:lnTo>
                <a:lnTo>
                  <a:pt x="958" y="523"/>
                </a:lnTo>
                <a:lnTo>
                  <a:pt x="959" y="524"/>
                </a:lnTo>
                <a:lnTo>
                  <a:pt x="960" y="524"/>
                </a:lnTo>
                <a:lnTo>
                  <a:pt x="961" y="524"/>
                </a:lnTo>
                <a:lnTo>
                  <a:pt x="962" y="524"/>
                </a:lnTo>
                <a:lnTo>
                  <a:pt x="962" y="525"/>
                </a:lnTo>
                <a:lnTo>
                  <a:pt x="963" y="525"/>
                </a:lnTo>
                <a:lnTo>
                  <a:pt x="964" y="525"/>
                </a:lnTo>
                <a:lnTo>
                  <a:pt x="965" y="526"/>
                </a:lnTo>
                <a:lnTo>
                  <a:pt x="966" y="526"/>
                </a:lnTo>
                <a:lnTo>
                  <a:pt x="967" y="527"/>
                </a:lnTo>
                <a:lnTo>
                  <a:pt x="970" y="529"/>
                </a:lnTo>
                <a:lnTo>
                  <a:pt x="972" y="529"/>
                </a:lnTo>
                <a:lnTo>
                  <a:pt x="973" y="530"/>
                </a:lnTo>
                <a:lnTo>
                  <a:pt x="974" y="531"/>
                </a:lnTo>
                <a:lnTo>
                  <a:pt x="975" y="531"/>
                </a:lnTo>
                <a:lnTo>
                  <a:pt x="976" y="533"/>
                </a:lnTo>
                <a:lnTo>
                  <a:pt x="977" y="534"/>
                </a:lnTo>
                <a:lnTo>
                  <a:pt x="978" y="534"/>
                </a:lnTo>
                <a:lnTo>
                  <a:pt x="979" y="534"/>
                </a:lnTo>
                <a:lnTo>
                  <a:pt x="981" y="533"/>
                </a:lnTo>
                <a:lnTo>
                  <a:pt x="982" y="533"/>
                </a:lnTo>
                <a:lnTo>
                  <a:pt x="983" y="532"/>
                </a:lnTo>
                <a:lnTo>
                  <a:pt x="984" y="532"/>
                </a:lnTo>
                <a:lnTo>
                  <a:pt x="985" y="530"/>
                </a:lnTo>
                <a:lnTo>
                  <a:pt x="988" y="528"/>
                </a:lnTo>
                <a:lnTo>
                  <a:pt x="989" y="527"/>
                </a:lnTo>
                <a:lnTo>
                  <a:pt x="991" y="525"/>
                </a:lnTo>
                <a:lnTo>
                  <a:pt x="993" y="524"/>
                </a:lnTo>
                <a:lnTo>
                  <a:pt x="994" y="524"/>
                </a:lnTo>
                <a:lnTo>
                  <a:pt x="994" y="523"/>
                </a:lnTo>
                <a:lnTo>
                  <a:pt x="995" y="523"/>
                </a:lnTo>
                <a:lnTo>
                  <a:pt x="996" y="523"/>
                </a:lnTo>
                <a:lnTo>
                  <a:pt x="998" y="523"/>
                </a:lnTo>
                <a:lnTo>
                  <a:pt x="999" y="523"/>
                </a:lnTo>
                <a:lnTo>
                  <a:pt x="1000" y="524"/>
                </a:lnTo>
                <a:lnTo>
                  <a:pt x="1001" y="525"/>
                </a:lnTo>
                <a:lnTo>
                  <a:pt x="1001" y="526"/>
                </a:lnTo>
                <a:lnTo>
                  <a:pt x="1002" y="526"/>
                </a:lnTo>
                <a:lnTo>
                  <a:pt x="1002" y="527"/>
                </a:lnTo>
                <a:lnTo>
                  <a:pt x="1003" y="527"/>
                </a:lnTo>
                <a:lnTo>
                  <a:pt x="1003" y="528"/>
                </a:lnTo>
                <a:lnTo>
                  <a:pt x="1004" y="528"/>
                </a:lnTo>
                <a:lnTo>
                  <a:pt x="1005" y="528"/>
                </a:lnTo>
                <a:lnTo>
                  <a:pt x="1006" y="528"/>
                </a:lnTo>
                <a:lnTo>
                  <a:pt x="1007" y="528"/>
                </a:lnTo>
                <a:lnTo>
                  <a:pt x="1008" y="528"/>
                </a:lnTo>
                <a:lnTo>
                  <a:pt x="1008" y="527"/>
                </a:lnTo>
                <a:lnTo>
                  <a:pt x="1009" y="527"/>
                </a:lnTo>
                <a:lnTo>
                  <a:pt x="1010" y="526"/>
                </a:lnTo>
                <a:lnTo>
                  <a:pt x="1011" y="525"/>
                </a:lnTo>
                <a:lnTo>
                  <a:pt x="1011" y="524"/>
                </a:lnTo>
                <a:lnTo>
                  <a:pt x="1012" y="524"/>
                </a:lnTo>
                <a:lnTo>
                  <a:pt x="1013" y="523"/>
                </a:lnTo>
                <a:lnTo>
                  <a:pt x="1013" y="522"/>
                </a:lnTo>
                <a:lnTo>
                  <a:pt x="1014" y="522"/>
                </a:lnTo>
                <a:lnTo>
                  <a:pt x="1015" y="522"/>
                </a:lnTo>
                <a:lnTo>
                  <a:pt x="1015" y="521"/>
                </a:lnTo>
                <a:lnTo>
                  <a:pt x="1016" y="521"/>
                </a:lnTo>
                <a:lnTo>
                  <a:pt x="1017" y="521"/>
                </a:lnTo>
                <a:lnTo>
                  <a:pt x="1018" y="521"/>
                </a:lnTo>
                <a:lnTo>
                  <a:pt x="1020" y="521"/>
                </a:lnTo>
                <a:lnTo>
                  <a:pt x="1021" y="521"/>
                </a:lnTo>
                <a:lnTo>
                  <a:pt x="1021" y="522"/>
                </a:lnTo>
                <a:lnTo>
                  <a:pt x="1022" y="522"/>
                </a:lnTo>
                <a:lnTo>
                  <a:pt x="1022" y="523"/>
                </a:lnTo>
                <a:lnTo>
                  <a:pt x="1022" y="525"/>
                </a:lnTo>
                <a:lnTo>
                  <a:pt x="1022" y="526"/>
                </a:lnTo>
                <a:lnTo>
                  <a:pt x="1021" y="526"/>
                </a:lnTo>
                <a:lnTo>
                  <a:pt x="1021" y="527"/>
                </a:lnTo>
                <a:lnTo>
                  <a:pt x="1021" y="528"/>
                </a:lnTo>
                <a:lnTo>
                  <a:pt x="1020" y="529"/>
                </a:lnTo>
                <a:lnTo>
                  <a:pt x="1020" y="530"/>
                </a:lnTo>
                <a:lnTo>
                  <a:pt x="1019" y="530"/>
                </a:lnTo>
                <a:lnTo>
                  <a:pt x="1019" y="531"/>
                </a:lnTo>
                <a:lnTo>
                  <a:pt x="1019" y="532"/>
                </a:lnTo>
                <a:lnTo>
                  <a:pt x="1018" y="532"/>
                </a:lnTo>
                <a:lnTo>
                  <a:pt x="1018" y="533"/>
                </a:lnTo>
                <a:lnTo>
                  <a:pt x="1018" y="534"/>
                </a:lnTo>
                <a:lnTo>
                  <a:pt x="1018" y="535"/>
                </a:lnTo>
                <a:lnTo>
                  <a:pt x="1017" y="535"/>
                </a:lnTo>
                <a:lnTo>
                  <a:pt x="1017" y="537"/>
                </a:lnTo>
                <a:lnTo>
                  <a:pt x="1018" y="537"/>
                </a:lnTo>
                <a:lnTo>
                  <a:pt x="1018" y="539"/>
                </a:lnTo>
                <a:lnTo>
                  <a:pt x="1017" y="539"/>
                </a:lnTo>
                <a:lnTo>
                  <a:pt x="1017" y="540"/>
                </a:lnTo>
                <a:lnTo>
                  <a:pt x="1017" y="541"/>
                </a:lnTo>
                <a:lnTo>
                  <a:pt x="1017" y="542"/>
                </a:lnTo>
                <a:lnTo>
                  <a:pt x="1017" y="543"/>
                </a:lnTo>
                <a:lnTo>
                  <a:pt x="1017" y="545"/>
                </a:lnTo>
                <a:lnTo>
                  <a:pt x="1017" y="546"/>
                </a:lnTo>
                <a:lnTo>
                  <a:pt x="1017" y="549"/>
                </a:lnTo>
                <a:lnTo>
                  <a:pt x="1017" y="551"/>
                </a:lnTo>
                <a:lnTo>
                  <a:pt x="1017" y="553"/>
                </a:lnTo>
                <a:lnTo>
                  <a:pt x="1016" y="554"/>
                </a:lnTo>
                <a:lnTo>
                  <a:pt x="1016" y="555"/>
                </a:lnTo>
                <a:lnTo>
                  <a:pt x="1016" y="556"/>
                </a:lnTo>
                <a:lnTo>
                  <a:pt x="1016" y="557"/>
                </a:lnTo>
                <a:lnTo>
                  <a:pt x="1016" y="558"/>
                </a:lnTo>
                <a:lnTo>
                  <a:pt x="1015" y="558"/>
                </a:lnTo>
                <a:lnTo>
                  <a:pt x="1015" y="559"/>
                </a:lnTo>
                <a:lnTo>
                  <a:pt x="1015" y="560"/>
                </a:lnTo>
                <a:lnTo>
                  <a:pt x="1015" y="561"/>
                </a:lnTo>
                <a:lnTo>
                  <a:pt x="1015" y="562"/>
                </a:lnTo>
                <a:lnTo>
                  <a:pt x="1015" y="563"/>
                </a:lnTo>
                <a:lnTo>
                  <a:pt x="1016" y="563"/>
                </a:lnTo>
                <a:lnTo>
                  <a:pt x="1017" y="564"/>
                </a:lnTo>
                <a:lnTo>
                  <a:pt x="1018" y="564"/>
                </a:lnTo>
                <a:lnTo>
                  <a:pt x="1020" y="564"/>
                </a:lnTo>
                <a:lnTo>
                  <a:pt x="1022" y="564"/>
                </a:lnTo>
                <a:lnTo>
                  <a:pt x="1023" y="564"/>
                </a:lnTo>
                <a:lnTo>
                  <a:pt x="1024" y="564"/>
                </a:lnTo>
                <a:lnTo>
                  <a:pt x="1024" y="565"/>
                </a:lnTo>
                <a:lnTo>
                  <a:pt x="1025" y="565"/>
                </a:lnTo>
                <a:lnTo>
                  <a:pt x="1025" y="566"/>
                </a:lnTo>
                <a:lnTo>
                  <a:pt x="1025" y="567"/>
                </a:lnTo>
                <a:lnTo>
                  <a:pt x="1026" y="567"/>
                </a:lnTo>
                <a:lnTo>
                  <a:pt x="1026" y="568"/>
                </a:lnTo>
                <a:lnTo>
                  <a:pt x="1026" y="569"/>
                </a:lnTo>
                <a:lnTo>
                  <a:pt x="1026" y="570"/>
                </a:lnTo>
                <a:lnTo>
                  <a:pt x="1026" y="571"/>
                </a:lnTo>
                <a:lnTo>
                  <a:pt x="1027" y="571"/>
                </a:lnTo>
                <a:lnTo>
                  <a:pt x="1027" y="572"/>
                </a:lnTo>
                <a:lnTo>
                  <a:pt x="1027" y="573"/>
                </a:lnTo>
                <a:lnTo>
                  <a:pt x="1027" y="575"/>
                </a:lnTo>
                <a:lnTo>
                  <a:pt x="1028" y="575"/>
                </a:lnTo>
                <a:lnTo>
                  <a:pt x="1028" y="576"/>
                </a:lnTo>
                <a:lnTo>
                  <a:pt x="1029" y="577"/>
                </a:lnTo>
                <a:lnTo>
                  <a:pt x="1029" y="578"/>
                </a:lnTo>
                <a:lnTo>
                  <a:pt x="1030" y="578"/>
                </a:lnTo>
                <a:lnTo>
                  <a:pt x="1031" y="578"/>
                </a:lnTo>
                <a:lnTo>
                  <a:pt x="1032" y="578"/>
                </a:lnTo>
                <a:lnTo>
                  <a:pt x="1033" y="578"/>
                </a:lnTo>
                <a:lnTo>
                  <a:pt x="1034" y="577"/>
                </a:lnTo>
                <a:lnTo>
                  <a:pt x="1035" y="577"/>
                </a:lnTo>
                <a:lnTo>
                  <a:pt x="1035" y="576"/>
                </a:lnTo>
                <a:lnTo>
                  <a:pt x="1036" y="575"/>
                </a:lnTo>
                <a:lnTo>
                  <a:pt x="1036" y="574"/>
                </a:lnTo>
                <a:lnTo>
                  <a:pt x="1037" y="574"/>
                </a:lnTo>
                <a:lnTo>
                  <a:pt x="1037" y="573"/>
                </a:lnTo>
                <a:lnTo>
                  <a:pt x="1038" y="573"/>
                </a:lnTo>
                <a:lnTo>
                  <a:pt x="1038" y="572"/>
                </a:lnTo>
                <a:lnTo>
                  <a:pt x="1039" y="572"/>
                </a:lnTo>
                <a:lnTo>
                  <a:pt x="1040" y="572"/>
                </a:lnTo>
                <a:lnTo>
                  <a:pt x="1041" y="572"/>
                </a:lnTo>
                <a:lnTo>
                  <a:pt x="1042" y="573"/>
                </a:lnTo>
                <a:lnTo>
                  <a:pt x="1043" y="574"/>
                </a:lnTo>
                <a:lnTo>
                  <a:pt x="1044" y="575"/>
                </a:lnTo>
                <a:lnTo>
                  <a:pt x="1044" y="577"/>
                </a:lnTo>
                <a:lnTo>
                  <a:pt x="1044" y="578"/>
                </a:lnTo>
                <a:lnTo>
                  <a:pt x="1043" y="579"/>
                </a:lnTo>
                <a:lnTo>
                  <a:pt x="1043" y="580"/>
                </a:lnTo>
                <a:lnTo>
                  <a:pt x="1043" y="581"/>
                </a:lnTo>
                <a:lnTo>
                  <a:pt x="1042" y="581"/>
                </a:lnTo>
                <a:lnTo>
                  <a:pt x="1042" y="582"/>
                </a:lnTo>
                <a:lnTo>
                  <a:pt x="1042" y="583"/>
                </a:lnTo>
                <a:lnTo>
                  <a:pt x="1043" y="584"/>
                </a:lnTo>
                <a:lnTo>
                  <a:pt x="1043" y="585"/>
                </a:lnTo>
                <a:lnTo>
                  <a:pt x="1044" y="585"/>
                </a:lnTo>
                <a:lnTo>
                  <a:pt x="1045" y="586"/>
                </a:lnTo>
                <a:lnTo>
                  <a:pt x="1045" y="587"/>
                </a:lnTo>
                <a:lnTo>
                  <a:pt x="1045" y="588"/>
                </a:lnTo>
                <a:lnTo>
                  <a:pt x="1046" y="588"/>
                </a:lnTo>
                <a:lnTo>
                  <a:pt x="1046" y="589"/>
                </a:lnTo>
                <a:lnTo>
                  <a:pt x="1047" y="589"/>
                </a:lnTo>
                <a:lnTo>
                  <a:pt x="1047" y="590"/>
                </a:lnTo>
                <a:lnTo>
                  <a:pt x="1048" y="590"/>
                </a:lnTo>
                <a:lnTo>
                  <a:pt x="1048" y="591"/>
                </a:lnTo>
                <a:lnTo>
                  <a:pt x="1048" y="592"/>
                </a:lnTo>
                <a:lnTo>
                  <a:pt x="1048" y="593"/>
                </a:lnTo>
                <a:lnTo>
                  <a:pt x="1049" y="593"/>
                </a:lnTo>
                <a:lnTo>
                  <a:pt x="1049" y="594"/>
                </a:lnTo>
                <a:lnTo>
                  <a:pt x="1050" y="594"/>
                </a:lnTo>
                <a:lnTo>
                  <a:pt x="1051" y="595"/>
                </a:lnTo>
                <a:lnTo>
                  <a:pt x="1051" y="594"/>
                </a:lnTo>
                <a:lnTo>
                  <a:pt x="1053" y="594"/>
                </a:lnTo>
                <a:lnTo>
                  <a:pt x="1053" y="595"/>
                </a:lnTo>
                <a:lnTo>
                  <a:pt x="1054" y="595"/>
                </a:lnTo>
                <a:lnTo>
                  <a:pt x="1055" y="595"/>
                </a:lnTo>
                <a:lnTo>
                  <a:pt x="1055" y="596"/>
                </a:lnTo>
                <a:lnTo>
                  <a:pt x="1055" y="597"/>
                </a:lnTo>
                <a:lnTo>
                  <a:pt x="1055" y="598"/>
                </a:lnTo>
                <a:lnTo>
                  <a:pt x="1056" y="598"/>
                </a:lnTo>
                <a:lnTo>
                  <a:pt x="1056" y="599"/>
                </a:lnTo>
                <a:lnTo>
                  <a:pt x="1057" y="599"/>
                </a:lnTo>
                <a:lnTo>
                  <a:pt x="1058" y="600"/>
                </a:lnTo>
                <a:lnTo>
                  <a:pt x="1058" y="601"/>
                </a:lnTo>
                <a:lnTo>
                  <a:pt x="1058" y="602"/>
                </a:lnTo>
                <a:lnTo>
                  <a:pt x="1057" y="603"/>
                </a:lnTo>
                <a:lnTo>
                  <a:pt x="1057" y="604"/>
                </a:lnTo>
                <a:lnTo>
                  <a:pt x="1057" y="606"/>
                </a:lnTo>
                <a:lnTo>
                  <a:pt x="1056" y="606"/>
                </a:lnTo>
                <a:lnTo>
                  <a:pt x="1056" y="607"/>
                </a:lnTo>
                <a:lnTo>
                  <a:pt x="1055" y="608"/>
                </a:lnTo>
                <a:lnTo>
                  <a:pt x="1054" y="608"/>
                </a:lnTo>
                <a:lnTo>
                  <a:pt x="1054" y="609"/>
                </a:lnTo>
                <a:lnTo>
                  <a:pt x="1053" y="609"/>
                </a:lnTo>
                <a:lnTo>
                  <a:pt x="1053" y="611"/>
                </a:lnTo>
                <a:lnTo>
                  <a:pt x="1053" y="612"/>
                </a:lnTo>
                <a:lnTo>
                  <a:pt x="1053" y="613"/>
                </a:lnTo>
                <a:lnTo>
                  <a:pt x="1053" y="614"/>
                </a:lnTo>
                <a:lnTo>
                  <a:pt x="1053" y="615"/>
                </a:lnTo>
                <a:lnTo>
                  <a:pt x="1053" y="616"/>
                </a:lnTo>
                <a:lnTo>
                  <a:pt x="1054" y="616"/>
                </a:lnTo>
                <a:lnTo>
                  <a:pt x="1054" y="617"/>
                </a:lnTo>
                <a:lnTo>
                  <a:pt x="1054" y="618"/>
                </a:lnTo>
                <a:lnTo>
                  <a:pt x="1054" y="619"/>
                </a:lnTo>
                <a:lnTo>
                  <a:pt x="1054" y="620"/>
                </a:lnTo>
                <a:lnTo>
                  <a:pt x="1053" y="620"/>
                </a:lnTo>
                <a:lnTo>
                  <a:pt x="1053" y="621"/>
                </a:lnTo>
                <a:lnTo>
                  <a:pt x="1052" y="621"/>
                </a:lnTo>
                <a:lnTo>
                  <a:pt x="1052" y="622"/>
                </a:lnTo>
                <a:lnTo>
                  <a:pt x="1051" y="622"/>
                </a:lnTo>
                <a:lnTo>
                  <a:pt x="1051" y="623"/>
                </a:lnTo>
                <a:lnTo>
                  <a:pt x="1051" y="624"/>
                </a:lnTo>
                <a:lnTo>
                  <a:pt x="1050" y="625"/>
                </a:lnTo>
                <a:lnTo>
                  <a:pt x="1050" y="626"/>
                </a:lnTo>
                <a:lnTo>
                  <a:pt x="1050" y="627"/>
                </a:lnTo>
                <a:lnTo>
                  <a:pt x="1049" y="627"/>
                </a:lnTo>
                <a:lnTo>
                  <a:pt x="1049" y="628"/>
                </a:lnTo>
                <a:lnTo>
                  <a:pt x="1048" y="629"/>
                </a:lnTo>
                <a:lnTo>
                  <a:pt x="1048" y="630"/>
                </a:lnTo>
                <a:lnTo>
                  <a:pt x="1048" y="631"/>
                </a:lnTo>
                <a:lnTo>
                  <a:pt x="1048" y="632"/>
                </a:lnTo>
                <a:lnTo>
                  <a:pt x="1048" y="633"/>
                </a:lnTo>
                <a:lnTo>
                  <a:pt x="1048" y="634"/>
                </a:lnTo>
                <a:lnTo>
                  <a:pt x="1048" y="635"/>
                </a:lnTo>
                <a:lnTo>
                  <a:pt x="1049" y="635"/>
                </a:lnTo>
                <a:lnTo>
                  <a:pt x="1050" y="635"/>
                </a:lnTo>
                <a:lnTo>
                  <a:pt x="1050" y="636"/>
                </a:lnTo>
                <a:lnTo>
                  <a:pt x="1051" y="636"/>
                </a:lnTo>
                <a:lnTo>
                  <a:pt x="1051" y="637"/>
                </a:lnTo>
                <a:lnTo>
                  <a:pt x="1051" y="638"/>
                </a:lnTo>
                <a:lnTo>
                  <a:pt x="1051" y="639"/>
                </a:lnTo>
                <a:lnTo>
                  <a:pt x="1051" y="640"/>
                </a:lnTo>
                <a:lnTo>
                  <a:pt x="1052" y="640"/>
                </a:lnTo>
                <a:lnTo>
                  <a:pt x="1052" y="641"/>
                </a:lnTo>
                <a:lnTo>
                  <a:pt x="1053" y="641"/>
                </a:lnTo>
                <a:lnTo>
                  <a:pt x="1054" y="641"/>
                </a:lnTo>
                <a:lnTo>
                  <a:pt x="1054" y="642"/>
                </a:lnTo>
                <a:lnTo>
                  <a:pt x="1055" y="642"/>
                </a:lnTo>
                <a:lnTo>
                  <a:pt x="1056" y="642"/>
                </a:lnTo>
                <a:lnTo>
                  <a:pt x="1057" y="642"/>
                </a:lnTo>
                <a:lnTo>
                  <a:pt x="1058" y="642"/>
                </a:lnTo>
                <a:lnTo>
                  <a:pt x="1058" y="643"/>
                </a:lnTo>
                <a:lnTo>
                  <a:pt x="1059" y="643"/>
                </a:lnTo>
                <a:lnTo>
                  <a:pt x="1059" y="644"/>
                </a:lnTo>
                <a:lnTo>
                  <a:pt x="1060" y="645"/>
                </a:lnTo>
                <a:lnTo>
                  <a:pt x="1061" y="646"/>
                </a:lnTo>
                <a:lnTo>
                  <a:pt x="1067" y="649"/>
                </a:lnTo>
                <a:lnTo>
                  <a:pt x="1071" y="651"/>
                </a:lnTo>
                <a:lnTo>
                  <a:pt x="1073" y="651"/>
                </a:lnTo>
                <a:lnTo>
                  <a:pt x="1075" y="652"/>
                </a:lnTo>
                <a:lnTo>
                  <a:pt x="1076" y="654"/>
                </a:lnTo>
                <a:lnTo>
                  <a:pt x="1077" y="655"/>
                </a:lnTo>
                <a:lnTo>
                  <a:pt x="1078" y="655"/>
                </a:lnTo>
                <a:lnTo>
                  <a:pt x="1078" y="656"/>
                </a:lnTo>
                <a:lnTo>
                  <a:pt x="1079" y="657"/>
                </a:lnTo>
                <a:lnTo>
                  <a:pt x="1081" y="658"/>
                </a:lnTo>
                <a:lnTo>
                  <a:pt x="1082" y="660"/>
                </a:lnTo>
                <a:lnTo>
                  <a:pt x="1083" y="662"/>
                </a:lnTo>
                <a:lnTo>
                  <a:pt x="1086" y="664"/>
                </a:lnTo>
                <a:lnTo>
                  <a:pt x="1087" y="665"/>
                </a:lnTo>
                <a:lnTo>
                  <a:pt x="1087" y="666"/>
                </a:lnTo>
                <a:lnTo>
                  <a:pt x="1088" y="667"/>
                </a:lnTo>
                <a:lnTo>
                  <a:pt x="1088" y="668"/>
                </a:lnTo>
                <a:lnTo>
                  <a:pt x="1089" y="669"/>
                </a:lnTo>
                <a:lnTo>
                  <a:pt x="1089" y="671"/>
                </a:lnTo>
                <a:lnTo>
                  <a:pt x="1090" y="674"/>
                </a:lnTo>
                <a:lnTo>
                  <a:pt x="1091" y="677"/>
                </a:lnTo>
                <a:lnTo>
                  <a:pt x="1091" y="679"/>
                </a:lnTo>
                <a:lnTo>
                  <a:pt x="1092" y="680"/>
                </a:lnTo>
                <a:lnTo>
                  <a:pt x="1093" y="681"/>
                </a:lnTo>
                <a:lnTo>
                  <a:pt x="1093" y="682"/>
                </a:lnTo>
                <a:lnTo>
                  <a:pt x="1094" y="682"/>
                </a:lnTo>
                <a:lnTo>
                  <a:pt x="1094" y="683"/>
                </a:lnTo>
                <a:lnTo>
                  <a:pt x="1095" y="683"/>
                </a:lnTo>
                <a:lnTo>
                  <a:pt x="1098" y="684"/>
                </a:lnTo>
                <a:lnTo>
                  <a:pt x="1100" y="684"/>
                </a:lnTo>
                <a:lnTo>
                  <a:pt x="1102" y="684"/>
                </a:lnTo>
                <a:lnTo>
                  <a:pt x="1103" y="684"/>
                </a:lnTo>
                <a:lnTo>
                  <a:pt x="1107" y="683"/>
                </a:lnTo>
                <a:lnTo>
                  <a:pt x="1108" y="682"/>
                </a:lnTo>
                <a:lnTo>
                  <a:pt x="1109" y="682"/>
                </a:lnTo>
                <a:lnTo>
                  <a:pt x="1115" y="679"/>
                </a:lnTo>
                <a:lnTo>
                  <a:pt x="1116" y="677"/>
                </a:lnTo>
                <a:lnTo>
                  <a:pt x="1116" y="676"/>
                </a:lnTo>
                <a:lnTo>
                  <a:pt x="1117" y="676"/>
                </a:lnTo>
                <a:lnTo>
                  <a:pt x="1117" y="675"/>
                </a:lnTo>
                <a:lnTo>
                  <a:pt x="1118" y="674"/>
                </a:lnTo>
                <a:lnTo>
                  <a:pt x="1118" y="673"/>
                </a:lnTo>
                <a:lnTo>
                  <a:pt x="1119" y="673"/>
                </a:lnTo>
                <a:lnTo>
                  <a:pt x="1121" y="672"/>
                </a:lnTo>
                <a:lnTo>
                  <a:pt x="1122" y="671"/>
                </a:lnTo>
                <a:lnTo>
                  <a:pt x="1123" y="670"/>
                </a:lnTo>
                <a:lnTo>
                  <a:pt x="1124" y="670"/>
                </a:lnTo>
                <a:lnTo>
                  <a:pt x="1126" y="670"/>
                </a:lnTo>
                <a:lnTo>
                  <a:pt x="1128" y="670"/>
                </a:lnTo>
                <a:lnTo>
                  <a:pt x="1130" y="670"/>
                </a:lnTo>
                <a:lnTo>
                  <a:pt x="1132" y="669"/>
                </a:lnTo>
                <a:lnTo>
                  <a:pt x="1133" y="669"/>
                </a:lnTo>
                <a:lnTo>
                  <a:pt x="1134" y="669"/>
                </a:lnTo>
                <a:lnTo>
                  <a:pt x="1135" y="667"/>
                </a:lnTo>
                <a:lnTo>
                  <a:pt x="1136" y="667"/>
                </a:lnTo>
                <a:lnTo>
                  <a:pt x="1138" y="666"/>
                </a:lnTo>
                <a:lnTo>
                  <a:pt x="1139" y="665"/>
                </a:lnTo>
                <a:lnTo>
                  <a:pt x="1140" y="665"/>
                </a:lnTo>
                <a:lnTo>
                  <a:pt x="1140" y="664"/>
                </a:lnTo>
                <a:lnTo>
                  <a:pt x="1141" y="664"/>
                </a:lnTo>
                <a:lnTo>
                  <a:pt x="1142" y="665"/>
                </a:lnTo>
                <a:lnTo>
                  <a:pt x="1144" y="665"/>
                </a:lnTo>
                <a:lnTo>
                  <a:pt x="1146" y="664"/>
                </a:lnTo>
                <a:lnTo>
                  <a:pt x="1147" y="664"/>
                </a:lnTo>
                <a:lnTo>
                  <a:pt x="1149" y="664"/>
                </a:lnTo>
                <a:lnTo>
                  <a:pt x="1150" y="665"/>
                </a:lnTo>
                <a:lnTo>
                  <a:pt x="1151" y="666"/>
                </a:lnTo>
                <a:lnTo>
                  <a:pt x="1152" y="667"/>
                </a:lnTo>
                <a:lnTo>
                  <a:pt x="1152" y="670"/>
                </a:lnTo>
                <a:lnTo>
                  <a:pt x="1153" y="670"/>
                </a:lnTo>
                <a:lnTo>
                  <a:pt x="1153" y="671"/>
                </a:lnTo>
                <a:lnTo>
                  <a:pt x="1154" y="672"/>
                </a:lnTo>
                <a:lnTo>
                  <a:pt x="1156" y="673"/>
                </a:lnTo>
                <a:lnTo>
                  <a:pt x="1158" y="673"/>
                </a:lnTo>
                <a:lnTo>
                  <a:pt x="1159" y="673"/>
                </a:lnTo>
                <a:lnTo>
                  <a:pt x="1160" y="673"/>
                </a:lnTo>
                <a:lnTo>
                  <a:pt x="1161" y="672"/>
                </a:lnTo>
                <a:lnTo>
                  <a:pt x="1162" y="671"/>
                </a:lnTo>
                <a:lnTo>
                  <a:pt x="1163" y="669"/>
                </a:lnTo>
                <a:lnTo>
                  <a:pt x="1163" y="668"/>
                </a:lnTo>
                <a:lnTo>
                  <a:pt x="1163" y="666"/>
                </a:lnTo>
                <a:lnTo>
                  <a:pt x="1164" y="665"/>
                </a:lnTo>
                <a:lnTo>
                  <a:pt x="1164" y="664"/>
                </a:lnTo>
                <a:lnTo>
                  <a:pt x="1165" y="663"/>
                </a:lnTo>
                <a:lnTo>
                  <a:pt x="1166" y="663"/>
                </a:lnTo>
                <a:lnTo>
                  <a:pt x="1168" y="663"/>
                </a:lnTo>
                <a:lnTo>
                  <a:pt x="1169" y="663"/>
                </a:lnTo>
                <a:lnTo>
                  <a:pt x="1171" y="663"/>
                </a:lnTo>
                <a:lnTo>
                  <a:pt x="1172" y="664"/>
                </a:lnTo>
                <a:lnTo>
                  <a:pt x="1173" y="664"/>
                </a:lnTo>
                <a:lnTo>
                  <a:pt x="1173" y="665"/>
                </a:lnTo>
                <a:lnTo>
                  <a:pt x="1174" y="665"/>
                </a:lnTo>
                <a:lnTo>
                  <a:pt x="1175" y="665"/>
                </a:lnTo>
                <a:lnTo>
                  <a:pt x="1176" y="665"/>
                </a:lnTo>
                <a:lnTo>
                  <a:pt x="1178" y="665"/>
                </a:lnTo>
                <a:lnTo>
                  <a:pt x="1180" y="665"/>
                </a:lnTo>
                <a:lnTo>
                  <a:pt x="1181" y="665"/>
                </a:lnTo>
                <a:lnTo>
                  <a:pt x="1182" y="664"/>
                </a:lnTo>
                <a:lnTo>
                  <a:pt x="1183" y="663"/>
                </a:lnTo>
                <a:lnTo>
                  <a:pt x="1184" y="663"/>
                </a:lnTo>
                <a:lnTo>
                  <a:pt x="1186" y="662"/>
                </a:lnTo>
                <a:lnTo>
                  <a:pt x="1186" y="661"/>
                </a:lnTo>
                <a:lnTo>
                  <a:pt x="1187" y="661"/>
                </a:lnTo>
                <a:lnTo>
                  <a:pt x="1187" y="662"/>
                </a:lnTo>
                <a:lnTo>
                  <a:pt x="1188" y="662"/>
                </a:lnTo>
                <a:lnTo>
                  <a:pt x="1193" y="662"/>
                </a:lnTo>
                <a:lnTo>
                  <a:pt x="1194" y="662"/>
                </a:lnTo>
                <a:lnTo>
                  <a:pt x="1195" y="662"/>
                </a:lnTo>
                <a:lnTo>
                  <a:pt x="1195" y="661"/>
                </a:lnTo>
                <a:lnTo>
                  <a:pt x="1195" y="660"/>
                </a:lnTo>
                <a:lnTo>
                  <a:pt x="1195" y="657"/>
                </a:lnTo>
                <a:lnTo>
                  <a:pt x="1195" y="656"/>
                </a:lnTo>
                <a:lnTo>
                  <a:pt x="1195" y="655"/>
                </a:lnTo>
                <a:lnTo>
                  <a:pt x="1196" y="654"/>
                </a:lnTo>
                <a:lnTo>
                  <a:pt x="1197" y="654"/>
                </a:lnTo>
                <a:lnTo>
                  <a:pt x="1198" y="654"/>
                </a:lnTo>
                <a:lnTo>
                  <a:pt x="1199" y="654"/>
                </a:lnTo>
                <a:lnTo>
                  <a:pt x="1200" y="654"/>
                </a:lnTo>
                <a:lnTo>
                  <a:pt x="1201" y="654"/>
                </a:lnTo>
                <a:lnTo>
                  <a:pt x="1201" y="655"/>
                </a:lnTo>
                <a:lnTo>
                  <a:pt x="1202" y="655"/>
                </a:lnTo>
                <a:lnTo>
                  <a:pt x="1203" y="654"/>
                </a:lnTo>
                <a:lnTo>
                  <a:pt x="1205" y="653"/>
                </a:lnTo>
                <a:lnTo>
                  <a:pt x="1206" y="653"/>
                </a:lnTo>
                <a:lnTo>
                  <a:pt x="1207" y="653"/>
                </a:lnTo>
                <a:lnTo>
                  <a:pt x="1208" y="653"/>
                </a:lnTo>
                <a:lnTo>
                  <a:pt x="1208" y="652"/>
                </a:lnTo>
                <a:lnTo>
                  <a:pt x="1209" y="652"/>
                </a:lnTo>
                <a:lnTo>
                  <a:pt x="1210" y="652"/>
                </a:lnTo>
                <a:lnTo>
                  <a:pt x="1211" y="651"/>
                </a:lnTo>
                <a:lnTo>
                  <a:pt x="1212" y="651"/>
                </a:lnTo>
                <a:lnTo>
                  <a:pt x="1214" y="650"/>
                </a:lnTo>
                <a:lnTo>
                  <a:pt x="1214" y="649"/>
                </a:lnTo>
                <a:lnTo>
                  <a:pt x="1215" y="649"/>
                </a:lnTo>
                <a:lnTo>
                  <a:pt x="1216" y="648"/>
                </a:lnTo>
                <a:lnTo>
                  <a:pt x="1218" y="648"/>
                </a:lnTo>
                <a:lnTo>
                  <a:pt x="1220" y="648"/>
                </a:lnTo>
                <a:lnTo>
                  <a:pt x="1221" y="648"/>
                </a:lnTo>
                <a:lnTo>
                  <a:pt x="1221" y="647"/>
                </a:lnTo>
                <a:lnTo>
                  <a:pt x="1222" y="646"/>
                </a:lnTo>
                <a:lnTo>
                  <a:pt x="1222" y="645"/>
                </a:lnTo>
                <a:lnTo>
                  <a:pt x="1222" y="644"/>
                </a:lnTo>
                <a:lnTo>
                  <a:pt x="1222" y="643"/>
                </a:lnTo>
                <a:lnTo>
                  <a:pt x="1222" y="642"/>
                </a:lnTo>
                <a:lnTo>
                  <a:pt x="1223" y="641"/>
                </a:lnTo>
                <a:lnTo>
                  <a:pt x="1224" y="640"/>
                </a:lnTo>
                <a:lnTo>
                  <a:pt x="1224" y="639"/>
                </a:lnTo>
                <a:lnTo>
                  <a:pt x="1225" y="639"/>
                </a:lnTo>
                <a:lnTo>
                  <a:pt x="1226" y="639"/>
                </a:lnTo>
                <a:lnTo>
                  <a:pt x="1227" y="639"/>
                </a:lnTo>
                <a:lnTo>
                  <a:pt x="1227" y="638"/>
                </a:lnTo>
                <a:lnTo>
                  <a:pt x="1228" y="638"/>
                </a:lnTo>
                <a:lnTo>
                  <a:pt x="1229" y="638"/>
                </a:lnTo>
                <a:lnTo>
                  <a:pt x="1230" y="638"/>
                </a:lnTo>
                <a:lnTo>
                  <a:pt x="1232" y="638"/>
                </a:lnTo>
                <a:lnTo>
                  <a:pt x="1233" y="638"/>
                </a:lnTo>
                <a:lnTo>
                  <a:pt x="1234" y="639"/>
                </a:lnTo>
                <a:lnTo>
                  <a:pt x="1235" y="639"/>
                </a:lnTo>
                <a:lnTo>
                  <a:pt x="1237" y="639"/>
                </a:lnTo>
                <a:lnTo>
                  <a:pt x="1238" y="639"/>
                </a:lnTo>
                <a:lnTo>
                  <a:pt x="1239" y="639"/>
                </a:lnTo>
                <a:lnTo>
                  <a:pt x="1241" y="640"/>
                </a:lnTo>
                <a:lnTo>
                  <a:pt x="1242" y="640"/>
                </a:lnTo>
                <a:lnTo>
                  <a:pt x="1244" y="640"/>
                </a:lnTo>
                <a:lnTo>
                  <a:pt x="1245" y="640"/>
                </a:lnTo>
                <a:lnTo>
                  <a:pt x="1246" y="640"/>
                </a:lnTo>
                <a:lnTo>
                  <a:pt x="1248" y="639"/>
                </a:lnTo>
                <a:lnTo>
                  <a:pt x="1249" y="639"/>
                </a:lnTo>
                <a:lnTo>
                  <a:pt x="1249" y="638"/>
                </a:lnTo>
                <a:lnTo>
                  <a:pt x="1250" y="638"/>
                </a:lnTo>
                <a:lnTo>
                  <a:pt x="1251" y="637"/>
                </a:lnTo>
                <a:lnTo>
                  <a:pt x="1252" y="637"/>
                </a:lnTo>
                <a:lnTo>
                  <a:pt x="1252" y="636"/>
                </a:lnTo>
                <a:lnTo>
                  <a:pt x="1253" y="636"/>
                </a:lnTo>
                <a:lnTo>
                  <a:pt x="1253" y="635"/>
                </a:lnTo>
                <a:lnTo>
                  <a:pt x="1253" y="634"/>
                </a:lnTo>
                <a:lnTo>
                  <a:pt x="1253" y="633"/>
                </a:lnTo>
                <a:lnTo>
                  <a:pt x="1253" y="632"/>
                </a:lnTo>
                <a:lnTo>
                  <a:pt x="1253" y="631"/>
                </a:lnTo>
                <a:lnTo>
                  <a:pt x="1252" y="631"/>
                </a:lnTo>
                <a:lnTo>
                  <a:pt x="1251" y="630"/>
                </a:lnTo>
                <a:lnTo>
                  <a:pt x="1251" y="629"/>
                </a:lnTo>
                <a:lnTo>
                  <a:pt x="1250" y="629"/>
                </a:lnTo>
                <a:lnTo>
                  <a:pt x="1250" y="628"/>
                </a:lnTo>
                <a:lnTo>
                  <a:pt x="1250" y="626"/>
                </a:lnTo>
                <a:lnTo>
                  <a:pt x="1250" y="624"/>
                </a:lnTo>
                <a:lnTo>
                  <a:pt x="1250" y="623"/>
                </a:lnTo>
                <a:lnTo>
                  <a:pt x="1251" y="622"/>
                </a:lnTo>
                <a:lnTo>
                  <a:pt x="1251" y="621"/>
                </a:lnTo>
                <a:lnTo>
                  <a:pt x="1251" y="620"/>
                </a:lnTo>
                <a:lnTo>
                  <a:pt x="1251" y="619"/>
                </a:lnTo>
                <a:lnTo>
                  <a:pt x="1252" y="618"/>
                </a:lnTo>
                <a:lnTo>
                  <a:pt x="1252" y="617"/>
                </a:lnTo>
                <a:lnTo>
                  <a:pt x="1253" y="617"/>
                </a:lnTo>
                <a:lnTo>
                  <a:pt x="1253" y="616"/>
                </a:lnTo>
                <a:lnTo>
                  <a:pt x="1254" y="616"/>
                </a:lnTo>
                <a:lnTo>
                  <a:pt x="1254" y="615"/>
                </a:lnTo>
                <a:lnTo>
                  <a:pt x="1255" y="614"/>
                </a:lnTo>
                <a:lnTo>
                  <a:pt x="1256" y="613"/>
                </a:lnTo>
                <a:lnTo>
                  <a:pt x="1256" y="612"/>
                </a:lnTo>
                <a:lnTo>
                  <a:pt x="1256" y="611"/>
                </a:lnTo>
                <a:lnTo>
                  <a:pt x="1255" y="610"/>
                </a:lnTo>
                <a:lnTo>
                  <a:pt x="1255" y="609"/>
                </a:lnTo>
                <a:lnTo>
                  <a:pt x="1254" y="609"/>
                </a:lnTo>
                <a:lnTo>
                  <a:pt x="1254" y="608"/>
                </a:lnTo>
                <a:lnTo>
                  <a:pt x="1253" y="608"/>
                </a:lnTo>
                <a:lnTo>
                  <a:pt x="1253" y="607"/>
                </a:lnTo>
                <a:lnTo>
                  <a:pt x="1252" y="606"/>
                </a:lnTo>
                <a:lnTo>
                  <a:pt x="1251" y="606"/>
                </a:lnTo>
                <a:lnTo>
                  <a:pt x="1251" y="605"/>
                </a:lnTo>
                <a:lnTo>
                  <a:pt x="1250" y="605"/>
                </a:lnTo>
                <a:lnTo>
                  <a:pt x="1250" y="604"/>
                </a:lnTo>
                <a:lnTo>
                  <a:pt x="1250" y="603"/>
                </a:lnTo>
                <a:lnTo>
                  <a:pt x="1250" y="602"/>
                </a:lnTo>
                <a:lnTo>
                  <a:pt x="1250" y="601"/>
                </a:lnTo>
                <a:lnTo>
                  <a:pt x="1251" y="601"/>
                </a:lnTo>
                <a:lnTo>
                  <a:pt x="1251" y="600"/>
                </a:lnTo>
                <a:lnTo>
                  <a:pt x="1252" y="600"/>
                </a:lnTo>
                <a:lnTo>
                  <a:pt x="1252" y="599"/>
                </a:lnTo>
                <a:lnTo>
                  <a:pt x="1253" y="599"/>
                </a:lnTo>
                <a:lnTo>
                  <a:pt x="1254" y="599"/>
                </a:lnTo>
                <a:lnTo>
                  <a:pt x="1254" y="598"/>
                </a:lnTo>
                <a:lnTo>
                  <a:pt x="1255" y="598"/>
                </a:lnTo>
                <a:lnTo>
                  <a:pt x="1256" y="598"/>
                </a:lnTo>
                <a:lnTo>
                  <a:pt x="1257" y="598"/>
                </a:lnTo>
                <a:lnTo>
                  <a:pt x="1257" y="599"/>
                </a:lnTo>
                <a:lnTo>
                  <a:pt x="1258" y="600"/>
                </a:lnTo>
                <a:lnTo>
                  <a:pt x="1259" y="600"/>
                </a:lnTo>
                <a:lnTo>
                  <a:pt x="1259" y="601"/>
                </a:lnTo>
                <a:lnTo>
                  <a:pt x="1261" y="601"/>
                </a:lnTo>
                <a:lnTo>
                  <a:pt x="1263" y="601"/>
                </a:lnTo>
                <a:lnTo>
                  <a:pt x="1264" y="601"/>
                </a:lnTo>
                <a:lnTo>
                  <a:pt x="1265" y="601"/>
                </a:lnTo>
                <a:lnTo>
                  <a:pt x="1265" y="600"/>
                </a:lnTo>
                <a:lnTo>
                  <a:pt x="1266" y="600"/>
                </a:lnTo>
                <a:lnTo>
                  <a:pt x="1268" y="599"/>
                </a:lnTo>
                <a:lnTo>
                  <a:pt x="1268" y="598"/>
                </a:lnTo>
                <a:lnTo>
                  <a:pt x="1268" y="597"/>
                </a:lnTo>
                <a:lnTo>
                  <a:pt x="1268" y="596"/>
                </a:lnTo>
                <a:lnTo>
                  <a:pt x="1268" y="595"/>
                </a:lnTo>
                <a:lnTo>
                  <a:pt x="1269" y="595"/>
                </a:lnTo>
                <a:lnTo>
                  <a:pt x="1269" y="594"/>
                </a:lnTo>
                <a:lnTo>
                  <a:pt x="1269" y="593"/>
                </a:lnTo>
                <a:lnTo>
                  <a:pt x="1269" y="592"/>
                </a:lnTo>
                <a:lnTo>
                  <a:pt x="1269" y="590"/>
                </a:lnTo>
                <a:lnTo>
                  <a:pt x="1270" y="589"/>
                </a:lnTo>
                <a:lnTo>
                  <a:pt x="1273" y="586"/>
                </a:lnTo>
                <a:lnTo>
                  <a:pt x="1274" y="585"/>
                </a:lnTo>
                <a:lnTo>
                  <a:pt x="1275" y="584"/>
                </a:lnTo>
                <a:lnTo>
                  <a:pt x="1280" y="581"/>
                </a:lnTo>
                <a:lnTo>
                  <a:pt x="1281" y="581"/>
                </a:lnTo>
                <a:lnTo>
                  <a:pt x="1281" y="580"/>
                </a:lnTo>
                <a:lnTo>
                  <a:pt x="1282" y="578"/>
                </a:lnTo>
                <a:lnTo>
                  <a:pt x="1282" y="574"/>
                </a:lnTo>
                <a:lnTo>
                  <a:pt x="1282" y="573"/>
                </a:lnTo>
                <a:lnTo>
                  <a:pt x="1282" y="572"/>
                </a:lnTo>
                <a:lnTo>
                  <a:pt x="1282" y="571"/>
                </a:lnTo>
                <a:lnTo>
                  <a:pt x="1282" y="569"/>
                </a:lnTo>
                <a:lnTo>
                  <a:pt x="1282" y="568"/>
                </a:lnTo>
                <a:lnTo>
                  <a:pt x="1283" y="568"/>
                </a:lnTo>
                <a:lnTo>
                  <a:pt x="1283" y="567"/>
                </a:lnTo>
                <a:lnTo>
                  <a:pt x="1284" y="566"/>
                </a:lnTo>
                <a:lnTo>
                  <a:pt x="1285" y="566"/>
                </a:lnTo>
                <a:lnTo>
                  <a:pt x="1285" y="565"/>
                </a:lnTo>
                <a:lnTo>
                  <a:pt x="1286" y="565"/>
                </a:lnTo>
                <a:lnTo>
                  <a:pt x="1286" y="564"/>
                </a:lnTo>
                <a:lnTo>
                  <a:pt x="1287" y="564"/>
                </a:lnTo>
                <a:lnTo>
                  <a:pt x="1287" y="563"/>
                </a:lnTo>
                <a:lnTo>
                  <a:pt x="1288" y="563"/>
                </a:lnTo>
                <a:lnTo>
                  <a:pt x="1291" y="562"/>
                </a:lnTo>
                <a:lnTo>
                  <a:pt x="1292" y="561"/>
                </a:lnTo>
                <a:lnTo>
                  <a:pt x="1293" y="561"/>
                </a:lnTo>
                <a:lnTo>
                  <a:pt x="1294" y="561"/>
                </a:lnTo>
                <a:lnTo>
                  <a:pt x="1296" y="561"/>
                </a:lnTo>
                <a:lnTo>
                  <a:pt x="1298" y="561"/>
                </a:lnTo>
                <a:lnTo>
                  <a:pt x="1300" y="560"/>
                </a:lnTo>
                <a:lnTo>
                  <a:pt x="1301" y="560"/>
                </a:lnTo>
                <a:lnTo>
                  <a:pt x="1302" y="561"/>
                </a:lnTo>
                <a:lnTo>
                  <a:pt x="1303" y="561"/>
                </a:lnTo>
                <a:lnTo>
                  <a:pt x="1304" y="561"/>
                </a:lnTo>
                <a:lnTo>
                  <a:pt x="1306" y="562"/>
                </a:lnTo>
                <a:lnTo>
                  <a:pt x="1308" y="562"/>
                </a:lnTo>
                <a:lnTo>
                  <a:pt x="1309" y="562"/>
                </a:lnTo>
                <a:lnTo>
                  <a:pt x="1309" y="561"/>
                </a:lnTo>
                <a:lnTo>
                  <a:pt x="1310" y="561"/>
                </a:lnTo>
                <a:lnTo>
                  <a:pt x="1310" y="560"/>
                </a:lnTo>
                <a:lnTo>
                  <a:pt x="1311" y="560"/>
                </a:lnTo>
                <a:lnTo>
                  <a:pt x="1311" y="559"/>
                </a:lnTo>
                <a:lnTo>
                  <a:pt x="1312" y="559"/>
                </a:lnTo>
                <a:lnTo>
                  <a:pt x="1312" y="558"/>
                </a:lnTo>
                <a:lnTo>
                  <a:pt x="1313" y="558"/>
                </a:lnTo>
                <a:lnTo>
                  <a:pt x="1313" y="557"/>
                </a:lnTo>
                <a:lnTo>
                  <a:pt x="1314" y="557"/>
                </a:lnTo>
                <a:lnTo>
                  <a:pt x="1315" y="556"/>
                </a:lnTo>
                <a:lnTo>
                  <a:pt x="1316" y="556"/>
                </a:lnTo>
                <a:lnTo>
                  <a:pt x="1318" y="556"/>
                </a:lnTo>
                <a:lnTo>
                  <a:pt x="1319" y="556"/>
                </a:lnTo>
                <a:lnTo>
                  <a:pt x="1320" y="556"/>
                </a:lnTo>
                <a:lnTo>
                  <a:pt x="1322" y="556"/>
                </a:lnTo>
                <a:lnTo>
                  <a:pt x="1323" y="556"/>
                </a:lnTo>
                <a:lnTo>
                  <a:pt x="1325" y="555"/>
                </a:lnTo>
                <a:lnTo>
                  <a:pt x="1325" y="554"/>
                </a:lnTo>
                <a:lnTo>
                  <a:pt x="1326" y="554"/>
                </a:lnTo>
                <a:lnTo>
                  <a:pt x="1327" y="554"/>
                </a:lnTo>
                <a:lnTo>
                  <a:pt x="1328" y="554"/>
                </a:lnTo>
                <a:lnTo>
                  <a:pt x="1329" y="553"/>
                </a:lnTo>
                <a:lnTo>
                  <a:pt x="1331" y="553"/>
                </a:lnTo>
                <a:lnTo>
                  <a:pt x="1331" y="552"/>
                </a:lnTo>
                <a:lnTo>
                  <a:pt x="1331" y="551"/>
                </a:lnTo>
                <a:lnTo>
                  <a:pt x="1331" y="549"/>
                </a:lnTo>
                <a:lnTo>
                  <a:pt x="1331" y="546"/>
                </a:lnTo>
                <a:lnTo>
                  <a:pt x="1331" y="543"/>
                </a:lnTo>
                <a:lnTo>
                  <a:pt x="1331" y="542"/>
                </a:lnTo>
                <a:lnTo>
                  <a:pt x="1331" y="541"/>
                </a:lnTo>
                <a:lnTo>
                  <a:pt x="1332" y="540"/>
                </a:lnTo>
                <a:lnTo>
                  <a:pt x="1333" y="540"/>
                </a:lnTo>
                <a:lnTo>
                  <a:pt x="1334" y="539"/>
                </a:lnTo>
                <a:lnTo>
                  <a:pt x="1335" y="539"/>
                </a:lnTo>
                <a:lnTo>
                  <a:pt x="1336" y="539"/>
                </a:lnTo>
                <a:lnTo>
                  <a:pt x="1338" y="539"/>
                </a:lnTo>
                <a:lnTo>
                  <a:pt x="1340" y="540"/>
                </a:lnTo>
                <a:lnTo>
                  <a:pt x="1342" y="539"/>
                </a:lnTo>
                <a:lnTo>
                  <a:pt x="1343" y="538"/>
                </a:lnTo>
                <a:lnTo>
                  <a:pt x="1344" y="537"/>
                </a:lnTo>
                <a:lnTo>
                  <a:pt x="1344" y="536"/>
                </a:lnTo>
                <a:lnTo>
                  <a:pt x="1344" y="535"/>
                </a:lnTo>
                <a:lnTo>
                  <a:pt x="1343" y="532"/>
                </a:lnTo>
                <a:lnTo>
                  <a:pt x="1343" y="530"/>
                </a:lnTo>
                <a:lnTo>
                  <a:pt x="1343" y="529"/>
                </a:lnTo>
                <a:lnTo>
                  <a:pt x="1343" y="528"/>
                </a:lnTo>
                <a:lnTo>
                  <a:pt x="1343" y="527"/>
                </a:lnTo>
                <a:lnTo>
                  <a:pt x="1344" y="527"/>
                </a:lnTo>
                <a:lnTo>
                  <a:pt x="1344" y="526"/>
                </a:lnTo>
                <a:lnTo>
                  <a:pt x="1345" y="526"/>
                </a:lnTo>
                <a:lnTo>
                  <a:pt x="1346" y="526"/>
                </a:lnTo>
                <a:lnTo>
                  <a:pt x="1346" y="525"/>
                </a:lnTo>
                <a:lnTo>
                  <a:pt x="1347" y="525"/>
                </a:lnTo>
                <a:lnTo>
                  <a:pt x="1348" y="525"/>
                </a:lnTo>
                <a:lnTo>
                  <a:pt x="1349" y="525"/>
                </a:lnTo>
                <a:lnTo>
                  <a:pt x="1349" y="524"/>
                </a:lnTo>
                <a:lnTo>
                  <a:pt x="1350" y="524"/>
                </a:lnTo>
                <a:lnTo>
                  <a:pt x="1350" y="523"/>
                </a:lnTo>
                <a:lnTo>
                  <a:pt x="1351" y="523"/>
                </a:lnTo>
                <a:lnTo>
                  <a:pt x="1351" y="522"/>
                </a:lnTo>
                <a:lnTo>
                  <a:pt x="1352" y="522"/>
                </a:lnTo>
                <a:lnTo>
                  <a:pt x="1353" y="521"/>
                </a:lnTo>
                <a:lnTo>
                  <a:pt x="1354" y="520"/>
                </a:lnTo>
                <a:lnTo>
                  <a:pt x="1355" y="520"/>
                </a:lnTo>
                <a:lnTo>
                  <a:pt x="1355" y="519"/>
                </a:lnTo>
                <a:lnTo>
                  <a:pt x="1356" y="519"/>
                </a:lnTo>
                <a:lnTo>
                  <a:pt x="1356" y="518"/>
                </a:lnTo>
                <a:lnTo>
                  <a:pt x="1357" y="518"/>
                </a:lnTo>
                <a:lnTo>
                  <a:pt x="1358" y="517"/>
                </a:lnTo>
                <a:lnTo>
                  <a:pt x="1359" y="516"/>
                </a:lnTo>
                <a:lnTo>
                  <a:pt x="1360" y="515"/>
                </a:lnTo>
                <a:lnTo>
                  <a:pt x="1361" y="514"/>
                </a:lnTo>
                <a:lnTo>
                  <a:pt x="1362" y="514"/>
                </a:lnTo>
                <a:lnTo>
                  <a:pt x="1363" y="514"/>
                </a:lnTo>
                <a:lnTo>
                  <a:pt x="1364" y="514"/>
                </a:lnTo>
                <a:lnTo>
                  <a:pt x="1365" y="514"/>
                </a:lnTo>
                <a:lnTo>
                  <a:pt x="1365" y="513"/>
                </a:lnTo>
                <a:lnTo>
                  <a:pt x="1366" y="513"/>
                </a:lnTo>
                <a:lnTo>
                  <a:pt x="1367" y="513"/>
                </a:lnTo>
                <a:lnTo>
                  <a:pt x="1367" y="512"/>
                </a:lnTo>
                <a:lnTo>
                  <a:pt x="1368" y="511"/>
                </a:lnTo>
                <a:lnTo>
                  <a:pt x="1368" y="508"/>
                </a:lnTo>
                <a:lnTo>
                  <a:pt x="1369" y="506"/>
                </a:lnTo>
                <a:lnTo>
                  <a:pt x="1370" y="506"/>
                </a:lnTo>
                <a:lnTo>
                  <a:pt x="1371" y="505"/>
                </a:lnTo>
                <a:lnTo>
                  <a:pt x="1372" y="506"/>
                </a:lnTo>
                <a:lnTo>
                  <a:pt x="1373" y="506"/>
                </a:lnTo>
                <a:lnTo>
                  <a:pt x="1374" y="505"/>
                </a:lnTo>
                <a:lnTo>
                  <a:pt x="1375" y="505"/>
                </a:lnTo>
                <a:lnTo>
                  <a:pt x="1376" y="505"/>
                </a:lnTo>
                <a:lnTo>
                  <a:pt x="1377" y="505"/>
                </a:lnTo>
                <a:lnTo>
                  <a:pt x="1378" y="504"/>
                </a:lnTo>
                <a:lnTo>
                  <a:pt x="1379" y="504"/>
                </a:lnTo>
                <a:lnTo>
                  <a:pt x="1379" y="503"/>
                </a:lnTo>
                <a:lnTo>
                  <a:pt x="1379" y="502"/>
                </a:lnTo>
                <a:lnTo>
                  <a:pt x="1379" y="501"/>
                </a:lnTo>
                <a:lnTo>
                  <a:pt x="1380" y="500"/>
                </a:lnTo>
                <a:lnTo>
                  <a:pt x="1381" y="499"/>
                </a:lnTo>
                <a:lnTo>
                  <a:pt x="1381" y="497"/>
                </a:lnTo>
                <a:lnTo>
                  <a:pt x="1382" y="496"/>
                </a:lnTo>
                <a:lnTo>
                  <a:pt x="1383" y="495"/>
                </a:lnTo>
                <a:lnTo>
                  <a:pt x="1384" y="495"/>
                </a:lnTo>
                <a:lnTo>
                  <a:pt x="1385" y="494"/>
                </a:lnTo>
                <a:lnTo>
                  <a:pt x="1386" y="494"/>
                </a:lnTo>
                <a:lnTo>
                  <a:pt x="1388" y="494"/>
                </a:lnTo>
                <a:lnTo>
                  <a:pt x="1389" y="494"/>
                </a:lnTo>
                <a:lnTo>
                  <a:pt x="1390" y="493"/>
                </a:lnTo>
                <a:lnTo>
                  <a:pt x="1391" y="493"/>
                </a:lnTo>
                <a:lnTo>
                  <a:pt x="1393" y="493"/>
                </a:lnTo>
                <a:lnTo>
                  <a:pt x="1394" y="493"/>
                </a:lnTo>
                <a:lnTo>
                  <a:pt x="1395" y="492"/>
                </a:lnTo>
                <a:lnTo>
                  <a:pt x="1396" y="492"/>
                </a:lnTo>
                <a:lnTo>
                  <a:pt x="1397" y="492"/>
                </a:lnTo>
                <a:lnTo>
                  <a:pt x="1399" y="491"/>
                </a:lnTo>
                <a:lnTo>
                  <a:pt x="1399" y="490"/>
                </a:lnTo>
                <a:lnTo>
                  <a:pt x="1400" y="489"/>
                </a:lnTo>
                <a:lnTo>
                  <a:pt x="1401" y="488"/>
                </a:lnTo>
                <a:lnTo>
                  <a:pt x="1402" y="487"/>
                </a:lnTo>
                <a:lnTo>
                  <a:pt x="1403" y="486"/>
                </a:lnTo>
                <a:lnTo>
                  <a:pt x="1404" y="485"/>
                </a:lnTo>
                <a:lnTo>
                  <a:pt x="1405" y="485"/>
                </a:lnTo>
                <a:lnTo>
                  <a:pt x="1406" y="484"/>
                </a:lnTo>
                <a:lnTo>
                  <a:pt x="1407" y="484"/>
                </a:lnTo>
                <a:lnTo>
                  <a:pt x="1409" y="481"/>
                </a:lnTo>
                <a:lnTo>
                  <a:pt x="1410" y="481"/>
                </a:lnTo>
                <a:lnTo>
                  <a:pt x="1411" y="480"/>
                </a:lnTo>
                <a:lnTo>
                  <a:pt x="1412" y="480"/>
                </a:lnTo>
                <a:lnTo>
                  <a:pt x="1413" y="481"/>
                </a:lnTo>
                <a:lnTo>
                  <a:pt x="1415" y="481"/>
                </a:lnTo>
                <a:lnTo>
                  <a:pt x="1417" y="481"/>
                </a:lnTo>
                <a:lnTo>
                  <a:pt x="1418" y="481"/>
                </a:lnTo>
                <a:lnTo>
                  <a:pt x="1419" y="481"/>
                </a:lnTo>
                <a:lnTo>
                  <a:pt x="1420" y="480"/>
                </a:lnTo>
                <a:lnTo>
                  <a:pt x="1421" y="480"/>
                </a:lnTo>
                <a:lnTo>
                  <a:pt x="1422" y="479"/>
                </a:lnTo>
                <a:lnTo>
                  <a:pt x="1423" y="479"/>
                </a:lnTo>
                <a:lnTo>
                  <a:pt x="1425" y="478"/>
                </a:lnTo>
                <a:lnTo>
                  <a:pt x="1426" y="478"/>
                </a:lnTo>
                <a:lnTo>
                  <a:pt x="1427" y="478"/>
                </a:lnTo>
                <a:lnTo>
                  <a:pt x="1428" y="477"/>
                </a:lnTo>
                <a:lnTo>
                  <a:pt x="1430" y="477"/>
                </a:lnTo>
                <a:lnTo>
                  <a:pt x="1431" y="478"/>
                </a:lnTo>
                <a:lnTo>
                  <a:pt x="1432" y="478"/>
                </a:lnTo>
                <a:lnTo>
                  <a:pt x="1434" y="479"/>
                </a:lnTo>
                <a:lnTo>
                  <a:pt x="1437" y="480"/>
                </a:lnTo>
                <a:lnTo>
                  <a:pt x="1438" y="480"/>
                </a:lnTo>
                <a:lnTo>
                  <a:pt x="1439" y="480"/>
                </a:lnTo>
                <a:lnTo>
                  <a:pt x="1440" y="480"/>
                </a:lnTo>
                <a:lnTo>
                  <a:pt x="1441" y="480"/>
                </a:lnTo>
                <a:lnTo>
                  <a:pt x="1441" y="479"/>
                </a:lnTo>
                <a:lnTo>
                  <a:pt x="1442" y="478"/>
                </a:lnTo>
                <a:lnTo>
                  <a:pt x="1443" y="477"/>
                </a:lnTo>
                <a:lnTo>
                  <a:pt x="1444" y="474"/>
                </a:lnTo>
                <a:lnTo>
                  <a:pt x="1445" y="472"/>
                </a:lnTo>
                <a:lnTo>
                  <a:pt x="1445" y="470"/>
                </a:lnTo>
                <a:lnTo>
                  <a:pt x="1446" y="468"/>
                </a:lnTo>
                <a:lnTo>
                  <a:pt x="1447" y="465"/>
                </a:lnTo>
                <a:lnTo>
                  <a:pt x="1448" y="465"/>
                </a:lnTo>
                <a:lnTo>
                  <a:pt x="1450" y="464"/>
                </a:lnTo>
                <a:lnTo>
                  <a:pt x="1451" y="464"/>
                </a:lnTo>
                <a:lnTo>
                  <a:pt x="1456" y="464"/>
                </a:lnTo>
                <a:lnTo>
                  <a:pt x="1458" y="464"/>
                </a:lnTo>
                <a:lnTo>
                  <a:pt x="1459" y="463"/>
                </a:lnTo>
                <a:lnTo>
                  <a:pt x="1460" y="463"/>
                </a:lnTo>
                <a:lnTo>
                  <a:pt x="1461" y="463"/>
                </a:lnTo>
                <a:lnTo>
                  <a:pt x="1461" y="462"/>
                </a:lnTo>
                <a:lnTo>
                  <a:pt x="1462" y="461"/>
                </a:lnTo>
                <a:lnTo>
                  <a:pt x="1462" y="460"/>
                </a:lnTo>
                <a:lnTo>
                  <a:pt x="1462" y="459"/>
                </a:lnTo>
                <a:lnTo>
                  <a:pt x="1462" y="458"/>
                </a:lnTo>
                <a:lnTo>
                  <a:pt x="1464" y="459"/>
                </a:lnTo>
                <a:lnTo>
                  <a:pt x="1465" y="459"/>
                </a:lnTo>
                <a:lnTo>
                  <a:pt x="1465" y="460"/>
                </a:lnTo>
                <a:lnTo>
                  <a:pt x="1466" y="461"/>
                </a:lnTo>
                <a:lnTo>
                  <a:pt x="1467" y="462"/>
                </a:lnTo>
                <a:lnTo>
                  <a:pt x="1467" y="464"/>
                </a:lnTo>
                <a:lnTo>
                  <a:pt x="1467" y="467"/>
                </a:lnTo>
                <a:lnTo>
                  <a:pt x="1467" y="468"/>
                </a:lnTo>
                <a:lnTo>
                  <a:pt x="1466" y="468"/>
                </a:lnTo>
                <a:lnTo>
                  <a:pt x="1465" y="469"/>
                </a:lnTo>
                <a:lnTo>
                  <a:pt x="1464" y="470"/>
                </a:lnTo>
                <a:lnTo>
                  <a:pt x="1464" y="471"/>
                </a:lnTo>
                <a:lnTo>
                  <a:pt x="1461" y="474"/>
                </a:lnTo>
                <a:lnTo>
                  <a:pt x="1460" y="475"/>
                </a:lnTo>
                <a:lnTo>
                  <a:pt x="1459" y="476"/>
                </a:lnTo>
                <a:lnTo>
                  <a:pt x="1458" y="476"/>
                </a:lnTo>
                <a:lnTo>
                  <a:pt x="1457" y="477"/>
                </a:lnTo>
                <a:lnTo>
                  <a:pt x="1456" y="478"/>
                </a:lnTo>
                <a:lnTo>
                  <a:pt x="1454" y="480"/>
                </a:lnTo>
                <a:lnTo>
                  <a:pt x="1452" y="481"/>
                </a:lnTo>
                <a:lnTo>
                  <a:pt x="1450" y="482"/>
                </a:lnTo>
                <a:lnTo>
                  <a:pt x="1449" y="483"/>
                </a:lnTo>
                <a:lnTo>
                  <a:pt x="1447" y="485"/>
                </a:lnTo>
                <a:lnTo>
                  <a:pt x="1447" y="486"/>
                </a:lnTo>
                <a:lnTo>
                  <a:pt x="1446" y="486"/>
                </a:lnTo>
                <a:lnTo>
                  <a:pt x="1445" y="487"/>
                </a:lnTo>
                <a:lnTo>
                  <a:pt x="1445" y="488"/>
                </a:lnTo>
                <a:lnTo>
                  <a:pt x="1444" y="490"/>
                </a:lnTo>
                <a:lnTo>
                  <a:pt x="1444" y="491"/>
                </a:lnTo>
                <a:lnTo>
                  <a:pt x="1444" y="492"/>
                </a:lnTo>
                <a:lnTo>
                  <a:pt x="1443" y="492"/>
                </a:lnTo>
                <a:lnTo>
                  <a:pt x="1442" y="492"/>
                </a:lnTo>
                <a:lnTo>
                  <a:pt x="1441" y="493"/>
                </a:lnTo>
                <a:lnTo>
                  <a:pt x="1440" y="495"/>
                </a:lnTo>
                <a:lnTo>
                  <a:pt x="1439" y="495"/>
                </a:lnTo>
                <a:lnTo>
                  <a:pt x="1438" y="495"/>
                </a:lnTo>
                <a:lnTo>
                  <a:pt x="1438" y="496"/>
                </a:lnTo>
                <a:lnTo>
                  <a:pt x="1437" y="497"/>
                </a:lnTo>
                <a:lnTo>
                  <a:pt x="1436" y="497"/>
                </a:lnTo>
                <a:lnTo>
                  <a:pt x="1435" y="498"/>
                </a:lnTo>
                <a:lnTo>
                  <a:pt x="1435" y="499"/>
                </a:lnTo>
                <a:lnTo>
                  <a:pt x="1434" y="500"/>
                </a:lnTo>
                <a:lnTo>
                  <a:pt x="1434" y="502"/>
                </a:lnTo>
                <a:lnTo>
                  <a:pt x="1435" y="502"/>
                </a:lnTo>
                <a:lnTo>
                  <a:pt x="1435" y="503"/>
                </a:lnTo>
                <a:lnTo>
                  <a:pt x="1435" y="504"/>
                </a:lnTo>
                <a:lnTo>
                  <a:pt x="1435" y="505"/>
                </a:lnTo>
                <a:lnTo>
                  <a:pt x="1435" y="506"/>
                </a:lnTo>
                <a:lnTo>
                  <a:pt x="1436" y="507"/>
                </a:lnTo>
                <a:lnTo>
                  <a:pt x="1436" y="508"/>
                </a:lnTo>
                <a:lnTo>
                  <a:pt x="1437" y="509"/>
                </a:lnTo>
                <a:lnTo>
                  <a:pt x="1437" y="510"/>
                </a:lnTo>
                <a:lnTo>
                  <a:pt x="1437" y="511"/>
                </a:lnTo>
                <a:lnTo>
                  <a:pt x="1437" y="512"/>
                </a:lnTo>
                <a:lnTo>
                  <a:pt x="1438" y="513"/>
                </a:lnTo>
                <a:lnTo>
                  <a:pt x="1438" y="514"/>
                </a:lnTo>
                <a:lnTo>
                  <a:pt x="1438" y="515"/>
                </a:lnTo>
                <a:lnTo>
                  <a:pt x="1438" y="516"/>
                </a:lnTo>
                <a:lnTo>
                  <a:pt x="1438" y="517"/>
                </a:lnTo>
                <a:lnTo>
                  <a:pt x="1438" y="518"/>
                </a:lnTo>
                <a:lnTo>
                  <a:pt x="1437" y="518"/>
                </a:lnTo>
                <a:lnTo>
                  <a:pt x="1437" y="519"/>
                </a:lnTo>
                <a:lnTo>
                  <a:pt x="1437" y="520"/>
                </a:lnTo>
                <a:lnTo>
                  <a:pt x="1437" y="521"/>
                </a:lnTo>
                <a:lnTo>
                  <a:pt x="1437" y="523"/>
                </a:lnTo>
                <a:lnTo>
                  <a:pt x="1436" y="524"/>
                </a:lnTo>
                <a:lnTo>
                  <a:pt x="1436" y="525"/>
                </a:lnTo>
                <a:lnTo>
                  <a:pt x="1435" y="527"/>
                </a:lnTo>
                <a:lnTo>
                  <a:pt x="1434" y="528"/>
                </a:lnTo>
                <a:lnTo>
                  <a:pt x="1434" y="530"/>
                </a:lnTo>
                <a:lnTo>
                  <a:pt x="1433" y="531"/>
                </a:lnTo>
                <a:lnTo>
                  <a:pt x="1433" y="532"/>
                </a:lnTo>
                <a:lnTo>
                  <a:pt x="1434" y="532"/>
                </a:lnTo>
                <a:lnTo>
                  <a:pt x="1434" y="533"/>
                </a:lnTo>
                <a:lnTo>
                  <a:pt x="1433" y="534"/>
                </a:lnTo>
                <a:lnTo>
                  <a:pt x="1432" y="534"/>
                </a:lnTo>
                <a:lnTo>
                  <a:pt x="1432" y="535"/>
                </a:lnTo>
                <a:lnTo>
                  <a:pt x="1432" y="536"/>
                </a:lnTo>
                <a:lnTo>
                  <a:pt x="1432" y="537"/>
                </a:lnTo>
                <a:lnTo>
                  <a:pt x="1433" y="537"/>
                </a:lnTo>
                <a:lnTo>
                  <a:pt x="1433" y="538"/>
                </a:lnTo>
                <a:lnTo>
                  <a:pt x="1433" y="539"/>
                </a:lnTo>
                <a:lnTo>
                  <a:pt x="1433" y="541"/>
                </a:lnTo>
                <a:lnTo>
                  <a:pt x="1434" y="541"/>
                </a:lnTo>
                <a:lnTo>
                  <a:pt x="1434" y="542"/>
                </a:lnTo>
                <a:lnTo>
                  <a:pt x="1434" y="543"/>
                </a:lnTo>
                <a:lnTo>
                  <a:pt x="1435" y="543"/>
                </a:lnTo>
                <a:lnTo>
                  <a:pt x="1436" y="543"/>
                </a:lnTo>
                <a:lnTo>
                  <a:pt x="1436" y="544"/>
                </a:lnTo>
                <a:lnTo>
                  <a:pt x="1437" y="544"/>
                </a:lnTo>
                <a:lnTo>
                  <a:pt x="1437" y="545"/>
                </a:lnTo>
                <a:lnTo>
                  <a:pt x="1438" y="545"/>
                </a:lnTo>
                <a:lnTo>
                  <a:pt x="1439" y="545"/>
                </a:lnTo>
                <a:lnTo>
                  <a:pt x="1439" y="546"/>
                </a:lnTo>
                <a:lnTo>
                  <a:pt x="1440" y="546"/>
                </a:lnTo>
                <a:lnTo>
                  <a:pt x="1441" y="547"/>
                </a:lnTo>
                <a:lnTo>
                  <a:pt x="1441" y="548"/>
                </a:lnTo>
                <a:lnTo>
                  <a:pt x="1442" y="548"/>
                </a:lnTo>
                <a:lnTo>
                  <a:pt x="1442" y="549"/>
                </a:lnTo>
                <a:lnTo>
                  <a:pt x="1442" y="550"/>
                </a:lnTo>
                <a:lnTo>
                  <a:pt x="1442" y="551"/>
                </a:lnTo>
                <a:lnTo>
                  <a:pt x="1442" y="552"/>
                </a:lnTo>
                <a:lnTo>
                  <a:pt x="1443" y="552"/>
                </a:lnTo>
                <a:lnTo>
                  <a:pt x="1444" y="552"/>
                </a:lnTo>
                <a:lnTo>
                  <a:pt x="1445" y="552"/>
                </a:lnTo>
                <a:lnTo>
                  <a:pt x="1446" y="552"/>
                </a:lnTo>
                <a:lnTo>
                  <a:pt x="1446" y="551"/>
                </a:lnTo>
                <a:lnTo>
                  <a:pt x="1448" y="551"/>
                </a:lnTo>
                <a:lnTo>
                  <a:pt x="1448" y="552"/>
                </a:lnTo>
                <a:lnTo>
                  <a:pt x="1449" y="552"/>
                </a:lnTo>
                <a:lnTo>
                  <a:pt x="1449" y="553"/>
                </a:lnTo>
                <a:lnTo>
                  <a:pt x="1450" y="553"/>
                </a:lnTo>
                <a:lnTo>
                  <a:pt x="1451" y="554"/>
                </a:lnTo>
                <a:lnTo>
                  <a:pt x="1451" y="557"/>
                </a:lnTo>
                <a:lnTo>
                  <a:pt x="1452" y="558"/>
                </a:lnTo>
                <a:lnTo>
                  <a:pt x="1452" y="559"/>
                </a:lnTo>
                <a:lnTo>
                  <a:pt x="1452" y="560"/>
                </a:lnTo>
                <a:lnTo>
                  <a:pt x="1452" y="561"/>
                </a:lnTo>
                <a:lnTo>
                  <a:pt x="1453" y="562"/>
                </a:lnTo>
                <a:lnTo>
                  <a:pt x="1454" y="563"/>
                </a:lnTo>
                <a:lnTo>
                  <a:pt x="1455" y="563"/>
                </a:lnTo>
                <a:lnTo>
                  <a:pt x="1456" y="563"/>
                </a:lnTo>
                <a:lnTo>
                  <a:pt x="1457" y="563"/>
                </a:lnTo>
                <a:lnTo>
                  <a:pt x="1457" y="564"/>
                </a:lnTo>
                <a:lnTo>
                  <a:pt x="1458" y="564"/>
                </a:lnTo>
                <a:lnTo>
                  <a:pt x="1459" y="565"/>
                </a:lnTo>
                <a:lnTo>
                  <a:pt x="1460" y="566"/>
                </a:lnTo>
                <a:lnTo>
                  <a:pt x="1461" y="566"/>
                </a:lnTo>
                <a:lnTo>
                  <a:pt x="1462" y="566"/>
                </a:lnTo>
                <a:lnTo>
                  <a:pt x="1462" y="567"/>
                </a:lnTo>
                <a:lnTo>
                  <a:pt x="1463" y="567"/>
                </a:lnTo>
                <a:lnTo>
                  <a:pt x="1464" y="567"/>
                </a:lnTo>
                <a:lnTo>
                  <a:pt x="1465" y="568"/>
                </a:lnTo>
                <a:lnTo>
                  <a:pt x="1466" y="569"/>
                </a:lnTo>
                <a:lnTo>
                  <a:pt x="1467" y="570"/>
                </a:lnTo>
                <a:lnTo>
                  <a:pt x="1467" y="571"/>
                </a:lnTo>
                <a:lnTo>
                  <a:pt x="1467" y="572"/>
                </a:lnTo>
                <a:lnTo>
                  <a:pt x="1468" y="572"/>
                </a:lnTo>
                <a:lnTo>
                  <a:pt x="1468" y="573"/>
                </a:lnTo>
                <a:lnTo>
                  <a:pt x="1468" y="575"/>
                </a:lnTo>
                <a:lnTo>
                  <a:pt x="1467" y="575"/>
                </a:lnTo>
                <a:lnTo>
                  <a:pt x="1467" y="576"/>
                </a:lnTo>
                <a:lnTo>
                  <a:pt x="1467" y="577"/>
                </a:lnTo>
                <a:lnTo>
                  <a:pt x="1467" y="578"/>
                </a:lnTo>
                <a:lnTo>
                  <a:pt x="1467" y="579"/>
                </a:lnTo>
                <a:lnTo>
                  <a:pt x="1466" y="579"/>
                </a:lnTo>
                <a:lnTo>
                  <a:pt x="1466" y="580"/>
                </a:lnTo>
                <a:lnTo>
                  <a:pt x="1466" y="581"/>
                </a:lnTo>
                <a:lnTo>
                  <a:pt x="1465" y="581"/>
                </a:lnTo>
                <a:lnTo>
                  <a:pt x="1465" y="582"/>
                </a:lnTo>
                <a:lnTo>
                  <a:pt x="1465" y="583"/>
                </a:lnTo>
                <a:lnTo>
                  <a:pt x="1465" y="584"/>
                </a:lnTo>
                <a:lnTo>
                  <a:pt x="1465" y="585"/>
                </a:lnTo>
                <a:lnTo>
                  <a:pt x="1464" y="585"/>
                </a:lnTo>
                <a:lnTo>
                  <a:pt x="1464" y="586"/>
                </a:lnTo>
                <a:lnTo>
                  <a:pt x="1463" y="587"/>
                </a:lnTo>
                <a:lnTo>
                  <a:pt x="1463" y="588"/>
                </a:lnTo>
                <a:lnTo>
                  <a:pt x="1462" y="588"/>
                </a:lnTo>
                <a:lnTo>
                  <a:pt x="1462" y="589"/>
                </a:lnTo>
                <a:lnTo>
                  <a:pt x="1462" y="590"/>
                </a:lnTo>
                <a:lnTo>
                  <a:pt x="1463" y="590"/>
                </a:lnTo>
                <a:lnTo>
                  <a:pt x="1463" y="591"/>
                </a:lnTo>
                <a:lnTo>
                  <a:pt x="1463" y="592"/>
                </a:lnTo>
                <a:lnTo>
                  <a:pt x="1464" y="592"/>
                </a:lnTo>
                <a:lnTo>
                  <a:pt x="1464" y="593"/>
                </a:lnTo>
                <a:lnTo>
                  <a:pt x="1464" y="594"/>
                </a:lnTo>
                <a:lnTo>
                  <a:pt x="1464" y="595"/>
                </a:lnTo>
                <a:lnTo>
                  <a:pt x="1464" y="596"/>
                </a:lnTo>
                <a:lnTo>
                  <a:pt x="1463" y="596"/>
                </a:lnTo>
                <a:lnTo>
                  <a:pt x="1463" y="597"/>
                </a:lnTo>
                <a:lnTo>
                  <a:pt x="1462" y="597"/>
                </a:lnTo>
                <a:lnTo>
                  <a:pt x="1462" y="598"/>
                </a:lnTo>
                <a:lnTo>
                  <a:pt x="1462" y="599"/>
                </a:lnTo>
                <a:lnTo>
                  <a:pt x="1462" y="600"/>
                </a:lnTo>
                <a:lnTo>
                  <a:pt x="1461" y="600"/>
                </a:lnTo>
                <a:lnTo>
                  <a:pt x="1461" y="601"/>
                </a:lnTo>
                <a:lnTo>
                  <a:pt x="1461" y="602"/>
                </a:lnTo>
                <a:lnTo>
                  <a:pt x="1461" y="603"/>
                </a:lnTo>
                <a:lnTo>
                  <a:pt x="1461" y="604"/>
                </a:lnTo>
                <a:lnTo>
                  <a:pt x="1460" y="604"/>
                </a:lnTo>
                <a:lnTo>
                  <a:pt x="1460" y="605"/>
                </a:lnTo>
                <a:lnTo>
                  <a:pt x="1459" y="605"/>
                </a:lnTo>
                <a:lnTo>
                  <a:pt x="1459" y="606"/>
                </a:lnTo>
                <a:lnTo>
                  <a:pt x="1458" y="607"/>
                </a:lnTo>
                <a:lnTo>
                  <a:pt x="1457" y="608"/>
                </a:lnTo>
                <a:lnTo>
                  <a:pt x="1457" y="609"/>
                </a:lnTo>
                <a:lnTo>
                  <a:pt x="1457" y="610"/>
                </a:lnTo>
                <a:lnTo>
                  <a:pt x="1458" y="610"/>
                </a:lnTo>
                <a:lnTo>
                  <a:pt x="1458" y="611"/>
                </a:lnTo>
                <a:lnTo>
                  <a:pt x="1458" y="612"/>
                </a:lnTo>
                <a:lnTo>
                  <a:pt x="1458" y="613"/>
                </a:lnTo>
                <a:lnTo>
                  <a:pt x="1458" y="615"/>
                </a:lnTo>
                <a:lnTo>
                  <a:pt x="1457" y="615"/>
                </a:lnTo>
                <a:lnTo>
                  <a:pt x="1457" y="616"/>
                </a:lnTo>
                <a:lnTo>
                  <a:pt x="1456" y="616"/>
                </a:lnTo>
                <a:lnTo>
                  <a:pt x="1456" y="617"/>
                </a:lnTo>
                <a:lnTo>
                  <a:pt x="1455" y="617"/>
                </a:lnTo>
                <a:lnTo>
                  <a:pt x="1454" y="618"/>
                </a:lnTo>
                <a:lnTo>
                  <a:pt x="1453" y="619"/>
                </a:lnTo>
                <a:lnTo>
                  <a:pt x="1453" y="620"/>
                </a:lnTo>
                <a:lnTo>
                  <a:pt x="1453" y="621"/>
                </a:lnTo>
                <a:lnTo>
                  <a:pt x="1452" y="621"/>
                </a:lnTo>
                <a:lnTo>
                  <a:pt x="1452" y="622"/>
                </a:lnTo>
                <a:lnTo>
                  <a:pt x="1451" y="622"/>
                </a:lnTo>
                <a:lnTo>
                  <a:pt x="1450" y="622"/>
                </a:lnTo>
                <a:lnTo>
                  <a:pt x="1449" y="622"/>
                </a:lnTo>
                <a:lnTo>
                  <a:pt x="1448" y="622"/>
                </a:lnTo>
                <a:lnTo>
                  <a:pt x="1448" y="623"/>
                </a:lnTo>
                <a:lnTo>
                  <a:pt x="1447" y="623"/>
                </a:lnTo>
                <a:lnTo>
                  <a:pt x="1447" y="624"/>
                </a:lnTo>
                <a:lnTo>
                  <a:pt x="1446" y="624"/>
                </a:lnTo>
                <a:lnTo>
                  <a:pt x="1445" y="625"/>
                </a:lnTo>
                <a:lnTo>
                  <a:pt x="1444" y="625"/>
                </a:lnTo>
                <a:lnTo>
                  <a:pt x="1444" y="626"/>
                </a:lnTo>
                <a:lnTo>
                  <a:pt x="1443" y="626"/>
                </a:lnTo>
                <a:lnTo>
                  <a:pt x="1442" y="626"/>
                </a:lnTo>
                <a:lnTo>
                  <a:pt x="1441" y="626"/>
                </a:lnTo>
                <a:lnTo>
                  <a:pt x="1440" y="626"/>
                </a:lnTo>
                <a:lnTo>
                  <a:pt x="1439" y="626"/>
                </a:lnTo>
                <a:lnTo>
                  <a:pt x="1438" y="626"/>
                </a:lnTo>
                <a:lnTo>
                  <a:pt x="1438" y="627"/>
                </a:lnTo>
                <a:lnTo>
                  <a:pt x="1436" y="628"/>
                </a:lnTo>
                <a:lnTo>
                  <a:pt x="1435" y="628"/>
                </a:lnTo>
                <a:lnTo>
                  <a:pt x="1435" y="629"/>
                </a:lnTo>
                <a:lnTo>
                  <a:pt x="1434" y="630"/>
                </a:lnTo>
                <a:lnTo>
                  <a:pt x="1434" y="631"/>
                </a:lnTo>
                <a:lnTo>
                  <a:pt x="1434" y="632"/>
                </a:lnTo>
                <a:lnTo>
                  <a:pt x="1433" y="633"/>
                </a:lnTo>
                <a:lnTo>
                  <a:pt x="1433" y="634"/>
                </a:lnTo>
                <a:lnTo>
                  <a:pt x="1432" y="634"/>
                </a:lnTo>
                <a:lnTo>
                  <a:pt x="1432" y="635"/>
                </a:lnTo>
                <a:lnTo>
                  <a:pt x="1432" y="637"/>
                </a:lnTo>
                <a:lnTo>
                  <a:pt x="1432" y="638"/>
                </a:lnTo>
                <a:lnTo>
                  <a:pt x="1432" y="639"/>
                </a:lnTo>
                <a:lnTo>
                  <a:pt x="1433" y="639"/>
                </a:lnTo>
                <a:lnTo>
                  <a:pt x="1433" y="640"/>
                </a:lnTo>
                <a:lnTo>
                  <a:pt x="1432" y="640"/>
                </a:lnTo>
                <a:lnTo>
                  <a:pt x="1432" y="641"/>
                </a:lnTo>
                <a:lnTo>
                  <a:pt x="1431" y="642"/>
                </a:lnTo>
                <a:lnTo>
                  <a:pt x="1431" y="643"/>
                </a:lnTo>
                <a:lnTo>
                  <a:pt x="1430" y="643"/>
                </a:lnTo>
                <a:lnTo>
                  <a:pt x="1430" y="644"/>
                </a:lnTo>
                <a:lnTo>
                  <a:pt x="1429" y="644"/>
                </a:lnTo>
                <a:lnTo>
                  <a:pt x="1428" y="644"/>
                </a:lnTo>
                <a:lnTo>
                  <a:pt x="1428" y="645"/>
                </a:lnTo>
                <a:lnTo>
                  <a:pt x="1428" y="646"/>
                </a:lnTo>
                <a:lnTo>
                  <a:pt x="1427" y="646"/>
                </a:lnTo>
                <a:lnTo>
                  <a:pt x="1427" y="647"/>
                </a:lnTo>
                <a:lnTo>
                  <a:pt x="1427" y="649"/>
                </a:lnTo>
                <a:lnTo>
                  <a:pt x="1426" y="649"/>
                </a:lnTo>
                <a:lnTo>
                  <a:pt x="1426" y="650"/>
                </a:lnTo>
                <a:lnTo>
                  <a:pt x="1427" y="650"/>
                </a:lnTo>
                <a:lnTo>
                  <a:pt x="1427" y="651"/>
                </a:lnTo>
                <a:lnTo>
                  <a:pt x="1427" y="652"/>
                </a:lnTo>
                <a:lnTo>
                  <a:pt x="1427" y="656"/>
                </a:lnTo>
                <a:lnTo>
                  <a:pt x="1427" y="657"/>
                </a:lnTo>
                <a:lnTo>
                  <a:pt x="1427" y="659"/>
                </a:lnTo>
                <a:lnTo>
                  <a:pt x="1428" y="660"/>
                </a:lnTo>
                <a:lnTo>
                  <a:pt x="1428" y="661"/>
                </a:lnTo>
                <a:lnTo>
                  <a:pt x="1429" y="661"/>
                </a:lnTo>
                <a:lnTo>
                  <a:pt x="1429" y="662"/>
                </a:lnTo>
                <a:lnTo>
                  <a:pt x="1430" y="662"/>
                </a:lnTo>
                <a:lnTo>
                  <a:pt x="1431" y="662"/>
                </a:lnTo>
                <a:lnTo>
                  <a:pt x="1432" y="662"/>
                </a:lnTo>
                <a:lnTo>
                  <a:pt x="1433" y="663"/>
                </a:lnTo>
                <a:lnTo>
                  <a:pt x="1434" y="663"/>
                </a:lnTo>
                <a:lnTo>
                  <a:pt x="1434" y="664"/>
                </a:lnTo>
                <a:lnTo>
                  <a:pt x="1436" y="665"/>
                </a:lnTo>
                <a:lnTo>
                  <a:pt x="1436" y="666"/>
                </a:lnTo>
                <a:lnTo>
                  <a:pt x="1437" y="666"/>
                </a:lnTo>
                <a:lnTo>
                  <a:pt x="1437" y="667"/>
                </a:lnTo>
                <a:lnTo>
                  <a:pt x="1438" y="668"/>
                </a:lnTo>
                <a:lnTo>
                  <a:pt x="1438" y="670"/>
                </a:lnTo>
                <a:lnTo>
                  <a:pt x="1438" y="671"/>
                </a:lnTo>
                <a:lnTo>
                  <a:pt x="1439" y="672"/>
                </a:lnTo>
                <a:lnTo>
                  <a:pt x="1439" y="673"/>
                </a:lnTo>
                <a:lnTo>
                  <a:pt x="1440" y="673"/>
                </a:lnTo>
                <a:lnTo>
                  <a:pt x="1440" y="674"/>
                </a:lnTo>
                <a:lnTo>
                  <a:pt x="1440" y="675"/>
                </a:lnTo>
                <a:lnTo>
                  <a:pt x="1440" y="676"/>
                </a:lnTo>
                <a:lnTo>
                  <a:pt x="1440" y="677"/>
                </a:lnTo>
                <a:lnTo>
                  <a:pt x="1440" y="678"/>
                </a:lnTo>
                <a:lnTo>
                  <a:pt x="1440" y="679"/>
                </a:lnTo>
                <a:lnTo>
                  <a:pt x="1439" y="680"/>
                </a:lnTo>
                <a:lnTo>
                  <a:pt x="1439" y="681"/>
                </a:lnTo>
                <a:lnTo>
                  <a:pt x="1438" y="681"/>
                </a:lnTo>
                <a:lnTo>
                  <a:pt x="1437" y="681"/>
                </a:lnTo>
                <a:lnTo>
                  <a:pt x="1436" y="681"/>
                </a:lnTo>
                <a:lnTo>
                  <a:pt x="1436" y="682"/>
                </a:lnTo>
                <a:lnTo>
                  <a:pt x="1435" y="682"/>
                </a:lnTo>
                <a:lnTo>
                  <a:pt x="1434" y="682"/>
                </a:lnTo>
                <a:lnTo>
                  <a:pt x="1433" y="682"/>
                </a:lnTo>
                <a:lnTo>
                  <a:pt x="1433" y="683"/>
                </a:lnTo>
                <a:lnTo>
                  <a:pt x="1433" y="684"/>
                </a:lnTo>
                <a:lnTo>
                  <a:pt x="1433" y="685"/>
                </a:lnTo>
                <a:lnTo>
                  <a:pt x="1433" y="686"/>
                </a:lnTo>
                <a:lnTo>
                  <a:pt x="1432" y="687"/>
                </a:lnTo>
                <a:lnTo>
                  <a:pt x="1432" y="688"/>
                </a:lnTo>
                <a:lnTo>
                  <a:pt x="1432" y="689"/>
                </a:lnTo>
                <a:lnTo>
                  <a:pt x="1432" y="690"/>
                </a:lnTo>
                <a:lnTo>
                  <a:pt x="1433" y="690"/>
                </a:lnTo>
                <a:lnTo>
                  <a:pt x="1433" y="692"/>
                </a:lnTo>
                <a:lnTo>
                  <a:pt x="1433" y="693"/>
                </a:lnTo>
                <a:lnTo>
                  <a:pt x="1432" y="693"/>
                </a:lnTo>
                <a:lnTo>
                  <a:pt x="1432" y="694"/>
                </a:lnTo>
                <a:lnTo>
                  <a:pt x="1432" y="695"/>
                </a:lnTo>
                <a:lnTo>
                  <a:pt x="1433" y="695"/>
                </a:lnTo>
                <a:lnTo>
                  <a:pt x="1433" y="696"/>
                </a:lnTo>
                <a:lnTo>
                  <a:pt x="1433" y="697"/>
                </a:lnTo>
                <a:lnTo>
                  <a:pt x="1432" y="697"/>
                </a:lnTo>
                <a:lnTo>
                  <a:pt x="1431" y="699"/>
                </a:lnTo>
                <a:lnTo>
                  <a:pt x="1431" y="700"/>
                </a:lnTo>
                <a:lnTo>
                  <a:pt x="1430" y="700"/>
                </a:lnTo>
                <a:lnTo>
                  <a:pt x="1430" y="701"/>
                </a:lnTo>
                <a:lnTo>
                  <a:pt x="1430" y="702"/>
                </a:lnTo>
                <a:lnTo>
                  <a:pt x="1430" y="703"/>
                </a:lnTo>
                <a:lnTo>
                  <a:pt x="1431" y="703"/>
                </a:lnTo>
                <a:lnTo>
                  <a:pt x="1431" y="704"/>
                </a:lnTo>
                <a:lnTo>
                  <a:pt x="1432" y="704"/>
                </a:lnTo>
                <a:lnTo>
                  <a:pt x="1432" y="705"/>
                </a:lnTo>
                <a:lnTo>
                  <a:pt x="1433" y="706"/>
                </a:lnTo>
                <a:lnTo>
                  <a:pt x="1433" y="707"/>
                </a:lnTo>
                <a:lnTo>
                  <a:pt x="1433" y="708"/>
                </a:lnTo>
                <a:lnTo>
                  <a:pt x="1433" y="709"/>
                </a:lnTo>
                <a:lnTo>
                  <a:pt x="1433" y="710"/>
                </a:lnTo>
                <a:lnTo>
                  <a:pt x="1433" y="711"/>
                </a:lnTo>
                <a:lnTo>
                  <a:pt x="1432" y="712"/>
                </a:lnTo>
                <a:lnTo>
                  <a:pt x="1432" y="713"/>
                </a:lnTo>
                <a:lnTo>
                  <a:pt x="1433" y="714"/>
                </a:lnTo>
                <a:lnTo>
                  <a:pt x="1432" y="716"/>
                </a:lnTo>
                <a:lnTo>
                  <a:pt x="1432" y="717"/>
                </a:lnTo>
                <a:lnTo>
                  <a:pt x="1433" y="717"/>
                </a:lnTo>
                <a:lnTo>
                  <a:pt x="1433" y="720"/>
                </a:lnTo>
                <a:lnTo>
                  <a:pt x="1434" y="721"/>
                </a:lnTo>
                <a:lnTo>
                  <a:pt x="1434" y="722"/>
                </a:lnTo>
                <a:lnTo>
                  <a:pt x="1433" y="722"/>
                </a:lnTo>
                <a:lnTo>
                  <a:pt x="1433" y="723"/>
                </a:lnTo>
                <a:lnTo>
                  <a:pt x="1433" y="724"/>
                </a:lnTo>
                <a:lnTo>
                  <a:pt x="1432" y="724"/>
                </a:lnTo>
                <a:lnTo>
                  <a:pt x="1432" y="725"/>
                </a:lnTo>
                <a:lnTo>
                  <a:pt x="1433" y="725"/>
                </a:lnTo>
                <a:lnTo>
                  <a:pt x="1433" y="726"/>
                </a:lnTo>
                <a:lnTo>
                  <a:pt x="1433" y="727"/>
                </a:lnTo>
                <a:lnTo>
                  <a:pt x="1434" y="727"/>
                </a:lnTo>
                <a:lnTo>
                  <a:pt x="1434" y="728"/>
                </a:lnTo>
                <a:lnTo>
                  <a:pt x="1435" y="728"/>
                </a:lnTo>
                <a:lnTo>
                  <a:pt x="1435" y="729"/>
                </a:lnTo>
                <a:lnTo>
                  <a:pt x="1436" y="729"/>
                </a:lnTo>
                <a:lnTo>
                  <a:pt x="1436" y="730"/>
                </a:lnTo>
                <a:lnTo>
                  <a:pt x="1437" y="730"/>
                </a:lnTo>
                <a:lnTo>
                  <a:pt x="1437" y="731"/>
                </a:lnTo>
                <a:lnTo>
                  <a:pt x="1438" y="731"/>
                </a:lnTo>
                <a:lnTo>
                  <a:pt x="1438" y="732"/>
                </a:lnTo>
                <a:lnTo>
                  <a:pt x="1437" y="734"/>
                </a:lnTo>
                <a:lnTo>
                  <a:pt x="1437" y="735"/>
                </a:lnTo>
                <a:lnTo>
                  <a:pt x="1437" y="736"/>
                </a:lnTo>
                <a:lnTo>
                  <a:pt x="1437" y="737"/>
                </a:lnTo>
                <a:lnTo>
                  <a:pt x="1437" y="738"/>
                </a:lnTo>
                <a:lnTo>
                  <a:pt x="1437" y="739"/>
                </a:lnTo>
                <a:lnTo>
                  <a:pt x="1437" y="740"/>
                </a:lnTo>
                <a:lnTo>
                  <a:pt x="1438" y="741"/>
                </a:lnTo>
                <a:lnTo>
                  <a:pt x="1439" y="742"/>
                </a:lnTo>
                <a:lnTo>
                  <a:pt x="1439" y="743"/>
                </a:lnTo>
                <a:lnTo>
                  <a:pt x="1439" y="744"/>
                </a:lnTo>
                <a:lnTo>
                  <a:pt x="1439" y="745"/>
                </a:lnTo>
                <a:lnTo>
                  <a:pt x="1439" y="746"/>
                </a:lnTo>
                <a:lnTo>
                  <a:pt x="1439" y="748"/>
                </a:lnTo>
                <a:lnTo>
                  <a:pt x="1439" y="749"/>
                </a:lnTo>
                <a:lnTo>
                  <a:pt x="1440" y="751"/>
                </a:lnTo>
                <a:lnTo>
                  <a:pt x="1440" y="752"/>
                </a:lnTo>
                <a:lnTo>
                  <a:pt x="1439" y="753"/>
                </a:lnTo>
                <a:lnTo>
                  <a:pt x="1439" y="754"/>
                </a:lnTo>
                <a:lnTo>
                  <a:pt x="1438" y="755"/>
                </a:lnTo>
                <a:lnTo>
                  <a:pt x="1437" y="756"/>
                </a:lnTo>
                <a:lnTo>
                  <a:pt x="1437" y="757"/>
                </a:lnTo>
                <a:lnTo>
                  <a:pt x="1436" y="757"/>
                </a:lnTo>
                <a:lnTo>
                  <a:pt x="1435" y="758"/>
                </a:lnTo>
                <a:lnTo>
                  <a:pt x="1434" y="759"/>
                </a:lnTo>
                <a:lnTo>
                  <a:pt x="1434" y="760"/>
                </a:lnTo>
                <a:lnTo>
                  <a:pt x="1433" y="760"/>
                </a:lnTo>
                <a:lnTo>
                  <a:pt x="1433" y="761"/>
                </a:lnTo>
                <a:lnTo>
                  <a:pt x="1433" y="762"/>
                </a:lnTo>
                <a:lnTo>
                  <a:pt x="1432" y="764"/>
                </a:lnTo>
                <a:lnTo>
                  <a:pt x="1433" y="765"/>
                </a:lnTo>
                <a:lnTo>
                  <a:pt x="1432" y="766"/>
                </a:lnTo>
                <a:lnTo>
                  <a:pt x="1432" y="767"/>
                </a:lnTo>
                <a:lnTo>
                  <a:pt x="1433" y="768"/>
                </a:lnTo>
                <a:lnTo>
                  <a:pt x="1433" y="769"/>
                </a:lnTo>
                <a:lnTo>
                  <a:pt x="1433" y="770"/>
                </a:lnTo>
                <a:lnTo>
                  <a:pt x="1433" y="771"/>
                </a:lnTo>
                <a:lnTo>
                  <a:pt x="1433" y="773"/>
                </a:lnTo>
                <a:lnTo>
                  <a:pt x="1432" y="774"/>
                </a:lnTo>
                <a:lnTo>
                  <a:pt x="1431" y="775"/>
                </a:lnTo>
                <a:lnTo>
                  <a:pt x="1432" y="776"/>
                </a:lnTo>
                <a:lnTo>
                  <a:pt x="1432" y="777"/>
                </a:lnTo>
                <a:lnTo>
                  <a:pt x="1431" y="778"/>
                </a:lnTo>
                <a:lnTo>
                  <a:pt x="1431" y="779"/>
                </a:lnTo>
                <a:lnTo>
                  <a:pt x="1431" y="780"/>
                </a:lnTo>
                <a:lnTo>
                  <a:pt x="1431" y="781"/>
                </a:lnTo>
                <a:lnTo>
                  <a:pt x="1431" y="782"/>
                </a:lnTo>
                <a:lnTo>
                  <a:pt x="1432" y="783"/>
                </a:lnTo>
                <a:lnTo>
                  <a:pt x="1432" y="784"/>
                </a:lnTo>
                <a:lnTo>
                  <a:pt x="1432" y="785"/>
                </a:lnTo>
                <a:lnTo>
                  <a:pt x="1433" y="785"/>
                </a:lnTo>
                <a:lnTo>
                  <a:pt x="1434" y="785"/>
                </a:lnTo>
                <a:lnTo>
                  <a:pt x="1434" y="784"/>
                </a:lnTo>
                <a:lnTo>
                  <a:pt x="1435" y="784"/>
                </a:lnTo>
                <a:lnTo>
                  <a:pt x="1436" y="784"/>
                </a:lnTo>
                <a:lnTo>
                  <a:pt x="1437" y="784"/>
                </a:lnTo>
                <a:lnTo>
                  <a:pt x="1438" y="784"/>
                </a:lnTo>
                <a:lnTo>
                  <a:pt x="1439" y="784"/>
                </a:lnTo>
                <a:lnTo>
                  <a:pt x="1439" y="785"/>
                </a:lnTo>
                <a:lnTo>
                  <a:pt x="1440" y="785"/>
                </a:lnTo>
                <a:lnTo>
                  <a:pt x="1441" y="786"/>
                </a:lnTo>
                <a:lnTo>
                  <a:pt x="1442" y="787"/>
                </a:lnTo>
                <a:lnTo>
                  <a:pt x="1442" y="788"/>
                </a:lnTo>
                <a:lnTo>
                  <a:pt x="1443" y="788"/>
                </a:lnTo>
                <a:lnTo>
                  <a:pt x="1443" y="789"/>
                </a:lnTo>
                <a:lnTo>
                  <a:pt x="1444" y="789"/>
                </a:lnTo>
                <a:lnTo>
                  <a:pt x="1444" y="790"/>
                </a:lnTo>
                <a:lnTo>
                  <a:pt x="1444" y="791"/>
                </a:lnTo>
                <a:lnTo>
                  <a:pt x="1444" y="792"/>
                </a:lnTo>
                <a:lnTo>
                  <a:pt x="1443" y="793"/>
                </a:lnTo>
                <a:lnTo>
                  <a:pt x="1443" y="794"/>
                </a:lnTo>
                <a:lnTo>
                  <a:pt x="1442" y="794"/>
                </a:lnTo>
                <a:lnTo>
                  <a:pt x="1442" y="795"/>
                </a:lnTo>
                <a:lnTo>
                  <a:pt x="1441" y="795"/>
                </a:lnTo>
                <a:lnTo>
                  <a:pt x="1440" y="795"/>
                </a:lnTo>
                <a:lnTo>
                  <a:pt x="1440" y="796"/>
                </a:lnTo>
                <a:lnTo>
                  <a:pt x="1439" y="796"/>
                </a:lnTo>
                <a:lnTo>
                  <a:pt x="1438" y="797"/>
                </a:lnTo>
                <a:lnTo>
                  <a:pt x="1438" y="799"/>
                </a:lnTo>
                <a:lnTo>
                  <a:pt x="1438" y="800"/>
                </a:lnTo>
                <a:lnTo>
                  <a:pt x="1439" y="800"/>
                </a:lnTo>
                <a:lnTo>
                  <a:pt x="1440" y="801"/>
                </a:lnTo>
                <a:lnTo>
                  <a:pt x="1441" y="801"/>
                </a:lnTo>
                <a:lnTo>
                  <a:pt x="1442" y="801"/>
                </a:lnTo>
                <a:lnTo>
                  <a:pt x="1443" y="801"/>
                </a:lnTo>
                <a:lnTo>
                  <a:pt x="1443" y="800"/>
                </a:lnTo>
                <a:lnTo>
                  <a:pt x="1443" y="799"/>
                </a:lnTo>
                <a:lnTo>
                  <a:pt x="1444" y="799"/>
                </a:lnTo>
                <a:lnTo>
                  <a:pt x="1444" y="800"/>
                </a:lnTo>
                <a:lnTo>
                  <a:pt x="1444" y="801"/>
                </a:lnTo>
                <a:lnTo>
                  <a:pt x="1444" y="803"/>
                </a:lnTo>
                <a:lnTo>
                  <a:pt x="1444" y="804"/>
                </a:lnTo>
                <a:lnTo>
                  <a:pt x="1444" y="805"/>
                </a:lnTo>
                <a:lnTo>
                  <a:pt x="1444" y="806"/>
                </a:lnTo>
                <a:lnTo>
                  <a:pt x="1445" y="806"/>
                </a:lnTo>
                <a:lnTo>
                  <a:pt x="1445" y="807"/>
                </a:lnTo>
                <a:lnTo>
                  <a:pt x="1446" y="807"/>
                </a:lnTo>
                <a:lnTo>
                  <a:pt x="1446" y="808"/>
                </a:lnTo>
                <a:lnTo>
                  <a:pt x="1447" y="808"/>
                </a:lnTo>
                <a:lnTo>
                  <a:pt x="1446" y="808"/>
                </a:lnTo>
                <a:lnTo>
                  <a:pt x="1446" y="809"/>
                </a:lnTo>
                <a:lnTo>
                  <a:pt x="1447" y="809"/>
                </a:lnTo>
                <a:lnTo>
                  <a:pt x="1447" y="810"/>
                </a:lnTo>
                <a:lnTo>
                  <a:pt x="1446" y="811"/>
                </a:lnTo>
                <a:lnTo>
                  <a:pt x="1446" y="812"/>
                </a:lnTo>
                <a:lnTo>
                  <a:pt x="1445" y="812"/>
                </a:lnTo>
                <a:lnTo>
                  <a:pt x="1445" y="813"/>
                </a:lnTo>
                <a:lnTo>
                  <a:pt x="1444" y="813"/>
                </a:lnTo>
                <a:lnTo>
                  <a:pt x="1443" y="813"/>
                </a:lnTo>
                <a:lnTo>
                  <a:pt x="1442" y="813"/>
                </a:lnTo>
                <a:lnTo>
                  <a:pt x="1442" y="814"/>
                </a:lnTo>
                <a:lnTo>
                  <a:pt x="1443" y="814"/>
                </a:lnTo>
                <a:lnTo>
                  <a:pt x="1444" y="814"/>
                </a:lnTo>
                <a:lnTo>
                  <a:pt x="1444" y="815"/>
                </a:lnTo>
                <a:lnTo>
                  <a:pt x="1444" y="816"/>
                </a:lnTo>
                <a:lnTo>
                  <a:pt x="1443" y="816"/>
                </a:lnTo>
                <a:lnTo>
                  <a:pt x="1443" y="817"/>
                </a:lnTo>
                <a:lnTo>
                  <a:pt x="1443" y="818"/>
                </a:lnTo>
                <a:lnTo>
                  <a:pt x="1443" y="820"/>
                </a:lnTo>
                <a:lnTo>
                  <a:pt x="1443" y="821"/>
                </a:lnTo>
                <a:lnTo>
                  <a:pt x="1442" y="821"/>
                </a:lnTo>
                <a:lnTo>
                  <a:pt x="1441" y="821"/>
                </a:lnTo>
                <a:lnTo>
                  <a:pt x="1441" y="820"/>
                </a:lnTo>
                <a:lnTo>
                  <a:pt x="1440" y="820"/>
                </a:lnTo>
                <a:lnTo>
                  <a:pt x="1440" y="819"/>
                </a:lnTo>
                <a:lnTo>
                  <a:pt x="1440" y="818"/>
                </a:lnTo>
                <a:lnTo>
                  <a:pt x="1439" y="818"/>
                </a:lnTo>
                <a:lnTo>
                  <a:pt x="1438" y="818"/>
                </a:lnTo>
                <a:lnTo>
                  <a:pt x="1437" y="818"/>
                </a:lnTo>
                <a:lnTo>
                  <a:pt x="1437" y="819"/>
                </a:lnTo>
                <a:lnTo>
                  <a:pt x="1437" y="820"/>
                </a:lnTo>
                <a:lnTo>
                  <a:pt x="1437" y="821"/>
                </a:lnTo>
                <a:lnTo>
                  <a:pt x="1437" y="822"/>
                </a:lnTo>
                <a:lnTo>
                  <a:pt x="1438" y="822"/>
                </a:lnTo>
                <a:lnTo>
                  <a:pt x="1438" y="824"/>
                </a:lnTo>
                <a:lnTo>
                  <a:pt x="1437" y="824"/>
                </a:lnTo>
                <a:lnTo>
                  <a:pt x="1437" y="825"/>
                </a:lnTo>
                <a:lnTo>
                  <a:pt x="1436" y="826"/>
                </a:lnTo>
                <a:lnTo>
                  <a:pt x="1435" y="827"/>
                </a:lnTo>
                <a:lnTo>
                  <a:pt x="1435" y="828"/>
                </a:lnTo>
                <a:lnTo>
                  <a:pt x="1434" y="828"/>
                </a:lnTo>
                <a:lnTo>
                  <a:pt x="1433" y="830"/>
                </a:lnTo>
                <a:lnTo>
                  <a:pt x="1432" y="830"/>
                </a:lnTo>
                <a:lnTo>
                  <a:pt x="1431" y="831"/>
                </a:lnTo>
                <a:lnTo>
                  <a:pt x="1430" y="831"/>
                </a:lnTo>
                <a:lnTo>
                  <a:pt x="1430" y="832"/>
                </a:lnTo>
                <a:lnTo>
                  <a:pt x="1429" y="832"/>
                </a:lnTo>
                <a:lnTo>
                  <a:pt x="1429" y="833"/>
                </a:lnTo>
                <a:lnTo>
                  <a:pt x="1429" y="835"/>
                </a:lnTo>
                <a:lnTo>
                  <a:pt x="1429" y="836"/>
                </a:lnTo>
                <a:lnTo>
                  <a:pt x="1430" y="837"/>
                </a:lnTo>
                <a:lnTo>
                  <a:pt x="1431" y="837"/>
                </a:lnTo>
                <a:lnTo>
                  <a:pt x="1431" y="838"/>
                </a:lnTo>
                <a:lnTo>
                  <a:pt x="1431" y="839"/>
                </a:lnTo>
                <a:lnTo>
                  <a:pt x="1432" y="839"/>
                </a:lnTo>
                <a:lnTo>
                  <a:pt x="1433" y="840"/>
                </a:lnTo>
                <a:lnTo>
                  <a:pt x="1434" y="840"/>
                </a:lnTo>
                <a:lnTo>
                  <a:pt x="1434" y="841"/>
                </a:lnTo>
                <a:lnTo>
                  <a:pt x="1435" y="841"/>
                </a:lnTo>
                <a:lnTo>
                  <a:pt x="1436" y="842"/>
                </a:lnTo>
                <a:lnTo>
                  <a:pt x="1437" y="842"/>
                </a:lnTo>
                <a:lnTo>
                  <a:pt x="1437" y="843"/>
                </a:lnTo>
                <a:lnTo>
                  <a:pt x="1438" y="843"/>
                </a:lnTo>
                <a:lnTo>
                  <a:pt x="1438" y="844"/>
                </a:lnTo>
                <a:lnTo>
                  <a:pt x="1438" y="845"/>
                </a:lnTo>
                <a:lnTo>
                  <a:pt x="1438" y="846"/>
                </a:lnTo>
                <a:lnTo>
                  <a:pt x="1438" y="847"/>
                </a:lnTo>
                <a:lnTo>
                  <a:pt x="1438" y="848"/>
                </a:lnTo>
                <a:lnTo>
                  <a:pt x="1437" y="848"/>
                </a:lnTo>
                <a:lnTo>
                  <a:pt x="1437" y="850"/>
                </a:lnTo>
                <a:lnTo>
                  <a:pt x="1437" y="851"/>
                </a:lnTo>
                <a:lnTo>
                  <a:pt x="1436" y="852"/>
                </a:lnTo>
                <a:lnTo>
                  <a:pt x="1436" y="853"/>
                </a:lnTo>
                <a:lnTo>
                  <a:pt x="1435" y="854"/>
                </a:lnTo>
                <a:lnTo>
                  <a:pt x="1435" y="855"/>
                </a:lnTo>
                <a:lnTo>
                  <a:pt x="1435" y="856"/>
                </a:lnTo>
                <a:lnTo>
                  <a:pt x="1435" y="857"/>
                </a:lnTo>
                <a:lnTo>
                  <a:pt x="1435" y="859"/>
                </a:lnTo>
                <a:lnTo>
                  <a:pt x="1435" y="860"/>
                </a:lnTo>
                <a:lnTo>
                  <a:pt x="1436" y="860"/>
                </a:lnTo>
                <a:lnTo>
                  <a:pt x="1436" y="861"/>
                </a:lnTo>
                <a:lnTo>
                  <a:pt x="1436" y="862"/>
                </a:lnTo>
                <a:lnTo>
                  <a:pt x="1436" y="863"/>
                </a:lnTo>
                <a:lnTo>
                  <a:pt x="1436" y="864"/>
                </a:lnTo>
                <a:lnTo>
                  <a:pt x="1436" y="865"/>
                </a:lnTo>
                <a:lnTo>
                  <a:pt x="1435" y="865"/>
                </a:lnTo>
                <a:lnTo>
                  <a:pt x="1434" y="865"/>
                </a:lnTo>
                <a:lnTo>
                  <a:pt x="1434" y="864"/>
                </a:lnTo>
                <a:lnTo>
                  <a:pt x="1434" y="865"/>
                </a:lnTo>
                <a:lnTo>
                  <a:pt x="1433" y="865"/>
                </a:lnTo>
                <a:lnTo>
                  <a:pt x="1432" y="865"/>
                </a:lnTo>
                <a:lnTo>
                  <a:pt x="1431" y="865"/>
                </a:lnTo>
                <a:lnTo>
                  <a:pt x="1431" y="866"/>
                </a:lnTo>
                <a:lnTo>
                  <a:pt x="1430" y="866"/>
                </a:lnTo>
                <a:lnTo>
                  <a:pt x="1430" y="867"/>
                </a:lnTo>
                <a:lnTo>
                  <a:pt x="1430" y="869"/>
                </a:lnTo>
                <a:lnTo>
                  <a:pt x="1430" y="870"/>
                </a:lnTo>
                <a:lnTo>
                  <a:pt x="1431" y="870"/>
                </a:lnTo>
                <a:lnTo>
                  <a:pt x="1432" y="870"/>
                </a:lnTo>
                <a:lnTo>
                  <a:pt x="1432" y="871"/>
                </a:lnTo>
                <a:lnTo>
                  <a:pt x="1432" y="872"/>
                </a:lnTo>
                <a:lnTo>
                  <a:pt x="1432" y="873"/>
                </a:lnTo>
                <a:lnTo>
                  <a:pt x="1431" y="873"/>
                </a:lnTo>
                <a:lnTo>
                  <a:pt x="1431" y="874"/>
                </a:lnTo>
                <a:lnTo>
                  <a:pt x="1430" y="874"/>
                </a:lnTo>
                <a:lnTo>
                  <a:pt x="1430" y="875"/>
                </a:lnTo>
                <a:lnTo>
                  <a:pt x="1431" y="876"/>
                </a:lnTo>
                <a:lnTo>
                  <a:pt x="1431" y="877"/>
                </a:lnTo>
                <a:lnTo>
                  <a:pt x="1431" y="878"/>
                </a:lnTo>
                <a:lnTo>
                  <a:pt x="1430" y="878"/>
                </a:lnTo>
                <a:lnTo>
                  <a:pt x="1429" y="878"/>
                </a:lnTo>
                <a:lnTo>
                  <a:pt x="1429" y="877"/>
                </a:lnTo>
                <a:lnTo>
                  <a:pt x="1428" y="877"/>
                </a:lnTo>
                <a:lnTo>
                  <a:pt x="1427" y="876"/>
                </a:lnTo>
                <a:lnTo>
                  <a:pt x="1427" y="875"/>
                </a:lnTo>
                <a:lnTo>
                  <a:pt x="1426" y="875"/>
                </a:lnTo>
                <a:lnTo>
                  <a:pt x="1425" y="875"/>
                </a:lnTo>
                <a:lnTo>
                  <a:pt x="1424" y="875"/>
                </a:lnTo>
                <a:lnTo>
                  <a:pt x="1423" y="875"/>
                </a:lnTo>
                <a:lnTo>
                  <a:pt x="1423" y="876"/>
                </a:lnTo>
                <a:lnTo>
                  <a:pt x="1422" y="876"/>
                </a:lnTo>
                <a:lnTo>
                  <a:pt x="1422" y="877"/>
                </a:lnTo>
                <a:lnTo>
                  <a:pt x="1422" y="878"/>
                </a:lnTo>
                <a:lnTo>
                  <a:pt x="1422" y="879"/>
                </a:lnTo>
                <a:lnTo>
                  <a:pt x="1423" y="879"/>
                </a:lnTo>
                <a:lnTo>
                  <a:pt x="1423" y="880"/>
                </a:lnTo>
                <a:lnTo>
                  <a:pt x="1423" y="881"/>
                </a:lnTo>
                <a:lnTo>
                  <a:pt x="1422" y="881"/>
                </a:lnTo>
                <a:lnTo>
                  <a:pt x="1422" y="880"/>
                </a:lnTo>
                <a:lnTo>
                  <a:pt x="1421" y="881"/>
                </a:lnTo>
                <a:lnTo>
                  <a:pt x="1421" y="882"/>
                </a:lnTo>
                <a:lnTo>
                  <a:pt x="1421" y="883"/>
                </a:lnTo>
                <a:lnTo>
                  <a:pt x="1422" y="884"/>
                </a:lnTo>
                <a:lnTo>
                  <a:pt x="1423" y="885"/>
                </a:lnTo>
                <a:lnTo>
                  <a:pt x="1423" y="886"/>
                </a:lnTo>
                <a:lnTo>
                  <a:pt x="1422" y="886"/>
                </a:lnTo>
                <a:lnTo>
                  <a:pt x="1421" y="886"/>
                </a:lnTo>
                <a:lnTo>
                  <a:pt x="1421" y="885"/>
                </a:lnTo>
                <a:lnTo>
                  <a:pt x="1421" y="886"/>
                </a:lnTo>
                <a:lnTo>
                  <a:pt x="1420" y="886"/>
                </a:lnTo>
                <a:lnTo>
                  <a:pt x="1420" y="887"/>
                </a:lnTo>
                <a:lnTo>
                  <a:pt x="1421" y="887"/>
                </a:lnTo>
                <a:lnTo>
                  <a:pt x="1421" y="888"/>
                </a:lnTo>
                <a:lnTo>
                  <a:pt x="1421" y="890"/>
                </a:lnTo>
                <a:lnTo>
                  <a:pt x="1422" y="891"/>
                </a:lnTo>
                <a:lnTo>
                  <a:pt x="1422" y="892"/>
                </a:lnTo>
                <a:lnTo>
                  <a:pt x="1423" y="892"/>
                </a:lnTo>
                <a:lnTo>
                  <a:pt x="1424" y="892"/>
                </a:lnTo>
                <a:lnTo>
                  <a:pt x="1424" y="891"/>
                </a:lnTo>
                <a:lnTo>
                  <a:pt x="1425" y="891"/>
                </a:lnTo>
                <a:lnTo>
                  <a:pt x="1425" y="892"/>
                </a:lnTo>
                <a:lnTo>
                  <a:pt x="1426" y="892"/>
                </a:lnTo>
                <a:lnTo>
                  <a:pt x="1426" y="893"/>
                </a:lnTo>
                <a:lnTo>
                  <a:pt x="1426" y="894"/>
                </a:lnTo>
                <a:lnTo>
                  <a:pt x="1425" y="894"/>
                </a:lnTo>
                <a:lnTo>
                  <a:pt x="1424" y="894"/>
                </a:lnTo>
                <a:lnTo>
                  <a:pt x="1424" y="893"/>
                </a:lnTo>
                <a:lnTo>
                  <a:pt x="1424" y="894"/>
                </a:lnTo>
                <a:lnTo>
                  <a:pt x="1423" y="894"/>
                </a:lnTo>
                <a:lnTo>
                  <a:pt x="1422" y="894"/>
                </a:lnTo>
                <a:lnTo>
                  <a:pt x="1422" y="895"/>
                </a:lnTo>
                <a:lnTo>
                  <a:pt x="1423" y="895"/>
                </a:lnTo>
                <a:lnTo>
                  <a:pt x="1423" y="896"/>
                </a:lnTo>
                <a:lnTo>
                  <a:pt x="1423" y="897"/>
                </a:lnTo>
                <a:lnTo>
                  <a:pt x="1423" y="898"/>
                </a:lnTo>
                <a:lnTo>
                  <a:pt x="1424" y="898"/>
                </a:lnTo>
                <a:lnTo>
                  <a:pt x="1425" y="898"/>
                </a:lnTo>
                <a:lnTo>
                  <a:pt x="1426" y="898"/>
                </a:lnTo>
                <a:lnTo>
                  <a:pt x="1426" y="899"/>
                </a:lnTo>
                <a:lnTo>
                  <a:pt x="1426" y="900"/>
                </a:lnTo>
                <a:lnTo>
                  <a:pt x="1425" y="900"/>
                </a:lnTo>
                <a:lnTo>
                  <a:pt x="1424" y="901"/>
                </a:lnTo>
                <a:lnTo>
                  <a:pt x="1423" y="901"/>
                </a:lnTo>
                <a:lnTo>
                  <a:pt x="1423" y="902"/>
                </a:lnTo>
                <a:lnTo>
                  <a:pt x="1423" y="903"/>
                </a:lnTo>
                <a:lnTo>
                  <a:pt x="1422" y="904"/>
                </a:lnTo>
                <a:lnTo>
                  <a:pt x="1423" y="905"/>
                </a:lnTo>
                <a:lnTo>
                  <a:pt x="1422" y="906"/>
                </a:lnTo>
                <a:lnTo>
                  <a:pt x="1422" y="907"/>
                </a:lnTo>
                <a:lnTo>
                  <a:pt x="1422" y="908"/>
                </a:lnTo>
                <a:lnTo>
                  <a:pt x="1423" y="908"/>
                </a:lnTo>
                <a:lnTo>
                  <a:pt x="1423" y="907"/>
                </a:lnTo>
                <a:lnTo>
                  <a:pt x="1423" y="906"/>
                </a:lnTo>
                <a:lnTo>
                  <a:pt x="1424" y="906"/>
                </a:lnTo>
                <a:lnTo>
                  <a:pt x="1424" y="905"/>
                </a:lnTo>
                <a:lnTo>
                  <a:pt x="1424" y="906"/>
                </a:lnTo>
                <a:lnTo>
                  <a:pt x="1425" y="906"/>
                </a:lnTo>
                <a:lnTo>
                  <a:pt x="1425" y="907"/>
                </a:lnTo>
                <a:lnTo>
                  <a:pt x="1426" y="907"/>
                </a:lnTo>
                <a:lnTo>
                  <a:pt x="1427" y="907"/>
                </a:lnTo>
                <a:lnTo>
                  <a:pt x="1427" y="906"/>
                </a:lnTo>
                <a:lnTo>
                  <a:pt x="1428" y="906"/>
                </a:lnTo>
                <a:lnTo>
                  <a:pt x="1428" y="907"/>
                </a:lnTo>
                <a:lnTo>
                  <a:pt x="1428" y="908"/>
                </a:lnTo>
                <a:lnTo>
                  <a:pt x="1428" y="909"/>
                </a:lnTo>
                <a:lnTo>
                  <a:pt x="1429" y="909"/>
                </a:lnTo>
                <a:lnTo>
                  <a:pt x="1429" y="910"/>
                </a:lnTo>
                <a:lnTo>
                  <a:pt x="1430" y="910"/>
                </a:lnTo>
                <a:lnTo>
                  <a:pt x="1430" y="911"/>
                </a:lnTo>
                <a:lnTo>
                  <a:pt x="1429" y="911"/>
                </a:lnTo>
                <a:lnTo>
                  <a:pt x="1429" y="912"/>
                </a:lnTo>
                <a:lnTo>
                  <a:pt x="1428" y="912"/>
                </a:lnTo>
                <a:lnTo>
                  <a:pt x="1427" y="912"/>
                </a:lnTo>
                <a:lnTo>
                  <a:pt x="1426" y="913"/>
                </a:lnTo>
                <a:lnTo>
                  <a:pt x="1426" y="914"/>
                </a:lnTo>
                <a:lnTo>
                  <a:pt x="1426" y="915"/>
                </a:lnTo>
                <a:lnTo>
                  <a:pt x="1427" y="915"/>
                </a:lnTo>
                <a:lnTo>
                  <a:pt x="1428" y="915"/>
                </a:lnTo>
                <a:lnTo>
                  <a:pt x="1428" y="916"/>
                </a:lnTo>
                <a:lnTo>
                  <a:pt x="1429" y="916"/>
                </a:lnTo>
                <a:lnTo>
                  <a:pt x="1430" y="916"/>
                </a:lnTo>
                <a:lnTo>
                  <a:pt x="1430" y="917"/>
                </a:lnTo>
                <a:lnTo>
                  <a:pt x="1430" y="918"/>
                </a:lnTo>
                <a:lnTo>
                  <a:pt x="1429" y="918"/>
                </a:lnTo>
                <a:lnTo>
                  <a:pt x="1428" y="917"/>
                </a:lnTo>
                <a:lnTo>
                  <a:pt x="1427" y="917"/>
                </a:lnTo>
                <a:lnTo>
                  <a:pt x="1426" y="917"/>
                </a:lnTo>
                <a:lnTo>
                  <a:pt x="1425" y="917"/>
                </a:lnTo>
                <a:lnTo>
                  <a:pt x="1425" y="918"/>
                </a:lnTo>
                <a:lnTo>
                  <a:pt x="1426" y="919"/>
                </a:lnTo>
                <a:lnTo>
                  <a:pt x="1426" y="920"/>
                </a:lnTo>
                <a:lnTo>
                  <a:pt x="1425" y="920"/>
                </a:lnTo>
                <a:lnTo>
                  <a:pt x="1425" y="919"/>
                </a:lnTo>
                <a:lnTo>
                  <a:pt x="1424" y="919"/>
                </a:lnTo>
                <a:lnTo>
                  <a:pt x="1424" y="920"/>
                </a:lnTo>
                <a:lnTo>
                  <a:pt x="1425" y="920"/>
                </a:lnTo>
                <a:lnTo>
                  <a:pt x="1425" y="921"/>
                </a:lnTo>
                <a:lnTo>
                  <a:pt x="1424" y="921"/>
                </a:lnTo>
                <a:lnTo>
                  <a:pt x="1424" y="922"/>
                </a:lnTo>
                <a:lnTo>
                  <a:pt x="1424" y="923"/>
                </a:lnTo>
                <a:lnTo>
                  <a:pt x="1425" y="923"/>
                </a:lnTo>
                <a:lnTo>
                  <a:pt x="1426" y="924"/>
                </a:lnTo>
                <a:lnTo>
                  <a:pt x="1426" y="925"/>
                </a:lnTo>
                <a:lnTo>
                  <a:pt x="1426" y="926"/>
                </a:lnTo>
                <a:lnTo>
                  <a:pt x="1425" y="926"/>
                </a:lnTo>
                <a:lnTo>
                  <a:pt x="1424" y="926"/>
                </a:lnTo>
                <a:lnTo>
                  <a:pt x="1424" y="927"/>
                </a:lnTo>
                <a:lnTo>
                  <a:pt x="1424" y="926"/>
                </a:lnTo>
                <a:lnTo>
                  <a:pt x="1423" y="926"/>
                </a:lnTo>
                <a:lnTo>
                  <a:pt x="1423" y="927"/>
                </a:lnTo>
                <a:lnTo>
                  <a:pt x="1422" y="927"/>
                </a:lnTo>
                <a:lnTo>
                  <a:pt x="1421" y="927"/>
                </a:lnTo>
                <a:lnTo>
                  <a:pt x="1422" y="927"/>
                </a:lnTo>
                <a:lnTo>
                  <a:pt x="1422" y="928"/>
                </a:lnTo>
                <a:lnTo>
                  <a:pt x="1421" y="928"/>
                </a:lnTo>
                <a:lnTo>
                  <a:pt x="1421" y="929"/>
                </a:lnTo>
                <a:lnTo>
                  <a:pt x="1420" y="929"/>
                </a:lnTo>
                <a:lnTo>
                  <a:pt x="1420" y="928"/>
                </a:lnTo>
                <a:lnTo>
                  <a:pt x="1420" y="929"/>
                </a:lnTo>
                <a:lnTo>
                  <a:pt x="1419" y="929"/>
                </a:lnTo>
                <a:lnTo>
                  <a:pt x="1420" y="929"/>
                </a:lnTo>
                <a:lnTo>
                  <a:pt x="1420" y="930"/>
                </a:lnTo>
                <a:lnTo>
                  <a:pt x="1419" y="930"/>
                </a:lnTo>
                <a:lnTo>
                  <a:pt x="1419" y="931"/>
                </a:lnTo>
                <a:lnTo>
                  <a:pt x="1419" y="930"/>
                </a:lnTo>
                <a:lnTo>
                  <a:pt x="1418" y="930"/>
                </a:lnTo>
                <a:lnTo>
                  <a:pt x="1418" y="931"/>
                </a:lnTo>
                <a:lnTo>
                  <a:pt x="1418" y="932"/>
                </a:lnTo>
                <a:lnTo>
                  <a:pt x="1417" y="933"/>
                </a:lnTo>
                <a:lnTo>
                  <a:pt x="1417" y="932"/>
                </a:lnTo>
                <a:lnTo>
                  <a:pt x="1417" y="933"/>
                </a:lnTo>
                <a:lnTo>
                  <a:pt x="1416" y="933"/>
                </a:lnTo>
                <a:lnTo>
                  <a:pt x="1415" y="933"/>
                </a:lnTo>
                <a:lnTo>
                  <a:pt x="1416" y="933"/>
                </a:lnTo>
                <a:lnTo>
                  <a:pt x="1416" y="934"/>
                </a:lnTo>
                <a:lnTo>
                  <a:pt x="1415" y="934"/>
                </a:lnTo>
                <a:lnTo>
                  <a:pt x="1415" y="935"/>
                </a:lnTo>
                <a:lnTo>
                  <a:pt x="1414" y="935"/>
                </a:lnTo>
                <a:lnTo>
                  <a:pt x="1414" y="934"/>
                </a:lnTo>
                <a:lnTo>
                  <a:pt x="1414" y="935"/>
                </a:lnTo>
                <a:lnTo>
                  <a:pt x="1414" y="936"/>
                </a:lnTo>
                <a:lnTo>
                  <a:pt x="1413" y="936"/>
                </a:lnTo>
                <a:lnTo>
                  <a:pt x="1412" y="937"/>
                </a:lnTo>
                <a:lnTo>
                  <a:pt x="1412" y="938"/>
                </a:lnTo>
                <a:lnTo>
                  <a:pt x="1412" y="939"/>
                </a:lnTo>
                <a:lnTo>
                  <a:pt x="1411" y="939"/>
                </a:lnTo>
                <a:lnTo>
                  <a:pt x="1411" y="938"/>
                </a:lnTo>
                <a:lnTo>
                  <a:pt x="1411" y="939"/>
                </a:lnTo>
                <a:lnTo>
                  <a:pt x="1410" y="939"/>
                </a:lnTo>
                <a:lnTo>
                  <a:pt x="1410" y="940"/>
                </a:lnTo>
                <a:lnTo>
                  <a:pt x="1409" y="940"/>
                </a:lnTo>
                <a:lnTo>
                  <a:pt x="1408" y="940"/>
                </a:lnTo>
                <a:lnTo>
                  <a:pt x="1408" y="941"/>
                </a:lnTo>
                <a:lnTo>
                  <a:pt x="1408" y="940"/>
                </a:lnTo>
                <a:lnTo>
                  <a:pt x="1407" y="940"/>
                </a:lnTo>
                <a:lnTo>
                  <a:pt x="1407" y="941"/>
                </a:lnTo>
                <a:lnTo>
                  <a:pt x="1408" y="942"/>
                </a:lnTo>
                <a:lnTo>
                  <a:pt x="1407" y="942"/>
                </a:lnTo>
                <a:lnTo>
                  <a:pt x="1407" y="943"/>
                </a:lnTo>
                <a:lnTo>
                  <a:pt x="1406" y="943"/>
                </a:lnTo>
                <a:lnTo>
                  <a:pt x="1406" y="944"/>
                </a:lnTo>
                <a:lnTo>
                  <a:pt x="1407" y="944"/>
                </a:lnTo>
                <a:lnTo>
                  <a:pt x="1407" y="945"/>
                </a:lnTo>
                <a:lnTo>
                  <a:pt x="1407" y="946"/>
                </a:lnTo>
                <a:lnTo>
                  <a:pt x="1406" y="946"/>
                </a:lnTo>
                <a:lnTo>
                  <a:pt x="1407" y="947"/>
                </a:lnTo>
                <a:lnTo>
                  <a:pt x="1407" y="948"/>
                </a:lnTo>
                <a:lnTo>
                  <a:pt x="1406" y="947"/>
                </a:lnTo>
                <a:lnTo>
                  <a:pt x="1406" y="948"/>
                </a:lnTo>
                <a:lnTo>
                  <a:pt x="1406" y="949"/>
                </a:lnTo>
                <a:lnTo>
                  <a:pt x="1407" y="949"/>
                </a:lnTo>
                <a:lnTo>
                  <a:pt x="1407" y="950"/>
                </a:lnTo>
                <a:lnTo>
                  <a:pt x="1406" y="950"/>
                </a:lnTo>
                <a:lnTo>
                  <a:pt x="1406" y="951"/>
                </a:lnTo>
                <a:lnTo>
                  <a:pt x="1405" y="952"/>
                </a:lnTo>
                <a:lnTo>
                  <a:pt x="1406" y="952"/>
                </a:lnTo>
                <a:lnTo>
                  <a:pt x="1407" y="952"/>
                </a:lnTo>
                <a:lnTo>
                  <a:pt x="1406" y="953"/>
                </a:lnTo>
                <a:lnTo>
                  <a:pt x="1405" y="953"/>
                </a:lnTo>
                <a:lnTo>
                  <a:pt x="1405" y="954"/>
                </a:lnTo>
                <a:lnTo>
                  <a:pt x="1406" y="954"/>
                </a:lnTo>
                <a:lnTo>
                  <a:pt x="1406" y="955"/>
                </a:lnTo>
                <a:lnTo>
                  <a:pt x="1405" y="955"/>
                </a:lnTo>
                <a:lnTo>
                  <a:pt x="1404" y="955"/>
                </a:lnTo>
                <a:lnTo>
                  <a:pt x="1404" y="956"/>
                </a:lnTo>
                <a:lnTo>
                  <a:pt x="1405" y="956"/>
                </a:lnTo>
                <a:lnTo>
                  <a:pt x="1405" y="955"/>
                </a:lnTo>
                <a:lnTo>
                  <a:pt x="1405" y="956"/>
                </a:lnTo>
                <a:lnTo>
                  <a:pt x="1405" y="957"/>
                </a:lnTo>
                <a:lnTo>
                  <a:pt x="1406" y="957"/>
                </a:lnTo>
                <a:lnTo>
                  <a:pt x="1406" y="958"/>
                </a:lnTo>
                <a:lnTo>
                  <a:pt x="1405" y="958"/>
                </a:lnTo>
                <a:lnTo>
                  <a:pt x="1405" y="959"/>
                </a:lnTo>
                <a:lnTo>
                  <a:pt x="1406" y="959"/>
                </a:lnTo>
                <a:lnTo>
                  <a:pt x="1406" y="958"/>
                </a:lnTo>
                <a:lnTo>
                  <a:pt x="1406" y="959"/>
                </a:lnTo>
                <a:lnTo>
                  <a:pt x="1407" y="959"/>
                </a:lnTo>
                <a:lnTo>
                  <a:pt x="1407" y="960"/>
                </a:lnTo>
                <a:lnTo>
                  <a:pt x="1406" y="959"/>
                </a:lnTo>
                <a:lnTo>
                  <a:pt x="1406" y="960"/>
                </a:lnTo>
                <a:lnTo>
                  <a:pt x="1406" y="962"/>
                </a:lnTo>
                <a:lnTo>
                  <a:pt x="1407" y="962"/>
                </a:lnTo>
                <a:lnTo>
                  <a:pt x="1407" y="963"/>
                </a:lnTo>
                <a:lnTo>
                  <a:pt x="1407" y="964"/>
                </a:lnTo>
                <a:lnTo>
                  <a:pt x="1406" y="963"/>
                </a:lnTo>
                <a:lnTo>
                  <a:pt x="1406" y="964"/>
                </a:lnTo>
                <a:lnTo>
                  <a:pt x="1406" y="965"/>
                </a:lnTo>
                <a:lnTo>
                  <a:pt x="1405" y="965"/>
                </a:lnTo>
                <a:lnTo>
                  <a:pt x="1406" y="965"/>
                </a:lnTo>
                <a:lnTo>
                  <a:pt x="1406" y="966"/>
                </a:lnTo>
                <a:lnTo>
                  <a:pt x="1405" y="967"/>
                </a:lnTo>
                <a:lnTo>
                  <a:pt x="1406" y="968"/>
                </a:lnTo>
                <a:lnTo>
                  <a:pt x="1407" y="968"/>
                </a:lnTo>
                <a:lnTo>
                  <a:pt x="1407" y="969"/>
                </a:lnTo>
                <a:lnTo>
                  <a:pt x="1406" y="970"/>
                </a:lnTo>
                <a:lnTo>
                  <a:pt x="1407" y="970"/>
                </a:lnTo>
                <a:lnTo>
                  <a:pt x="1407" y="971"/>
                </a:lnTo>
                <a:lnTo>
                  <a:pt x="1406" y="971"/>
                </a:lnTo>
                <a:lnTo>
                  <a:pt x="1406" y="970"/>
                </a:lnTo>
                <a:lnTo>
                  <a:pt x="1406" y="971"/>
                </a:lnTo>
                <a:lnTo>
                  <a:pt x="1405" y="971"/>
                </a:lnTo>
                <a:lnTo>
                  <a:pt x="1405" y="972"/>
                </a:lnTo>
                <a:lnTo>
                  <a:pt x="1406" y="973"/>
                </a:lnTo>
                <a:lnTo>
                  <a:pt x="1407" y="973"/>
                </a:lnTo>
                <a:lnTo>
                  <a:pt x="1406" y="974"/>
                </a:lnTo>
                <a:lnTo>
                  <a:pt x="1407" y="974"/>
                </a:lnTo>
                <a:lnTo>
                  <a:pt x="1407" y="975"/>
                </a:lnTo>
                <a:lnTo>
                  <a:pt x="1406" y="976"/>
                </a:lnTo>
                <a:lnTo>
                  <a:pt x="1407" y="976"/>
                </a:lnTo>
                <a:lnTo>
                  <a:pt x="1407" y="977"/>
                </a:lnTo>
                <a:lnTo>
                  <a:pt x="1406" y="977"/>
                </a:lnTo>
                <a:lnTo>
                  <a:pt x="1406" y="978"/>
                </a:lnTo>
                <a:lnTo>
                  <a:pt x="1407" y="978"/>
                </a:lnTo>
                <a:lnTo>
                  <a:pt x="1407" y="979"/>
                </a:lnTo>
                <a:lnTo>
                  <a:pt x="1406" y="979"/>
                </a:lnTo>
                <a:lnTo>
                  <a:pt x="1407" y="979"/>
                </a:lnTo>
                <a:lnTo>
                  <a:pt x="1407" y="980"/>
                </a:lnTo>
                <a:lnTo>
                  <a:pt x="1407" y="979"/>
                </a:lnTo>
                <a:lnTo>
                  <a:pt x="1408" y="978"/>
                </a:lnTo>
                <a:lnTo>
                  <a:pt x="1408" y="979"/>
                </a:lnTo>
                <a:lnTo>
                  <a:pt x="1408" y="980"/>
                </a:lnTo>
                <a:lnTo>
                  <a:pt x="1407" y="980"/>
                </a:lnTo>
                <a:lnTo>
                  <a:pt x="1407" y="981"/>
                </a:lnTo>
                <a:lnTo>
                  <a:pt x="1407" y="982"/>
                </a:lnTo>
                <a:lnTo>
                  <a:pt x="1407" y="983"/>
                </a:lnTo>
                <a:lnTo>
                  <a:pt x="1408" y="983"/>
                </a:lnTo>
                <a:lnTo>
                  <a:pt x="1408" y="982"/>
                </a:lnTo>
                <a:lnTo>
                  <a:pt x="1408" y="981"/>
                </a:lnTo>
                <a:lnTo>
                  <a:pt x="1408" y="982"/>
                </a:lnTo>
                <a:lnTo>
                  <a:pt x="1409" y="982"/>
                </a:lnTo>
                <a:lnTo>
                  <a:pt x="1408" y="982"/>
                </a:lnTo>
                <a:lnTo>
                  <a:pt x="1409" y="982"/>
                </a:lnTo>
                <a:lnTo>
                  <a:pt x="1409" y="983"/>
                </a:lnTo>
                <a:lnTo>
                  <a:pt x="1408" y="983"/>
                </a:lnTo>
                <a:lnTo>
                  <a:pt x="1407" y="983"/>
                </a:lnTo>
                <a:lnTo>
                  <a:pt x="1408" y="983"/>
                </a:lnTo>
                <a:lnTo>
                  <a:pt x="1408" y="984"/>
                </a:lnTo>
                <a:lnTo>
                  <a:pt x="1408" y="983"/>
                </a:lnTo>
                <a:lnTo>
                  <a:pt x="1409" y="983"/>
                </a:lnTo>
                <a:lnTo>
                  <a:pt x="1409" y="984"/>
                </a:lnTo>
                <a:lnTo>
                  <a:pt x="1409" y="985"/>
                </a:lnTo>
                <a:lnTo>
                  <a:pt x="1410" y="985"/>
                </a:lnTo>
                <a:lnTo>
                  <a:pt x="1410" y="984"/>
                </a:lnTo>
                <a:lnTo>
                  <a:pt x="1410" y="985"/>
                </a:lnTo>
                <a:lnTo>
                  <a:pt x="1410" y="986"/>
                </a:lnTo>
                <a:lnTo>
                  <a:pt x="1410" y="985"/>
                </a:lnTo>
                <a:lnTo>
                  <a:pt x="1411" y="985"/>
                </a:lnTo>
                <a:lnTo>
                  <a:pt x="1411" y="986"/>
                </a:lnTo>
                <a:lnTo>
                  <a:pt x="1412" y="986"/>
                </a:lnTo>
                <a:lnTo>
                  <a:pt x="1411" y="986"/>
                </a:lnTo>
                <a:lnTo>
                  <a:pt x="1411" y="987"/>
                </a:lnTo>
                <a:lnTo>
                  <a:pt x="1412" y="987"/>
                </a:lnTo>
                <a:lnTo>
                  <a:pt x="1412" y="988"/>
                </a:lnTo>
                <a:lnTo>
                  <a:pt x="1413" y="988"/>
                </a:lnTo>
                <a:lnTo>
                  <a:pt x="1413" y="989"/>
                </a:lnTo>
                <a:lnTo>
                  <a:pt x="1412" y="989"/>
                </a:lnTo>
                <a:lnTo>
                  <a:pt x="1413" y="989"/>
                </a:lnTo>
                <a:lnTo>
                  <a:pt x="1413" y="990"/>
                </a:lnTo>
                <a:lnTo>
                  <a:pt x="1414" y="990"/>
                </a:lnTo>
                <a:lnTo>
                  <a:pt x="1414" y="991"/>
                </a:lnTo>
                <a:lnTo>
                  <a:pt x="1414" y="992"/>
                </a:lnTo>
                <a:lnTo>
                  <a:pt x="1415" y="992"/>
                </a:lnTo>
                <a:lnTo>
                  <a:pt x="1414" y="992"/>
                </a:lnTo>
                <a:lnTo>
                  <a:pt x="1414" y="993"/>
                </a:lnTo>
                <a:lnTo>
                  <a:pt x="1414" y="994"/>
                </a:lnTo>
                <a:lnTo>
                  <a:pt x="1415" y="994"/>
                </a:lnTo>
                <a:lnTo>
                  <a:pt x="1415" y="995"/>
                </a:lnTo>
                <a:lnTo>
                  <a:pt x="1416" y="995"/>
                </a:lnTo>
                <a:lnTo>
                  <a:pt x="1416" y="996"/>
                </a:lnTo>
                <a:lnTo>
                  <a:pt x="1416" y="995"/>
                </a:lnTo>
                <a:lnTo>
                  <a:pt x="1416" y="996"/>
                </a:lnTo>
                <a:lnTo>
                  <a:pt x="1415" y="996"/>
                </a:lnTo>
                <a:lnTo>
                  <a:pt x="1415" y="997"/>
                </a:lnTo>
                <a:lnTo>
                  <a:pt x="1415" y="998"/>
                </a:lnTo>
                <a:lnTo>
                  <a:pt x="1416" y="998"/>
                </a:lnTo>
                <a:lnTo>
                  <a:pt x="1416" y="997"/>
                </a:lnTo>
                <a:lnTo>
                  <a:pt x="1415" y="997"/>
                </a:lnTo>
                <a:lnTo>
                  <a:pt x="1416" y="997"/>
                </a:lnTo>
                <a:lnTo>
                  <a:pt x="1417" y="997"/>
                </a:lnTo>
                <a:lnTo>
                  <a:pt x="1416" y="997"/>
                </a:lnTo>
                <a:lnTo>
                  <a:pt x="1416" y="998"/>
                </a:lnTo>
                <a:lnTo>
                  <a:pt x="1417" y="998"/>
                </a:lnTo>
                <a:lnTo>
                  <a:pt x="1417" y="999"/>
                </a:lnTo>
                <a:lnTo>
                  <a:pt x="1416" y="1000"/>
                </a:lnTo>
                <a:lnTo>
                  <a:pt x="1416" y="999"/>
                </a:lnTo>
                <a:lnTo>
                  <a:pt x="1415" y="999"/>
                </a:lnTo>
                <a:lnTo>
                  <a:pt x="1415" y="1000"/>
                </a:lnTo>
                <a:lnTo>
                  <a:pt x="1415" y="999"/>
                </a:lnTo>
                <a:lnTo>
                  <a:pt x="1415" y="1000"/>
                </a:lnTo>
                <a:lnTo>
                  <a:pt x="1414" y="1000"/>
                </a:lnTo>
                <a:lnTo>
                  <a:pt x="1414" y="1001"/>
                </a:lnTo>
                <a:lnTo>
                  <a:pt x="1414" y="1002"/>
                </a:lnTo>
                <a:lnTo>
                  <a:pt x="1413" y="1002"/>
                </a:lnTo>
                <a:lnTo>
                  <a:pt x="1414" y="1002"/>
                </a:lnTo>
                <a:lnTo>
                  <a:pt x="1414" y="1003"/>
                </a:lnTo>
                <a:lnTo>
                  <a:pt x="1413" y="1003"/>
                </a:lnTo>
                <a:lnTo>
                  <a:pt x="1413" y="1004"/>
                </a:lnTo>
                <a:lnTo>
                  <a:pt x="1413" y="1005"/>
                </a:lnTo>
                <a:lnTo>
                  <a:pt x="1412" y="1005"/>
                </a:lnTo>
                <a:lnTo>
                  <a:pt x="1411" y="1005"/>
                </a:lnTo>
                <a:lnTo>
                  <a:pt x="1411" y="1006"/>
                </a:lnTo>
                <a:lnTo>
                  <a:pt x="1411" y="1007"/>
                </a:lnTo>
                <a:lnTo>
                  <a:pt x="1412" y="1007"/>
                </a:lnTo>
                <a:lnTo>
                  <a:pt x="1411" y="1007"/>
                </a:lnTo>
                <a:lnTo>
                  <a:pt x="1410" y="1008"/>
                </a:lnTo>
                <a:lnTo>
                  <a:pt x="1411" y="1008"/>
                </a:lnTo>
                <a:lnTo>
                  <a:pt x="1410" y="1008"/>
                </a:lnTo>
                <a:lnTo>
                  <a:pt x="1410" y="1009"/>
                </a:lnTo>
                <a:lnTo>
                  <a:pt x="1409" y="1010"/>
                </a:lnTo>
                <a:lnTo>
                  <a:pt x="1409" y="1011"/>
                </a:lnTo>
                <a:lnTo>
                  <a:pt x="1409" y="1010"/>
                </a:lnTo>
                <a:lnTo>
                  <a:pt x="1410" y="1010"/>
                </a:lnTo>
                <a:lnTo>
                  <a:pt x="1410" y="1011"/>
                </a:lnTo>
                <a:lnTo>
                  <a:pt x="1409" y="1011"/>
                </a:lnTo>
                <a:lnTo>
                  <a:pt x="1409" y="1012"/>
                </a:lnTo>
                <a:lnTo>
                  <a:pt x="1410" y="1012"/>
                </a:lnTo>
                <a:lnTo>
                  <a:pt x="1410" y="1013"/>
                </a:lnTo>
                <a:lnTo>
                  <a:pt x="1409" y="1012"/>
                </a:lnTo>
                <a:lnTo>
                  <a:pt x="1408" y="1013"/>
                </a:lnTo>
                <a:lnTo>
                  <a:pt x="1408" y="1014"/>
                </a:lnTo>
                <a:lnTo>
                  <a:pt x="1407" y="1014"/>
                </a:lnTo>
                <a:lnTo>
                  <a:pt x="1407" y="1015"/>
                </a:lnTo>
                <a:lnTo>
                  <a:pt x="1407" y="1016"/>
                </a:lnTo>
                <a:lnTo>
                  <a:pt x="1406" y="1016"/>
                </a:lnTo>
                <a:lnTo>
                  <a:pt x="1406" y="1015"/>
                </a:lnTo>
                <a:lnTo>
                  <a:pt x="1406" y="1016"/>
                </a:lnTo>
                <a:lnTo>
                  <a:pt x="1405" y="1016"/>
                </a:lnTo>
                <a:lnTo>
                  <a:pt x="1405" y="1017"/>
                </a:lnTo>
                <a:lnTo>
                  <a:pt x="1405" y="1018"/>
                </a:lnTo>
                <a:lnTo>
                  <a:pt x="1405" y="1019"/>
                </a:lnTo>
                <a:lnTo>
                  <a:pt x="1404" y="1019"/>
                </a:lnTo>
                <a:lnTo>
                  <a:pt x="1404" y="1018"/>
                </a:lnTo>
                <a:lnTo>
                  <a:pt x="1403" y="1018"/>
                </a:lnTo>
                <a:lnTo>
                  <a:pt x="1403" y="1019"/>
                </a:lnTo>
                <a:lnTo>
                  <a:pt x="1403" y="1020"/>
                </a:lnTo>
                <a:lnTo>
                  <a:pt x="1402" y="1020"/>
                </a:lnTo>
                <a:lnTo>
                  <a:pt x="1401" y="1020"/>
                </a:lnTo>
                <a:lnTo>
                  <a:pt x="1402" y="1019"/>
                </a:lnTo>
                <a:lnTo>
                  <a:pt x="1401" y="1019"/>
                </a:lnTo>
                <a:lnTo>
                  <a:pt x="1401" y="1018"/>
                </a:lnTo>
                <a:lnTo>
                  <a:pt x="1401" y="1019"/>
                </a:lnTo>
                <a:lnTo>
                  <a:pt x="1400" y="1019"/>
                </a:lnTo>
                <a:lnTo>
                  <a:pt x="1399" y="1019"/>
                </a:lnTo>
                <a:lnTo>
                  <a:pt x="1398" y="1019"/>
                </a:lnTo>
                <a:lnTo>
                  <a:pt x="1397" y="1019"/>
                </a:lnTo>
                <a:lnTo>
                  <a:pt x="1397" y="1018"/>
                </a:lnTo>
                <a:lnTo>
                  <a:pt x="1396" y="1019"/>
                </a:lnTo>
                <a:lnTo>
                  <a:pt x="1395" y="1019"/>
                </a:lnTo>
                <a:lnTo>
                  <a:pt x="1395" y="1018"/>
                </a:lnTo>
                <a:lnTo>
                  <a:pt x="1394" y="1018"/>
                </a:lnTo>
                <a:lnTo>
                  <a:pt x="1395" y="1018"/>
                </a:lnTo>
                <a:lnTo>
                  <a:pt x="1394" y="1018"/>
                </a:lnTo>
                <a:lnTo>
                  <a:pt x="1393" y="1017"/>
                </a:lnTo>
                <a:lnTo>
                  <a:pt x="1392" y="1017"/>
                </a:lnTo>
                <a:lnTo>
                  <a:pt x="1392" y="1016"/>
                </a:lnTo>
                <a:lnTo>
                  <a:pt x="1392" y="1017"/>
                </a:lnTo>
                <a:lnTo>
                  <a:pt x="1391" y="1017"/>
                </a:lnTo>
                <a:lnTo>
                  <a:pt x="1297" y="1013"/>
                </a:lnTo>
                <a:lnTo>
                  <a:pt x="1296" y="1013"/>
                </a:lnTo>
                <a:lnTo>
                  <a:pt x="1295" y="1012"/>
                </a:lnTo>
                <a:lnTo>
                  <a:pt x="1294" y="1011"/>
                </a:lnTo>
                <a:lnTo>
                  <a:pt x="1293" y="1011"/>
                </a:lnTo>
                <a:lnTo>
                  <a:pt x="1292" y="1011"/>
                </a:lnTo>
                <a:lnTo>
                  <a:pt x="1291" y="1011"/>
                </a:lnTo>
                <a:lnTo>
                  <a:pt x="1290" y="1011"/>
                </a:lnTo>
                <a:lnTo>
                  <a:pt x="1289" y="1011"/>
                </a:lnTo>
                <a:lnTo>
                  <a:pt x="1288" y="1011"/>
                </a:lnTo>
                <a:lnTo>
                  <a:pt x="1287" y="1010"/>
                </a:lnTo>
                <a:lnTo>
                  <a:pt x="1286" y="1007"/>
                </a:lnTo>
                <a:lnTo>
                  <a:pt x="1285" y="1005"/>
                </a:lnTo>
                <a:lnTo>
                  <a:pt x="1284" y="1004"/>
                </a:lnTo>
                <a:lnTo>
                  <a:pt x="1284" y="1003"/>
                </a:lnTo>
                <a:lnTo>
                  <a:pt x="1281" y="1004"/>
                </a:lnTo>
                <a:lnTo>
                  <a:pt x="1280" y="1004"/>
                </a:lnTo>
                <a:lnTo>
                  <a:pt x="1279" y="1004"/>
                </a:lnTo>
                <a:lnTo>
                  <a:pt x="1279" y="1006"/>
                </a:lnTo>
                <a:lnTo>
                  <a:pt x="1278" y="1008"/>
                </a:lnTo>
                <a:lnTo>
                  <a:pt x="1277" y="1009"/>
                </a:lnTo>
                <a:lnTo>
                  <a:pt x="1276" y="1009"/>
                </a:lnTo>
                <a:lnTo>
                  <a:pt x="1276" y="1010"/>
                </a:lnTo>
                <a:lnTo>
                  <a:pt x="1277" y="1012"/>
                </a:lnTo>
                <a:lnTo>
                  <a:pt x="1276" y="1013"/>
                </a:lnTo>
                <a:lnTo>
                  <a:pt x="1275" y="1016"/>
                </a:lnTo>
                <a:lnTo>
                  <a:pt x="1275" y="1017"/>
                </a:lnTo>
                <a:lnTo>
                  <a:pt x="1274" y="1019"/>
                </a:lnTo>
                <a:lnTo>
                  <a:pt x="1274" y="1021"/>
                </a:lnTo>
                <a:lnTo>
                  <a:pt x="1274" y="1022"/>
                </a:lnTo>
                <a:lnTo>
                  <a:pt x="1275" y="1023"/>
                </a:lnTo>
                <a:lnTo>
                  <a:pt x="1275" y="1024"/>
                </a:lnTo>
                <a:lnTo>
                  <a:pt x="1275" y="1025"/>
                </a:lnTo>
                <a:lnTo>
                  <a:pt x="1276" y="1025"/>
                </a:lnTo>
                <a:lnTo>
                  <a:pt x="1275" y="1025"/>
                </a:lnTo>
                <a:lnTo>
                  <a:pt x="1275" y="1026"/>
                </a:lnTo>
                <a:lnTo>
                  <a:pt x="1274" y="1026"/>
                </a:lnTo>
                <a:lnTo>
                  <a:pt x="1273" y="1026"/>
                </a:lnTo>
                <a:lnTo>
                  <a:pt x="1272" y="1026"/>
                </a:lnTo>
                <a:lnTo>
                  <a:pt x="1271" y="1025"/>
                </a:lnTo>
                <a:lnTo>
                  <a:pt x="1269" y="1025"/>
                </a:lnTo>
                <a:lnTo>
                  <a:pt x="1268" y="1025"/>
                </a:lnTo>
                <a:lnTo>
                  <a:pt x="1266" y="1026"/>
                </a:lnTo>
                <a:lnTo>
                  <a:pt x="1266" y="1027"/>
                </a:lnTo>
                <a:lnTo>
                  <a:pt x="1265" y="1027"/>
                </a:lnTo>
                <a:lnTo>
                  <a:pt x="1264" y="1028"/>
                </a:lnTo>
                <a:lnTo>
                  <a:pt x="1263" y="1028"/>
                </a:lnTo>
                <a:lnTo>
                  <a:pt x="1263" y="1029"/>
                </a:lnTo>
                <a:lnTo>
                  <a:pt x="1263" y="1032"/>
                </a:lnTo>
                <a:lnTo>
                  <a:pt x="1262" y="1034"/>
                </a:lnTo>
                <a:lnTo>
                  <a:pt x="1262" y="1037"/>
                </a:lnTo>
                <a:lnTo>
                  <a:pt x="1263" y="1038"/>
                </a:lnTo>
                <a:lnTo>
                  <a:pt x="1265" y="1038"/>
                </a:lnTo>
                <a:lnTo>
                  <a:pt x="1268" y="1038"/>
                </a:lnTo>
                <a:lnTo>
                  <a:pt x="1268" y="1039"/>
                </a:lnTo>
                <a:lnTo>
                  <a:pt x="1268" y="1040"/>
                </a:lnTo>
                <a:lnTo>
                  <a:pt x="1269" y="1041"/>
                </a:lnTo>
                <a:lnTo>
                  <a:pt x="1269" y="1042"/>
                </a:lnTo>
                <a:lnTo>
                  <a:pt x="1269" y="1043"/>
                </a:lnTo>
                <a:lnTo>
                  <a:pt x="1266" y="1045"/>
                </a:lnTo>
                <a:lnTo>
                  <a:pt x="1264" y="1048"/>
                </a:lnTo>
                <a:lnTo>
                  <a:pt x="1263" y="1050"/>
                </a:lnTo>
                <a:lnTo>
                  <a:pt x="1263" y="1052"/>
                </a:lnTo>
                <a:lnTo>
                  <a:pt x="1262" y="1053"/>
                </a:lnTo>
                <a:lnTo>
                  <a:pt x="1260" y="1056"/>
                </a:lnTo>
                <a:lnTo>
                  <a:pt x="1259" y="1056"/>
                </a:lnTo>
                <a:lnTo>
                  <a:pt x="1259" y="1058"/>
                </a:lnTo>
                <a:lnTo>
                  <a:pt x="1258" y="1058"/>
                </a:lnTo>
                <a:lnTo>
                  <a:pt x="1258" y="1060"/>
                </a:lnTo>
                <a:lnTo>
                  <a:pt x="1257" y="1061"/>
                </a:lnTo>
                <a:lnTo>
                  <a:pt x="1256" y="1062"/>
                </a:lnTo>
                <a:lnTo>
                  <a:pt x="1255" y="1062"/>
                </a:lnTo>
                <a:lnTo>
                  <a:pt x="1254" y="1063"/>
                </a:lnTo>
                <a:lnTo>
                  <a:pt x="1254" y="1064"/>
                </a:lnTo>
                <a:lnTo>
                  <a:pt x="1253" y="1065"/>
                </a:lnTo>
                <a:lnTo>
                  <a:pt x="1252" y="1065"/>
                </a:lnTo>
                <a:lnTo>
                  <a:pt x="1252" y="1066"/>
                </a:lnTo>
                <a:lnTo>
                  <a:pt x="1252" y="1067"/>
                </a:lnTo>
                <a:lnTo>
                  <a:pt x="1253" y="1067"/>
                </a:lnTo>
                <a:lnTo>
                  <a:pt x="1253" y="1068"/>
                </a:lnTo>
                <a:lnTo>
                  <a:pt x="1254" y="1068"/>
                </a:lnTo>
                <a:lnTo>
                  <a:pt x="1255" y="1069"/>
                </a:lnTo>
                <a:lnTo>
                  <a:pt x="1254" y="1070"/>
                </a:lnTo>
                <a:lnTo>
                  <a:pt x="1252" y="1071"/>
                </a:lnTo>
                <a:lnTo>
                  <a:pt x="1251" y="1071"/>
                </a:lnTo>
                <a:lnTo>
                  <a:pt x="1250" y="1071"/>
                </a:lnTo>
                <a:lnTo>
                  <a:pt x="1248" y="1071"/>
                </a:lnTo>
                <a:lnTo>
                  <a:pt x="1247" y="1070"/>
                </a:lnTo>
                <a:lnTo>
                  <a:pt x="1245" y="1070"/>
                </a:lnTo>
                <a:lnTo>
                  <a:pt x="1244" y="1070"/>
                </a:lnTo>
                <a:lnTo>
                  <a:pt x="1243" y="1070"/>
                </a:lnTo>
                <a:lnTo>
                  <a:pt x="1242" y="1071"/>
                </a:lnTo>
                <a:lnTo>
                  <a:pt x="1240" y="1071"/>
                </a:lnTo>
                <a:lnTo>
                  <a:pt x="1239" y="1070"/>
                </a:lnTo>
                <a:lnTo>
                  <a:pt x="1239" y="1071"/>
                </a:lnTo>
                <a:lnTo>
                  <a:pt x="1239" y="1072"/>
                </a:lnTo>
                <a:lnTo>
                  <a:pt x="1238" y="1073"/>
                </a:lnTo>
                <a:lnTo>
                  <a:pt x="1237" y="1075"/>
                </a:lnTo>
                <a:lnTo>
                  <a:pt x="1236" y="1076"/>
                </a:lnTo>
                <a:lnTo>
                  <a:pt x="1235" y="1076"/>
                </a:lnTo>
                <a:lnTo>
                  <a:pt x="1235" y="1079"/>
                </a:lnTo>
                <a:lnTo>
                  <a:pt x="1235" y="1080"/>
                </a:lnTo>
                <a:lnTo>
                  <a:pt x="1235" y="1081"/>
                </a:lnTo>
                <a:lnTo>
                  <a:pt x="1234" y="1082"/>
                </a:lnTo>
                <a:lnTo>
                  <a:pt x="1233" y="1083"/>
                </a:lnTo>
                <a:lnTo>
                  <a:pt x="1232" y="1082"/>
                </a:lnTo>
                <a:lnTo>
                  <a:pt x="1231" y="1082"/>
                </a:lnTo>
                <a:lnTo>
                  <a:pt x="1230" y="1083"/>
                </a:lnTo>
                <a:lnTo>
                  <a:pt x="1230" y="1084"/>
                </a:lnTo>
                <a:lnTo>
                  <a:pt x="1229" y="1084"/>
                </a:lnTo>
                <a:lnTo>
                  <a:pt x="1227" y="1085"/>
                </a:lnTo>
                <a:lnTo>
                  <a:pt x="1226" y="1084"/>
                </a:lnTo>
                <a:lnTo>
                  <a:pt x="1225" y="1084"/>
                </a:lnTo>
                <a:lnTo>
                  <a:pt x="1224" y="1083"/>
                </a:lnTo>
                <a:lnTo>
                  <a:pt x="1223" y="1084"/>
                </a:lnTo>
                <a:lnTo>
                  <a:pt x="1222" y="1084"/>
                </a:lnTo>
                <a:lnTo>
                  <a:pt x="1220" y="1083"/>
                </a:lnTo>
                <a:lnTo>
                  <a:pt x="1219" y="1083"/>
                </a:lnTo>
                <a:lnTo>
                  <a:pt x="1218" y="1084"/>
                </a:lnTo>
                <a:lnTo>
                  <a:pt x="1218" y="1085"/>
                </a:lnTo>
                <a:lnTo>
                  <a:pt x="1216" y="1085"/>
                </a:lnTo>
                <a:lnTo>
                  <a:pt x="1215" y="1086"/>
                </a:lnTo>
                <a:lnTo>
                  <a:pt x="1214" y="1087"/>
                </a:lnTo>
                <a:lnTo>
                  <a:pt x="1214" y="1088"/>
                </a:lnTo>
                <a:lnTo>
                  <a:pt x="1214" y="1089"/>
                </a:lnTo>
                <a:lnTo>
                  <a:pt x="1215" y="1090"/>
                </a:lnTo>
                <a:lnTo>
                  <a:pt x="1216" y="1091"/>
                </a:lnTo>
                <a:lnTo>
                  <a:pt x="1217" y="1092"/>
                </a:lnTo>
                <a:lnTo>
                  <a:pt x="1216" y="1092"/>
                </a:lnTo>
                <a:lnTo>
                  <a:pt x="1216" y="1093"/>
                </a:lnTo>
                <a:lnTo>
                  <a:pt x="1215" y="1093"/>
                </a:lnTo>
                <a:lnTo>
                  <a:pt x="1214" y="1095"/>
                </a:lnTo>
                <a:lnTo>
                  <a:pt x="1212" y="1096"/>
                </a:lnTo>
                <a:lnTo>
                  <a:pt x="1211" y="1096"/>
                </a:lnTo>
                <a:lnTo>
                  <a:pt x="1210" y="1096"/>
                </a:lnTo>
                <a:lnTo>
                  <a:pt x="1210" y="1097"/>
                </a:lnTo>
                <a:lnTo>
                  <a:pt x="1209" y="1098"/>
                </a:lnTo>
                <a:lnTo>
                  <a:pt x="1207" y="1098"/>
                </a:lnTo>
                <a:lnTo>
                  <a:pt x="1206" y="1099"/>
                </a:lnTo>
                <a:lnTo>
                  <a:pt x="1205" y="1099"/>
                </a:lnTo>
                <a:lnTo>
                  <a:pt x="1205" y="1101"/>
                </a:lnTo>
                <a:lnTo>
                  <a:pt x="1204" y="1102"/>
                </a:lnTo>
                <a:lnTo>
                  <a:pt x="1204" y="1103"/>
                </a:lnTo>
                <a:lnTo>
                  <a:pt x="1205" y="1104"/>
                </a:lnTo>
                <a:lnTo>
                  <a:pt x="1206" y="1106"/>
                </a:lnTo>
                <a:lnTo>
                  <a:pt x="1207" y="1106"/>
                </a:lnTo>
                <a:lnTo>
                  <a:pt x="1208" y="1105"/>
                </a:lnTo>
                <a:lnTo>
                  <a:pt x="1209" y="1105"/>
                </a:lnTo>
                <a:lnTo>
                  <a:pt x="1209" y="1106"/>
                </a:lnTo>
                <a:lnTo>
                  <a:pt x="1210" y="1106"/>
                </a:lnTo>
                <a:lnTo>
                  <a:pt x="1211" y="1106"/>
                </a:lnTo>
                <a:lnTo>
                  <a:pt x="1211" y="1107"/>
                </a:lnTo>
                <a:lnTo>
                  <a:pt x="1212" y="1107"/>
                </a:lnTo>
                <a:lnTo>
                  <a:pt x="1212" y="1108"/>
                </a:lnTo>
                <a:lnTo>
                  <a:pt x="1212" y="1110"/>
                </a:lnTo>
                <a:lnTo>
                  <a:pt x="1213" y="1111"/>
                </a:lnTo>
                <a:lnTo>
                  <a:pt x="1214" y="1110"/>
                </a:lnTo>
                <a:lnTo>
                  <a:pt x="1215" y="1110"/>
                </a:lnTo>
                <a:lnTo>
                  <a:pt x="1217" y="1109"/>
                </a:lnTo>
                <a:lnTo>
                  <a:pt x="1218" y="1112"/>
                </a:lnTo>
                <a:lnTo>
                  <a:pt x="1220" y="1113"/>
                </a:lnTo>
                <a:lnTo>
                  <a:pt x="1222" y="1114"/>
                </a:lnTo>
                <a:lnTo>
                  <a:pt x="1223" y="1118"/>
                </a:lnTo>
                <a:lnTo>
                  <a:pt x="1224" y="1119"/>
                </a:lnTo>
                <a:lnTo>
                  <a:pt x="1225" y="1118"/>
                </a:lnTo>
                <a:lnTo>
                  <a:pt x="1234" y="1136"/>
                </a:lnTo>
                <a:lnTo>
                  <a:pt x="1237" y="1143"/>
                </a:lnTo>
                <a:lnTo>
                  <a:pt x="1254" y="1175"/>
                </a:lnTo>
                <a:lnTo>
                  <a:pt x="1273" y="1210"/>
                </a:lnTo>
                <a:lnTo>
                  <a:pt x="1271" y="1211"/>
                </a:lnTo>
                <a:lnTo>
                  <a:pt x="1271" y="1212"/>
                </a:lnTo>
                <a:lnTo>
                  <a:pt x="1271" y="1213"/>
                </a:lnTo>
                <a:lnTo>
                  <a:pt x="1270" y="1213"/>
                </a:lnTo>
                <a:lnTo>
                  <a:pt x="1269" y="1213"/>
                </a:lnTo>
                <a:lnTo>
                  <a:pt x="1269" y="1214"/>
                </a:lnTo>
                <a:lnTo>
                  <a:pt x="1269" y="1218"/>
                </a:lnTo>
                <a:lnTo>
                  <a:pt x="1269" y="1219"/>
                </a:lnTo>
                <a:lnTo>
                  <a:pt x="1270" y="1219"/>
                </a:lnTo>
                <a:lnTo>
                  <a:pt x="1270" y="1220"/>
                </a:lnTo>
                <a:lnTo>
                  <a:pt x="1269" y="1220"/>
                </a:lnTo>
                <a:lnTo>
                  <a:pt x="1269" y="1221"/>
                </a:lnTo>
                <a:lnTo>
                  <a:pt x="1270" y="1222"/>
                </a:lnTo>
                <a:lnTo>
                  <a:pt x="1270" y="1223"/>
                </a:lnTo>
                <a:lnTo>
                  <a:pt x="1269" y="1223"/>
                </a:lnTo>
                <a:lnTo>
                  <a:pt x="1269" y="1224"/>
                </a:lnTo>
                <a:lnTo>
                  <a:pt x="1270" y="1224"/>
                </a:lnTo>
                <a:lnTo>
                  <a:pt x="1270" y="1225"/>
                </a:lnTo>
                <a:lnTo>
                  <a:pt x="1270" y="1226"/>
                </a:lnTo>
                <a:lnTo>
                  <a:pt x="1271" y="1226"/>
                </a:lnTo>
                <a:lnTo>
                  <a:pt x="1272" y="1226"/>
                </a:lnTo>
                <a:lnTo>
                  <a:pt x="1273" y="1226"/>
                </a:lnTo>
                <a:lnTo>
                  <a:pt x="1273" y="1227"/>
                </a:lnTo>
                <a:lnTo>
                  <a:pt x="1273" y="1229"/>
                </a:lnTo>
                <a:lnTo>
                  <a:pt x="1274" y="1233"/>
                </a:lnTo>
                <a:lnTo>
                  <a:pt x="1273" y="1234"/>
                </a:lnTo>
                <a:lnTo>
                  <a:pt x="1273" y="1235"/>
                </a:lnTo>
                <a:lnTo>
                  <a:pt x="1272" y="1236"/>
                </a:lnTo>
                <a:lnTo>
                  <a:pt x="1272" y="1237"/>
                </a:lnTo>
                <a:lnTo>
                  <a:pt x="1272" y="1238"/>
                </a:lnTo>
                <a:lnTo>
                  <a:pt x="1273" y="1239"/>
                </a:lnTo>
                <a:lnTo>
                  <a:pt x="1273" y="1240"/>
                </a:lnTo>
                <a:lnTo>
                  <a:pt x="1273" y="1241"/>
                </a:lnTo>
                <a:lnTo>
                  <a:pt x="1273" y="1242"/>
                </a:lnTo>
                <a:lnTo>
                  <a:pt x="1272" y="1243"/>
                </a:lnTo>
                <a:lnTo>
                  <a:pt x="1272" y="1245"/>
                </a:lnTo>
                <a:lnTo>
                  <a:pt x="1273" y="1246"/>
                </a:lnTo>
                <a:lnTo>
                  <a:pt x="1273" y="1247"/>
                </a:lnTo>
                <a:lnTo>
                  <a:pt x="1274" y="1248"/>
                </a:lnTo>
                <a:lnTo>
                  <a:pt x="1274" y="1249"/>
                </a:lnTo>
                <a:lnTo>
                  <a:pt x="1273" y="1249"/>
                </a:lnTo>
                <a:lnTo>
                  <a:pt x="1273" y="1250"/>
                </a:lnTo>
                <a:lnTo>
                  <a:pt x="1274" y="1250"/>
                </a:lnTo>
                <a:lnTo>
                  <a:pt x="1274" y="1251"/>
                </a:lnTo>
                <a:lnTo>
                  <a:pt x="1273" y="1251"/>
                </a:lnTo>
                <a:lnTo>
                  <a:pt x="1274" y="1252"/>
                </a:lnTo>
                <a:lnTo>
                  <a:pt x="1274" y="1253"/>
                </a:lnTo>
                <a:lnTo>
                  <a:pt x="1276" y="1253"/>
                </a:lnTo>
                <a:lnTo>
                  <a:pt x="1276" y="1254"/>
                </a:lnTo>
                <a:lnTo>
                  <a:pt x="1276" y="1255"/>
                </a:lnTo>
                <a:lnTo>
                  <a:pt x="1276" y="1256"/>
                </a:lnTo>
                <a:lnTo>
                  <a:pt x="1277" y="1256"/>
                </a:lnTo>
                <a:lnTo>
                  <a:pt x="1277" y="1257"/>
                </a:lnTo>
                <a:lnTo>
                  <a:pt x="1276" y="1258"/>
                </a:lnTo>
                <a:lnTo>
                  <a:pt x="1276" y="1259"/>
                </a:lnTo>
                <a:lnTo>
                  <a:pt x="1276" y="1260"/>
                </a:lnTo>
                <a:lnTo>
                  <a:pt x="1277" y="1260"/>
                </a:lnTo>
                <a:lnTo>
                  <a:pt x="1278" y="1260"/>
                </a:lnTo>
                <a:lnTo>
                  <a:pt x="1278" y="1261"/>
                </a:lnTo>
                <a:lnTo>
                  <a:pt x="1278" y="1262"/>
                </a:lnTo>
                <a:lnTo>
                  <a:pt x="1278" y="1263"/>
                </a:lnTo>
                <a:lnTo>
                  <a:pt x="1277" y="1264"/>
                </a:lnTo>
                <a:lnTo>
                  <a:pt x="1278" y="1264"/>
                </a:lnTo>
                <a:lnTo>
                  <a:pt x="1278" y="1265"/>
                </a:lnTo>
                <a:lnTo>
                  <a:pt x="1278" y="1266"/>
                </a:lnTo>
                <a:lnTo>
                  <a:pt x="1279" y="1266"/>
                </a:lnTo>
                <a:lnTo>
                  <a:pt x="1279" y="1267"/>
                </a:lnTo>
                <a:lnTo>
                  <a:pt x="1280" y="1267"/>
                </a:lnTo>
                <a:lnTo>
                  <a:pt x="1281" y="1267"/>
                </a:lnTo>
                <a:lnTo>
                  <a:pt x="1281" y="1268"/>
                </a:lnTo>
                <a:lnTo>
                  <a:pt x="1281" y="1269"/>
                </a:lnTo>
                <a:lnTo>
                  <a:pt x="1281" y="1270"/>
                </a:lnTo>
                <a:lnTo>
                  <a:pt x="1281" y="1271"/>
                </a:lnTo>
                <a:lnTo>
                  <a:pt x="1281" y="1272"/>
                </a:lnTo>
                <a:lnTo>
                  <a:pt x="1282" y="1272"/>
                </a:lnTo>
                <a:lnTo>
                  <a:pt x="1282" y="1273"/>
                </a:lnTo>
                <a:lnTo>
                  <a:pt x="1281" y="1273"/>
                </a:lnTo>
                <a:lnTo>
                  <a:pt x="1280" y="1274"/>
                </a:lnTo>
                <a:lnTo>
                  <a:pt x="1280" y="1275"/>
                </a:lnTo>
                <a:lnTo>
                  <a:pt x="1281" y="1275"/>
                </a:lnTo>
                <a:lnTo>
                  <a:pt x="1281" y="1276"/>
                </a:lnTo>
                <a:lnTo>
                  <a:pt x="1281" y="1277"/>
                </a:lnTo>
                <a:lnTo>
                  <a:pt x="1282" y="1277"/>
                </a:lnTo>
                <a:lnTo>
                  <a:pt x="1283" y="1277"/>
                </a:lnTo>
                <a:lnTo>
                  <a:pt x="1284" y="1277"/>
                </a:lnTo>
                <a:lnTo>
                  <a:pt x="1284" y="1278"/>
                </a:lnTo>
                <a:lnTo>
                  <a:pt x="1283" y="1278"/>
                </a:lnTo>
                <a:lnTo>
                  <a:pt x="1284" y="1280"/>
                </a:lnTo>
                <a:lnTo>
                  <a:pt x="1283" y="1280"/>
                </a:lnTo>
                <a:lnTo>
                  <a:pt x="1282" y="1280"/>
                </a:lnTo>
                <a:lnTo>
                  <a:pt x="1282" y="1279"/>
                </a:lnTo>
                <a:lnTo>
                  <a:pt x="1282" y="1280"/>
                </a:lnTo>
                <a:lnTo>
                  <a:pt x="1281" y="1281"/>
                </a:lnTo>
                <a:lnTo>
                  <a:pt x="1281" y="1282"/>
                </a:lnTo>
                <a:lnTo>
                  <a:pt x="1282" y="1282"/>
                </a:lnTo>
                <a:lnTo>
                  <a:pt x="1282" y="1283"/>
                </a:lnTo>
                <a:lnTo>
                  <a:pt x="1282" y="1284"/>
                </a:lnTo>
                <a:lnTo>
                  <a:pt x="1281" y="1284"/>
                </a:lnTo>
                <a:lnTo>
                  <a:pt x="1281" y="1285"/>
                </a:lnTo>
                <a:lnTo>
                  <a:pt x="1282" y="1285"/>
                </a:lnTo>
                <a:lnTo>
                  <a:pt x="1282" y="1286"/>
                </a:lnTo>
                <a:lnTo>
                  <a:pt x="1282" y="1287"/>
                </a:lnTo>
                <a:lnTo>
                  <a:pt x="1282" y="1288"/>
                </a:lnTo>
                <a:lnTo>
                  <a:pt x="1282" y="1289"/>
                </a:lnTo>
                <a:lnTo>
                  <a:pt x="1283" y="1289"/>
                </a:lnTo>
                <a:lnTo>
                  <a:pt x="1284" y="1289"/>
                </a:lnTo>
                <a:lnTo>
                  <a:pt x="1284" y="1290"/>
                </a:lnTo>
                <a:lnTo>
                  <a:pt x="1285" y="1290"/>
                </a:lnTo>
                <a:lnTo>
                  <a:pt x="1286" y="1290"/>
                </a:lnTo>
                <a:lnTo>
                  <a:pt x="1287" y="1291"/>
                </a:lnTo>
                <a:lnTo>
                  <a:pt x="1288" y="1291"/>
                </a:lnTo>
                <a:lnTo>
                  <a:pt x="1289" y="1291"/>
                </a:lnTo>
                <a:lnTo>
                  <a:pt x="1289" y="1292"/>
                </a:lnTo>
                <a:lnTo>
                  <a:pt x="1290" y="1292"/>
                </a:lnTo>
                <a:lnTo>
                  <a:pt x="1291" y="1292"/>
                </a:lnTo>
                <a:lnTo>
                  <a:pt x="1292" y="1292"/>
                </a:lnTo>
                <a:lnTo>
                  <a:pt x="1293" y="1292"/>
                </a:lnTo>
                <a:lnTo>
                  <a:pt x="1293" y="1291"/>
                </a:lnTo>
                <a:lnTo>
                  <a:pt x="1294" y="1290"/>
                </a:lnTo>
                <a:lnTo>
                  <a:pt x="1294" y="1291"/>
                </a:lnTo>
                <a:lnTo>
                  <a:pt x="1294" y="1292"/>
                </a:lnTo>
                <a:lnTo>
                  <a:pt x="1295" y="1292"/>
                </a:lnTo>
                <a:lnTo>
                  <a:pt x="1295" y="1293"/>
                </a:lnTo>
                <a:lnTo>
                  <a:pt x="1295" y="1294"/>
                </a:lnTo>
                <a:lnTo>
                  <a:pt x="1294" y="1294"/>
                </a:lnTo>
                <a:lnTo>
                  <a:pt x="1294" y="1295"/>
                </a:lnTo>
                <a:lnTo>
                  <a:pt x="1294" y="1296"/>
                </a:lnTo>
                <a:lnTo>
                  <a:pt x="1292" y="1296"/>
                </a:lnTo>
                <a:lnTo>
                  <a:pt x="1291" y="1296"/>
                </a:lnTo>
                <a:lnTo>
                  <a:pt x="1290" y="1296"/>
                </a:lnTo>
                <a:lnTo>
                  <a:pt x="1289" y="1296"/>
                </a:lnTo>
                <a:lnTo>
                  <a:pt x="1288" y="1296"/>
                </a:lnTo>
                <a:lnTo>
                  <a:pt x="1288" y="1297"/>
                </a:lnTo>
                <a:lnTo>
                  <a:pt x="1289" y="1297"/>
                </a:lnTo>
                <a:lnTo>
                  <a:pt x="1289" y="1298"/>
                </a:lnTo>
                <a:lnTo>
                  <a:pt x="1288" y="1299"/>
                </a:lnTo>
                <a:lnTo>
                  <a:pt x="1287" y="1299"/>
                </a:lnTo>
                <a:lnTo>
                  <a:pt x="1286" y="1300"/>
                </a:lnTo>
                <a:lnTo>
                  <a:pt x="1286" y="1301"/>
                </a:lnTo>
                <a:lnTo>
                  <a:pt x="1286" y="1302"/>
                </a:lnTo>
                <a:lnTo>
                  <a:pt x="1285" y="1303"/>
                </a:lnTo>
                <a:lnTo>
                  <a:pt x="1284" y="1302"/>
                </a:lnTo>
                <a:lnTo>
                  <a:pt x="1283" y="1302"/>
                </a:lnTo>
                <a:lnTo>
                  <a:pt x="1283" y="1303"/>
                </a:lnTo>
                <a:lnTo>
                  <a:pt x="1282" y="1304"/>
                </a:lnTo>
                <a:lnTo>
                  <a:pt x="1282" y="1305"/>
                </a:lnTo>
                <a:lnTo>
                  <a:pt x="1281" y="1306"/>
                </a:lnTo>
                <a:lnTo>
                  <a:pt x="1280" y="1306"/>
                </a:lnTo>
                <a:lnTo>
                  <a:pt x="1279" y="1306"/>
                </a:lnTo>
                <a:lnTo>
                  <a:pt x="1278" y="1306"/>
                </a:lnTo>
                <a:lnTo>
                  <a:pt x="1278" y="1305"/>
                </a:lnTo>
                <a:lnTo>
                  <a:pt x="1278" y="1304"/>
                </a:lnTo>
                <a:lnTo>
                  <a:pt x="1277" y="1304"/>
                </a:lnTo>
                <a:lnTo>
                  <a:pt x="1277" y="1303"/>
                </a:lnTo>
                <a:lnTo>
                  <a:pt x="1276" y="1303"/>
                </a:lnTo>
                <a:lnTo>
                  <a:pt x="1276" y="1304"/>
                </a:lnTo>
                <a:lnTo>
                  <a:pt x="1275" y="1303"/>
                </a:lnTo>
                <a:lnTo>
                  <a:pt x="1274" y="1303"/>
                </a:lnTo>
                <a:lnTo>
                  <a:pt x="1273" y="1302"/>
                </a:lnTo>
                <a:lnTo>
                  <a:pt x="1271" y="1301"/>
                </a:lnTo>
                <a:lnTo>
                  <a:pt x="1271" y="1300"/>
                </a:lnTo>
                <a:lnTo>
                  <a:pt x="1270" y="1300"/>
                </a:lnTo>
                <a:lnTo>
                  <a:pt x="1269" y="1300"/>
                </a:lnTo>
                <a:lnTo>
                  <a:pt x="1268" y="1299"/>
                </a:lnTo>
                <a:lnTo>
                  <a:pt x="1266" y="1299"/>
                </a:lnTo>
                <a:lnTo>
                  <a:pt x="1265" y="1298"/>
                </a:lnTo>
                <a:lnTo>
                  <a:pt x="1264" y="1297"/>
                </a:lnTo>
                <a:lnTo>
                  <a:pt x="1263" y="1298"/>
                </a:lnTo>
                <a:lnTo>
                  <a:pt x="1262" y="1298"/>
                </a:lnTo>
                <a:lnTo>
                  <a:pt x="1261" y="1298"/>
                </a:lnTo>
                <a:lnTo>
                  <a:pt x="1261" y="1299"/>
                </a:lnTo>
                <a:lnTo>
                  <a:pt x="1260" y="1300"/>
                </a:lnTo>
                <a:lnTo>
                  <a:pt x="1260" y="1301"/>
                </a:lnTo>
                <a:lnTo>
                  <a:pt x="1259" y="1302"/>
                </a:lnTo>
                <a:lnTo>
                  <a:pt x="1258" y="1302"/>
                </a:lnTo>
                <a:lnTo>
                  <a:pt x="1258" y="1303"/>
                </a:lnTo>
                <a:lnTo>
                  <a:pt x="1257" y="1304"/>
                </a:lnTo>
                <a:lnTo>
                  <a:pt x="1256" y="1305"/>
                </a:lnTo>
                <a:lnTo>
                  <a:pt x="1256" y="1306"/>
                </a:lnTo>
                <a:lnTo>
                  <a:pt x="1255" y="1308"/>
                </a:lnTo>
                <a:lnTo>
                  <a:pt x="1255" y="1309"/>
                </a:lnTo>
                <a:lnTo>
                  <a:pt x="1255" y="1310"/>
                </a:lnTo>
                <a:lnTo>
                  <a:pt x="1255" y="1311"/>
                </a:lnTo>
                <a:lnTo>
                  <a:pt x="1254" y="1311"/>
                </a:lnTo>
                <a:lnTo>
                  <a:pt x="1253" y="1312"/>
                </a:lnTo>
                <a:lnTo>
                  <a:pt x="1252" y="1312"/>
                </a:lnTo>
                <a:lnTo>
                  <a:pt x="1251" y="1312"/>
                </a:lnTo>
                <a:lnTo>
                  <a:pt x="1250" y="1312"/>
                </a:lnTo>
                <a:lnTo>
                  <a:pt x="1249" y="1312"/>
                </a:lnTo>
                <a:lnTo>
                  <a:pt x="1249" y="1311"/>
                </a:lnTo>
                <a:lnTo>
                  <a:pt x="1248" y="1311"/>
                </a:lnTo>
                <a:lnTo>
                  <a:pt x="1247" y="1311"/>
                </a:lnTo>
                <a:lnTo>
                  <a:pt x="1247" y="1310"/>
                </a:lnTo>
                <a:lnTo>
                  <a:pt x="1246" y="1310"/>
                </a:lnTo>
                <a:lnTo>
                  <a:pt x="1246" y="1309"/>
                </a:lnTo>
                <a:lnTo>
                  <a:pt x="1245" y="1308"/>
                </a:lnTo>
                <a:lnTo>
                  <a:pt x="1245" y="1307"/>
                </a:lnTo>
                <a:lnTo>
                  <a:pt x="1244" y="1307"/>
                </a:lnTo>
                <a:lnTo>
                  <a:pt x="1243" y="1305"/>
                </a:lnTo>
                <a:lnTo>
                  <a:pt x="1243" y="1304"/>
                </a:lnTo>
                <a:lnTo>
                  <a:pt x="1241" y="1304"/>
                </a:lnTo>
                <a:lnTo>
                  <a:pt x="1240" y="1303"/>
                </a:lnTo>
                <a:lnTo>
                  <a:pt x="1239" y="1302"/>
                </a:lnTo>
                <a:lnTo>
                  <a:pt x="1239" y="1301"/>
                </a:lnTo>
                <a:lnTo>
                  <a:pt x="1238" y="1301"/>
                </a:lnTo>
                <a:lnTo>
                  <a:pt x="1238" y="1302"/>
                </a:lnTo>
                <a:lnTo>
                  <a:pt x="1237" y="1302"/>
                </a:lnTo>
                <a:lnTo>
                  <a:pt x="1236" y="1301"/>
                </a:lnTo>
                <a:lnTo>
                  <a:pt x="1235" y="1301"/>
                </a:lnTo>
                <a:lnTo>
                  <a:pt x="1235" y="1300"/>
                </a:lnTo>
                <a:lnTo>
                  <a:pt x="1234" y="1300"/>
                </a:lnTo>
                <a:lnTo>
                  <a:pt x="1233" y="1300"/>
                </a:lnTo>
                <a:lnTo>
                  <a:pt x="1232" y="1300"/>
                </a:lnTo>
                <a:lnTo>
                  <a:pt x="1231" y="1299"/>
                </a:lnTo>
                <a:lnTo>
                  <a:pt x="1231" y="1298"/>
                </a:lnTo>
                <a:lnTo>
                  <a:pt x="1230" y="1298"/>
                </a:lnTo>
                <a:lnTo>
                  <a:pt x="1229" y="1298"/>
                </a:lnTo>
                <a:lnTo>
                  <a:pt x="1229" y="1299"/>
                </a:lnTo>
                <a:lnTo>
                  <a:pt x="1228" y="1299"/>
                </a:lnTo>
                <a:lnTo>
                  <a:pt x="1228" y="1298"/>
                </a:lnTo>
                <a:lnTo>
                  <a:pt x="1227" y="1298"/>
                </a:lnTo>
                <a:lnTo>
                  <a:pt x="1226" y="1298"/>
                </a:lnTo>
                <a:lnTo>
                  <a:pt x="1225" y="1299"/>
                </a:lnTo>
                <a:lnTo>
                  <a:pt x="1224" y="1298"/>
                </a:lnTo>
                <a:lnTo>
                  <a:pt x="1224" y="1297"/>
                </a:lnTo>
                <a:lnTo>
                  <a:pt x="1223" y="1296"/>
                </a:lnTo>
                <a:lnTo>
                  <a:pt x="1223" y="1297"/>
                </a:lnTo>
                <a:lnTo>
                  <a:pt x="1222" y="1297"/>
                </a:lnTo>
                <a:lnTo>
                  <a:pt x="1221" y="1296"/>
                </a:lnTo>
                <a:lnTo>
                  <a:pt x="1221" y="1297"/>
                </a:lnTo>
                <a:lnTo>
                  <a:pt x="1220" y="1297"/>
                </a:lnTo>
                <a:lnTo>
                  <a:pt x="1219" y="1297"/>
                </a:lnTo>
                <a:lnTo>
                  <a:pt x="1219" y="1296"/>
                </a:lnTo>
                <a:lnTo>
                  <a:pt x="1219" y="1294"/>
                </a:lnTo>
                <a:lnTo>
                  <a:pt x="1219" y="1293"/>
                </a:lnTo>
                <a:lnTo>
                  <a:pt x="1219" y="1292"/>
                </a:lnTo>
                <a:lnTo>
                  <a:pt x="1218" y="1292"/>
                </a:lnTo>
                <a:lnTo>
                  <a:pt x="1217" y="1292"/>
                </a:lnTo>
                <a:lnTo>
                  <a:pt x="1216" y="1292"/>
                </a:lnTo>
                <a:lnTo>
                  <a:pt x="1215" y="1292"/>
                </a:lnTo>
                <a:lnTo>
                  <a:pt x="1215" y="1293"/>
                </a:lnTo>
                <a:lnTo>
                  <a:pt x="1214" y="1294"/>
                </a:lnTo>
                <a:lnTo>
                  <a:pt x="1213" y="1293"/>
                </a:lnTo>
                <a:lnTo>
                  <a:pt x="1212" y="1293"/>
                </a:lnTo>
                <a:lnTo>
                  <a:pt x="1210" y="1292"/>
                </a:lnTo>
                <a:lnTo>
                  <a:pt x="1210" y="1293"/>
                </a:lnTo>
                <a:lnTo>
                  <a:pt x="1210" y="1294"/>
                </a:lnTo>
                <a:lnTo>
                  <a:pt x="1209" y="1294"/>
                </a:lnTo>
                <a:lnTo>
                  <a:pt x="1208" y="1294"/>
                </a:lnTo>
                <a:lnTo>
                  <a:pt x="1208" y="1293"/>
                </a:lnTo>
                <a:lnTo>
                  <a:pt x="1207" y="1293"/>
                </a:lnTo>
                <a:lnTo>
                  <a:pt x="1206" y="1293"/>
                </a:lnTo>
                <a:lnTo>
                  <a:pt x="1205" y="1293"/>
                </a:lnTo>
                <a:lnTo>
                  <a:pt x="1204" y="1293"/>
                </a:lnTo>
                <a:lnTo>
                  <a:pt x="1203" y="1292"/>
                </a:lnTo>
                <a:lnTo>
                  <a:pt x="1203" y="1291"/>
                </a:lnTo>
                <a:lnTo>
                  <a:pt x="1202" y="1291"/>
                </a:lnTo>
                <a:lnTo>
                  <a:pt x="1200" y="1291"/>
                </a:lnTo>
                <a:lnTo>
                  <a:pt x="1199" y="1292"/>
                </a:lnTo>
                <a:lnTo>
                  <a:pt x="1199" y="1293"/>
                </a:lnTo>
                <a:lnTo>
                  <a:pt x="1198" y="1293"/>
                </a:lnTo>
                <a:lnTo>
                  <a:pt x="1197" y="1293"/>
                </a:lnTo>
                <a:lnTo>
                  <a:pt x="1195" y="1293"/>
                </a:lnTo>
                <a:lnTo>
                  <a:pt x="1194" y="1293"/>
                </a:lnTo>
                <a:lnTo>
                  <a:pt x="1193" y="1292"/>
                </a:lnTo>
                <a:lnTo>
                  <a:pt x="1193" y="1291"/>
                </a:lnTo>
                <a:lnTo>
                  <a:pt x="1192" y="1291"/>
                </a:lnTo>
                <a:lnTo>
                  <a:pt x="1192" y="1290"/>
                </a:lnTo>
                <a:lnTo>
                  <a:pt x="1191" y="1290"/>
                </a:lnTo>
                <a:lnTo>
                  <a:pt x="1191" y="1289"/>
                </a:lnTo>
                <a:lnTo>
                  <a:pt x="1191" y="1288"/>
                </a:lnTo>
                <a:lnTo>
                  <a:pt x="1190" y="1286"/>
                </a:lnTo>
                <a:lnTo>
                  <a:pt x="1190" y="1285"/>
                </a:lnTo>
                <a:lnTo>
                  <a:pt x="1191" y="1285"/>
                </a:lnTo>
                <a:lnTo>
                  <a:pt x="1191" y="1284"/>
                </a:lnTo>
                <a:lnTo>
                  <a:pt x="1191" y="1283"/>
                </a:lnTo>
                <a:lnTo>
                  <a:pt x="1191" y="1281"/>
                </a:lnTo>
                <a:lnTo>
                  <a:pt x="1192" y="1280"/>
                </a:lnTo>
                <a:lnTo>
                  <a:pt x="1192" y="1279"/>
                </a:lnTo>
                <a:lnTo>
                  <a:pt x="1190" y="1278"/>
                </a:lnTo>
                <a:lnTo>
                  <a:pt x="1189" y="1278"/>
                </a:lnTo>
                <a:lnTo>
                  <a:pt x="1189" y="1277"/>
                </a:lnTo>
                <a:lnTo>
                  <a:pt x="1188" y="1277"/>
                </a:lnTo>
                <a:lnTo>
                  <a:pt x="1187" y="1277"/>
                </a:lnTo>
                <a:lnTo>
                  <a:pt x="1186" y="1276"/>
                </a:lnTo>
                <a:lnTo>
                  <a:pt x="1186" y="1275"/>
                </a:lnTo>
                <a:lnTo>
                  <a:pt x="1185" y="1273"/>
                </a:lnTo>
                <a:lnTo>
                  <a:pt x="1185" y="1272"/>
                </a:lnTo>
                <a:lnTo>
                  <a:pt x="1185" y="1271"/>
                </a:lnTo>
                <a:lnTo>
                  <a:pt x="1184" y="1269"/>
                </a:lnTo>
                <a:lnTo>
                  <a:pt x="1184" y="1268"/>
                </a:lnTo>
                <a:lnTo>
                  <a:pt x="1183" y="1268"/>
                </a:lnTo>
                <a:lnTo>
                  <a:pt x="1182" y="1268"/>
                </a:lnTo>
                <a:lnTo>
                  <a:pt x="1182" y="1267"/>
                </a:lnTo>
                <a:lnTo>
                  <a:pt x="1181" y="1266"/>
                </a:lnTo>
                <a:lnTo>
                  <a:pt x="1182" y="1266"/>
                </a:lnTo>
                <a:lnTo>
                  <a:pt x="1182" y="1265"/>
                </a:lnTo>
                <a:lnTo>
                  <a:pt x="1183" y="1264"/>
                </a:lnTo>
                <a:lnTo>
                  <a:pt x="1184" y="1264"/>
                </a:lnTo>
                <a:lnTo>
                  <a:pt x="1183" y="1264"/>
                </a:lnTo>
                <a:lnTo>
                  <a:pt x="1182" y="1263"/>
                </a:lnTo>
                <a:lnTo>
                  <a:pt x="1181" y="1262"/>
                </a:lnTo>
                <a:lnTo>
                  <a:pt x="1181" y="1261"/>
                </a:lnTo>
                <a:lnTo>
                  <a:pt x="1180" y="1260"/>
                </a:lnTo>
                <a:lnTo>
                  <a:pt x="1180" y="1259"/>
                </a:lnTo>
                <a:lnTo>
                  <a:pt x="1180" y="1257"/>
                </a:lnTo>
                <a:lnTo>
                  <a:pt x="1181" y="1257"/>
                </a:lnTo>
                <a:lnTo>
                  <a:pt x="1181" y="1256"/>
                </a:lnTo>
                <a:lnTo>
                  <a:pt x="1180" y="1256"/>
                </a:lnTo>
                <a:lnTo>
                  <a:pt x="1179" y="1256"/>
                </a:lnTo>
                <a:lnTo>
                  <a:pt x="1179" y="1255"/>
                </a:lnTo>
                <a:lnTo>
                  <a:pt x="1178" y="1253"/>
                </a:lnTo>
                <a:lnTo>
                  <a:pt x="1177" y="1252"/>
                </a:lnTo>
                <a:lnTo>
                  <a:pt x="1176" y="1252"/>
                </a:lnTo>
                <a:lnTo>
                  <a:pt x="1175" y="1252"/>
                </a:lnTo>
                <a:lnTo>
                  <a:pt x="1175" y="1251"/>
                </a:lnTo>
                <a:lnTo>
                  <a:pt x="1175" y="1250"/>
                </a:lnTo>
                <a:lnTo>
                  <a:pt x="1174" y="1250"/>
                </a:lnTo>
                <a:lnTo>
                  <a:pt x="1174" y="1249"/>
                </a:lnTo>
                <a:lnTo>
                  <a:pt x="1175" y="1249"/>
                </a:lnTo>
                <a:lnTo>
                  <a:pt x="1175" y="1248"/>
                </a:lnTo>
                <a:lnTo>
                  <a:pt x="1175" y="1247"/>
                </a:lnTo>
                <a:lnTo>
                  <a:pt x="1176" y="1245"/>
                </a:lnTo>
                <a:lnTo>
                  <a:pt x="1176" y="1244"/>
                </a:lnTo>
                <a:lnTo>
                  <a:pt x="1175" y="1243"/>
                </a:lnTo>
                <a:lnTo>
                  <a:pt x="1175" y="1242"/>
                </a:lnTo>
                <a:lnTo>
                  <a:pt x="1175" y="1241"/>
                </a:lnTo>
                <a:lnTo>
                  <a:pt x="1174" y="1240"/>
                </a:lnTo>
                <a:lnTo>
                  <a:pt x="1174" y="1239"/>
                </a:lnTo>
                <a:lnTo>
                  <a:pt x="1174" y="1238"/>
                </a:lnTo>
                <a:lnTo>
                  <a:pt x="1174" y="1237"/>
                </a:lnTo>
                <a:lnTo>
                  <a:pt x="1173" y="1237"/>
                </a:lnTo>
                <a:lnTo>
                  <a:pt x="1173" y="1236"/>
                </a:lnTo>
                <a:lnTo>
                  <a:pt x="1172" y="1236"/>
                </a:lnTo>
                <a:lnTo>
                  <a:pt x="1172" y="1237"/>
                </a:lnTo>
                <a:lnTo>
                  <a:pt x="1171" y="1237"/>
                </a:lnTo>
                <a:lnTo>
                  <a:pt x="1171" y="1238"/>
                </a:lnTo>
                <a:lnTo>
                  <a:pt x="1170" y="1238"/>
                </a:lnTo>
                <a:lnTo>
                  <a:pt x="1169" y="1238"/>
                </a:lnTo>
                <a:lnTo>
                  <a:pt x="1169" y="1239"/>
                </a:lnTo>
                <a:lnTo>
                  <a:pt x="1169" y="1240"/>
                </a:lnTo>
                <a:lnTo>
                  <a:pt x="1169" y="1241"/>
                </a:lnTo>
                <a:lnTo>
                  <a:pt x="1169" y="1242"/>
                </a:lnTo>
                <a:lnTo>
                  <a:pt x="1169" y="1243"/>
                </a:lnTo>
                <a:lnTo>
                  <a:pt x="1169" y="1244"/>
                </a:lnTo>
                <a:lnTo>
                  <a:pt x="1169" y="1245"/>
                </a:lnTo>
                <a:lnTo>
                  <a:pt x="1168" y="1245"/>
                </a:lnTo>
                <a:lnTo>
                  <a:pt x="1168" y="1246"/>
                </a:lnTo>
                <a:lnTo>
                  <a:pt x="1168" y="1247"/>
                </a:lnTo>
                <a:lnTo>
                  <a:pt x="1167" y="1248"/>
                </a:lnTo>
                <a:lnTo>
                  <a:pt x="1167" y="1249"/>
                </a:lnTo>
                <a:lnTo>
                  <a:pt x="1168" y="1250"/>
                </a:lnTo>
                <a:lnTo>
                  <a:pt x="1167" y="1252"/>
                </a:lnTo>
                <a:lnTo>
                  <a:pt x="1166" y="1252"/>
                </a:lnTo>
                <a:lnTo>
                  <a:pt x="1166" y="1254"/>
                </a:lnTo>
                <a:lnTo>
                  <a:pt x="1165" y="1255"/>
                </a:lnTo>
                <a:lnTo>
                  <a:pt x="1164" y="1255"/>
                </a:lnTo>
                <a:lnTo>
                  <a:pt x="1164" y="1254"/>
                </a:lnTo>
                <a:lnTo>
                  <a:pt x="1163" y="1254"/>
                </a:lnTo>
                <a:lnTo>
                  <a:pt x="1163" y="1255"/>
                </a:lnTo>
                <a:lnTo>
                  <a:pt x="1162" y="1255"/>
                </a:lnTo>
                <a:lnTo>
                  <a:pt x="1161" y="1255"/>
                </a:lnTo>
                <a:lnTo>
                  <a:pt x="1161" y="1256"/>
                </a:lnTo>
                <a:lnTo>
                  <a:pt x="1160" y="1257"/>
                </a:lnTo>
                <a:lnTo>
                  <a:pt x="1160" y="1258"/>
                </a:lnTo>
                <a:lnTo>
                  <a:pt x="1159" y="1258"/>
                </a:lnTo>
                <a:lnTo>
                  <a:pt x="1158" y="1259"/>
                </a:lnTo>
                <a:lnTo>
                  <a:pt x="1158" y="1260"/>
                </a:lnTo>
                <a:lnTo>
                  <a:pt x="1158" y="1261"/>
                </a:lnTo>
                <a:lnTo>
                  <a:pt x="1157" y="1261"/>
                </a:lnTo>
                <a:lnTo>
                  <a:pt x="1157" y="1262"/>
                </a:lnTo>
                <a:lnTo>
                  <a:pt x="1157" y="1263"/>
                </a:lnTo>
                <a:lnTo>
                  <a:pt x="1157" y="1264"/>
                </a:lnTo>
                <a:lnTo>
                  <a:pt x="1158" y="1265"/>
                </a:lnTo>
                <a:lnTo>
                  <a:pt x="1157" y="1267"/>
                </a:lnTo>
                <a:lnTo>
                  <a:pt x="1156" y="1268"/>
                </a:lnTo>
                <a:lnTo>
                  <a:pt x="1155" y="1268"/>
                </a:lnTo>
                <a:lnTo>
                  <a:pt x="1154" y="1270"/>
                </a:lnTo>
                <a:lnTo>
                  <a:pt x="1154" y="1271"/>
                </a:lnTo>
                <a:lnTo>
                  <a:pt x="1155" y="1272"/>
                </a:lnTo>
                <a:lnTo>
                  <a:pt x="1154" y="1273"/>
                </a:lnTo>
                <a:lnTo>
                  <a:pt x="1153" y="1274"/>
                </a:lnTo>
                <a:lnTo>
                  <a:pt x="1152" y="1274"/>
                </a:lnTo>
                <a:lnTo>
                  <a:pt x="1152" y="1275"/>
                </a:lnTo>
                <a:lnTo>
                  <a:pt x="1151" y="1276"/>
                </a:lnTo>
                <a:lnTo>
                  <a:pt x="1150" y="1275"/>
                </a:lnTo>
                <a:lnTo>
                  <a:pt x="1149" y="1275"/>
                </a:lnTo>
                <a:lnTo>
                  <a:pt x="1149" y="1274"/>
                </a:lnTo>
                <a:lnTo>
                  <a:pt x="1148" y="1274"/>
                </a:lnTo>
                <a:lnTo>
                  <a:pt x="1147" y="1274"/>
                </a:lnTo>
                <a:lnTo>
                  <a:pt x="1146" y="1274"/>
                </a:lnTo>
                <a:lnTo>
                  <a:pt x="1145" y="1273"/>
                </a:lnTo>
                <a:lnTo>
                  <a:pt x="1145" y="1272"/>
                </a:lnTo>
                <a:lnTo>
                  <a:pt x="1144" y="1271"/>
                </a:lnTo>
                <a:lnTo>
                  <a:pt x="1143" y="1270"/>
                </a:lnTo>
                <a:lnTo>
                  <a:pt x="1143" y="1269"/>
                </a:lnTo>
                <a:lnTo>
                  <a:pt x="1143" y="1266"/>
                </a:lnTo>
                <a:lnTo>
                  <a:pt x="1143" y="1265"/>
                </a:lnTo>
                <a:lnTo>
                  <a:pt x="1143" y="1263"/>
                </a:lnTo>
                <a:lnTo>
                  <a:pt x="1142" y="1262"/>
                </a:lnTo>
                <a:lnTo>
                  <a:pt x="1142" y="1261"/>
                </a:lnTo>
                <a:lnTo>
                  <a:pt x="1142" y="1260"/>
                </a:lnTo>
                <a:lnTo>
                  <a:pt x="1141" y="1259"/>
                </a:lnTo>
                <a:lnTo>
                  <a:pt x="1141" y="1258"/>
                </a:lnTo>
                <a:lnTo>
                  <a:pt x="1140" y="1258"/>
                </a:lnTo>
                <a:lnTo>
                  <a:pt x="1139" y="1257"/>
                </a:lnTo>
                <a:lnTo>
                  <a:pt x="1138" y="1257"/>
                </a:lnTo>
                <a:lnTo>
                  <a:pt x="1138" y="1256"/>
                </a:lnTo>
                <a:lnTo>
                  <a:pt x="1138" y="1257"/>
                </a:lnTo>
                <a:lnTo>
                  <a:pt x="1138" y="1256"/>
                </a:lnTo>
                <a:lnTo>
                  <a:pt x="1137" y="1256"/>
                </a:lnTo>
                <a:lnTo>
                  <a:pt x="1138" y="1255"/>
                </a:lnTo>
                <a:lnTo>
                  <a:pt x="1138" y="1253"/>
                </a:lnTo>
                <a:lnTo>
                  <a:pt x="1137" y="1253"/>
                </a:lnTo>
                <a:lnTo>
                  <a:pt x="1136" y="1253"/>
                </a:lnTo>
                <a:lnTo>
                  <a:pt x="1136" y="1254"/>
                </a:lnTo>
                <a:lnTo>
                  <a:pt x="1136" y="1253"/>
                </a:lnTo>
                <a:lnTo>
                  <a:pt x="1135" y="1252"/>
                </a:lnTo>
                <a:lnTo>
                  <a:pt x="1135" y="1251"/>
                </a:lnTo>
                <a:lnTo>
                  <a:pt x="1134" y="1251"/>
                </a:lnTo>
                <a:lnTo>
                  <a:pt x="1133" y="1251"/>
                </a:lnTo>
                <a:lnTo>
                  <a:pt x="1132" y="1251"/>
                </a:lnTo>
                <a:lnTo>
                  <a:pt x="1132" y="1250"/>
                </a:lnTo>
                <a:lnTo>
                  <a:pt x="1131" y="1250"/>
                </a:lnTo>
                <a:lnTo>
                  <a:pt x="1130" y="1251"/>
                </a:lnTo>
                <a:lnTo>
                  <a:pt x="1129" y="1251"/>
                </a:lnTo>
                <a:lnTo>
                  <a:pt x="1129" y="1252"/>
                </a:lnTo>
                <a:lnTo>
                  <a:pt x="1129" y="1253"/>
                </a:lnTo>
                <a:lnTo>
                  <a:pt x="1128" y="1252"/>
                </a:lnTo>
                <a:lnTo>
                  <a:pt x="1127" y="1252"/>
                </a:lnTo>
                <a:lnTo>
                  <a:pt x="1127" y="1253"/>
                </a:lnTo>
                <a:lnTo>
                  <a:pt x="1127" y="1254"/>
                </a:lnTo>
                <a:lnTo>
                  <a:pt x="1126" y="1254"/>
                </a:lnTo>
                <a:lnTo>
                  <a:pt x="1126" y="1255"/>
                </a:lnTo>
                <a:lnTo>
                  <a:pt x="1125" y="1256"/>
                </a:lnTo>
                <a:lnTo>
                  <a:pt x="1124" y="1256"/>
                </a:lnTo>
                <a:lnTo>
                  <a:pt x="1124" y="1255"/>
                </a:lnTo>
                <a:lnTo>
                  <a:pt x="1123" y="1255"/>
                </a:lnTo>
                <a:lnTo>
                  <a:pt x="1123" y="1256"/>
                </a:lnTo>
                <a:lnTo>
                  <a:pt x="1122" y="1256"/>
                </a:lnTo>
                <a:lnTo>
                  <a:pt x="1122" y="1257"/>
                </a:lnTo>
                <a:lnTo>
                  <a:pt x="1122" y="1258"/>
                </a:lnTo>
                <a:lnTo>
                  <a:pt x="1121" y="1258"/>
                </a:lnTo>
                <a:lnTo>
                  <a:pt x="1121" y="1259"/>
                </a:lnTo>
                <a:lnTo>
                  <a:pt x="1121" y="1260"/>
                </a:lnTo>
                <a:lnTo>
                  <a:pt x="1120" y="1261"/>
                </a:lnTo>
                <a:lnTo>
                  <a:pt x="1120" y="1262"/>
                </a:lnTo>
                <a:lnTo>
                  <a:pt x="1119" y="1263"/>
                </a:lnTo>
                <a:lnTo>
                  <a:pt x="1118" y="1264"/>
                </a:lnTo>
                <a:lnTo>
                  <a:pt x="1116" y="1264"/>
                </a:lnTo>
                <a:lnTo>
                  <a:pt x="1116" y="1265"/>
                </a:lnTo>
                <a:lnTo>
                  <a:pt x="1116" y="1266"/>
                </a:lnTo>
                <a:lnTo>
                  <a:pt x="1117" y="1266"/>
                </a:lnTo>
                <a:lnTo>
                  <a:pt x="1118" y="1266"/>
                </a:lnTo>
                <a:lnTo>
                  <a:pt x="1118" y="1267"/>
                </a:lnTo>
                <a:lnTo>
                  <a:pt x="1118" y="1268"/>
                </a:lnTo>
                <a:lnTo>
                  <a:pt x="1117" y="1269"/>
                </a:lnTo>
                <a:lnTo>
                  <a:pt x="1117" y="1270"/>
                </a:lnTo>
                <a:lnTo>
                  <a:pt x="1118" y="1271"/>
                </a:lnTo>
                <a:lnTo>
                  <a:pt x="1119" y="1272"/>
                </a:lnTo>
                <a:lnTo>
                  <a:pt x="1119" y="1273"/>
                </a:lnTo>
                <a:lnTo>
                  <a:pt x="1119" y="1274"/>
                </a:lnTo>
                <a:lnTo>
                  <a:pt x="1118" y="1275"/>
                </a:lnTo>
                <a:lnTo>
                  <a:pt x="1117" y="1275"/>
                </a:lnTo>
                <a:lnTo>
                  <a:pt x="1116" y="1275"/>
                </a:lnTo>
                <a:lnTo>
                  <a:pt x="1115" y="1275"/>
                </a:lnTo>
                <a:lnTo>
                  <a:pt x="1114" y="1275"/>
                </a:lnTo>
                <a:lnTo>
                  <a:pt x="1114" y="1276"/>
                </a:lnTo>
                <a:lnTo>
                  <a:pt x="1114" y="1277"/>
                </a:lnTo>
                <a:lnTo>
                  <a:pt x="1115" y="1277"/>
                </a:lnTo>
                <a:lnTo>
                  <a:pt x="1114" y="1278"/>
                </a:lnTo>
                <a:lnTo>
                  <a:pt x="1113" y="1278"/>
                </a:lnTo>
                <a:lnTo>
                  <a:pt x="1112" y="1278"/>
                </a:lnTo>
                <a:lnTo>
                  <a:pt x="1111" y="1278"/>
                </a:lnTo>
                <a:lnTo>
                  <a:pt x="1110" y="1279"/>
                </a:lnTo>
                <a:lnTo>
                  <a:pt x="1109" y="1280"/>
                </a:lnTo>
                <a:lnTo>
                  <a:pt x="1108" y="1280"/>
                </a:lnTo>
                <a:lnTo>
                  <a:pt x="1107" y="1280"/>
                </a:lnTo>
                <a:lnTo>
                  <a:pt x="1107" y="1281"/>
                </a:lnTo>
                <a:lnTo>
                  <a:pt x="1106" y="1281"/>
                </a:lnTo>
                <a:lnTo>
                  <a:pt x="1104" y="1281"/>
                </a:lnTo>
                <a:lnTo>
                  <a:pt x="1102" y="1281"/>
                </a:lnTo>
                <a:lnTo>
                  <a:pt x="1101" y="1281"/>
                </a:lnTo>
                <a:lnTo>
                  <a:pt x="1100" y="1281"/>
                </a:lnTo>
                <a:lnTo>
                  <a:pt x="1100" y="1282"/>
                </a:lnTo>
                <a:lnTo>
                  <a:pt x="1100" y="1283"/>
                </a:lnTo>
                <a:lnTo>
                  <a:pt x="1097" y="1284"/>
                </a:lnTo>
                <a:lnTo>
                  <a:pt x="1096" y="1284"/>
                </a:lnTo>
                <a:lnTo>
                  <a:pt x="1095" y="1284"/>
                </a:lnTo>
                <a:lnTo>
                  <a:pt x="1095" y="1283"/>
                </a:lnTo>
                <a:lnTo>
                  <a:pt x="1095" y="1284"/>
                </a:lnTo>
                <a:lnTo>
                  <a:pt x="1094" y="1284"/>
                </a:lnTo>
                <a:lnTo>
                  <a:pt x="1093" y="1285"/>
                </a:lnTo>
                <a:lnTo>
                  <a:pt x="1091" y="1285"/>
                </a:lnTo>
                <a:lnTo>
                  <a:pt x="1091" y="1284"/>
                </a:lnTo>
                <a:lnTo>
                  <a:pt x="1090" y="1284"/>
                </a:lnTo>
                <a:lnTo>
                  <a:pt x="1089" y="1284"/>
                </a:lnTo>
                <a:lnTo>
                  <a:pt x="1089" y="1285"/>
                </a:lnTo>
                <a:lnTo>
                  <a:pt x="1088" y="1285"/>
                </a:lnTo>
                <a:lnTo>
                  <a:pt x="1088" y="1286"/>
                </a:lnTo>
                <a:lnTo>
                  <a:pt x="1087" y="1286"/>
                </a:lnTo>
                <a:lnTo>
                  <a:pt x="1087" y="1287"/>
                </a:lnTo>
                <a:lnTo>
                  <a:pt x="1086" y="1288"/>
                </a:lnTo>
                <a:lnTo>
                  <a:pt x="1086" y="1289"/>
                </a:lnTo>
                <a:lnTo>
                  <a:pt x="1086" y="1290"/>
                </a:lnTo>
                <a:lnTo>
                  <a:pt x="1085" y="1291"/>
                </a:lnTo>
                <a:lnTo>
                  <a:pt x="1084" y="1291"/>
                </a:lnTo>
                <a:lnTo>
                  <a:pt x="1083" y="1291"/>
                </a:lnTo>
                <a:lnTo>
                  <a:pt x="1082" y="1292"/>
                </a:lnTo>
                <a:lnTo>
                  <a:pt x="1082" y="1293"/>
                </a:lnTo>
                <a:lnTo>
                  <a:pt x="1082" y="1294"/>
                </a:lnTo>
                <a:lnTo>
                  <a:pt x="1082" y="1295"/>
                </a:lnTo>
                <a:lnTo>
                  <a:pt x="1082" y="1296"/>
                </a:lnTo>
                <a:lnTo>
                  <a:pt x="1081" y="1296"/>
                </a:lnTo>
                <a:lnTo>
                  <a:pt x="1081" y="1297"/>
                </a:lnTo>
                <a:lnTo>
                  <a:pt x="1081" y="1298"/>
                </a:lnTo>
                <a:lnTo>
                  <a:pt x="1079" y="1299"/>
                </a:lnTo>
                <a:lnTo>
                  <a:pt x="1078" y="1300"/>
                </a:lnTo>
                <a:lnTo>
                  <a:pt x="1077" y="1300"/>
                </a:lnTo>
                <a:lnTo>
                  <a:pt x="1076" y="1300"/>
                </a:lnTo>
                <a:lnTo>
                  <a:pt x="1075" y="1300"/>
                </a:lnTo>
                <a:lnTo>
                  <a:pt x="1073" y="1299"/>
                </a:lnTo>
                <a:lnTo>
                  <a:pt x="1072" y="1299"/>
                </a:lnTo>
                <a:lnTo>
                  <a:pt x="1073" y="1301"/>
                </a:lnTo>
                <a:lnTo>
                  <a:pt x="1072" y="1302"/>
                </a:lnTo>
                <a:lnTo>
                  <a:pt x="1071" y="1302"/>
                </a:lnTo>
                <a:lnTo>
                  <a:pt x="1070" y="1302"/>
                </a:lnTo>
                <a:lnTo>
                  <a:pt x="1070" y="1301"/>
                </a:lnTo>
                <a:lnTo>
                  <a:pt x="1070" y="1300"/>
                </a:lnTo>
                <a:lnTo>
                  <a:pt x="1069" y="1300"/>
                </a:lnTo>
                <a:lnTo>
                  <a:pt x="1068" y="1300"/>
                </a:lnTo>
                <a:lnTo>
                  <a:pt x="1067" y="1300"/>
                </a:lnTo>
                <a:lnTo>
                  <a:pt x="1067" y="1299"/>
                </a:lnTo>
                <a:lnTo>
                  <a:pt x="1066" y="1299"/>
                </a:lnTo>
                <a:lnTo>
                  <a:pt x="1066" y="1300"/>
                </a:lnTo>
                <a:lnTo>
                  <a:pt x="1066" y="1301"/>
                </a:lnTo>
                <a:lnTo>
                  <a:pt x="1065" y="1301"/>
                </a:lnTo>
                <a:lnTo>
                  <a:pt x="1065" y="1302"/>
                </a:lnTo>
                <a:lnTo>
                  <a:pt x="1065" y="1303"/>
                </a:lnTo>
                <a:lnTo>
                  <a:pt x="1064" y="1303"/>
                </a:lnTo>
                <a:lnTo>
                  <a:pt x="1063" y="1306"/>
                </a:lnTo>
                <a:lnTo>
                  <a:pt x="1064" y="1308"/>
                </a:lnTo>
                <a:lnTo>
                  <a:pt x="1064" y="1309"/>
                </a:lnTo>
                <a:lnTo>
                  <a:pt x="1065" y="1310"/>
                </a:lnTo>
                <a:lnTo>
                  <a:pt x="1065" y="1311"/>
                </a:lnTo>
                <a:lnTo>
                  <a:pt x="1064" y="1311"/>
                </a:lnTo>
                <a:lnTo>
                  <a:pt x="1065" y="1311"/>
                </a:lnTo>
                <a:lnTo>
                  <a:pt x="1065" y="1312"/>
                </a:lnTo>
                <a:lnTo>
                  <a:pt x="1066" y="1312"/>
                </a:lnTo>
                <a:lnTo>
                  <a:pt x="1066" y="1314"/>
                </a:lnTo>
                <a:lnTo>
                  <a:pt x="1067" y="1315"/>
                </a:lnTo>
                <a:lnTo>
                  <a:pt x="1068" y="1315"/>
                </a:lnTo>
                <a:lnTo>
                  <a:pt x="1068" y="1316"/>
                </a:lnTo>
                <a:lnTo>
                  <a:pt x="1068" y="1318"/>
                </a:lnTo>
                <a:lnTo>
                  <a:pt x="1067" y="1318"/>
                </a:lnTo>
                <a:lnTo>
                  <a:pt x="1067" y="1319"/>
                </a:lnTo>
                <a:lnTo>
                  <a:pt x="1067" y="1320"/>
                </a:lnTo>
                <a:lnTo>
                  <a:pt x="1068" y="1321"/>
                </a:lnTo>
                <a:lnTo>
                  <a:pt x="1068" y="1322"/>
                </a:lnTo>
                <a:lnTo>
                  <a:pt x="1068" y="1323"/>
                </a:lnTo>
                <a:lnTo>
                  <a:pt x="1069" y="1325"/>
                </a:lnTo>
                <a:lnTo>
                  <a:pt x="1069" y="1326"/>
                </a:lnTo>
                <a:lnTo>
                  <a:pt x="1070" y="1326"/>
                </a:lnTo>
                <a:lnTo>
                  <a:pt x="1071" y="1327"/>
                </a:lnTo>
                <a:lnTo>
                  <a:pt x="1071" y="1328"/>
                </a:lnTo>
                <a:lnTo>
                  <a:pt x="1071" y="1329"/>
                </a:lnTo>
                <a:lnTo>
                  <a:pt x="1071" y="1330"/>
                </a:lnTo>
                <a:lnTo>
                  <a:pt x="1072" y="1331"/>
                </a:lnTo>
                <a:lnTo>
                  <a:pt x="1072" y="1332"/>
                </a:lnTo>
                <a:lnTo>
                  <a:pt x="1072" y="1333"/>
                </a:lnTo>
                <a:lnTo>
                  <a:pt x="1072" y="1334"/>
                </a:lnTo>
                <a:lnTo>
                  <a:pt x="1072" y="1335"/>
                </a:lnTo>
                <a:lnTo>
                  <a:pt x="1071" y="1335"/>
                </a:lnTo>
                <a:lnTo>
                  <a:pt x="1070" y="1335"/>
                </a:lnTo>
                <a:lnTo>
                  <a:pt x="1070" y="1336"/>
                </a:lnTo>
                <a:lnTo>
                  <a:pt x="1070" y="1337"/>
                </a:lnTo>
                <a:lnTo>
                  <a:pt x="1069" y="1337"/>
                </a:lnTo>
                <a:lnTo>
                  <a:pt x="1069" y="1338"/>
                </a:lnTo>
                <a:lnTo>
                  <a:pt x="1068" y="1338"/>
                </a:lnTo>
                <a:lnTo>
                  <a:pt x="1068" y="1339"/>
                </a:lnTo>
                <a:lnTo>
                  <a:pt x="1067" y="1339"/>
                </a:lnTo>
                <a:lnTo>
                  <a:pt x="1067" y="1340"/>
                </a:lnTo>
                <a:lnTo>
                  <a:pt x="1067" y="1339"/>
                </a:lnTo>
                <a:lnTo>
                  <a:pt x="1066" y="1339"/>
                </a:lnTo>
                <a:lnTo>
                  <a:pt x="1066" y="1338"/>
                </a:lnTo>
                <a:lnTo>
                  <a:pt x="1065" y="1339"/>
                </a:lnTo>
                <a:lnTo>
                  <a:pt x="1064" y="1339"/>
                </a:lnTo>
                <a:lnTo>
                  <a:pt x="1064" y="1340"/>
                </a:lnTo>
                <a:lnTo>
                  <a:pt x="1063" y="1341"/>
                </a:lnTo>
                <a:lnTo>
                  <a:pt x="1062" y="1342"/>
                </a:lnTo>
                <a:lnTo>
                  <a:pt x="1061" y="1342"/>
                </a:lnTo>
                <a:lnTo>
                  <a:pt x="1060" y="1342"/>
                </a:lnTo>
                <a:lnTo>
                  <a:pt x="1060" y="1343"/>
                </a:lnTo>
                <a:lnTo>
                  <a:pt x="1059" y="1343"/>
                </a:lnTo>
                <a:lnTo>
                  <a:pt x="1060" y="1343"/>
                </a:lnTo>
                <a:lnTo>
                  <a:pt x="1060" y="1344"/>
                </a:lnTo>
                <a:lnTo>
                  <a:pt x="1059" y="1344"/>
                </a:lnTo>
                <a:lnTo>
                  <a:pt x="1056" y="1345"/>
                </a:lnTo>
                <a:lnTo>
                  <a:pt x="1055" y="1345"/>
                </a:lnTo>
                <a:lnTo>
                  <a:pt x="1055" y="1346"/>
                </a:lnTo>
                <a:lnTo>
                  <a:pt x="1054" y="1346"/>
                </a:lnTo>
                <a:lnTo>
                  <a:pt x="1053" y="1348"/>
                </a:lnTo>
                <a:lnTo>
                  <a:pt x="1053" y="1349"/>
                </a:lnTo>
                <a:lnTo>
                  <a:pt x="1052" y="1349"/>
                </a:lnTo>
                <a:lnTo>
                  <a:pt x="1052" y="1350"/>
                </a:lnTo>
                <a:lnTo>
                  <a:pt x="1051" y="1350"/>
                </a:lnTo>
                <a:lnTo>
                  <a:pt x="1051" y="1349"/>
                </a:lnTo>
                <a:lnTo>
                  <a:pt x="1050" y="1349"/>
                </a:lnTo>
                <a:lnTo>
                  <a:pt x="1049" y="1349"/>
                </a:lnTo>
                <a:lnTo>
                  <a:pt x="1048" y="1348"/>
                </a:lnTo>
                <a:lnTo>
                  <a:pt x="1047" y="1349"/>
                </a:lnTo>
                <a:lnTo>
                  <a:pt x="1046" y="1349"/>
                </a:lnTo>
                <a:lnTo>
                  <a:pt x="1045" y="1348"/>
                </a:lnTo>
                <a:lnTo>
                  <a:pt x="1044" y="1347"/>
                </a:lnTo>
                <a:lnTo>
                  <a:pt x="1044" y="1346"/>
                </a:lnTo>
                <a:lnTo>
                  <a:pt x="1043" y="1346"/>
                </a:lnTo>
                <a:lnTo>
                  <a:pt x="1043" y="1347"/>
                </a:lnTo>
                <a:lnTo>
                  <a:pt x="1042" y="1347"/>
                </a:lnTo>
                <a:lnTo>
                  <a:pt x="1041" y="1348"/>
                </a:lnTo>
                <a:lnTo>
                  <a:pt x="1041" y="1349"/>
                </a:lnTo>
                <a:lnTo>
                  <a:pt x="1039" y="1350"/>
                </a:lnTo>
                <a:lnTo>
                  <a:pt x="1037" y="1350"/>
                </a:lnTo>
                <a:lnTo>
                  <a:pt x="1035" y="1348"/>
                </a:lnTo>
                <a:lnTo>
                  <a:pt x="1035" y="1349"/>
                </a:lnTo>
                <a:lnTo>
                  <a:pt x="1034" y="1349"/>
                </a:lnTo>
                <a:lnTo>
                  <a:pt x="1034" y="1348"/>
                </a:lnTo>
                <a:lnTo>
                  <a:pt x="1033" y="1348"/>
                </a:lnTo>
                <a:lnTo>
                  <a:pt x="1033" y="1347"/>
                </a:lnTo>
                <a:lnTo>
                  <a:pt x="1033" y="1346"/>
                </a:lnTo>
                <a:lnTo>
                  <a:pt x="1032" y="1346"/>
                </a:lnTo>
                <a:lnTo>
                  <a:pt x="1031" y="1345"/>
                </a:lnTo>
                <a:lnTo>
                  <a:pt x="1031" y="1344"/>
                </a:lnTo>
                <a:lnTo>
                  <a:pt x="1030" y="1344"/>
                </a:lnTo>
                <a:lnTo>
                  <a:pt x="1030" y="1343"/>
                </a:lnTo>
                <a:lnTo>
                  <a:pt x="1029" y="1342"/>
                </a:lnTo>
                <a:lnTo>
                  <a:pt x="1029" y="1341"/>
                </a:lnTo>
                <a:lnTo>
                  <a:pt x="1028" y="1338"/>
                </a:lnTo>
                <a:lnTo>
                  <a:pt x="1027" y="1338"/>
                </a:lnTo>
                <a:lnTo>
                  <a:pt x="1027" y="1337"/>
                </a:lnTo>
                <a:lnTo>
                  <a:pt x="1026" y="1335"/>
                </a:lnTo>
                <a:lnTo>
                  <a:pt x="1025" y="1333"/>
                </a:lnTo>
                <a:lnTo>
                  <a:pt x="1024" y="1333"/>
                </a:lnTo>
                <a:lnTo>
                  <a:pt x="1024" y="1332"/>
                </a:lnTo>
                <a:lnTo>
                  <a:pt x="1023" y="1332"/>
                </a:lnTo>
                <a:lnTo>
                  <a:pt x="1022" y="1331"/>
                </a:lnTo>
                <a:lnTo>
                  <a:pt x="1022" y="1330"/>
                </a:lnTo>
                <a:lnTo>
                  <a:pt x="1022" y="1329"/>
                </a:lnTo>
                <a:lnTo>
                  <a:pt x="1021" y="1329"/>
                </a:lnTo>
                <a:lnTo>
                  <a:pt x="1021" y="1328"/>
                </a:lnTo>
                <a:lnTo>
                  <a:pt x="1021" y="1327"/>
                </a:lnTo>
                <a:lnTo>
                  <a:pt x="1020" y="1327"/>
                </a:lnTo>
                <a:lnTo>
                  <a:pt x="1019" y="1327"/>
                </a:lnTo>
                <a:lnTo>
                  <a:pt x="1019" y="1326"/>
                </a:lnTo>
                <a:lnTo>
                  <a:pt x="1019" y="1325"/>
                </a:lnTo>
                <a:lnTo>
                  <a:pt x="1018" y="1325"/>
                </a:lnTo>
                <a:lnTo>
                  <a:pt x="1017" y="1326"/>
                </a:lnTo>
                <a:lnTo>
                  <a:pt x="1016" y="1326"/>
                </a:lnTo>
                <a:lnTo>
                  <a:pt x="1016" y="1325"/>
                </a:lnTo>
                <a:lnTo>
                  <a:pt x="1015" y="1325"/>
                </a:lnTo>
                <a:lnTo>
                  <a:pt x="1014" y="1325"/>
                </a:lnTo>
                <a:lnTo>
                  <a:pt x="1014" y="1324"/>
                </a:lnTo>
                <a:lnTo>
                  <a:pt x="1014" y="1323"/>
                </a:lnTo>
                <a:lnTo>
                  <a:pt x="1015" y="1323"/>
                </a:lnTo>
                <a:lnTo>
                  <a:pt x="1015" y="1322"/>
                </a:lnTo>
                <a:lnTo>
                  <a:pt x="1016" y="1322"/>
                </a:lnTo>
                <a:lnTo>
                  <a:pt x="1017" y="1322"/>
                </a:lnTo>
                <a:lnTo>
                  <a:pt x="1017" y="1321"/>
                </a:lnTo>
                <a:lnTo>
                  <a:pt x="1016" y="1321"/>
                </a:lnTo>
                <a:lnTo>
                  <a:pt x="1016" y="1319"/>
                </a:lnTo>
                <a:lnTo>
                  <a:pt x="1015" y="1319"/>
                </a:lnTo>
                <a:lnTo>
                  <a:pt x="1015" y="1318"/>
                </a:lnTo>
                <a:lnTo>
                  <a:pt x="1014" y="1317"/>
                </a:lnTo>
                <a:lnTo>
                  <a:pt x="1013" y="1316"/>
                </a:lnTo>
                <a:lnTo>
                  <a:pt x="1013" y="1315"/>
                </a:lnTo>
                <a:lnTo>
                  <a:pt x="1012" y="1314"/>
                </a:lnTo>
                <a:lnTo>
                  <a:pt x="1011" y="1314"/>
                </a:lnTo>
                <a:lnTo>
                  <a:pt x="1010" y="1314"/>
                </a:lnTo>
                <a:lnTo>
                  <a:pt x="1010" y="1313"/>
                </a:lnTo>
                <a:lnTo>
                  <a:pt x="1010" y="1311"/>
                </a:lnTo>
                <a:lnTo>
                  <a:pt x="1011" y="1311"/>
                </a:lnTo>
                <a:lnTo>
                  <a:pt x="1011" y="1310"/>
                </a:lnTo>
                <a:lnTo>
                  <a:pt x="1012" y="1309"/>
                </a:lnTo>
                <a:lnTo>
                  <a:pt x="1012" y="1308"/>
                </a:lnTo>
                <a:lnTo>
                  <a:pt x="1013" y="1307"/>
                </a:lnTo>
                <a:lnTo>
                  <a:pt x="1013" y="1306"/>
                </a:lnTo>
                <a:lnTo>
                  <a:pt x="1012" y="1306"/>
                </a:lnTo>
                <a:lnTo>
                  <a:pt x="1012" y="1305"/>
                </a:lnTo>
                <a:lnTo>
                  <a:pt x="1011" y="1305"/>
                </a:lnTo>
                <a:lnTo>
                  <a:pt x="1010" y="1304"/>
                </a:lnTo>
                <a:lnTo>
                  <a:pt x="1010" y="1303"/>
                </a:lnTo>
                <a:lnTo>
                  <a:pt x="1008" y="1302"/>
                </a:lnTo>
                <a:lnTo>
                  <a:pt x="1007" y="1302"/>
                </a:lnTo>
                <a:lnTo>
                  <a:pt x="1006" y="1302"/>
                </a:lnTo>
                <a:lnTo>
                  <a:pt x="1005" y="1302"/>
                </a:lnTo>
                <a:lnTo>
                  <a:pt x="1005" y="1301"/>
                </a:lnTo>
                <a:lnTo>
                  <a:pt x="1005" y="1302"/>
                </a:lnTo>
                <a:lnTo>
                  <a:pt x="1005" y="1303"/>
                </a:lnTo>
                <a:lnTo>
                  <a:pt x="1004" y="1303"/>
                </a:lnTo>
                <a:lnTo>
                  <a:pt x="1003" y="1303"/>
                </a:lnTo>
                <a:lnTo>
                  <a:pt x="1002" y="1303"/>
                </a:lnTo>
                <a:lnTo>
                  <a:pt x="1002" y="1304"/>
                </a:lnTo>
                <a:lnTo>
                  <a:pt x="1001" y="1304"/>
                </a:lnTo>
                <a:lnTo>
                  <a:pt x="1000" y="1304"/>
                </a:lnTo>
                <a:lnTo>
                  <a:pt x="999" y="1305"/>
                </a:lnTo>
                <a:lnTo>
                  <a:pt x="999" y="1304"/>
                </a:lnTo>
                <a:lnTo>
                  <a:pt x="998" y="1303"/>
                </a:lnTo>
                <a:lnTo>
                  <a:pt x="999" y="1303"/>
                </a:lnTo>
                <a:lnTo>
                  <a:pt x="998" y="1302"/>
                </a:lnTo>
                <a:lnTo>
                  <a:pt x="997" y="1300"/>
                </a:lnTo>
                <a:lnTo>
                  <a:pt x="998" y="1298"/>
                </a:lnTo>
                <a:lnTo>
                  <a:pt x="998" y="1297"/>
                </a:lnTo>
                <a:lnTo>
                  <a:pt x="997" y="1296"/>
                </a:lnTo>
                <a:lnTo>
                  <a:pt x="996" y="1296"/>
                </a:lnTo>
                <a:lnTo>
                  <a:pt x="995" y="1296"/>
                </a:lnTo>
                <a:lnTo>
                  <a:pt x="994" y="1295"/>
                </a:lnTo>
                <a:lnTo>
                  <a:pt x="993" y="1295"/>
                </a:lnTo>
                <a:lnTo>
                  <a:pt x="992" y="1294"/>
                </a:lnTo>
                <a:lnTo>
                  <a:pt x="992" y="1293"/>
                </a:lnTo>
                <a:lnTo>
                  <a:pt x="991" y="1292"/>
                </a:lnTo>
                <a:lnTo>
                  <a:pt x="990" y="1292"/>
                </a:lnTo>
                <a:lnTo>
                  <a:pt x="990" y="1291"/>
                </a:lnTo>
                <a:lnTo>
                  <a:pt x="990" y="1290"/>
                </a:lnTo>
                <a:lnTo>
                  <a:pt x="989" y="1288"/>
                </a:lnTo>
                <a:lnTo>
                  <a:pt x="988" y="1288"/>
                </a:lnTo>
                <a:lnTo>
                  <a:pt x="988" y="1286"/>
                </a:lnTo>
                <a:lnTo>
                  <a:pt x="987" y="1285"/>
                </a:lnTo>
                <a:lnTo>
                  <a:pt x="987" y="1284"/>
                </a:lnTo>
                <a:lnTo>
                  <a:pt x="987" y="1283"/>
                </a:lnTo>
                <a:lnTo>
                  <a:pt x="986" y="1283"/>
                </a:lnTo>
                <a:lnTo>
                  <a:pt x="986" y="1282"/>
                </a:lnTo>
                <a:lnTo>
                  <a:pt x="985" y="1282"/>
                </a:lnTo>
                <a:lnTo>
                  <a:pt x="985" y="1281"/>
                </a:lnTo>
                <a:lnTo>
                  <a:pt x="985" y="1280"/>
                </a:lnTo>
                <a:lnTo>
                  <a:pt x="984" y="1280"/>
                </a:lnTo>
                <a:lnTo>
                  <a:pt x="983" y="1279"/>
                </a:lnTo>
                <a:lnTo>
                  <a:pt x="982" y="1278"/>
                </a:lnTo>
                <a:lnTo>
                  <a:pt x="981" y="1278"/>
                </a:lnTo>
                <a:lnTo>
                  <a:pt x="981" y="1277"/>
                </a:lnTo>
                <a:lnTo>
                  <a:pt x="981" y="1276"/>
                </a:lnTo>
                <a:lnTo>
                  <a:pt x="980" y="1275"/>
                </a:lnTo>
                <a:lnTo>
                  <a:pt x="978" y="1274"/>
                </a:lnTo>
                <a:lnTo>
                  <a:pt x="977" y="1274"/>
                </a:lnTo>
                <a:lnTo>
                  <a:pt x="977" y="1273"/>
                </a:lnTo>
                <a:lnTo>
                  <a:pt x="976" y="1273"/>
                </a:lnTo>
                <a:lnTo>
                  <a:pt x="976" y="1272"/>
                </a:lnTo>
                <a:lnTo>
                  <a:pt x="975" y="1272"/>
                </a:lnTo>
                <a:lnTo>
                  <a:pt x="975" y="1271"/>
                </a:lnTo>
                <a:lnTo>
                  <a:pt x="974" y="1271"/>
                </a:lnTo>
                <a:lnTo>
                  <a:pt x="974" y="1270"/>
                </a:lnTo>
                <a:lnTo>
                  <a:pt x="973" y="1270"/>
                </a:lnTo>
                <a:lnTo>
                  <a:pt x="972" y="1269"/>
                </a:lnTo>
                <a:lnTo>
                  <a:pt x="972" y="1268"/>
                </a:lnTo>
                <a:lnTo>
                  <a:pt x="971" y="1268"/>
                </a:lnTo>
                <a:lnTo>
                  <a:pt x="971" y="1267"/>
                </a:lnTo>
                <a:lnTo>
                  <a:pt x="971" y="1266"/>
                </a:lnTo>
                <a:lnTo>
                  <a:pt x="970" y="1266"/>
                </a:lnTo>
                <a:lnTo>
                  <a:pt x="970" y="1265"/>
                </a:lnTo>
                <a:lnTo>
                  <a:pt x="970" y="1264"/>
                </a:lnTo>
                <a:lnTo>
                  <a:pt x="970" y="1263"/>
                </a:lnTo>
                <a:lnTo>
                  <a:pt x="968" y="1263"/>
                </a:lnTo>
                <a:lnTo>
                  <a:pt x="969" y="1262"/>
                </a:lnTo>
                <a:lnTo>
                  <a:pt x="969" y="1261"/>
                </a:lnTo>
                <a:lnTo>
                  <a:pt x="969" y="1260"/>
                </a:lnTo>
                <a:lnTo>
                  <a:pt x="969" y="1259"/>
                </a:lnTo>
                <a:lnTo>
                  <a:pt x="969" y="1258"/>
                </a:lnTo>
                <a:lnTo>
                  <a:pt x="969" y="1257"/>
                </a:lnTo>
                <a:lnTo>
                  <a:pt x="969" y="1256"/>
                </a:lnTo>
                <a:lnTo>
                  <a:pt x="968" y="1255"/>
                </a:lnTo>
                <a:lnTo>
                  <a:pt x="967" y="1256"/>
                </a:lnTo>
                <a:lnTo>
                  <a:pt x="967" y="1255"/>
                </a:lnTo>
                <a:lnTo>
                  <a:pt x="967" y="1254"/>
                </a:lnTo>
                <a:lnTo>
                  <a:pt x="967" y="1252"/>
                </a:lnTo>
                <a:lnTo>
                  <a:pt x="967" y="1251"/>
                </a:lnTo>
                <a:lnTo>
                  <a:pt x="967" y="1250"/>
                </a:lnTo>
                <a:lnTo>
                  <a:pt x="967" y="1249"/>
                </a:lnTo>
                <a:lnTo>
                  <a:pt x="967" y="1248"/>
                </a:lnTo>
                <a:lnTo>
                  <a:pt x="967" y="1247"/>
                </a:lnTo>
                <a:lnTo>
                  <a:pt x="967" y="1246"/>
                </a:lnTo>
                <a:lnTo>
                  <a:pt x="966" y="1246"/>
                </a:lnTo>
                <a:lnTo>
                  <a:pt x="966" y="1245"/>
                </a:lnTo>
                <a:lnTo>
                  <a:pt x="965" y="1245"/>
                </a:lnTo>
                <a:lnTo>
                  <a:pt x="965" y="1244"/>
                </a:lnTo>
                <a:lnTo>
                  <a:pt x="964" y="1244"/>
                </a:lnTo>
                <a:lnTo>
                  <a:pt x="964" y="1243"/>
                </a:lnTo>
                <a:lnTo>
                  <a:pt x="963" y="1243"/>
                </a:lnTo>
                <a:lnTo>
                  <a:pt x="964" y="1242"/>
                </a:lnTo>
                <a:lnTo>
                  <a:pt x="965" y="1242"/>
                </a:lnTo>
                <a:lnTo>
                  <a:pt x="966" y="1242"/>
                </a:lnTo>
                <a:lnTo>
                  <a:pt x="966" y="1241"/>
                </a:lnTo>
                <a:lnTo>
                  <a:pt x="965" y="1240"/>
                </a:lnTo>
                <a:lnTo>
                  <a:pt x="965" y="1239"/>
                </a:lnTo>
                <a:lnTo>
                  <a:pt x="965" y="1238"/>
                </a:lnTo>
                <a:lnTo>
                  <a:pt x="965" y="1237"/>
                </a:lnTo>
                <a:lnTo>
                  <a:pt x="965" y="1236"/>
                </a:lnTo>
                <a:lnTo>
                  <a:pt x="964" y="1236"/>
                </a:lnTo>
                <a:lnTo>
                  <a:pt x="964" y="1235"/>
                </a:lnTo>
                <a:lnTo>
                  <a:pt x="963" y="1235"/>
                </a:lnTo>
                <a:lnTo>
                  <a:pt x="962" y="1234"/>
                </a:lnTo>
                <a:lnTo>
                  <a:pt x="962" y="1233"/>
                </a:lnTo>
                <a:lnTo>
                  <a:pt x="961" y="1231"/>
                </a:lnTo>
                <a:lnTo>
                  <a:pt x="961" y="1230"/>
                </a:lnTo>
                <a:lnTo>
                  <a:pt x="962" y="1230"/>
                </a:lnTo>
                <a:lnTo>
                  <a:pt x="962" y="1229"/>
                </a:lnTo>
                <a:lnTo>
                  <a:pt x="961" y="1229"/>
                </a:lnTo>
                <a:lnTo>
                  <a:pt x="961" y="1228"/>
                </a:lnTo>
                <a:lnTo>
                  <a:pt x="960" y="1228"/>
                </a:lnTo>
                <a:lnTo>
                  <a:pt x="959" y="1228"/>
                </a:lnTo>
                <a:lnTo>
                  <a:pt x="959" y="1227"/>
                </a:lnTo>
                <a:lnTo>
                  <a:pt x="959" y="1228"/>
                </a:lnTo>
                <a:lnTo>
                  <a:pt x="959" y="1227"/>
                </a:lnTo>
                <a:lnTo>
                  <a:pt x="958" y="1227"/>
                </a:lnTo>
                <a:lnTo>
                  <a:pt x="958" y="1226"/>
                </a:lnTo>
                <a:lnTo>
                  <a:pt x="958" y="1225"/>
                </a:lnTo>
                <a:lnTo>
                  <a:pt x="957" y="1225"/>
                </a:lnTo>
                <a:lnTo>
                  <a:pt x="957" y="1224"/>
                </a:lnTo>
                <a:lnTo>
                  <a:pt x="956" y="1224"/>
                </a:lnTo>
                <a:lnTo>
                  <a:pt x="955" y="1224"/>
                </a:lnTo>
                <a:lnTo>
                  <a:pt x="955" y="1223"/>
                </a:lnTo>
                <a:lnTo>
                  <a:pt x="954" y="1223"/>
                </a:lnTo>
                <a:lnTo>
                  <a:pt x="953" y="1223"/>
                </a:lnTo>
                <a:lnTo>
                  <a:pt x="952" y="1223"/>
                </a:lnTo>
                <a:lnTo>
                  <a:pt x="952" y="1222"/>
                </a:lnTo>
                <a:lnTo>
                  <a:pt x="951" y="1222"/>
                </a:lnTo>
                <a:lnTo>
                  <a:pt x="951" y="1221"/>
                </a:lnTo>
                <a:lnTo>
                  <a:pt x="950" y="1220"/>
                </a:lnTo>
                <a:lnTo>
                  <a:pt x="949" y="1219"/>
                </a:lnTo>
                <a:lnTo>
                  <a:pt x="949" y="1220"/>
                </a:lnTo>
                <a:lnTo>
                  <a:pt x="948" y="1220"/>
                </a:lnTo>
                <a:lnTo>
                  <a:pt x="947" y="1220"/>
                </a:lnTo>
                <a:lnTo>
                  <a:pt x="947" y="1221"/>
                </a:lnTo>
                <a:lnTo>
                  <a:pt x="946" y="1221"/>
                </a:lnTo>
                <a:lnTo>
                  <a:pt x="946" y="1222"/>
                </a:lnTo>
                <a:lnTo>
                  <a:pt x="946" y="1223"/>
                </a:lnTo>
                <a:lnTo>
                  <a:pt x="945" y="1223"/>
                </a:lnTo>
                <a:lnTo>
                  <a:pt x="945" y="1224"/>
                </a:lnTo>
                <a:lnTo>
                  <a:pt x="944" y="1224"/>
                </a:lnTo>
                <a:lnTo>
                  <a:pt x="943" y="1225"/>
                </a:lnTo>
                <a:lnTo>
                  <a:pt x="942" y="1226"/>
                </a:lnTo>
                <a:lnTo>
                  <a:pt x="942" y="1227"/>
                </a:lnTo>
                <a:lnTo>
                  <a:pt x="942" y="1228"/>
                </a:lnTo>
                <a:lnTo>
                  <a:pt x="941" y="1229"/>
                </a:lnTo>
                <a:lnTo>
                  <a:pt x="941" y="1230"/>
                </a:lnTo>
                <a:lnTo>
                  <a:pt x="940" y="1230"/>
                </a:lnTo>
                <a:lnTo>
                  <a:pt x="939" y="1230"/>
                </a:lnTo>
                <a:lnTo>
                  <a:pt x="939" y="1231"/>
                </a:lnTo>
                <a:lnTo>
                  <a:pt x="939" y="1232"/>
                </a:lnTo>
                <a:lnTo>
                  <a:pt x="937" y="1233"/>
                </a:lnTo>
                <a:lnTo>
                  <a:pt x="936" y="1233"/>
                </a:lnTo>
                <a:lnTo>
                  <a:pt x="936" y="1234"/>
                </a:lnTo>
                <a:lnTo>
                  <a:pt x="936" y="1235"/>
                </a:lnTo>
                <a:lnTo>
                  <a:pt x="935" y="1235"/>
                </a:lnTo>
                <a:lnTo>
                  <a:pt x="935" y="1237"/>
                </a:lnTo>
                <a:lnTo>
                  <a:pt x="935" y="1238"/>
                </a:lnTo>
                <a:lnTo>
                  <a:pt x="935" y="1239"/>
                </a:lnTo>
                <a:lnTo>
                  <a:pt x="935" y="1241"/>
                </a:lnTo>
                <a:lnTo>
                  <a:pt x="935" y="1242"/>
                </a:lnTo>
                <a:lnTo>
                  <a:pt x="935" y="1243"/>
                </a:lnTo>
                <a:lnTo>
                  <a:pt x="935" y="1244"/>
                </a:lnTo>
                <a:lnTo>
                  <a:pt x="935" y="1245"/>
                </a:lnTo>
                <a:lnTo>
                  <a:pt x="935" y="1246"/>
                </a:lnTo>
                <a:lnTo>
                  <a:pt x="934" y="1249"/>
                </a:lnTo>
                <a:lnTo>
                  <a:pt x="934" y="1250"/>
                </a:lnTo>
                <a:lnTo>
                  <a:pt x="933" y="1250"/>
                </a:lnTo>
                <a:lnTo>
                  <a:pt x="933" y="1249"/>
                </a:lnTo>
                <a:lnTo>
                  <a:pt x="932" y="1249"/>
                </a:lnTo>
                <a:lnTo>
                  <a:pt x="932" y="1248"/>
                </a:lnTo>
                <a:lnTo>
                  <a:pt x="931" y="1248"/>
                </a:lnTo>
                <a:lnTo>
                  <a:pt x="930" y="1248"/>
                </a:lnTo>
                <a:lnTo>
                  <a:pt x="930" y="1249"/>
                </a:lnTo>
                <a:lnTo>
                  <a:pt x="929" y="1250"/>
                </a:lnTo>
                <a:lnTo>
                  <a:pt x="928" y="1249"/>
                </a:lnTo>
                <a:lnTo>
                  <a:pt x="927" y="1249"/>
                </a:lnTo>
                <a:lnTo>
                  <a:pt x="926" y="1250"/>
                </a:lnTo>
                <a:lnTo>
                  <a:pt x="923" y="1248"/>
                </a:lnTo>
                <a:lnTo>
                  <a:pt x="923" y="1247"/>
                </a:lnTo>
                <a:lnTo>
                  <a:pt x="923" y="1248"/>
                </a:lnTo>
                <a:lnTo>
                  <a:pt x="922" y="1248"/>
                </a:lnTo>
                <a:lnTo>
                  <a:pt x="922" y="1249"/>
                </a:lnTo>
                <a:lnTo>
                  <a:pt x="923" y="1249"/>
                </a:lnTo>
                <a:lnTo>
                  <a:pt x="922" y="1250"/>
                </a:lnTo>
                <a:lnTo>
                  <a:pt x="922" y="1251"/>
                </a:lnTo>
                <a:lnTo>
                  <a:pt x="921" y="1251"/>
                </a:lnTo>
                <a:lnTo>
                  <a:pt x="921" y="1252"/>
                </a:lnTo>
                <a:lnTo>
                  <a:pt x="922" y="1252"/>
                </a:lnTo>
                <a:lnTo>
                  <a:pt x="923" y="1252"/>
                </a:lnTo>
                <a:lnTo>
                  <a:pt x="923" y="1253"/>
                </a:lnTo>
                <a:lnTo>
                  <a:pt x="923" y="1254"/>
                </a:lnTo>
                <a:lnTo>
                  <a:pt x="923" y="1255"/>
                </a:lnTo>
                <a:lnTo>
                  <a:pt x="924" y="1255"/>
                </a:lnTo>
                <a:lnTo>
                  <a:pt x="924" y="1256"/>
                </a:lnTo>
                <a:lnTo>
                  <a:pt x="924" y="1257"/>
                </a:lnTo>
                <a:lnTo>
                  <a:pt x="925" y="1257"/>
                </a:lnTo>
                <a:lnTo>
                  <a:pt x="926" y="1257"/>
                </a:lnTo>
                <a:lnTo>
                  <a:pt x="926" y="1258"/>
                </a:lnTo>
                <a:lnTo>
                  <a:pt x="927" y="1259"/>
                </a:lnTo>
                <a:lnTo>
                  <a:pt x="928" y="1259"/>
                </a:lnTo>
                <a:lnTo>
                  <a:pt x="928" y="1258"/>
                </a:lnTo>
                <a:lnTo>
                  <a:pt x="929" y="1258"/>
                </a:lnTo>
                <a:lnTo>
                  <a:pt x="929" y="1259"/>
                </a:lnTo>
                <a:lnTo>
                  <a:pt x="929" y="1260"/>
                </a:lnTo>
                <a:lnTo>
                  <a:pt x="928" y="1261"/>
                </a:lnTo>
                <a:lnTo>
                  <a:pt x="928" y="1262"/>
                </a:lnTo>
                <a:lnTo>
                  <a:pt x="927" y="1262"/>
                </a:lnTo>
                <a:lnTo>
                  <a:pt x="927" y="1263"/>
                </a:lnTo>
                <a:lnTo>
                  <a:pt x="926" y="1264"/>
                </a:lnTo>
                <a:lnTo>
                  <a:pt x="926" y="1265"/>
                </a:lnTo>
                <a:lnTo>
                  <a:pt x="926" y="1266"/>
                </a:lnTo>
                <a:lnTo>
                  <a:pt x="927" y="1266"/>
                </a:lnTo>
                <a:lnTo>
                  <a:pt x="928" y="1266"/>
                </a:lnTo>
                <a:lnTo>
                  <a:pt x="929" y="1266"/>
                </a:lnTo>
                <a:lnTo>
                  <a:pt x="930" y="1266"/>
                </a:lnTo>
                <a:lnTo>
                  <a:pt x="930" y="1267"/>
                </a:lnTo>
                <a:lnTo>
                  <a:pt x="929" y="1267"/>
                </a:lnTo>
                <a:lnTo>
                  <a:pt x="930" y="1268"/>
                </a:lnTo>
                <a:lnTo>
                  <a:pt x="931" y="1268"/>
                </a:lnTo>
                <a:lnTo>
                  <a:pt x="932" y="1270"/>
                </a:lnTo>
                <a:lnTo>
                  <a:pt x="932" y="1271"/>
                </a:lnTo>
                <a:lnTo>
                  <a:pt x="931" y="1271"/>
                </a:lnTo>
                <a:lnTo>
                  <a:pt x="931" y="1270"/>
                </a:lnTo>
                <a:lnTo>
                  <a:pt x="930" y="1270"/>
                </a:lnTo>
                <a:lnTo>
                  <a:pt x="930" y="1271"/>
                </a:lnTo>
                <a:lnTo>
                  <a:pt x="931" y="1272"/>
                </a:lnTo>
                <a:lnTo>
                  <a:pt x="931" y="1274"/>
                </a:lnTo>
                <a:lnTo>
                  <a:pt x="932" y="1275"/>
                </a:lnTo>
                <a:lnTo>
                  <a:pt x="931" y="1276"/>
                </a:lnTo>
                <a:lnTo>
                  <a:pt x="930" y="1276"/>
                </a:lnTo>
                <a:lnTo>
                  <a:pt x="929" y="1276"/>
                </a:lnTo>
                <a:lnTo>
                  <a:pt x="930" y="1276"/>
                </a:lnTo>
                <a:lnTo>
                  <a:pt x="929" y="1277"/>
                </a:lnTo>
                <a:lnTo>
                  <a:pt x="929" y="1278"/>
                </a:lnTo>
                <a:lnTo>
                  <a:pt x="930" y="1278"/>
                </a:lnTo>
                <a:lnTo>
                  <a:pt x="930" y="1279"/>
                </a:lnTo>
                <a:lnTo>
                  <a:pt x="931" y="1279"/>
                </a:lnTo>
                <a:lnTo>
                  <a:pt x="932" y="1279"/>
                </a:lnTo>
                <a:lnTo>
                  <a:pt x="932" y="1281"/>
                </a:lnTo>
                <a:lnTo>
                  <a:pt x="933" y="1281"/>
                </a:lnTo>
                <a:lnTo>
                  <a:pt x="933" y="1282"/>
                </a:lnTo>
                <a:lnTo>
                  <a:pt x="934" y="1282"/>
                </a:lnTo>
                <a:lnTo>
                  <a:pt x="933" y="1283"/>
                </a:lnTo>
                <a:lnTo>
                  <a:pt x="932" y="1284"/>
                </a:lnTo>
                <a:lnTo>
                  <a:pt x="931" y="1285"/>
                </a:lnTo>
                <a:lnTo>
                  <a:pt x="931" y="1286"/>
                </a:lnTo>
                <a:lnTo>
                  <a:pt x="931" y="1287"/>
                </a:lnTo>
                <a:lnTo>
                  <a:pt x="930" y="1287"/>
                </a:lnTo>
                <a:lnTo>
                  <a:pt x="929" y="1288"/>
                </a:lnTo>
                <a:lnTo>
                  <a:pt x="928" y="1288"/>
                </a:lnTo>
                <a:lnTo>
                  <a:pt x="927" y="1288"/>
                </a:lnTo>
                <a:lnTo>
                  <a:pt x="927" y="1289"/>
                </a:lnTo>
                <a:lnTo>
                  <a:pt x="926" y="1290"/>
                </a:lnTo>
                <a:lnTo>
                  <a:pt x="926" y="1291"/>
                </a:lnTo>
                <a:lnTo>
                  <a:pt x="925" y="1291"/>
                </a:lnTo>
                <a:lnTo>
                  <a:pt x="924" y="1291"/>
                </a:lnTo>
                <a:lnTo>
                  <a:pt x="923" y="1292"/>
                </a:lnTo>
                <a:lnTo>
                  <a:pt x="922" y="1292"/>
                </a:lnTo>
                <a:lnTo>
                  <a:pt x="921" y="1292"/>
                </a:lnTo>
                <a:lnTo>
                  <a:pt x="921" y="1293"/>
                </a:lnTo>
                <a:lnTo>
                  <a:pt x="920" y="1293"/>
                </a:lnTo>
                <a:lnTo>
                  <a:pt x="919" y="1295"/>
                </a:lnTo>
                <a:lnTo>
                  <a:pt x="918" y="1295"/>
                </a:lnTo>
                <a:lnTo>
                  <a:pt x="918" y="1296"/>
                </a:lnTo>
                <a:lnTo>
                  <a:pt x="917" y="1296"/>
                </a:lnTo>
                <a:lnTo>
                  <a:pt x="917" y="1297"/>
                </a:lnTo>
                <a:lnTo>
                  <a:pt x="916" y="1297"/>
                </a:lnTo>
                <a:lnTo>
                  <a:pt x="915" y="1297"/>
                </a:lnTo>
                <a:lnTo>
                  <a:pt x="914" y="1297"/>
                </a:lnTo>
                <a:lnTo>
                  <a:pt x="914" y="1298"/>
                </a:lnTo>
                <a:lnTo>
                  <a:pt x="912" y="1299"/>
                </a:lnTo>
                <a:lnTo>
                  <a:pt x="911" y="1299"/>
                </a:lnTo>
                <a:lnTo>
                  <a:pt x="911" y="1298"/>
                </a:lnTo>
                <a:lnTo>
                  <a:pt x="910" y="1297"/>
                </a:lnTo>
                <a:lnTo>
                  <a:pt x="909" y="1296"/>
                </a:lnTo>
                <a:lnTo>
                  <a:pt x="908" y="1296"/>
                </a:lnTo>
                <a:lnTo>
                  <a:pt x="908" y="1297"/>
                </a:lnTo>
                <a:lnTo>
                  <a:pt x="907" y="1297"/>
                </a:lnTo>
                <a:lnTo>
                  <a:pt x="906" y="1297"/>
                </a:lnTo>
                <a:lnTo>
                  <a:pt x="906" y="1296"/>
                </a:lnTo>
                <a:lnTo>
                  <a:pt x="905" y="1296"/>
                </a:lnTo>
                <a:lnTo>
                  <a:pt x="905" y="1297"/>
                </a:lnTo>
                <a:lnTo>
                  <a:pt x="904" y="1298"/>
                </a:lnTo>
                <a:lnTo>
                  <a:pt x="904" y="1299"/>
                </a:lnTo>
                <a:lnTo>
                  <a:pt x="903" y="1299"/>
                </a:lnTo>
                <a:lnTo>
                  <a:pt x="902" y="1299"/>
                </a:lnTo>
                <a:lnTo>
                  <a:pt x="901" y="1298"/>
                </a:lnTo>
                <a:lnTo>
                  <a:pt x="900" y="1298"/>
                </a:lnTo>
                <a:lnTo>
                  <a:pt x="899" y="1298"/>
                </a:lnTo>
                <a:lnTo>
                  <a:pt x="898" y="1298"/>
                </a:lnTo>
                <a:lnTo>
                  <a:pt x="898" y="1297"/>
                </a:lnTo>
                <a:lnTo>
                  <a:pt x="897" y="1297"/>
                </a:lnTo>
                <a:lnTo>
                  <a:pt x="896" y="1297"/>
                </a:lnTo>
                <a:lnTo>
                  <a:pt x="896" y="1296"/>
                </a:lnTo>
                <a:lnTo>
                  <a:pt x="897" y="1296"/>
                </a:lnTo>
                <a:lnTo>
                  <a:pt x="897" y="1295"/>
                </a:lnTo>
                <a:lnTo>
                  <a:pt x="897" y="1294"/>
                </a:lnTo>
                <a:lnTo>
                  <a:pt x="896" y="1294"/>
                </a:lnTo>
                <a:lnTo>
                  <a:pt x="896" y="1293"/>
                </a:lnTo>
                <a:lnTo>
                  <a:pt x="896" y="1292"/>
                </a:lnTo>
                <a:lnTo>
                  <a:pt x="895" y="1291"/>
                </a:lnTo>
                <a:lnTo>
                  <a:pt x="894" y="1289"/>
                </a:lnTo>
                <a:lnTo>
                  <a:pt x="894" y="1288"/>
                </a:lnTo>
                <a:lnTo>
                  <a:pt x="893" y="1287"/>
                </a:lnTo>
                <a:lnTo>
                  <a:pt x="893" y="1285"/>
                </a:lnTo>
                <a:lnTo>
                  <a:pt x="893" y="1284"/>
                </a:lnTo>
                <a:lnTo>
                  <a:pt x="893" y="1283"/>
                </a:lnTo>
                <a:lnTo>
                  <a:pt x="893" y="1282"/>
                </a:lnTo>
                <a:lnTo>
                  <a:pt x="892" y="1282"/>
                </a:lnTo>
                <a:lnTo>
                  <a:pt x="892" y="1281"/>
                </a:lnTo>
                <a:lnTo>
                  <a:pt x="891" y="1282"/>
                </a:lnTo>
                <a:lnTo>
                  <a:pt x="891" y="1284"/>
                </a:lnTo>
                <a:lnTo>
                  <a:pt x="891" y="1285"/>
                </a:lnTo>
                <a:lnTo>
                  <a:pt x="891" y="1286"/>
                </a:lnTo>
                <a:lnTo>
                  <a:pt x="890" y="1286"/>
                </a:lnTo>
                <a:lnTo>
                  <a:pt x="890" y="1287"/>
                </a:lnTo>
                <a:lnTo>
                  <a:pt x="889" y="1287"/>
                </a:lnTo>
                <a:lnTo>
                  <a:pt x="889" y="1288"/>
                </a:lnTo>
                <a:lnTo>
                  <a:pt x="888" y="1288"/>
                </a:lnTo>
                <a:lnTo>
                  <a:pt x="888" y="1287"/>
                </a:lnTo>
                <a:lnTo>
                  <a:pt x="887" y="1287"/>
                </a:lnTo>
                <a:lnTo>
                  <a:pt x="887" y="1286"/>
                </a:lnTo>
                <a:lnTo>
                  <a:pt x="886" y="1286"/>
                </a:lnTo>
                <a:lnTo>
                  <a:pt x="886" y="1285"/>
                </a:lnTo>
                <a:lnTo>
                  <a:pt x="884" y="1285"/>
                </a:lnTo>
                <a:lnTo>
                  <a:pt x="884" y="1286"/>
                </a:lnTo>
                <a:lnTo>
                  <a:pt x="883" y="1286"/>
                </a:lnTo>
                <a:lnTo>
                  <a:pt x="882" y="1285"/>
                </a:lnTo>
                <a:lnTo>
                  <a:pt x="881" y="1284"/>
                </a:lnTo>
                <a:lnTo>
                  <a:pt x="880" y="1283"/>
                </a:lnTo>
                <a:lnTo>
                  <a:pt x="879" y="1282"/>
                </a:lnTo>
                <a:lnTo>
                  <a:pt x="879" y="1281"/>
                </a:lnTo>
                <a:lnTo>
                  <a:pt x="878" y="1281"/>
                </a:lnTo>
                <a:lnTo>
                  <a:pt x="878" y="1280"/>
                </a:lnTo>
                <a:lnTo>
                  <a:pt x="878" y="1279"/>
                </a:lnTo>
                <a:lnTo>
                  <a:pt x="879" y="1279"/>
                </a:lnTo>
                <a:lnTo>
                  <a:pt x="879" y="1278"/>
                </a:lnTo>
                <a:lnTo>
                  <a:pt x="878" y="1278"/>
                </a:lnTo>
                <a:lnTo>
                  <a:pt x="879" y="1278"/>
                </a:lnTo>
                <a:lnTo>
                  <a:pt x="879" y="1277"/>
                </a:lnTo>
                <a:lnTo>
                  <a:pt x="879" y="1276"/>
                </a:lnTo>
                <a:lnTo>
                  <a:pt x="880" y="1276"/>
                </a:lnTo>
                <a:lnTo>
                  <a:pt x="880" y="1275"/>
                </a:lnTo>
                <a:lnTo>
                  <a:pt x="879" y="1274"/>
                </a:lnTo>
                <a:lnTo>
                  <a:pt x="879" y="1273"/>
                </a:lnTo>
                <a:lnTo>
                  <a:pt x="879" y="1272"/>
                </a:lnTo>
                <a:lnTo>
                  <a:pt x="878" y="1272"/>
                </a:lnTo>
                <a:lnTo>
                  <a:pt x="877" y="1271"/>
                </a:lnTo>
                <a:lnTo>
                  <a:pt x="877" y="1270"/>
                </a:lnTo>
                <a:lnTo>
                  <a:pt x="876" y="1270"/>
                </a:lnTo>
                <a:lnTo>
                  <a:pt x="875" y="1270"/>
                </a:lnTo>
                <a:lnTo>
                  <a:pt x="875" y="1269"/>
                </a:lnTo>
                <a:lnTo>
                  <a:pt x="874" y="1269"/>
                </a:lnTo>
                <a:lnTo>
                  <a:pt x="873" y="1268"/>
                </a:lnTo>
                <a:lnTo>
                  <a:pt x="872" y="1267"/>
                </a:lnTo>
                <a:lnTo>
                  <a:pt x="872" y="1266"/>
                </a:lnTo>
                <a:lnTo>
                  <a:pt x="871" y="1266"/>
                </a:lnTo>
                <a:lnTo>
                  <a:pt x="870" y="1265"/>
                </a:lnTo>
                <a:lnTo>
                  <a:pt x="869" y="1265"/>
                </a:lnTo>
                <a:lnTo>
                  <a:pt x="869" y="1264"/>
                </a:lnTo>
                <a:lnTo>
                  <a:pt x="868" y="1264"/>
                </a:lnTo>
                <a:lnTo>
                  <a:pt x="868" y="1263"/>
                </a:lnTo>
                <a:lnTo>
                  <a:pt x="867" y="1263"/>
                </a:lnTo>
                <a:lnTo>
                  <a:pt x="867" y="1262"/>
                </a:lnTo>
                <a:lnTo>
                  <a:pt x="866" y="1262"/>
                </a:lnTo>
                <a:lnTo>
                  <a:pt x="866" y="1263"/>
                </a:lnTo>
                <a:lnTo>
                  <a:pt x="866" y="1261"/>
                </a:lnTo>
                <a:lnTo>
                  <a:pt x="865" y="1261"/>
                </a:lnTo>
                <a:lnTo>
                  <a:pt x="865" y="1260"/>
                </a:lnTo>
                <a:lnTo>
                  <a:pt x="864" y="1260"/>
                </a:lnTo>
                <a:lnTo>
                  <a:pt x="864" y="1259"/>
                </a:lnTo>
                <a:lnTo>
                  <a:pt x="863" y="1258"/>
                </a:lnTo>
                <a:lnTo>
                  <a:pt x="862" y="1258"/>
                </a:lnTo>
                <a:lnTo>
                  <a:pt x="861" y="1258"/>
                </a:lnTo>
                <a:lnTo>
                  <a:pt x="860" y="1258"/>
                </a:lnTo>
                <a:lnTo>
                  <a:pt x="860" y="1256"/>
                </a:lnTo>
                <a:lnTo>
                  <a:pt x="861" y="1256"/>
                </a:lnTo>
                <a:lnTo>
                  <a:pt x="861" y="1255"/>
                </a:lnTo>
                <a:lnTo>
                  <a:pt x="862" y="1254"/>
                </a:lnTo>
                <a:lnTo>
                  <a:pt x="862" y="1253"/>
                </a:lnTo>
                <a:lnTo>
                  <a:pt x="861" y="1253"/>
                </a:lnTo>
                <a:lnTo>
                  <a:pt x="862" y="1252"/>
                </a:lnTo>
                <a:lnTo>
                  <a:pt x="862" y="1251"/>
                </a:lnTo>
                <a:lnTo>
                  <a:pt x="861" y="1251"/>
                </a:lnTo>
                <a:lnTo>
                  <a:pt x="861" y="1250"/>
                </a:lnTo>
                <a:lnTo>
                  <a:pt x="860" y="1250"/>
                </a:lnTo>
                <a:lnTo>
                  <a:pt x="859" y="1250"/>
                </a:lnTo>
                <a:lnTo>
                  <a:pt x="858" y="1250"/>
                </a:lnTo>
                <a:lnTo>
                  <a:pt x="858" y="1249"/>
                </a:lnTo>
                <a:lnTo>
                  <a:pt x="857" y="1248"/>
                </a:lnTo>
                <a:lnTo>
                  <a:pt x="856" y="1248"/>
                </a:lnTo>
                <a:lnTo>
                  <a:pt x="856" y="1246"/>
                </a:lnTo>
                <a:lnTo>
                  <a:pt x="856" y="1245"/>
                </a:lnTo>
                <a:lnTo>
                  <a:pt x="856" y="1244"/>
                </a:lnTo>
                <a:lnTo>
                  <a:pt x="856" y="1243"/>
                </a:lnTo>
                <a:lnTo>
                  <a:pt x="855" y="1243"/>
                </a:lnTo>
                <a:lnTo>
                  <a:pt x="855" y="1242"/>
                </a:lnTo>
                <a:lnTo>
                  <a:pt x="855" y="1241"/>
                </a:lnTo>
                <a:lnTo>
                  <a:pt x="856" y="1241"/>
                </a:lnTo>
                <a:lnTo>
                  <a:pt x="856" y="1240"/>
                </a:lnTo>
                <a:lnTo>
                  <a:pt x="856" y="1239"/>
                </a:lnTo>
                <a:lnTo>
                  <a:pt x="857" y="1239"/>
                </a:lnTo>
                <a:lnTo>
                  <a:pt x="858" y="1238"/>
                </a:lnTo>
                <a:lnTo>
                  <a:pt x="859" y="1238"/>
                </a:lnTo>
                <a:lnTo>
                  <a:pt x="859" y="1239"/>
                </a:lnTo>
                <a:lnTo>
                  <a:pt x="860" y="1239"/>
                </a:lnTo>
                <a:lnTo>
                  <a:pt x="861" y="1239"/>
                </a:lnTo>
                <a:lnTo>
                  <a:pt x="862" y="1239"/>
                </a:lnTo>
                <a:lnTo>
                  <a:pt x="862" y="1238"/>
                </a:lnTo>
                <a:lnTo>
                  <a:pt x="863" y="1237"/>
                </a:lnTo>
                <a:lnTo>
                  <a:pt x="862" y="1236"/>
                </a:lnTo>
                <a:lnTo>
                  <a:pt x="863" y="1235"/>
                </a:lnTo>
                <a:lnTo>
                  <a:pt x="864" y="1234"/>
                </a:lnTo>
                <a:lnTo>
                  <a:pt x="864" y="1233"/>
                </a:lnTo>
                <a:lnTo>
                  <a:pt x="864" y="1232"/>
                </a:lnTo>
                <a:lnTo>
                  <a:pt x="863" y="1232"/>
                </a:lnTo>
                <a:lnTo>
                  <a:pt x="863" y="1231"/>
                </a:lnTo>
                <a:lnTo>
                  <a:pt x="862" y="1230"/>
                </a:lnTo>
                <a:lnTo>
                  <a:pt x="861" y="1230"/>
                </a:lnTo>
                <a:lnTo>
                  <a:pt x="860" y="1230"/>
                </a:lnTo>
                <a:lnTo>
                  <a:pt x="860" y="1231"/>
                </a:lnTo>
                <a:lnTo>
                  <a:pt x="859" y="1231"/>
                </a:lnTo>
                <a:lnTo>
                  <a:pt x="859" y="1230"/>
                </a:lnTo>
                <a:lnTo>
                  <a:pt x="857" y="1230"/>
                </a:lnTo>
                <a:lnTo>
                  <a:pt x="856" y="1229"/>
                </a:lnTo>
                <a:lnTo>
                  <a:pt x="856" y="1228"/>
                </a:lnTo>
                <a:lnTo>
                  <a:pt x="855" y="1228"/>
                </a:lnTo>
                <a:lnTo>
                  <a:pt x="854" y="1228"/>
                </a:lnTo>
                <a:lnTo>
                  <a:pt x="853" y="1228"/>
                </a:lnTo>
                <a:lnTo>
                  <a:pt x="852" y="1228"/>
                </a:lnTo>
                <a:lnTo>
                  <a:pt x="852" y="1227"/>
                </a:lnTo>
                <a:lnTo>
                  <a:pt x="852" y="1228"/>
                </a:lnTo>
                <a:lnTo>
                  <a:pt x="850" y="1227"/>
                </a:lnTo>
                <a:lnTo>
                  <a:pt x="849" y="1227"/>
                </a:lnTo>
                <a:lnTo>
                  <a:pt x="848" y="1227"/>
                </a:lnTo>
                <a:lnTo>
                  <a:pt x="847" y="1227"/>
                </a:lnTo>
                <a:lnTo>
                  <a:pt x="846" y="1227"/>
                </a:lnTo>
                <a:lnTo>
                  <a:pt x="845" y="1227"/>
                </a:lnTo>
                <a:lnTo>
                  <a:pt x="845" y="1226"/>
                </a:lnTo>
                <a:lnTo>
                  <a:pt x="844" y="1226"/>
                </a:lnTo>
                <a:lnTo>
                  <a:pt x="844" y="1225"/>
                </a:lnTo>
                <a:lnTo>
                  <a:pt x="843" y="1226"/>
                </a:lnTo>
                <a:lnTo>
                  <a:pt x="841" y="1226"/>
                </a:lnTo>
                <a:lnTo>
                  <a:pt x="839" y="1226"/>
                </a:lnTo>
                <a:lnTo>
                  <a:pt x="838" y="1226"/>
                </a:lnTo>
                <a:lnTo>
                  <a:pt x="837" y="1227"/>
                </a:lnTo>
                <a:lnTo>
                  <a:pt x="836" y="1227"/>
                </a:lnTo>
                <a:lnTo>
                  <a:pt x="835" y="1227"/>
                </a:lnTo>
                <a:lnTo>
                  <a:pt x="834" y="1227"/>
                </a:lnTo>
                <a:lnTo>
                  <a:pt x="831" y="1227"/>
                </a:lnTo>
                <a:lnTo>
                  <a:pt x="830" y="1228"/>
                </a:lnTo>
                <a:lnTo>
                  <a:pt x="830" y="1229"/>
                </a:lnTo>
                <a:lnTo>
                  <a:pt x="831" y="1229"/>
                </a:lnTo>
                <a:lnTo>
                  <a:pt x="831" y="1230"/>
                </a:lnTo>
                <a:lnTo>
                  <a:pt x="830" y="1231"/>
                </a:lnTo>
                <a:lnTo>
                  <a:pt x="830" y="1232"/>
                </a:lnTo>
                <a:lnTo>
                  <a:pt x="829" y="1231"/>
                </a:lnTo>
                <a:lnTo>
                  <a:pt x="828" y="1231"/>
                </a:lnTo>
                <a:lnTo>
                  <a:pt x="827" y="1231"/>
                </a:lnTo>
                <a:lnTo>
                  <a:pt x="826" y="1231"/>
                </a:lnTo>
                <a:lnTo>
                  <a:pt x="825" y="1231"/>
                </a:lnTo>
                <a:lnTo>
                  <a:pt x="825" y="1230"/>
                </a:lnTo>
                <a:lnTo>
                  <a:pt x="825" y="1229"/>
                </a:lnTo>
                <a:lnTo>
                  <a:pt x="826" y="1229"/>
                </a:lnTo>
                <a:lnTo>
                  <a:pt x="826" y="1228"/>
                </a:lnTo>
                <a:lnTo>
                  <a:pt x="825" y="1228"/>
                </a:lnTo>
                <a:lnTo>
                  <a:pt x="824" y="1228"/>
                </a:lnTo>
                <a:lnTo>
                  <a:pt x="823" y="1228"/>
                </a:lnTo>
                <a:lnTo>
                  <a:pt x="822" y="1228"/>
                </a:lnTo>
                <a:lnTo>
                  <a:pt x="821" y="1229"/>
                </a:lnTo>
                <a:lnTo>
                  <a:pt x="820" y="1230"/>
                </a:lnTo>
                <a:lnTo>
                  <a:pt x="820" y="1229"/>
                </a:lnTo>
                <a:lnTo>
                  <a:pt x="820" y="1230"/>
                </a:lnTo>
                <a:lnTo>
                  <a:pt x="820" y="1231"/>
                </a:lnTo>
                <a:lnTo>
                  <a:pt x="819" y="1232"/>
                </a:lnTo>
                <a:lnTo>
                  <a:pt x="819" y="1233"/>
                </a:lnTo>
                <a:lnTo>
                  <a:pt x="818" y="1234"/>
                </a:lnTo>
                <a:lnTo>
                  <a:pt x="817" y="1234"/>
                </a:lnTo>
                <a:lnTo>
                  <a:pt x="817" y="1235"/>
                </a:lnTo>
                <a:lnTo>
                  <a:pt x="816" y="1235"/>
                </a:lnTo>
                <a:lnTo>
                  <a:pt x="815" y="1235"/>
                </a:lnTo>
                <a:lnTo>
                  <a:pt x="813" y="1235"/>
                </a:lnTo>
                <a:lnTo>
                  <a:pt x="812" y="1236"/>
                </a:lnTo>
                <a:lnTo>
                  <a:pt x="812" y="1237"/>
                </a:lnTo>
                <a:lnTo>
                  <a:pt x="813" y="1238"/>
                </a:lnTo>
                <a:lnTo>
                  <a:pt x="813" y="1239"/>
                </a:lnTo>
                <a:lnTo>
                  <a:pt x="812" y="1239"/>
                </a:lnTo>
                <a:lnTo>
                  <a:pt x="812" y="1240"/>
                </a:lnTo>
                <a:lnTo>
                  <a:pt x="811" y="1241"/>
                </a:lnTo>
                <a:lnTo>
                  <a:pt x="811" y="1242"/>
                </a:lnTo>
                <a:lnTo>
                  <a:pt x="811" y="1243"/>
                </a:lnTo>
                <a:lnTo>
                  <a:pt x="810" y="1243"/>
                </a:lnTo>
                <a:lnTo>
                  <a:pt x="809" y="1244"/>
                </a:lnTo>
                <a:lnTo>
                  <a:pt x="809" y="1243"/>
                </a:lnTo>
                <a:lnTo>
                  <a:pt x="809" y="1242"/>
                </a:lnTo>
                <a:lnTo>
                  <a:pt x="808" y="1241"/>
                </a:lnTo>
                <a:lnTo>
                  <a:pt x="808" y="1240"/>
                </a:lnTo>
                <a:lnTo>
                  <a:pt x="807" y="1240"/>
                </a:lnTo>
                <a:lnTo>
                  <a:pt x="806" y="1240"/>
                </a:lnTo>
                <a:lnTo>
                  <a:pt x="806" y="1239"/>
                </a:lnTo>
                <a:lnTo>
                  <a:pt x="806" y="1238"/>
                </a:lnTo>
                <a:lnTo>
                  <a:pt x="807" y="1237"/>
                </a:lnTo>
                <a:lnTo>
                  <a:pt x="807" y="1235"/>
                </a:lnTo>
                <a:lnTo>
                  <a:pt x="806" y="1234"/>
                </a:lnTo>
                <a:lnTo>
                  <a:pt x="806" y="1233"/>
                </a:lnTo>
                <a:lnTo>
                  <a:pt x="806" y="1232"/>
                </a:lnTo>
                <a:lnTo>
                  <a:pt x="806" y="1231"/>
                </a:lnTo>
                <a:lnTo>
                  <a:pt x="806" y="1230"/>
                </a:lnTo>
                <a:lnTo>
                  <a:pt x="805" y="1230"/>
                </a:lnTo>
                <a:lnTo>
                  <a:pt x="805" y="1229"/>
                </a:lnTo>
                <a:lnTo>
                  <a:pt x="804" y="1228"/>
                </a:lnTo>
                <a:lnTo>
                  <a:pt x="804" y="1227"/>
                </a:lnTo>
                <a:lnTo>
                  <a:pt x="804" y="1225"/>
                </a:lnTo>
                <a:lnTo>
                  <a:pt x="804" y="1224"/>
                </a:lnTo>
                <a:lnTo>
                  <a:pt x="804" y="1222"/>
                </a:lnTo>
                <a:lnTo>
                  <a:pt x="804" y="1221"/>
                </a:lnTo>
                <a:lnTo>
                  <a:pt x="803" y="1221"/>
                </a:lnTo>
                <a:lnTo>
                  <a:pt x="802" y="1221"/>
                </a:lnTo>
                <a:lnTo>
                  <a:pt x="802" y="1220"/>
                </a:lnTo>
                <a:lnTo>
                  <a:pt x="801" y="1218"/>
                </a:lnTo>
                <a:lnTo>
                  <a:pt x="800" y="1218"/>
                </a:lnTo>
                <a:lnTo>
                  <a:pt x="799" y="1217"/>
                </a:lnTo>
                <a:lnTo>
                  <a:pt x="798" y="1216"/>
                </a:lnTo>
                <a:lnTo>
                  <a:pt x="798" y="1215"/>
                </a:lnTo>
                <a:lnTo>
                  <a:pt x="797" y="1215"/>
                </a:lnTo>
                <a:lnTo>
                  <a:pt x="797" y="1214"/>
                </a:lnTo>
                <a:lnTo>
                  <a:pt x="797" y="1213"/>
                </a:lnTo>
                <a:lnTo>
                  <a:pt x="796" y="1211"/>
                </a:lnTo>
                <a:lnTo>
                  <a:pt x="796" y="1210"/>
                </a:lnTo>
                <a:lnTo>
                  <a:pt x="795" y="1209"/>
                </a:lnTo>
                <a:lnTo>
                  <a:pt x="795" y="1208"/>
                </a:lnTo>
                <a:lnTo>
                  <a:pt x="794" y="1207"/>
                </a:lnTo>
                <a:lnTo>
                  <a:pt x="794" y="1206"/>
                </a:lnTo>
                <a:lnTo>
                  <a:pt x="794" y="1205"/>
                </a:lnTo>
                <a:lnTo>
                  <a:pt x="795" y="1205"/>
                </a:lnTo>
                <a:lnTo>
                  <a:pt x="795" y="1204"/>
                </a:lnTo>
                <a:lnTo>
                  <a:pt x="794" y="1204"/>
                </a:lnTo>
                <a:lnTo>
                  <a:pt x="794" y="1203"/>
                </a:lnTo>
                <a:lnTo>
                  <a:pt x="795" y="1203"/>
                </a:lnTo>
                <a:lnTo>
                  <a:pt x="795" y="1202"/>
                </a:lnTo>
                <a:lnTo>
                  <a:pt x="795" y="1201"/>
                </a:lnTo>
                <a:lnTo>
                  <a:pt x="795" y="1200"/>
                </a:lnTo>
                <a:lnTo>
                  <a:pt x="794" y="1200"/>
                </a:lnTo>
                <a:lnTo>
                  <a:pt x="794" y="1199"/>
                </a:lnTo>
                <a:lnTo>
                  <a:pt x="794" y="1197"/>
                </a:lnTo>
                <a:lnTo>
                  <a:pt x="795" y="1196"/>
                </a:lnTo>
                <a:lnTo>
                  <a:pt x="796" y="1196"/>
                </a:lnTo>
                <a:lnTo>
                  <a:pt x="796" y="1195"/>
                </a:lnTo>
                <a:lnTo>
                  <a:pt x="795" y="1195"/>
                </a:lnTo>
                <a:lnTo>
                  <a:pt x="796" y="1195"/>
                </a:lnTo>
                <a:lnTo>
                  <a:pt x="797" y="1194"/>
                </a:lnTo>
                <a:lnTo>
                  <a:pt x="798" y="1193"/>
                </a:lnTo>
                <a:lnTo>
                  <a:pt x="799" y="1193"/>
                </a:lnTo>
                <a:lnTo>
                  <a:pt x="800" y="1193"/>
                </a:lnTo>
                <a:lnTo>
                  <a:pt x="801" y="1193"/>
                </a:lnTo>
                <a:lnTo>
                  <a:pt x="800" y="1192"/>
                </a:lnTo>
                <a:lnTo>
                  <a:pt x="800" y="1191"/>
                </a:lnTo>
                <a:lnTo>
                  <a:pt x="801" y="1190"/>
                </a:lnTo>
                <a:lnTo>
                  <a:pt x="801" y="1191"/>
                </a:lnTo>
                <a:lnTo>
                  <a:pt x="802" y="1191"/>
                </a:lnTo>
                <a:lnTo>
                  <a:pt x="802" y="1190"/>
                </a:lnTo>
                <a:lnTo>
                  <a:pt x="802" y="1189"/>
                </a:lnTo>
                <a:lnTo>
                  <a:pt x="801" y="1188"/>
                </a:lnTo>
                <a:lnTo>
                  <a:pt x="801" y="1187"/>
                </a:lnTo>
                <a:lnTo>
                  <a:pt x="801" y="1186"/>
                </a:lnTo>
                <a:lnTo>
                  <a:pt x="800" y="1185"/>
                </a:lnTo>
                <a:lnTo>
                  <a:pt x="799" y="1185"/>
                </a:lnTo>
                <a:lnTo>
                  <a:pt x="799" y="1184"/>
                </a:lnTo>
                <a:lnTo>
                  <a:pt x="799" y="1183"/>
                </a:lnTo>
                <a:lnTo>
                  <a:pt x="798" y="1183"/>
                </a:lnTo>
                <a:lnTo>
                  <a:pt x="798" y="1182"/>
                </a:lnTo>
                <a:lnTo>
                  <a:pt x="797" y="1181"/>
                </a:lnTo>
                <a:lnTo>
                  <a:pt x="796" y="1180"/>
                </a:lnTo>
                <a:lnTo>
                  <a:pt x="795" y="1181"/>
                </a:lnTo>
                <a:lnTo>
                  <a:pt x="794" y="1181"/>
                </a:lnTo>
                <a:lnTo>
                  <a:pt x="794" y="1180"/>
                </a:lnTo>
                <a:lnTo>
                  <a:pt x="794" y="1179"/>
                </a:lnTo>
                <a:lnTo>
                  <a:pt x="795" y="1179"/>
                </a:lnTo>
                <a:lnTo>
                  <a:pt x="795" y="1178"/>
                </a:lnTo>
                <a:lnTo>
                  <a:pt x="794" y="1178"/>
                </a:lnTo>
                <a:lnTo>
                  <a:pt x="793" y="1178"/>
                </a:lnTo>
                <a:lnTo>
                  <a:pt x="793" y="1177"/>
                </a:lnTo>
                <a:lnTo>
                  <a:pt x="792" y="1177"/>
                </a:lnTo>
                <a:lnTo>
                  <a:pt x="791" y="1176"/>
                </a:lnTo>
                <a:lnTo>
                  <a:pt x="790" y="1176"/>
                </a:lnTo>
                <a:lnTo>
                  <a:pt x="790" y="1175"/>
                </a:lnTo>
                <a:lnTo>
                  <a:pt x="790" y="1174"/>
                </a:lnTo>
                <a:lnTo>
                  <a:pt x="789" y="1174"/>
                </a:lnTo>
                <a:lnTo>
                  <a:pt x="788" y="1173"/>
                </a:lnTo>
                <a:lnTo>
                  <a:pt x="788" y="1172"/>
                </a:lnTo>
                <a:lnTo>
                  <a:pt x="787" y="1171"/>
                </a:lnTo>
                <a:lnTo>
                  <a:pt x="786" y="1171"/>
                </a:lnTo>
                <a:lnTo>
                  <a:pt x="785" y="1171"/>
                </a:lnTo>
                <a:lnTo>
                  <a:pt x="784" y="1171"/>
                </a:lnTo>
                <a:lnTo>
                  <a:pt x="784" y="1170"/>
                </a:lnTo>
                <a:lnTo>
                  <a:pt x="784" y="1169"/>
                </a:lnTo>
                <a:lnTo>
                  <a:pt x="784" y="1168"/>
                </a:lnTo>
                <a:lnTo>
                  <a:pt x="784" y="1167"/>
                </a:lnTo>
                <a:lnTo>
                  <a:pt x="784" y="1166"/>
                </a:lnTo>
                <a:lnTo>
                  <a:pt x="784" y="1165"/>
                </a:lnTo>
                <a:lnTo>
                  <a:pt x="783" y="1165"/>
                </a:lnTo>
                <a:lnTo>
                  <a:pt x="783" y="1164"/>
                </a:lnTo>
                <a:lnTo>
                  <a:pt x="782" y="1164"/>
                </a:lnTo>
                <a:lnTo>
                  <a:pt x="781" y="1163"/>
                </a:lnTo>
                <a:lnTo>
                  <a:pt x="781" y="1162"/>
                </a:lnTo>
                <a:lnTo>
                  <a:pt x="782" y="1162"/>
                </a:lnTo>
                <a:lnTo>
                  <a:pt x="782" y="1161"/>
                </a:lnTo>
                <a:lnTo>
                  <a:pt x="781" y="1161"/>
                </a:lnTo>
                <a:lnTo>
                  <a:pt x="780" y="1161"/>
                </a:lnTo>
                <a:lnTo>
                  <a:pt x="779" y="1161"/>
                </a:lnTo>
                <a:lnTo>
                  <a:pt x="779" y="1162"/>
                </a:lnTo>
                <a:lnTo>
                  <a:pt x="778" y="1161"/>
                </a:lnTo>
                <a:lnTo>
                  <a:pt x="777" y="1161"/>
                </a:lnTo>
                <a:lnTo>
                  <a:pt x="776" y="1161"/>
                </a:lnTo>
                <a:lnTo>
                  <a:pt x="776" y="1162"/>
                </a:lnTo>
                <a:lnTo>
                  <a:pt x="775" y="1162"/>
                </a:lnTo>
                <a:lnTo>
                  <a:pt x="774" y="1162"/>
                </a:lnTo>
                <a:lnTo>
                  <a:pt x="773" y="1162"/>
                </a:lnTo>
                <a:lnTo>
                  <a:pt x="772" y="1162"/>
                </a:lnTo>
                <a:lnTo>
                  <a:pt x="772" y="1163"/>
                </a:lnTo>
                <a:lnTo>
                  <a:pt x="771" y="1163"/>
                </a:lnTo>
                <a:lnTo>
                  <a:pt x="770" y="1163"/>
                </a:lnTo>
                <a:lnTo>
                  <a:pt x="769" y="1163"/>
                </a:lnTo>
                <a:lnTo>
                  <a:pt x="769" y="1164"/>
                </a:lnTo>
                <a:lnTo>
                  <a:pt x="769" y="1165"/>
                </a:lnTo>
                <a:lnTo>
                  <a:pt x="768" y="1165"/>
                </a:lnTo>
                <a:lnTo>
                  <a:pt x="768" y="1163"/>
                </a:lnTo>
                <a:lnTo>
                  <a:pt x="767" y="1163"/>
                </a:lnTo>
                <a:lnTo>
                  <a:pt x="766" y="1163"/>
                </a:lnTo>
                <a:lnTo>
                  <a:pt x="766" y="1164"/>
                </a:lnTo>
                <a:lnTo>
                  <a:pt x="766" y="1165"/>
                </a:lnTo>
                <a:lnTo>
                  <a:pt x="766" y="1164"/>
                </a:lnTo>
                <a:lnTo>
                  <a:pt x="765" y="1164"/>
                </a:lnTo>
                <a:lnTo>
                  <a:pt x="765" y="1165"/>
                </a:lnTo>
                <a:lnTo>
                  <a:pt x="764" y="1165"/>
                </a:lnTo>
                <a:lnTo>
                  <a:pt x="763" y="1164"/>
                </a:lnTo>
                <a:lnTo>
                  <a:pt x="763" y="1163"/>
                </a:lnTo>
                <a:lnTo>
                  <a:pt x="763" y="1162"/>
                </a:lnTo>
                <a:lnTo>
                  <a:pt x="762" y="1162"/>
                </a:lnTo>
                <a:lnTo>
                  <a:pt x="761" y="1161"/>
                </a:lnTo>
                <a:lnTo>
                  <a:pt x="760" y="1160"/>
                </a:lnTo>
                <a:lnTo>
                  <a:pt x="759" y="1160"/>
                </a:lnTo>
                <a:lnTo>
                  <a:pt x="758" y="1160"/>
                </a:lnTo>
                <a:lnTo>
                  <a:pt x="757" y="1161"/>
                </a:lnTo>
                <a:lnTo>
                  <a:pt x="757" y="1160"/>
                </a:lnTo>
                <a:lnTo>
                  <a:pt x="756" y="1160"/>
                </a:lnTo>
                <a:lnTo>
                  <a:pt x="756" y="1159"/>
                </a:lnTo>
                <a:lnTo>
                  <a:pt x="755" y="1159"/>
                </a:lnTo>
                <a:lnTo>
                  <a:pt x="754" y="1159"/>
                </a:lnTo>
                <a:lnTo>
                  <a:pt x="753" y="1160"/>
                </a:lnTo>
                <a:lnTo>
                  <a:pt x="752" y="1160"/>
                </a:lnTo>
                <a:lnTo>
                  <a:pt x="751" y="1160"/>
                </a:lnTo>
                <a:lnTo>
                  <a:pt x="751" y="1159"/>
                </a:lnTo>
                <a:lnTo>
                  <a:pt x="750" y="1159"/>
                </a:lnTo>
                <a:lnTo>
                  <a:pt x="749" y="1159"/>
                </a:lnTo>
                <a:lnTo>
                  <a:pt x="748" y="1159"/>
                </a:lnTo>
                <a:lnTo>
                  <a:pt x="749" y="1159"/>
                </a:lnTo>
                <a:lnTo>
                  <a:pt x="748" y="1158"/>
                </a:lnTo>
                <a:lnTo>
                  <a:pt x="747" y="1157"/>
                </a:lnTo>
                <a:lnTo>
                  <a:pt x="746" y="1157"/>
                </a:lnTo>
                <a:lnTo>
                  <a:pt x="746" y="1156"/>
                </a:lnTo>
                <a:lnTo>
                  <a:pt x="746" y="1155"/>
                </a:lnTo>
                <a:lnTo>
                  <a:pt x="745" y="1155"/>
                </a:lnTo>
                <a:lnTo>
                  <a:pt x="744" y="1156"/>
                </a:lnTo>
                <a:lnTo>
                  <a:pt x="744" y="1155"/>
                </a:lnTo>
                <a:lnTo>
                  <a:pt x="743" y="1155"/>
                </a:lnTo>
                <a:lnTo>
                  <a:pt x="743" y="1154"/>
                </a:lnTo>
                <a:lnTo>
                  <a:pt x="742" y="1154"/>
                </a:lnTo>
                <a:lnTo>
                  <a:pt x="742" y="1155"/>
                </a:lnTo>
                <a:lnTo>
                  <a:pt x="741" y="1154"/>
                </a:lnTo>
                <a:lnTo>
                  <a:pt x="740" y="1154"/>
                </a:lnTo>
                <a:lnTo>
                  <a:pt x="741" y="1155"/>
                </a:lnTo>
                <a:lnTo>
                  <a:pt x="740" y="1155"/>
                </a:lnTo>
                <a:lnTo>
                  <a:pt x="740" y="1154"/>
                </a:lnTo>
                <a:lnTo>
                  <a:pt x="740" y="1153"/>
                </a:lnTo>
                <a:lnTo>
                  <a:pt x="738" y="1153"/>
                </a:lnTo>
                <a:lnTo>
                  <a:pt x="737" y="1153"/>
                </a:lnTo>
                <a:lnTo>
                  <a:pt x="736" y="1154"/>
                </a:lnTo>
                <a:lnTo>
                  <a:pt x="735" y="1155"/>
                </a:lnTo>
                <a:lnTo>
                  <a:pt x="735" y="1156"/>
                </a:lnTo>
                <a:lnTo>
                  <a:pt x="734" y="1156"/>
                </a:lnTo>
                <a:lnTo>
                  <a:pt x="734" y="1155"/>
                </a:lnTo>
                <a:lnTo>
                  <a:pt x="733" y="1155"/>
                </a:lnTo>
                <a:lnTo>
                  <a:pt x="732" y="1155"/>
                </a:lnTo>
                <a:lnTo>
                  <a:pt x="732" y="1156"/>
                </a:lnTo>
                <a:lnTo>
                  <a:pt x="731" y="1156"/>
                </a:lnTo>
                <a:lnTo>
                  <a:pt x="730" y="1156"/>
                </a:lnTo>
                <a:lnTo>
                  <a:pt x="730" y="1157"/>
                </a:lnTo>
                <a:lnTo>
                  <a:pt x="729" y="1157"/>
                </a:lnTo>
                <a:lnTo>
                  <a:pt x="728" y="1157"/>
                </a:lnTo>
                <a:lnTo>
                  <a:pt x="728" y="1158"/>
                </a:lnTo>
                <a:lnTo>
                  <a:pt x="727" y="1158"/>
                </a:lnTo>
                <a:lnTo>
                  <a:pt x="726" y="1158"/>
                </a:lnTo>
                <a:lnTo>
                  <a:pt x="726" y="1159"/>
                </a:lnTo>
                <a:lnTo>
                  <a:pt x="725" y="1160"/>
                </a:lnTo>
                <a:lnTo>
                  <a:pt x="724" y="1160"/>
                </a:lnTo>
                <a:lnTo>
                  <a:pt x="723" y="1160"/>
                </a:lnTo>
                <a:lnTo>
                  <a:pt x="723" y="1159"/>
                </a:lnTo>
                <a:lnTo>
                  <a:pt x="722" y="1159"/>
                </a:lnTo>
                <a:lnTo>
                  <a:pt x="722" y="1160"/>
                </a:lnTo>
                <a:lnTo>
                  <a:pt x="721" y="1161"/>
                </a:lnTo>
                <a:lnTo>
                  <a:pt x="720" y="1162"/>
                </a:lnTo>
                <a:lnTo>
                  <a:pt x="720" y="1163"/>
                </a:lnTo>
                <a:lnTo>
                  <a:pt x="719" y="1164"/>
                </a:lnTo>
                <a:lnTo>
                  <a:pt x="719" y="1165"/>
                </a:lnTo>
                <a:lnTo>
                  <a:pt x="718" y="1165"/>
                </a:lnTo>
                <a:lnTo>
                  <a:pt x="718" y="1166"/>
                </a:lnTo>
                <a:lnTo>
                  <a:pt x="717" y="1166"/>
                </a:lnTo>
                <a:lnTo>
                  <a:pt x="718" y="1167"/>
                </a:lnTo>
                <a:lnTo>
                  <a:pt x="717" y="1167"/>
                </a:lnTo>
                <a:lnTo>
                  <a:pt x="717" y="1168"/>
                </a:lnTo>
                <a:lnTo>
                  <a:pt x="716" y="1168"/>
                </a:lnTo>
                <a:lnTo>
                  <a:pt x="716" y="1167"/>
                </a:lnTo>
                <a:lnTo>
                  <a:pt x="715" y="1167"/>
                </a:lnTo>
                <a:lnTo>
                  <a:pt x="715" y="1168"/>
                </a:lnTo>
                <a:lnTo>
                  <a:pt x="714" y="1168"/>
                </a:lnTo>
                <a:lnTo>
                  <a:pt x="714" y="1169"/>
                </a:lnTo>
                <a:lnTo>
                  <a:pt x="714" y="1170"/>
                </a:lnTo>
                <a:lnTo>
                  <a:pt x="713" y="1170"/>
                </a:lnTo>
                <a:lnTo>
                  <a:pt x="713" y="1169"/>
                </a:lnTo>
                <a:lnTo>
                  <a:pt x="712" y="1169"/>
                </a:lnTo>
                <a:lnTo>
                  <a:pt x="712" y="1170"/>
                </a:lnTo>
                <a:lnTo>
                  <a:pt x="712" y="1168"/>
                </a:lnTo>
                <a:lnTo>
                  <a:pt x="711" y="1168"/>
                </a:lnTo>
                <a:lnTo>
                  <a:pt x="710" y="1168"/>
                </a:lnTo>
                <a:lnTo>
                  <a:pt x="710" y="1169"/>
                </a:lnTo>
                <a:lnTo>
                  <a:pt x="710" y="1170"/>
                </a:lnTo>
                <a:lnTo>
                  <a:pt x="711" y="1170"/>
                </a:lnTo>
                <a:lnTo>
                  <a:pt x="711" y="1171"/>
                </a:lnTo>
                <a:lnTo>
                  <a:pt x="710" y="1171"/>
                </a:lnTo>
                <a:lnTo>
                  <a:pt x="710" y="1172"/>
                </a:lnTo>
                <a:lnTo>
                  <a:pt x="711" y="1172"/>
                </a:lnTo>
                <a:lnTo>
                  <a:pt x="711" y="1173"/>
                </a:lnTo>
                <a:lnTo>
                  <a:pt x="710" y="1173"/>
                </a:lnTo>
                <a:lnTo>
                  <a:pt x="709" y="1173"/>
                </a:lnTo>
                <a:lnTo>
                  <a:pt x="709" y="1172"/>
                </a:lnTo>
                <a:lnTo>
                  <a:pt x="708" y="1172"/>
                </a:lnTo>
                <a:lnTo>
                  <a:pt x="708" y="1173"/>
                </a:lnTo>
                <a:lnTo>
                  <a:pt x="708" y="1174"/>
                </a:lnTo>
                <a:lnTo>
                  <a:pt x="708" y="1175"/>
                </a:lnTo>
                <a:lnTo>
                  <a:pt x="709" y="1175"/>
                </a:lnTo>
                <a:lnTo>
                  <a:pt x="708" y="1175"/>
                </a:lnTo>
                <a:lnTo>
                  <a:pt x="707" y="1175"/>
                </a:lnTo>
                <a:lnTo>
                  <a:pt x="707" y="1176"/>
                </a:lnTo>
                <a:lnTo>
                  <a:pt x="708" y="1176"/>
                </a:lnTo>
                <a:lnTo>
                  <a:pt x="707" y="1177"/>
                </a:lnTo>
                <a:lnTo>
                  <a:pt x="706" y="1177"/>
                </a:lnTo>
                <a:lnTo>
                  <a:pt x="705" y="1176"/>
                </a:lnTo>
                <a:lnTo>
                  <a:pt x="704" y="1177"/>
                </a:lnTo>
                <a:lnTo>
                  <a:pt x="703" y="1177"/>
                </a:lnTo>
                <a:lnTo>
                  <a:pt x="702" y="1176"/>
                </a:lnTo>
                <a:lnTo>
                  <a:pt x="701" y="1177"/>
                </a:lnTo>
                <a:lnTo>
                  <a:pt x="701" y="1178"/>
                </a:lnTo>
                <a:lnTo>
                  <a:pt x="700" y="1178"/>
                </a:lnTo>
                <a:lnTo>
                  <a:pt x="699" y="1178"/>
                </a:lnTo>
                <a:lnTo>
                  <a:pt x="699" y="1179"/>
                </a:lnTo>
                <a:lnTo>
                  <a:pt x="700" y="1179"/>
                </a:lnTo>
                <a:lnTo>
                  <a:pt x="700" y="1180"/>
                </a:lnTo>
                <a:lnTo>
                  <a:pt x="699" y="1180"/>
                </a:lnTo>
                <a:lnTo>
                  <a:pt x="698" y="1179"/>
                </a:lnTo>
                <a:lnTo>
                  <a:pt x="697" y="1178"/>
                </a:lnTo>
                <a:lnTo>
                  <a:pt x="696" y="1178"/>
                </a:lnTo>
                <a:lnTo>
                  <a:pt x="695" y="1179"/>
                </a:lnTo>
                <a:lnTo>
                  <a:pt x="694" y="1179"/>
                </a:lnTo>
                <a:lnTo>
                  <a:pt x="694" y="1178"/>
                </a:lnTo>
                <a:lnTo>
                  <a:pt x="693" y="1178"/>
                </a:lnTo>
                <a:lnTo>
                  <a:pt x="693" y="1179"/>
                </a:lnTo>
                <a:lnTo>
                  <a:pt x="693" y="1180"/>
                </a:lnTo>
                <a:lnTo>
                  <a:pt x="692" y="1179"/>
                </a:lnTo>
                <a:lnTo>
                  <a:pt x="691" y="1179"/>
                </a:lnTo>
                <a:lnTo>
                  <a:pt x="690" y="1179"/>
                </a:lnTo>
                <a:lnTo>
                  <a:pt x="690" y="1178"/>
                </a:lnTo>
                <a:lnTo>
                  <a:pt x="690" y="1177"/>
                </a:lnTo>
                <a:lnTo>
                  <a:pt x="689" y="1177"/>
                </a:lnTo>
                <a:lnTo>
                  <a:pt x="688" y="1177"/>
                </a:lnTo>
                <a:lnTo>
                  <a:pt x="687" y="1177"/>
                </a:lnTo>
                <a:lnTo>
                  <a:pt x="686" y="1177"/>
                </a:lnTo>
                <a:lnTo>
                  <a:pt x="685" y="1177"/>
                </a:lnTo>
                <a:lnTo>
                  <a:pt x="684" y="1178"/>
                </a:lnTo>
                <a:lnTo>
                  <a:pt x="684" y="1179"/>
                </a:lnTo>
                <a:lnTo>
                  <a:pt x="683" y="1179"/>
                </a:lnTo>
                <a:lnTo>
                  <a:pt x="682" y="1178"/>
                </a:lnTo>
                <a:lnTo>
                  <a:pt x="682" y="1179"/>
                </a:lnTo>
                <a:lnTo>
                  <a:pt x="681" y="1179"/>
                </a:lnTo>
                <a:lnTo>
                  <a:pt x="680" y="1179"/>
                </a:lnTo>
                <a:lnTo>
                  <a:pt x="681" y="1179"/>
                </a:lnTo>
                <a:lnTo>
                  <a:pt x="681" y="1178"/>
                </a:lnTo>
                <a:lnTo>
                  <a:pt x="680" y="1178"/>
                </a:lnTo>
                <a:lnTo>
                  <a:pt x="680" y="1177"/>
                </a:lnTo>
                <a:lnTo>
                  <a:pt x="681" y="1177"/>
                </a:lnTo>
                <a:lnTo>
                  <a:pt x="680" y="1177"/>
                </a:lnTo>
                <a:lnTo>
                  <a:pt x="679" y="1177"/>
                </a:lnTo>
                <a:lnTo>
                  <a:pt x="679" y="1178"/>
                </a:lnTo>
                <a:lnTo>
                  <a:pt x="679" y="1177"/>
                </a:lnTo>
                <a:lnTo>
                  <a:pt x="678" y="1177"/>
                </a:lnTo>
                <a:lnTo>
                  <a:pt x="678" y="1178"/>
                </a:lnTo>
                <a:lnTo>
                  <a:pt x="677" y="1178"/>
                </a:lnTo>
                <a:lnTo>
                  <a:pt x="677" y="1177"/>
                </a:lnTo>
                <a:lnTo>
                  <a:pt x="678" y="1177"/>
                </a:lnTo>
                <a:lnTo>
                  <a:pt x="679" y="1177"/>
                </a:lnTo>
                <a:lnTo>
                  <a:pt x="678" y="1176"/>
                </a:lnTo>
                <a:lnTo>
                  <a:pt x="679" y="1176"/>
                </a:lnTo>
                <a:lnTo>
                  <a:pt x="679" y="1175"/>
                </a:lnTo>
                <a:lnTo>
                  <a:pt x="679" y="1176"/>
                </a:lnTo>
                <a:lnTo>
                  <a:pt x="680" y="1175"/>
                </a:lnTo>
                <a:lnTo>
                  <a:pt x="679" y="1175"/>
                </a:lnTo>
                <a:lnTo>
                  <a:pt x="679" y="1174"/>
                </a:lnTo>
                <a:lnTo>
                  <a:pt x="678" y="1174"/>
                </a:lnTo>
                <a:lnTo>
                  <a:pt x="678" y="1175"/>
                </a:lnTo>
                <a:lnTo>
                  <a:pt x="677" y="1175"/>
                </a:lnTo>
                <a:lnTo>
                  <a:pt x="677" y="1176"/>
                </a:lnTo>
                <a:lnTo>
                  <a:pt x="677" y="1175"/>
                </a:lnTo>
                <a:lnTo>
                  <a:pt x="675" y="1175"/>
                </a:lnTo>
                <a:lnTo>
                  <a:pt x="674" y="1175"/>
                </a:lnTo>
                <a:lnTo>
                  <a:pt x="673" y="1176"/>
                </a:lnTo>
                <a:lnTo>
                  <a:pt x="672" y="1176"/>
                </a:lnTo>
                <a:lnTo>
                  <a:pt x="671" y="1176"/>
                </a:lnTo>
                <a:lnTo>
                  <a:pt x="670" y="1176"/>
                </a:lnTo>
                <a:lnTo>
                  <a:pt x="670" y="1175"/>
                </a:lnTo>
                <a:lnTo>
                  <a:pt x="670" y="1174"/>
                </a:lnTo>
                <a:lnTo>
                  <a:pt x="668" y="1174"/>
                </a:lnTo>
                <a:lnTo>
                  <a:pt x="668" y="1173"/>
                </a:lnTo>
                <a:lnTo>
                  <a:pt x="667" y="1173"/>
                </a:lnTo>
                <a:lnTo>
                  <a:pt x="666" y="1174"/>
                </a:lnTo>
                <a:lnTo>
                  <a:pt x="666" y="1173"/>
                </a:lnTo>
                <a:lnTo>
                  <a:pt x="665" y="1173"/>
                </a:lnTo>
                <a:lnTo>
                  <a:pt x="665" y="1172"/>
                </a:lnTo>
                <a:lnTo>
                  <a:pt x="664" y="1172"/>
                </a:lnTo>
                <a:lnTo>
                  <a:pt x="664" y="1173"/>
                </a:lnTo>
                <a:lnTo>
                  <a:pt x="664" y="1172"/>
                </a:lnTo>
                <a:lnTo>
                  <a:pt x="663" y="1171"/>
                </a:lnTo>
                <a:lnTo>
                  <a:pt x="662" y="1171"/>
                </a:lnTo>
                <a:lnTo>
                  <a:pt x="662" y="1172"/>
                </a:lnTo>
                <a:lnTo>
                  <a:pt x="661" y="1172"/>
                </a:lnTo>
                <a:lnTo>
                  <a:pt x="660" y="1172"/>
                </a:lnTo>
                <a:lnTo>
                  <a:pt x="659" y="1171"/>
                </a:lnTo>
                <a:lnTo>
                  <a:pt x="659" y="1170"/>
                </a:lnTo>
                <a:lnTo>
                  <a:pt x="659" y="1169"/>
                </a:lnTo>
                <a:lnTo>
                  <a:pt x="658" y="1169"/>
                </a:lnTo>
                <a:lnTo>
                  <a:pt x="658" y="1168"/>
                </a:lnTo>
                <a:lnTo>
                  <a:pt x="658" y="1167"/>
                </a:lnTo>
                <a:lnTo>
                  <a:pt x="657" y="1167"/>
                </a:lnTo>
                <a:lnTo>
                  <a:pt x="656" y="1167"/>
                </a:lnTo>
                <a:lnTo>
                  <a:pt x="655" y="1167"/>
                </a:lnTo>
                <a:lnTo>
                  <a:pt x="655" y="1168"/>
                </a:lnTo>
                <a:lnTo>
                  <a:pt x="655" y="1167"/>
                </a:lnTo>
                <a:lnTo>
                  <a:pt x="654" y="1168"/>
                </a:lnTo>
                <a:lnTo>
                  <a:pt x="654" y="1167"/>
                </a:lnTo>
                <a:lnTo>
                  <a:pt x="655" y="1167"/>
                </a:lnTo>
                <a:lnTo>
                  <a:pt x="655" y="1166"/>
                </a:lnTo>
                <a:lnTo>
                  <a:pt x="655" y="1165"/>
                </a:lnTo>
                <a:lnTo>
                  <a:pt x="654" y="1165"/>
                </a:lnTo>
                <a:lnTo>
                  <a:pt x="653" y="1165"/>
                </a:lnTo>
                <a:lnTo>
                  <a:pt x="653" y="1166"/>
                </a:lnTo>
                <a:lnTo>
                  <a:pt x="652" y="1166"/>
                </a:lnTo>
                <a:lnTo>
                  <a:pt x="652" y="1165"/>
                </a:lnTo>
                <a:lnTo>
                  <a:pt x="652" y="1166"/>
                </a:lnTo>
                <a:lnTo>
                  <a:pt x="653" y="1166"/>
                </a:lnTo>
                <a:lnTo>
                  <a:pt x="652" y="1166"/>
                </a:lnTo>
                <a:lnTo>
                  <a:pt x="652" y="1167"/>
                </a:lnTo>
                <a:lnTo>
                  <a:pt x="652" y="1166"/>
                </a:lnTo>
                <a:lnTo>
                  <a:pt x="651" y="1166"/>
                </a:lnTo>
                <a:lnTo>
                  <a:pt x="651" y="1165"/>
                </a:lnTo>
                <a:lnTo>
                  <a:pt x="651" y="1164"/>
                </a:lnTo>
                <a:lnTo>
                  <a:pt x="650" y="1164"/>
                </a:lnTo>
                <a:lnTo>
                  <a:pt x="650" y="1163"/>
                </a:lnTo>
                <a:lnTo>
                  <a:pt x="649" y="1163"/>
                </a:lnTo>
                <a:lnTo>
                  <a:pt x="649" y="1162"/>
                </a:lnTo>
                <a:lnTo>
                  <a:pt x="649" y="1163"/>
                </a:lnTo>
                <a:lnTo>
                  <a:pt x="649" y="1162"/>
                </a:lnTo>
                <a:lnTo>
                  <a:pt x="648" y="1162"/>
                </a:lnTo>
                <a:lnTo>
                  <a:pt x="648" y="1161"/>
                </a:lnTo>
                <a:lnTo>
                  <a:pt x="647" y="1161"/>
                </a:lnTo>
                <a:lnTo>
                  <a:pt x="646" y="1161"/>
                </a:lnTo>
                <a:lnTo>
                  <a:pt x="647" y="1161"/>
                </a:lnTo>
                <a:lnTo>
                  <a:pt x="647" y="1160"/>
                </a:lnTo>
                <a:lnTo>
                  <a:pt x="647" y="1159"/>
                </a:lnTo>
                <a:lnTo>
                  <a:pt x="646" y="1159"/>
                </a:lnTo>
                <a:lnTo>
                  <a:pt x="645" y="1159"/>
                </a:lnTo>
                <a:lnTo>
                  <a:pt x="644" y="1159"/>
                </a:lnTo>
                <a:lnTo>
                  <a:pt x="644" y="1158"/>
                </a:lnTo>
                <a:lnTo>
                  <a:pt x="643" y="1158"/>
                </a:lnTo>
                <a:lnTo>
                  <a:pt x="643" y="1157"/>
                </a:lnTo>
                <a:lnTo>
                  <a:pt x="643" y="1156"/>
                </a:lnTo>
                <a:lnTo>
                  <a:pt x="643" y="1155"/>
                </a:lnTo>
                <a:lnTo>
                  <a:pt x="643" y="1154"/>
                </a:lnTo>
                <a:lnTo>
                  <a:pt x="643" y="1152"/>
                </a:lnTo>
                <a:lnTo>
                  <a:pt x="644" y="1152"/>
                </a:lnTo>
                <a:lnTo>
                  <a:pt x="644" y="1150"/>
                </a:lnTo>
                <a:lnTo>
                  <a:pt x="644" y="1149"/>
                </a:lnTo>
                <a:lnTo>
                  <a:pt x="643" y="1148"/>
                </a:lnTo>
                <a:lnTo>
                  <a:pt x="643" y="1147"/>
                </a:lnTo>
                <a:lnTo>
                  <a:pt x="642" y="1147"/>
                </a:lnTo>
                <a:lnTo>
                  <a:pt x="642" y="1146"/>
                </a:lnTo>
                <a:lnTo>
                  <a:pt x="642" y="1145"/>
                </a:lnTo>
                <a:lnTo>
                  <a:pt x="642" y="1144"/>
                </a:lnTo>
                <a:lnTo>
                  <a:pt x="642" y="1143"/>
                </a:lnTo>
                <a:lnTo>
                  <a:pt x="641" y="1143"/>
                </a:lnTo>
                <a:lnTo>
                  <a:pt x="640" y="1143"/>
                </a:lnTo>
                <a:lnTo>
                  <a:pt x="641" y="1142"/>
                </a:lnTo>
                <a:lnTo>
                  <a:pt x="642" y="1142"/>
                </a:lnTo>
                <a:lnTo>
                  <a:pt x="642" y="1141"/>
                </a:lnTo>
                <a:lnTo>
                  <a:pt x="641" y="1141"/>
                </a:lnTo>
                <a:lnTo>
                  <a:pt x="640" y="1141"/>
                </a:lnTo>
                <a:lnTo>
                  <a:pt x="640" y="1140"/>
                </a:lnTo>
                <a:lnTo>
                  <a:pt x="640" y="1139"/>
                </a:lnTo>
                <a:lnTo>
                  <a:pt x="641" y="1139"/>
                </a:lnTo>
                <a:lnTo>
                  <a:pt x="641" y="1138"/>
                </a:lnTo>
                <a:lnTo>
                  <a:pt x="640" y="1138"/>
                </a:lnTo>
                <a:lnTo>
                  <a:pt x="639" y="1138"/>
                </a:lnTo>
                <a:lnTo>
                  <a:pt x="638" y="1138"/>
                </a:lnTo>
                <a:lnTo>
                  <a:pt x="638" y="1137"/>
                </a:lnTo>
                <a:lnTo>
                  <a:pt x="639" y="1136"/>
                </a:lnTo>
                <a:lnTo>
                  <a:pt x="640" y="1136"/>
                </a:lnTo>
                <a:lnTo>
                  <a:pt x="640" y="1135"/>
                </a:lnTo>
                <a:lnTo>
                  <a:pt x="639" y="1135"/>
                </a:lnTo>
                <a:lnTo>
                  <a:pt x="638" y="1134"/>
                </a:lnTo>
                <a:lnTo>
                  <a:pt x="637" y="1134"/>
                </a:lnTo>
                <a:lnTo>
                  <a:pt x="637" y="1135"/>
                </a:lnTo>
                <a:lnTo>
                  <a:pt x="636" y="1136"/>
                </a:lnTo>
                <a:lnTo>
                  <a:pt x="634" y="1136"/>
                </a:lnTo>
                <a:lnTo>
                  <a:pt x="634" y="1135"/>
                </a:lnTo>
                <a:lnTo>
                  <a:pt x="633" y="1135"/>
                </a:lnTo>
                <a:lnTo>
                  <a:pt x="633" y="1134"/>
                </a:lnTo>
                <a:lnTo>
                  <a:pt x="632" y="1134"/>
                </a:lnTo>
                <a:lnTo>
                  <a:pt x="631" y="1134"/>
                </a:lnTo>
                <a:lnTo>
                  <a:pt x="630" y="1134"/>
                </a:lnTo>
                <a:lnTo>
                  <a:pt x="630" y="1135"/>
                </a:lnTo>
                <a:lnTo>
                  <a:pt x="629" y="1136"/>
                </a:lnTo>
                <a:lnTo>
                  <a:pt x="629" y="1137"/>
                </a:lnTo>
                <a:lnTo>
                  <a:pt x="629" y="1138"/>
                </a:lnTo>
                <a:lnTo>
                  <a:pt x="628" y="1139"/>
                </a:lnTo>
                <a:lnTo>
                  <a:pt x="628" y="1140"/>
                </a:lnTo>
                <a:lnTo>
                  <a:pt x="627" y="1140"/>
                </a:lnTo>
                <a:lnTo>
                  <a:pt x="626" y="1140"/>
                </a:lnTo>
                <a:lnTo>
                  <a:pt x="624" y="1141"/>
                </a:lnTo>
                <a:lnTo>
                  <a:pt x="623" y="1142"/>
                </a:lnTo>
                <a:lnTo>
                  <a:pt x="622" y="1142"/>
                </a:lnTo>
                <a:lnTo>
                  <a:pt x="622" y="1143"/>
                </a:lnTo>
                <a:lnTo>
                  <a:pt x="621" y="1143"/>
                </a:lnTo>
                <a:lnTo>
                  <a:pt x="620" y="1144"/>
                </a:lnTo>
                <a:lnTo>
                  <a:pt x="620" y="1145"/>
                </a:lnTo>
                <a:lnTo>
                  <a:pt x="619" y="1145"/>
                </a:lnTo>
                <a:lnTo>
                  <a:pt x="618" y="1145"/>
                </a:lnTo>
                <a:lnTo>
                  <a:pt x="618" y="1144"/>
                </a:lnTo>
                <a:lnTo>
                  <a:pt x="618" y="1143"/>
                </a:lnTo>
                <a:lnTo>
                  <a:pt x="617" y="1143"/>
                </a:lnTo>
                <a:lnTo>
                  <a:pt x="617" y="1142"/>
                </a:lnTo>
                <a:lnTo>
                  <a:pt x="616" y="1142"/>
                </a:lnTo>
                <a:lnTo>
                  <a:pt x="616" y="1143"/>
                </a:lnTo>
                <a:lnTo>
                  <a:pt x="615" y="1143"/>
                </a:lnTo>
                <a:lnTo>
                  <a:pt x="614" y="1143"/>
                </a:lnTo>
                <a:lnTo>
                  <a:pt x="613" y="1143"/>
                </a:lnTo>
                <a:lnTo>
                  <a:pt x="613" y="1144"/>
                </a:lnTo>
                <a:lnTo>
                  <a:pt x="613" y="1143"/>
                </a:lnTo>
                <a:lnTo>
                  <a:pt x="612" y="1143"/>
                </a:lnTo>
                <a:lnTo>
                  <a:pt x="611" y="1143"/>
                </a:lnTo>
                <a:lnTo>
                  <a:pt x="611" y="1144"/>
                </a:lnTo>
                <a:lnTo>
                  <a:pt x="611" y="1145"/>
                </a:lnTo>
                <a:lnTo>
                  <a:pt x="612" y="1146"/>
                </a:lnTo>
                <a:lnTo>
                  <a:pt x="613" y="1146"/>
                </a:lnTo>
                <a:lnTo>
                  <a:pt x="613" y="1147"/>
                </a:lnTo>
                <a:lnTo>
                  <a:pt x="613" y="1148"/>
                </a:lnTo>
                <a:lnTo>
                  <a:pt x="613" y="1149"/>
                </a:lnTo>
                <a:lnTo>
                  <a:pt x="612" y="1149"/>
                </a:lnTo>
                <a:lnTo>
                  <a:pt x="612" y="1150"/>
                </a:lnTo>
                <a:lnTo>
                  <a:pt x="612" y="1152"/>
                </a:lnTo>
                <a:lnTo>
                  <a:pt x="611" y="1153"/>
                </a:lnTo>
                <a:lnTo>
                  <a:pt x="611" y="1155"/>
                </a:lnTo>
                <a:lnTo>
                  <a:pt x="610" y="1156"/>
                </a:lnTo>
                <a:lnTo>
                  <a:pt x="609" y="1157"/>
                </a:lnTo>
                <a:lnTo>
                  <a:pt x="609" y="1158"/>
                </a:lnTo>
                <a:lnTo>
                  <a:pt x="608" y="1159"/>
                </a:lnTo>
                <a:lnTo>
                  <a:pt x="607" y="1159"/>
                </a:lnTo>
                <a:lnTo>
                  <a:pt x="606" y="1159"/>
                </a:lnTo>
                <a:lnTo>
                  <a:pt x="605" y="1159"/>
                </a:lnTo>
                <a:lnTo>
                  <a:pt x="605" y="1158"/>
                </a:lnTo>
                <a:lnTo>
                  <a:pt x="604" y="1157"/>
                </a:lnTo>
                <a:lnTo>
                  <a:pt x="603" y="1157"/>
                </a:lnTo>
                <a:lnTo>
                  <a:pt x="603" y="1156"/>
                </a:lnTo>
                <a:lnTo>
                  <a:pt x="603" y="1155"/>
                </a:lnTo>
                <a:lnTo>
                  <a:pt x="602" y="1155"/>
                </a:lnTo>
                <a:lnTo>
                  <a:pt x="602" y="1156"/>
                </a:lnTo>
                <a:lnTo>
                  <a:pt x="602" y="1157"/>
                </a:lnTo>
                <a:lnTo>
                  <a:pt x="603" y="1158"/>
                </a:lnTo>
                <a:lnTo>
                  <a:pt x="602" y="1159"/>
                </a:lnTo>
                <a:lnTo>
                  <a:pt x="601" y="1159"/>
                </a:lnTo>
                <a:lnTo>
                  <a:pt x="600" y="1159"/>
                </a:lnTo>
                <a:lnTo>
                  <a:pt x="600" y="1158"/>
                </a:lnTo>
                <a:lnTo>
                  <a:pt x="599" y="1158"/>
                </a:lnTo>
                <a:lnTo>
                  <a:pt x="598" y="1157"/>
                </a:lnTo>
                <a:lnTo>
                  <a:pt x="597" y="1157"/>
                </a:lnTo>
                <a:lnTo>
                  <a:pt x="596" y="1157"/>
                </a:lnTo>
                <a:lnTo>
                  <a:pt x="595" y="1158"/>
                </a:lnTo>
                <a:lnTo>
                  <a:pt x="594" y="1159"/>
                </a:lnTo>
                <a:lnTo>
                  <a:pt x="593" y="1159"/>
                </a:lnTo>
                <a:lnTo>
                  <a:pt x="593" y="1160"/>
                </a:lnTo>
                <a:lnTo>
                  <a:pt x="592" y="1160"/>
                </a:lnTo>
                <a:lnTo>
                  <a:pt x="590" y="1161"/>
                </a:lnTo>
                <a:lnTo>
                  <a:pt x="589" y="1162"/>
                </a:lnTo>
                <a:lnTo>
                  <a:pt x="588" y="1162"/>
                </a:lnTo>
                <a:lnTo>
                  <a:pt x="587" y="1161"/>
                </a:lnTo>
                <a:lnTo>
                  <a:pt x="586" y="1161"/>
                </a:lnTo>
                <a:lnTo>
                  <a:pt x="585" y="1161"/>
                </a:lnTo>
                <a:lnTo>
                  <a:pt x="584" y="1161"/>
                </a:lnTo>
                <a:lnTo>
                  <a:pt x="584" y="1162"/>
                </a:lnTo>
                <a:lnTo>
                  <a:pt x="583" y="1163"/>
                </a:lnTo>
                <a:lnTo>
                  <a:pt x="583" y="1164"/>
                </a:lnTo>
                <a:lnTo>
                  <a:pt x="582" y="1165"/>
                </a:lnTo>
                <a:lnTo>
                  <a:pt x="582" y="1166"/>
                </a:lnTo>
                <a:lnTo>
                  <a:pt x="581" y="1166"/>
                </a:lnTo>
                <a:lnTo>
                  <a:pt x="580" y="1167"/>
                </a:lnTo>
                <a:lnTo>
                  <a:pt x="579" y="1167"/>
                </a:lnTo>
                <a:lnTo>
                  <a:pt x="578" y="1167"/>
                </a:lnTo>
                <a:lnTo>
                  <a:pt x="577" y="1166"/>
                </a:lnTo>
                <a:lnTo>
                  <a:pt x="577" y="1165"/>
                </a:lnTo>
                <a:lnTo>
                  <a:pt x="577" y="1164"/>
                </a:lnTo>
                <a:lnTo>
                  <a:pt x="578" y="1163"/>
                </a:lnTo>
                <a:lnTo>
                  <a:pt x="579" y="1163"/>
                </a:lnTo>
                <a:lnTo>
                  <a:pt x="579" y="1162"/>
                </a:lnTo>
                <a:lnTo>
                  <a:pt x="579" y="1161"/>
                </a:lnTo>
                <a:lnTo>
                  <a:pt x="579" y="1160"/>
                </a:lnTo>
                <a:lnTo>
                  <a:pt x="578" y="1160"/>
                </a:lnTo>
                <a:lnTo>
                  <a:pt x="577" y="1161"/>
                </a:lnTo>
                <a:lnTo>
                  <a:pt x="576" y="1161"/>
                </a:lnTo>
                <a:lnTo>
                  <a:pt x="575" y="1161"/>
                </a:lnTo>
                <a:lnTo>
                  <a:pt x="574" y="1160"/>
                </a:lnTo>
                <a:lnTo>
                  <a:pt x="574" y="1159"/>
                </a:lnTo>
                <a:lnTo>
                  <a:pt x="573" y="1158"/>
                </a:lnTo>
                <a:lnTo>
                  <a:pt x="572" y="1156"/>
                </a:lnTo>
                <a:lnTo>
                  <a:pt x="571" y="1155"/>
                </a:lnTo>
                <a:lnTo>
                  <a:pt x="571" y="1154"/>
                </a:lnTo>
                <a:lnTo>
                  <a:pt x="571" y="1153"/>
                </a:lnTo>
                <a:lnTo>
                  <a:pt x="571" y="1152"/>
                </a:lnTo>
                <a:lnTo>
                  <a:pt x="570" y="1151"/>
                </a:lnTo>
                <a:lnTo>
                  <a:pt x="569" y="1151"/>
                </a:lnTo>
                <a:lnTo>
                  <a:pt x="569" y="1152"/>
                </a:lnTo>
                <a:lnTo>
                  <a:pt x="568" y="1152"/>
                </a:lnTo>
                <a:lnTo>
                  <a:pt x="567" y="1152"/>
                </a:lnTo>
                <a:lnTo>
                  <a:pt x="565" y="1152"/>
                </a:lnTo>
                <a:lnTo>
                  <a:pt x="564" y="1152"/>
                </a:lnTo>
                <a:lnTo>
                  <a:pt x="562" y="1152"/>
                </a:lnTo>
                <a:lnTo>
                  <a:pt x="561" y="1152"/>
                </a:lnTo>
                <a:lnTo>
                  <a:pt x="561" y="1151"/>
                </a:lnTo>
                <a:lnTo>
                  <a:pt x="561" y="1150"/>
                </a:lnTo>
                <a:lnTo>
                  <a:pt x="561" y="1149"/>
                </a:lnTo>
                <a:lnTo>
                  <a:pt x="560" y="1149"/>
                </a:lnTo>
                <a:lnTo>
                  <a:pt x="561" y="1149"/>
                </a:lnTo>
                <a:lnTo>
                  <a:pt x="560" y="1149"/>
                </a:lnTo>
                <a:lnTo>
                  <a:pt x="560" y="1148"/>
                </a:lnTo>
                <a:lnTo>
                  <a:pt x="559" y="1147"/>
                </a:lnTo>
                <a:lnTo>
                  <a:pt x="559" y="1146"/>
                </a:lnTo>
                <a:lnTo>
                  <a:pt x="558" y="1146"/>
                </a:lnTo>
                <a:lnTo>
                  <a:pt x="557" y="1146"/>
                </a:lnTo>
                <a:lnTo>
                  <a:pt x="557" y="1147"/>
                </a:lnTo>
                <a:lnTo>
                  <a:pt x="557" y="1148"/>
                </a:lnTo>
                <a:lnTo>
                  <a:pt x="557" y="1149"/>
                </a:lnTo>
                <a:lnTo>
                  <a:pt x="557" y="1150"/>
                </a:lnTo>
                <a:lnTo>
                  <a:pt x="557" y="1151"/>
                </a:lnTo>
                <a:lnTo>
                  <a:pt x="556" y="1152"/>
                </a:lnTo>
                <a:lnTo>
                  <a:pt x="556" y="1153"/>
                </a:lnTo>
                <a:lnTo>
                  <a:pt x="555" y="1153"/>
                </a:lnTo>
                <a:lnTo>
                  <a:pt x="555" y="1154"/>
                </a:lnTo>
                <a:lnTo>
                  <a:pt x="555" y="1155"/>
                </a:lnTo>
                <a:lnTo>
                  <a:pt x="555" y="1156"/>
                </a:lnTo>
                <a:lnTo>
                  <a:pt x="556" y="1157"/>
                </a:lnTo>
                <a:lnTo>
                  <a:pt x="556" y="1158"/>
                </a:lnTo>
                <a:lnTo>
                  <a:pt x="557" y="1159"/>
                </a:lnTo>
                <a:lnTo>
                  <a:pt x="557" y="1160"/>
                </a:lnTo>
                <a:lnTo>
                  <a:pt x="557" y="1161"/>
                </a:lnTo>
                <a:lnTo>
                  <a:pt x="557" y="1162"/>
                </a:lnTo>
                <a:lnTo>
                  <a:pt x="556" y="1163"/>
                </a:lnTo>
                <a:lnTo>
                  <a:pt x="555" y="1162"/>
                </a:lnTo>
                <a:lnTo>
                  <a:pt x="554" y="1162"/>
                </a:lnTo>
                <a:lnTo>
                  <a:pt x="553" y="1161"/>
                </a:lnTo>
                <a:lnTo>
                  <a:pt x="552" y="1161"/>
                </a:lnTo>
                <a:lnTo>
                  <a:pt x="551" y="1161"/>
                </a:lnTo>
                <a:lnTo>
                  <a:pt x="550" y="1161"/>
                </a:lnTo>
                <a:lnTo>
                  <a:pt x="550" y="1162"/>
                </a:lnTo>
                <a:lnTo>
                  <a:pt x="549" y="1162"/>
                </a:lnTo>
                <a:lnTo>
                  <a:pt x="549" y="1163"/>
                </a:lnTo>
                <a:lnTo>
                  <a:pt x="549" y="1164"/>
                </a:lnTo>
                <a:lnTo>
                  <a:pt x="548" y="1164"/>
                </a:lnTo>
                <a:lnTo>
                  <a:pt x="547" y="1165"/>
                </a:lnTo>
                <a:lnTo>
                  <a:pt x="546" y="1165"/>
                </a:lnTo>
                <a:lnTo>
                  <a:pt x="546" y="1164"/>
                </a:lnTo>
                <a:lnTo>
                  <a:pt x="545" y="1164"/>
                </a:lnTo>
                <a:lnTo>
                  <a:pt x="545" y="1163"/>
                </a:lnTo>
                <a:lnTo>
                  <a:pt x="545" y="1162"/>
                </a:lnTo>
                <a:lnTo>
                  <a:pt x="545" y="1161"/>
                </a:lnTo>
                <a:lnTo>
                  <a:pt x="545" y="1160"/>
                </a:lnTo>
                <a:lnTo>
                  <a:pt x="544" y="1160"/>
                </a:lnTo>
                <a:lnTo>
                  <a:pt x="543" y="1160"/>
                </a:lnTo>
                <a:lnTo>
                  <a:pt x="543" y="1161"/>
                </a:lnTo>
                <a:lnTo>
                  <a:pt x="542" y="1161"/>
                </a:lnTo>
                <a:lnTo>
                  <a:pt x="542" y="1162"/>
                </a:lnTo>
                <a:lnTo>
                  <a:pt x="542" y="1163"/>
                </a:lnTo>
                <a:lnTo>
                  <a:pt x="542" y="1164"/>
                </a:lnTo>
                <a:lnTo>
                  <a:pt x="541" y="1164"/>
                </a:lnTo>
                <a:lnTo>
                  <a:pt x="541" y="1165"/>
                </a:lnTo>
                <a:lnTo>
                  <a:pt x="539" y="1165"/>
                </a:lnTo>
                <a:lnTo>
                  <a:pt x="538" y="1165"/>
                </a:lnTo>
                <a:lnTo>
                  <a:pt x="538" y="1164"/>
                </a:lnTo>
                <a:lnTo>
                  <a:pt x="537" y="1164"/>
                </a:lnTo>
                <a:lnTo>
                  <a:pt x="536" y="1165"/>
                </a:lnTo>
                <a:lnTo>
                  <a:pt x="535" y="1165"/>
                </a:lnTo>
                <a:lnTo>
                  <a:pt x="534" y="1166"/>
                </a:lnTo>
                <a:lnTo>
                  <a:pt x="534" y="1167"/>
                </a:lnTo>
                <a:lnTo>
                  <a:pt x="533" y="1167"/>
                </a:lnTo>
                <a:lnTo>
                  <a:pt x="533" y="1168"/>
                </a:lnTo>
                <a:lnTo>
                  <a:pt x="532" y="1168"/>
                </a:lnTo>
                <a:lnTo>
                  <a:pt x="530" y="1168"/>
                </a:lnTo>
                <a:lnTo>
                  <a:pt x="529" y="1167"/>
                </a:lnTo>
                <a:lnTo>
                  <a:pt x="528" y="1167"/>
                </a:lnTo>
                <a:lnTo>
                  <a:pt x="527" y="1166"/>
                </a:lnTo>
                <a:lnTo>
                  <a:pt x="526" y="1166"/>
                </a:lnTo>
                <a:lnTo>
                  <a:pt x="525" y="1166"/>
                </a:lnTo>
                <a:lnTo>
                  <a:pt x="525" y="1167"/>
                </a:lnTo>
                <a:lnTo>
                  <a:pt x="525" y="1168"/>
                </a:lnTo>
                <a:lnTo>
                  <a:pt x="526" y="1169"/>
                </a:lnTo>
                <a:lnTo>
                  <a:pt x="526" y="1170"/>
                </a:lnTo>
                <a:lnTo>
                  <a:pt x="526" y="1171"/>
                </a:lnTo>
                <a:lnTo>
                  <a:pt x="525" y="1171"/>
                </a:lnTo>
                <a:lnTo>
                  <a:pt x="525" y="1172"/>
                </a:lnTo>
                <a:lnTo>
                  <a:pt x="524" y="1172"/>
                </a:lnTo>
                <a:lnTo>
                  <a:pt x="524" y="1173"/>
                </a:lnTo>
                <a:lnTo>
                  <a:pt x="523" y="1173"/>
                </a:lnTo>
                <a:lnTo>
                  <a:pt x="522" y="1173"/>
                </a:lnTo>
                <a:lnTo>
                  <a:pt x="521" y="1173"/>
                </a:lnTo>
                <a:lnTo>
                  <a:pt x="520" y="1173"/>
                </a:lnTo>
                <a:lnTo>
                  <a:pt x="519" y="1173"/>
                </a:lnTo>
                <a:lnTo>
                  <a:pt x="519" y="1172"/>
                </a:lnTo>
                <a:lnTo>
                  <a:pt x="518" y="1172"/>
                </a:lnTo>
                <a:lnTo>
                  <a:pt x="517" y="1172"/>
                </a:lnTo>
                <a:lnTo>
                  <a:pt x="517" y="1171"/>
                </a:lnTo>
                <a:lnTo>
                  <a:pt x="516" y="1171"/>
                </a:lnTo>
                <a:lnTo>
                  <a:pt x="516" y="1170"/>
                </a:lnTo>
                <a:lnTo>
                  <a:pt x="516" y="1169"/>
                </a:lnTo>
                <a:lnTo>
                  <a:pt x="515" y="1169"/>
                </a:lnTo>
                <a:lnTo>
                  <a:pt x="515" y="1168"/>
                </a:lnTo>
                <a:lnTo>
                  <a:pt x="514" y="1168"/>
                </a:lnTo>
                <a:lnTo>
                  <a:pt x="513" y="1168"/>
                </a:lnTo>
                <a:lnTo>
                  <a:pt x="512" y="1168"/>
                </a:lnTo>
                <a:lnTo>
                  <a:pt x="511" y="1169"/>
                </a:lnTo>
                <a:lnTo>
                  <a:pt x="510" y="1169"/>
                </a:lnTo>
                <a:lnTo>
                  <a:pt x="510" y="1170"/>
                </a:lnTo>
                <a:lnTo>
                  <a:pt x="509" y="1170"/>
                </a:lnTo>
                <a:lnTo>
                  <a:pt x="509" y="1171"/>
                </a:lnTo>
                <a:lnTo>
                  <a:pt x="509" y="1172"/>
                </a:lnTo>
                <a:lnTo>
                  <a:pt x="508" y="1172"/>
                </a:lnTo>
                <a:lnTo>
                  <a:pt x="507" y="1172"/>
                </a:lnTo>
                <a:lnTo>
                  <a:pt x="506" y="1172"/>
                </a:lnTo>
                <a:lnTo>
                  <a:pt x="505" y="1171"/>
                </a:lnTo>
                <a:lnTo>
                  <a:pt x="504" y="1171"/>
                </a:lnTo>
                <a:lnTo>
                  <a:pt x="504" y="1170"/>
                </a:lnTo>
                <a:lnTo>
                  <a:pt x="503" y="1170"/>
                </a:lnTo>
                <a:lnTo>
                  <a:pt x="503" y="1169"/>
                </a:lnTo>
                <a:lnTo>
                  <a:pt x="503" y="1168"/>
                </a:lnTo>
                <a:lnTo>
                  <a:pt x="502" y="1167"/>
                </a:lnTo>
                <a:lnTo>
                  <a:pt x="501" y="1167"/>
                </a:lnTo>
                <a:lnTo>
                  <a:pt x="501" y="1166"/>
                </a:lnTo>
                <a:lnTo>
                  <a:pt x="500" y="1166"/>
                </a:lnTo>
                <a:lnTo>
                  <a:pt x="500" y="1165"/>
                </a:lnTo>
                <a:lnTo>
                  <a:pt x="500" y="1164"/>
                </a:lnTo>
                <a:lnTo>
                  <a:pt x="501" y="1164"/>
                </a:lnTo>
                <a:lnTo>
                  <a:pt x="501" y="1163"/>
                </a:lnTo>
                <a:lnTo>
                  <a:pt x="501" y="1162"/>
                </a:lnTo>
                <a:lnTo>
                  <a:pt x="501" y="1161"/>
                </a:lnTo>
                <a:lnTo>
                  <a:pt x="501" y="1160"/>
                </a:lnTo>
                <a:lnTo>
                  <a:pt x="500" y="1159"/>
                </a:lnTo>
                <a:lnTo>
                  <a:pt x="500" y="1158"/>
                </a:lnTo>
                <a:lnTo>
                  <a:pt x="499" y="1157"/>
                </a:lnTo>
                <a:lnTo>
                  <a:pt x="498" y="1157"/>
                </a:lnTo>
                <a:lnTo>
                  <a:pt x="498" y="1158"/>
                </a:lnTo>
                <a:lnTo>
                  <a:pt x="497" y="1158"/>
                </a:lnTo>
                <a:lnTo>
                  <a:pt x="496" y="1158"/>
                </a:lnTo>
                <a:lnTo>
                  <a:pt x="495" y="1159"/>
                </a:lnTo>
                <a:lnTo>
                  <a:pt x="494" y="1159"/>
                </a:lnTo>
                <a:lnTo>
                  <a:pt x="493" y="1159"/>
                </a:lnTo>
                <a:lnTo>
                  <a:pt x="493" y="1160"/>
                </a:lnTo>
                <a:lnTo>
                  <a:pt x="492" y="1160"/>
                </a:lnTo>
                <a:lnTo>
                  <a:pt x="491" y="1159"/>
                </a:lnTo>
                <a:lnTo>
                  <a:pt x="490" y="1159"/>
                </a:lnTo>
                <a:lnTo>
                  <a:pt x="490" y="1158"/>
                </a:lnTo>
                <a:lnTo>
                  <a:pt x="489" y="1158"/>
                </a:lnTo>
                <a:lnTo>
                  <a:pt x="489" y="1157"/>
                </a:lnTo>
                <a:lnTo>
                  <a:pt x="489" y="1156"/>
                </a:lnTo>
                <a:lnTo>
                  <a:pt x="489" y="1155"/>
                </a:lnTo>
                <a:lnTo>
                  <a:pt x="489" y="1154"/>
                </a:lnTo>
                <a:lnTo>
                  <a:pt x="489" y="1153"/>
                </a:lnTo>
                <a:lnTo>
                  <a:pt x="489" y="1152"/>
                </a:lnTo>
                <a:lnTo>
                  <a:pt x="488" y="1152"/>
                </a:lnTo>
                <a:lnTo>
                  <a:pt x="487" y="1152"/>
                </a:lnTo>
                <a:lnTo>
                  <a:pt x="486" y="1153"/>
                </a:lnTo>
                <a:lnTo>
                  <a:pt x="485" y="1153"/>
                </a:lnTo>
                <a:lnTo>
                  <a:pt x="484" y="1152"/>
                </a:lnTo>
                <a:lnTo>
                  <a:pt x="484" y="1151"/>
                </a:lnTo>
                <a:lnTo>
                  <a:pt x="484" y="1150"/>
                </a:lnTo>
                <a:lnTo>
                  <a:pt x="484" y="1149"/>
                </a:lnTo>
                <a:lnTo>
                  <a:pt x="485" y="1148"/>
                </a:lnTo>
                <a:lnTo>
                  <a:pt x="484" y="1148"/>
                </a:lnTo>
                <a:lnTo>
                  <a:pt x="484" y="1147"/>
                </a:lnTo>
                <a:lnTo>
                  <a:pt x="483" y="1147"/>
                </a:lnTo>
                <a:lnTo>
                  <a:pt x="482" y="1148"/>
                </a:lnTo>
                <a:lnTo>
                  <a:pt x="481" y="1149"/>
                </a:lnTo>
                <a:lnTo>
                  <a:pt x="480" y="1150"/>
                </a:lnTo>
                <a:lnTo>
                  <a:pt x="479" y="1151"/>
                </a:lnTo>
                <a:lnTo>
                  <a:pt x="478" y="1151"/>
                </a:lnTo>
                <a:lnTo>
                  <a:pt x="477" y="1151"/>
                </a:lnTo>
                <a:lnTo>
                  <a:pt x="476" y="1151"/>
                </a:lnTo>
                <a:lnTo>
                  <a:pt x="476" y="1150"/>
                </a:lnTo>
                <a:lnTo>
                  <a:pt x="475" y="1150"/>
                </a:lnTo>
                <a:lnTo>
                  <a:pt x="474" y="1150"/>
                </a:lnTo>
                <a:lnTo>
                  <a:pt x="474" y="1149"/>
                </a:lnTo>
                <a:lnTo>
                  <a:pt x="474" y="1148"/>
                </a:lnTo>
                <a:lnTo>
                  <a:pt x="474" y="1147"/>
                </a:lnTo>
                <a:lnTo>
                  <a:pt x="474" y="1146"/>
                </a:lnTo>
                <a:lnTo>
                  <a:pt x="474" y="1145"/>
                </a:lnTo>
                <a:lnTo>
                  <a:pt x="475" y="1145"/>
                </a:lnTo>
                <a:lnTo>
                  <a:pt x="474" y="1145"/>
                </a:lnTo>
                <a:lnTo>
                  <a:pt x="474" y="1144"/>
                </a:lnTo>
                <a:lnTo>
                  <a:pt x="473" y="1144"/>
                </a:lnTo>
                <a:lnTo>
                  <a:pt x="472" y="1144"/>
                </a:lnTo>
                <a:lnTo>
                  <a:pt x="471" y="1144"/>
                </a:lnTo>
                <a:lnTo>
                  <a:pt x="472" y="1143"/>
                </a:lnTo>
                <a:lnTo>
                  <a:pt x="473" y="1142"/>
                </a:lnTo>
                <a:lnTo>
                  <a:pt x="473" y="1141"/>
                </a:lnTo>
                <a:lnTo>
                  <a:pt x="472" y="1140"/>
                </a:lnTo>
                <a:lnTo>
                  <a:pt x="471" y="1140"/>
                </a:lnTo>
                <a:lnTo>
                  <a:pt x="470" y="1140"/>
                </a:lnTo>
                <a:lnTo>
                  <a:pt x="469" y="1140"/>
                </a:lnTo>
                <a:lnTo>
                  <a:pt x="468" y="1140"/>
                </a:lnTo>
                <a:lnTo>
                  <a:pt x="468" y="1139"/>
                </a:lnTo>
                <a:lnTo>
                  <a:pt x="468" y="1138"/>
                </a:lnTo>
                <a:lnTo>
                  <a:pt x="467" y="1138"/>
                </a:lnTo>
                <a:lnTo>
                  <a:pt x="467" y="1137"/>
                </a:lnTo>
                <a:lnTo>
                  <a:pt x="467" y="1136"/>
                </a:lnTo>
                <a:lnTo>
                  <a:pt x="466" y="1136"/>
                </a:lnTo>
                <a:lnTo>
                  <a:pt x="466" y="1135"/>
                </a:lnTo>
                <a:lnTo>
                  <a:pt x="465" y="1135"/>
                </a:lnTo>
                <a:lnTo>
                  <a:pt x="465" y="1134"/>
                </a:lnTo>
                <a:lnTo>
                  <a:pt x="464" y="1134"/>
                </a:lnTo>
                <a:lnTo>
                  <a:pt x="463" y="1134"/>
                </a:lnTo>
                <a:lnTo>
                  <a:pt x="463" y="1133"/>
                </a:lnTo>
                <a:lnTo>
                  <a:pt x="462" y="1133"/>
                </a:lnTo>
                <a:lnTo>
                  <a:pt x="461" y="1133"/>
                </a:lnTo>
                <a:lnTo>
                  <a:pt x="460" y="1133"/>
                </a:lnTo>
                <a:lnTo>
                  <a:pt x="459" y="1134"/>
                </a:lnTo>
                <a:lnTo>
                  <a:pt x="458" y="1134"/>
                </a:lnTo>
                <a:lnTo>
                  <a:pt x="458" y="1133"/>
                </a:lnTo>
                <a:lnTo>
                  <a:pt x="457" y="1133"/>
                </a:lnTo>
                <a:lnTo>
                  <a:pt x="457" y="1132"/>
                </a:lnTo>
                <a:lnTo>
                  <a:pt x="456" y="1132"/>
                </a:lnTo>
                <a:lnTo>
                  <a:pt x="456" y="1131"/>
                </a:lnTo>
                <a:lnTo>
                  <a:pt x="456" y="1130"/>
                </a:lnTo>
                <a:lnTo>
                  <a:pt x="456" y="1129"/>
                </a:lnTo>
                <a:lnTo>
                  <a:pt x="457" y="1129"/>
                </a:lnTo>
                <a:lnTo>
                  <a:pt x="458" y="1129"/>
                </a:lnTo>
                <a:lnTo>
                  <a:pt x="459" y="1128"/>
                </a:lnTo>
                <a:lnTo>
                  <a:pt x="459" y="1127"/>
                </a:lnTo>
                <a:lnTo>
                  <a:pt x="460" y="1127"/>
                </a:lnTo>
                <a:lnTo>
                  <a:pt x="460" y="1126"/>
                </a:lnTo>
                <a:lnTo>
                  <a:pt x="461" y="1126"/>
                </a:lnTo>
                <a:lnTo>
                  <a:pt x="462" y="1126"/>
                </a:lnTo>
                <a:lnTo>
                  <a:pt x="462" y="1125"/>
                </a:lnTo>
                <a:lnTo>
                  <a:pt x="461" y="1125"/>
                </a:lnTo>
                <a:lnTo>
                  <a:pt x="460" y="1125"/>
                </a:lnTo>
                <a:lnTo>
                  <a:pt x="460" y="1124"/>
                </a:lnTo>
                <a:lnTo>
                  <a:pt x="459" y="1124"/>
                </a:lnTo>
                <a:lnTo>
                  <a:pt x="459" y="1123"/>
                </a:lnTo>
                <a:lnTo>
                  <a:pt x="458" y="1123"/>
                </a:lnTo>
                <a:lnTo>
                  <a:pt x="458" y="1122"/>
                </a:lnTo>
                <a:lnTo>
                  <a:pt x="457" y="1121"/>
                </a:lnTo>
                <a:lnTo>
                  <a:pt x="457" y="1120"/>
                </a:lnTo>
                <a:lnTo>
                  <a:pt x="458" y="1120"/>
                </a:lnTo>
                <a:lnTo>
                  <a:pt x="459" y="1120"/>
                </a:lnTo>
                <a:lnTo>
                  <a:pt x="460" y="1120"/>
                </a:lnTo>
                <a:lnTo>
                  <a:pt x="461" y="1120"/>
                </a:lnTo>
                <a:lnTo>
                  <a:pt x="461" y="1119"/>
                </a:lnTo>
                <a:lnTo>
                  <a:pt x="461" y="1118"/>
                </a:lnTo>
                <a:lnTo>
                  <a:pt x="460" y="1117"/>
                </a:lnTo>
                <a:lnTo>
                  <a:pt x="460" y="1116"/>
                </a:lnTo>
                <a:lnTo>
                  <a:pt x="460" y="1115"/>
                </a:lnTo>
                <a:lnTo>
                  <a:pt x="459" y="1114"/>
                </a:lnTo>
                <a:lnTo>
                  <a:pt x="459" y="1113"/>
                </a:lnTo>
                <a:lnTo>
                  <a:pt x="458" y="1112"/>
                </a:lnTo>
                <a:lnTo>
                  <a:pt x="456" y="1112"/>
                </a:lnTo>
                <a:lnTo>
                  <a:pt x="455" y="1112"/>
                </a:lnTo>
                <a:lnTo>
                  <a:pt x="454" y="1112"/>
                </a:lnTo>
                <a:lnTo>
                  <a:pt x="453" y="1111"/>
                </a:lnTo>
                <a:lnTo>
                  <a:pt x="452" y="1111"/>
                </a:lnTo>
                <a:lnTo>
                  <a:pt x="451" y="1110"/>
                </a:lnTo>
                <a:lnTo>
                  <a:pt x="450" y="1110"/>
                </a:lnTo>
                <a:lnTo>
                  <a:pt x="450" y="1109"/>
                </a:lnTo>
                <a:lnTo>
                  <a:pt x="449" y="1109"/>
                </a:lnTo>
                <a:lnTo>
                  <a:pt x="449" y="1108"/>
                </a:lnTo>
                <a:lnTo>
                  <a:pt x="448" y="1107"/>
                </a:lnTo>
                <a:lnTo>
                  <a:pt x="447" y="1106"/>
                </a:lnTo>
                <a:lnTo>
                  <a:pt x="447" y="1105"/>
                </a:lnTo>
                <a:lnTo>
                  <a:pt x="447" y="1104"/>
                </a:lnTo>
                <a:lnTo>
                  <a:pt x="447" y="1103"/>
                </a:lnTo>
                <a:lnTo>
                  <a:pt x="447" y="1102"/>
                </a:lnTo>
                <a:lnTo>
                  <a:pt x="447" y="1101"/>
                </a:lnTo>
                <a:lnTo>
                  <a:pt x="448" y="1100"/>
                </a:lnTo>
                <a:lnTo>
                  <a:pt x="449" y="1100"/>
                </a:lnTo>
                <a:lnTo>
                  <a:pt x="450" y="1100"/>
                </a:lnTo>
                <a:lnTo>
                  <a:pt x="451" y="1100"/>
                </a:lnTo>
                <a:lnTo>
                  <a:pt x="451" y="1099"/>
                </a:lnTo>
                <a:lnTo>
                  <a:pt x="452" y="1099"/>
                </a:lnTo>
                <a:lnTo>
                  <a:pt x="452" y="1098"/>
                </a:lnTo>
                <a:lnTo>
                  <a:pt x="451" y="1097"/>
                </a:lnTo>
                <a:lnTo>
                  <a:pt x="450" y="1097"/>
                </a:lnTo>
                <a:lnTo>
                  <a:pt x="449" y="1097"/>
                </a:lnTo>
                <a:lnTo>
                  <a:pt x="449" y="1096"/>
                </a:lnTo>
                <a:lnTo>
                  <a:pt x="448" y="1096"/>
                </a:lnTo>
                <a:lnTo>
                  <a:pt x="448" y="1095"/>
                </a:lnTo>
                <a:lnTo>
                  <a:pt x="447" y="1095"/>
                </a:lnTo>
                <a:lnTo>
                  <a:pt x="448" y="1094"/>
                </a:lnTo>
                <a:lnTo>
                  <a:pt x="449" y="1094"/>
                </a:lnTo>
                <a:lnTo>
                  <a:pt x="451" y="1094"/>
                </a:lnTo>
                <a:lnTo>
                  <a:pt x="452" y="1094"/>
                </a:lnTo>
                <a:lnTo>
                  <a:pt x="452" y="1093"/>
                </a:lnTo>
                <a:lnTo>
                  <a:pt x="453" y="1093"/>
                </a:lnTo>
                <a:lnTo>
                  <a:pt x="452" y="1093"/>
                </a:lnTo>
                <a:lnTo>
                  <a:pt x="452" y="1092"/>
                </a:lnTo>
                <a:lnTo>
                  <a:pt x="452" y="1091"/>
                </a:lnTo>
                <a:lnTo>
                  <a:pt x="451" y="1089"/>
                </a:lnTo>
                <a:lnTo>
                  <a:pt x="449" y="1089"/>
                </a:lnTo>
                <a:lnTo>
                  <a:pt x="449" y="1088"/>
                </a:lnTo>
                <a:lnTo>
                  <a:pt x="448" y="1088"/>
                </a:lnTo>
                <a:lnTo>
                  <a:pt x="448" y="1087"/>
                </a:lnTo>
                <a:lnTo>
                  <a:pt x="448" y="1086"/>
                </a:lnTo>
                <a:lnTo>
                  <a:pt x="449" y="1086"/>
                </a:lnTo>
                <a:lnTo>
                  <a:pt x="449" y="1085"/>
                </a:lnTo>
                <a:lnTo>
                  <a:pt x="449" y="1084"/>
                </a:lnTo>
                <a:lnTo>
                  <a:pt x="448" y="1084"/>
                </a:lnTo>
                <a:lnTo>
                  <a:pt x="448" y="1083"/>
                </a:lnTo>
                <a:lnTo>
                  <a:pt x="447" y="1083"/>
                </a:lnTo>
                <a:lnTo>
                  <a:pt x="446" y="1083"/>
                </a:lnTo>
                <a:lnTo>
                  <a:pt x="445" y="1082"/>
                </a:lnTo>
                <a:lnTo>
                  <a:pt x="445" y="1081"/>
                </a:lnTo>
                <a:lnTo>
                  <a:pt x="446" y="1081"/>
                </a:lnTo>
                <a:lnTo>
                  <a:pt x="447" y="1080"/>
                </a:lnTo>
                <a:lnTo>
                  <a:pt x="447" y="1079"/>
                </a:lnTo>
                <a:lnTo>
                  <a:pt x="447" y="1078"/>
                </a:lnTo>
                <a:lnTo>
                  <a:pt x="446" y="1078"/>
                </a:lnTo>
                <a:lnTo>
                  <a:pt x="445" y="1077"/>
                </a:lnTo>
                <a:lnTo>
                  <a:pt x="444" y="1076"/>
                </a:lnTo>
                <a:lnTo>
                  <a:pt x="444" y="1075"/>
                </a:lnTo>
                <a:lnTo>
                  <a:pt x="445" y="1075"/>
                </a:lnTo>
                <a:lnTo>
                  <a:pt x="445" y="1074"/>
                </a:lnTo>
                <a:lnTo>
                  <a:pt x="446" y="1074"/>
                </a:lnTo>
                <a:lnTo>
                  <a:pt x="446" y="1073"/>
                </a:lnTo>
                <a:lnTo>
                  <a:pt x="445" y="1073"/>
                </a:lnTo>
                <a:lnTo>
                  <a:pt x="445" y="1072"/>
                </a:lnTo>
                <a:lnTo>
                  <a:pt x="444" y="1072"/>
                </a:lnTo>
                <a:lnTo>
                  <a:pt x="443" y="1072"/>
                </a:lnTo>
                <a:lnTo>
                  <a:pt x="443" y="1073"/>
                </a:lnTo>
                <a:lnTo>
                  <a:pt x="442" y="1073"/>
                </a:lnTo>
                <a:lnTo>
                  <a:pt x="441" y="1073"/>
                </a:lnTo>
                <a:lnTo>
                  <a:pt x="441" y="1072"/>
                </a:lnTo>
                <a:lnTo>
                  <a:pt x="442" y="1072"/>
                </a:lnTo>
                <a:lnTo>
                  <a:pt x="442" y="1071"/>
                </a:lnTo>
                <a:lnTo>
                  <a:pt x="441" y="1070"/>
                </a:lnTo>
                <a:lnTo>
                  <a:pt x="439" y="1069"/>
                </a:lnTo>
                <a:lnTo>
                  <a:pt x="439" y="1068"/>
                </a:lnTo>
                <a:lnTo>
                  <a:pt x="439" y="1067"/>
                </a:lnTo>
                <a:lnTo>
                  <a:pt x="439" y="1066"/>
                </a:lnTo>
                <a:lnTo>
                  <a:pt x="440" y="1065"/>
                </a:lnTo>
                <a:lnTo>
                  <a:pt x="441" y="1065"/>
                </a:lnTo>
                <a:lnTo>
                  <a:pt x="441" y="1064"/>
                </a:lnTo>
                <a:lnTo>
                  <a:pt x="440" y="1063"/>
                </a:lnTo>
                <a:lnTo>
                  <a:pt x="439" y="1063"/>
                </a:lnTo>
                <a:lnTo>
                  <a:pt x="439" y="1062"/>
                </a:lnTo>
                <a:lnTo>
                  <a:pt x="438" y="1062"/>
                </a:lnTo>
                <a:lnTo>
                  <a:pt x="437" y="1061"/>
                </a:lnTo>
                <a:lnTo>
                  <a:pt x="437" y="1060"/>
                </a:lnTo>
                <a:lnTo>
                  <a:pt x="437" y="1059"/>
                </a:lnTo>
                <a:lnTo>
                  <a:pt x="437" y="1058"/>
                </a:lnTo>
                <a:lnTo>
                  <a:pt x="438" y="1058"/>
                </a:lnTo>
                <a:lnTo>
                  <a:pt x="438" y="1057"/>
                </a:lnTo>
                <a:lnTo>
                  <a:pt x="438" y="1056"/>
                </a:lnTo>
                <a:lnTo>
                  <a:pt x="437" y="1056"/>
                </a:lnTo>
                <a:lnTo>
                  <a:pt x="437" y="1055"/>
                </a:lnTo>
                <a:lnTo>
                  <a:pt x="436" y="1055"/>
                </a:lnTo>
                <a:lnTo>
                  <a:pt x="434" y="1056"/>
                </a:lnTo>
                <a:lnTo>
                  <a:pt x="434" y="1057"/>
                </a:lnTo>
                <a:lnTo>
                  <a:pt x="434" y="1058"/>
                </a:lnTo>
                <a:lnTo>
                  <a:pt x="434" y="1059"/>
                </a:lnTo>
                <a:lnTo>
                  <a:pt x="434" y="1060"/>
                </a:lnTo>
                <a:lnTo>
                  <a:pt x="433" y="1060"/>
                </a:lnTo>
                <a:lnTo>
                  <a:pt x="433" y="1061"/>
                </a:lnTo>
                <a:lnTo>
                  <a:pt x="433" y="1060"/>
                </a:lnTo>
                <a:lnTo>
                  <a:pt x="432" y="1060"/>
                </a:lnTo>
                <a:lnTo>
                  <a:pt x="431" y="1060"/>
                </a:lnTo>
                <a:lnTo>
                  <a:pt x="431" y="1059"/>
                </a:lnTo>
                <a:lnTo>
                  <a:pt x="431" y="1058"/>
                </a:lnTo>
                <a:lnTo>
                  <a:pt x="432" y="1058"/>
                </a:lnTo>
                <a:lnTo>
                  <a:pt x="432" y="1057"/>
                </a:lnTo>
                <a:lnTo>
                  <a:pt x="431" y="1057"/>
                </a:lnTo>
                <a:lnTo>
                  <a:pt x="431" y="1056"/>
                </a:lnTo>
                <a:lnTo>
                  <a:pt x="431" y="1055"/>
                </a:lnTo>
                <a:lnTo>
                  <a:pt x="431" y="1054"/>
                </a:lnTo>
                <a:lnTo>
                  <a:pt x="430" y="1054"/>
                </a:lnTo>
                <a:lnTo>
                  <a:pt x="429" y="1054"/>
                </a:lnTo>
                <a:lnTo>
                  <a:pt x="428" y="1054"/>
                </a:lnTo>
                <a:lnTo>
                  <a:pt x="428" y="1055"/>
                </a:lnTo>
                <a:lnTo>
                  <a:pt x="427" y="1055"/>
                </a:lnTo>
                <a:lnTo>
                  <a:pt x="426" y="1055"/>
                </a:lnTo>
                <a:lnTo>
                  <a:pt x="425" y="1055"/>
                </a:lnTo>
                <a:lnTo>
                  <a:pt x="423" y="1057"/>
                </a:lnTo>
                <a:lnTo>
                  <a:pt x="423" y="1058"/>
                </a:lnTo>
                <a:lnTo>
                  <a:pt x="422" y="1058"/>
                </a:lnTo>
                <a:lnTo>
                  <a:pt x="422" y="1059"/>
                </a:lnTo>
                <a:lnTo>
                  <a:pt x="422" y="1058"/>
                </a:lnTo>
                <a:lnTo>
                  <a:pt x="422" y="1059"/>
                </a:lnTo>
                <a:lnTo>
                  <a:pt x="421" y="1058"/>
                </a:lnTo>
                <a:lnTo>
                  <a:pt x="421" y="1059"/>
                </a:lnTo>
                <a:lnTo>
                  <a:pt x="421" y="1060"/>
                </a:lnTo>
                <a:lnTo>
                  <a:pt x="420" y="1060"/>
                </a:lnTo>
                <a:lnTo>
                  <a:pt x="420" y="1061"/>
                </a:lnTo>
                <a:lnTo>
                  <a:pt x="419" y="1061"/>
                </a:lnTo>
                <a:lnTo>
                  <a:pt x="419" y="1062"/>
                </a:lnTo>
                <a:lnTo>
                  <a:pt x="418" y="1062"/>
                </a:lnTo>
                <a:lnTo>
                  <a:pt x="418" y="1063"/>
                </a:lnTo>
                <a:lnTo>
                  <a:pt x="417" y="1063"/>
                </a:lnTo>
                <a:lnTo>
                  <a:pt x="416" y="1063"/>
                </a:lnTo>
                <a:lnTo>
                  <a:pt x="415" y="1063"/>
                </a:lnTo>
                <a:lnTo>
                  <a:pt x="415" y="1064"/>
                </a:lnTo>
                <a:lnTo>
                  <a:pt x="414" y="1064"/>
                </a:lnTo>
                <a:lnTo>
                  <a:pt x="411" y="1064"/>
                </a:lnTo>
                <a:lnTo>
                  <a:pt x="411" y="1065"/>
                </a:lnTo>
                <a:lnTo>
                  <a:pt x="410" y="1065"/>
                </a:lnTo>
                <a:lnTo>
                  <a:pt x="409" y="1065"/>
                </a:lnTo>
                <a:lnTo>
                  <a:pt x="408" y="1065"/>
                </a:lnTo>
                <a:lnTo>
                  <a:pt x="407" y="1065"/>
                </a:lnTo>
                <a:lnTo>
                  <a:pt x="406" y="1065"/>
                </a:lnTo>
                <a:lnTo>
                  <a:pt x="404" y="1067"/>
                </a:lnTo>
                <a:lnTo>
                  <a:pt x="403" y="1067"/>
                </a:lnTo>
                <a:lnTo>
                  <a:pt x="402" y="1067"/>
                </a:lnTo>
                <a:lnTo>
                  <a:pt x="401" y="1067"/>
                </a:lnTo>
                <a:lnTo>
                  <a:pt x="401" y="1068"/>
                </a:lnTo>
                <a:lnTo>
                  <a:pt x="401" y="1069"/>
                </a:lnTo>
                <a:lnTo>
                  <a:pt x="401" y="1070"/>
                </a:lnTo>
                <a:lnTo>
                  <a:pt x="400" y="1070"/>
                </a:lnTo>
                <a:lnTo>
                  <a:pt x="400" y="1071"/>
                </a:lnTo>
                <a:lnTo>
                  <a:pt x="399" y="1071"/>
                </a:lnTo>
                <a:lnTo>
                  <a:pt x="398" y="1072"/>
                </a:lnTo>
                <a:lnTo>
                  <a:pt x="399" y="1072"/>
                </a:lnTo>
                <a:lnTo>
                  <a:pt x="398" y="1072"/>
                </a:lnTo>
                <a:lnTo>
                  <a:pt x="398" y="1071"/>
                </a:lnTo>
                <a:lnTo>
                  <a:pt x="397" y="1071"/>
                </a:lnTo>
                <a:lnTo>
                  <a:pt x="397" y="1070"/>
                </a:lnTo>
                <a:lnTo>
                  <a:pt x="397" y="1071"/>
                </a:lnTo>
                <a:lnTo>
                  <a:pt x="396" y="1071"/>
                </a:lnTo>
                <a:lnTo>
                  <a:pt x="395" y="1071"/>
                </a:lnTo>
                <a:lnTo>
                  <a:pt x="394" y="1070"/>
                </a:lnTo>
                <a:lnTo>
                  <a:pt x="393" y="1069"/>
                </a:lnTo>
                <a:lnTo>
                  <a:pt x="392" y="1069"/>
                </a:lnTo>
                <a:lnTo>
                  <a:pt x="391" y="1069"/>
                </a:lnTo>
                <a:lnTo>
                  <a:pt x="390" y="1068"/>
                </a:lnTo>
                <a:lnTo>
                  <a:pt x="390" y="1069"/>
                </a:lnTo>
                <a:lnTo>
                  <a:pt x="389" y="1069"/>
                </a:lnTo>
                <a:lnTo>
                  <a:pt x="389" y="1070"/>
                </a:lnTo>
                <a:lnTo>
                  <a:pt x="388" y="1070"/>
                </a:lnTo>
                <a:lnTo>
                  <a:pt x="389" y="1070"/>
                </a:lnTo>
                <a:lnTo>
                  <a:pt x="388" y="1070"/>
                </a:lnTo>
                <a:lnTo>
                  <a:pt x="389" y="1071"/>
                </a:lnTo>
                <a:lnTo>
                  <a:pt x="388" y="1072"/>
                </a:lnTo>
                <a:lnTo>
                  <a:pt x="388" y="1071"/>
                </a:lnTo>
                <a:lnTo>
                  <a:pt x="387" y="1072"/>
                </a:lnTo>
                <a:lnTo>
                  <a:pt x="387" y="1073"/>
                </a:lnTo>
                <a:lnTo>
                  <a:pt x="386" y="1073"/>
                </a:lnTo>
                <a:lnTo>
                  <a:pt x="385" y="1072"/>
                </a:lnTo>
                <a:lnTo>
                  <a:pt x="384" y="1072"/>
                </a:lnTo>
                <a:lnTo>
                  <a:pt x="383" y="1072"/>
                </a:lnTo>
                <a:lnTo>
                  <a:pt x="383" y="1073"/>
                </a:lnTo>
                <a:lnTo>
                  <a:pt x="382" y="1072"/>
                </a:lnTo>
                <a:lnTo>
                  <a:pt x="382" y="1073"/>
                </a:lnTo>
                <a:lnTo>
                  <a:pt x="382" y="1072"/>
                </a:lnTo>
                <a:lnTo>
                  <a:pt x="382" y="1073"/>
                </a:lnTo>
                <a:lnTo>
                  <a:pt x="381" y="1073"/>
                </a:lnTo>
                <a:lnTo>
                  <a:pt x="380" y="1073"/>
                </a:lnTo>
                <a:lnTo>
                  <a:pt x="380" y="1072"/>
                </a:lnTo>
                <a:lnTo>
                  <a:pt x="380" y="1073"/>
                </a:lnTo>
                <a:lnTo>
                  <a:pt x="379" y="1073"/>
                </a:lnTo>
                <a:lnTo>
                  <a:pt x="380" y="1074"/>
                </a:lnTo>
                <a:lnTo>
                  <a:pt x="379" y="1074"/>
                </a:lnTo>
                <a:lnTo>
                  <a:pt x="380" y="1074"/>
                </a:lnTo>
                <a:lnTo>
                  <a:pt x="380" y="1075"/>
                </a:lnTo>
                <a:lnTo>
                  <a:pt x="379" y="1075"/>
                </a:lnTo>
                <a:lnTo>
                  <a:pt x="379" y="1076"/>
                </a:lnTo>
                <a:lnTo>
                  <a:pt x="378" y="1076"/>
                </a:lnTo>
                <a:lnTo>
                  <a:pt x="377" y="1076"/>
                </a:lnTo>
                <a:lnTo>
                  <a:pt x="376" y="1076"/>
                </a:lnTo>
                <a:lnTo>
                  <a:pt x="377" y="1075"/>
                </a:lnTo>
                <a:lnTo>
                  <a:pt x="376" y="1075"/>
                </a:lnTo>
                <a:lnTo>
                  <a:pt x="376" y="1074"/>
                </a:lnTo>
                <a:lnTo>
                  <a:pt x="375" y="1074"/>
                </a:lnTo>
                <a:lnTo>
                  <a:pt x="375" y="1073"/>
                </a:lnTo>
                <a:lnTo>
                  <a:pt x="375" y="1074"/>
                </a:lnTo>
                <a:lnTo>
                  <a:pt x="374" y="1073"/>
                </a:lnTo>
                <a:lnTo>
                  <a:pt x="374" y="1074"/>
                </a:lnTo>
                <a:lnTo>
                  <a:pt x="373" y="1073"/>
                </a:lnTo>
                <a:lnTo>
                  <a:pt x="372" y="1072"/>
                </a:lnTo>
                <a:lnTo>
                  <a:pt x="372" y="1073"/>
                </a:lnTo>
                <a:lnTo>
                  <a:pt x="371" y="1073"/>
                </a:lnTo>
                <a:lnTo>
                  <a:pt x="370" y="1074"/>
                </a:lnTo>
                <a:lnTo>
                  <a:pt x="370" y="1073"/>
                </a:lnTo>
                <a:lnTo>
                  <a:pt x="369" y="1073"/>
                </a:lnTo>
                <a:lnTo>
                  <a:pt x="369" y="1074"/>
                </a:lnTo>
                <a:lnTo>
                  <a:pt x="368" y="1073"/>
                </a:lnTo>
                <a:lnTo>
                  <a:pt x="368" y="1072"/>
                </a:lnTo>
                <a:lnTo>
                  <a:pt x="367" y="1072"/>
                </a:lnTo>
                <a:lnTo>
                  <a:pt x="366" y="1072"/>
                </a:lnTo>
                <a:lnTo>
                  <a:pt x="365" y="1072"/>
                </a:lnTo>
                <a:lnTo>
                  <a:pt x="364" y="1071"/>
                </a:lnTo>
                <a:lnTo>
                  <a:pt x="363" y="1071"/>
                </a:lnTo>
                <a:lnTo>
                  <a:pt x="362" y="1072"/>
                </a:lnTo>
                <a:lnTo>
                  <a:pt x="361" y="1072"/>
                </a:lnTo>
                <a:lnTo>
                  <a:pt x="361" y="1073"/>
                </a:lnTo>
                <a:lnTo>
                  <a:pt x="357" y="1077"/>
                </a:lnTo>
                <a:lnTo>
                  <a:pt x="358" y="1076"/>
                </a:lnTo>
                <a:lnTo>
                  <a:pt x="353" y="1069"/>
                </a:lnTo>
                <a:lnTo>
                  <a:pt x="352" y="1069"/>
                </a:lnTo>
                <a:lnTo>
                  <a:pt x="351" y="1068"/>
                </a:lnTo>
                <a:lnTo>
                  <a:pt x="346" y="1064"/>
                </a:lnTo>
                <a:lnTo>
                  <a:pt x="336" y="1051"/>
                </a:lnTo>
                <a:lnTo>
                  <a:pt x="335" y="1051"/>
                </a:lnTo>
                <a:lnTo>
                  <a:pt x="335" y="1049"/>
                </a:lnTo>
                <a:lnTo>
                  <a:pt x="335" y="1048"/>
                </a:lnTo>
                <a:lnTo>
                  <a:pt x="335" y="1047"/>
                </a:lnTo>
                <a:lnTo>
                  <a:pt x="333" y="1038"/>
                </a:lnTo>
                <a:lnTo>
                  <a:pt x="332" y="1036"/>
                </a:lnTo>
                <a:lnTo>
                  <a:pt x="332" y="1035"/>
                </a:lnTo>
                <a:lnTo>
                  <a:pt x="331" y="1033"/>
                </a:lnTo>
                <a:lnTo>
                  <a:pt x="331" y="1032"/>
                </a:lnTo>
                <a:lnTo>
                  <a:pt x="331" y="1031"/>
                </a:lnTo>
                <a:lnTo>
                  <a:pt x="331" y="1030"/>
                </a:lnTo>
                <a:lnTo>
                  <a:pt x="333" y="1030"/>
                </a:lnTo>
                <a:lnTo>
                  <a:pt x="336" y="1029"/>
                </a:lnTo>
                <a:lnTo>
                  <a:pt x="335" y="1027"/>
                </a:lnTo>
                <a:lnTo>
                  <a:pt x="335" y="1026"/>
                </a:lnTo>
                <a:lnTo>
                  <a:pt x="335" y="1025"/>
                </a:lnTo>
                <a:lnTo>
                  <a:pt x="334" y="1024"/>
                </a:lnTo>
                <a:lnTo>
                  <a:pt x="334" y="1023"/>
                </a:lnTo>
                <a:lnTo>
                  <a:pt x="336" y="1023"/>
                </a:lnTo>
                <a:lnTo>
                  <a:pt x="337" y="1023"/>
                </a:lnTo>
                <a:lnTo>
                  <a:pt x="337" y="1022"/>
                </a:lnTo>
                <a:lnTo>
                  <a:pt x="338" y="1024"/>
                </a:lnTo>
                <a:lnTo>
                  <a:pt x="338" y="1025"/>
                </a:lnTo>
                <a:lnTo>
                  <a:pt x="339" y="1027"/>
                </a:lnTo>
                <a:lnTo>
                  <a:pt x="340" y="1026"/>
                </a:lnTo>
                <a:lnTo>
                  <a:pt x="340" y="1025"/>
                </a:lnTo>
                <a:lnTo>
                  <a:pt x="341" y="1024"/>
                </a:lnTo>
                <a:lnTo>
                  <a:pt x="342" y="1024"/>
                </a:lnTo>
                <a:lnTo>
                  <a:pt x="343" y="1024"/>
                </a:lnTo>
                <a:lnTo>
                  <a:pt x="344" y="1023"/>
                </a:lnTo>
                <a:lnTo>
                  <a:pt x="345" y="1023"/>
                </a:lnTo>
                <a:lnTo>
                  <a:pt x="346" y="1022"/>
                </a:lnTo>
                <a:lnTo>
                  <a:pt x="348" y="1022"/>
                </a:lnTo>
                <a:lnTo>
                  <a:pt x="349" y="1023"/>
                </a:lnTo>
                <a:lnTo>
                  <a:pt x="350" y="1024"/>
                </a:lnTo>
                <a:lnTo>
                  <a:pt x="351" y="1024"/>
                </a:lnTo>
                <a:lnTo>
                  <a:pt x="352" y="1025"/>
                </a:lnTo>
                <a:lnTo>
                  <a:pt x="352" y="1024"/>
                </a:lnTo>
                <a:lnTo>
                  <a:pt x="353" y="1024"/>
                </a:lnTo>
                <a:lnTo>
                  <a:pt x="354" y="1025"/>
                </a:lnTo>
                <a:lnTo>
                  <a:pt x="354" y="1024"/>
                </a:lnTo>
                <a:lnTo>
                  <a:pt x="355" y="1023"/>
                </a:lnTo>
                <a:lnTo>
                  <a:pt x="354" y="1022"/>
                </a:lnTo>
                <a:lnTo>
                  <a:pt x="356" y="1021"/>
                </a:lnTo>
                <a:lnTo>
                  <a:pt x="357" y="1020"/>
                </a:lnTo>
                <a:lnTo>
                  <a:pt x="358" y="1019"/>
                </a:lnTo>
                <a:lnTo>
                  <a:pt x="358" y="1018"/>
                </a:lnTo>
                <a:lnTo>
                  <a:pt x="357" y="1017"/>
                </a:lnTo>
                <a:lnTo>
                  <a:pt x="357" y="1016"/>
                </a:lnTo>
                <a:lnTo>
                  <a:pt x="357" y="1015"/>
                </a:lnTo>
                <a:lnTo>
                  <a:pt x="356" y="1015"/>
                </a:lnTo>
                <a:lnTo>
                  <a:pt x="356" y="1014"/>
                </a:lnTo>
                <a:lnTo>
                  <a:pt x="356" y="1013"/>
                </a:lnTo>
                <a:lnTo>
                  <a:pt x="357" y="1013"/>
                </a:lnTo>
                <a:lnTo>
                  <a:pt x="358" y="1012"/>
                </a:lnTo>
                <a:lnTo>
                  <a:pt x="359" y="1012"/>
                </a:lnTo>
                <a:lnTo>
                  <a:pt x="360" y="1012"/>
                </a:lnTo>
                <a:lnTo>
                  <a:pt x="361" y="1012"/>
                </a:lnTo>
                <a:lnTo>
                  <a:pt x="362" y="1011"/>
                </a:lnTo>
                <a:lnTo>
                  <a:pt x="363" y="1010"/>
                </a:lnTo>
                <a:lnTo>
                  <a:pt x="364" y="1010"/>
                </a:lnTo>
                <a:lnTo>
                  <a:pt x="365" y="1009"/>
                </a:lnTo>
                <a:lnTo>
                  <a:pt x="370" y="1007"/>
                </a:lnTo>
                <a:lnTo>
                  <a:pt x="371" y="1007"/>
                </a:lnTo>
                <a:lnTo>
                  <a:pt x="376" y="1005"/>
                </a:lnTo>
                <a:lnTo>
                  <a:pt x="377" y="1005"/>
                </a:lnTo>
                <a:lnTo>
                  <a:pt x="378" y="1005"/>
                </a:lnTo>
                <a:lnTo>
                  <a:pt x="380" y="1004"/>
                </a:lnTo>
                <a:lnTo>
                  <a:pt x="381" y="1004"/>
                </a:lnTo>
                <a:lnTo>
                  <a:pt x="382" y="1004"/>
                </a:lnTo>
                <a:lnTo>
                  <a:pt x="386" y="1003"/>
                </a:lnTo>
                <a:lnTo>
                  <a:pt x="389" y="1002"/>
                </a:lnTo>
                <a:lnTo>
                  <a:pt x="389" y="1000"/>
                </a:lnTo>
                <a:lnTo>
                  <a:pt x="390" y="997"/>
                </a:lnTo>
                <a:lnTo>
                  <a:pt x="390" y="996"/>
                </a:lnTo>
                <a:lnTo>
                  <a:pt x="391" y="996"/>
                </a:lnTo>
                <a:lnTo>
                  <a:pt x="390" y="994"/>
                </a:lnTo>
                <a:lnTo>
                  <a:pt x="389" y="992"/>
                </a:lnTo>
                <a:lnTo>
                  <a:pt x="389" y="991"/>
                </a:lnTo>
                <a:lnTo>
                  <a:pt x="390" y="991"/>
                </a:lnTo>
                <a:lnTo>
                  <a:pt x="389" y="988"/>
                </a:lnTo>
                <a:lnTo>
                  <a:pt x="389" y="987"/>
                </a:lnTo>
                <a:lnTo>
                  <a:pt x="388" y="986"/>
                </a:lnTo>
                <a:lnTo>
                  <a:pt x="388" y="985"/>
                </a:lnTo>
                <a:lnTo>
                  <a:pt x="388" y="984"/>
                </a:lnTo>
                <a:lnTo>
                  <a:pt x="388" y="983"/>
                </a:lnTo>
                <a:lnTo>
                  <a:pt x="387" y="983"/>
                </a:lnTo>
                <a:lnTo>
                  <a:pt x="386" y="984"/>
                </a:lnTo>
                <a:lnTo>
                  <a:pt x="385" y="984"/>
                </a:lnTo>
                <a:lnTo>
                  <a:pt x="384" y="984"/>
                </a:lnTo>
                <a:lnTo>
                  <a:pt x="384" y="983"/>
                </a:lnTo>
                <a:lnTo>
                  <a:pt x="383" y="983"/>
                </a:lnTo>
                <a:lnTo>
                  <a:pt x="383" y="982"/>
                </a:lnTo>
                <a:lnTo>
                  <a:pt x="384" y="981"/>
                </a:lnTo>
                <a:lnTo>
                  <a:pt x="385" y="981"/>
                </a:lnTo>
                <a:lnTo>
                  <a:pt x="385" y="980"/>
                </a:lnTo>
                <a:lnTo>
                  <a:pt x="386" y="980"/>
                </a:lnTo>
                <a:lnTo>
                  <a:pt x="386" y="979"/>
                </a:lnTo>
                <a:lnTo>
                  <a:pt x="386" y="978"/>
                </a:lnTo>
                <a:lnTo>
                  <a:pt x="385" y="978"/>
                </a:lnTo>
                <a:lnTo>
                  <a:pt x="384" y="977"/>
                </a:lnTo>
                <a:lnTo>
                  <a:pt x="384" y="976"/>
                </a:lnTo>
                <a:lnTo>
                  <a:pt x="383" y="976"/>
                </a:lnTo>
                <a:lnTo>
                  <a:pt x="383" y="975"/>
                </a:lnTo>
                <a:lnTo>
                  <a:pt x="384" y="975"/>
                </a:lnTo>
                <a:lnTo>
                  <a:pt x="384" y="974"/>
                </a:lnTo>
                <a:lnTo>
                  <a:pt x="384" y="973"/>
                </a:lnTo>
                <a:lnTo>
                  <a:pt x="384" y="972"/>
                </a:lnTo>
                <a:lnTo>
                  <a:pt x="383" y="972"/>
                </a:lnTo>
                <a:lnTo>
                  <a:pt x="382" y="972"/>
                </a:lnTo>
                <a:lnTo>
                  <a:pt x="382" y="973"/>
                </a:lnTo>
                <a:lnTo>
                  <a:pt x="381" y="972"/>
                </a:lnTo>
                <a:lnTo>
                  <a:pt x="381" y="973"/>
                </a:lnTo>
                <a:lnTo>
                  <a:pt x="381" y="974"/>
                </a:lnTo>
                <a:lnTo>
                  <a:pt x="381" y="975"/>
                </a:lnTo>
                <a:lnTo>
                  <a:pt x="381" y="976"/>
                </a:lnTo>
                <a:lnTo>
                  <a:pt x="380" y="977"/>
                </a:lnTo>
                <a:lnTo>
                  <a:pt x="381" y="977"/>
                </a:lnTo>
                <a:lnTo>
                  <a:pt x="381" y="978"/>
                </a:lnTo>
                <a:lnTo>
                  <a:pt x="381" y="979"/>
                </a:lnTo>
                <a:lnTo>
                  <a:pt x="382" y="979"/>
                </a:lnTo>
                <a:lnTo>
                  <a:pt x="382" y="982"/>
                </a:lnTo>
                <a:lnTo>
                  <a:pt x="381" y="983"/>
                </a:lnTo>
                <a:lnTo>
                  <a:pt x="380" y="983"/>
                </a:lnTo>
                <a:lnTo>
                  <a:pt x="379" y="983"/>
                </a:lnTo>
                <a:lnTo>
                  <a:pt x="378" y="983"/>
                </a:lnTo>
                <a:lnTo>
                  <a:pt x="377" y="983"/>
                </a:lnTo>
                <a:lnTo>
                  <a:pt x="376" y="984"/>
                </a:lnTo>
                <a:lnTo>
                  <a:pt x="375" y="984"/>
                </a:lnTo>
                <a:lnTo>
                  <a:pt x="374" y="984"/>
                </a:lnTo>
                <a:lnTo>
                  <a:pt x="374" y="983"/>
                </a:lnTo>
                <a:lnTo>
                  <a:pt x="373" y="983"/>
                </a:lnTo>
                <a:lnTo>
                  <a:pt x="373" y="982"/>
                </a:lnTo>
                <a:lnTo>
                  <a:pt x="372" y="982"/>
                </a:lnTo>
                <a:lnTo>
                  <a:pt x="372" y="981"/>
                </a:lnTo>
                <a:lnTo>
                  <a:pt x="372" y="980"/>
                </a:lnTo>
                <a:lnTo>
                  <a:pt x="372" y="979"/>
                </a:lnTo>
                <a:lnTo>
                  <a:pt x="372" y="978"/>
                </a:lnTo>
                <a:lnTo>
                  <a:pt x="373" y="977"/>
                </a:lnTo>
                <a:lnTo>
                  <a:pt x="373" y="975"/>
                </a:lnTo>
                <a:lnTo>
                  <a:pt x="373" y="974"/>
                </a:lnTo>
                <a:lnTo>
                  <a:pt x="373" y="973"/>
                </a:lnTo>
                <a:lnTo>
                  <a:pt x="373" y="971"/>
                </a:lnTo>
                <a:lnTo>
                  <a:pt x="374" y="971"/>
                </a:lnTo>
                <a:lnTo>
                  <a:pt x="374" y="970"/>
                </a:lnTo>
                <a:lnTo>
                  <a:pt x="374" y="969"/>
                </a:lnTo>
                <a:lnTo>
                  <a:pt x="374" y="966"/>
                </a:lnTo>
                <a:lnTo>
                  <a:pt x="374" y="965"/>
                </a:lnTo>
                <a:lnTo>
                  <a:pt x="374" y="964"/>
                </a:lnTo>
                <a:lnTo>
                  <a:pt x="373" y="964"/>
                </a:lnTo>
                <a:lnTo>
                  <a:pt x="373" y="965"/>
                </a:lnTo>
                <a:lnTo>
                  <a:pt x="371" y="965"/>
                </a:lnTo>
                <a:lnTo>
                  <a:pt x="370" y="965"/>
                </a:lnTo>
                <a:lnTo>
                  <a:pt x="369" y="965"/>
                </a:lnTo>
                <a:lnTo>
                  <a:pt x="369" y="966"/>
                </a:lnTo>
                <a:lnTo>
                  <a:pt x="368" y="966"/>
                </a:lnTo>
                <a:lnTo>
                  <a:pt x="367" y="967"/>
                </a:lnTo>
                <a:lnTo>
                  <a:pt x="366" y="968"/>
                </a:lnTo>
                <a:lnTo>
                  <a:pt x="366" y="969"/>
                </a:lnTo>
                <a:lnTo>
                  <a:pt x="365" y="969"/>
                </a:lnTo>
                <a:lnTo>
                  <a:pt x="364" y="969"/>
                </a:lnTo>
                <a:lnTo>
                  <a:pt x="363" y="969"/>
                </a:lnTo>
                <a:lnTo>
                  <a:pt x="362" y="969"/>
                </a:lnTo>
                <a:lnTo>
                  <a:pt x="360" y="969"/>
                </a:lnTo>
                <a:lnTo>
                  <a:pt x="360" y="968"/>
                </a:lnTo>
                <a:lnTo>
                  <a:pt x="359" y="967"/>
                </a:lnTo>
                <a:lnTo>
                  <a:pt x="358" y="966"/>
                </a:lnTo>
                <a:lnTo>
                  <a:pt x="357" y="965"/>
                </a:lnTo>
                <a:lnTo>
                  <a:pt x="356" y="965"/>
                </a:lnTo>
                <a:lnTo>
                  <a:pt x="355" y="964"/>
                </a:lnTo>
                <a:lnTo>
                  <a:pt x="354" y="964"/>
                </a:lnTo>
                <a:lnTo>
                  <a:pt x="353" y="963"/>
                </a:lnTo>
                <a:lnTo>
                  <a:pt x="352" y="963"/>
                </a:lnTo>
                <a:lnTo>
                  <a:pt x="351" y="963"/>
                </a:lnTo>
                <a:lnTo>
                  <a:pt x="350" y="962"/>
                </a:lnTo>
                <a:lnTo>
                  <a:pt x="350" y="963"/>
                </a:lnTo>
                <a:lnTo>
                  <a:pt x="349" y="964"/>
                </a:lnTo>
                <a:lnTo>
                  <a:pt x="350" y="964"/>
                </a:lnTo>
                <a:lnTo>
                  <a:pt x="350" y="965"/>
                </a:lnTo>
                <a:lnTo>
                  <a:pt x="351" y="967"/>
                </a:lnTo>
                <a:lnTo>
                  <a:pt x="353" y="966"/>
                </a:lnTo>
                <a:lnTo>
                  <a:pt x="355" y="966"/>
                </a:lnTo>
                <a:lnTo>
                  <a:pt x="356" y="965"/>
                </a:lnTo>
                <a:lnTo>
                  <a:pt x="358" y="967"/>
                </a:lnTo>
                <a:lnTo>
                  <a:pt x="359" y="967"/>
                </a:lnTo>
                <a:lnTo>
                  <a:pt x="360" y="968"/>
                </a:lnTo>
                <a:lnTo>
                  <a:pt x="360" y="969"/>
                </a:lnTo>
                <a:lnTo>
                  <a:pt x="362" y="970"/>
                </a:lnTo>
                <a:lnTo>
                  <a:pt x="362" y="972"/>
                </a:lnTo>
                <a:lnTo>
                  <a:pt x="363" y="974"/>
                </a:lnTo>
                <a:lnTo>
                  <a:pt x="363" y="977"/>
                </a:lnTo>
                <a:lnTo>
                  <a:pt x="361" y="985"/>
                </a:lnTo>
                <a:lnTo>
                  <a:pt x="360" y="985"/>
                </a:lnTo>
                <a:lnTo>
                  <a:pt x="360" y="986"/>
                </a:lnTo>
                <a:lnTo>
                  <a:pt x="359" y="986"/>
                </a:lnTo>
                <a:lnTo>
                  <a:pt x="358" y="987"/>
                </a:lnTo>
                <a:lnTo>
                  <a:pt x="357" y="985"/>
                </a:lnTo>
                <a:lnTo>
                  <a:pt x="357" y="984"/>
                </a:lnTo>
                <a:lnTo>
                  <a:pt x="356" y="983"/>
                </a:lnTo>
                <a:lnTo>
                  <a:pt x="355" y="983"/>
                </a:lnTo>
                <a:lnTo>
                  <a:pt x="354" y="982"/>
                </a:lnTo>
                <a:lnTo>
                  <a:pt x="353" y="982"/>
                </a:lnTo>
                <a:lnTo>
                  <a:pt x="352" y="983"/>
                </a:lnTo>
                <a:lnTo>
                  <a:pt x="352" y="984"/>
                </a:lnTo>
                <a:lnTo>
                  <a:pt x="351" y="983"/>
                </a:lnTo>
                <a:lnTo>
                  <a:pt x="350" y="983"/>
                </a:lnTo>
                <a:lnTo>
                  <a:pt x="349" y="983"/>
                </a:lnTo>
                <a:lnTo>
                  <a:pt x="349" y="984"/>
                </a:lnTo>
                <a:lnTo>
                  <a:pt x="348" y="984"/>
                </a:lnTo>
                <a:lnTo>
                  <a:pt x="347" y="984"/>
                </a:lnTo>
                <a:lnTo>
                  <a:pt x="347" y="983"/>
                </a:lnTo>
                <a:lnTo>
                  <a:pt x="346" y="983"/>
                </a:lnTo>
                <a:lnTo>
                  <a:pt x="346" y="984"/>
                </a:lnTo>
                <a:lnTo>
                  <a:pt x="346" y="985"/>
                </a:lnTo>
                <a:lnTo>
                  <a:pt x="345" y="985"/>
                </a:lnTo>
                <a:lnTo>
                  <a:pt x="345" y="986"/>
                </a:lnTo>
                <a:lnTo>
                  <a:pt x="346" y="986"/>
                </a:lnTo>
                <a:lnTo>
                  <a:pt x="346" y="987"/>
                </a:lnTo>
                <a:lnTo>
                  <a:pt x="345" y="987"/>
                </a:lnTo>
                <a:lnTo>
                  <a:pt x="345" y="988"/>
                </a:lnTo>
                <a:lnTo>
                  <a:pt x="346" y="989"/>
                </a:lnTo>
                <a:lnTo>
                  <a:pt x="347" y="990"/>
                </a:lnTo>
                <a:lnTo>
                  <a:pt x="346" y="990"/>
                </a:lnTo>
                <a:lnTo>
                  <a:pt x="346" y="991"/>
                </a:lnTo>
                <a:lnTo>
                  <a:pt x="345" y="991"/>
                </a:lnTo>
                <a:lnTo>
                  <a:pt x="345" y="992"/>
                </a:lnTo>
                <a:lnTo>
                  <a:pt x="345" y="993"/>
                </a:lnTo>
                <a:lnTo>
                  <a:pt x="345" y="994"/>
                </a:lnTo>
                <a:lnTo>
                  <a:pt x="344" y="994"/>
                </a:lnTo>
                <a:lnTo>
                  <a:pt x="344" y="995"/>
                </a:lnTo>
                <a:lnTo>
                  <a:pt x="344" y="996"/>
                </a:lnTo>
                <a:lnTo>
                  <a:pt x="344" y="998"/>
                </a:lnTo>
                <a:lnTo>
                  <a:pt x="343" y="999"/>
                </a:lnTo>
                <a:lnTo>
                  <a:pt x="344" y="999"/>
                </a:lnTo>
                <a:lnTo>
                  <a:pt x="344" y="1000"/>
                </a:lnTo>
                <a:lnTo>
                  <a:pt x="344" y="1001"/>
                </a:lnTo>
                <a:lnTo>
                  <a:pt x="343" y="1001"/>
                </a:lnTo>
                <a:lnTo>
                  <a:pt x="343" y="1002"/>
                </a:lnTo>
                <a:lnTo>
                  <a:pt x="342" y="1003"/>
                </a:lnTo>
                <a:lnTo>
                  <a:pt x="341" y="1003"/>
                </a:lnTo>
                <a:lnTo>
                  <a:pt x="340" y="1003"/>
                </a:lnTo>
                <a:lnTo>
                  <a:pt x="340" y="1004"/>
                </a:lnTo>
                <a:lnTo>
                  <a:pt x="338" y="1005"/>
                </a:lnTo>
                <a:lnTo>
                  <a:pt x="337" y="1005"/>
                </a:lnTo>
                <a:lnTo>
                  <a:pt x="336" y="1005"/>
                </a:lnTo>
                <a:lnTo>
                  <a:pt x="335" y="1005"/>
                </a:lnTo>
                <a:lnTo>
                  <a:pt x="335" y="1004"/>
                </a:lnTo>
                <a:lnTo>
                  <a:pt x="335" y="1005"/>
                </a:lnTo>
                <a:lnTo>
                  <a:pt x="334" y="1004"/>
                </a:lnTo>
                <a:lnTo>
                  <a:pt x="333" y="1004"/>
                </a:lnTo>
                <a:lnTo>
                  <a:pt x="333" y="1005"/>
                </a:lnTo>
                <a:lnTo>
                  <a:pt x="333" y="1006"/>
                </a:lnTo>
                <a:lnTo>
                  <a:pt x="332" y="1005"/>
                </a:lnTo>
                <a:lnTo>
                  <a:pt x="332" y="1006"/>
                </a:lnTo>
                <a:lnTo>
                  <a:pt x="331" y="1006"/>
                </a:lnTo>
                <a:lnTo>
                  <a:pt x="330" y="1007"/>
                </a:lnTo>
                <a:lnTo>
                  <a:pt x="330" y="1008"/>
                </a:lnTo>
                <a:lnTo>
                  <a:pt x="329" y="1008"/>
                </a:lnTo>
                <a:lnTo>
                  <a:pt x="328" y="1008"/>
                </a:lnTo>
                <a:lnTo>
                  <a:pt x="327" y="1008"/>
                </a:lnTo>
                <a:lnTo>
                  <a:pt x="327" y="1007"/>
                </a:lnTo>
                <a:lnTo>
                  <a:pt x="326" y="1006"/>
                </a:lnTo>
                <a:lnTo>
                  <a:pt x="325" y="1006"/>
                </a:lnTo>
                <a:lnTo>
                  <a:pt x="325" y="1004"/>
                </a:lnTo>
                <a:lnTo>
                  <a:pt x="325" y="1003"/>
                </a:lnTo>
                <a:lnTo>
                  <a:pt x="324" y="1003"/>
                </a:lnTo>
                <a:lnTo>
                  <a:pt x="323" y="1003"/>
                </a:lnTo>
                <a:lnTo>
                  <a:pt x="322" y="1002"/>
                </a:lnTo>
                <a:lnTo>
                  <a:pt x="321" y="1002"/>
                </a:lnTo>
                <a:lnTo>
                  <a:pt x="320" y="1001"/>
                </a:lnTo>
                <a:lnTo>
                  <a:pt x="319" y="1001"/>
                </a:lnTo>
                <a:lnTo>
                  <a:pt x="319" y="1000"/>
                </a:lnTo>
                <a:lnTo>
                  <a:pt x="318" y="1000"/>
                </a:lnTo>
                <a:lnTo>
                  <a:pt x="318" y="1001"/>
                </a:lnTo>
                <a:lnTo>
                  <a:pt x="317" y="1001"/>
                </a:lnTo>
                <a:lnTo>
                  <a:pt x="317" y="1000"/>
                </a:lnTo>
                <a:lnTo>
                  <a:pt x="317" y="999"/>
                </a:lnTo>
                <a:lnTo>
                  <a:pt x="316" y="999"/>
                </a:lnTo>
                <a:lnTo>
                  <a:pt x="316" y="998"/>
                </a:lnTo>
                <a:lnTo>
                  <a:pt x="315" y="998"/>
                </a:lnTo>
                <a:lnTo>
                  <a:pt x="315" y="997"/>
                </a:lnTo>
                <a:lnTo>
                  <a:pt x="314" y="996"/>
                </a:lnTo>
                <a:lnTo>
                  <a:pt x="313" y="995"/>
                </a:lnTo>
                <a:lnTo>
                  <a:pt x="313" y="994"/>
                </a:lnTo>
                <a:lnTo>
                  <a:pt x="313" y="993"/>
                </a:lnTo>
                <a:lnTo>
                  <a:pt x="313" y="992"/>
                </a:lnTo>
                <a:lnTo>
                  <a:pt x="313" y="991"/>
                </a:lnTo>
                <a:lnTo>
                  <a:pt x="313" y="990"/>
                </a:lnTo>
                <a:lnTo>
                  <a:pt x="312" y="990"/>
                </a:lnTo>
                <a:lnTo>
                  <a:pt x="312" y="989"/>
                </a:lnTo>
                <a:lnTo>
                  <a:pt x="311" y="988"/>
                </a:lnTo>
                <a:lnTo>
                  <a:pt x="310" y="987"/>
                </a:lnTo>
                <a:lnTo>
                  <a:pt x="310" y="986"/>
                </a:lnTo>
                <a:lnTo>
                  <a:pt x="311" y="985"/>
                </a:lnTo>
                <a:lnTo>
                  <a:pt x="311" y="984"/>
                </a:lnTo>
                <a:lnTo>
                  <a:pt x="311" y="983"/>
                </a:lnTo>
                <a:lnTo>
                  <a:pt x="311" y="982"/>
                </a:lnTo>
                <a:lnTo>
                  <a:pt x="311" y="981"/>
                </a:lnTo>
                <a:lnTo>
                  <a:pt x="310" y="981"/>
                </a:lnTo>
                <a:lnTo>
                  <a:pt x="310" y="980"/>
                </a:lnTo>
                <a:lnTo>
                  <a:pt x="310" y="978"/>
                </a:lnTo>
                <a:lnTo>
                  <a:pt x="310" y="977"/>
                </a:lnTo>
                <a:lnTo>
                  <a:pt x="310" y="976"/>
                </a:lnTo>
                <a:lnTo>
                  <a:pt x="309" y="976"/>
                </a:lnTo>
                <a:lnTo>
                  <a:pt x="310" y="976"/>
                </a:lnTo>
                <a:lnTo>
                  <a:pt x="309" y="976"/>
                </a:lnTo>
                <a:lnTo>
                  <a:pt x="308" y="976"/>
                </a:lnTo>
                <a:lnTo>
                  <a:pt x="308" y="977"/>
                </a:lnTo>
                <a:lnTo>
                  <a:pt x="307" y="976"/>
                </a:lnTo>
                <a:lnTo>
                  <a:pt x="307" y="977"/>
                </a:lnTo>
                <a:lnTo>
                  <a:pt x="306" y="978"/>
                </a:lnTo>
                <a:lnTo>
                  <a:pt x="306" y="979"/>
                </a:lnTo>
                <a:lnTo>
                  <a:pt x="305" y="979"/>
                </a:lnTo>
                <a:lnTo>
                  <a:pt x="305" y="980"/>
                </a:lnTo>
                <a:lnTo>
                  <a:pt x="304" y="980"/>
                </a:lnTo>
                <a:lnTo>
                  <a:pt x="303" y="980"/>
                </a:lnTo>
                <a:lnTo>
                  <a:pt x="302" y="980"/>
                </a:lnTo>
                <a:lnTo>
                  <a:pt x="301" y="981"/>
                </a:lnTo>
                <a:lnTo>
                  <a:pt x="300" y="981"/>
                </a:lnTo>
                <a:lnTo>
                  <a:pt x="300" y="980"/>
                </a:lnTo>
                <a:lnTo>
                  <a:pt x="300" y="981"/>
                </a:lnTo>
                <a:lnTo>
                  <a:pt x="300" y="980"/>
                </a:lnTo>
                <a:lnTo>
                  <a:pt x="299" y="980"/>
                </a:lnTo>
                <a:lnTo>
                  <a:pt x="299" y="979"/>
                </a:lnTo>
                <a:lnTo>
                  <a:pt x="300" y="978"/>
                </a:lnTo>
                <a:lnTo>
                  <a:pt x="298" y="977"/>
                </a:lnTo>
                <a:lnTo>
                  <a:pt x="297" y="976"/>
                </a:lnTo>
                <a:lnTo>
                  <a:pt x="297" y="975"/>
                </a:lnTo>
                <a:lnTo>
                  <a:pt x="297" y="974"/>
                </a:lnTo>
                <a:lnTo>
                  <a:pt x="297" y="973"/>
                </a:lnTo>
                <a:lnTo>
                  <a:pt x="296" y="971"/>
                </a:lnTo>
                <a:lnTo>
                  <a:pt x="298" y="969"/>
                </a:lnTo>
                <a:lnTo>
                  <a:pt x="298" y="968"/>
                </a:lnTo>
                <a:lnTo>
                  <a:pt x="299" y="966"/>
                </a:lnTo>
                <a:lnTo>
                  <a:pt x="301" y="965"/>
                </a:lnTo>
                <a:lnTo>
                  <a:pt x="301" y="964"/>
                </a:lnTo>
                <a:lnTo>
                  <a:pt x="302" y="964"/>
                </a:lnTo>
                <a:lnTo>
                  <a:pt x="302" y="963"/>
                </a:lnTo>
                <a:lnTo>
                  <a:pt x="302" y="962"/>
                </a:lnTo>
                <a:lnTo>
                  <a:pt x="303" y="962"/>
                </a:lnTo>
                <a:lnTo>
                  <a:pt x="302" y="961"/>
                </a:lnTo>
                <a:lnTo>
                  <a:pt x="302" y="960"/>
                </a:lnTo>
                <a:lnTo>
                  <a:pt x="301" y="960"/>
                </a:lnTo>
                <a:lnTo>
                  <a:pt x="301" y="961"/>
                </a:lnTo>
                <a:lnTo>
                  <a:pt x="300" y="961"/>
                </a:lnTo>
                <a:lnTo>
                  <a:pt x="299" y="961"/>
                </a:lnTo>
                <a:lnTo>
                  <a:pt x="298" y="961"/>
                </a:lnTo>
                <a:lnTo>
                  <a:pt x="297" y="960"/>
                </a:lnTo>
                <a:lnTo>
                  <a:pt x="295" y="960"/>
                </a:lnTo>
                <a:lnTo>
                  <a:pt x="294" y="960"/>
                </a:lnTo>
                <a:lnTo>
                  <a:pt x="293" y="961"/>
                </a:lnTo>
                <a:lnTo>
                  <a:pt x="292" y="961"/>
                </a:lnTo>
                <a:lnTo>
                  <a:pt x="292" y="960"/>
                </a:lnTo>
                <a:lnTo>
                  <a:pt x="291" y="960"/>
                </a:lnTo>
                <a:lnTo>
                  <a:pt x="290" y="960"/>
                </a:lnTo>
                <a:lnTo>
                  <a:pt x="290" y="959"/>
                </a:lnTo>
                <a:lnTo>
                  <a:pt x="289" y="959"/>
                </a:lnTo>
                <a:lnTo>
                  <a:pt x="286" y="959"/>
                </a:lnTo>
                <a:lnTo>
                  <a:pt x="285" y="959"/>
                </a:lnTo>
                <a:lnTo>
                  <a:pt x="285" y="960"/>
                </a:lnTo>
                <a:lnTo>
                  <a:pt x="284" y="959"/>
                </a:lnTo>
                <a:lnTo>
                  <a:pt x="283" y="959"/>
                </a:lnTo>
                <a:lnTo>
                  <a:pt x="282" y="959"/>
                </a:lnTo>
                <a:lnTo>
                  <a:pt x="282" y="958"/>
                </a:lnTo>
                <a:lnTo>
                  <a:pt x="281" y="958"/>
                </a:lnTo>
                <a:lnTo>
                  <a:pt x="280" y="958"/>
                </a:lnTo>
                <a:lnTo>
                  <a:pt x="279" y="957"/>
                </a:lnTo>
                <a:lnTo>
                  <a:pt x="278" y="957"/>
                </a:lnTo>
                <a:lnTo>
                  <a:pt x="277" y="957"/>
                </a:lnTo>
                <a:lnTo>
                  <a:pt x="277" y="956"/>
                </a:lnTo>
                <a:lnTo>
                  <a:pt x="276" y="956"/>
                </a:lnTo>
                <a:lnTo>
                  <a:pt x="276" y="955"/>
                </a:lnTo>
                <a:lnTo>
                  <a:pt x="274" y="952"/>
                </a:lnTo>
                <a:lnTo>
                  <a:pt x="273" y="952"/>
                </a:lnTo>
                <a:lnTo>
                  <a:pt x="272" y="952"/>
                </a:lnTo>
                <a:lnTo>
                  <a:pt x="272" y="951"/>
                </a:lnTo>
                <a:lnTo>
                  <a:pt x="271" y="951"/>
                </a:lnTo>
                <a:lnTo>
                  <a:pt x="270" y="951"/>
                </a:lnTo>
                <a:lnTo>
                  <a:pt x="270" y="950"/>
                </a:lnTo>
                <a:lnTo>
                  <a:pt x="269" y="950"/>
                </a:lnTo>
                <a:lnTo>
                  <a:pt x="269" y="949"/>
                </a:lnTo>
                <a:lnTo>
                  <a:pt x="268" y="949"/>
                </a:lnTo>
                <a:lnTo>
                  <a:pt x="268" y="948"/>
                </a:lnTo>
                <a:lnTo>
                  <a:pt x="267" y="947"/>
                </a:lnTo>
                <a:lnTo>
                  <a:pt x="267" y="946"/>
                </a:lnTo>
                <a:lnTo>
                  <a:pt x="266" y="946"/>
                </a:lnTo>
                <a:lnTo>
                  <a:pt x="266" y="945"/>
                </a:lnTo>
                <a:lnTo>
                  <a:pt x="265" y="945"/>
                </a:lnTo>
                <a:lnTo>
                  <a:pt x="264" y="943"/>
                </a:lnTo>
                <a:lnTo>
                  <a:pt x="263" y="942"/>
                </a:lnTo>
                <a:lnTo>
                  <a:pt x="263" y="941"/>
                </a:lnTo>
                <a:lnTo>
                  <a:pt x="263" y="940"/>
                </a:lnTo>
                <a:lnTo>
                  <a:pt x="263" y="941"/>
                </a:lnTo>
                <a:lnTo>
                  <a:pt x="262" y="940"/>
                </a:lnTo>
                <a:lnTo>
                  <a:pt x="261" y="939"/>
                </a:lnTo>
                <a:lnTo>
                  <a:pt x="260" y="939"/>
                </a:lnTo>
                <a:lnTo>
                  <a:pt x="259" y="938"/>
                </a:lnTo>
                <a:lnTo>
                  <a:pt x="257" y="937"/>
                </a:lnTo>
                <a:lnTo>
                  <a:pt x="257" y="936"/>
                </a:lnTo>
                <a:lnTo>
                  <a:pt x="257" y="935"/>
                </a:lnTo>
                <a:lnTo>
                  <a:pt x="256" y="935"/>
                </a:lnTo>
                <a:lnTo>
                  <a:pt x="256" y="934"/>
                </a:lnTo>
                <a:lnTo>
                  <a:pt x="256" y="933"/>
                </a:lnTo>
                <a:lnTo>
                  <a:pt x="255" y="933"/>
                </a:lnTo>
                <a:lnTo>
                  <a:pt x="255" y="932"/>
                </a:lnTo>
                <a:lnTo>
                  <a:pt x="255" y="933"/>
                </a:lnTo>
                <a:lnTo>
                  <a:pt x="254" y="933"/>
                </a:lnTo>
                <a:lnTo>
                  <a:pt x="254" y="932"/>
                </a:lnTo>
                <a:lnTo>
                  <a:pt x="253" y="932"/>
                </a:lnTo>
                <a:lnTo>
                  <a:pt x="253" y="931"/>
                </a:lnTo>
                <a:lnTo>
                  <a:pt x="253" y="930"/>
                </a:lnTo>
                <a:lnTo>
                  <a:pt x="252" y="929"/>
                </a:lnTo>
                <a:lnTo>
                  <a:pt x="251" y="929"/>
                </a:lnTo>
                <a:lnTo>
                  <a:pt x="251" y="928"/>
                </a:lnTo>
                <a:lnTo>
                  <a:pt x="251" y="926"/>
                </a:lnTo>
                <a:lnTo>
                  <a:pt x="252" y="924"/>
                </a:lnTo>
                <a:lnTo>
                  <a:pt x="253" y="924"/>
                </a:lnTo>
                <a:lnTo>
                  <a:pt x="254" y="922"/>
                </a:lnTo>
                <a:lnTo>
                  <a:pt x="255" y="921"/>
                </a:lnTo>
                <a:lnTo>
                  <a:pt x="257" y="919"/>
                </a:lnTo>
                <a:lnTo>
                  <a:pt x="257" y="918"/>
                </a:lnTo>
                <a:lnTo>
                  <a:pt x="258" y="918"/>
                </a:lnTo>
                <a:lnTo>
                  <a:pt x="258" y="917"/>
                </a:lnTo>
                <a:lnTo>
                  <a:pt x="259" y="916"/>
                </a:lnTo>
                <a:lnTo>
                  <a:pt x="259" y="915"/>
                </a:lnTo>
                <a:lnTo>
                  <a:pt x="259" y="914"/>
                </a:lnTo>
                <a:lnTo>
                  <a:pt x="259" y="911"/>
                </a:lnTo>
                <a:lnTo>
                  <a:pt x="260" y="907"/>
                </a:lnTo>
                <a:lnTo>
                  <a:pt x="259" y="904"/>
                </a:lnTo>
                <a:lnTo>
                  <a:pt x="260" y="903"/>
                </a:lnTo>
                <a:lnTo>
                  <a:pt x="260" y="901"/>
                </a:lnTo>
                <a:lnTo>
                  <a:pt x="260" y="900"/>
                </a:lnTo>
                <a:lnTo>
                  <a:pt x="261" y="899"/>
                </a:lnTo>
                <a:lnTo>
                  <a:pt x="261" y="897"/>
                </a:lnTo>
                <a:lnTo>
                  <a:pt x="262" y="896"/>
                </a:lnTo>
                <a:lnTo>
                  <a:pt x="262" y="895"/>
                </a:lnTo>
                <a:lnTo>
                  <a:pt x="263" y="894"/>
                </a:lnTo>
                <a:lnTo>
                  <a:pt x="267" y="891"/>
                </a:lnTo>
                <a:lnTo>
                  <a:pt x="269" y="889"/>
                </a:lnTo>
                <a:lnTo>
                  <a:pt x="272" y="887"/>
                </a:lnTo>
                <a:lnTo>
                  <a:pt x="276" y="883"/>
                </a:lnTo>
                <a:lnTo>
                  <a:pt x="278" y="881"/>
                </a:lnTo>
                <a:lnTo>
                  <a:pt x="279" y="881"/>
                </a:lnTo>
                <a:lnTo>
                  <a:pt x="279" y="880"/>
                </a:lnTo>
                <a:lnTo>
                  <a:pt x="280" y="879"/>
                </a:lnTo>
                <a:lnTo>
                  <a:pt x="282" y="876"/>
                </a:lnTo>
                <a:lnTo>
                  <a:pt x="284" y="873"/>
                </a:lnTo>
                <a:lnTo>
                  <a:pt x="284" y="872"/>
                </a:lnTo>
                <a:lnTo>
                  <a:pt x="285" y="870"/>
                </a:lnTo>
                <a:lnTo>
                  <a:pt x="286" y="870"/>
                </a:lnTo>
                <a:lnTo>
                  <a:pt x="287" y="869"/>
                </a:lnTo>
                <a:lnTo>
                  <a:pt x="289" y="868"/>
                </a:lnTo>
                <a:lnTo>
                  <a:pt x="291" y="867"/>
                </a:lnTo>
                <a:lnTo>
                  <a:pt x="292" y="866"/>
                </a:lnTo>
                <a:lnTo>
                  <a:pt x="293" y="865"/>
                </a:lnTo>
                <a:lnTo>
                  <a:pt x="295" y="864"/>
                </a:lnTo>
                <a:lnTo>
                  <a:pt x="298" y="862"/>
                </a:lnTo>
                <a:lnTo>
                  <a:pt x="300" y="859"/>
                </a:lnTo>
                <a:lnTo>
                  <a:pt x="301" y="858"/>
                </a:lnTo>
                <a:lnTo>
                  <a:pt x="302" y="858"/>
                </a:lnTo>
                <a:lnTo>
                  <a:pt x="302" y="857"/>
                </a:lnTo>
                <a:lnTo>
                  <a:pt x="303" y="856"/>
                </a:lnTo>
                <a:lnTo>
                  <a:pt x="304" y="856"/>
                </a:lnTo>
                <a:lnTo>
                  <a:pt x="306" y="854"/>
                </a:lnTo>
                <a:lnTo>
                  <a:pt x="307" y="854"/>
                </a:lnTo>
                <a:lnTo>
                  <a:pt x="310" y="852"/>
                </a:lnTo>
                <a:lnTo>
                  <a:pt x="312" y="850"/>
                </a:lnTo>
                <a:lnTo>
                  <a:pt x="313" y="850"/>
                </a:lnTo>
                <a:lnTo>
                  <a:pt x="315" y="848"/>
                </a:lnTo>
                <a:lnTo>
                  <a:pt x="316" y="846"/>
                </a:lnTo>
                <a:lnTo>
                  <a:pt x="317" y="844"/>
                </a:lnTo>
                <a:lnTo>
                  <a:pt x="318" y="843"/>
                </a:lnTo>
                <a:lnTo>
                  <a:pt x="318" y="841"/>
                </a:lnTo>
                <a:lnTo>
                  <a:pt x="319" y="839"/>
                </a:lnTo>
                <a:lnTo>
                  <a:pt x="319" y="838"/>
                </a:lnTo>
                <a:lnTo>
                  <a:pt x="320" y="836"/>
                </a:lnTo>
                <a:lnTo>
                  <a:pt x="321" y="832"/>
                </a:lnTo>
                <a:lnTo>
                  <a:pt x="321" y="830"/>
                </a:lnTo>
                <a:lnTo>
                  <a:pt x="322" y="826"/>
                </a:lnTo>
                <a:lnTo>
                  <a:pt x="322" y="825"/>
                </a:lnTo>
                <a:lnTo>
                  <a:pt x="322" y="822"/>
                </a:lnTo>
                <a:lnTo>
                  <a:pt x="322" y="821"/>
                </a:lnTo>
                <a:lnTo>
                  <a:pt x="323" y="821"/>
                </a:lnTo>
                <a:lnTo>
                  <a:pt x="323" y="820"/>
                </a:lnTo>
                <a:lnTo>
                  <a:pt x="324" y="819"/>
                </a:lnTo>
                <a:lnTo>
                  <a:pt x="325" y="819"/>
                </a:lnTo>
                <a:lnTo>
                  <a:pt x="325" y="818"/>
                </a:lnTo>
                <a:lnTo>
                  <a:pt x="327" y="818"/>
                </a:lnTo>
                <a:lnTo>
                  <a:pt x="328" y="817"/>
                </a:lnTo>
                <a:lnTo>
                  <a:pt x="330" y="815"/>
                </a:lnTo>
                <a:lnTo>
                  <a:pt x="333" y="813"/>
                </a:lnTo>
                <a:lnTo>
                  <a:pt x="334" y="813"/>
                </a:lnTo>
                <a:lnTo>
                  <a:pt x="335" y="812"/>
                </a:lnTo>
                <a:lnTo>
                  <a:pt x="338" y="810"/>
                </a:lnTo>
                <a:lnTo>
                  <a:pt x="339" y="809"/>
                </a:lnTo>
                <a:lnTo>
                  <a:pt x="342" y="807"/>
                </a:lnTo>
                <a:lnTo>
                  <a:pt x="344" y="806"/>
                </a:lnTo>
                <a:lnTo>
                  <a:pt x="345" y="806"/>
                </a:lnTo>
                <a:lnTo>
                  <a:pt x="345" y="805"/>
                </a:lnTo>
                <a:lnTo>
                  <a:pt x="347" y="803"/>
                </a:lnTo>
                <a:lnTo>
                  <a:pt x="348" y="802"/>
                </a:lnTo>
                <a:lnTo>
                  <a:pt x="348" y="801"/>
                </a:lnTo>
                <a:lnTo>
                  <a:pt x="349" y="800"/>
                </a:lnTo>
                <a:lnTo>
                  <a:pt x="350" y="798"/>
                </a:lnTo>
                <a:lnTo>
                  <a:pt x="351" y="797"/>
                </a:lnTo>
                <a:lnTo>
                  <a:pt x="351" y="796"/>
                </a:lnTo>
                <a:lnTo>
                  <a:pt x="353" y="792"/>
                </a:lnTo>
                <a:lnTo>
                  <a:pt x="353" y="791"/>
                </a:lnTo>
                <a:lnTo>
                  <a:pt x="354" y="791"/>
                </a:lnTo>
                <a:lnTo>
                  <a:pt x="354" y="789"/>
                </a:lnTo>
                <a:lnTo>
                  <a:pt x="355" y="787"/>
                </a:lnTo>
                <a:lnTo>
                  <a:pt x="356" y="786"/>
                </a:lnTo>
                <a:lnTo>
                  <a:pt x="357" y="785"/>
                </a:lnTo>
                <a:lnTo>
                  <a:pt x="358" y="783"/>
                </a:lnTo>
                <a:lnTo>
                  <a:pt x="358" y="782"/>
                </a:lnTo>
                <a:lnTo>
                  <a:pt x="359" y="779"/>
                </a:lnTo>
                <a:lnTo>
                  <a:pt x="361" y="776"/>
                </a:lnTo>
                <a:lnTo>
                  <a:pt x="361" y="775"/>
                </a:lnTo>
                <a:lnTo>
                  <a:pt x="362" y="775"/>
                </a:lnTo>
                <a:lnTo>
                  <a:pt x="364" y="772"/>
                </a:lnTo>
                <a:lnTo>
                  <a:pt x="366" y="769"/>
                </a:lnTo>
                <a:lnTo>
                  <a:pt x="366" y="768"/>
                </a:lnTo>
                <a:lnTo>
                  <a:pt x="367" y="767"/>
                </a:lnTo>
                <a:lnTo>
                  <a:pt x="368" y="765"/>
                </a:lnTo>
                <a:lnTo>
                  <a:pt x="370" y="763"/>
                </a:lnTo>
                <a:lnTo>
                  <a:pt x="370" y="762"/>
                </a:lnTo>
                <a:lnTo>
                  <a:pt x="371" y="761"/>
                </a:lnTo>
                <a:lnTo>
                  <a:pt x="372" y="760"/>
                </a:lnTo>
                <a:lnTo>
                  <a:pt x="372" y="758"/>
                </a:lnTo>
                <a:lnTo>
                  <a:pt x="376" y="753"/>
                </a:lnTo>
                <a:lnTo>
                  <a:pt x="376" y="752"/>
                </a:lnTo>
                <a:lnTo>
                  <a:pt x="377" y="751"/>
                </a:lnTo>
                <a:lnTo>
                  <a:pt x="377" y="750"/>
                </a:lnTo>
                <a:lnTo>
                  <a:pt x="378" y="749"/>
                </a:lnTo>
                <a:lnTo>
                  <a:pt x="378" y="748"/>
                </a:lnTo>
                <a:lnTo>
                  <a:pt x="379" y="748"/>
                </a:lnTo>
                <a:lnTo>
                  <a:pt x="379" y="747"/>
                </a:lnTo>
                <a:lnTo>
                  <a:pt x="382" y="743"/>
                </a:lnTo>
                <a:lnTo>
                  <a:pt x="383" y="741"/>
                </a:lnTo>
                <a:lnTo>
                  <a:pt x="383" y="740"/>
                </a:lnTo>
                <a:lnTo>
                  <a:pt x="384" y="739"/>
                </a:lnTo>
                <a:lnTo>
                  <a:pt x="385" y="738"/>
                </a:lnTo>
                <a:lnTo>
                  <a:pt x="385" y="737"/>
                </a:lnTo>
                <a:lnTo>
                  <a:pt x="386" y="737"/>
                </a:lnTo>
                <a:lnTo>
                  <a:pt x="386" y="736"/>
                </a:lnTo>
                <a:lnTo>
                  <a:pt x="386" y="735"/>
                </a:lnTo>
                <a:lnTo>
                  <a:pt x="387" y="735"/>
                </a:lnTo>
                <a:lnTo>
                  <a:pt x="387" y="734"/>
                </a:lnTo>
                <a:lnTo>
                  <a:pt x="387" y="733"/>
                </a:lnTo>
                <a:lnTo>
                  <a:pt x="388" y="733"/>
                </a:lnTo>
                <a:lnTo>
                  <a:pt x="389" y="732"/>
                </a:lnTo>
                <a:lnTo>
                  <a:pt x="391" y="730"/>
                </a:lnTo>
                <a:lnTo>
                  <a:pt x="392" y="729"/>
                </a:lnTo>
                <a:lnTo>
                  <a:pt x="393" y="728"/>
                </a:lnTo>
                <a:lnTo>
                  <a:pt x="393" y="727"/>
                </a:lnTo>
                <a:lnTo>
                  <a:pt x="395" y="725"/>
                </a:lnTo>
                <a:lnTo>
                  <a:pt x="399" y="720"/>
                </a:lnTo>
                <a:lnTo>
                  <a:pt x="400" y="720"/>
                </a:lnTo>
                <a:lnTo>
                  <a:pt x="400" y="719"/>
                </a:lnTo>
                <a:lnTo>
                  <a:pt x="401" y="719"/>
                </a:lnTo>
                <a:lnTo>
                  <a:pt x="402" y="716"/>
                </a:lnTo>
                <a:lnTo>
                  <a:pt x="403" y="716"/>
                </a:lnTo>
                <a:lnTo>
                  <a:pt x="404" y="716"/>
                </a:lnTo>
                <a:lnTo>
                  <a:pt x="404" y="717"/>
                </a:lnTo>
                <a:lnTo>
                  <a:pt x="405" y="717"/>
                </a:lnTo>
                <a:lnTo>
                  <a:pt x="406" y="717"/>
                </a:lnTo>
                <a:lnTo>
                  <a:pt x="407" y="717"/>
                </a:lnTo>
                <a:lnTo>
                  <a:pt x="407" y="718"/>
                </a:lnTo>
                <a:lnTo>
                  <a:pt x="408" y="719"/>
                </a:lnTo>
                <a:lnTo>
                  <a:pt x="408" y="720"/>
                </a:lnTo>
                <a:lnTo>
                  <a:pt x="408" y="721"/>
                </a:lnTo>
                <a:lnTo>
                  <a:pt x="409" y="722"/>
                </a:lnTo>
                <a:lnTo>
                  <a:pt x="409" y="723"/>
                </a:lnTo>
                <a:lnTo>
                  <a:pt x="409" y="724"/>
                </a:lnTo>
                <a:lnTo>
                  <a:pt x="408" y="724"/>
                </a:lnTo>
                <a:lnTo>
                  <a:pt x="408" y="725"/>
                </a:lnTo>
                <a:lnTo>
                  <a:pt x="408" y="726"/>
                </a:lnTo>
                <a:lnTo>
                  <a:pt x="409" y="727"/>
                </a:lnTo>
                <a:lnTo>
                  <a:pt x="410" y="728"/>
                </a:lnTo>
                <a:lnTo>
                  <a:pt x="411" y="729"/>
                </a:lnTo>
                <a:lnTo>
                  <a:pt x="412" y="729"/>
                </a:lnTo>
                <a:lnTo>
                  <a:pt x="412" y="730"/>
                </a:lnTo>
                <a:lnTo>
                  <a:pt x="412" y="731"/>
                </a:lnTo>
                <a:lnTo>
                  <a:pt x="412" y="732"/>
                </a:lnTo>
                <a:lnTo>
                  <a:pt x="411" y="732"/>
                </a:lnTo>
                <a:lnTo>
                  <a:pt x="411" y="733"/>
                </a:lnTo>
                <a:lnTo>
                  <a:pt x="412" y="735"/>
                </a:lnTo>
                <a:lnTo>
                  <a:pt x="413" y="735"/>
                </a:lnTo>
                <a:lnTo>
                  <a:pt x="413" y="736"/>
                </a:lnTo>
                <a:lnTo>
                  <a:pt x="413" y="738"/>
                </a:lnTo>
                <a:lnTo>
                  <a:pt x="413" y="739"/>
                </a:lnTo>
                <a:lnTo>
                  <a:pt x="412" y="739"/>
                </a:lnTo>
                <a:lnTo>
                  <a:pt x="413" y="739"/>
                </a:lnTo>
                <a:lnTo>
                  <a:pt x="413" y="740"/>
                </a:lnTo>
                <a:lnTo>
                  <a:pt x="413" y="741"/>
                </a:lnTo>
                <a:lnTo>
                  <a:pt x="414" y="741"/>
                </a:lnTo>
                <a:lnTo>
                  <a:pt x="413" y="742"/>
                </a:lnTo>
                <a:lnTo>
                  <a:pt x="413" y="743"/>
                </a:lnTo>
                <a:lnTo>
                  <a:pt x="414" y="743"/>
                </a:lnTo>
                <a:lnTo>
                  <a:pt x="415" y="743"/>
                </a:lnTo>
                <a:lnTo>
                  <a:pt x="415" y="744"/>
                </a:lnTo>
                <a:lnTo>
                  <a:pt x="416" y="745"/>
                </a:lnTo>
                <a:lnTo>
                  <a:pt x="416" y="746"/>
                </a:lnTo>
                <a:lnTo>
                  <a:pt x="417" y="747"/>
                </a:lnTo>
                <a:lnTo>
                  <a:pt x="417" y="746"/>
                </a:lnTo>
                <a:lnTo>
                  <a:pt x="418" y="747"/>
                </a:lnTo>
                <a:lnTo>
                  <a:pt x="418" y="748"/>
                </a:lnTo>
                <a:lnTo>
                  <a:pt x="419" y="750"/>
                </a:lnTo>
                <a:lnTo>
                  <a:pt x="420" y="750"/>
                </a:lnTo>
                <a:lnTo>
                  <a:pt x="421" y="751"/>
                </a:lnTo>
                <a:lnTo>
                  <a:pt x="421" y="752"/>
                </a:lnTo>
                <a:lnTo>
                  <a:pt x="422" y="752"/>
                </a:lnTo>
                <a:lnTo>
                  <a:pt x="423" y="752"/>
                </a:lnTo>
                <a:lnTo>
                  <a:pt x="424" y="753"/>
                </a:lnTo>
                <a:lnTo>
                  <a:pt x="424" y="754"/>
                </a:lnTo>
                <a:lnTo>
                  <a:pt x="424" y="755"/>
                </a:lnTo>
                <a:lnTo>
                  <a:pt x="425" y="755"/>
                </a:lnTo>
                <a:lnTo>
                  <a:pt x="426" y="755"/>
                </a:lnTo>
                <a:lnTo>
                  <a:pt x="427" y="755"/>
                </a:lnTo>
                <a:lnTo>
                  <a:pt x="427" y="756"/>
                </a:lnTo>
                <a:lnTo>
                  <a:pt x="427" y="757"/>
                </a:lnTo>
                <a:lnTo>
                  <a:pt x="428" y="757"/>
                </a:lnTo>
                <a:lnTo>
                  <a:pt x="428" y="758"/>
                </a:lnTo>
                <a:lnTo>
                  <a:pt x="428" y="759"/>
                </a:lnTo>
                <a:lnTo>
                  <a:pt x="427" y="759"/>
                </a:lnTo>
                <a:lnTo>
                  <a:pt x="426" y="760"/>
                </a:lnTo>
                <a:lnTo>
                  <a:pt x="427" y="760"/>
                </a:lnTo>
                <a:lnTo>
                  <a:pt x="427" y="761"/>
                </a:lnTo>
                <a:lnTo>
                  <a:pt x="427" y="762"/>
                </a:lnTo>
                <a:lnTo>
                  <a:pt x="428" y="762"/>
                </a:lnTo>
                <a:lnTo>
                  <a:pt x="428" y="763"/>
                </a:lnTo>
                <a:lnTo>
                  <a:pt x="428" y="764"/>
                </a:lnTo>
                <a:lnTo>
                  <a:pt x="429" y="765"/>
                </a:lnTo>
                <a:lnTo>
                  <a:pt x="430" y="765"/>
                </a:lnTo>
                <a:lnTo>
                  <a:pt x="431" y="765"/>
                </a:lnTo>
                <a:lnTo>
                  <a:pt x="432" y="765"/>
                </a:lnTo>
                <a:lnTo>
                  <a:pt x="433" y="765"/>
                </a:lnTo>
                <a:lnTo>
                  <a:pt x="433" y="764"/>
                </a:lnTo>
                <a:lnTo>
                  <a:pt x="433" y="765"/>
                </a:lnTo>
                <a:lnTo>
                  <a:pt x="434" y="765"/>
                </a:lnTo>
                <a:lnTo>
                  <a:pt x="435" y="766"/>
                </a:lnTo>
                <a:lnTo>
                  <a:pt x="434" y="766"/>
                </a:lnTo>
                <a:lnTo>
                  <a:pt x="434" y="767"/>
                </a:lnTo>
                <a:lnTo>
                  <a:pt x="433" y="767"/>
                </a:lnTo>
                <a:lnTo>
                  <a:pt x="433" y="768"/>
                </a:lnTo>
                <a:lnTo>
                  <a:pt x="434" y="769"/>
                </a:lnTo>
                <a:lnTo>
                  <a:pt x="435" y="770"/>
                </a:lnTo>
                <a:lnTo>
                  <a:pt x="435" y="771"/>
                </a:lnTo>
                <a:lnTo>
                  <a:pt x="433" y="772"/>
                </a:lnTo>
                <a:lnTo>
                  <a:pt x="432" y="772"/>
                </a:lnTo>
                <a:lnTo>
                  <a:pt x="432" y="773"/>
                </a:lnTo>
                <a:lnTo>
                  <a:pt x="431" y="773"/>
                </a:lnTo>
                <a:lnTo>
                  <a:pt x="431" y="774"/>
                </a:lnTo>
                <a:lnTo>
                  <a:pt x="432" y="774"/>
                </a:lnTo>
                <a:lnTo>
                  <a:pt x="432" y="775"/>
                </a:lnTo>
                <a:lnTo>
                  <a:pt x="432" y="776"/>
                </a:lnTo>
                <a:lnTo>
                  <a:pt x="431" y="776"/>
                </a:lnTo>
                <a:lnTo>
                  <a:pt x="431" y="777"/>
                </a:lnTo>
                <a:lnTo>
                  <a:pt x="431" y="778"/>
                </a:lnTo>
                <a:lnTo>
                  <a:pt x="431" y="779"/>
                </a:lnTo>
                <a:lnTo>
                  <a:pt x="432" y="779"/>
                </a:lnTo>
                <a:lnTo>
                  <a:pt x="433" y="779"/>
                </a:lnTo>
                <a:lnTo>
                  <a:pt x="433" y="778"/>
                </a:lnTo>
                <a:lnTo>
                  <a:pt x="432" y="778"/>
                </a:lnTo>
                <a:lnTo>
                  <a:pt x="432" y="777"/>
                </a:lnTo>
                <a:lnTo>
                  <a:pt x="433" y="777"/>
                </a:lnTo>
                <a:lnTo>
                  <a:pt x="434" y="776"/>
                </a:lnTo>
                <a:lnTo>
                  <a:pt x="435" y="776"/>
                </a:lnTo>
                <a:lnTo>
                  <a:pt x="436" y="775"/>
                </a:lnTo>
                <a:lnTo>
                  <a:pt x="436" y="774"/>
                </a:lnTo>
                <a:lnTo>
                  <a:pt x="436" y="773"/>
                </a:lnTo>
                <a:lnTo>
                  <a:pt x="436" y="772"/>
                </a:lnTo>
                <a:lnTo>
                  <a:pt x="437" y="772"/>
                </a:lnTo>
                <a:lnTo>
                  <a:pt x="438" y="772"/>
                </a:lnTo>
                <a:lnTo>
                  <a:pt x="438" y="771"/>
                </a:lnTo>
                <a:lnTo>
                  <a:pt x="438" y="770"/>
                </a:lnTo>
                <a:lnTo>
                  <a:pt x="439" y="769"/>
                </a:lnTo>
                <a:lnTo>
                  <a:pt x="440" y="769"/>
                </a:lnTo>
                <a:lnTo>
                  <a:pt x="440" y="768"/>
                </a:lnTo>
                <a:lnTo>
                  <a:pt x="440" y="767"/>
                </a:lnTo>
                <a:lnTo>
                  <a:pt x="440" y="766"/>
                </a:lnTo>
                <a:lnTo>
                  <a:pt x="439" y="766"/>
                </a:lnTo>
                <a:lnTo>
                  <a:pt x="438" y="765"/>
                </a:lnTo>
                <a:lnTo>
                  <a:pt x="439" y="765"/>
                </a:lnTo>
                <a:lnTo>
                  <a:pt x="439" y="764"/>
                </a:lnTo>
                <a:lnTo>
                  <a:pt x="439" y="763"/>
                </a:lnTo>
                <a:lnTo>
                  <a:pt x="438" y="763"/>
                </a:lnTo>
                <a:lnTo>
                  <a:pt x="438" y="762"/>
                </a:lnTo>
                <a:lnTo>
                  <a:pt x="439" y="761"/>
                </a:lnTo>
                <a:lnTo>
                  <a:pt x="440" y="760"/>
                </a:lnTo>
                <a:lnTo>
                  <a:pt x="441" y="758"/>
                </a:lnTo>
                <a:lnTo>
                  <a:pt x="440" y="758"/>
                </a:lnTo>
                <a:lnTo>
                  <a:pt x="440" y="757"/>
                </a:lnTo>
                <a:lnTo>
                  <a:pt x="441" y="756"/>
                </a:lnTo>
                <a:lnTo>
                  <a:pt x="441" y="755"/>
                </a:lnTo>
                <a:lnTo>
                  <a:pt x="440" y="754"/>
                </a:lnTo>
                <a:lnTo>
                  <a:pt x="440" y="753"/>
                </a:lnTo>
                <a:lnTo>
                  <a:pt x="441" y="752"/>
                </a:lnTo>
                <a:lnTo>
                  <a:pt x="442" y="751"/>
                </a:lnTo>
                <a:lnTo>
                  <a:pt x="442" y="750"/>
                </a:lnTo>
                <a:lnTo>
                  <a:pt x="441" y="749"/>
                </a:lnTo>
                <a:lnTo>
                  <a:pt x="440" y="749"/>
                </a:lnTo>
                <a:lnTo>
                  <a:pt x="439" y="749"/>
                </a:lnTo>
                <a:lnTo>
                  <a:pt x="439" y="748"/>
                </a:lnTo>
                <a:lnTo>
                  <a:pt x="439" y="747"/>
                </a:lnTo>
                <a:lnTo>
                  <a:pt x="439" y="746"/>
                </a:lnTo>
                <a:lnTo>
                  <a:pt x="440" y="745"/>
                </a:lnTo>
                <a:lnTo>
                  <a:pt x="441" y="745"/>
                </a:lnTo>
                <a:lnTo>
                  <a:pt x="441" y="744"/>
                </a:lnTo>
                <a:lnTo>
                  <a:pt x="440" y="744"/>
                </a:lnTo>
                <a:lnTo>
                  <a:pt x="439" y="744"/>
                </a:lnTo>
                <a:lnTo>
                  <a:pt x="439" y="743"/>
                </a:lnTo>
                <a:lnTo>
                  <a:pt x="439" y="742"/>
                </a:lnTo>
                <a:lnTo>
                  <a:pt x="439" y="741"/>
                </a:lnTo>
                <a:lnTo>
                  <a:pt x="438" y="741"/>
                </a:lnTo>
                <a:lnTo>
                  <a:pt x="437" y="741"/>
                </a:lnTo>
                <a:lnTo>
                  <a:pt x="436" y="740"/>
                </a:lnTo>
                <a:lnTo>
                  <a:pt x="436" y="739"/>
                </a:lnTo>
                <a:lnTo>
                  <a:pt x="436" y="738"/>
                </a:lnTo>
                <a:lnTo>
                  <a:pt x="436" y="737"/>
                </a:lnTo>
                <a:lnTo>
                  <a:pt x="436" y="736"/>
                </a:lnTo>
                <a:lnTo>
                  <a:pt x="435" y="736"/>
                </a:lnTo>
                <a:lnTo>
                  <a:pt x="435" y="735"/>
                </a:lnTo>
                <a:lnTo>
                  <a:pt x="434" y="735"/>
                </a:lnTo>
                <a:lnTo>
                  <a:pt x="433" y="735"/>
                </a:lnTo>
                <a:lnTo>
                  <a:pt x="433" y="734"/>
                </a:lnTo>
                <a:lnTo>
                  <a:pt x="432" y="734"/>
                </a:lnTo>
                <a:lnTo>
                  <a:pt x="432" y="733"/>
                </a:lnTo>
                <a:lnTo>
                  <a:pt x="433" y="732"/>
                </a:lnTo>
                <a:lnTo>
                  <a:pt x="432" y="732"/>
                </a:lnTo>
                <a:lnTo>
                  <a:pt x="432" y="731"/>
                </a:lnTo>
                <a:lnTo>
                  <a:pt x="432" y="730"/>
                </a:lnTo>
                <a:lnTo>
                  <a:pt x="432" y="729"/>
                </a:lnTo>
                <a:lnTo>
                  <a:pt x="432" y="728"/>
                </a:lnTo>
                <a:lnTo>
                  <a:pt x="432" y="727"/>
                </a:lnTo>
                <a:lnTo>
                  <a:pt x="431" y="726"/>
                </a:lnTo>
                <a:lnTo>
                  <a:pt x="430" y="725"/>
                </a:lnTo>
                <a:lnTo>
                  <a:pt x="429" y="724"/>
                </a:lnTo>
                <a:lnTo>
                  <a:pt x="430" y="723"/>
                </a:lnTo>
                <a:lnTo>
                  <a:pt x="431" y="723"/>
                </a:lnTo>
                <a:lnTo>
                  <a:pt x="431" y="722"/>
                </a:lnTo>
                <a:lnTo>
                  <a:pt x="432" y="722"/>
                </a:lnTo>
                <a:lnTo>
                  <a:pt x="432" y="721"/>
                </a:lnTo>
                <a:lnTo>
                  <a:pt x="433" y="721"/>
                </a:lnTo>
                <a:lnTo>
                  <a:pt x="434" y="720"/>
                </a:lnTo>
                <a:lnTo>
                  <a:pt x="433" y="720"/>
                </a:lnTo>
                <a:lnTo>
                  <a:pt x="433" y="719"/>
                </a:lnTo>
                <a:lnTo>
                  <a:pt x="432" y="719"/>
                </a:lnTo>
                <a:lnTo>
                  <a:pt x="431" y="718"/>
                </a:lnTo>
                <a:lnTo>
                  <a:pt x="431" y="717"/>
                </a:lnTo>
                <a:lnTo>
                  <a:pt x="431" y="716"/>
                </a:lnTo>
                <a:lnTo>
                  <a:pt x="430" y="714"/>
                </a:lnTo>
                <a:lnTo>
                  <a:pt x="430" y="713"/>
                </a:lnTo>
                <a:lnTo>
                  <a:pt x="430" y="712"/>
                </a:lnTo>
                <a:lnTo>
                  <a:pt x="431" y="712"/>
                </a:lnTo>
                <a:lnTo>
                  <a:pt x="431" y="711"/>
                </a:lnTo>
                <a:lnTo>
                  <a:pt x="431" y="710"/>
                </a:lnTo>
                <a:lnTo>
                  <a:pt x="430" y="710"/>
                </a:lnTo>
                <a:lnTo>
                  <a:pt x="430" y="709"/>
                </a:lnTo>
                <a:lnTo>
                  <a:pt x="429" y="709"/>
                </a:lnTo>
                <a:lnTo>
                  <a:pt x="428" y="709"/>
                </a:lnTo>
                <a:lnTo>
                  <a:pt x="428" y="707"/>
                </a:lnTo>
                <a:lnTo>
                  <a:pt x="429" y="704"/>
                </a:lnTo>
                <a:lnTo>
                  <a:pt x="429" y="703"/>
                </a:lnTo>
                <a:lnTo>
                  <a:pt x="431" y="702"/>
                </a:lnTo>
                <a:lnTo>
                  <a:pt x="431" y="701"/>
                </a:lnTo>
                <a:lnTo>
                  <a:pt x="432" y="699"/>
                </a:lnTo>
                <a:lnTo>
                  <a:pt x="432" y="697"/>
                </a:lnTo>
                <a:lnTo>
                  <a:pt x="432" y="696"/>
                </a:lnTo>
                <a:lnTo>
                  <a:pt x="433" y="696"/>
                </a:lnTo>
                <a:lnTo>
                  <a:pt x="433" y="695"/>
                </a:lnTo>
                <a:lnTo>
                  <a:pt x="433" y="694"/>
                </a:lnTo>
                <a:lnTo>
                  <a:pt x="433" y="693"/>
                </a:lnTo>
                <a:lnTo>
                  <a:pt x="432" y="691"/>
                </a:lnTo>
                <a:lnTo>
                  <a:pt x="433" y="690"/>
                </a:lnTo>
                <a:lnTo>
                  <a:pt x="433" y="689"/>
                </a:lnTo>
                <a:lnTo>
                  <a:pt x="433" y="687"/>
                </a:lnTo>
                <a:lnTo>
                  <a:pt x="433" y="684"/>
                </a:lnTo>
                <a:lnTo>
                  <a:pt x="432" y="682"/>
                </a:lnTo>
                <a:lnTo>
                  <a:pt x="432" y="680"/>
                </a:lnTo>
                <a:lnTo>
                  <a:pt x="431" y="678"/>
                </a:lnTo>
                <a:lnTo>
                  <a:pt x="431" y="677"/>
                </a:lnTo>
                <a:lnTo>
                  <a:pt x="432" y="676"/>
                </a:lnTo>
                <a:lnTo>
                  <a:pt x="432" y="675"/>
                </a:lnTo>
                <a:lnTo>
                  <a:pt x="433" y="673"/>
                </a:lnTo>
                <a:lnTo>
                  <a:pt x="434" y="673"/>
                </a:lnTo>
                <a:lnTo>
                  <a:pt x="434" y="672"/>
                </a:lnTo>
                <a:lnTo>
                  <a:pt x="434" y="671"/>
                </a:lnTo>
                <a:lnTo>
                  <a:pt x="433" y="671"/>
                </a:lnTo>
                <a:lnTo>
                  <a:pt x="433" y="670"/>
                </a:lnTo>
                <a:lnTo>
                  <a:pt x="432" y="669"/>
                </a:lnTo>
                <a:lnTo>
                  <a:pt x="432" y="668"/>
                </a:lnTo>
                <a:lnTo>
                  <a:pt x="432" y="667"/>
                </a:lnTo>
                <a:lnTo>
                  <a:pt x="432" y="666"/>
                </a:lnTo>
                <a:lnTo>
                  <a:pt x="432" y="664"/>
                </a:lnTo>
                <a:lnTo>
                  <a:pt x="434" y="663"/>
                </a:lnTo>
                <a:lnTo>
                  <a:pt x="435" y="663"/>
                </a:lnTo>
                <a:lnTo>
                  <a:pt x="436" y="662"/>
                </a:lnTo>
                <a:lnTo>
                  <a:pt x="437" y="659"/>
                </a:lnTo>
                <a:lnTo>
                  <a:pt x="437" y="655"/>
                </a:lnTo>
                <a:lnTo>
                  <a:pt x="436" y="655"/>
                </a:lnTo>
                <a:lnTo>
                  <a:pt x="436" y="653"/>
                </a:lnTo>
                <a:lnTo>
                  <a:pt x="436" y="652"/>
                </a:lnTo>
                <a:lnTo>
                  <a:pt x="436" y="650"/>
                </a:lnTo>
                <a:lnTo>
                  <a:pt x="437" y="650"/>
                </a:lnTo>
                <a:lnTo>
                  <a:pt x="438" y="650"/>
                </a:lnTo>
                <a:lnTo>
                  <a:pt x="439" y="650"/>
                </a:lnTo>
                <a:lnTo>
                  <a:pt x="439" y="649"/>
                </a:lnTo>
                <a:lnTo>
                  <a:pt x="439" y="648"/>
                </a:lnTo>
                <a:lnTo>
                  <a:pt x="439" y="647"/>
                </a:lnTo>
                <a:lnTo>
                  <a:pt x="438" y="646"/>
                </a:lnTo>
                <a:lnTo>
                  <a:pt x="438" y="645"/>
                </a:lnTo>
                <a:lnTo>
                  <a:pt x="439" y="643"/>
                </a:lnTo>
                <a:lnTo>
                  <a:pt x="439" y="641"/>
                </a:lnTo>
                <a:lnTo>
                  <a:pt x="439" y="640"/>
                </a:lnTo>
                <a:lnTo>
                  <a:pt x="440" y="638"/>
                </a:lnTo>
                <a:lnTo>
                  <a:pt x="440" y="637"/>
                </a:lnTo>
                <a:lnTo>
                  <a:pt x="441" y="637"/>
                </a:lnTo>
                <a:lnTo>
                  <a:pt x="441" y="636"/>
                </a:lnTo>
                <a:lnTo>
                  <a:pt x="442" y="635"/>
                </a:lnTo>
                <a:lnTo>
                  <a:pt x="442" y="634"/>
                </a:lnTo>
                <a:lnTo>
                  <a:pt x="442" y="633"/>
                </a:lnTo>
                <a:lnTo>
                  <a:pt x="442" y="632"/>
                </a:lnTo>
                <a:lnTo>
                  <a:pt x="442" y="631"/>
                </a:lnTo>
                <a:lnTo>
                  <a:pt x="442" y="630"/>
                </a:lnTo>
                <a:lnTo>
                  <a:pt x="443" y="630"/>
                </a:lnTo>
                <a:lnTo>
                  <a:pt x="443" y="629"/>
                </a:lnTo>
                <a:lnTo>
                  <a:pt x="442" y="629"/>
                </a:lnTo>
                <a:lnTo>
                  <a:pt x="442" y="628"/>
                </a:lnTo>
                <a:lnTo>
                  <a:pt x="442" y="627"/>
                </a:lnTo>
                <a:lnTo>
                  <a:pt x="442" y="626"/>
                </a:lnTo>
                <a:lnTo>
                  <a:pt x="443" y="626"/>
                </a:lnTo>
                <a:lnTo>
                  <a:pt x="443" y="625"/>
                </a:lnTo>
                <a:lnTo>
                  <a:pt x="442" y="625"/>
                </a:lnTo>
                <a:lnTo>
                  <a:pt x="442" y="624"/>
                </a:lnTo>
                <a:lnTo>
                  <a:pt x="441" y="623"/>
                </a:lnTo>
                <a:lnTo>
                  <a:pt x="440" y="622"/>
                </a:lnTo>
                <a:lnTo>
                  <a:pt x="439" y="621"/>
                </a:lnTo>
                <a:lnTo>
                  <a:pt x="439" y="620"/>
                </a:lnTo>
                <a:lnTo>
                  <a:pt x="440" y="619"/>
                </a:lnTo>
                <a:lnTo>
                  <a:pt x="441" y="619"/>
                </a:lnTo>
                <a:lnTo>
                  <a:pt x="442" y="618"/>
                </a:lnTo>
                <a:lnTo>
                  <a:pt x="442" y="617"/>
                </a:lnTo>
                <a:lnTo>
                  <a:pt x="443" y="617"/>
                </a:lnTo>
                <a:lnTo>
                  <a:pt x="443" y="615"/>
                </a:lnTo>
                <a:lnTo>
                  <a:pt x="443" y="614"/>
                </a:lnTo>
                <a:lnTo>
                  <a:pt x="443" y="611"/>
                </a:lnTo>
                <a:lnTo>
                  <a:pt x="444" y="610"/>
                </a:lnTo>
                <a:lnTo>
                  <a:pt x="445" y="609"/>
                </a:lnTo>
                <a:lnTo>
                  <a:pt x="446" y="609"/>
                </a:lnTo>
                <a:lnTo>
                  <a:pt x="447" y="608"/>
                </a:lnTo>
                <a:lnTo>
                  <a:pt x="448" y="608"/>
                </a:lnTo>
                <a:lnTo>
                  <a:pt x="449" y="608"/>
                </a:lnTo>
                <a:lnTo>
                  <a:pt x="449" y="609"/>
                </a:lnTo>
                <a:lnTo>
                  <a:pt x="450" y="609"/>
                </a:lnTo>
                <a:lnTo>
                  <a:pt x="451" y="609"/>
                </a:lnTo>
                <a:lnTo>
                  <a:pt x="451" y="610"/>
                </a:lnTo>
                <a:lnTo>
                  <a:pt x="452" y="610"/>
                </a:lnTo>
                <a:lnTo>
                  <a:pt x="453" y="610"/>
                </a:lnTo>
                <a:lnTo>
                  <a:pt x="453" y="609"/>
                </a:lnTo>
                <a:lnTo>
                  <a:pt x="454" y="609"/>
                </a:lnTo>
                <a:lnTo>
                  <a:pt x="454" y="610"/>
                </a:lnTo>
                <a:lnTo>
                  <a:pt x="455" y="610"/>
                </a:lnTo>
                <a:lnTo>
                  <a:pt x="455" y="609"/>
                </a:lnTo>
                <a:lnTo>
                  <a:pt x="456" y="609"/>
                </a:lnTo>
                <a:lnTo>
                  <a:pt x="456" y="608"/>
                </a:lnTo>
                <a:lnTo>
                  <a:pt x="456" y="607"/>
                </a:lnTo>
                <a:lnTo>
                  <a:pt x="457" y="607"/>
                </a:lnTo>
                <a:lnTo>
                  <a:pt x="458" y="607"/>
                </a:lnTo>
                <a:lnTo>
                  <a:pt x="459" y="607"/>
                </a:lnTo>
                <a:lnTo>
                  <a:pt x="459" y="606"/>
                </a:lnTo>
                <a:lnTo>
                  <a:pt x="460" y="606"/>
                </a:lnTo>
                <a:lnTo>
                  <a:pt x="460" y="607"/>
                </a:lnTo>
                <a:lnTo>
                  <a:pt x="460" y="608"/>
                </a:lnTo>
                <a:lnTo>
                  <a:pt x="460" y="609"/>
                </a:lnTo>
                <a:lnTo>
                  <a:pt x="461" y="610"/>
                </a:lnTo>
                <a:lnTo>
                  <a:pt x="462" y="610"/>
                </a:lnTo>
                <a:lnTo>
                  <a:pt x="463" y="611"/>
                </a:lnTo>
                <a:lnTo>
                  <a:pt x="464" y="611"/>
                </a:lnTo>
                <a:lnTo>
                  <a:pt x="465" y="611"/>
                </a:lnTo>
                <a:lnTo>
                  <a:pt x="466" y="612"/>
                </a:lnTo>
                <a:lnTo>
                  <a:pt x="467" y="612"/>
                </a:lnTo>
                <a:lnTo>
                  <a:pt x="468" y="612"/>
                </a:lnTo>
                <a:lnTo>
                  <a:pt x="469" y="612"/>
                </a:lnTo>
                <a:lnTo>
                  <a:pt x="470" y="611"/>
                </a:lnTo>
                <a:lnTo>
                  <a:pt x="470" y="610"/>
                </a:lnTo>
                <a:lnTo>
                  <a:pt x="471" y="610"/>
                </a:lnTo>
                <a:lnTo>
                  <a:pt x="471" y="609"/>
                </a:lnTo>
                <a:lnTo>
                  <a:pt x="472" y="609"/>
                </a:lnTo>
                <a:lnTo>
                  <a:pt x="472" y="608"/>
                </a:lnTo>
                <a:lnTo>
                  <a:pt x="472" y="606"/>
                </a:lnTo>
                <a:lnTo>
                  <a:pt x="473" y="606"/>
                </a:lnTo>
                <a:lnTo>
                  <a:pt x="473" y="605"/>
                </a:lnTo>
                <a:lnTo>
                  <a:pt x="473" y="604"/>
                </a:lnTo>
                <a:lnTo>
                  <a:pt x="474" y="604"/>
                </a:lnTo>
                <a:lnTo>
                  <a:pt x="474" y="603"/>
                </a:lnTo>
                <a:lnTo>
                  <a:pt x="474" y="602"/>
                </a:lnTo>
                <a:lnTo>
                  <a:pt x="475" y="602"/>
                </a:lnTo>
                <a:lnTo>
                  <a:pt x="476" y="602"/>
                </a:lnTo>
                <a:lnTo>
                  <a:pt x="477" y="601"/>
                </a:lnTo>
                <a:lnTo>
                  <a:pt x="477" y="600"/>
                </a:lnTo>
                <a:lnTo>
                  <a:pt x="477" y="599"/>
                </a:lnTo>
                <a:lnTo>
                  <a:pt x="477" y="598"/>
                </a:lnTo>
                <a:lnTo>
                  <a:pt x="477" y="597"/>
                </a:lnTo>
                <a:lnTo>
                  <a:pt x="477" y="595"/>
                </a:lnTo>
                <a:lnTo>
                  <a:pt x="477" y="594"/>
                </a:lnTo>
                <a:lnTo>
                  <a:pt x="476" y="593"/>
                </a:lnTo>
                <a:lnTo>
                  <a:pt x="475" y="593"/>
                </a:lnTo>
                <a:lnTo>
                  <a:pt x="475" y="592"/>
                </a:lnTo>
                <a:lnTo>
                  <a:pt x="475" y="591"/>
                </a:lnTo>
                <a:lnTo>
                  <a:pt x="476" y="591"/>
                </a:lnTo>
                <a:lnTo>
                  <a:pt x="477" y="591"/>
                </a:lnTo>
                <a:lnTo>
                  <a:pt x="477" y="590"/>
                </a:lnTo>
                <a:lnTo>
                  <a:pt x="476" y="590"/>
                </a:lnTo>
                <a:lnTo>
                  <a:pt x="476" y="591"/>
                </a:lnTo>
                <a:lnTo>
                  <a:pt x="475" y="591"/>
                </a:lnTo>
                <a:lnTo>
                  <a:pt x="475" y="590"/>
                </a:lnTo>
                <a:lnTo>
                  <a:pt x="475" y="589"/>
                </a:lnTo>
                <a:lnTo>
                  <a:pt x="476" y="589"/>
                </a:lnTo>
                <a:lnTo>
                  <a:pt x="475" y="589"/>
                </a:lnTo>
                <a:lnTo>
                  <a:pt x="474" y="589"/>
                </a:lnTo>
                <a:lnTo>
                  <a:pt x="474" y="588"/>
                </a:lnTo>
                <a:lnTo>
                  <a:pt x="474" y="587"/>
                </a:lnTo>
                <a:lnTo>
                  <a:pt x="475" y="587"/>
                </a:lnTo>
                <a:lnTo>
                  <a:pt x="475" y="586"/>
                </a:lnTo>
                <a:lnTo>
                  <a:pt x="475" y="585"/>
                </a:lnTo>
                <a:lnTo>
                  <a:pt x="476" y="585"/>
                </a:lnTo>
                <a:lnTo>
                  <a:pt x="476" y="584"/>
                </a:lnTo>
                <a:lnTo>
                  <a:pt x="476" y="583"/>
                </a:lnTo>
                <a:lnTo>
                  <a:pt x="477" y="582"/>
                </a:lnTo>
                <a:lnTo>
                  <a:pt x="478" y="581"/>
                </a:lnTo>
                <a:lnTo>
                  <a:pt x="477" y="581"/>
                </a:lnTo>
                <a:lnTo>
                  <a:pt x="476" y="580"/>
                </a:lnTo>
                <a:lnTo>
                  <a:pt x="476" y="579"/>
                </a:lnTo>
                <a:lnTo>
                  <a:pt x="477" y="579"/>
                </a:lnTo>
                <a:lnTo>
                  <a:pt x="477" y="578"/>
                </a:lnTo>
                <a:lnTo>
                  <a:pt x="476" y="577"/>
                </a:lnTo>
                <a:lnTo>
                  <a:pt x="476" y="576"/>
                </a:lnTo>
                <a:lnTo>
                  <a:pt x="475" y="576"/>
                </a:lnTo>
                <a:lnTo>
                  <a:pt x="475" y="575"/>
                </a:lnTo>
                <a:lnTo>
                  <a:pt x="476" y="575"/>
                </a:lnTo>
                <a:lnTo>
                  <a:pt x="477" y="575"/>
                </a:lnTo>
                <a:lnTo>
                  <a:pt x="478" y="575"/>
                </a:lnTo>
                <a:lnTo>
                  <a:pt x="478" y="574"/>
                </a:lnTo>
                <a:lnTo>
                  <a:pt x="477" y="574"/>
                </a:lnTo>
                <a:lnTo>
                  <a:pt x="477" y="573"/>
                </a:lnTo>
                <a:lnTo>
                  <a:pt x="477" y="572"/>
                </a:lnTo>
                <a:lnTo>
                  <a:pt x="477" y="571"/>
                </a:lnTo>
                <a:lnTo>
                  <a:pt x="476" y="571"/>
                </a:lnTo>
                <a:lnTo>
                  <a:pt x="476" y="570"/>
                </a:lnTo>
                <a:lnTo>
                  <a:pt x="475" y="570"/>
                </a:lnTo>
                <a:lnTo>
                  <a:pt x="475" y="571"/>
                </a:lnTo>
                <a:lnTo>
                  <a:pt x="475" y="570"/>
                </a:lnTo>
                <a:lnTo>
                  <a:pt x="474" y="570"/>
                </a:lnTo>
                <a:lnTo>
                  <a:pt x="474" y="569"/>
                </a:lnTo>
                <a:lnTo>
                  <a:pt x="475" y="568"/>
                </a:lnTo>
                <a:lnTo>
                  <a:pt x="474" y="568"/>
                </a:lnTo>
                <a:lnTo>
                  <a:pt x="474" y="567"/>
                </a:lnTo>
                <a:lnTo>
                  <a:pt x="474" y="565"/>
                </a:lnTo>
                <a:lnTo>
                  <a:pt x="473" y="564"/>
                </a:lnTo>
                <a:lnTo>
                  <a:pt x="474" y="563"/>
                </a:lnTo>
                <a:lnTo>
                  <a:pt x="474" y="562"/>
                </a:lnTo>
                <a:lnTo>
                  <a:pt x="474" y="561"/>
                </a:lnTo>
                <a:lnTo>
                  <a:pt x="473" y="560"/>
                </a:lnTo>
                <a:lnTo>
                  <a:pt x="471" y="558"/>
                </a:lnTo>
                <a:lnTo>
                  <a:pt x="470" y="558"/>
                </a:lnTo>
                <a:lnTo>
                  <a:pt x="469" y="557"/>
                </a:lnTo>
                <a:lnTo>
                  <a:pt x="469" y="556"/>
                </a:lnTo>
                <a:lnTo>
                  <a:pt x="470" y="556"/>
                </a:lnTo>
                <a:lnTo>
                  <a:pt x="470" y="555"/>
                </a:lnTo>
                <a:lnTo>
                  <a:pt x="469" y="555"/>
                </a:lnTo>
                <a:lnTo>
                  <a:pt x="468" y="555"/>
                </a:lnTo>
                <a:lnTo>
                  <a:pt x="468" y="554"/>
                </a:lnTo>
                <a:lnTo>
                  <a:pt x="468" y="553"/>
                </a:lnTo>
                <a:lnTo>
                  <a:pt x="467" y="552"/>
                </a:lnTo>
                <a:lnTo>
                  <a:pt x="467" y="551"/>
                </a:lnTo>
                <a:lnTo>
                  <a:pt x="466" y="551"/>
                </a:lnTo>
                <a:lnTo>
                  <a:pt x="466" y="550"/>
                </a:lnTo>
                <a:lnTo>
                  <a:pt x="467" y="550"/>
                </a:lnTo>
                <a:lnTo>
                  <a:pt x="468" y="550"/>
                </a:lnTo>
                <a:lnTo>
                  <a:pt x="468" y="549"/>
                </a:lnTo>
                <a:lnTo>
                  <a:pt x="468" y="548"/>
                </a:lnTo>
                <a:lnTo>
                  <a:pt x="467" y="547"/>
                </a:lnTo>
                <a:lnTo>
                  <a:pt x="467" y="546"/>
                </a:lnTo>
                <a:lnTo>
                  <a:pt x="466" y="546"/>
                </a:lnTo>
                <a:lnTo>
                  <a:pt x="465" y="546"/>
                </a:lnTo>
                <a:lnTo>
                  <a:pt x="466" y="546"/>
                </a:lnTo>
                <a:lnTo>
                  <a:pt x="466" y="545"/>
                </a:lnTo>
                <a:lnTo>
                  <a:pt x="467" y="545"/>
                </a:lnTo>
                <a:lnTo>
                  <a:pt x="467" y="544"/>
                </a:lnTo>
                <a:lnTo>
                  <a:pt x="466" y="543"/>
                </a:lnTo>
                <a:lnTo>
                  <a:pt x="466" y="542"/>
                </a:lnTo>
                <a:lnTo>
                  <a:pt x="467" y="542"/>
                </a:lnTo>
                <a:lnTo>
                  <a:pt x="466" y="542"/>
                </a:lnTo>
                <a:lnTo>
                  <a:pt x="466" y="541"/>
                </a:lnTo>
                <a:lnTo>
                  <a:pt x="465" y="541"/>
                </a:lnTo>
                <a:lnTo>
                  <a:pt x="465" y="542"/>
                </a:lnTo>
                <a:lnTo>
                  <a:pt x="464" y="542"/>
                </a:lnTo>
                <a:lnTo>
                  <a:pt x="463" y="542"/>
                </a:lnTo>
                <a:lnTo>
                  <a:pt x="463" y="541"/>
                </a:lnTo>
                <a:lnTo>
                  <a:pt x="462" y="540"/>
                </a:lnTo>
                <a:lnTo>
                  <a:pt x="461" y="540"/>
                </a:lnTo>
                <a:lnTo>
                  <a:pt x="460" y="539"/>
                </a:lnTo>
                <a:lnTo>
                  <a:pt x="460" y="538"/>
                </a:lnTo>
                <a:lnTo>
                  <a:pt x="460" y="537"/>
                </a:lnTo>
                <a:lnTo>
                  <a:pt x="459" y="537"/>
                </a:lnTo>
                <a:lnTo>
                  <a:pt x="459" y="538"/>
                </a:lnTo>
                <a:lnTo>
                  <a:pt x="459" y="539"/>
                </a:lnTo>
                <a:lnTo>
                  <a:pt x="458" y="540"/>
                </a:lnTo>
                <a:lnTo>
                  <a:pt x="457" y="540"/>
                </a:lnTo>
                <a:lnTo>
                  <a:pt x="457" y="539"/>
                </a:lnTo>
                <a:lnTo>
                  <a:pt x="456" y="539"/>
                </a:lnTo>
                <a:lnTo>
                  <a:pt x="456" y="538"/>
                </a:lnTo>
                <a:lnTo>
                  <a:pt x="456" y="537"/>
                </a:lnTo>
                <a:lnTo>
                  <a:pt x="455" y="537"/>
                </a:lnTo>
                <a:lnTo>
                  <a:pt x="455" y="536"/>
                </a:lnTo>
                <a:lnTo>
                  <a:pt x="454" y="535"/>
                </a:lnTo>
                <a:lnTo>
                  <a:pt x="454" y="534"/>
                </a:lnTo>
                <a:lnTo>
                  <a:pt x="454" y="532"/>
                </a:lnTo>
                <a:lnTo>
                  <a:pt x="455" y="532"/>
                </a:lnTo>
                <a:lnTo>
                  <a:pt x="456" y="532"/>
                </a:lnTo>
                <a:lnTo>
                  <a:pt x="457" y="532"/>
                </a:lnTo>
                <a:lnTo>
                  <a:pt x="458" y="532"/>
                </a:lnTo>
                <a:lnTo>
                  <a:pt x="459" y="533"/>
                </a:lnTo>
                <a:lnTo>
                  <a:pt x="460" y="533"/>
                </a:lnTo>
                <a:lnTo>
                  <a:pt x="460" y="534"/>
                </a:lnTo>
                <a:lnTo>
                  <a:pt x="460" y="535"/>
                </a:lnTo>
                <a:lnTo>
                  <a:pt x="460" y="536"/>
                </a:lnTo>
                <a:lnTo>
                  <a:pt x="460" y="537"/>
                </a:lnTo>
                <a:lnTo>
                  <a:pt x="461" y="537"/>
                </a:lnTo>
                <a:lnTo>
                  <a:pt x="462" y="537"/>
                </a:lnTo>
                <a:lnTo>
                  <a:pt x="462" y="536"/>
                </a:lnTo>
                <a:lnTo>
                  <a:pt x="462" y="535"/>
                </a:lnTo>
                <a:lnTo>
                  <a:pt x="461" y="535"/>
                </a:lnTo>
                <a:lnTo>
                  <a:pt x="461" y="534"/>
                </a:lnTo>
                <a:lnTo>
                  <a:pt x="462" y="533"/>
                </a:lnTo>
                <a:lnTo>
                  <a:pt x="462" y="532"/>
                </a:lnTo>
                <a:lnTo>
                  <a:pt x="463" y="531"/>
                </a:lnTo>
                <a:lnTo>
                  <a:pt x="463" y="530"/>
                </a:lnTo>
                <a:lnTo>
                  <a:pt x="463" y="529"/>
                </a:lnTo>
                <a:lnTo>
                  <a:pt x="462" y="529"/>
                </a:lnTo>
                <a:lnTo>
                  <a:pt x="462" y="528"/>
                </a:lnTo>
                <a:lnTo>
                  <a:pt x="462" y="527"/>
                </a:lnTo>
                <a:lnTo>
                  <a:pt x="462" y="526"/>
                </a:lnTo>
                <a:lnTo>
                  <a:pt x="461" y="526"/>
                </a:lnTo>
                <a:lnTo>
                  <a:pt x="461" y="525"/>
                </a:lnTo>
                <a:lnTo>
                  <a:pt x="461" y="524"/>
                </a:lnTo>
                <a:lnTo>
                  <a:pt x="461" y="523"/>
                </a:lnTo>
                <a:lnTo>
                  <a:pt x="462" y="523"/>
                </a:lnTo>
                <a:lnTo>
                  <a:pt x="462" y="522"/>
                </a:lnTo>
                <a:lnTo>
                  <a:pt x="461" y="522"/>
                </a:lnTo>
                <a:lnTo>
                  <a:pt x="460" y="522"/>
                </a:lnTo>
                <a:lnTo>
                  <a:pt x="459" y="522"/>
                </a:lnTo>
                <a:lnTo>
                  <a:pt x="459" y="521"/>
                </a:lnTo>
                <a:lnTo>
                  <a:pt x="459" y="520"/>
                </a:lnTo>
                <a:lnTo>
                  <a:pt x="460" y="520"/>
                </a:lnTo>
                <a:lnTo>
                  <a:pt x="460" y="519"/>
                </a:lnTo>
                <a:lnTo>
                  <a:pt x="460" y="518"/>
                </a:lnTo>
                <a:lnTo>
                  <a:pt x="460" y="515"/>
                </a:lnTo>
                <a:lnTo>
                  <a:pt x="460" y="514"/>
                </a:lnTo>
                <a:lnTo>
                  <a:pt x="460" y="513"/>
                </a:lnTo>
                <a:lnTo>
                  <a:pt x="460" y="512"/>
                </a:lnTo>
                <a:lnTo>
                  <a:pt x="459" y="512"/>
                </a:lnTo>
                <a:lnTo>
                  <a:pt x="459" y="511"/>
                </a:lnTo>
                <a:lnTo>
                  <a:pt x="458" y="511"/>
                </a:lnTo>
                <a:lnTo>
                  <a:pt x="457" y="511"/>
                </a:lnTo>
                <a:lnTo>
                  <a:pt x="456" y="510"/>
                </a:lnTo>
                <a:lnTo>
                  <a:pt x="455" y="510"/>
                </a:lnTo>
                <a:lnTo>
                  <a:pt x="454" y="510"/>
                </a:lnTo>
                <a:lnTo>
                  <a:pt x="454" y="509"/>
                </a:lnTo>
                <a:lnTo>
                  <a:pt x="454" y="508"/>
                </a:lnTo>
                <a:lnTo>
                  <a:pt x="455" y="508"/>
                </a:lnTo>
                <a:lnTo>
                  <a:pt x="456" y="507"/>
                </a:lnTo>
                <a:lnTo>
                  <a:pt x="457" y="507"/>
                </a:lnTo>
                <a:lnTo>
                  <a:pt x="458" y="507"/>
                </a:lnTo>
                <a:lnTo>
                  <a:pt x="458" y="506"/>
                </a:lnTo>
                <a:lnTo>
                  <a:pt x="459" y="506"/>
                </a:lnTo>
                <a:lnTo>
                  <a:pt x="459" y="505"/>
                </a:lnTo>
                <a:lnTo>
                  <a:pt x="459" y="504"/>
                </a:lnTo>
                <a:lnTo>
                  <a:pt x="458" y="503"/>
                </a:lnTo>
                <a:lnTo>
                  <a:pt x="457" y="503"/>
                </a:lnTo>
                <a:lnTo>
                  <a:pt x="457" y="502"/>
                </a:lnTo>
                <a:lnTo>
                  <a:pt x="458" y="502"/>
                </a:lnTo>
                <a:lnTo>
                  <a:pt x="459" y="502"/>
                </a:lnTo>
                <a:lnTo>
                  <a:pt x="459" y="501"/>
                </a:lnTo>
                <a:lnTo>
                  <a:pt x="459" y="500"/>
                </a:lnTo>
                <a:lnTo>
                  <a:pt x="458" y="499"/>
                </a:lnTo>
                <a:lnTo>
                  <a:pt x="457" y="498"/>
                </a:lnTo>
                <a:lnTo>
                  <a:pt x="457" y="497"/>
                </a:lnTo>
                <a:lnTo>
                  <a:pt x="455" y="497"/>
                </a:lnTo>
                <a:lnTo>
                  <a:pt x="455" y="496"/>
                </a:lnTo>
                <a:lnTo>
                  <a:pt x="455" y="495"/>
                </a:lnTo>
                <a:lnTo>
                  <a:pt x="456" y="494"/>
                </a:lnTo>
                <a:lnTo>
                  <a:pt x="456" y="493"/>
                </a:lnTo>
                <a:lnTo>
                  <a:pt x="455" y="493"/>
                </a:lnTo>
                <a:lnTo>
                  <a:pt x="454" y="493"/>
                </a:lnTo>
                <a:lnTo>
                  <a:pt x="453" y="493"/>
                </a:lnTo>
                <a:lnTo>
                  <a:pt x="453" y="492"/>
                </a:lnTo>
                <a:lnTo>
                  <a:pt x="452" y="491"/>
                </a:lnTo>
                <a:lnTo>
                  <a:pt x="451" y="490"/>
                </a:lnTo>
                <a:lnTo>
                  <a:pt x="451" y="489"/>
                </a:lnTo>
                <a:lnTo>
                  <a:pt x="452" y="489"/>
                </a:lnTo>
                <a:lnTo>
                  <a:pt x="453" y="488"/>
                </a:lnTo>
                <a:lnTo>
                  <a:pt x="454" y="488"/>
                </a:lnTo>
                <a:lnTo>
                  <a:pt x="455" y="488"/>
                </a:lnTo>
                <a:lnTo>
                  <a:pt x="456" y="487"/>
                </a:lnTo>
                <a:lnTo>
                  <a:pt x="456" y="486"/>
                </a:lnTo>
                <a:lnTo>
                  <a:pt x="456" y="485"/>
                </a:lnTo>
                <a:lnTo>
                  <a:pt x="455" y="485"/>
                </a:lnTo>
                <a:lnTo>
                  <a:pt x="455" y="484"/>
                </a:lnTo>
                <a:lnTo>
                  <a:pt x="455" y="483"/>
                </a:lnTo>
                <a:lnTo>
                  <a:pt x="456" y="483"/>
                </a:lnTo>
                <a:lnTo>
                  <a:pt x="457" y="482"/>
                </a:lnTo>
                <a:lnTo>
                  <a:pt x="458" y="482"/>
                </a:lnTo>
                <a:lnTo>
                  <a:pt x="459" y="482"/>
                </a:lnTo>
                <a:lnTo>
                  <a:pt x="459" y="481"/>
                </a:lnTo>
                <a:lnTo>
                  <a:pt x="460" y="481"/>
                </a:lnTo>
                <a:lnTo>
                  <a:pt x="460" y="480"/>
                </a:lnTo>
                <a:lnTo>
                  <a:pt x="460" y="479"/>
                </a:lnTo>
                <a:lnTo>
                  <a:pt x="460" y="478"/>
                </a:lnTo>
                <a:lnTo>
                  <a:pt x="459" y="477"/>
                </a:lnTo>
                <a:lnTo>
                  <a:pt x="459" y="476"/>
                </a:lnTo>
                <a:lnTo>
                  <a:pt x="458" y="476"/>
                </a:lnTo>
                <a:lnTo>
                  <a:pt x="457" y="476"/>
                </a:lnTo>
                <a:lnTo>
                  <a:pt x="456" y="476"/>
                </a:lnTo>
                <a:lnTo>
                  <a:pt x="455" y="476"/>
                </a:lnTo>
                <a:lnTo>
                  <a:pt x="455" y="475"/>
                </a:lnTo>
                <a:lnTo>
                  <a:pt x="456" y="475"/>
                </a:lnTo>
                <a:lnTo>
                  <a:pt x="456" y="474"/>
                </a:lnTo>
                <a:lnTo>
                  <a:pt x="456" y="473"/>
                </a:lnTo>
                <a:lnTo>
                  <a:pt x="457" y="473"/>
                </a:lnTo>
                <a:lnTo>
                  <a:pt x="458" y="473"/>
                </a:lnTo>
                <a:lnTo>
                  <a:pt x="459" y="474"/>
                </a:lnTo>
                <a:lnTo>
                  <a:pt x="460" y="474"/>
                </a:lnTo>
                <a:lnTo>
                  <a:pt x="461" y="474"/>
                </a:lnTo>
                <a:lnTo>
                  <a:pt x="462" y="473"/>
                </a:lnTo>
                <a:lnTo>
                  <a:pt x="462" y="472"/>
                </a:lnTo>
                <a:lnTo>
                  <a:pt x="463" y="472"/>
                </a:lnTo>
                <a:lnTo>
                  <a:pt x="462" y="471"/>
                </a:lnTo>
                <a:lnTo>
                  <a:pt x="461" y="471"/>
                </a:lnTo>
                <a:lnTo>
                  <a:pt x="460" y="471"/>
                </a:lnTo>
                <a:lnTo>
                  <a:pt x="459" y="471"/>
                </a:lnTo>
                <a:lnTo>
                  <a:pt x="458" y="471"/>
                </a:lnTo>
                <a:lnTo>
                  <a:pt x="457" y="471"/>
                </a:lnTo>
                <a:lnTo>
                  <a:pt x="456" y="471"/>
                </a:lnTo>
                <a:lnTo>
                  <a:pt x="455" y="470"/>
                </a:lnTo>
                <a:lnTo>
                  <a:pt x="456" y="469"/>
                </a:lnTo>
                <a:lnTo>
                  <a:pt x="456" y="468"/>
                </a:lnTo>
                <a:lnTo>
                  <a:pt x="457" y="468"/>
                </a:lnTo>
                <a:lnTo>
                  <a:pt x="456" y="468"/>
                </a:lnTo>
                <a:lnTo>
                  <a:pt x="456" y="467"/>
                </a:lnTo>
                <a:lnTo>
                  <a:pt x="455" y="467"/>
                </a:lnTo>
                <a:lnTo>
                  <a:pt x="454" y="467"/>
                </a:lnTo>
                <a:lnTo>
                  <a:pt x="453" y="467"/>
                </a:lnTo>
                <a:lnTo>
                  <a:pt x="454" y="467"/>
                </a:lnTo>
                <a:lnTo>
                  <a:pt x="454" y="466"/>
                </a:lnTo>
                <a:lnTo>
                  <a:pt x="455" y="466"/>
                </a:lnTo>
                <a:lnTo>
                  <a:pt x="455" y="465"/>
                </a:lnTo>
                <a:lnTo>
                  <a:pt x="455" y="464"/>
                </a:lnTo>
                <a:lnTo>
                  <a:pt x="455" y="463"/>
                </a:lnTo>
                <a:lnTo>
                  <a:pt x="455" y="462"/>
                </a:lnTo>
                <a:lnTo>
                  <a:pt x="456" y="462"/>
                </a:lnTo>
                <a:lnTo>
                  <a:pt x="456" y="461"/>
                </a:lnTo>
                <a:lnTo>
                  <a:pt x="457" y="460"/>
                </a:lnTo>
                <a:lnTo>
                  <a:pt x="458" y="460"/>
                </a:lnTo>
                <a:lnTo>
                  <a:pt x="458" y="461"/>
                </a:lnTo>
                <a:lnTo>
                  <a:pt x="458" y="462"/>
                </a:lnTo>
                <a:lnTo>
                  <a:pt x="458" y="463"/>
                </a:lnTo>
                <a:lnTo>
                  <a:pt x="459" y="463"/>
                </a:lnTo>
                <a:lnTo>
                  <a:pt x="460" y="463"/>
                </a:lnTo>
                <a:lnTo>
                  <a:pt x="460" y="462"/>
                </a:lnTo>
                <a:lnTo>
                  <a:pt x="459" y="461"/>
                </a:lnTo>
                <a:lnTo>
                  <a:pt x="459" y="460"/>
                </a:lnTo>
                <a:lnTo>
                  <a:pt x="460" y="460"/>
                </a:lnTo>
                <a:lnTo>
                  <a:pt x="461" y="460"/>
                </a:lnTo>
                <a:lnTo>
                  <a:pt x="462" y="460"/>
                </a:lnTo>
                <a:lnTo>
                  <a:pt x="463" y="460"/>
                </a:lnTo>
                <a:lnTo>
                  <a:pt x="463" y="459"/>
                </a:lnTo>
                <a:lnTo>
                  <a:pt x="464" y="459"/>
                </a:lnTo>
                <a:lnTo>
                  <a:pt x="464" y="458"/>
                </a:lnTo>
                <a:lnTo>
                  <a:pt x="463" y="458"/>
                </a:lnTo>
                <a:lnTo>
                  <a:pt x="462" y="458"/>
                </a:lnTo>
                <a:lnTo>
                  <a:pt x="461" y="458"/>
                </a:lnTo>
                <a:lnTo>
                  <a:pt x="460" y="457"/>
                </a:lnTo>
                <a:lnTo>
                  <a:pt x="459" y="457"/>
                </a:lnTo>
                <a:lnTo>
                  <a:pt x="459" y="456"/>
                </a:lnTo>
                <a:lnTo>
                  <a:pt x="460" y="456"/>
                </a:lnTo>
                <a:lnTo>
                  <a:pt x="461" y="456"/>
                </a:lnTo>
                <a:lnTo>
                  <a:pt x="462" y="455"/>
                </a:lnTo>
                <a:lnTo>
                  <a:pt x="463" y="454"/>
                </a:lnTo>
                <a:lnTo>
                  <a:pt x="464" y="454"/>
                </a:lnTo>
                <a:lnTo>
                  <a:pt x="464" y="453"/>
                </a:lnTo>
                <a:lnTo>
                  <a:pt x="463" y="453"/>
                </a:lnTo>
                <a:lnTo>
                  <a:pt x="463" y="452"/>
                </a:lnTo>
                <a:lnTo>
                  <a:pt x="463" y="451"/>
                </a:lnTo>
                <a:lnTo>
                  <a:pt x="463" y="450"/>
                </a:lnTo>
                <a:lnTo>
                  <a:pt x="464" y="450"/>
                </a:lnTo>
                <a:lnTo>
                  <a:pt x="465" y="450"/>
                </a:lnTo>
                <a:lnTo>
                  <a:pt x="466" y="450"/>
                </a:lnTo>
                <a:lnTo>
                  <a:pt x="466" y="449"/>
                </a:lnTo>
                <a:lnTo>
                  <a:pt x="467" y="449"/>
                </a:lnTo>
                <a:lnTo>
                  <a:pt x="467" y="448"/>
                </a:lnTo>
                <a:lnTo>
                  <a:pt x="468" y="448"/>
                </a:lnTo>
                <a:lnTo>
                  <a:pt x="468" y="447"/>
                </a:lnTo>
                <a:lnTo>
                  <a:pt x="468" y="446"/>
                </a:lnTo>
                <a:lnTo>
                  <a:pt x="467" y="446"/>
                </a:lnTo>
                <a:lnTo>
                  <a:pt x="467" y="445"/>
                </a:lnTo>
                <a:lnTo>
                  <a:pt x="467" y="444"/>
                </a:lnTo>
                <a:lnTo>
                  <a:pt x="468" y="444"/>
                </a:lnTo>
                <a:lnTo>
                  <a:pt x="468" y="445"/>
                </a:lnTo>
                <a:lnTo>
                  <a:pt x="469" y="445"/>
                </a:lnTo>
                <a:lnTo>
                  <a:pt x="469" y="444"/>
                </a:lnTo>
                <a:lnTo>
                  <a:pt x="469" y="443"/>
                </a:lnTo>
                <a:lnTo>
                  <a:pt x="468" y="443"/>
                </a:lnTo>
                <a:lnTo>
                  <a:pt x="467" y="443"/>
                </a:lnTo>
                <a:lnTo>
                  <a:pt x="467" y="442"/>
                </a:lnTo>
                <a:lnTo>
                  <a:pt x="468" y="442"/>
                </a:lnTo>
                <a:lnTo>
                  <a:pt x="468" y="441"/>
                </a:lnTo>
                <a:lnTo>
                  <a:pt x="467" y="441"/>
                </a:lnTo>
                <a:lnTo>
                  <a:pt x="466" y="441"/>
                </a:lnTo>
                <a:lnTo>
                  <a:pt x="466" y="440"/>
                </a:lnTo>
                <a:lnTo>
                  <a:pt x="467" y="439"/>
                </a:lnTo>
                <a:lnTo>
                  <a:pt x="468" y="439"/>
                </a:lnTo>
                <a:lnTo>
                  <a:pt x="468" y="438"/>
                </a:lnTo>
                <a:lnTo>
                  <a:pt x="468" y="437"/>
                </a:lnTo>
                <a:lnTo>
                  <a:pt x="468" y="436"/>
                </a:lnTo>
                <a:lnTo>
                  <a:pt x="467" y="436"/>
                </a:lnTo>
                <a:lnTo>
                  <a:pt x="467" y="435"/>
                </a:lnTo>
                <a:lnTo>
                  <a:pt x="467" y="434"/>
                </a:lnTo>
                <a:lnTo>
                  <a:pt x="468" y="434"/>
                </a:lnTo>
                <a:lnTo>
                  <a:pt x="469" y="434"/>
                </a:lnTo>
                <a:lnTo>
                  <a:pt x="469" y="433"/>
                </a:lnTo>
                <a:lnTo>
                  <a:pt x="469" y="432"/>
                </a:lnTo>
                <a:lnTo>
                  <a:pt x="470" y="432"/>
                </a:lnTo>
                <a:lnTo>
                  <a:pt x="470" y="431"/>
                </a:lnTo>
                <a:lnTo>
                  <a:pt x="471" y="431"/>
                </a:lnTo>
                <a:lnTo>
                  <a:pt x="471" y="432"/>
                </a:lnTo>
                <a:lnTo>
                  <a:pt x="472" y="432"/>
                </a:lnTo>
                <a:lnTo>
                  <a:pt x="472" y="431"/>
                </a:lnTo>
                <a:lnTo>
                  <a:pt x="472" y="430"/>
                </a:lnTo>
                <a:lnTo>
                  <a:pt x="471" y="431"/>
                </a:lnTo>
                <a:lnTo>
                  <a:pt x="471" y="430"/>
                </a:lnTo>
                <a:lnTo>
                  <a:pt x="470" y="430"/>
                </a:lnTo>
                <a:lnTo>
                  <a:pt x="471" y="430"/>
                </a:lnTo>
                <a:lnTo>
                  <a:pt x="471" y="429"/>
                </a:lnTo>
                <a:lnTo>
                  <a:pt x="472" y="429"/>
                </a:lnTo>
                <a:lnTo>
                  <a:pt x="473" y="429"/>
                </a:lnTo>
                <a:lnTo>
                  <a:pt x="473" y="428"/>
                </a:lnTo>
                <a:lnTo>
                  <a:pt x="472" y="428"/>
                </a:lnTo>
                <a:lnTo>
                  <a:pt x="471" y="427"/>
                </a:lnTo>
                <a:lnTo>
                  <a:pt x="471" y="426"/>
                </a:lnTo>
                <a:lnTo>
                  <a:pt x="471" y="425"/>
                </a:lnTo>
                <a:lnTo>
                  <a:pt x="472" y="425"/>
                </a:lnTo>
                <a:lnTo>
                  <a:pt x="473" y="425"/>
                </a:lnTo>
                <a:lnTo>
                  <a:pt x="473" y="424"/>
                </a:lnTo>
                <a:lnTo>
                  <a:pt x="473" y="423"/>
                </a:lnTo>
                <a:lnTo>
                  <a:pt x="472" y="423"/>
                </a:lnTo>
                <a:lnTo>
                  <a:pt x="471" y="423"/>
                </a:lnTo>
                <a:lnTo>
                  <a:pt x="471" y="422"/>
                </a:lnTo>
                <a:lnTo>
                  <a:pt x="472" y="421"/>
                </a:lnTo>
                <a:lnTo>
                  <a:pt x="471" y="420"/>
                </a:lnTo>
                <a:lnTo>
                  <a:pt x="471" y="419"/>
                </a:lnTo>
                <a:lnTo>
                  <a:pt x="470" y="418"/>
                </a:lnTo>
                <a:lnTo>
                  <a:pt x="470" y="417"/>
                </a:lnTo>
                <a:lnTo>
                  <a:pt x="469" y="417"/>
                </a:lnTo>
                <a:lnTo>
                  <a:pt x="470" y="416"/>
                </a:lnTo>
                <a:lnTo>
                  <a:pt x="470" y="415"/>
                </a:lnTo>
                <a:lnTo>
                  <a:pt x="471" y="415"/>
                </a:lnTo>
                <a:lnTo>
                  <a:pt x="472" y="416"/>
                </a:lnTo>
                <a:lnTo>
                  <a:pt x="473" y="417"/>
                </a:lnTo>
                <a:lnTo>
                  <a:pt x="474" y="417"/>
                </a:lnTo>
                <a:lnTo>
                  <a:pt x="475" y="417"/>
                </a:lnTo>
                <a:lnTo>
                  <a:pt x="475" y="416"/>
                </a:lnTo>
                <a:lnTo>
                  <a:pt x="475" y="415"/>
                </a:lnTo>
                <a:lnTo>
                  <a:pt x="474" y="415"/>
                </a:lnTo>
                <a:lnTo>
                  <a:pt x="474" y="414"/>
                </a:lnTo>
                <a:lnTo>
                  <a:pt x="474" y="413"/>
                </a:lnTo>
                <a:lnTo>
                  <a:pt x="473" y="413"/>
                </a:lnTo>
                <a:lnTo>
                  <a:pt x="472" y="412"/>
                </a:lnTo>
                <a:lnTo>
                  <a:pt x="472" y="411"/>
                </a:lnTo>
                <a:lnTo>
                  <a:pt x="473" y="411"/>
                </a:lnTo>
                <a:lnTo>
                  <a:pt x="474" y="411"/>
                </a:lnTo>
                <a:lnTo>
                  <a:pt x="475" y="411"/>
                </a:lnTo>
                <a:lnTo>
                  <a:pt x="474" y="411"/>
                </a:lnTo>
                <a:lnTo>
                  <a:pt x="474" y="410"/>
                </a:lnTo>
                <a:lnTo>
                  <a:pt x="475" y="409"/>
                </a:lnTo>
                <a:lnTo>
                  <a:pt x="477" y="409"/>
                </a:lnTo>
                <a:lnTo>
                  <a:pt x="477" y="410"/>
                </a:lnTo>
                <a:lnTo>
                  <a:pt x="478" y="410"/>
                </a:lnTo>
                <a:lnTo>
                  <a:pt x="479" y="410"/>
                </a:lnTo>
                <a:lnTo>
                  <a:pt x="479" y="409"/>
                </a:lnTo>
                <a:lnTo>
                  <a:pt x="480" y="409"/>
                </a:lnTo>
                <a:lnTo>
                  <a:pt x="480" y="408"/>
                </a:lnTo>
                <a:lnTo>
                  <a:pt x="480" y="407"/>
                </a:lnTo>
                <a:lnTo>
                  <a:pt x="480" y="405"/>
                </a:lnTo>
                <a:lnTo>
                  <a:pt x="481" y="404"/>
                </a:lnTo>
                <a:lnTo>
                  <a:pt x="482" y="404"/>
                </a:lnTo>
                <a:lnTo>
                  <a:pt x="483" y="404"/>
                </a:lnTo>
                <a:lnTo>
                  <a:pt x="483" y="403"/>
                </a:lnTo>
                <a:lnTo>
                  <a:pt x="484" y="403"/>
                </a:lnTo>
                <a:lnTo>
                  <a:pt x="484" y="402"/>
                </a:lnTo>
                <a:lnTo>
                  <a:pt x="483" y="402"/>
                </a:lnTo>
                <a:lnTo>
                  <a:pt x="482" y="402"/>
                </a:lnTo>
                <a:lnTo>
                  <a:pt x="482" y="401"/>
                </a:lnTo>
                <a:lnTo>
                  <a:pt x="483" y="401"/>
                </a:lnTo>
                <a:lnTo>
                  <a:pt x="484" y="401"/>
                </a:lnTo>
                <a:lnTo>
                  <a:pt x="484" y="400"/>
                </a:lnTo>
                <a:lnTo>
                  <a:pt x="485" y="399"/>
                </a:lnTo>
                <a:lnTo>
                  <a:pt x="485" y="398"/>
                </a:lnTo>
                <a:lnTo>
                  <a:pt x="486" y="397"/>
                </a:lnTo>
                <a:lnTo>
                  <a:pt x="486" y="396"/>
                </a:lnTo>
                <a:lnTo>
                  <a:pt x="487" y="396"/>
                </a:lnTo>
                <a:lnTo>
                  <a:pt x="488" y="396"/>
                </a:lnTo>
                <a:lnTo>
                  <a:pt x="488" y="397"/>
                </a:lnTo>
                <a:lnTo>
                  <a:pt x="487" y="397"/>
                </a:lnTo>
                <a:lnTo>
                  <a:pt x="487" y="398"/>
                </a:lnTo>
                <a:lnTo>
                  <a:pt x="488" y="398"/>
                </a:lnTo>
                <a:lnTo>
                  <a:pt x="489" y="398"/>
                </a:lnTo>
                <a:lnTo>
                  <a:pt x="489" y="397"/>
                </a:lnTo>
                <a:lnTo>
                  <a:pt x="490" y="397"/>
                </a:lnTo>
                <a:lnTo>
                  <a:pt x="489" y="397"/>
                </a:lnTo>
                <a:lnTo>
                  <a:pt x="489" y="396"/>
                </a:lnTo>
                <a:lnTo>
                  <a:pt x="490" y="396"/>
                </a:lnTo>
                <a:lnTo>
                  <a:pt x="490" y="395"/>
                </a:lnTo>
                <a:lnTo>
                  <a:pt x="489" y="395"/>
                </a:lnTo>
                <a:lnTo>
                  <a:pt x="489" y="394"/>
                </a:lnTo>
                <a:lnTo>
                  <a:pt x="490" y="394"/>
                </a:lnTo>
                <a:lnTo>
                  <a:pt x="491" y="394"/>
                </a:lnTo>
                <a:lnTo>
                  <a:pt x="492" y="393"/>
                </a:lnTo>
                <a:lnTo>
                  <a:pt x="492" y="392"/>
                </a:lnTo>
                <a:lnTo>
                  <a:pt x="493" y="391"/>
                </a:lnTo>
                <a:lnTo>
                  <a:pt x="494" y="391"/>
                </a:lnTo>
                <a:lnTo>
                  <a:pt x="494" y="390"/>
                </a:lnTo>
                <a:lnTo>
                  <a:pt x="494" y="389"/>
                </a:lnTo>
                <a:lnTo>
                  <a:pt x="494" y="388"/>
                </a:lnTo>
                <a:lnTo>
                  <a:pt x="494" y="387"/>
                </a:lnTo>
                <a:lnTo>
                  <a:pt x="493" y="387"/>
                </a:lnTo>
                <a:lnTo>
                  <a:pt x="493" y="386"/>
                </a:lnTo>
                <a:lnTo>
                  <a:pt x="492" y="385"/>
                </a:lnTo>
                <a:lnTo>
                  <a:pt x="492" y="384"/>
                </a:lnTo>
                <a:lnTo>
                  <a:pt x="491" y="383"/>
                </a:lnTo>
                <a:lnTo>
                  <a:pt x="491" y="382"/>
                </a:lnTo>
                <a:lnTo>
                  <a:pt x="491" y="381"/>
                </a:lnTo>
                <a:lnTo>
                  <a:pt x="491" y="380"/>
                </a:lnTo>
                <a:lnTo>
                  <a:pt x="491" y="379"/>
                </a:lnTo>
                <a:lnTo>
                  <a:pt x="490" y="379"/>
                </a:lnTo>
                <a:lnTo>
                  <a:pt x="489" y="379"/>
                </a:lnTo>
                <a:lnTo>
                  <a:pt x="489" y="378"/>
                </a:lnTo>
                <a:lnTo>
                  <a:pt x="488" y="377"/>
                </a:lnTo>
                <a:lnTo>
                  <a:pt x="488" y="376"/>
                </a:lnTo>
                <a:lnTo>
                  <a:pt x="489" y="376"/>
                </a:lnTo>
                <a:lnTo>
                  <a:pt x="489" y="375"/>
                </a:lnTo>
                <a:lnTo>
                  <a:pt x="489" y="374"/>
                </a:lnTo>
                <a:lnTo>
                  <a:pt x="488" y="374"/>
                </a:lnTo>
                <a:lnTo>
                  <a:pt x="487" y="373"/>
                </a:lnTo>
                <a:lnTo>
                  <a:pt x="487" y="372"/>
                </a:lnTo>
                <a:lnTo>
                  <a:pt x="488" y="371"/>
                </a:lnTo>
                <a:lnTo>
                  <a:pt x="489" y="371"/>
                </a:lnTo>
                <a:lnTo>
                  <a:pt x="489" y="370"/>
                </a:lnTo>
                <a:lnTo>
                  <a:pt x="489" y="368"/>
                </a:lnTo>
                <a:lnTo>
                  <a:pt x="490" y="368"/>
                </a:lnTo>
                <a:lnTo>
                  <a:pt x="489" y="368"/>
                </a:lnTo>
                <a:lnTo>
                  <a:pt x="489" y="367"/>
                </a:lnTo>
                <a:lnTo>
                  <a:pt x="488" y="367"/>
                </a:lnTo>
                <a:lnTo>
                  <a:pt x="487" y="367"/>
                </a:lnTo>
                <a:lnTo>
                  <a:pt x="486" y="366"/>
                </a:lnTo>
                <a:lnTo>
                  <a:pt x="486" y="367"/>
                </a:lnTo>
                <a:lnTo>
                  <a:pt x="486" y="366"/>
                </a:lnTo>
                <a:lnTo>
                  <a:pt x="485" y="366"/>
                </a:lnTo>
                <a:lnTo>
                  <a:pt x="484" y="366"/>
                </a:lnTo>
                <a:lnTo>
                  <a:pt x="484" y="365"/>
                </a:lnTo>
                <a:lnTo>
                  <a:pt x="485" y="365"/>
                </a:lnTo>
                <a:lnTo>
                  <a:pt x="485" y="364"/>
                </a:lnTo>
                <a:lnTo>
                  <a:pt x="486" y="364"/>
                </a:lnTo>
                <a:lnTo>
                  <a:pt x="486" y="363"/>
                </a:lnTo>
                <a:lnTo>
                  <a:pt x="485" y="363"/>
                </a:lnTo>
                <a:lnTo>
                  <a:pt x="484" y="363"/>
                </a:lnTo>
                <a:lnTo>
                  <a:pt x="483" y="363"/>
                </a:lnTo>
                <a:lnTo>
                  <a:pt x="482" y="363"/>
                </a:lnTo>
                <a:lnTo>
                  <a:pt x="482" y="362"/>
                </a:lnTo>
                <a:lnTo>
                  <a:pt x="482" y="361"/>
                </a:lnTo>
                <a:lnTo>
                  <a:pt x="483" y="361"/>
                </a:lnTo>
                <a:lnTo>
                  <a:pt x="483" y="360"/>
                </a:lnTo>
                <a:lnTo>
                  <a:pt x="484" y="359"/>
                </a:lnTo>
                <a:lnTo>
                  <a:pt x="485" y="359"/>
                </a:lnTo>
                <a:lnTo>
                  <a:pt x="485" y="358"/>
                </a:lnTo>
                <a:lnTo>
                  <a:pt x="486" y="359"/>
                </a:lnTo>
                <a:lnTo>
                  <a:pt x="487" y="359"/>
                </a:lnTo>
                <a:lnTo>
                  <a:pt x="488" y="360"/>
                </a:lnTo>
                <a:lnTo>
                  <a:pt x="489" y="360"/>
                </a:lnTo>
                <a:lnTo>
                  <a:pt x="489" y="359"/>
                </a:lnTo>
                <a:lnTo>
                  <a:pt x="490" y="358"/>
                </a:lnTo>
                <a:lnTo>
                  <a:pt x="489" y="358"/>
                </a:lnTo>
                <a:lnTo>
                  <a:pt x="488" y="357"/>
                </a:lnTo>
                <a:lnTo>
                  <a:pt x="488" y="356"/>
                </a:lnTo>
                <a:lnTo>
                  <a:pt x="488" y="355"/>
                </a:lnTo>
                <a:lnTo>
                  <a:pt x="489" y="355"/>
                </a:lnTo>
                <a:lnTo>
                  <a:pt x="490" y="355"/>
                </a:lnTo>
                <a:lnTo>
                  <a:pt x="491" y="354"/>
                </a:lnTo>
                <a:lnTo>
                  <a:pt x="491" y="353"/>
                </a:lnTo>
                <a:lnTo>
                  <a:pt x="492" y="353"/>
                </a:lnTo>
                <a:lnTo>
                  <a:pt x="493" y="352"/>
                </a:lnTo>
                <a:lnTo>
                  <a:pt x="492" y="351"/>
                </a:lnTo>
                <a:lnTo>
                  <a:pt x="491" y="351"/>
                </a:lnTo>
                <a:lnTo>
                  <a:pt x="491" y="350"/>
                </a:lnTo>
                <a:lnTo>
                  <a:pt x="492" y="349"/>
                </a:lnTo>
                <a:lnTo>
                  <a:pt x="493" y="349"/>
                </a:lnTo>
                <a:lnTo>
                  <a:pt x="494" y="349"/>
                </a:lnTo>
                <a:lnTo>
                  <a:pt x="494" y="348"/>
                </a:lnTo>
                <a:lnTo>
                  <a:pt x="495" y="348"/>
                </a:lnTo>
                <a:lnTo>
                  <a:pt x="495" y="347"/>
                </a:lnTo>
                <a:lnTo>
                  <a:pt x="495" y="346"/>
                </a:lnTo>
                <a:lnTo>
                  <a:pt x="494" y="345"/>
                </a:lnTo>
                <a:lnTo>
                  <a:pt x="493" y="344"/>
                </a:lnTo>
                <a:lnTo>
                  <a:pt x="492" y="344"/>
                </a:lnTo>
                <a:lnTo>
                  <a:pt x="491" y="344"/>
                </a:lnTo>
                <a:lnTo>
                  <a:pt x="492" y="344"/>
                </a:lnTo>
                <a:lnTo>
                  <a:pt x="493" y="344"/>
                </a:lnTo>
                <a:lnTo>
                  <a:pt x="494" y="344"/>
                </a:lnTo>
                <a:lnTo>
                  <a:pt x="495" y="344"/>
                </a:lnTo>
                <a:lnTo>
                  <a:pt x="496" y="344"/>
                </a:lnTo>
                <a:lnTo>
                  <a:pt x="496" y="343"/>
                </a:lnTo>
                <a:lnTo>
                  <a:pt x="497" y="343"/>
                </a:lnTo>
                <a:lnTo>
                  <a:pt x="497" y="342"/>
                </a:lnTo>
                <a:lnTo>
                  <a:pt x="496" y="342"/>
                </a:lnTo>
                <a:lnTo>
                  <a:pt x="495" y="341"/>
                </a:lnTo>
                <a:lnTo>
                  <a:pt x="496" y="341"/>
                </a:lnTo>
                <a:lnTo>
                  <a:pt x="496" y="340"/>
                </a:lnTo>
                <a:lnTo>
                  <a:pt x="496" y="338"/>
                </a:lnTo>
                <a:lnTo>
                  <a:pt x="496" y="337"/>
                </a:lnTo>
                <a:lnTo>
                  <a:pt x="497" y="337"/>
                </a:lnTo>
                <a:lnTo>
                  <a:pt x="498" y="337"/>
                </a:lnTo>
                <a:lnTo>
                  <a:pt x="498" y="339"/>
                </a:lnTo>
                <a:lnTo>
                  <a:pt x="498" y="340"/>
                </a:lnTo>
                <a:lnTo>
                  <a:pt x="499" y="340"/>
                </a:lnTo>
                <a:lnTo>
                  <a:pt x="500" y="340"/>
                </a:lnTo>
                <a:lnTo>
                  <a:pt x="501" y="340"/>
                </a:lnTo>
                <a:lnTo>
                  <a:pt x="501" y="339"/>
                </a:lnTo>
                <a:lnTo>
                  <a:pt x="500" y="338"/>
                </a:lnTo>
                <a:lnTo>
                  <a:pt x="500" y="337"/>
                </a:lnTo>
                <a:lnTo>
                  <a:pt x="500" y="336"/>
                </a:lnTo>
                <a:lnTo>
                  <a:pt x="500" y="337"/>
                </a:lnTo>
                <a:lnTo>
                  <a:pt x="500" y="336"/>
                </a:lnTo>
                <a:lnTo>
                  <a:pt x="501" y="336"/>
                </a:lnTo>
                <a:lnTo>
                  <a:pt x="500" y="336"/>
                </a:lnTo>
                <a:lnTo>
                  <a:pt x="499" y="336"/>
                </a:lnTo>
                <a:lnTo>
                  <a:pt x="499" y="335"/>
                </a:lnTo>
                <a:lnTo>
                  <a:pt x="500" y="335"/>
                </a:lnTo>
                <a:lnTo>
                  <a:pt x="501" y="335"/>
                </a:lnTo>
                <a:lnTo>
                  <a:pt x="501" y="334"/>
                </a:lnTo>
                <a:lnTo>
                  <a:pt x="502" y="335"/>
                </a:lnTo>
                <a:lnTo>
                  <a:pt x="503" y="335"/>
                </a:lnTo>
                <a:lnTo>
                  <a:pt x="503" y="334"/>
                </a:lnTo>
                <a:lnTo>
                  <a:pt x="502" y="334"/>
                </a:lnTo>
                <a:lnTo>
                  <a:pt x="501" y="332"/>
                </a:lnTo>
                <a:lnTo>
                  <a:pt x="501" y="331"/>
                </a:lnTo>
                <a:lnTo>
                  <a:pt x="502" y="330"/>
                </a:lnTo>
                <a:lnTo>
                  <a:pt x="503" y="330"/>
                </a:lnTo>
                <a:lnTo>
                  <a:pt x="503" y="332"/>
                </a:lnTo>
                <a:lnTo>
                  <a:pt x="503" y="331"/>
                </a:lnTo>
                <a:lnTo>
                  <a:pt x="503" y="330"/>
                </a:lnTo>
                <a:lnTo>
                  <a:pt x="503" y="329"/>
                </a:lnTo>
                <a:lnTo>
                  <a:pt x="503" y="328"/>
                </a:lnTo>
                <a:lnTo>
                  <a:pt x="504" y="326"/>
                </a:lnTo>
                <a:lnTo>
                  <a:pt x="504" y="325"/>
                </a:lnTo>
                <a:lnTo>
                  <a:pt x="505" y="325"/>
                </a:lnTo>
                <a:lnTo>
                  <a:pt x="505" y="323"/>
                </a:lnTo>
                <a:lnTo>
                  <a:pt x="504" y="323"/>
                </a:lnTo>
                <a:lnTo>
                  <a:pt x="503" y="324"/>
                </a:lnTo>
                <a:lnTo>
                  <a:pt x="502" y="323"/>
                </a:lnTo>
                <a:lnTo>
                  <a:pt x="501" y="323"/>
                </a:lnTo>
                <a:lnTo>
                  <a:pt x="502" y="323"/>
                </a:lnTo>
                <a:lnTo>
                  <a:pt x="502" y="322"/>
                </a:lnTo>
                <a:lnTo>
                  <a:pt x="501" y="321"/>
                </a:lnTo>
                <a:lnTo>
                  <a:pt x="500" y="320"/>
                </a:lnTo>
                <a:lnTo>
                  <a:pt x="500" y="319"/>
                </a:lnTo>
                <a:lnTo>
                  <a:pt x="501" y="318"/>
                </a:lnTo>
                <a:lnTo>
                  <a:pt x="501" y="316"/>
                </a:lnTo>
                <a:lnTo>
                  <a:pt x="500" y="316"/>
                </a:lnTo>
                <a:lnTo>
                  <a:pt x="499" y="316"/>
                </a:lnTo>
                <a:lnTo>
                  <a:pt x="499" y="315"/>
                </a:lnTo>
                <a:lnTo>
                  <a:pt x="500" y="315"/>
                </a:lnTo>
                <a:lnTo>
                  <a:pt x="501" y="316"/>
                </a:lnTo>
                <a:lnTo>
                  <a:pt x="502" y="315"/>
                </a:lnTo>
                <a:lnTo>
                  <a:pt x="501" y="314"/>
                </a:lnTo>
                <a:lnTo>
                  <a:pt x="500" y="314"/>
                </a:lnTo>
                <a:lnTo>
                  <a:pt x="499" y="314"/>
                </a:lnTo>
                <a:lnTo>
                  <a:pt x="498" y="314"/>
                </a:lnTo>
                <a:lnTo>
                  <a:pt x="498" y="313"/>
                </a:lnTo>
                <a:lnTo>
                  <a:pt x="497" y="313"/>
                </a:lnTo>
                <a:lnTo>
                  <a:pt x="496" y="313"/>
                </a:lnTo>
                <a:lnTo>
                  <a:pt x="496" y="312"/>
                </a:lnTo>
                <a:lnTo>
                  <a:pt x="497" y="312"/>
                </a:lnTo>
                <a:lnTo>
                  <a:pt x="497" y="311"/>
                </a:lnTo>
                <a:lnTo>
                  <a:pt x="496" y="311"/>
                </a:lnTo>
                <a:lnTo>
                  <a:pt x="495" y="311"/>
                </a:lnTo>
                <a:lnTo>
                  <a:pt x="494" y="311"/>
                </a:lnTo>
                <a:lnTo>
                  <a:pt x="494" y="310"/>
                </a:lnTo>
                <a:lnTo>
                  <a:pt x="493" y="310"/>
                </a:lnTo>
                <a:lnTo>
                  <a:pt x="492" y="310"/>
                </a:lnTo>
                <a:lnTo>
                  <a:pt x="492" y="309"/>
                </a:lnTo>
                <a:lnTo>
                  <a:pt x="493" y="309"/>
                </a:lnTo>
                <a:lnTo>
                  <a:pt x="493" y="310"/>
                </a:lnTo>
                <a:lnTo>
                  <a:pt x="493" y="309"/>
                </a:lnTo>
                <a:lnTo>
                  <a:pt x="492" y="309"/>
                </a:lnTo>
                <a:lnTo>
                  <a:pt x="492" y="308"/>
                </a:lnTo>
                <a:lnTo>
                  <a:pt x="493" y="308"/>
                </a:lnTo>
                <a:lnTo>
                  <a:pt x="493" y="307"/>
                </a:lnTo>
                <a:lnTo>
                  <a:pt x="493" y="305"/>
                </a:lnTo>
                <a:lnTo>
                  <a:pt x="493" y="304"/>
                </a:lnTo>
                <a:lnTo>
                  <a:pt x="492" y="304"/>
                </a:lnTo>
                <a:lnTo>
                  <a:pt x="492" y="305"/>
                </a:lnTo>
                <a:lnTo>
                  <a:pt x="492" y="304"/>
                </a:lnTo>
                <a:lnTo>
                  <a:pt x="491" y="304"/>
                </a:lnTo>
                <a:lnTo>
                  <a:pt x="490" y="304"/>
                </a:lnTo>
                <a:lnTo>
                  <a:pt x="490" y="305"/>
                </a:lnTo>
                <a:lnTo>
                  <a:pt x="489" y="306"/>
                </a:lnTo>
                <a:lnTo>
                  <a:pt x="489" y="307"/>
                </a:lnTo>
                <a:lnTo>
                  <a:pt x="488" y="307"/>
                </a:lnTo>
                <a:lnTo>
                  <a:pt x="487" y="307"/>
                </a:lnTo>
                <a:lnTo>
                  <a:pt x="487" y="306"/>
                </a:lnTo>
                <a:lnTo>
                  <a:pt x="486" y="305"/>
                </a:lnTo>
                <a:lnTo>
                  <a:pt x="486" y="304"/>
                </a:lnTo>
                <a:lnTo>
                  <a:pt x="487" y="304"/>
                </a:lnTo>
                <a:lnTo>
                  <a:pt x="486" y="304"/>
                </a:lnTo>
                <a:lnTo>
                  <a:pt x="485" y="304"/>
                </a:lnTo>
                <a:lnTo>
                  <a:pt x="485" y="303"/>
                </a:lnTo>
                <a:lnTo>
                  <a:pt x="484" y="303"/>
                </a:lnTo>
                <a:lnTo>
                  <a:pt x="484" y="304"/>
                </a:lnTo>
                <a:lnTo>
                  <a:pt x="483" y="304"/>
                </a:lnTo>
                <a:lnTo>
                  <a:pt x="482" y="304"/>
                </a:lnTo>
                <a:lnTo>
                  <a:pt x="481" y="304"/>
                </a:lnTo>
                <a:lnTo>
                  <a:pt x="480" y="303"/>
                </a:lnTo>
                <a:lnTo>
                  <a:pt x="480" y="302"/>
                </a:lnTo>
                <a:lnTo>
                  <a:pt x="480" y="301"/>
                </a:lnTo>
                <a:lnTo>
                  <a:pt x="481" y="301"/>
                </a:lnTo>
                <a:lnTo>
                  <a:pt x="480" y="301"/>
                </a:lnTo>
                <a:lnTo>
                  <a:pt x="480" y="300"/>
                </a:lnTo>
                <a:lnTo>
                  <a:pt x="480" y="301"/>
                </a:lnTo>
                <a:lnTo>
                  <a:pt x="480" y="300"/>
                </a:lnTo>
                <a:lnTo>
                  <a:pt x="479" y="300"/>
                </a:lnTo>
                <a:lnTo>
                  <a:pt x="479" y="299"/>
                </a:lnTo>
                <a:lnTo>
                  <a:pt x="479" y="298"/>
                </a:lnTo>
                <a:lnTo>
                  <a:pt x="478" y="298"/>
                </a:lnTo>
                <a:lnTo>
                  <a:pt x="478" y="297"/>
                </a:lnTo>
                <a:lnTo>
                  <a:pt x="478" y="296"/>
                </a:lnTo>
                <a:lnTo>
                  <a:pt x="477" y="296"/>
                </a:lnTo>
                <a:lnTo>
                  <a:pt x="477" y="295"/>
                </a:lnTo>
                <a:lnTo>
                  <a:pt x="477" y="294"/>
                </a:lnTo>
                <a:lnTo>
                  <a:pt x="476" y="294"/>
                </a:lnTo>
                <a:lnTo>
                  <a:pt x="475" y="294"/>
                </a:lnTo>
                <a:lnTo>
                  <a:pt x="475" y="293"/>
                </a:lnTo>
                <a:lnTo>
                  <a:pt x="473" y="292"/>
                </a:lnTo>
                <a:lnTo>
                  <a:pt x="471" y="293"/>
                </a:lnTo>
                <a:lnTo>
                  <a:pt x="470" y="293"/>
                </a:lnTo>
                <a:lnTo>
                  <a:pt x="469" y="293"/>
                </a:lnTo>
                <a:lnTo>
                  <a:pt x="468" y="294"/>
                </a:lnTo>
                <a:lnTo>
                  <a:pt x="467" y="294"/>
                </a:lnTo>
                <a:lnTo>
                  <a:pt x="466" y="293"/>
                </a:lnTo>
                <a:lnTo>
                  <a:pt x="466" y="292"/>
                </a:lnTo>
                <a:lnTo>
                  <a:pt x="467" y="292"/>
                </a:lnTo>
                <a:lnTo>
                  <a:pt x="467" y="291"/>
                </a:lnTo>
                <a:lnTo>
                  <a:pt x="467" y="290"/>
                </a:lnTo>
                <a:lnTo>
                  <a:pt x="467" y="289"/>
                </a:lnTo>
                <a:lnTo>
                  <a:pt x="466" y="288"/>
                </a:lnTo>
                <a:lnTo>
                  <a:pt x="465" y="288"/>
                </a:lnTo>
                <a:lnTo>
                  <a:pt x="464" y="288"/>
                </a:lnTo>
                <a:lnTo>
                  <a:pt x="463" y="286"/>
                </a:lnTo>
                <a:lnTo>
                  <a:pt x="462" y="285"/>
                </a:lnTo>
                <a:lnTo>
                  <a:pt x="461" y="285"/>
                </a:lnTo>
                <a:lnTo>
                  <a:pt x="461" y="284"/>
                </a:lnTo>
                <a:lnTo>
                  <a:pt x="460" y="284"/>
                </a:lnTo>
                <a:lnTo>
                  <a:pt x="460" y="283"/>
                </a:lnTo>
                <a:lnTo>
                  <a:pt x="460" y="282"/>
                </a:lnTo>
                <a:lnTo>
                  <a:pt x="459" y="281"/>
                </a:lnTo>
                <a:lnTo>
                  <a:pt x="458" y="280"/>
                </a:lnTo>
                <a:lnTo>
                  <a:pt x="458" y="279"/>
                </a:lnTo>
                <a:lnTo>
                  <a:pt x="457" y="279"/>
                </a:lnTo>
                <a:lnTo>
                  <a:pt x="455" y="279"/>
                </a:lnTo>
                <a:lnTo>
                  <a:pt x="455" y="278"/>
                </a:lnTo>
                <a:lnTo>
                  <a:pt x="454" y="278"/>
                </a:lnTo>
                <a:lnTo>
                  <a:pt x="453" y="277"/>
                </a:lnTo>
                <a:lnTo>
                  <a:pt x="452" y="276"/>
                </a:lnTo>
                <a:lnTo>
                  <a:pt x="452" y="275"/>
                </a:lnTo>
                <a:lnTo>
                  <a:pt x="451" y="275"/>
                </a:lnTo>
                <a:lnTo>
                  <a:pt x="450" y="274"/>
                </a:lnTo>
                <a:lnTo>
                  <a:pt x="449" y="273"/>
                </a:lnTo>
                <a:lnTo>
                  <a:pt x="449" y="272"/>
                </a:lnTo>
                <a:lnTo>
                  <a:pt x="449" y="271"/>
                </a:lnTo>
                <a:lnTo>
                  <a:pt x="448" y="271"/>
                </a:lnTo>
                <a:lnTo>
                  <a:pt x="447" y="271"/>
                </a:lnTo>
                <a:lnTo>
                  <a:pt x="447" y="270"/>
                </a:lnTo>
                <a:lnTo>
                  <a:pt x="446" y="269"/>
                </a:lnTo>
                <a:lnTo>
                  <a:pt x="445" y="269"/>
                </a:lnTo>
                <a:lnTo>
                  <a:pt x="445" y="268"/>
                </a:lnTo>
                <a:lnTo>
                  <a:pt x="444" y="268"/>
                </a:lnTo>
                <a:lnTo>
                  <a:pt x="443" y="268"/>
                </a:lnTo>
                <a:lnTo>
                  <a:pt x="443" y="267"/>
                </a:lnTo>
                <a:lnTo>
                  <a:pt x="443" y="266"/>
                </a:lnTo>
                <a:lnTo>
                  <a:pt x="443" y="265"/>
                </a:lnTo>
                <a:lnTo>
                  <a:pt x="442" y="265"/>
                </a:lnTo>
                <a:lnTo>
                  <a:pt x="442" y="264"/>
                </a:lnTo>
                <a:lnTo>
                  <a:pt x="441" y="264"/>
                </a:lnTo>
                <a:lnTo>
                  <a:pt x="440" y="264"/>
                </a:lnTo>
                <a:lnTo>
                  <a:pt x="440" y="263"/>
                </a:lnTo>
                <a:lnTo>
                  <a:pt x="439" y="263"/>
                </a:lnTo>
                <a:lnTo>
                  <a:pt x="439" y="262"/>
                </a:lnTo>
                <a:lnTo>
                  <a:pt x="438" y="261"/>
                </a:lnTo>
                <a:lnTo>
                  <a:pt x="437" y="260"/>
                </a:lnTo>
                <a:lnTo>
                  <a:pt x="436" y="260"/>
                </a:lnTo>
                <a:lnTo>
                  <a:pt x="435" y="259"/>
                </a:lnTo>
                <a:lnTo>
                  <a:pt x="434" y="259"/>
                </a:lnTo>
                <a:lnTo>
                  <a:pt x="434" y="258"/>
                </a:lnTo>
                <a:lnTo>
                  <a:pt x="433" y="258"/>
                </a:lnTo>
                <a:lnTo>
                  <a:pt x="432" y="257"/>
                </a:lnTo>
                <a:lnTo>
                  <a:pt x="432" y="256"/>
                </a:lnTo>
                <a:lnTo>
                  <a:pt x="431" y="256"/>
                </a:lnTo>
                <a:lnTo>
                  <a:pt x="430" y="256"/>
                </a:lnTo>
                <a:lnTo>
                  <a:pt x="430" y="255"/>
                </a:lnTo>
                <a:lnTo>
                  <a:pt x="429" y="255"/>
                </a:lnTo>
                <a:lnTo>
                  <a:pt x="428" y="254"/>
                </a:lnTo>
                <a:lnTo>
                  <a:pt x="427" y="253"/>
                </a:lnTo>
                <a:lnTo>
                  <a:pt x="426" y="253"/>
                </a:lnTo>
                <a:lnTo>
                  <a:pt x="426" y="252"/>
                </a:lnTo>
                <a:lnTo>
                  <a:pt x="425" y="252"/>
                </a:lnTo>
                <a:lnTo>
                  <a:pt x="424" y="251"/>
                </a:lnTo>
                <a:lnTo>
                  <a:pt x="423" y="251"/>
                </a:lnTo>
                <a:lnTo>
                  <a:pt x="421" y="250"/>
                </a:lnTo>
                <a:lnTo>
                  <a:pt x="420" y="249"/>
                </a:lnTo>
                <a:lnTo>
                  <a:pt x="420" y="248"/>
                </a:lnTo>
                <a:lnTo>
                  <a:pt x="420" y="247"/>
                </a:lnTo>
                <a:lnTo>
                  <a:pt x="419" y="247"/>
                </a:lnTo>
                <a:lnTo>
                  <a:pt x="419" y="246"/>
                </a:lnTo>
                <a:lnTo>
                  <a:pt x="419" y="245"/>
                </a:lnTo>
                <a:lnTo>
                  <a:pt x="418" y="245"/>
                </a:lnTo>
                <a:lnTo>
                  <a:pt x="417" y="245"/>
                </a:lnTo>
                <a:lnTo>
                  <a:pt x="417" y="244"/>
                </a:lnTo>
                <a:lnTo>
                  <a:pt x="416" y="245"/>
                </a:lnTo>
                <a:lnTo>
                  <a:pt x="415" y="245"/>
                </a:lnTo>
                <a:lnTo>
                  <a:pt x="414" y="246"/>
                </a:lnTo>
                <a:lnTo>
                  <a:pt x="414" y="247"/>
                </a:lnTo>
                <a:lnTo>
                  <a:pt x="413" y="247"/>
                </a:lnTo>
                <a:lnTo>
                  <a:pt x="412" y="247"/>
                </a:lnTo>
                <a:lnTo>
                  <a:pt x="412" y="246"/>
                </a:lnTo>
                <a:lnTo>
                  <a:pt x="411" y="246"/>
                </a:lnTo>
                <a:lnTo>
                  <a:pt x="411" y="245"/>
                </a:lnTo>
                <a:lnTo>
                  <a:pt x="410" y="244"/>
                </a:lnTo>
                <a:lnTo>
                  <a:pt x="409" y="244"/>
                </a:lnTo>
                <a:lnTo>
                  <a:pt x="408" y="244"/>
                </a:lnTo>
                <a:lnTo>
                  <a:pt x="408" y="245"/>
                </a:lnTo>
                <a:lnTo>
                  <a:pt x="406" y="245"/>
                </a:lnTo>
                <a:lnTo>
                  <a:pt x="405" y="244"/>
                </a:lnTo>
                <a:lnTo>
                  <a:pt x="404" y="245"/>
                </a:lnTo>
                <a:lnTo>
                  <a:pt x="404" y="246"/>
                </a:lnTo>
                <a:lnTo>
                  <a:pt x="404" y="247"/>
                </a:lnTo>
                <a:lnTo>
                  <a:pt x="403" y="247"/>
                </a:lnTo>
                <a:lnTo>
                  <a:pt x="402" y="246"/>
                </a:lnTo>
                <a:lnTo>
                  <a:pt x="401" y="246"/>
                </a:lnTo>
                <a:lnTo>
                  <a:pt x="400" y="246"/>
                </a:lnTo>
                <a:lnTo>
                  <a:pt x="399" y="246"/>
                </a:lnTo>
                <a:lnTo>
                  <a:pt x="397" y="246"/>
                </a:lnTo>
                <a:lnTo>
                  <a:pt x="397" y="247"/>
                </a:lnTo>
                <a:lnTo>
                  <a:pt x="396" y="247"/>
                </a:lnTo>
                <a:lnTo>
                  <a:pt x="395" y="247"/>
                </a:lnTo>
                <a:lnTo>
                  <a:pt x="395" y="245"/>
                </a:lnTo>
                <a:lnTo>
                  <a:pt x="394" y="244"/>
                </a:lnTo>
                <a:lnTo>
                  <a:pt x="394" y="243"/>
                </a:lnTo>
                <a:lnTo>
                  <a:pt x="393" y="244"/>
                </a:lnTo>
                <a:lnTo>
                  <a:pt x="392" y="244"/>
                </a:lnTo>
                <a:lnTo>
                  <a:pt x="392" y="245"/>
                </a:lnTo>
                <a:lnTo>
                  <a:pt x="391" y="247"/>
                </a:lnTo>
                <a:lnTo>
                  <a:pt x="391" y="248"/>
                </a:lnTo>
                <a:lnTo>
                  <a:pt x="390" y="250"/>
                </a:lnTo>
                <a:lnTo>
                  <a:pt x="390" y="252"/>
                </a:lnTo>
                <a:lnTo>
                  <a:pt x="390" y="254"/>
                </a:lnTo>
                <a:lnTo>
                  <a:pt x="391" y="256"/>
                </a:lnTo>
                <a:lnTo>
                  <a:pt x="392" y="258"/>
                </a:lnTo>
                <a:lnTo>
                  <a:pt x="392" y="259"/>
                </a:lnTo>
                <a:lnTo>
                  <a:pt x="393" y="259"/>
                </a:lnTo>
                <a:lnTo>
                  <a:pt x="393" y="260"/>
                </a:lnTo>
                <a:lnTo>
                  <a:pt x="392" y="260"/>
                </a:lnTo>
                <a:lnTo>
                  <a:pt x="392" y="261"/>
                </a:lnTo>
                <a:lnTo>
                  <a:pt x="392" y="263"/>
                </a:lnTo>
                <a:lnTo>
                  <a:pt x="391" y="264"/>
                </a:lnTo>
                <a:lnTo>
                  <a:pt x="390" y="264"/>
                </a:lnTo>
                <a:lnTo>
                  <a:pt x="389" y="264"/>
                </a:lnTo>
                <a:lnTo>
                  <a:pt x="388" y="265"/>
                </a:lnTo>
                <a:lnTo>
                  <a:pt x="387" y="265"/>
                </a:lnTo>
                <a:lnTo>
                  <a:pt x="386" y="266"/>
                </a:lnTo>
                <a:lnTo>
                  <a:pt x="386" y="267"/>
                </a:lnTo>
                <a:lnTo>
                  <a:pt x="386" y="268"/>
                </a:lnTo>
                <a:lnTo>
                  <a:pt x="385" y="268"/>
                </a:lnTo>
                <a:lnTo>
                  <a:pt x="384" y="269"/>
                </a:lnTo>
                <a:lnTo>
                  <a:pt x="383" y="269"/>
                </a:lnTo>
                <a:lnTo>
                  <a:pt x="382" y="269"/>
                </a:lnTo>
                <a:lnTo>
                  <a:pt x="381" y="270"/>
                </a:lnTo>
                <a:lnTo>
                  <a:pt x="380" y="270"/>
                </a:lnTo>
                <a:lnTo>
                  <a:pt x="380" y="271"/>
                </a:lnTo>
                <a:lnTo>
                  <a:pt x="380" y="273"/>
                </a:lnTo>
                <a:lnTo>
                  <a:pt x="381" y="275"/>
                </a:lnTo>
                <a:lnTo>
                  <a:pt x="382" y="275"/>
                </a:lnTo>
                <a:lnTo>
                  <a:pt x="383" y="277"/>
                </a:lnTo>
                <a:lnTo>
                  <a:pt x="383" y="278"/>
                </a:lnTo>
                <a:lnTo>
                  <a:pt x="383" y="279"/>
                </a:lnTo>
                <a:lnTo>
                  <a:pt x="382" y="280"/>
                </a:lnTo>
                <a:lnTo>
                  <a:pt x="381" y="280"/>
                </a:lnTo>
                <a:lnTo>
                  <a:pt x="380" y="281"/>
                </a:lnTo>
                <a:lnTo>
                  <a:pt x="379" y="284"/>
                </a:lnTo>
                <a:lnTo>
                  <a:pt x="378" y="285"/>
                </a:lnTo>
                <a:lnTo>
                  <a:pt x="378" y="286"/>
                </a:lnTo>
                <a:lnTo>
                  <a:pt x="379" y="286"/>
                </a:lnTo>
                <a:lnTo>
                  <a:pt x="379" y="287"/>
                </a:lnTo>
                <a:lnTo>
                  <a:pt x="379" y="289"/>
                </a:lnTo>
                <a:lnTo>
                  <a:pt x="378" y="289"/>
                </a:lnTo>
                <a:lnTo>
                  <a:pt x="377" y="289"/>
                </a:lnTo>
                <a:lnTo>
                  <a:pt x="375" y="289"/>
                </a:lnTo>
                <a:lnTo>
                  <a:pt x="373" y="289"/>
                </a:lnTo>
                <a:lnTo>
                  <a:pt x="372" y="289"/>
                </a:lnTo>
                <a:lnTo>
                  <a:pt x="371" y="289"/>
                </a:lnTo>
                <a:lnTo>
                  <a:pt x="370" y="288"/>
                </a:lnTo>
                <a:lnTo>
                  <a:pt x="370" y="289"/>
                </a:lnTo>
                <a:lnTo>
                  <a:pt x="369" y="289"/>
                </a:lnTo>
                <a:lnTo>
                  <a:pt x="368" y="291"/>
                </a:lnTo>
                <a:lnTo>
                  <a:pt x="367" y="292"/>
                </a:lnTo>
                <a:lnTo>
                  <a:pt x="368" y="292"/>
                </a:lnTo>
                <a:lnTo>
                  <a:pt x="368" y="293"/>
                </a:lnTo>
                <a:lnTo>
                  <a:pt x="368" y="294"/>
                </a:lnTo>
                <a:lnTo>
                  <a:pt x="368" y="295"/>
                </a:lnTo>
                <a:lnTo>
                  <a:pt x="367" y="295"/>
                </a:lnTo>
                <a:lnTo>
                  <a:pt x="366" y="296"/>
                </a:lnTo>
                <a:lnTo>
                  <a:pt x="365" y="297"/>
                </a:lnTo>
                <a:lnTo>
                  <a:pt x="365" y="298"/>
                </a:lnTo>
                <a:lnTo>
                  <a:pt x="361" y="299"/>
                </a:lnTo>
                <a:lnTo>
                  <a:pt x="360" y="299"/>
                </a:lnTo>
                <a:lnTo>
                  <a:pt x="360" y="300"/>
                </a:lnTo>
                <a:lnTo>
                  <a:pt x="360" y="299"/>
                </a:lnTo>
                <a:lnTo>
                  <a:pt x="359" y="299"/>
                </a:lnTo>
                <a:lnTo>
                  <a:pt x="358" y="301"/>
                </a:lnTo>
                <a:lnTo>
                  <a:pt x="357" y="301"/>
                </a:lnTo>
                <a:lnTo>
                  <a:pt x="355" y="300"/>
                </a:lnTo>
                <a:lnTo>
                  <a:pt x="354" y="299"/>
                </a:lnTo>
                <a:lnTo>
                  <a:pt x="353" y="299"/>
                </a:lnTo>
                <a:lnTo>
                  <a:pt x="353" y="298"/>
                </a:lnTo>
                <a:lnTo>
                  <a:pt x="352" y="297"/>
                </a:lnTo>
                <a:lnTo>
                  <a:pt x="351" y="296"/>
                </a:lnTo>
                <a:lnTo>
                  <a:pt x="349" y="296"/>
                </a:lnTo>
                <a:lnTo>
                  <a:pt x="349" y="295"/>
                </a:lnTo>
                <a:lnTo>
                  <a:pt x="348" y="295"/>
                </a:lnTo>
                <a:lnTo>
                  <a:pt x="347" y="296"/>
                </a:lnTo>
                <a:lnTo>
                  <a:pt x="346" y="296"/>
                </a:lnTo>
                <a:lnTo>
                  <a:pt x="345" y="296"/>
                </a:lnTo>
                <a:lnTo>
                  <a:pt x="344" y="296"/>
                </a:lnTo>
                <a:lnTo>
                  <a:pt x="343" y="296"/>
                </a:lnTo>
                <a:lnTo>
                  <a:pt x="342" y="296"/>
                </a:lnTo>
                <a:lnTo>
                  <a:pt x="342" y="297"/>
                </a:lnTo>
                <a:lnTo>
                  <a:pt x="342" y="299"/>
                </a:lnTo>
                <a:lnTo>
                  <a:pt x="341" y="299"/>
                </a:lnTo>
                <a:lnTo>
                  <a:pt x="340" y="299"/>
                </a:lnTo>
                <a:lnTo>
                  <a:pt x="339" y="300"/>
                </a:lnTo>
                <a:lnTo>
                  <a:pt x="338" y="301"/>
                </a:lnTo>
                <a:lnTo>
                  <a:pt x="337" y="303"/>
                </a:lnTo>
                <a:lnTo>
                  <a:pt x="338" y="306"/>
                </a:lnTo>
                <a:lnTo>
                  <a:pt x="339" y="308"/>
                </a:lnTo>
                <a:lnTo>
                  <a:pt x="339" y="309"/>
                </a:lnTo>
                <a:lnTo>
                  <a:pt x="338" y="309"/>
                </a:lnTo>
                <a:lnTo>
                  <a:pt x="338" y="310"/>
                </a:lnTo>
                <a:lnTo>
                  <a:pt x="337" y="312"/>
                </a:lnTo>
                <a:lnTo>
                  <a:pt x="337" y="313"/>
                </a:lnTo>
                <a:lnTo>
                  <a:pt x="336" y="313"/>
                </a:lnTo>
                <a:lnTo>
                  <a:pt x="335" y="313"/>
                </a:lnTo>
                <a:lnTo>
                  <a:pt x="334" y="313"/>
                </a:lnTo>
                <a:lnTo>
                  <a:pt x="332" y="313"/>
                </a:lnTo>
                <a:lnTo>
                  <a:pt x="332" y="314"/>
                </a:lnTo>
                <a:lnTo>
                  <a:pt x="332" y="315"/>
                </a:lnTo>
                <a:lnTo>
                  <a:pt x="332" y="314"/>
                </a:lnTo>
                <a:lnTo>
                  <a:pt x="330" y="313"/>
                </a:lnTo>
                <a:lnTo>
                  <a:pt x="330" y="312"/>
                </a:lnTo>
                <a:lnTo>
                  <a:pt x="329" y="312"/>
                </a:lnTo>
                <a:lnTo>
                  <a:pt x="328" y="313"/>
                </a:lnTo>
                <a:lnTo>
                  <a:pt x="327" y="313"/>
                </a:lnTo>
                <a:lnTo>
                  <a:pt x="327" y="312"/>
                </a:lnTo>
                <a:lnTo>
                  <a:pt x="326" y="312"/>
                </a:lnTo>
                <a:lnTo>
                  <a:pt x="325" y="311"/>
                </a:lnTo>
                <a:lnTo>
                  <a:pt x="323" y="309"/>
                </a:lnTo>
                <a:lnTo>
                  <a:pt x="322" y="309"/>
                </a:lnTo>
                <a:lnTo>
                  <a:pt x="320" y="307"/>
                </a:lnTo>
                <a:lnTo>
                  <a:pt x="319" y="306"/>
                </a:lnTo>
                <a:lnTo>
                  <a:pt x="317" y="306"/>
                </a:lnTo>
                <a:lnTo>
                  <a:pt x="316" y="307"/>
                </a:lnTo>
                <a:lnTo>
                  <a:pt x="314" y="308"/>
                </a:lnTo>
                <a:lnTo>
                  <a:pt x="313" y="308"/>
                </a:lnTo>
                <a:lnTo>
                  <a:pt x="311" y="307"/>
                </a:lnTo>
                <a:lnTo>
                  <a:pt x="311" y="308"/>
                </a:lnTo>
                <a:lnTo>
                  <a:pt x="310" y="308"/>
                </a:lnTo>
                <a:lnTo>
                  <a:pt x="310" y="309"/>
                </a:lnTo>
                <a:lnTo>
                  <a:pt x="308" y="308"/>
                </a:lnTo>
                <a:lnTo>
                  <a:pt x="306" y="309"/>
                </a:lnTo>
                <a:lnTo>
                  <a:pt x="305" y="310"/>
                </a:lnTo>
                <a:lnTo>
                  <a:pt x="305" y="311"/>
                </a:lnTo>
                <a:lnTo>
                  <a:pt x="305" y="312"/>
                </a:lnTo>
                <a:lnTo>
                  <a:pt x="304" y="313"/>
                </a:lnTo>
                <a:lnTo>
                  <a:pt x="303" y="313"/>
                </a:lnTo>
                <a:lnTo>
                  <a:pt x="302" y="313"/>
                </a:lnTo>
                <a:lnTo>
                  <a:pt x="301" y="313"/>
                </a:lnTo>
                <a:lnTo>
                  <a:pt x="300" y="313"/>
                </a:lnTo>
                <a:lnTo>
                  <a:pt x="299" y="313"/>
                </a:lnTo>
                <a:lnTo>
                  <a:pt x="298" y="313"/>
                </a:lnTo>
                <a:lnTo>
                  <a:pt x="297" y="313"/>
                </a:lnTo>
                <a:lnTo>
                  <a:pt x="295" y="314"/>
                </a:lnTo>
                <a:lnTo>
                  <a:pt x="292" y="316"/>
                </a:lnTo>
                <a:lnTo>
                  <a:pt x="292" y="317"/>
                </a:lnTo>
                <a:lnTo>
                  <a:pt x="291" y="318"/>
                </a:lnTo>
                <a:lnTo>
                  <a:pt x="290" y="318"/>
                </a:lnTo>
                <a:lnTo>
                  <a:pt x="288" y="317"/>
                </a:lnTo>
                <a:lnTo>
                  <a:pt x="284" y="314"/>
                </a:lnTo>
                <a:lnTo>
                  <a:pt x="284" y="313"/>
                </a:lnTo>
                <a:lnTo>
                  <a:pt x="283" y="313"/>
                </a:lnTo>
                <a:lnTo>
                  <a:pt x="283" y="312"/>
                </a:lnTo>
                <a:lnTo>
                  <a:pt x="282" y="311"/>
                </a:lnTo>
                <a:lnTo>
                  <a:pt x="281" y="311"/>
                </a:lnTo>
                <a:lnTo>
                  <a:pt x="281" y="310"/>
                </a:lnTo>
                <a:lnTo>
                  <a:pt x="280" y="310"/>
                </a:lnTo>
                <a:lnTo>
                  <a:pt x="279" y="310"/>
                </a:lnTo>
                <a:lnTo>
                  <a:pt x="278" y="311"/>
                </a:lnTo>
                <a:lnTo>
                  <a:pt x="277" y="312"/>
                </a:lnTo>
                <a:lnTo>
                  <a:pt x="274" y="311"/>
                </a:lnTo>
                <a:lnTo>
                  <a:pt x="272" y="310"/>
                </a:lnTo>
                <a:lnTo>
                  <a:pt x="270" y="309"/>
                </a:lnTo>
                <a:lnTo>
                  <a:pt x="269" y="309"/>
                </a:lnTo>
                <a:lnTo>
                  <a:pt x="269" y="308"/>
                </a:lnTo>
                <a:lnTo>
                  <a:pt x="268" y="308"/>
                </a:lnTo>
                <a:lnTo>
                  <a:pt x="267" y="309"/>
                </a:lnTo>
                <a:lnTo>
                  <a:pt x="266" y="312"/>
                </a:lnTo>
                <a:lnTo>
                  <a:pt x="266" y="313"/>
                </a:lnTo>
                <a:lnTo>
                  <a:pt x="266" y="315"/>
                </a:lnTo>
                <a:lnTo>
                  <a:pt x="265" y="316"/>
                </a:lnTo>
                <a:lnTo>
                  <a:pt x="264" y="317"/>
                </a:lnTo>
                <a:lnTo>
                  <a:pt x="265" y="318"/>
                </a:lnTo>
                <a:lnTo>
                  <a:pt x="265" y="319"/>
                </a:lnTo>
                <a:lnTo>
                  <a:pt x="265" y="320"/>
                </a:lnTo>
                <a:lnTo>
                  <a:pt x="264" y="320"/>
                </a:lnTo>
                <a:lnTo>
                  <a:pt x="263" y="320"/>
                </a:lnTo>
                <a:lnTo>
                  <a:pt x="262" y="321"/>
                </a:lnTo>
                <a:lnTo>
                  <a:pt x="260" y="322"/>
                </a:lnTo>
                <a:lnTo>
                  <a:pt x="259" y="323"/>
                </a:lnTo>
                <a:lnTo>
                  <a:pt x="258" y="323"/>
                </a:lnTo>
                <a:lnTo>
                  <a:pt x="258" y="324"/>
                </a:lnTo>
                <a:lnTo>
                  <a:pt x="258" y="325"/>
                </a:lnTo>
                <a:lnTo>
                  <a:pt x="259" y="325"/>
                </a:lnTo>
                <a:lnTo>
                  <a:pt x="257" y="326"/>
                </a:lnTo>
                <a:lnTo>
                  <a:pt x="256" y="327"/>
                </a:lnTo>
                <a:lnTo>
                  <a:pt x="256" y="326"/>
                </a:lnTo>
                <a:lnTo>
                  <a:pt x="255" y="326"/>
                </a:lnTo>
                <a:lnTo>
                  <a:pt x="255" y="327"/>
                </a:lnTo>
                <a:lnTo>
                  <a:pt x="254" y="327"/>
                </a:lnTo>
                <a:lnTo>
                  <a:pt x="254" y="328"/>
                </a:lnTo>
                <a:lnTo>
                  <a:pt x="252" y="328"/>
                </a:lnTo>
                <a:lnTo>
                  <a:pt x="252" y="327"/>
                </a:lnTo>
                <a:lnTo>
                  <a:pt x="251" y="327"/>
                </a:lnTo>
                <a:lnTo>
                  <a:pt x="250" y="327"/>
                </a:lnTo>
                <a:lnTo>
                  <a:pt x="247" y="328"/>
                </a:lnTo>
                <a:lnTo>
                  <a:pt x="247" y="329"/>
                </a:lnTo>
                <a:lnTo>
                  <a:pt x="247" y="330"/>
                </a:lnTo>
                <a:lnTo>
                  <a:pt x="247" y="331"/>
                </a:lnTo>
                <a:lnTo>
                  <a:pt x="245" y="331"/>
                </a:lnTo>
                <a:lnTo>
                  <a:pt x="244" y="331"/>
                </a:lnTo>
                <a:lnTo>
                  <a:pt x="243" y="331"/>
                </a:lnTo>
                <a:lnTo>
                  <a:pt x="242" y="331"/>
                </a:lnTo>
                <a:lnTo>
                  <a:pt x="241" y="331"/>
                </a:lnTo>
                <a:lnTo>
                  <a:pt x="241" y="332"/>
                </a:lnTo>
                <a:lnTo>
                  <a:pt x="240" y="332"/>
                </a:lnTo>
                <a:lnTo>
                  <a:pt x="240" y="333"/>
                </a:lnTo>
                <a:lnTo>
                  <a:pt x="239" y="333"/>
                </a:lnTo>
                <a:lnTo>
                  <a:pt x="238" y="333"/>
                </a:lnTo>
                <a:lnTo>
                  <a:pt x="237" y="333"/>
                </a:lnTo>
                <a:lnTo>
                  <a:pt x="236" y="332"/>
                </a:lnTo>
                <a:lnTo>
                  <a:pt x="236" y="333"/>
                </a:lnTo>
                <a:lnTo>
                  <a:pt x="234" y="334"/>
                </a:lnTo>
                <a:lnTo>
                  <a:pt x="233" y="334"/>
                </a:lnTo>
                <a:lnTo>
                  <a:pt x="233" y="335"/>
                </a:lnTo>
                <a:lnTo>
                  <a:pt x="232" y="336"/>
                </a:lnTo>
                <a:lnTo>
                  <a:pt x="232" y="337"/>
                </a:lnTo>
                <a:lnTo>
                  <a:pt x="231" y="338"/>
                </a:lnTo>
                <a:lnTo>
                  <a:pt x="231" y="337"/>
                </a:lnTo>
                <a:lnTo>
                  <a:pt x="230" y="337"/>
                </a:lnTo>
                <a:lnTo>
                  <a:pt x="229" y="336"/>
                </a:lnTo>
                <a:lnTo>
                  <a:pt x="228" y="336"/>
                </a:lnTo>
                <a:lnTo>
                  <a:pt x="226" y="335"/>
                </a:lnTo>
                <a:lnTo>
                  <a:pt x="225" y="334"/>
                </a:lnTo>
                <a:lnTo>
                  <a:pt x="224" y="334"/>
                </a:lnTo>
                <a:lnTo>
                  <a:pt x="223" y="334"/>
                </a:lnTo>
                <a:lnTo>
                  <a:pt x="222" y="334"/>
                </a:lnTo>
                <a:lnTo>
                  <a:pt x="221" y="334"/>
                </a:lnTo>
                <a:lnTo>
                  <a:pt x="219" y="334"/>
                </a:lnTo>
                <a:lnTo>
                  <a:pt x="219" y="333"/>
                </a:lnTo>
                <a:lnTo>
                  <a:pt x="219" y="332"/>
                </a:lnTo>
                <a:lnTo>
                  <a:pt x="218" y="332"/>
                </a:lnTo>
                <a:lnTo>
                  <a:pt x="217" y="332"/>
                </a:lnTo>
                <a:lnTo>
                  <a:pt x="216" y="332"/>
                </a:lnTo>
                <a:lnTo>
                  <a:pt x="216" y="333"/>
                </a:lnTo>
                <a:lnTo>
                  <a:pt x="215" y="333"/>
                </a:lnTo>
                <a:lnTo>
                  <a:pt x="214" y="332"/>
                </a:lnTo>
                <a:lnTo>
                  <a:pt x="213" y="332"/>
                </a:lnTo>
                <a:lnTo>
                  <a:pt x="212" y="332"/>
                </a:lnTo>
                <a:lnTo>
                  <a:pt x="211" y="332"/>
                </a:lnTo>
                <a:lnTo>
                  <a:pt x="210" y="331"/>
                </a:lnTo>
                <a:lnTo>
                  <a:pt x="209" y="331"/>
                </a:lnTo>
                <a:lnTo>
                  <a:pt x="205" y="331"/>
                </a:lnTo>
                <a:lnTo>
                  <a:pt x="205" y="332"/>
                </a:lnTo>
                <a:lnTo>
                  <a:pt x="205" y="333"/>
                </a:lnTo>
                <a:lnTo>
                  <a:pt x="204" y="334"/>
                </a:lnTo>
                <a:lnTo>
                  <a:pt x="203" y="333"/>
                </a:lnTo>
                <a:lnTo>
                  <a:pt x="201" y="331"/>
                </a:lnTo>
                <a:lnTo>
                  <a:pt x="200" y="331"/>
                </a:lnTo>
                <a:lnTo>
                  <a:pt x="199" y="330"/>
                </a:lnTo>
                <a:lnTo>
                  <a:pt x="199" y="329"/>
                </a:lnTo>
                <a:lnTo>
                  <a:pt x="198" y="328"/>
                </a:lnTo>
                <a:lnTo>
                  <a:pt x="198" y="327"/>
                </a:lnTo>
                <a:lnTo>
                  <a:pt x="197" y="327"/>
                </a:lnTo>
                <a:lnTo>
                  <a:pt x="197" y="326"/>
                </a:lnTo>
                <a:lnTo>
                  <a:pt x="198" y="326"/>
                </a:lnTo>
                <a:lnTo>
                  <a:pt x="198" y="325"/>
                </a:lnTo>
                <a:lnTo>
                  <a:pt x="198" y="323"/>
                </a:lnTo>
                <a:lnTo>
                  <a:pt x="198" y="322"/>
                </a:lnTo>
                <a:lnTo>
                  <a:pt x="197" y="322"/>
                </a:lnTo>
                <a:lnTo>
                  <a:pt x="196" y="322"/>
                </a:lnTo>
                <a:lnTo>
                  <a:pt x="195" y="321"/>
                </a:lnTo>
                <a:lnTo>
                  <a:pt x="195" y="320"/>
                </a:lnTo>
                <a:lnTo>
                  <a:pt x="194" y="320"/>
                </a:lnTo>
                <a:lnTo>
                  <a:pt x="193" y="320"/>
                </a:lnTo>
                <a:lnTo>
                  <a:pt x="192" y="320"/>
                </a:lnTo>
                <a:lnTo>
                  <a:pt x="191" y="320"/>
                </a:lnTo>
                <a:lnTo>
                  <a:pt x="191" y="319"/>
                </a:lnTo>
                <a:lnTo>
                  <a:pt x="190" y="319"/>
                </a:lnTo>
                <a:lnTo>
                  <a:pt x="190" y="318"/>
                </a:lnTo>
                <a:lnTo>
                  <a:pt x="190" y="317"/>
                </a:lnTo>
                <a:lnTo>
                  <a:pt x="190" y="316"/>
                </a:lnTo>
                <a:lnTo>
                  <a:pt x="191" y="315"/>
                </a:lnTo>
                <a:lnTo>
                  <a:pt x="189" y="315"/>
                </a:lnTo>
                <a:lnTo>
                  <a:pt x="188" y="315"/>
                </a:lnTo>
                <a:lnTo>
                  <a:pt x="187" y="315"/>
                </a:lnTo>
                <a:lnTo>
                  <a:pt x="187" y="314"/>
                </a:lnTo>
                <a:lnTo>
                  <a:pt x="186" y="313"/>
                </a:lnTo>
                <a:lnTo>
                  <a:pt x="185" y="312"/>
                </a:lnTo>
                <a:lnTo>
                  <a:pt x="185" y="311"/>
                </a:lnTo>
                <a:lnTo>
                  <a:pt x="186" y="310"/>
                </a:lnTo>
                <a:lnTo>
                  <a:pt x="186" y="309"/>
                </a:lnTo>
                <a:lnTo>
                  <a:pt x="187" y="309"/>
                </a:lnTo>
                <a:lnTo>
                  <a:pt x="187" y="308"/>
                </a:lnTo>
                <a:lnTo>
                  <a:pt x="187" y="307"/>
                </a:lnTo>
                <a:lnTo>
                  <a:pt x="186" y="306"/>
                </a:lnTo>
                <a:lnTo>
                  <a:pt x="185" y="306"/>
                </a:lnTo>
                <a:lnTo>
                  <a:pt x="183" y="304"/>
                </a:lnTo>
                <a:lnTo>
                  <a:pt x="184" y="304"/>
                </a:lnTo>
                <a:lnTo>
                  <a:pt x="184" y="303"/>
                </a:lnTo>
                <a:lnTo>
                  <a:pt x="185" y="303"/>
                </a:lnTo>
                <a:lnTo>
                  <a:pt x="186" y="303"/>
                </a:lnTo>
                <a:lnTo>
                  <a:pt x="186" y="302"/>
                </a:lnTo>
                <a:lnTo>
                  <a:pt x="186" y="301"/>
                </a:lnTo>
                <a:lnTo>
                  <a:pt x="186" y="300"/>
                </a:lnTo>
                <a:lnTo>
                  <a:pt x="185" y="300"/>
                </a:lnTo>
                <a:lnTo>
                  <a:pt x="182" y="298"/>
                </a:lnTo>
                <a:lnTo>
                  <a:pt x="181" y="298"/>
                </a:lnTo>
                <a:lnTo>
                  <a:pt x="180" y="298"/>
                </a:lnTo>
                <a:lnTo>
                  <a:pt x="180" y="297"/>
                </a:lnTo>
                <a:lnTo>
                  <a:pt x="180" y="296"/>
                </a:lnTo>
                <a:lnTo>
                  <a:pt x="180" y="295"/>
                </a:lnTo>
                <a:lnTo>
                  <a:pt x="181" y="294"/>
                </a:lnTo>
                <a:lnTo>
                  <a:pt x="182" y="294"/>
                </a:lnTo>
                <a:lnTo>
                  <a:pt x="182" y="293"/>
                </a:lnTo>
                <a:lnTo>
                  <a:pt x="181" y="292"/>
                </a:lnTo>
                <a:lnTo>
                  <a:pt x="179" y="290"/>
                </a:lnTo>
                <a:lnTo>
                  <a:pt x="178" y="290"/>
                </a:lnTo>
                <a:lnTo>
                  <a:pt x="177" y="289"/>
                </a:lnTo>
                <a:lnTo>
                  <a:pt x="177" y="288"/>
                </a:lnTo>
                <a:lnTo>
                  <a:pt x="177" y="287"/>
                </a:lnTo>
                <a:lnTo>
                  <a:pt x="177" y="286"/>
                </a:lnTo>
                <a:lnTo>
                  <a:pt x="176" y="286"/>
                </a:lnTo>
                <a:lnTo>
                  <a:pt x="175" y="286"/>
                </a:lnTo>
                <a:lnTo>
                  <a:pt x="175" y="285"/>
                </a:lnTo>
                <a:lnTo>
                  <a:pt x="174" y="284"/>
                </a:lnTo>
                <a:lnTo>
                  <a:pt x="174" y="283"/>
                </a:lnTo>
                <a:lnTo>
                  <a:pt x="173" y="283"/>
                </a:lnTo>
                <a:lnTo>
                  <a:pt x="172" y="282"/>
                </a:lnTo>
                <a:lnTo>
                  <a:pt x="171" y="279"/>
                </a:lnTo>
                <a:lnTo>
                  <a:pt x="171" y="278"/>
                </a:lnTo>
                <a:lnTo>
                  <a:pt x="170" y="277"/>
                </a:lnTo>
                <a:lnTo>
                  <a:pt x="170" y="276"/>
                </a:lnTo>
                <a:lnTo>
                  <a:pt x="169" y="276"/>
                </a:lnTo>
                <a:lnTo>
                  <a:pt x="168" y="275"/>
                </a:lnTo>
                <a:lnTo>
                  <a:pt x="167" y="275"/>
                </a:lnTo>
                <a:lnTo>
                  <a:pt x="167" y="274"/>
                </a:lnTo>
                <a:lnTo>
                  <a:pt x="168" y="274"/>
                </a:lnTo>
                <a:lnTo>
                  <a:pt x="168" y="273"/>
                </a:lnTo>
                <a:lnTo>
                  <a:pt x="169" y="271"/>
                </a:lnTo>
                <a:lnTo>
                  <a:pt x="169" y="270"/>
                </a:lnTo>
                <a:lnTo>
                  <a:pt x="168" y="268"/>
                </a:lnTo>
                <a:lnTo>
                  <a:pt x="167" y="267"/>
                </a:lnTo>
                <a:lnTo>
                  <a:pt x="167" y="266"/>
                </a:lnTo>
                <a:lnTo>
                  <a:pt x="166" y="265"/>
                </a:lnTo>
                <a:lnTo>
                  <a:pt x="165" y="264"/>
                </a:lnTo>
                <a:lnTo>
                  <a:pt x="164" y="264"/>
                </a:lnTo>
                <a:lnTo>
                  <a:pt x="164" y="263"/>
                </a:lnTo>
                <a:lnTo>
                  <a:pt x="164" y="262"/>
                </a:lnTo>
                <a:lnTo>
                  <a:pt x="163" y="262"/>
                </a:lnTo>
                <a:lnTo>
                  <a:pt x="164" y="262"/>
                </a:lnTo>
                <a:lnTo>
                  <a:pt x="163" y="259"/>
                </a:lnTo>
                <a:lnTo>
                  <a:pt x="162" y="258"/>
                </a:lnTo>
                <a:lnTo>
                  <a:pt x="162" y="257"/>
                </a:lnTo>
                <a:lnTo>
                  <a:pt x="162" y="256"/>
                </a:lnTo>
                <a:lnTo>
                  <a:pt x="161" y="256"/>
                </a:lnTo>
                <a:lnTo>
                  <a:pt x="161" y="255"/>
                </a:lnTo>
                <a:lnTo>
                  <a:pt x="160" y="255"/>
                </a:lnTo>
                <a:lnTo>
                  <a:pt x="159" y="255"/>
                </a:lnTo>
                <a:lnTo>
                  <a:pt x="159" y="254"/>
                </a:lnTo>
                <a:lnTo>
                  <a:pt x="160" y="251"/>
                </a:lnTo>
                <a:lnTo>
                  <a:pt x="161" y="250"/>
                </a:lnTo>
                <a:lnTo>
                  <a:pt x="161" y="249"/>
                </a:lnTo>
                <a:lnTo>
                  <a:pt x="161" y="248"/>
                </a:lnTo>
                <a:lnTo>
                  <a:pt x="159" y="246"/>
                </a:lnTo>
                <a:lnTo>
                  <a:pt x="159" y="245"/>
                </a:lnTo>
                <a:lnTo>
                  <a:pt x="160" y="245"/>
                </a:lnTo>
                <a:lnTo>
                  <a:pt x="160" y="244"/>
                </a:lnTo>
                <a:lnTo>
                  <a:pt x="159" y="242"/>
                </a:lnTo>
                <a:lnTo>
                  <a:pt x="159" y="241"/>
                </a:lnTo>
                <a:lnTo>
                  <a:pt x="158" y="241"/>
                </a:lnTo>
                <a:lnTo>
                  <a:pt x="157" y="242"/>
                </a:lnTo>
                <a:lnTo>
                  <a:pt x="156" y="242"/>
                </a:lnTo>
                <a:lnTo>
                  <a:pt x="156" y="243"/>
                </a:lnTo>
                <a:lnTo>
                  <a:pt x="155" y="243"/>
                </a:lnTo>
                <a:lnTo>
                  <a:pt x="154" y="242"/>
                </a:lnTo>
                <a:lnTo>
                  <a:pt x="154" y="241"/>
                </a:lnTo>
                <a:lnTo>
                  <a:pt x="154" y="240"/>
                </a:lnTo>
                <a:lnTo>
                  <a:pt x="153" y="240"/>
                </a:lnTo>
                <a:lnTo>
                  <a:pt x="153" y="239"/>
                </a:lnTo>
                <a:lnTo>
                  <a:pt x="153" y="237"/>
                </a:lnTo>
                <a:lnTo>
                  <a:pt x="153" y="236"/>
                </a:lnTo>
                <a:lnTo>
                  <a:pt x="152" y="236"/>
                </a:lnTo>
                <a:lnTo>
                  <a:pt x="151" y="236"/>
                </a:lnTo>
                <a:lnTo>
                  <a:pt x="151" y="235"/>
                </a:lnTo>
                <a:lnTo>
                  <a:pt x="151" y="234"/>
                </a:lnTo>
                <a:lnTo>
                  <a:pt x="151" y="233"/>
                </a:lnTo>
                <a:lnTo>
                  <a:pt x="151" y="232"/>
                </a:lnTo>
                <a:lnTo>
                  <a:pt x="151" y="231"/>
                </a:lnTo>
                <a:lnTo>
                  <a:pt x="150" y="231"/>
                </a:lnTo>
                <a:lnTo>
                  <a:pt x="150" y="230"/>
                </a:lnTo>
                <a:lnTo>
                  <a:pt x="149" y="230"/>
                </a:lnTo>
                <a:lnTo>
                  <a:pt x="149" y="231"/>
                </a:lnTo>
                <a:lnTo>
                  <a:pt x="148" y="231"/>
                </a:lnTo>
                <a:lnTo>
                  <a:pt x="148" y="230"/>
                </a:lnTo>
                <a:lnTo>
                  <a:pt x="147" y="229"/>
                </a:lnTo>
                <a:lnTo>
                  <a:pt x="148" y="229"/>
                </a:lnTo>
                <a:lnTo>
                  <a:pt x="148" y="228"/>
                </a:lnTo>
                <a:lnTo>
                  <a:pt x="148" y="227"/>
                </a:lnTo>
                <a:lnTo>
                  <a:pt x="148" y="226"/>
                </a:lnTo>
                <a:lnTo>
                  <a:pt x="148" y="225"/>
                </a:lnTo>
                <a:lnTo>
                  <a:pt x="149" y="225"/>
                </a:lnTo>
                <a:lnTo>
                  <a:pt x="148" y="224"/>
                </a:lnTo>
                <a:lnTo>
                  <a:pt x="148" y="223"/>
                </a:lnTo>
                <a:lnTo>
                  <a:pt x="148" y="222"/>
                </a:lnTo>
                <a:lnTo>
                  <a:pt x="147" y="222"/>
                </a:lnTo>
                <a:lnTo>
                  <a:pt x="146" y="221"/>
                </a:lnTo>
                <a:lnTo>
                  <a:pt x="147" y="220"/>
                </a:lnTo>
                <a:lnTo>
                  <a:pt x="148" y="219"/>
                </a:lnTo>
                <a:lnTo>
                  <a:pt x="148" y="220"/>
                </a:lnTo>
                <a:lnTo>
                  <a:pt x="148" y="219"/>
                </a:lnTo>
                <a:lnTo>
                  <a:pt x="149" y="219"/>
                </a:lnTo>
                <a:lnTo>
                  <a:pt x="150" y="219"/>
                </a:lnTo>
                <a:lnTo>
                  <a:pt x="151" y="219"/>
                </a:lnTo>
                <a:lnTo>
                  <a:pt x="152" y="219"/>
                </a:lnTo>
                <a:lnTo>
                  <a:pt x="152" y="218"/>
                </a:lnTo>
                <a:lnTo>
                  <a:pt x="153" y="217"/>
                </a:lnTo>
                <a:lnTo>
                  <a:pt x="154" y="217"/>
                </a:lnTo>
                <a:lnTo>
                  <a:pt x="155" y="216"/>
                </a:lnTo>
                <a:lnTo>
                  <a:pt x="156" y="216"/>
                </a:lnTo>
                <a:lnTo>
                  <a:pt x="156" y="215"/>
                </a:lnTo>
                <a:lnTo>
                  <a:pt x="156" y="214"/>
                </a:lnTo>
                <a:lnTo>
                  <a:pt x="156" y="213"/>
                </a:lnTo>
                <a:lnTo>
                  <a:pt x="157" y="213"/>
                </a:lnTo>
                <a:lnTo>
                  <a:pt x="158" y="213"/>
                </a:lnTo>
                <a:lnTo>
                  <a:pt x="158" y="212"/>
                </a:lnTo>
                <a:lnTo>
                  <a:pt x="159" y="212"/>
                </a:lnTo>
                <a:lnTo>
                  <a:pt x="159" y="211"/>
                </a:lnTo>
                <a:lnTo>
                  <a:pt x="158" y="211"/>
                </a:lnTo>
                <a:lnTo>
                  <a:pt x="158" y="210"/>
                </a:lnTo>
                <a:lnTo>
                  <a:pt x="158" y="208"/>
                </a:lnTo>
                <a:lnTo>
                  <a:pt x="158" y="207"/>
                </a:lnTo>
                <a:lnTo>
                  <a:pt x="157" y="207"/>
                </a:lnTo>
                <a:lnTo>
                  <a:pt x="157" y="206"/>
                </a:lnTo>
                <a:lnTo>
                  <a:pt x="157" y="205"/>
                </a:lnTo>
                <a:lnTo>
                  <a:pt x="156" y="205"/>
                </a:lnTo>
                <a:lnTo>
                  <a:pt x="157" y="203"/>
                </a:lnTo>
                <a:lnTo>
                  <a:pt x="158" y="203"/>
                </a:lnTo>
                <a:lnTo>
                  <a:pt x="158" y="202"/>
                </a:lnTo>
                <a:lnTo>
                  <a:pt x="158" y="201"/>
                </a:lnTo>
                <a:lnTo>
                  <a:pt x="158" y="200"/>
                </a:lnTo>
                <a:lnTo>
                  <a:pt x="157" y="200"/>
                </a:lnTo>
                <a:lnTo>
                  <a:pt x="156" y="200"/>
                </a:lnTo>
                <a:lnTo>
                  <a:pt x="156" y="199"/>
                </a:lnTo>
                <a:lnTo>
                  <a:pt x="155" y="199"/>
                </a:lnTo>
                <a:lnTo>
                  <a:pt x="155" y="200"/>
                </a:lnTo>
                <a:lnTo>
                  <a:pt x="154" y="200"/>
                </a:lnTo>
                <a:lnTo>
                  <a:pt x="153" y="200"/>
                </a:lnTo>
                <a:lnTo>
                  <a:pt x="152" y="200"/>
                </a:lnTo>
                <a:lnTo>
                  <a:pt x="151" y="201"/>
                </a:lnTo>
                <a:lnTo>
                  <a:pt x="150" y="201"/>
                </a:lnTo>
                <a:lnTo>
                  <a:pt x="150" y="202"/>
                </a:lnTo>
                <a:lnTo>
                  <a:pt x="149" y="201"/>
                </a:lnTo>
                <a:lnTo>
                  <a:pt x="149" y="200"/>
                </a:lnTo>
                <a:lnTo>
                  <a:pt x="148" y="200"/>
                </a:lnTo>
                <a:lnTo>
                  <a:pt x="148" y="199"/>
                </a:lnTo>
                <a:lnTo>
                  <a:pt x="147" y="199"/>
                </a:lnTo>
                <a:lnTo>
                  <a:pt x="146" y="199"/>
                </a:lnTo>
                <a:lnTo>
                  <a:pt x="145" y="198"/>
                </a:lnTo>
                <a:lnTo>
                  <a:pt x="145" y="199"/>
                </a:lnTo>
                <a:lnTo>
                  <a:pt x="144" y="200"/>
                </a:lnTo>
                <a:lnTo>
                  <a:pt x="143" y="200"/>
                </a:lnTo>
                <a:lnTo>
                  <a:pt x="142" y="201"/>
                </a:lnTo>
                <a:lnTo>
                  <a:pt x="141" y="201"/>
                </a:lnTo>
                <a:lnTo>
                  <a:pt x="140" y="201"/>
                </a:lnTo>
                <a:lnTo>
                  <a:pt x="140" y="202"/>
                </a:lnTo>
                <a:lnTo>
                  <a:pt x="139" y="202"/>
                </a:lnTo>
                <a:lnTo>
                  <a:pt x="138" y="201"/>
                </a:lnTo>
                <a:lnTo>
                  <a:pt x="137" y="200"/>
                </a:lnTo>
                <a:lnTo>
                  <a:pt x="136" y="200"/>
                </a:lnTo>
                <a:lnTo>
                  <a:pt x="135" y="200"/>
                </a:lnTo>
                <a:lnTo>
                  <a:pt x="134" y="200"/>
                </a:lnTo>
                <a:lnTo>
                  <a:pt x="133" y="200"/>
                </a:lnTo>
                <a:lnTo>
                  <a:pt x="132" y="200"/>
                </a:lnTo>
                <a:lnTo>
                  <a:pt x="130" y="200"/>
                </a:lnTo>
                <a:lnTo>
                  <a:pt x="129" y="199"/>
                </a:lnTo>
                <a:lnTo>
                  <a:pt x="128" y="199"/>
                </a:lnTo>
                <a:lnTo>
                  <a:pt x="127" y="199"/>
                </a:lnTo>
                <a:lnTo>
                  <a:pt x="127" y="198"/>
                </a:lnTo>
                <a:lnTo>
                  <a:pt x="127" y="196"/>
                </a:lnTo>
                <a:lnTo>
                  <a:pt x="127" y="195"/>
                </a:lnTo>
                <a:lnTo>
                  <a:pt x="126" y="195"/>
                </a:lnTo>
                <a:lnTo>
                  <a:pt x="127" y="194"/>
                </a:lnTo>
                <a:lnTo>
                  <a:pt x="127" y="193"/>
                </a:lnTo>
                <a:lnTo>
                  <a:pt x="127" y="192"/>
                </a:lnTo>
                <a:lnTo>
                  <a:pt x="126" y="191"/>
                </a:lnTo>
                <a:lnTo>
                  <a:pt x="125" y="191"/>
                </a:lnTo>
                <a:lnTo>
                  <a:pt x="124" y="190"/>
                </a:lnTo>
                <a:lnTo>
                  <a:pt x="124" y="189"/>
                </a:lnTo>
                <a:lnTo>
                  <a:pt x="124" y="188"/>
                </a:lnTo>
                <a:lnTo>
                  <a:pt x="123" y="188"/>
                </a:lnTo>
                <a:lnTo>
                  <a:pt x="123" y="187"/>
                </a:lnTo>
                <a:lnTo>
                  <a:pt x="122" y="186"/>
                </a:lnTo>
                <a:lnTo>
                  <a:pt x="121" y="187"/>
                </a:lnTo>
                <a:lnTo>
                  <a:pt x="121" y="188"/>
                </a:lnTo>
                <a:lnTo>
                  <a:pt x="120" y="188"/>
                </a:lnTo>
                <a:lnTo>
                  <a:pt x="120" y="189"/>
                </a:lnTo>
                <a:lnTo>
                  <a:pt x="119" y="189"/>
                </a:lnTo>
                <a:lnTo>
                  <a:pt x="118" y="188"/>
                </a:lnTo>
                <a:lnTo>
                  <a:pt x="118" y="187"/>
                </a:lnTo>
                <a:lnTo>
                  <a:pt x="117" y="187"/>
                </a:lnTo>
                <a:lnTo>
                  <a:pt x="116" y="187"/>
                </a:lnTo>
                <a:lnTo>
                  <a:pt x="115" y="186"/>
                </a:lnTo>
                <a:lnTo>
                  <a:pt x="115" y="185"/>
                </a:lnTo>
                <a:lnTo>
                  <a:pt x="115" y="184"/>
                </a:lnTo>
                <a:lnTo>
                  <a:pt x="114" y="184"/>
                </a:lnTo>
                <a:lnTo>
                  <a:pt x="113" y="184"/>
                </a:lnTo>
                <a:lnTo>
                  <a:pt x="113" y="185"/>
                </a:lnTo>
                <a:lnTo>
                  <a:pt x="112" y="185"/>
                </a:lnTo>
                <a:lnTo>
                  <a:pt x="112" y="184"/>
                </a:lnTo>
                <a:lnTo>
                  <a:pt x="112" y="183"/>
                </a:lnTo>
                <a:lnTo>
                  <a:pt x="111" y="182"/>
                </a:lnTo>
                <a:lnTo>
                  <a:pt x="110" y="182"/>
                </a:lnTo>
                <a:lnTo>
                  <a:pt x="110" y="181"/>
                </a:lnTo>
                <a:lnTo>
                  <a:pt x="110" y="180"/>
                </a:lnTo>
                <a:lnTo>
                  <a:pt x="109" y="180"/>
                </a:lnTo>
                <a:lnTo>
                  <a:pt x="109" y="179"/>
                </a:lnTo>
                <a:lnTo>
                  <a:pt x="109" y="178"/>
                </a:lnTo>
                <a:lnTo>
                  <a:pt x="108" y="178"/>
                </a:lnTo>
                <a:lnTo>
                  <a:pt x="108" y="177"/>
                </a:lnTo>
                <a:lnTo>
                  <a:pt x="108" y="176"/>
                </a:lnTo>
                <a:lnTo>
                  <a:pt x="106" y="176"/>
                </a:lnTo>
                <a:lnTo>
                  <a:pt x="105" y="176"/>
                </a:lnTo>
                <a:lnTo>
                  <a:pt x="105" y="177"/>
                </a:lnTo>
                <a:lnTo>
                  <a:pt x="103" y="178"/>
                </a:lnTo>
                <a:lnTo>
                  <a:pt x="102" y="178"/>
                </a:lnTo>
                <a:lnTo>
                  <a:pt x="101" y="178"/>
                </a:lnTo>
                <a:lnTo>
                  <a:pt x="100" y="178"/>
                </a:lnTo>
                <a:lnTo>
                  <a:pt x="99" y="178"/>
                </a:lnTo>
                <a:lnTo>
                  <a:pt x="99" y="179"/>
                </a:lnTo>
                <a:lnTo>
                  <a:pt x="98" y="179"/>
                </a:lnTo>
                <a:lnTo>
                  <a:pt x="97" y="179"/>
                </a:lnTo>
                <a:lnTo>
                  <a:pt x="96" y="178"/>
                </a:lnTo>
                <a:lnTo>
                  <a:pt x="95" y="177"/>
                </a:lnTo>
                <a:lnTo>
                  <a:pt x="94" y="176"/>
                </a:lnTo>
                <a:lnTo>
                  <a:pt x="94" y="175"/>
                </a:lnTo>
                <a:lnTo>
                  <a:pt x="93" y="174"/>
                </a:lnTo>
                <a:lnTo>
                  <a:pt x="93" y="173"/>
                </a:lnTo>
                <a:lnTo>
                  <a:pt x="92" y="173"/>
                </a:lnTo>
                <a:lnTo>
                  <a:pt x="91" y="174"/>
                </a:lnTo>
                <a:lnTo>
                  <a:pt x="91" y="175"/>
                </a:lnTo>
                <a:lnTo>
                  <a:pt x="91" y="176"/>
                </a:lnTo>
                <a:lnTo>
                  <a:pt x="91" y="177"/>
                </a:lnTo>
                <a:lnTo>
                  <a:pt x="90" y="177"/>
                </a:lnTo>
                <a:lnTo>
                  <a:pt x="90" y="178"/>
                </a:lnTo>
                <a:lnTo>
                  <a:pt x="91" y="178"/>
                </a:lnTo>
                <a:lnTo>
                  <a:pt x="91" y="179"/>
                </a:lnTo>
                <a:lnTo>
                  <a:pt x="90" y="179"/>
                </a:lnTo>
                <a:lnTo>
                  <a:pt x="90" y="180"/>
                </a:lnTo>
                <a:lnTo>
                  <a:pt x="89" y="180"/>
                </a:lnTo>
                <a:lnTo>
                  <a:pt x="89" y="181"/>
                </a:lnTo>
                <a:lnTo>
                  <a:pt x="90" y="181"/>
                </a:lnTo>
                <a:lnTo>
                  <a:pt x="90" y="182"/>
                </a:lnTo>
                <a:lnTo>
                  <a:pt x="89" y="182"/>
                </a:lnTo>
                <a:lnTo>
                  <a:pt x="89" y="183"/>
                </a:lnTo>
                <a:lnTo>
                  <a:pt x="88" y="184"/>
                </a:lnTo>
                <a:lnTo>
                  <a:pt x="87" y="184"/>
                </a:lnTo>
                <a:lnTo>
                  <a:pt x="87" y="186"/>
                </a:lnTo>
                <a:lnTo>
                  <a:pt x="87" y="187"/>
                </a:lnTo>
                <a:lnTo>
                  <a:pt x="88" y="187"/>
                </a:lnTo>
                <a:lnTo>
                  <a:pt x="88" y="188"/>
                </a:lnTo>
                <a:lnTo>
                  <a:pt x="87" y="188"/>
                </a:lnTo>
                <a:lnTo>
                  <a:pt x="86" y="188"/>
                </a:lnTo>
                <a:lnTo>
                  <a:pt x="86" y="189"/>
                </a:lnTo>
                <a:lnTo>
                  <a:pt x="85" y="190"/>
                </a:lnTo>
                <a:lnTo>
                  <a:pt x="84" y="190"/>
                </a:lnTo>
                <a:lnTo>
                  <a:pt x="85" y="192"/>
                </a:lnTo>
                <a:lnTo>
                  <a:pt x="85" y="193"/>
                </a:lnTo>
                <a:lnTo>
                  <a:pt x="84" y="193"/>
                </a:lnTo>
                <a:lnTo>
                  <a:pt x="84" y="195"/>
                </a:lnTo>
                <a:lnTo>
                  <a:pt x="84" y="196"/>
                </a:lnTo>
                <a:lnTo>
                  <a:pt x="83" y="197"/>
                </a:lnTo>
                <a:lnTo>
                  <a:pt x="82" y="197"/>
                </a:lnTo>
                <a:lnTo>
                  <a:pt x="82" y="198"/>
                </a:lnTo>
                <a:lnTo>
                  <a:pt x="81" y="200"/>
                </a:lnTo>
                <a:lnTo>
                  <a:pt x="80" y="200"/>
                </a:lnTo>
                <a:lnTo>
                  <a:pt x="80" y="201"/>
                </a:lnTo>
                <a:lnTo>
                  <a:pt x="80" y="202"/>
                </a:lnTo>
                <a:lnTo>
                  <a:pt x="80" y="203"/>
                </a:lnTo>
                <a:lnTo>
                  <a:pt x="80" y="204"/>
                </a:lnTo>
                <a:lnTo>
                  <a:pt x="79" y="204"/>
                </a:lnTo>
                <a:lnTo>
                  <a:pt x="78" y="204"/>
                </a:lnTo>
                <a:lnTo>
                  <a:pt x="78" y="205"/>
                </a:lnTo>
                <a:lnTo>
                  <a:pt x="78" y="206"/>
                </a:lnTo>
                <a:lnTo>
                  <a:pt x="78" y="207"/>
                </a:lnTo>
                <a:lnTo>
                  <a:pt x="78" y="209"/>
                </a:lnTo>
                <a:lnTo>
                  <a:pt x="77" y="209"/>
                </a:lnTo>
                <a:lnTo>
                  <a:pt x="77" y="210"/>
                </a:lnTo>
                <a:lnTo>
                  <a:pt x="76" y="210"/>
                </a:lnTo>
                <a:lnTo>
                  <a:pt x="75" y="210"/>
                </a:lnTo>
                <a:lnTo>
                  <a:pt x="75" y="211"/>
                </a:lnTo>
                <a:lnTo>
                  <a:pt x="74" y="211"/>
                </a:lnTo>
                <a:lnTo>
                  <a:pt x="73" y="211"/>
                </a:lnTo>
                <a:lnTo>
                  <a:pt x="72" y="211"/>
                </a:lnTo>
                <a:lnTo>
                  <a:pt x="71" y="211"/>
                </a:lnTo>
                <a:lnTo>
                  <a:pt x="70" y="211"/>
                </a:lnTo>
                <a:lnTo>
                  <a:pt x="68" y="212"/>
                </a:lnTo>
                <a:lnTo>
                  <a:pt x="67" y="211"/>
                </a:lnTo>
                <a:lnTo>
                  <a:pt x="66" y="211"/>
                </a:lnTo>
                <a:lnTo>
                  <a:pt x="65" y="211"/>
                </a:lnTo>
                <a:lnTo>
                  <a:pt x="65" y="210"/>
                </a:lnTo>
                <a:lnTo>
                  <a:pt x="63" y="210"/>
                </a:lnTo>
                <a:lnTo>
                  <a:pt x="62" y="210"/>
                </a:lnTo>
                <a:lnTo>
                  <a:pt x="61" y="210"/>
                </a:lnTo>
                <a:lnTo>
                  <a:pt x="61" y="209"/>
                </a:lnTo>
                <a:lnTo>
                  <a:pt x="59" y="209"/>
                </a:lnTo>
                <a:lnTo>
                  <a:pt x="58" y="209"/>
                </a:lnTo>
                <a:lnTo>
                  <a:pt x="57" y="209"/>
                </a:lnTo>
                <a:lnTo>
                  <a:pt x="56" y="209"/>
                </a:lnTo>
                <a:lnTo>
                  <a:pt x="56" y="208"/>
                </a:lnTo>
                <a:lnTo>
                  <a:pt x="56" y="207"/>
                </a:lnTo>
                <a:lnTo>
                  <a:pt x="56" y="206"/>
                </a:lnTo>
                <a:lnTo>
                  <a:pt x="55" y="204"/>
                </a:lnTo>
                <a:lnTo>
                  <a:pt x="54" y="204"/>
                </a:lnTo>
                <a:lnTo>
                  <a:pt x="53" y="203"/>
                </a:lnTo>
                <a:lnTo>
                  <a:pt x="53" y="201"/>
                </a:lnTo>
                <a:lnTo>
                  <a:pt x="52" y="201"/>
                </a:lnTo>
                <a:lnTo>
                  <a:pt x="51" y="201"/>
                </a:lnTo>
                <a:lnTo>
                  <a:pt x="50" y="199"/>
                </a:lnTo>
                <a:lnTo>
                  <a:pt x="49" y="199"/>
                </a:lnTo>
                <a:lnTo>
                  <a:pt x="49" y="198"/>
                </a:lnTo>
                <a:lnTo>
                  <a:pt x="49" y="196"/>
                </a:lnTo>
                <a:lnTo>
                  <a:pt x="49" y="195"/>
                </a:lnTo>
                <a:lnTo>
                  <a:pt x="50" y="195"/>
                </a:lnTo>
                <a:lnTo>
                  <a:pt x="50" y="194"/>
                </a:lnTo>
                <a:lnTo>
                  <a:pt x="49" y="193"/>
                </a:lnTo>
                <a:lnTo>
                  <a:pt x="48" y="193"/>
                </a:lnTo>
                <a:lnTo>
                  <a:pt x="47" y="193"/>
                </a:lnTo>
                <a:lnTo>
                  <a:pt x="47" y="192"/>
                </a:lnTo>
                <a:lnTo>
                  <a:pt x="46" y="192"/>
                </a:lnTo>
                <a:lnTo>
                  <a:pt x="46" y="191"/>
                </a:lnTo>
                <a:lnTo>
                  <a:pt x="44" y="192"/>
                </a:lnTo>
                <a:lnTo>
                  <a:pt x="43" y="192"/>
                </a:lnTo>
                <a:lnTo>
                  <a:pt x="43" y="193"/>
                </a:lnTo>
                <a:lnTo>
                  <a:pt x="42" y="193"/>
                </a:lnTo>
                <a:lnTo>
                  <a:pt x="41" y="193"/>
                </a:lnTo>
                <a:lnTo>
                  <a:pt x="40" y="192"/>
                </a:lnTo>
                <a:lnTo>
                  <a:pt x="40" y="191"/>
                </a:lnTo>
                <a:lnTo>
                  <a:pt x="39" y="191"/>
                </a:lnTo>
                <a:lnTo>
                  <a:pt x="38" y="191"/>
                </a:lnTo>
                <a:lnTo>
                  <a:pt x="38" y="190"/>
                </a:lnTo>
                <a:lnTo>
                  <a:pt x="37" y="190"/>
                </a:lnTo>
                <a:lnTo>
                  <a:pt x="37" y="191"/>
                </a:lnTo>
                <a:lnTo>
                  <a:pt x="36" y="191"/>
                </a:lnTo>
                <a:lnTo>
                  <a:pt x="35" y="192"/>
                </a:lnTo>
                <a:lnTo>
                  <a:pt x="34" y="192"/>
                </a:lnTo>
                <a:lnTo>
                  <a:pt x="34" y="191"/>
                </a:lnTo>
                <a:lnTo>
                  <a:pt x="33" y="191"/>
                </a:lnTo>
                <a:lnTo>
                  <a:pt x="33" y="190"/>
                </a:lnTo>
                <a:lnTo>
                  <a:pt x="33" y="189"/>
                </a:lnTo>
                <a:lnTo>
                  <a:pt x="32" y="189"/>
                </a:lnTo>
                <a:lnTo>
                  <a:pt x="31" y="188"/>
                </a:lnTo>
                <a:lnTo>
                  <a:pt x="30" y="188"/>
                </a:lnTo>
                <a:lnTo>
                  <a:pt x="29" y="189"/>
                </a:lnTo>
                <a:lnTo>
                  <a:pt x="28" y="188"/>
                </a:lnTo>
                <a:lnTo>
                  <a:pt x="27" y="188"/>
                </a:lnTo>
                <a:lnTo>
                  <a:pt x="26" y="188"/>
                </a:lnTo>
                <a:lnTo>
                  <a:pt x="25" y="188"/>
                </a:lnTo>
                <a:lnTo>
                  <a:pt x="25" y="187"/>
                </a:lnTo>
                <a:lnTo>
                  <a:pt x="24" y="187"/>
                </a:lnTo>
                <a:lnTo>
                  <a:pt x="23" y="187"/>
                </a:lnTo>
                <a:lnTo>
                  <a:pt x="23" y="186"/>
                </a:lnTo>
                <a:lnTo>
                  <a:pt x="22" y="186"/>
                </a:lnTo>
                <a:lnTo>
                  <a:pt x="22" y="185"/>
                </a:lnTo>
                <a:lnTo>
                  <a:pt x="22" y="184"/>
                </a:lnTo>
                <a:lnTo>
                  <a:pt x="20" y="184"/>
                </a:lnTo>
                <a:lnTo>
                  <a:pt x="20" y="183"/>
                </a:lnTo>
                <a:lnTo>
                  <a:pt x="19" y="183"/>
                </a:lnTo>
                <a:lnTo>
                  <a:pt x="18" y="183"/>
                </a:lnTo>
                <a:lnTo>
                  <a:pt x="18" y="184"/>
                </a:lnTo>
                <a:lnTo>
                  <a:pt x="17" y="183"/>
                </a:lnTo>
                <a:lnTo>
                  <a:pt x="16" y="183"/>
                </a:lnTo>
                <a:lnTo>
                  <a:pt x="16" y="182"/>
                </a:lnTo>
                <a:lnTo>
                  <a:pt x="15" y="182"/>
                </a:lnTo>
                <a:lnTo>
                  <a:pt x="15" y="181"/>
                </a:lnTo>
                <a:lnTo>
                  <a:pt x="14" y="181"/>
                </a:lnTo>
                <a:lnTo>
                  <a:pt x="14" y="180"/>
                </a:lnTo>
                <a:lnTo>
                  <a:pt x="13" y="179"/>
                </a:lnTo>
                <a:lnTo>
                  <a:pt x="13" y="178"/>
                </a:lnTo>
                <a:lnTo>
                  <a:pt x="12" y="178"/>
                </a:lnTo>
                <a:lnTo>
                  <a:pt x="11" y="178"/>
                </a:lnTo>
                <a:lnTo>
                  <a:pt x="10" y="178"/>
                </a:lnTo>
                <a:lnTo>
                  <a:pt x="10" y="177"/>
                </a:lnTo>
                <a:lnTo>
                  <a:pt x="8" y="177"/>
                </a:lnTo>
                <a:lnTo>
                  <a:pt x="7" y="177"/>
                </a:lnTo>
                <a:lnTo>
                  <a:pt x="7" y="178"/>
                </a:lnTo>
                <a:lnTo>
                  <a:pt x="6" y="178"/>
                </a:lnTo>
                <a:lnTo>
                  <a:pt x="5" y="178"/>
                </a:lnTo>
                <a:lnTo>
                  <a:pt x="5" y="179"/>
                </a:lnTo>
                <a:lnTo>
                  <a:pt x="4" y="179"/>
                </a:lnTo>
                <a:lnTo>
                  <a:pt x="2" y="179"/>
                </a:lnTo>
                <a:lnTo>
                  <a:pt x="1" y="178"/>
                </a:lnTo>
                <a:lnTo>
                  <a:pt x="0" y="177"/>
                </a:lnTo>
                <a:lnTo>
                  <a:pt x="0" y="176"/>
                </a:lnTo>
                <a:lnTo>
                  <a:pt x="1" y="175"/>
                </a:lnTo>
                <a:lnTo>
                  <a:pt x="1" y="174"/>
                </a:lnTo>
                <a:lnTo>
                  <a:pt x="2" y="174"/>
                </a:lnTo>
                <a:lnTo>
                  <a:pt x="3" y="173"/>
                </a:lnTo>
                <a:lnTo>
                  <a:pt x="4" y="172"/>
                </a:lnTo>
                <a:lnTo>
                  <a:pt x="4" y="171"/>
                </a:lnTo>
                <a:lnTo>
                  <a:pt x="4" y="170"/>
                </a:lnTo>
                <a:lnTo>
                  <a:pt x="5" y="170"/>
                </a:lnTo>
                <a:lnTo>
                  <a:pt x="6" y="170"/>
                </a:lnTo>
                <a:lnTo>
                  <a:pt x="6" y="169"/>
                </a:lnTo>
                <a:lnTo>
                  <a:pt x="7" y="169"/>
                </a:lnTo>
                <a:lnTo>
                  <a:pt x="7" y="168"/>
                </a:lnTo>
                <a:lnTo>
                  <a:pt x="8" y="167"/>
                </a:lnTo>
                <a:lnTo>
                  <a:pt x="8" y="166"/>
                </a:lnTo>
                <a:lnTo>
                  <a:pt x="8" y="165"/>
                </a:lnTo>
                <a:lnTo>
                  <a:pt x="9" y="165"/>
                </a:lnTo>
                <a:lnTo>
                  <a:pt x="9" y="164"/>
                </a:lnTo>
                <a:lnTo>
                  <a:pt x="9" y="163"/>
                </a:lnTo>
                <a:lnTo>
                  <a:pt x="10" y="163"/>
                </a:lnTo>
                <a:lnTo>
                  <a:pt x="11" y="163"/>
                </a:lnTo>
                <a:lnTo>
                  <a:pt x="11" y="162"/>
                </a:lnTo>
                <a:lnTo>
                  <a:pt x="12" y="162"/>
                </a:lnTo>
                <a:lnTo>
                  <a:pt x="13" y="162"/>
                </a:lnTo>
                <a:lnTo>
                  <a:pt x="14" y="162"/>
                </a:lnTo>
                <a:lnTo>
                  <a:pt x="15" y="161"/>
                </a:lnTo>
                <a:lnTo>
                  <a:pt x="15" y="160"/>
                </a:lnTo>
                <a:lnTo>
                  <a:pt x="16" y="160"/>
                </a:lnTo>
                <a:lnTo>
                  <a:pt x="16" y="159"/>
                </a:lnTo>
                <a:lnTo>
                  <a:pt x="17" y="159"/>
                </a:lnTo>
                <a:lnTo>
                  <a:pt x="17" y="158"/>
                </a:lnTo>
                <a:lnTo>
                  <a:pt x="18" y="157"/>
                </a:lnTo>
                <a:lnTo>
                  <a:pt x="18" y="156"/>
                </a:lnTo>
                <a:lnTo>
                  <a:pt x="19" y="156"/>
                </a:lnTo>
                <a:lnTo>
                  <a:pt x="19" y="155"/>
                </a:lnTo>
                <a:lnTo>
                  <a:pt x="20" y="154"/>
                </a:lnTo>
                <a:lnTo>
                  <a:pt x="21" y="153"/>
                </a:lnTo>
                <a:lnTo>
                  <a:pt x="21" y="152"/>
                </a:lnTo>
                <a:lnTo>
                  <a:pt x="21" y="151"/>
                </a:lnTo>
                <a:lnTo>
                  <a:pt x="21" y="150"/>
                </a:lnTo>
                <a:lnTo>
                  <a:pt x="22" y="149"/>
                </a:lnTo>
                <a:lnTo>
                  <a:pt x="22" y="148"/>
                </a:lnTo>
                <a:lnTo>
                  <a:pt x="22" y="147"/>
                </a:lnTo>
                <a:lnTo>
                  <a:pt x="23" y="147"/>
                </a:lnTo>
                <a:lnTo>
                  <a:pt x="23" y="146"/>
                </a:lnTo>
                <a:lnTo>
                  <a:pt x="24" y="146"/>
                </a:lnTo>
                <a:lnTo>
                  <a:pt x="25" y="146"/>
                </a:lnTo>
                <a:lnTo>
                  <a:pt x="25" y="145"/>
                </a:lnTo>
                <a:lnTo>
                  <a:pt x="26" y="144"/>
                </a:lnTo>
                <a:lnTo>
                  <a:pt x="27" y="143"/>
                </a:lnTo>
                <a:lnTo>
                  <a:pt x="27" y="142"/>
                </a:lnTo>
                <a:lnTo>
                  <a:pt x="27" y="141"/>
                </a:lnTo>
                <a:lnTo>
                  <a:pt x="30" y="139"/>
                </a:lnTo>
                <a:lnTo>
                  <a:pt x="31" y="138"/>
                </a:lnTo>
                <a:lnTo>
                  <a:pt x="32" y="137"/>
                </a:lnTo>
                <a:lnTo>
                  <a:pt x="32" y="135"/>
                </a:lnTo>
                <a:lnTo>
                  <a:pt x="32" y="134"/>
                </a:lnTo>
                <a:lnTo>
                  <a:pt x="33" y="134"/>
                </a:lnTo>
                <a:lnTo>
                  <a:pt x="34" y="133"/>
                </a:lnTo>
                <a:lnTo>
                  <a:pt x="33" y="132"/>
                </a:lnTo>
                <a:lnTo>
                  <a:pt x="33" y="131"/>
                </a:lnTo>
                <a:lnTo>
                  <a:pt x="32" y="131"/>
                </a:lnTo>
                <a:lnTo>
                  <a:pt x="32" y="130"/>
                </a:lnTo>
                <a:lnTo>
                  <a:pt x="32" y="129"/>
                </a:lnTo>
                <a:lnTo>
                  <a:pt x="32" y="128"/>
                </a:lnTo>
                <a:lnTo>
                  <a:pt x="32" y="127"/>
                </a:lnTo>
                <a:lnTo>
                  <a:pt x="33" y="127"/>
                </a:lnTo>
                <a:lnTo>
                  <a:pt x="34" y="127"/>
                </a:lnTo>
                <a:lnTo>
                  <a:pt x="34" y="126"/>
                </a:lnTo>
                <a:lnTo>
                  <a:pt x="34" y="125"/>
                </a:lnTo>
                <a:lnTo>
                  <a:pt x="35" y="125"/>
                </a:lnTo>
                <a:lnTo>
                  <a:pt x="35" y="124"/>
                </a:lnTo>
                <a:lnTo>
                  <a:pt x="36" y="124"/>
                </a:lnTo>
                <a:lnTo>
                  <a:pt x="36" y="123"/>
                </a:lnTo>
                <a:lnTo>
                  <a:pt x="37" y="122"/>
                </a:lnTo>
                <a:lnTo>
                  <a:pt x="37" y="121"/>
                </a:lnTo>
                <a:lnTo>
                  <a:pt x="37" y="119"/>
                </a:lnTo>
                <a:lnTo>
                  <a:pt x="37" y="118"/>
                </a:lnTo>
                <a:lnTo>
                  <a:pt x="37" y="117"/>
                </a:lnTo>
                <a:lnTo>
                  <a:pt x="38" y="117"/>
                </a:lnTo>
                <a:lnTo>
                  <a:pt x="38" y="116"/>
                </a:lnTo>
                <a:lnTo>
                  <a:pt x="38" y="115"/>
                </a:lnTo>
                <a:lnTo>
                  <a:pt x="38" y="114"/>
                </a:lnTo>
                <a:lnTo>
                  <a:pt x="38" y="113"/>
                </a:lnTo>
                <a:lnTo>
                  <a:pt x="39" y="112"/>
                </a:lnTo>
                <a:lnTo>
                  <a:pt x="39" y="111"/>
                </a:lnTo>
                <a:lnTo>
                  <a:pt x="38" y="111"/>
                </a:lnTo>
                <a:lnTo>
                  <a:pt x="38" y="110"/>
                </a:lnTo>
                <a:lnTo>
                  <a:pt x="39" y="110"/>
                </a:lnTo>
                <a:lnTo>
                  <a:pt x="40" y="110"/>
                </a:lnTo>
                <a:lnTo>
                  <a:pt x="41" y="110"/>
                </a:lnTo>
                <a:lnTo>
                  <a:pt x="42" y="109"/>
                </a:lnTo>
                <a:lnTo>
                  <a:pt x="43" y="109"/>
                </a:lnTo>
                <a:lnTo>
                  <a:pt x="43" y="108"/>
                </a:lnTo>
                <a:lnTo>
                  <a:pt x="44" y="107"/>
                </a:lnTo>
                <a:lnTo>
                  <a:pt x="45" y="107"/>
                </a:lnTo>
                <a:lnTo>
                  <a:pt x="45" y="106"/>
                </a:lnTo>
                <a:lnTo>
                  <a:pt x="45" y="105"/>
                </a:lnTo>
                <a:lnTo>
                  <a:pt x="45" y="104"/>
                </a:lnTo>
                <a:lnTo>
                  <a:pt x="46" y="104"/>
                </a:lnTo>
                <a:lnTo>
                  <a:pt x="46" y="102"/>
                </a:lnTo>
                <a:lnTo>
                  <a:pt x="46" y="101"/>
                </a:lnTo>
                <a:lnTo>
                  <a:pt x="47" y="101"/>
                </a:lnTo>
                <a:lnTo>
                  <a:pt x="47" y="100"/>
                </a:lnTo>
                <a:lnTo>
                  <a:pt x="47" y="99"/>
                </a:lnTo>
                <a:lnTo>
                  <a:pt x="46" y="99"/>
                </a:lnTo>
                <a:lnTo>
                  <a:pt x="46" y="98"/>
                </a:lnTo>
                <a:lnTo>
                  <a:pt x="46" y="99"/>
                </a:lnTo>
                <a:lnTo>
                  <a:pt x="45" y="98"/>
                </a:lnTo>
                <a:lnTo>
                  <a:pt x="44" y="98"/>
                </a:lnTo>
                <a:lnTo>
                  <a:pt x="44" y="97"/>
                </a:lnTo>
                <a:lnTo>
                  <a:pt x="43" y="96"/>
                </a:lnTo>
                <a:lnTo>
                  <a:pt x="42" y="96"/>
                </a:lnTo>
                <a:lnTo>
                  <a:pt x="42" y="97"/>
                </a:lnTo>
                <a:lnTo>
                  <a:pt x="42" y="96"/>
                </a:lnTo>
                <a:lnTo>
                  <a:pt x="42" y="95"/>
                </a:lnTo>
                <a:lnTo>
                  <a:pt x="43" y="95"/>
                </a:lnTo>
                <a:lnTo>
                  <a:pt x="43" y="94"/>
                </a:lnTo>
                <a:lnTo>
                  <a:pt x="42" y="94"/>
                </a:lnTo>
                <a:lnTo>
                  <a:pt x="42" y="93"/>
                </a:lnTo>
                <a:lnTo>
                  <a:pt x="42" y="92"/>
                </a:lnTo>
                <a:lnTo>
                  <a:pt x="41" y="92"/>
                </a:lnTo>
                <a:lnTo>
                  <a:pt x="41" y="91"/>
                </a:lnTo>
                <a:lnTo>
                  <a:pt x="40" y="91"/>
                </a:lnTo>
                <a:lnTo>
                  <a:pt x="40" y="90"/>
                </a:lnTo>
                <a:lnTo>
                  <a:pt x="40" y="89"/>
                </a:lnTo>
                <a:lnTo>
                  <a:pt x="39" y="88"/>
                </a:lnTo>
                <a:lnTo>
                  <a:pt x="38" y="88"/>
                </a:lnTo>
                <a:lnTo>
                  <a:pt x="37" y="89"/>
                </a:lnTo>
                <a:lnTo>
                  <a:pt x="36" y="89"/>
                </a:lnTo>
                <a:lnTo>
                  <a:pt x="35" y="89"/>
                </a:lnTo>
                <a:lnTo>
                  <a:pt x="35" y="88"/>
                </a:lnTo>
                <a:lnTo>
                  <a:pt x="34" y="88"/>
                </a:lnTo>
                <a:lnTo>
                  <a:pt x="33" y="87"/>
                </a:lnTo>
                <a:lnTo>
                  <a:pt x="32" y="87"/>
                </a:lnTo>
                <a:lnTo>
                  <a:pt x="31" y="87"/>
                </a:lnTo>
                <a:lnTo>
                  <a:pt x="30" y="87"/>
                </a:lnTo>
                <a:lnTo>
                  <a:pt x="29" y="86"/>
                </a:lnTo>
                <a:lnTo>
                  <a:pt x="29" y="85"/>
                </a:lnTo>
                <a:lnTo>
                  <a:pt x="28" y="84"/>
                </a:lnTo>
                <a:lnTo>
                  <a:pt x="28" y="83"/>
                </a:lnTo>
                <a:lnTo>
                  <a:pt x="29" y="83"/>
                </a:lnTo>
                <a:lnTo>
                  <a:pt x="30" y="83"/>
                </a:lnTo>
                <a:lnTo>
                  <a:pt x="30" y="82"/>
                </a:lnTo>
                <a:lnTo>
                  <a:pt x="30" y="81"/>
                </a:lnTo>
                <a:lnTo>
                  <a:pt x="30" y="80"/>
                </a:lnTo>
                <a:lnTo>
                  <a:pt x="30" y="79"/>
                </a:lnTo>
                <a:lnTo>
                  <a:pt x="30" y="77"/>
                </a:lnTo>
                <a:lnTo>
                  <a:pt x="30" y="76"/>
                </a:lnTo>
                <a:lnTo>
                  <a:pt x="29" y="76"/>
                </a:lnTo>
                <a:lnTo>
                  <a:pt x="28" y="75"/>
                </a:lnTo>
                <a:lnTo>
                  <a:pt x="27" y="74"/>
                </a:lnTo>
                <a:lnTo>
                  <a:pt x="26" y="74"/>
                </a:lnTo>
                <a:lnTo>
                  <a:pt x="25" y="74"/>
                </a:lnTo>
                <a:lnTo>
                  <a:pt x="24" y="75"/>
                </a:lnTo>
                <a:lnTo>
                  <a:pt x="23" y="75"/>
                </a:lnTo>
                <a:lnTo>
                  <a:pt x="23" y="74"/>
                </a:lnTo>
                <a:lnTo>
                  <a:pt x="22" y="74"/>
                </a:lnTo>
                <a:lnTo>
                  <a:pt x="22" y="73"/>
                </a:lnTo>
                <a:lnTo>
                  <a:pt x="21" y="72"/>
                </a:lnTo>
                <a:lnTo>
                  <a:pt x="20" y="72"/>
                </a:lnTo>
                <a:lnTo>
                  <a:pt x="20" y="71"/>
                </a:lnTo>
                <a:lnTo>
                  <a:pt x="19" y="70"/>
                </a:lnTo>
                <a:lnTo>
                  <a:pt x="18" y="70"/>
                </a:lnTo>
                <a:lnTo>
                  <a:pt x="17" y="70"/>
                </a:lnTo>
                <a:lnTo>
                  <a:pt x="17" y="71"/>
                </a:lnTo>
                <a:lnTo>
                  <a:pt x="17" y="70"/>
                </a:lnTo>
                <a:lnTo>
                  <a:pt x="16" y="70"/>
                </a:lnTo>
                <a:lnTo>
                  <a:pt x="16" y="69"/>
                </a:lnTo>
                <a:lnTo>
                  <a:pt x="15" y="69"/>
                </a:lnTo>
                <a:lnTo>
                  <a:pt x="15" y="68"/>
                </a:lnTo>
                <a:lnTo>
                  <a:pt x="14" y="68"/>
                </a:lnTo>
                <a:lnTo>
                  <a:pt x="14" y="67"/>
                </a:lnTo>
                <a:lnTo>
                  <a:pt x="13" y="67"/>
                </a:lnTo>
                <a:lnTo>
                  <a:pt x="13" y="68"/>
                </a:lnTo>
                <a:lnTo>
                  <a:pt x="12" y="68"/>
                </a:lnTo>
                <a:lnTo>
                  <a:pt x="12" y="67"/>
                </a:lnTo>
                <a:lnTo>
                  <a:pt x="11" y="66"/>
                </a:lnTo>
                <a:lnTo>
                  <a:pt x="11" y="65"/>
                </a:lnTo>
                <a:lnTo>
                  <a:pt x="12" y="65"/>
                </a:lnTo>
                <a:lnTo>
                  <a:pt x="13" y="65"/>
                </a:lnTo>
                <a:lnTo>
                  <a:pt x="13" y="64"/>
                </a:lnTo>
                <a:lnTo>
                  <a:pt x="14" y="64"/>
                </a:lnTo>
                <a:lnTo>
                  <a:pt x="15" y="64"/>
                </a:lnTo>
                <a:lnTo>
                  <a:pt x="15" y="63"/>
                </a:lnTo>
                <a:lnTo>
                  <a:pt x="16" y="63"/>
                </a:lnTo>
                <a:lnTo>
                  <a:pt x="17" y="63"/>
                </a:lnTo>
                <a:lnTo>
                  <a:pt x="18" y="62"/>
                </a:lnTo>
                <a:lnTo>
                  <a:pt x="19" y="62"/>
                </a:lnTo>
                <a:lnTo>
                  <a:pt x="19" y="61"/>
                </a:lnTo>
                <a:lnTo>
                  <a:pt x="20" y="61"/>
                </a:lnTo>
                <a:lnTo>
                  <a:pt x="20" y="60"/>
                </a:lnTo>
                <a:lnTo>
                  <a:pt x="21" y="60"/>
                </a:lnTo>
                <a:lnTo>
                  <a:pt x="22" y="59"/>
                </a:lnTo>
                <a:lnTo>
                  <a:pt x="23" y="58"/>
                </a:lnTo>
                <a:lnTo>
                  <a:pt x="24" y="58"/>
                </a:lnTo>
                <a:lnTo>
                  <a:pt x="24" y="57"/>
                </a:lnTo>
                <a:lnTo>
                  <a:pt x="25" y="57"/>
                </a:lnTo>
                <a:lnTo>
                  <a:pt x="25" y="56"/>
                </a:lnTo>
                <a:lnTo>
                  <a:pt x="26" y="56"/>
                </a:lnTo>
                <a:lnTo>
                  <a:pt x="26" y="55"/>
                </a:lnTo>
                <a:lnTo>
                  <a:pt x="27" y="54"/>
                </a:lnTo>
                <a:lnTo>
                  <a:pt x="28" y="54"/>
                </a:lnTo>
                <a:lnTo>
                  <a:pt x="29" y="54"/>
                </a:lnTo>
                <a:lnTo>
                  <a:pt x="30" y="54"/>
                </a:lnTo>
                <a:lnTo>
                  <a:pt x="32" y="54"/>
                </a:lnTo>
                <a:lnTo>
                  <a:pt x="33" y="54"/>
                </a:lnTo>
                <a:lnTo>
                  <a:pt x="33" y="53"/>
                </a:lnTo>
                <a:lnTo>
                  <a:pt x="34" y="53"/>
                </a:lnTo>
                <a:lnTo>
                  <a:pt x="35" y="51"/>
                </a:lnTo>
                <a:lnTo>
                  <a:pt x="36" y="51"/>
                </a:lnTo>
                <a:lnTo>
                  <a:pt x="37" y="51"/>
                </a:lnTo>
                <a:lnTo>
                  <a:pt x="37" y="50"/>
                </a:lnTo>
                <a:lnTo>
                  <a:pt x="38" y="50"/>
                </a:lnTo>
                <a:lnTo>
                  <a:pt x="38" y="49"/>
                </a:lnTo>
                <a:lnTo>
                  <a:pt x="39" y="49"/>
                </a:lnTo>
                <a:lnTo>
                  <a:pt x="39" y="48"/>
                </a:lnTo>
                <a:lnTo>
                  <a:pt x="40" y="48"/>
                </a:lnTo>
                <a:lnTo>
                  <a:pt x="41" y="48"/>
                </a:lnTo>
                <a:lnTo>
                  <a:pt x="42" y="48"/>
                </a:lnTo>
                <a:lnTo>
                  <a:pt x="42" y="47"/>
                </a:lnTo>
                <a:lnTo>
                  <a:pt x="43" y="46"/>
                </a:lnTo>
                <a:lnTo>
                  <a:pt x="44" y="46"/>
                </a:lnTo>
                <a:lnTo>
                  <a:pt x="45" y="46"/>
                </a:lnTo>
                <a:lnTo>
                  <a:pt x="46" y="46"/>
                </a:lnTo>
                <a:lnTo>
                  <a:pt x="47" y="46"/>
                </a:lnTo>
                <a:lnTo>
                  <a:pt x="48" y="46"/>
                </a:lnTo>
                <a:lnTo>
                  <a:pt x="49" y="45"/>
                </a:lnTo>
                <a:lnTo>
                  <a:pt x="51" y="45"/>
                </a:lnTo>
                <a:lnTo>
                  <a:pt x="51" y="44"/>
                </a:lnTo>
                <a:lnTo>
                  <a:pt x="52" y="44"/>
                </a:lnTo>
                <a:lnTo>
                  <a:pt x="53" y="44"/>
                </a:lnTo>
                <a:lnTo>
                  <a:pt x="54" y="44"/>
                </a:lnTo>
                <a:lnTo>
                  <a:pt x="58" y="44"/>
                </a:lnTo>
                <a:lnTo>
                  <a:pt x="61" y="44"/>
                </a:lnTo>
                <a:lnTo>
                  <a:pt x="62" y="44"/>
                </a:lnTo>
                <a:lnTo>
                  <a:pt x="63" y="44"/>
                </a:lnTo>
                <a:lnTo>
                  <a:pt x="64" y="44"/>
                </a:lnTo>
                <a:lnTo>
                  <a:pt x="64" y="43"/>
                </a:lnTo>
                <a:lnTo>
                  <a:pt x="65" y="43"/>
                </a:lnTo>
                <a:lnTo>
                  <a:pt x="65" y="42"/>
                </a:lnTo>
                <a:lnTo>
                  <a:pt x="66" y="42"/>
                </a:lnTo>
                <a:lnTo>
                  <a:pt x="66" y="41"/>
                </a:lnTo>
                <a:lnTo>
                  <a:pt x="66" y="40"/>
                </a:lnTo>
                <a:lnTo>
                  <a:pt x="67" y="40"/>
                </a:lnTo>
                <a:lnTo>
                  <a:pt x="67" y="39"/>
                </a:lnTo>
                <a:lnTo>
                  <a:pt x="67" y="38"/>
                </a:lnTo>
                <a:lnTo>
                  <a:pt x="68" y="38"/>
                </a:lnTo>
                <a:lnTo>
                  <a:pt x="68" y="37"/>
                </a:lnTo>
                <a:lnTo>
                  <a:pt x="68" y="36"/>
                </a:lnTo>
                <a:lnTo>
                  <a:pt x="69" y="36"/>
                </a:lnTo>
                <a:lnTo>
                  <a:pt x="69" y="35"/>
                </a:lnTo>
                <a:lnTo>
                  <a:pt x="70" y="35"/>
                </a:lnTo>
                <a:lnTo>
                  <a:pt x="71" y="35"/>
                </a:lnTo>
                <a:lnTo>
                  <a:pt x="72" y="35"/>
                </a:lnTo>
                <a:lnTo>
                  <a:pt x="73" y="35"/>
                </a:lnTo>
                <a:lnTo>
                  <a:pt x="73" y="36"/>
                </a:lnTo>
                <a:lnTo>
                  <a:pt x="74" y="36"/>
                </a:lnTo>
                <a:lnTo>
                  <a:pt x="75" y="36"/>
                </a:lnTo>
                <a:lnTo>
                  <a:pt x="76" y="35"/>
                </a:lnTo>
                <a:lnTo>
                  <a:pt x="77" y="35"/>
                </a:lnTo>
                <a:lnTo>
                  <a:pt x="78" y="35"/>
                </a:lnTo>
                <a:lnTo>
                  <a:pt x="78" y="34"/>
                </a:lnTo>
                <a:lnTo>
                  <a:pt x="79" y="34"/>
                </a:lnTo>
                <a:lnTo>
                  <a:pt x="79" y="33"/>
                </a:lnTo>
                <a:lnTo>
                  <a:pt x="80" y="33"/>
                </a:lnTo>
                <a:lnTo>
                  <a:pt x="80" y="32"/>
                </a:lnTo>
                <a:lnTo>
                  <a:pt x="81" y="32"/>
                </a:lnTo>
                <a:lnTo>
                  <a:pt x="81" y="31"/>
                </a:lnTo>
                <a:lnTo>
                  <a:pt x="81" y="30"/>
                </a:lnTo>
                <a:lnTo>
                  <a:pt x="82" y="30"/>
                </a:lnTo>
                <a:lnTo>
                  <a:pt x="82" y="29"/>
                </a:lnTo>
                <a:lnTo>
                  <a:pt x="83" y="29"/>
                </a:lnTo>
                <a:lnTo>
                  <a:pt x="84" y="28"/>
                </a:lnTo>
                <a:lnTo>
                  <a:pt x="85" y="28"/>
                </a:lnTo>
                <a:lnTo>
                  <a:pt x="86" y="28"/>
                </a:lnTo>
                <a:lnTo>
                  <a:pt x="87" y="29"/>
                </a:lnTo>
                <a:lnTo>
                  <a:pt x="87" y="30"/>
                </a:lnTo>
                <a:lnTo>
                  <a:pt x="88" y="31"/>
                </a:lnTo>
                <a:lnTo>
                  <a:pt x="88" y="32"/>
                </a:lnTo>
                <a:lnTo>
                  <a:pt x="89" y="32"/>
                </a:lnTo>
                <a:lnTo>
                  <a:pt x="89" y="33"/>
                </a:lnTo>
                <a:lnTo>
                  <a:pt x="90" y="33"/>
                </a:lnTo>
                <a:lnTo>
                  <a:pt x="91" y="33"/>
                </a:lnTo>
                <a:lnTo>
                  <a:pt x="92" y="33"/>
                </a:lnTo>
                <a:lnTo>
                  <a:pt x="92" y="34"/>
                </a:lnTo>
                <a:lnTo>
                  <a:pt x="93" y="34"/>
                </a:lnTo>
                <a:lnTo>
                  <a:pt x="93" y="35"/>
                </a:lnTo>
                <a:lnTo>
                  <a:pt x="94" y="35"/>
                </a:lnTo>
                <a:lnTo>
                  <a:pt x="95" y="35"/>
                </a:lnTo>
                <a:lnTo>
                  <a:pt x="96" y="35"/>
                </a:lnTo>
                <a:lnTo>
                  <a:pt x="97" y="34"/>
                </a:lnTo>
                <a:lnTo>
                  <a:pt x="98" y="34"/>
                </a:lnTo>
                <a:lnTo>
                  <a:pt x="98" y="33"/>
                </a:lnTo>
                <a:lnTo>
                  <a:pt x="99" y="32"/>
                </a:lnTo>
                <a:lnTo>
                  <a:pt x="100" y="32"/>
                </a:lnTo>
                <a:lnTo>
                  <a:pt x="101" y="32"/>
                </a:lnTo>
                <a:lnTo>
                  <a:pt x="102" y="32"/>
                </a:lnTo>
                <a:lnTo>
                  <a:pt x="104" y="32"/>
                </a:lnTo>
                <a:lnTo>
                  <a:pt x="105" y="32"/>
                </a:lnTo>
                <a:lnTo>
                  <a:pt x="105" y="31"/>
                </a:lnTo>
                <a:lnTo>
                  <a:pt x="106" y="31"/>
                </a:lnTo>
                <a:lnTo>
                  <a:pt x="106" y="30"/>
                </a:lnTo>
                <a:lnTo>
                  <a:pt x="107" y="30"/>
                </a:lnTo>
                <a:lnTo>
                  <a:pt x="108" y="30"/>
                </a:lnTo>
                <a:lnTo>
                  <a:pt x="108" y="29"/>
                </a:lnTo>
                <a:lnTo>
                  <a:pt x="109" y="29"/>
                </a:lnTo>
                <a:lnTo>
                  <a:pt x="110" y="29"/>
                </a:lnTo>
                <a:lnTo>
                  <a:pt x="111" y="29"/>
                </a:lnTo>
                <a:lnTo>
                  <a:pt x="112" y="29"/>
                </a:lnTo>
                <a:lnTo>
                  <a:pt x="113" y="29"/>
                </a:lnTo>
                <a:lnTo>
                  <a:pt x="114" y="29"/>
                </a:lnTo>
                <a:lnTo>
                  <a:pt x="115" y="29"/>
                </a:lnTo>
                <a:lnTo>
                  <a:pt x="117" y="29"/>
                </a:lnTo>
                <a:lnTo>
                  <a:pt x="118" y="28"/>
                </a:lnTo>
                <a:lnTo>
                  <a:pt x="120" y="28"/>
                </a:lnTo>
                <a:lnTo>
                  <a:pt x="122" y="27"/>
                </a:lnTo>
                <a:lnTo>
                  <a:pt x="123" y="27"/>
                </a:lnTo>
                <a:lnTo>
                  <a:pt x="126" y="27"/>
                </a:lnTo>
                <a:lnTo>
                  <a:pt x="127" y="27"/>
                </a:lnTo>
                <a:lnTo>
                  <a:pt x="128" y="27"/>
                </a:lnTo>
                <a:lnTo>
                  <a:pt x="129" y="27"/>
                </a:lnTo>
                <a:lnTo>
                  <a:pt x="130" y="27"/>
                </a:lnTo>
                <a:lnTo>
                  <a:pt x="131" y="27"/>
                </a:lnTo>
                <a:lnTo>
                  <a:pt x="131" y="26"/>
                </a:lnTo>
                <a:lnTo>
                  <a:pt x="132" y="26"/>
                </a:lnTo>
                <a:lnTo>
                  <a:pt x="133" y="26"/>
                </a:lnTo>
                <a:lnTo>
                  <a:pt x="134" y="26"/>
                </a:lnTo>
                <a:lnTo>
                  <a:pt x="134" y="25"/>
                </a:lnTo>
                <a:lnTo>
                  <a:pt x="135" y="25"/>
                </a:lnTo>
                <a:lnTo>
                  <a:pt x="136" y="24"/>
                </a:lnTo>
                <a:lnTo>
                  <a:pt x="137" y="24"/>
                </a:lnTo>
                <a:lnTo>
                  <a:pt x="138" y="24"/>
                </a:lnTo>
                <a:lnTo>
                  <a:pt x="138" y="23"/>
                </a:lnTo>
                <a:lnTo>
                  <a:pt x="139" y="23"/>
                </a:lnTo>
                <a:lnTo>
                  <a:pt x="139" y="22"/>
                </a:lnTo>
                <a:lnTo>
                  <a:pt x="141" y="21"/>
                </a:lnTo>
                <a:lnTo>
                  <a:pt x="143" y="19"/>
                </a:lnTo>
                <a:lnTo>
                  <a:pt x="144" y="19"/>
                </a:lnTo>
                <a:lnTo>
                  <a:pt x="145" y="19"/>
                </a:lnTo>
                <a:lnTo>
                  <a:pt x="145" y="18"/>
                </a:lnTo>
                <a:lnTo>
                  <a:pt x="146" y="18"/>
                </a:lnTo>
                <a:lnTo>
                  <a:pt x="147" y="17"/>
                </a:lnTo>
                <a:lnTo>
                  <a:pt x="148" y="17"/>
                </a:lnTo>
                <a:lnTo>
                  <a:pt x="148" y="16"/>
                </a:lnTo>
                <a:lnTo>
                  <a:pt x="149" y="16"/>
                </a:lnTo>
                <a:lnTo>
                  <a:pt x="150" y="16"/>
                </a:lnTo>
                <a:lnTo>
                  <a:pt x="151" y="15"/>
                </a:lnTo>
                <a:lnTo>
                  <a:pt x="152" y="15"/>
                </a:lnTo>
                <a:lnTo>
                  <a:pt x="153" y="15"/>
                </a:lnTo>
                <a:lnTo>
                  <a:pt x="154" y="15"/>
                </a:lnTo>
                <a:lnTo>
                  <a:pt x="155" y="15"/>
                </a:lnTo>
                <a:lnTo>
                  <a:pt x="156" y="15"/>
                </a:lnTo>
                <a:lnTo>
                  <a:pt x="157" y="15"/>
                </a:lnTo>
                <a:lnTo>
                  <a:pt x="157" y="16"/>
                </a:lnTo>
                <a:lnTo>
                  <a:pt x="157" y="15"/>
                </a:lnTo>
                <a:lnTo>
                  <a:pt x="158" y="15"/>
                </a:lnTo>
                <a:lnTo>
                  <a:pt x="159" y="15"/>
                </a:lnTo>
                <a:lnTo>
                  <a:pt x="160" y="14"/>
                </a:lnTo>
                <a:lnTo>
                  <a:pt x="161" y="14"/>
                </a:lnTo>
                <a:lnTo>
                  <a:pt x="161" y="13"/>
                </a:lnTo>
                <a:lnTo>
                  <a:pt x="162" y="11"/>
                </a:lnTo>
                <a:lnTo>
                  <a:pt x="163" y="10"/>
                </a:lnTo>
                <a:lnTo>
                  <a:pt x="163" y="9"/>
                </a:lnTo>
                <a:lnTo>
                  <a:pt x="164" y="8"/>
                </a:lnTo>
                <a:lnTo>
                  <a:pt x="164" y="7"/>
                </a:lnTo>
                <a:lnTo>
                  <a:pt x="165" y="7"/>
                </a:lnTo>
                <a:lnTo>
                  <a:pt x="165" y="6"/>
                </a:lnTo>
                <a:lnTo>
                  <a:pt x="167" y="4"/>
                </a:lnTo>
                <a:lnTo>
                  <a:pt x="168" y="4"/>
                </a:lnTo>
                <a:lnTo>
                  <a:pt x="169" y="4"/>
                </a:lnTo>
                <a:lnTo>
                  <a:pt x="172" y="4"/>
                </a:lnTo>
                <a:lnTo>
                  <a:pt x="173" y="4"/>
                </a:lnTo>
                <a:lnTo>
                  <a:pt x="175" y="4"/>
                </a:lnTo>
                <a:lnTo>
                  <a:pt x="177" y="5"/>
                </a:lnTo>
                <a:lnTo>
                  <a:pt x="179" y="5"/>
                </a:lnTo>
                <a:lnTo>
                  <a:pt x="180" y="5"/>
                </a:lnTo>
                <a:lnTo>
                  <a:pt x="182" y="5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2624040" y="5009400"/>
            <a:ext cx="53280" cy="64440"/>
          </a:xfrm>
          <a:custGeom>
            <a:avLst/>
            <a:gdLst/>
            <a:ahLst/>
            <a:rect l="0" t="0" r="r" b="b"/>
            <a:pathLst>
              <a:path w="148" h="179">
                <a:moveTo>
                  <a:pt x="60" y="13"/>
                </a:moveTo>
                <a:lnTo>
                  <a:pt x="61" y="13"/>
                </a:lnTo>
                <a:lnTo>
                  <a:pt x="62" y="13"/>
                </a:lnTo>
                <a:lnTo>
                  <a:pt x="63" y="13"/>
                </a:lnTo>
                <a:lnTo>
                  <a:pt x="64" y="13"/>
                </a:lnTo>
                <a:lnTo>
                  <a:pt x="65" y="13"/>
                </a:lnTo>
                <a:lnTo>
                  <a:pt x="65" y="14"/>
                </a:lnTo>
                <a:lnTo>
                  <a:pt x="66" y="14"/>
                </a:lnTo>
                <a:lnTo>
                  <a:pt x="67" y="14"/>
                </a:lnTo>
                <a:lnTo>
                  <a:pt x="69" y="15"/>
                </a:lnTo>
                <a:lnTo>
                  <a:pt x="70" y="15"/>
                </a:lnTo>
                <a:lnTo>
                  <a:pt x="71" y="16"/>
                </a:lnTo>
                <a:lnTo>
                  <a:pt x="72" y="16"/>
                </a:lnTo>
                <a:lnTo>
                  <a:pt x="73" y="17"/>
                </a:lnTo>
                <a:lnTo>
                  <a:pt x="74" y="17"/>
                </a:lnTo>
                <a:lnTo>
                  <a:pt x="76" y="18"/>
                </a:lnTo>
                <a:lnTo>
                  <a:pt x="77" y="18"/>
                </a:lnTo>
                <a:lnTo>
                  <a:pt x="78" y="18"/>
                </a:lnTo>
                <a:lnTo>
                  <a:pt x="78" y="19"/>
                </a:lnTo>
                <a:lnTo>
                  <a:pt x="79" y="19"/>
                </a:lnTo>
                <a:lnTo>
                  <a:pt x="79" y="18"/>
                </a:lnTo>
                <a:lnTo>
                  <a:pt x="80" y="18"/>
                </a:lnTo>
                <a:lnTo>
                  <a:pt x="81" y="18"/>
                </a:lnTo>
                <a:lnTo>
                  <a:pt x="82" y="19"/>
                </a:lnTo>
                <a:lnTo>
                  <a:pt x="83" y="19"/>
                </a:lnTo>
                <a:lnTo>
                  <a:pt x="85" y="19"/>
                </a:lnTo>
                <a:lnTo>
                  <a:pt x="87" y="19"/>
                </a:lnTo>
                <a:lnTo>
                  <a:pt x="88" y="19"/>
                </a:lnTo>
                <a:lnTo>
                  <a:pt x="90" y="20"/>
                </a:lnTo>
                <a:lnTo>
                  <a:pt x="92" y="20"/>
                </a:lnTo>
                <a:lnTo>
                  <a:pt x="94" y="20"/>
                </a:lnTo>
                <a:lnTo>
                  <a:pt x="95" y="21"/>
                </a:lnTo>
                <a:lnTo>
                  <a:pt x="97" y="21"/>
                </a:lnTo>
                <a:lnTo>
                  <a:pt x="99" y="21"/>
                </a:lnTo>
                <a:lnTo>
                  <a:pt x="100" y="22"/>
                </a:lnTo>
                <a:lnTo>
                  <a:pt x="104" y="22"/>
                </a:lnTo>
                <a:lnTo>
                  <a:pt x="105" y="22"/>
                </a:lnTo>
                <a:lnTo>
                  <a:pt x="107" y="23"/>
                </a:lnTo>
                <a:lnTo>
                  <a:pt x="108" y="23"/>
                </a:lnTo>
                <a:lnTo>
                  <a:pt x="109" y="23"/>
                </a:lnTo>
                <a:lnTo>
                  <a:pt x="113" y="23"/>
                </a:lnTo>
                <a:lnTo>
                  <a:pt x="115" y="23"/>
                </a:lnTo>
                <a:lnTo>
                  <a:pt x="116" y="23"/>
                </a:lnTo>
                <a:lnTo>
                  <a:pt x="117" y="27"/>
                </a:lnTo>
                <a:lnTo>
                  <a:pt x="118" y="30"/>
                </a:lnTo>
                <a:lnTo>
                  <a:pt x="119" y="30"/>
                </a:lnTo>
                <a:lnTo>
                  <a:pt x="122" y="31"/>
                </a:lnTo>
                <a:lnTo>
                  <a:pt x="123" y="30"/>
                </a:lnTo>
                <a:lnTo>
                  <a:pt x="129" y="34"/>
                </a:lnTo>
                <a:lnTo>
                  <a:pt x="131" y="36"/>
                </a:lnTo>
                <a:lnTo>
                  <a:pt x="132" y="37"/>
                </a:lnTo>
                <a:lnTo>
                  <a:pt x="133" y="39"/>
                </a:lnTo>
                <a:lnTo>
                  <a:pt x="134" y="41"/>
                </a:lnTo>
                <a:lnTo>
                  <a:pt x="134" y="43"/>
                </a:lnTo>
                <a:lnTo>
                  <a:pt x="134" y="45"/>
                </a:lnTo>
                <a:lnTo>
                  <a:pt x="133" y="46"/>
                </a:lnTo>
                <a:lnTo>
                  <a:pt x="132" y="46"/>
                </a:lnTo>
                <a:lnTo>
                  <a:pt x="131" y="47"/>
                </a:lnTo>
                <a:lnTo>
                  <a:pt x="127" y="49"/>
                </a:lnTo>
                <a:lnTo>
                  <a:pt x="122" y="52"/>
                </a:lnTo>
                <a:lnTo>
                  <a:pt x="122" y="53"/>
                </a:lnTo>
                <a:lnTo>
                  <a:pt x="123" y="65"/>
                </a:lnTo>
                <a:lnTo>
                  <a:pt x="128" y="67"/>
                </a:lnTo>
                <a:lnTo>
                  <a:pt x="128" y="71"/>
                </a:lnTo>
                <a:lnTo>
                  <a:pt x="138" y="71"/>
                </a:lnTo>
                <a:lnTo>
                  <a:pt x="148" y="71"/>
                </a:lnTo>
                <a:lnTo>
                  <a:pt x="147" y="74"/>
                </a:lnTo>
                <a:lnTo>
                  <a:pt x="143" y="73"/>
                </a:lnTo>
                <a:lnTo>
                  <a:pt x="138" y="73"/>
                </a:lnTo>
                <a:lnTo>
                  <a:pt x="137" y="73"/>
                </a:lnTo>
                <a:lnTo>
                  <a:pt x="134" y="74"/>
                </a:lnTo>
                <a:lnTo>
                  <a:pt x="128" y="75"/>
                </a:lnTo>
                <a:lnTo>
                  <a:pt x="127" y="75"/>
                </a:lnTo>
                <a:lnTo>
                  <a:pt x="122" y="75"/>
                </a:lnTo>
                <a:lnTo>
                  <a:pt x="122" y="76"/>
                </a:lnTo>
                <a:lnTo>
                  <a:pt x="122" y="78"/>
                </a:lnTo>
                <a:lnTo>
                  <a:pt x="123" y="79"/>
                </a:lnTo>
                <a:lnTo>
                  <a:pt x="123" y="81"/>
                </a:lnTo>
                <a:lnTo>
                  <a:pt x="123" y="84"/>
                </a:lnTo>
                <a:lnTo>
                  <a:pt x="122" y="85"/>
                </a:lnTo>
                <a:lnTo>
                  <a:pt x="121" y="85"/>
                </a:lnTo>
                <a:lnTo>
                  <a:pt x="122" y="86"/>
                </a:lnTo>
                <a:lnTo>
                  <a:pt x="122" y="87"/>
                </a:lnTo>
                <a:lnTo>
                  <a:pt x="121" y="87"/>
                </a:lnTo>
                <a:lnTo>
                  <a:pt x="120" y="86"/>
                </a:lnTo>
                <a:lnTo>
                  <a:pt x="119" y="86"/>
                </a:lnTo>
                <a:lnTo>
                  <a:pt x="117" y="87"/>
                </a:lnTo>
                <a:lnTo>
                  <a:pt x="116" y="87"/>
                </a:lnTo>
                <a:lnTo>
                  <a:pt x="114" y="89"/>
                </a:lnTo>
                <a:lnTo>
                  <a:pt x="117" y="92"/>
                </a:lnTo>
                <a:lnTo>
                  <a:pt x="118" y="92"/>
                </a:lnTo>
                <a:lnTo>
                  <a:pt x="121" y="95"/>
                </a:lnTo>
                <a:lnTo>
                  <a:pt x="122" y="95"/>
                </a:lnTo>
                <a:lnTo>
                  <a:pt x="124" y="96"/>
                </a:lnTo>
                <a:lnTo>
                  <a:pt x="129" y="100"/>
                </a:lnTo>
                <a:lnTo>
                  <a:pt x="130" y="100"/>
                </a:lnTo>
                <a:lnTo>
                  <a:pt x="128" y="103"/>
                </a:lnTo>
                <a:lnTo>
                  <a:pt x="133" y="108"/>
                </a:lnTo>
                <a:lnTo>
                  <a:pt x="140" y="117"/>
                </a:lnTo>
                <a:lnTo>
                  <a:pt x="140" y="118"/>
                </a:lnTo>
                <a:lnTo>
                  <a:pt x="141" y="118"/>
                </a:lnTo>
                <a:lnTo>
                  <a:pt x="147" y="130"/>
                </a:lnTo>
                <a:lnTo>
                  <a:pt x="148" y="135"/>
                </a:lnTo>
                <a:lnTo>
                  <a:pt x="147" y="136"/>
                </a:lnTo>
                <a:lnTo>
                  <a:pt x="145" y="137"/>
                </a:lnTo>
                <a:lnTo>
                  <a:pt x="142" y="140"/>
                </a:lnTo>
                <a:lnTo>
                  <a:pt x="141" y="140"/>
                </a:lnTo>
                <a:lnTo>
                  <a:pt x="138" y="142"/>
                </a:lnTo>
                <a:lnTo>
                  <a:pt x="137" y="142"/>
                </a:lnTo>
                <a:lnTo>
                  <a:pt x="137" y="143"/>
                </a:lnTo>
                <a:lnTo>
                  <a:pt x="133" y="143"/>
                </a:lnTo>
                <a:lnTo>
                  <a:pt x="132" y="144"/>
                </a:lnTo>
                <a:lnTo>
                  <a:pt x="130" y="144"/>
                </a:lnTo>
                <a:lnTo>
                  <a:pt x="129" y="144"/>
                </a:lnTo>
                <a:lnTo>
                  <a:pt x="127" y="144"/>
                </a:lnTo>
                <a:lnTo>
                  <a:pt x="125" y="145"/>
                </a:lnTo>
                <a:lnTo>
                  <a:pt x="123" y="145"/>
                </a:lnTo>
                <a:lnTo>
                  <a:pt x="120" y="145"/>
                </a:lnTo>
                <a:lnTo>
                  <a:pt x="119" y="145"/>
                </a:lnTo>
                <a:lnTo>
                  <a:pt x="117" y="146"/>
                </a:lnTo>
                <a:lnTo>
                  <a:pt x="115" y="146"/>
                </a:lnTo>
                <a:lnTo>
                  <a:pt x="114" y="146"/>
                </a:lnTo>
                <a:lnTo>
                  <a:pt x="113" y="147"/>
                </a:lnTo>
                <a:lnTo>
                  <a:pt x="110" y="147"/>
                </a:lnTo>
                <a:lnTo>
                  <a:pt x="110" y="148"/>
                </a:lnTo>
                <a:lnTo>
                  <a:pt x="109" y="148"/>
                </a:lnTo>
                <a:lnTo>
                  <a:pt x="107" y="149"/>
                </a:lnTo>
                <a:lnTo>
                  <a:pt x="105" y="149"/>
                </a:lnTo>
                <a:lnTo>
                  <a:pt x="104" y="150"/>
                </a:lnTo>
                <a:lnTo>
                  <a:pt x="102" y="152"/>
                </a:lnTo>
                <a:lnTo>
                  <a:pt x="99" y="153"/>
                </a:lnTo>
                <a:lnTo>
                  <a:pt x="94" y="155"/>
                </a:lnTo>
                <a:lnTo>
                  <a:pt x="93" y="154"/>
                </a:lnTo>
                <a:lnTo>
                  <a:pt x="91" y="156"/>
                </a:lnTo>
                <a:lnTo>
                  <a:pt x="92" y="157"/>
                </a:lnTo>
                <a:lnTo>
                  <a:pt x="90" y="158"/>
                </a:lnTo>
                <a:lnTo>
                  <a:pt x="89" y="159"/>
                </a:lnTo>
                <a:lnTo>
                  <a:pt x="88" y="160"/>
                </a:lnTo>
                <a:lnTo>
                  <a:pt x="86" y="161"/>
                </a:lnTo>
                <a:lnTo>
                  <a:pt x="81" y="164"/>
                </a:lnTo>
                <a:lnTo>
                  <a:pt x="79" y="165"/>
                </a:lnTo>
                <a:lnTo>
                  <a:pt x="78" y="167"/>
                </a:lnTo>
                <a:lnTo>
                  <a:pt x="77" y="169"/>
                </a:lnTo>
                <a:lnTo>
                  <a:pt x="76" y="169"/>
                </a:lnTo>
                <a:lnTo>
                  <a:pt x="74" y="173"/>
                </a:lnTo>
                <a:lnTo>
                  <a:pt x="73" y="174"/>
                </a:lnTo>
                <a:lnTo>
                  <a:pt x="73" y="175"/>
                </a:lnTo>
                <a:lnTo>
                  <a:pt x="72" y="176"/>
                </a:lnTo>
                <a:lnTo>
                  <a:pt x="72" y="175"/>
                </a:lnTo>
                <a:lnTo>
                  <a:pt x="71" y="176"/>
                </a:lnTo>
                <a:lnTo>
                  <a:pt x="70" y="177"/>
                </a:lnTo>
                <a:lnTo>
                  <a:pt x="69" y="177"/>
                </a:lnTo>
                <a:lnTo>
                  <a:pt x="68" y="177"/>
                </a:lnTo>
                <a:lnTo>
                  <a:pt x="66" y="178"/>
                </a:lnTo>
                <a:lnTo>
                  <a:pt x="63" y="179"/>
                </a:lnTo>
                <a:lnTo>
                  <a:pt x="63" y="178"/>
                </a:lnTo>
                <a:lnTo>
                  <a:pt x="62" y="177"/>
                </a:lnTo>
                <a:lnTo>
                  <a:pt x="62" y="176"/>
                </a:lnTo>
                <a:lnTo>
                  <a:pt x="62" y="175"/>
                </a:lnTo>
                <a:lnTo>
                  <a:pt x="62" y="174"/>
                </a:lnTo>
                <a:lnTo>
                  <a:pt x="62" y="173"/>
                </a:lnTo>
                <a:lnTo>
                  <a:pt x="61" y="172"/>
                </a:lnTo>
                <a:lnTo>
                  <a:pt x="60" y="172"/>
                </a:lnTo>
                <a:lnTo>
                  <a:pt x="60" y="171"/>
                </a:lnTo>
                <a:lnTo>
                  <a:pt x="59" y="171"/>
                </a:lnTo>
                <a:lnTo>
                  <a:pt x="58" y="170"/>
                </a:lnTo>
                <a:lnTo>
                  <a:pt x="57" y="170"/>
                </a:lnTo>
                <a:lnTo>
                  <a:pt x="56" y="170"/>
                </a:lnTo>
                <a:lnTo>
                  <a:pt x="56" y="169"/>
                </a:lnTo>
                <a:lnTo>
                  <a:pt x="55" y="168"/>
                </a:lnTo>
                <a:lnTo>
                  <a:pt x="55" y="167"/>
                </a:lnTo>
                <a:lnTo>
                  <a:pt x="54" y="167"/>
                </a:lnTo>
                <a:lnTo>
                  <a:pt x="54" y="166"/>
                </a:lnTo>
                <a:lnTo>
                  <a:pt x="53" y="166"/>
                </a:lnTo>
                <a:lnTo>
                  <a:pt x="52" y="166"/>
                </a:lnTo>
                <a:lnTo>
                  <a:pt x="51" y="166"/>
                </a:lnTo>
                <a:lnTo>
                  <a:pt x="51" y="167"/>
                </a:lnTo>
                <a:lnTo>
                  <a:pt x="52" y="167"/>
                </a:lnTo>
                <a:lnTo>
                  <a:pt x="52" y="168"/>
                </a:lnTo>
                <a:lnTo>
                  <a:pt x="51" y="168"/>
                </a:lnTo>
                <a:lnTo>
                  <a:pt x="50" y="167"/>
                </a:lnTo>
                <a:lnTo>
                  <a:pt x="50" y="168"/>
                </a:lnTo>
                <a:lnTo>
                  <a:pt x="49" y="168"/>
                </a:lnTo>
                <a:lnTo>
                  <a:pt x="48" y="168"/>
                </a:lnTo>
                <a:lnTo>
                  <a:pt x="47" y="168"/>
                </a:lnTo>
                <a:lnTo>
                  <a:pt x="46" y="168"/>
                </a:lnTo>
                <a:lnTo>
                  <a:pt x="45" y="168"/>
                </a:lnTo>
                <a:lnTo>
                  <a:pt x="44" y="168"/>
                </a:lnTo>
                <a:lnTo>
                  <a:pt x="44" y="169"/>
                </a:lnTo>
                <a:lnTo>
                  <a:pt x="43" y="169"/>
                </a:lnTo>
                <a:lnTo>
                  <a:pt x="42" y="169"/>
                </a:lnTo>
                <a:lnTo>
                  <a:pt x="42" y="168"/>
                </a:lnTo>
                <a:lnTo>
                  <a:pt x="42" y="167"/>
                </a:lnTo>
                <a:lnTo>
                  <a:pt x="42" y="166"/>
                </a:lnTo>
                <a:lnTo>
                  <a:pt x="42" y="165"/>
                </a:lnTo>
                <a:lnTo>
                  <a:pt x="42" y="163"/>
                </a:lnTo>
                <a:lnTo>
                  <a:pt x="42" y="162"/>
                </a:lnTo>
                <a:lnTo>
                  <a:pt x="42" y="161"/>
                </a:lnTo>
                <a:lnTo>
                  <a:pt x="42" y="160"/>
                </a:lnTo>
                <a:lnTo>
                  <a:pt x="41" y="160"/>
                </a:lnTo>
                <a:lnTo>
                  <a:pt x="40" y="160"/>
                </a:lnTo>
                <a:lnTo>
                  <a:pt x="40" y="159"/>
                </a:lnTo>
                <a:lnTo>
                  <a:pt x="40" y="158"/>
                </a:lnTo>
                <a:lnTo>
                  <a:pt x="39" y="158"/>
                </a:lnTo>
                <a:lnTo>
                  <a:pt x="38" y="158"/>
                </a:lnTo>
                <a:lnTo>
                  <a:pt x="37" y="158"/>
                </a:lnTo>
                <a:lnTo>
                  <a:pt x="37" y="157"/>
                </a:lnTo>
                <a:lnTo>
                  <a:pt x="37" y="158"/>
                </a:lnTo>
                <a:lnTo>
                  <a:pt x="36" y="158"/>
                </a:lnTo>
                <a:lnTo>
                  <a:pt x="35" y="158"/>
                </a:lnTo>
                <a:lnTo>
                  <a:pt x="35" y="159"/>
                </a:lnTo>
                <a:lnTo>
                  <a:pt x="34" y="159"/>
                </a:lnTo>
                <a:lnTo>
                  <a:pt x="33" y="159"/>
                </a:lnTo>
                <a:lnTo>
                  <a:pt x="32" y="160"/>
                </a:lnTo>
                <a:lnTo>
                  <a:pt x="32" y="161"/>
                </a:lnTo>
                <a:lnTo>
                  <a:pt x="31" y="162"/>
                </a:lnTo>
                <a:lnTo>
                  <a:pt x="31" y="163"/>
                </a:lnTo>
                <a:lnTo>
                  <a:pt x="30" y="163"/>
                </a:lnTo>
                <a:lnTo>
                  <a:pt x="30" y="164"/>
                </a:lnTo>
                <a:lnTo>
                  <a:pt x="31" y="164"/>
                </a:lnTo>
                <a:lnTo>
                  <a:pt x="31" y="165"/>
                </a:lnTo>
                <a:lnTo>
                  <a:pt x="30" y="165"/>
                </a:lnTo>
                <a:lnTo>
                  <a:pt x="30" y="164"/>
                </a:lnTo>
                <a:lnTo>
                  <a:pt x="29" y="164"/>
                </a:lnTo>
                <a:lnTo>
                  <a:pt x="29" y="163"/>
                </a:lnTo>
                <a:lnTo>
                  <a:pt x="28" y="163"/>
                </a:lnTo>
                <a:lnTo>
                  <a:pt x="27" y="162"/>
                </a:lnTo>
                <a:lnTo>
                  <a:pt x="26" y="162"/>
                </a:lnTo>
                <a:lnTo>
                  <a:pt x="26" y="163"/>
                </a:lnTo>
                <a:lnTo>
                  <a:pt x="26" y="164"/>
                </a:lnTo>
                <a:lnTo>
                  <a:pt x="25" y="164"/>
                </a:lnTo>
                <a:lnTo>
                  <a:pt x="24" y="165"/>
                </a:lnTo>
                <a:lnTo>
                  <a:pt x="23" y="163"/>
                </a:lnTo>
                <a:lnTo>
                  <a:pt x="24" y="163"/>
                </a:lnTo>
                <a:lnTo>
                  <a:pt x="24" y="162"/>
                </a:lnTo>
                <a:lnTo>
                  <a:pt x="24" y="161"/>
                </a:lnTo>
                <a:lnTo>
                  <a:pt x="25" y="161"/>
                </a:lnTo>
                <a:lnTo>
                  <a:pt x="25" y="160"/>
                </a:lnTo>
                <a:lnTo>
                  <a:pt x="26" y="160"/>
                </a:lnTo>
                <a:lnTo>
                  <a:pt x="26" y="159"/>
                </a:lnTo>
                <a:lnTo>
                  <a:pt x="26" y="158"/>
                </a:lnTo>
                <a:lnTo>
                  <a:pt x="26" y="157"/>
                </a:lnTo>
                <a:lnTo>
                  <a:pt x="27" y="157"/>
                </a:lnTo>
                <a:lnTo>
                  <a:pt x="27" y="156"/>
                </a:lnTo>
                <a:lnTo>
                  <a:pt x="26" y="156"/>
                </a:lnTo>
                <a:lnTo>
                  <a:pt x="26" y="155"/>
                </a:lnTo>
                <a:lnTo>
                  <a:pt x="25" y="155"/>
                </a:lnTo>
                <a:lnTo>
                  <a:pt x="23" y="155"/>
                </a:lnTo>
                <a:lnTo>
                  <a:pt x="22" y="154"/>
                </a:lnTo>
                <a:lnTo>
                  <a:pt x="22" y="153"/>
                </a:lnTo>
                <a:lnTo>
                  <a:pt x="23" y="152"/>
                </a:lnTo>
                <a:lnTo>
                  <a:pt x="24" y="152"/>
                </a:lnTo>
                <a:lnTo>
                  <a:pt x="23" y="152"/>
                </a:lnTo>
                <a:lnTo>
                  <a:pt x="23" y="150"/>
                </a:lnTo>
                <a:lnTo>
                  <a:pt x="23" y="148"/>
                </a:lnTo>
                <a:lnTo>
                  <a:pt x="22" y="148"/>
                </a:lnTo>
                <a:lnTo>
                  <a:pt x="22" y="147"/>
                </a:lnTo>
                <a:lnTo>
                  <a:pt x="23" y="147"/>
                </a:lnTo>
                <a:lnTo>
                  <a:pt x="22" y="147"/>
                </a:lnTo>
                <a:lnTo>
                  <a:pt x="22" y="146"/>
                </a:lnTo>
                <a:lnTo>
                  <a:pt x="22" y="145"/>
                </a:lnTo>
                <a:lnTo>
                  <a:pt x="21" y="145"/>
                </a:lnTo>
                <a:lnTo>
                  <a:pt x="21" y="144"/>
                </a:lnTo>
                <a:lnTo>
                  <a:pt x="21" y="143"/>
                </a:lnTo>
                <a:lnTo>
                  <a:pt x="21" y="142"/>
                </a:lnTo>
                <a:lnTo>
                  <a:pt x="22" y="142"/>
                </a:lnTo>
                <a:lnTo>
                  <a:pt x="22" y="141"/>
                </a:lnTo>
                <a:lnTo>
                  <a:pt x="21" y="140"/>
                </a:lnTo>
                <a:lnTo>
                  <a:pt x="20" y="139"/>
                </a:lnTo>
                <a:lnTo>
                  <a:pt x="20" y="138"/>
                </a:lnTo>
                <a:lnTo>
                  <a:pt x="20" y="137"/>
                </a:lnTo>
                <a:lnTo>
                  <a:pt x="19" y="136"/>
                </a:lnTo>
                <a:lnTo>
                  <a:pt x="18" y="136"/>
                </a:lnTo>
                <a:lnTo>
                  <a:pt x="16" y="136"/>
                </a:lnTo>
                <a:lnTo>
                  <a:pt x="15" y="136"/>
                </a:lnTo>
                <a:lnTo>
                  <a:pt x="15" y="135"/>
                </a:lnTo>
                <a:lnTo>
                  <a:pt x="15" y="134"/>
                </a:lnTo>
                <a:lnTo>
                  <a:pt x="14" y="134"/>
                </a:lnTo>
                <a:lnTo>
                  <a:pt x="14" y="135"/>
                </a:lnTo>
                <a:lnTo>
                  <a:pt x="14" y="136"/>
                </a:lnTo>
                <a:lnTo>
                  <a:pt x="12" y="137"/>
                </a:lnTo>
                <a:lnTo>
                  <a:pt x="13" y="138"/>
                </a:lnTo>
                <a:lnTo>
                  <a:pt x="12" y="138"/>
                </a:lnTo>
                <a:lnTo>
                  <a:pt x="11" y="138"/>
                </a:lnTo>
                <a:lnTo>
                  <a:pt x="10" y="138"/>
                </a:lnTo>
                <a:lnTo>
                  <a:pt x="9" y="138"/>
                </a:lnTo>
                <a:lnTo>
                  <a:pt x="9" y="137"/>
                </a:lnTo>
                <a:lnTo>
                  <a:pt x="8" y="137"/>
                </a:lnTo>
                <a:lnTo>
                  <a:pt x="8" y="136"/>
                </a:lnTo>
                <a:lnTo>
                  <a:pt x="8" y="134"/>
                </a:lnTo>
                <a:lnTo>
                  <a:pt x="7" y="134"/>
                </a:lnTo>
                <a:lnTo>
                  <a:pt x="7" y="133"/>
                </a:lnTo>
                <a:lnTo>
                  <a:pt x="6" y="132"/>
                </a:lnTo>
                <a:lnTo>
                  <a:pt x="6" y="131"/>
                </a:lnTo>
                <a:lnTo>
                  <a:pt x="7" y="128"/>
                </a:lnTo>
                <a:lnTo>
                  <a:pt x="6" y="127"/>
                </a:lnTo>
                <a:lnTo>
                  <a:pt x="5" y="126"/>
                </a:lnTo>
                <a:lnTo>
                  <a:pt x="3" y="126"/>
                </a:lnTo>
                <a:lnTo>
                  <a:pt x="3" y="125"/>
                </a:lnTo>
                <a:lnTo>
                  <a:pt x="2" y="125"/>
                </a:lnTo>
                <a:lnTo>
                  <a:pt x="2" y="126"/>
                </a:lnTo>
                <a:lnTo>
                  <a:pt x="1" y="126"/>
                </a:lnTo>
                <a:lnTo>
                  <a:pt x="0" y="126"/>
                </a:lnTo>
                <a:lnTo>
                  <a:pt x="0" y="125"/>
                </a:lnTo>
                <a:lnTo>
                  <a:pt x="1" y="124"/>
                </a:lnTo>
                <a:lnTo>
                  <a:pt x="1" y="123"/>
                </a:lnTo>
                <a:lnTo>
                  <a:pt x="2" y="122"/>
                </a:lnTo>
                <a:lnTo>
                  <a:pt x="2" y="121"/>
                </a:lnTo>
                <a:lnTo>
                  <a:pt x="2" y="120"/>
                </a:lnTo>
                <a:lnTo>
                  <a:pt x="3" y="120"/>
                </a:lnTo>
                <a:lnTo>
                  <a:pt x="4" y="120"/>
                </a:lnTo>
                <a:lnTo>
                  <a:pt x="6" y="120"/>
                </a:lnTo>
                <a:lnTo>
                  <a:pt x="6" y="119"/>
                </a:lnTo>
                <a:lnTo>
                  <a:pt x="7" y="119"/>
                </a:lnTo>
                <a:lnTo>
                  <a:pt x="8" y="118"/>
                </a:lnTo>
                <a:lnTo>
                  <a:pt x="9" y="118"/>
                </a:lnTo>
                <a:lnTo>
                  <a:pt x="11" y="118"/>
                </a:lnTo>
                <a:lnTo>
                  <a:pt x="13" y="118"/>
                </a:lnTo>
                <a:lnTo>
                  <a:pt x="14" y="118"/>
                </a:lnTo>
                <a:lnTo>
                  <a:pt x="15" y="118"/>
                </a:lnTo>
                <a:lnTo>
                  <a:pt x="16" y="118"/>
                </a:lnTo>
                <a:lnTo>
                  <a:pt x="17" y="118"/>
                </a:lnTo>
                <a:lnTo>
                  <a:pt x="18" y="118"/>
                </a:lnTo>
                <a:lnTo>
                  <a:pt x="20" y="117"/>
                </a:lnTo>
                <a:lnTo>
                  <a:pt x="21" y="116"/>
                </a:lnTo>
                <a:lnTo>
                  <a:pt x="22" y="116"/>
                </a:lnTo>
                <a:lnTo>
                  <a:pt x="22" y="117"/>
                </a:lnTo>
                <a:lnTo>
                  <a:pt x="23" y="116"/>
                </a:lnTo>
                <a:lnTo>
                  <a:pt x="23" y="115"/>
                </a:lnTo>
                <a:lnTo>
                  <a:pt x="22" y="115"/>
                </a:lnTo>
                <a:lnTo>
                  <a:pt x="23" y="114"/>
                </a:lnTo>
                <a:lnTo>
                  <a:pt x="24" y="114"/>
                </a:lnTo>
                <a:lnTo>
                  <a:pt x="25" y="114"/>
                </a:lnTo>
                <a:lnTo>
                  <a:pt x="26" y="114"/>
                </a:lnTo>
                <a:lnTo>
                  <a:pt x="26" y="113"/>
                </a:lnTo>
                <a:lnTo>
                  <a:pt x="27" y="113"/>
                </a:lnTo>
                <a:lnTo>
                  <a:pt x="27" y="112"/>
                </a:lnTo>
                <a:lnTo>
                  <a:pt x="26" y="111"/>
                </a:lnTo>
                <a:lnTo>
                  <a:pt x="26" y="110"/>
                </a:lnTo>
                <a:lnTo>
                  <a:pt x="25" y="109"/>
                </a:lnTo>
                <a:lnTo>
                  <a:pt x="25" y="108"/>
                </a:lnTo>
                <a:lnTo>
                  <a:pt x="25" y="107"/>
                </a:lnTo>
                <a:lnTo>
                  <a:pt x="24" y="106"/>
                </a:lnTo>
                <a:lnTo>
                  <a:pt x="24" y="104"/>
                </a:lnTo>
                <a:lnTo>
                  <a:pt x="23" y="103"/>
                </a:lnTo>
                <a:lnTo>
                  <a:pt x="23" y="102"/>
                </a:lnTo>
                <a:lnTo>
                  <a:pt x="23" y="101"/>
                </a:lnTo>
                <a:lnTo>
                  <a:pt x="23" y="100"/>
                </a:lnTo>
                <a:lnTo>
                  <a:pt x="22" y="99"/>
                </a:lnTo>
                <a:lnTo>
                  <a:pt x="22" y="97"/>
                </a:lnTo>
                <a:lnTo>
                  <a:pt x="22" y="96"/>
                </a:lnTo>
                <a:lnTo>
                  <a:pt x="23" y="96"/>
                </a:lnTo>
                <a:lnTo>
                  <a:pt x="24" y="96"/>
                </a:lnTo>
                <a:lnTo>
                  <a:pt x="24" y="95"/>
                </a:lnTo>
                <a:lnTo>
                  <a:pt x="25" y="95"/>
                </a:lnTo>
                <a:lnTo>
                  <a:pt x="24" y="95"/>
                </a:lnTo>
                <a:lnTo>
                  <a:pt x="24" y="94"/>
                </a:lnTo>
                <a:lnTo>
                  <a:pt x="24" y="93"/>
                </a:lnTo>
                <a:lnTo>
                  <a:pt x="25" y="92"/>
                </a:lnTo>
                <a:lnTo>
                  <a:pt x="26" y="93"/>
                </a:lnTo>
                <a:lnTo>
                  <a:pt x="26" y="94"/>
                </a:lnTo>
                <a:lnTo>
                  <a:pt x="27" y="94"/>
                </a:lnTo>
                <a:lnTo>
                  <a:pt x="27" y="95"/>
                </a:lnTo>
                <a:lnTo>
                  <a:pt x="27" y="94"/>
                </a:lnTo>
                <a:lnTo>
                  <a:pt x="28" y="94"/>
                </a:lnTo>
                <a:lnTo>
                  <a:pt x="28" y="93"/>
                </a:lnTo>
                <a:lnTo>
                  <a:pt x="29" y="92"/>
                </a:lnTo>
                <a:lnTo>
                  <a:pt x="29" y="93"/>
                </a:lnTo>
                <a:lnTo>
                  <a:pt x="30" y="93"/>
                </a:lnTo>
                <a:lnTo>
                  <a:pt x="31" y="93"/>
                </a:lnTo>
                <a:lnTo>
                  <a:pt x="31" y="94"/>
                </a:lnTo>
                <a:lnTo>
                  <a:pt x="32" y="94"/>
                </a:lnTo>
                <a:lnTo>
                  <a:pt x="33" y="93"/>
                </a:lnTo>
                <a:lnTo>
                  <a:pt x="34" y="93"/>
                </a:lnTo>
                <a:lnTo>
                  <a:pt x="34" y="92"/>
                </a:lnTo>
                <a:lnTo>
                  <a:pt x="34" y="91"/>
                </a:lnTo>
                <a:lnTo>
                  <a:pt x="33" y="91"/>
                </a:lnTo>
                <a:lnTo>
                  <a:pt x="32" y="90"/>
                </a:lnTo>
                <a:lnTo>
                  <a:pt x="31" y="88"/>
                </a:lnTo>
                <a:lnTo>
                  <a:pt x="31" y="89"/>
                </a:lnTo>
                <a:lnTo>
                  <a:pt x="31" y="90"/>
                </a:lnTo>
                <a:lnTo>
                  <a:pt x="30" y="90"/>
                </a:lnTo>
                <a:lnTo>
                  <a:pt x="30" y="89"/>
                </a:lnTo>
                <a:lnTo>
                  <a:pt x="29" y="88"/>
                </a:lnTo>
                <a:lnTo>
                  <a:pt x="29" y="87"/>
                </a:lnTo>
                <a:lnTo>
                  <a:pt x="30" y="86"/>
                </a:lnTo>
                <a:lnTo>
                  <a:pt x="29" y="86"/>
                </a:lnTo>
                <a:lnTo>
                  <a:pt x="29" y="85"/>
                </a:lnTo>
                <a:lnTo>
                  <a:pt x="29" y="84"/>
                </a:lnTo>
                <a:lnTo>
                  <a:pt x="29" y="83"/>
                </a:lnTo>
                <a:lnTo>
                  <a:pt x="28" y="84"/>
                </a:lnTo>
                <a:lnTo>
                  <a:pt x="27" y="84"/>
                </a:lnTo>
                <a:lnTo>
                  <a:pt x="27" y="83"/>
                </a:lnTo>
                <a:lnTo>
                  <a:pt x="26" y="83"/>
                </a:lnTo>
                <a:lnTo>
                  <a:pt x="26" y="82"/>
                </a:lnTo>
                <a:lnTo>
                  <a:pt x="25" y="81"/>
                </a:lnTo>
                <a:lnTo>
                  <a:pt x="26" y="81"/>
                </a:lnTo>
                <a:lnTo>
                  <a:pt x="27" y="80"/>
                </a:lnTo>
                <a:lnTo>
                  <a:pt x="26" y="80"/>
                </a:lnTo>
                <a:lnTo>
                  <a:pt x="26" y="79"/>
                </a:lnTo>
                <a:lnTo>
                  <a:pt x="27" y="79"/>
                </a:lnTo>
                <a:lnTo>
                  <a:pt x="29" y="78"/>
                </a:lnTo>
                <a:lnTo>
                  <a:pt x="30" y="77"/>
                </a:lnTo>
                <a:lnTo>
                  <a:pt x="29" y="76"/>
                </a:lnTo>
                <a:lnTo>
                  <a:pt x="30" y="75"/>
                </a:lnTo>
                <a:lnTo>
                  <a:pt x="30" y="74"/>
                </a:lnTo>
                <a:lnTo>
                  <a:pt x="30" y="73"/>
                </a:lnTo>
                <a:lnTo>
                  <a:pt x="31" y="73"/>
                </a:lnTo>
                <a:lnTo>
                  <a:pt x="30" y="73"/>
                </a:lnTo>
                <a:lnTo>
                  <a:pt x="30" y="72"/>
                </a:lnTo>
                <a:lnTo>
                  <a:pt x="29" y="72"/>
                </a:lnTo>
                <a:lnTo>
                  <a:pt x="29" y="71"/>
                </a:lnTo>
                <a:lnTo>
                  <a:pt x="30" y="71"/>
                </a:lnTo>
                <a:lnTo>
                  <a:pt x="31" y="70"/>
                </a:lnTo>
                <a:lnTo>
                  <a:pt x="30" y="70"/>
                </a:lnTo>
                <a:lnTo>
                  <a:pt x="29" y="70"/>
                </a:lnTo>
                <a:lnTo>
                  <a:pt x="29" y="69"/>
                </a:lnTo>
                <a:lnTo>
                  <a:pt x="28" y="69"/>
                </a:lnTo>
                <a:lnTo>
                  <a:pt x="28" y="68"/>
                </a:lnTo>
                <a:lnTo>
                  <a:pt x="30" y="67"/>
                </a:lnTo>
                <a:lnTo>
                  <a:pt x="31" y="67"/>
                </a:lnTo>
                <a:lnTo>
                  <a:pt x="32" y="67"/>
                </a:lnTo>
                <a:lnTo>
                  <a:pt x="33" y="66"/>
                </a:lnTo>
                <a:lnTo>
                  <a:pt x="33" y="65"/>
                </a:lnTo>
                <a:lnTo>
                  <a:pt x="33" y="64"/>
                </a:lnTo>
                <a:lnTo>
                  <a:pt x="34" y="64"/>
                </a:lnTo>
                <a:lnTo>
                  <a:pt x="34" y="63"/>
                </a:lnTo>
                <a:lnTo>
                  <a:pt x="35" y="63"/>
                </a:lnTo>
                <a:lnTo>
                  <a:pt x="35" y="62"/>
                </a:lnTo>
                <a:lnTo>
                  <a:pt x="36" y="61"/>
                </a:lnTo>
                <a:lnTo>
                  <a:pt x="36" y="62"/>
                </a:lnTo>
                <a:lnTo>
                  <a:pt x="37" y="62"/>
                </a:lnTo>
                <a:lnTo>
                  <a:pt x="38" y="61"/>
                </a:lnTo>
                <a:lnTo>
                  <a:pt x="38" y="60"/>
                </a:lnTo>
                <a:lnTo>
                  <a:pt x="39" y="58"/>
                </a:lnTo>
                <a:lnTo>
                  <a:pt x="39" y="60"/>
                </a:lnTo>
                <a:lnTo>
                  <a:pt x="40" y="60"/>
                </a:lnTo>
                <a:lnTo>
                  <a:pt x="40" y="61"/>
                </a:lnTo>
                <a:lnTo>
                  <a:pt x="42" y="61"/>
                </a:lnTo>
                <a:lnTo>
                  <a:pt x="42" y="60"/>
                </a:lnTo>
                <a:lnTo>
                  <a:pt x="42" y="58"/>
                </a:lnTo>
                <a:lnTo>
                  <a:pt x="43" y="58"/>
                </a:lnTo>
                <a:lnTo>
                  <a:pt x="44" y="58"/>
                </a:lnTo>
                <a:lnTo>
                  <a:pt x="44" y="57"/>
                </a:lnTo>
                <a:lnTo>
                  <a:pt x="45" y="57"/>
                </a:lnTo>
                <a:lnTo>
                  <a:pt x="46" y="57"/>
                </a:lnTo>
                <a:lnTo>
                  <a:pt x="46" y="56"/>
                </a:lnTo>
                <a:lnTo>
                  <a:pt x="46" y="55"/>
                </a:lnTo>
                <a:lnTo>
                  <a:pt x="47" y="55"/>
                </a:lnTo>
                <a:lnTo>
                  <a:pt x="47" y="54"/>
                </a:lnTo>
                <a:lnTo>
                  <a:pt x="48" y="54"/>
                </a:lnTo>
                <a:lnTo>
                  <a:pt x="48" y="55"/>
                </a:lnTo>
                <a:lnTo>
                  <a:pt x="49" y="55"/>
                </a:lnTo>
                <a:lnTo>
                  <a:pt x="50" y="54"/>
                </a:lnTo>
                <a:lnTo>
                  <a:pt x="51" y="52"/>
                </a:lnTo>
                <a:lnTo>
                  <a:pt x="52" y="52"/>
                </a:lnTo>
                <a:lnTo>
                  <a:pt x="53" y="50"/>
                </a:lnTo>
                <a:lnTo>
                  <a:pt x="54" y="49"/>
                </a:lnTo>
                <a:lnTo>
                  <a:pt x="55" y="48"/>
                </a:lnTo>
                <a:lnTo>
                  <a:pt x="55" y="47"/>
                </a:lnTo>
                <a:lnTo>
                  <a:pt x="56" y="47"/>
                </a:lnTo>
                <a:lnTo>
                  <a:pt x="55" y="46"/>
                </a:lnTo>
                <a:lnTo>
                  <a:pt x="54" y="46"/>
                </a:lnTo>
                <a:lnTo>
                  <a:pt x="50" y="44"/>
                </a:lnTo>
                <a:lnTo>
                  <a:pt x="49" y="44"/>
                </a:lnTo>
                <a:lnTo>
                  <a:pt x="49" y="43"/>
                </a:lnTo>
                <a:lnTo>
                  <a:pt x="48" y="43"/>
                </a:lnTo>
                <a:lnTo>
                  <a:pt x="47" y="43"/>
                </a:lnTo>
                <a:lnTo>
                  <a:pt x="46" y="42"/>
                </a:lnTo>
                <a:lnTo>
                  <a:pt x="46" y="41"/>
                </a:lnTo>
                <a:lnTo>
                  <a:pt x="44" y="39"/>
                </a:lnTo>
                <a:lnTo>
                  <a:pt x="42" y="38"/>
                </a:lnTo>
                <a:lnTo>
                  <a:pt x="41" y="37"/>
                </a:lnTo>
                <a:lnTo>
                  <a:pt x="39" y="35"/>
                </a:lnTo>
                <a:lnTo>
                  <a:pt x="38" y="34"/>
                </a:lnTo>
                <a:lnTo>
                  <a:pt x="37" y="34"/>
                </a:lnTo>
                <a:lnTo>
                  <a:pt x="37" y="33"/>
                </a:lnTo>
                <a:lnTo>
                  <a:pt x="35" y="32"/>
                </a:lnTo>
                <a:lnTo>
                  <a:pt x="32" y="30"/>
                </a:lnTo>
                <a:lnTo>
                  <a:pt x="31" y="29"/>
                </a:lnTo>
                <a:lnTo>
                  <a:pt x="29" y="29"/>
                </a:lnTo>
                <a:lnTo>
                  <a:pt x="29" y="28"/>
                </a:lnTo>
                <a:lnTo>
                  <a:pt x="27" y="28"/>
                </a:lnTo>
                <a:lnTo>
                  <a:pt x="26" y="27"/>
                </a:lnTo>
                <a:lnTo>
                  <a:pt x="25" y="27"/>
                </a:lnTo>
                <a:lnTo>
                  <a:pt x="25" y="26"/>
                </a:lnTo>
                <a:lnTo>
                  <a:pt x="21" y="24"/>
                </a:lnTo>
                <a:lnTo>
                  <a:pt x="20" y="23"/>
                </a:lnTo>
                <a:lnTo>
                  <a:pt x="19" y="23"/>
                </a:lnTo>
                <a:lnTo>
                  <a:pt x="17" y="22"/>
                </a:lnTo>
                <a:lnTo>
                  <a:pt x="17" y="21"/>
                </a:lnTo>
                <a:lnTo>
                  <a:pt x="16" y="20"/>
                </a:lnTo>
                <a:lnTo>
                  <a:pt x="15" y="20"/>
                </a:lnTo>
                <a:lnTo>
                  <a:pt x="16" y="19"/>
                </a:lnTo>
                <a:lnTo>
                  <a:pt x="18" y="17"/>
                </a:lnTo>
                <a:lnTo>
                  <a:pt x="19" y="16"/>
                </a:lnTo>
                <a:lnTo>
                  <a:pt x="20" y="15"/>
                </a:lnTo>
                <a:lnTo>
                  <a:pt x="21" y="14"/>
                </a:lnTo>
                <a:lnTo>
                  <a:pt x="22" y="12"/>
                </a:lnTo>
                <a:lnTo>
                  <a:pt x="22" y="11"/>
                </a:lnTo>
                <a:lnTo>
                  <a:pt x="23" y="10"/>
                </a:lnTo>
                <a:lnTo>
                  <a:pt x="25" y="8"/>
                </a:lnTo>
                <a:lnTo>
                  <a:pt x="26" y="7"/>
                </a:lnTo>
                <a:lnTo>
                  <a:pt x="28" y="5"/>
                </a:lnTo>
                <a:lnTo>
                  <a:pt x="31" y="3"/>
                </a:lnTo>
                <a:lnTo>
                  <a:pt x="34" y="1"/>
                </a:lnTo>
                <a:lnTo>
                  <a:pt x="35" y="0"/>
                </a:lnTo>
                <a:lnTo>
                  <a:pt x="36" y="0"/>
                </a:lnTo>
                <a:lnTo>
                  <a:pt x="38" y="0"/>
                </a:lnTo>
                <a:lnTo>
                  <a:pt x="39" y="0"/>
                </a:lnTo>
                <a:lnTo>
                  <a:pt x="41" y="0"/>
                </a:lnTo>
                <a:lnTo>
                  <a:pt x="42" y="0"/>
                </a:lnTo>
                <a:lnTo>
                  <a:pt x="44" y="1"/>
                </a:lnTo>
                <a:lnTo>
                  <a:pt x="46" y="1"/>
                </a:lnTo>
                <a:lnTo>
                  <a:pt x="46" y="2"/>
                </a:lnTo>
                <a:lnTo>
                  <a:pt x="47" y="2"/>
                </a:lnTo>
                <a:lnTo>
                  <a:pt x="49" y="4"/>
                </a:lnTo>
                <a:lnTo>
                  <a:pt x="51" y="6"/>
                </a:lnTo>
                <a:lnTo>
                  <a:pt x="52" y="7"/>
                </a:lnTo>
                <a:lnTo>
                  <a:pt x="53" y="8"/>
                </a:lnTo>
                <a:lnTo>
                  <a:pt x="53" y="9"/>
                </a:lnTo>
                <a:lnTo>
                  <a:pt x="53" y="10"/>
                </a:lnTo>
                <a:lnTo>
                  <a:pt x="54" y="11"/>
                </a:lnTo>
                <a:lnTo>
                  <a:pt x="55" y="11"/>
                </a:lnTo>
                <a:lnTo>
                  <a:pt x="55" y="12"/>
                </a:lnTo>
                <a:lnTo>
                  <a:pt x="56" y="12"/>
                </a:lnTo>
                <a:lnTo>
                  <a:pt x="58" y="13"/>
                </a:lnTo>
                <a:lnTo>
                  <a:pt x="59" y="13"/>
                </a:lnTo>
                <a:lnTo>
                  <a:pt x="60" y="1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2635920" y="4972680"/>
            <a:ext cx="1800" cy="720"/>
          </a:xfrm>
          <a:custGeom>
            <a:avLst/>
            <a:gdLst/>
            <a:ahLst/>
            <a:rect l="0" t="0" r="r" b="b"/>
            <a:pathLst>
              <a:path w="5" h="2">
                <a:moveTo>
                  <a:pt x="1" y="2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3" y="2"/>
                </a:lnTo>
                <a:lnTo>
                  <a:pt x="1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2527920" y="4863960"/>
            <a:ext cx="5760" cy="1800"/>
          </a:xfrm>
          <a:custGeom>
            <a:avLst/>
            <a:gdLst/>
            <a:ahLst/>
            <a:rect l="0" t="0" r="r" b="b"/>
            <a:pathLst>
              <a:path w="16" h="5">
                <a:moveTo>
                  <a:pt x="9" y="1"/>
                </a:moveTo>
                <a:lnTo>
                  <a:pt x="10" y="1"/>
                </a:lnTo>
                <a:lnTo>
                  <a:pt x="10" y="2"/>
                </a:lnTo>
                <a:lnTo>
                  <a:pt x="11" y="2"/>
                </a:lnTo>
                <a:lnTo>
                  <a:pt x="11" y="1"/>
                </a:lnTo>
                <a:lnTo>
                  <a:pt x="12" y="1"/>
                </a:lnTo>
                <a:lnTo>
                  <a:pt x="15" y="2"/>
                </a:lnTo>
                <a:lnTo>
                  <a:pt x="16" y="2"/>
                </a:lnTo>
                <a:lnTo>
                  <a:pt x="16" y="4"/>
                </a:lnTo>
                <a:lnTo>
                  <a:pt x="14" y="5"/>
                </a:lnTo>
                <a:lnTo>
                  <a:pt x="11" y="5"/>
                </a:lnTo>
                <a:lnTo>
                  <a:pt x="11" y="4"/>
                </a:lnTo>
                <a:lnTo>
                  <a:pt x="10" y="4"/>
                </a:lnTo>
                <a:lnTo>
                  <a:pt x="10" y="2"/>
                </a:lnTo>
                <a:lnTo>
                  <a:pt x="9" y="2"/>
                </a:lnTo>
                <a:lnTo>
                  <a:pt x="8" y="2"/>
                </a:lnTo>
                <a:lnTo>
                  <a:pt x="7" y="2"/>
                </a:lnTo>
                <a:lnTo>
                  <a:pt x="7" y="4"/>
                </a:lnTo>
                <a:lnTo>
                  <a:pt x="3" y="5"/>
                </a:lnTo>
                <a:lnTo>
                  <a:pt x="2" y="4"/>
                </a:lnTo>
                <a:lnTo>
                  <a:pt x="0" y="5"/>
                </a:lnTo>
                <a:lnTo>
                  <a:pt x="0" y="4"/>
                </a:lnTo>
                <a:lnTo>
                  <a:pt x="7" y="2"/>
                </a:lnTo>
                <a:lnTo>
                  <a:pt x="8" y="1"/>
                </a:lnTo>
                <a:lnTo>
                  <a:pt x="8" y="0"/>
                </a:lnTo>
                <a:lnTo>
                  <a:pt x="7" y="0"/>
                </a:lnTo>
                <a:lnTo>
                  <a:pt x="8" y="0"/>
                </a:lnTo>
                <a:lnTo>
                  <a:pt x="9" y="0"/>
                </a:lnTo>
                <a:lnTo>
                  <a:pt x="9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2396520" y="4846320"/>
            <a:ext cx="271080" cy="229320"/>
          </a:xfrm>
          <a:custGeom>
            <a:avLst/>
            <a:gdLst/>
            <a:ahLst/>
            <a:rect l="0" t="0" r="r" b="b"/>
            <a:pathLst>
              <a:path w="753" h="637">
                <a:moveTo>
                  <a:pt x="341" y="0"/>
                </a:moveTo>
                <a:lnTo>
                  <a:pt x="342" y="0"/>
                </a:lnTo>
                <a:lnTo>
                  <a:pt x="343" y="1"/>
                </a:lnTo>
                <a:lnTo>
                  <a:pt x="344" y="1"/>
                </a:lnTo>
                <a:lnTo>
                  <a:pt x="345" y="1"/>
                </a:lnTo>
                <a:lnTo>
                  <a:pt x="346" y="1"/>
                </a:lnTo>
                <a:lnTo>
                  <a:pt x="347" y="1"/>
                </a:lnTo>
                <a:lnTo>
                  <a:pt x="347" y="2"/>
                </a:lnTo>
                <a:lnTo>
                  <a:pt x="347" y="3"/>
                </a:lnTo>
                <a:lnTo>
                  <a:pt x="348" y="3"/>
                </a:lnTo>
                <a:lnTo>
                  <a:pt x="348" y="4"/>
                </a:lnTo>
                <a:lnTo>
                  <a:pt x="348" y="5"/>
                </a:lnTo>
                <a:lnTo>
                  <a:pt x="348" y="6"/>
                </a:lnTo>
                <a:lnTo>
                  <a:pt x="347" y="7"/>
                </a:lnTo>
                <a:lnTo>
                  <a:pt x="346" y="7"/>
                </a:lnTo>
                <a:lnTo>
                  <a:pt x="344" y="8"/>
                </a:lnTo>
                <a:lnTo>
                  <a:pt x="344" y="9"/>
                </a:lnTo>
                <a:lnTo>
                  <a:pt x="343" y="10"/>
                </a:lnTo>
                <a:lnTo>
                  <a:pt x="342" y="9"/>
                </a:lnTo>
                <a:lnTo>
                  <a:pt x="342" y="10"/>
                </a:lnTo>
                <a:lnTo>
                  <a:pt x="341" y="11"/>
                </a:lnTo>
                <a:lnTo>
                  <a:pt x="341" y="12"/>
                </a:lnTo>
                <a:lnTo>
                  <a:pt x="340" y="13"/>
                </a:lnTo>
                <a:lnTo>
                  <a:pt x="339" y="16"/>
                </a:lnTo>
                <a:lnTo>
                  <a:pt x="339" y="18"/>
                </a:lnTo>
                <a:lnTo>
                  <a:pt x="339" y="19"/>
                </a:lnTo>
                <a:lnTo>
                  <a:pt x="339" y="20"/>
                </a:lnTo>
                <a:lnTo>
                  <a:pt x="339" y="22"/>
                </a:lnTo>
                <a:lnTo>
                  <a:pt x="339" y="24"/>
                </a:lnTo>
                <a:lnTo>
                  <a:pt x="339" y="26"/>
                </a:lnTo>
                <a:lnTo>
                  <a:pt x="340" y="27"/>
                </a:lnTo>
                <a:lnTo>
                  <a:pt x="340" y="28"/>
                </a:lnTo>
                <a:lnTo>
                  <a:pt x="340" y="30"/>
                </a:lnTo>
                <a:lnTo>
                  <a:pt x="341" y="32"/>
                </a:lnTo>
                <a:lnTo>
                  <a:pt x="340" y="32"/>
                </a:lnTo>
                <a:lnTo>
                  <a:pt x="341" y="33"/>
                </a:lnTo>
                <a:lnTo>
                  <a:pt x="340" y="34"/>
                </a:lnTo>
                <a:lnTo>
                  <a:pt x="340" y="35"/>
                </a:lnTo>
                <a:lnTo>
                  <a:pt x="340" y="36"/>
                </a:lnTo>
                <a:lnTo>
                  <a:pt x="340" y="37"/>
                </a:lnTo>
                <a:lnTo>
                  <a:pt x="339" y="37"/>
                </a:lnTo>
                <a:lnTo>
                  <a:pt x="340" y="37"/>
                </a:lnTo>
                <a:lnTo>
                  <a:pt x="342" y="37"/>
                </a:lnTo>
                <a:lnTo>
                  <a:pt x="342" y="42"/>
                </a:lnTo>
                <a:lnTo>
                  <a:pt x="340" y="42"/>
                </a:lnTo>
                <a:lnTo>
                  <a:pt x="341" y="42"/>
                </a:lnTo>
                <a:lnTo>
                  <a:pt x="343" y="42"/>
                </a:lnTo>
                <a:lnTo>
                  <a:pt x="344" y="43"/>
                </a:lnTo>
                <a:lnTo>
                  <a:pt x="343" y="44"/>
                </a:lnTo>
                <a:lnTo>
                  <a:pt x="342" y="45"/>
                </a:lnTo>
                <a:lnTo>
                  <a:pt x="342" y="46"/>
                </a:lnTo>
                <a:lnTo>
                  <a:pt x="343" y="45"/>
                </a:lnTo>
                <a:lnTo>
                  <a:pt x="344" y="46"/>
                </a:lnTo>
                <a:lnTo>
                  <a:pt x="344" y="48"/>
                </a:lnTo>
                <a:lnTo>
                  <a:pt x="345" y="49"/>
                </a:lnTo>
                <a:lnTo>
                  <a:pt x="346" y="50"/>
                </a:lnTo>
                <a:lnTo>
                  <a:pt x="346" y="51"/>
                </a:lnTo>
                <a:lnTo>
                  <a:pt x="347" y="51"/>
                </a:lnTo>
                <a:lnTo>
                  <a:pt x="348" y="51"/>
                </a:lnTo>
                <a:lnTo>
                  <a:pt x="349" y="52"/>
                </a:lnTo>
                <a:lnTo>
                  <a:pt x="350" y="50"/>
                </a:lnTo>
                <a:lnTo>
                  <a:pt x="351" y="49"/>
                </a:lnTo>
                <a:lnTo>
                  <a:pt x="352" y="50"/>
                </a:lnTo>
                <a:lnTo>
                  <a:pt x="353" y="51"/>
                </a:lnTo>
                <a:lnTo>
                  <a:pt x="354" y="51"/>
                </a:lnTo>
                <a:lnTo>
                  <a:pt x="356" y="52"/>
                </a:lnTo>
                <a:lnTo>
                  <a:pt x="358" y="52"/>
                </a:lnTo>
                <a:lnTo>
                  <a:pt x="359" y="53"/>
                </a:lnTo>
                <a:lnTo>
                  <a:pt x="360" y="53"/>
                </a:lnTo>
                <a:lnTo>
                  <a:pt x="361" y="53"/>
                </a:lnTo>
                <a:lnTo>
                  <a:pt x="362" y="53"/>
                </a:lnTo>
                <a:lnTo>
                  <a:pt x="362" y="52"/>
                </a:lnTo>
                <a:lnTo>
                  <a:pt x="364" y="52"/>
                </a:lnTo>
                <a:lnTo>
                  <a:pt x="365" y="54"/>
                </a:lnTo>
                <a:lnTo>
                  <a:pt x="365" y="55"/>
                </a:lnTo>
                <a:lnTo>
                  <a:pt x="365" y="54"/>
                </a:lnTo>
                <a:lnTo>
                  <a:pt x="366" y="54"/>
                </a:lnTo>
                <a:lnTo>
                  <a:pt x="367" y="54"/>
                </a:lnTo>
                <a:lnTo>
                  <a:pt x="368" y="54"/>
                </a:lnTo>
                <a:lnTo>
                  <a:pt x="369" y="54"/>
                </a:lnTo>
                <a:lnTo>
                  <a:pt x="369" y="55"/>
                </a:lnTo>
                <a:lnTo>
                  <a:pt x="370" y="55"/>
                </a:lnTo>
                <a:lnTo>
                  <a:pt x="371" y="55"/>
                </a:lnTo>
                <a:lnTo>
                  <a:pt x="371" y="54"/>
                </a:lnTo>
                <a:lnTo>
                  <a:pt x="372" y="54"/>
                </a:lnTo>
                <a:lnTo>
                  <a:pt x="372" y="55"/>
                </a:lnTo>
                <a:lnTo>
                  <a:pt x="373" y="55"/>
                </a:lnTo>
                <a:lnTo>
                  <a:pt x="373" y="54"/>
                </a:lnTo>
                <a:lnTo>
                  <a:pt x="374" y="54"/>
                </a:lnTo>
                <a:lnTo>
                  <a:pt x="375" y="55"/>
                </a:lnTo>
                <a:lnTo>
                  <a:pt x="376" y="56"/>
                </a:lnTo>
                <a:lnTo>
                  <a:pt x="377" y="56"/>
                </a:lnTo>
                <a:lnTo>
                  <a:pt x="377" y="55"/>
                </a:lnTo>
                <a:lnTo>
                  <a:pt x="378" y="55"/>
                </a:lnTo>
                <a:lnTo>
                  <a:pt x="381" y="56"/>
                </a:lnTo>
                <a:lnTo>
                  <a:pt x="382" y="55"/>
                </a:lnTo>
                <a:lnTo>
                  <a:pt x="383" y="54"/>
                </a:lnTo>
                <a:lnTo>
                  <a:pt x="383" y="56"/>
                </a:lnTo>
                <a:lnTo>
                  <a:pt x="382" y="56"/>
                </a:lnTo>
                <a:lnTo>
                  <a:pt x="381" y="56"/>
                </a:lnTo>
                <a:lnTo>
                  <a:pt x="382" y="58"/>
                </a:lnTo>
                <a:lnTo>
                  <a:pt x="378" y="58"/>
                </a:lnTo>
                <a:lnTo>
                  <a:pt x="379" y="58"/>
                </a:lnTo>
                <a:lnTo>
                  <a:pt x="379" y="59"/>
                </a:lnTo>
                <a:lnTo>
                  <a:pt x="379" y="60"/>
                </a:lnTo>
                <a:lnTo>
                  <a:pt x="378" y="60"/>
                </a:lnTo>
                <a:lnTo>
                  <a:pt x="378" y="61"/>
                </a:lnTo>
                <a:lnTo>
                  <a:pt x="378" y="62"/>
                </a:lnTo>
                <a:lnTo>
                  <a:pt x="377" y="63"/>
                </a:lnTo>
                <a:lnTo>
                  <a:pt x="376" y="64"/>
                </a:lnTo>
                <a:lnTo>
                  <a:pt x="377" y="65"/>
                </a:lnTo>
                <a:lnTo>
                  <a:pt x="378" y="65"/>
                </a:lnTo>
                <a:lnTo>
                  <a:pt x="380" y="66"/>
                </a:lnTo>
                <a:lnTo>
                  <a:pt x="380" y="67"/>
                </a:lnTo>
                <a:lnTo>
                  <a:pt x="382" y="68"/>
                </a:lnTo>
                <a:lnTo>
                  <a:pt x="383" y="69"/>
                </a:lnTo>
                <a:lnTo>
                  <a:pt x="386" y="71"/>
                </a:lnTo>
                <a:lnTo>
                  <a:pt x="386" y="72"/>
                </a:lnTo>
                <a:lnTo>
                  <a:pt x="388" y="70"/>
                </a:lnTo>
                <a:lnTo>
                  <a:pt x="390" y="70"/>
                </a:lnTo>
                <a:lnTo>
                  <a:pt x="390" y="72"/>
                </a:lnTo>
                <a:lnTo>
                  <a:pt x="392" y="73"/>
                </a:lnTo>
                <a:lnTo>
                  <a:pt x="391" y="74"/>
                </a:lnTo>
                <a:lnTo>
                  <a:pt x="393" y="75"/>
                </a:lnTo>
                <a:lnTo>
                  <a:pt x="394" y="75"/>
                </a:lnTo>
                <a:lnTo>
                  <a:pt x="394" y="76"/>
                </a:lnTo>
                <a:lnTo>
                  <a:pt x="396" y="76"/>
                </a:lnTo>
                <a:lnTo>
                  <a:pt x="398" y="77"/>
                </a:lnTo>
                <a:lnTo>
                  <a:pt x="399" y="78"/>
                </a:lnTo>
                <a:lnTo>
                  <a:pt x="400" y="78"/>
                </a:lnTo>
                <a:lnTo>
                  <a:pt x="401" y="78"/>
                </a:lnTo>
                <a:lnTo>
                  <a:pt x="402" y="78"/>
                </a:lnTo>
                <a:lnTo>
                  <a:pt x="402" y="79"/>
                </a:lnTo>
                <a:lnTo>
                  <a:pt x="403" y="80"/>
                </a:lnTo>
                <a:lnTo>
                  <a:pt x="403" y="82"/>
                </a:lnTo>
                <a:lnTo>
                  <a:pt x="403" y="83"/>
                </a:lnTo>
                <a:lnTo>
                  <a:pt x="403" y="84"/>
                </a:lnTo>
                <a:lnTo>
                  <a:pt x="403" y="85"/>
                </a:lnTo>
                <a:lnTo>
                  <a:pt x="404" y="85"/>
                </a:lnTo>
                <a:lnTo>
                  <a:pt x="404" y="84"/>
                </a:lnTo>
                <a:lnTo>
                  <a:pt x="406" y="84"/>
                </a:lnTo>
                <a:lnTo>
                  <a:pt x="407" y="84"/>
                </a:lnTo>
                <a:lnTo>
                  <a:pt x="407" y="83"/>
                </a:lnTo>
                <a:lnTo>
                  <a:pt x="408" y="83"/>
                </a:lnTo>
                <a:lnTo>
                  <a:pt x="409" y="83"/>
                </a:lnTo>
                <a:lnTo>
                  <a:pt x="410" y="82"/>
                </a:lnTo>
                <a:lnTo>
                  <a:pt x="412" y="82"/>
                </a:lnTo>
                <a:lnTo>
                  <a:pt x="412" y="83"/>
                </a:lnTo>
                <a:lnTo>
                  <a:pt x="413" y="83"/>
                </a:lnTo>
                <a:lnTo>
                  <a:pt x="414" y="83"/>
                </a:lnTo>
                <a:lnTo>
                  <a:pt x="416" y="84"/>
                </a:lnTo>
                <a:lnTo>
                  <a:pt x="418" y="85"/>
                </a:lnTo>
                <a:lnTo>
                  <a:pt x="419" y="85"/>
                </a:lnTo>
                <a:lnTo>
                  <a:pt x="420" y="85"/>
                </a:lnTo>
                <a:lnTo>
                  <a:pt x="421" y="86"/>
                </a:lnTo>
                <a:lnTo>
                  <a:pt x="421" y="87"/>
                </a:lnTo>
                <a:lnTo>
                  <a:pt x="420" y="87"/>
                </a:lnTo>
                <a:lnTo>
                  <a:pt x="421" y="88"/>
                </a:lnTo>
                <a:lnTo>
                  <a:pt x="421" y="89"/>
                </a:lnTo>
                <a:lnTo>
                  <a:pt x="422" y="90"/>
                </a:lnTo>
                <a:lnTo>
                  <a:pt x="424" y="90"/>
                </a:lnTo>
                <a:lnTo>
                  <a:pt x="424" y="89"/>
                </a:lnTo>
                <a:lnTo>
                  <a:pt x="426" y="89"/>
                </a:lnTo>
                <a:lnTo>
                  <a:pt x="427" y="90"/>
                </a:lnTo>
                <a:lnTo>
                  <a:pt x="428" y="90"/>
                </a:lnTo>
                <a:lnTo>
                  <a:pt x="430" y="90"/>
                </a:lnTo>
                <a:lnTo>
                  <a:pt x="433" y="90"/>
                </a:lnTo>
                <a:lnTo>
                  <a:pt x="434" y="90"/>
                </a:lnTo>
                <a:lnTo>
                  <a:pt x="435" y="90"/>
                </a:lnTo>
                <a:lnTo>
                  <a:pt x="436" y="90"/>
                </a:lnTo>
                <a:lnTo>
                  <a:pt x="438" y="90"/>
                </a:lnTo>
                <a:lnTo>
                  <a:pt x="439" y="90"/>
                </a:lnTo>
                <a:lnTo>
                  <a:pt x="441" y="91"/>
                </a:lnTo>
                <a:lnTo>
                  <a:pt x="442" y="91"/>
                </a:lnTo>
                <a:lnTo>
                  <a:pt x="443" y="91"/>
                </a:lnTo>
                <a:lnTo>
                  <a:pt x="445" y="92"/>
                </a:lnTo>
                <a:lnTo>
                  <a:pt x="446" y="92"/>
                </a:lnTo>
                <a:lnTo>
                  <a:pt x="447" y="92"/>
                </a:lnTo>
                <a:lnTo>
                  <a:pt x="448" y="92"/>
                </a:lnTo>
                <a:lnTo>
                  <a:pt x="448" y="93"/>
                </a:lnTo>
                <a:lnTo>
                  <a:pt x="449" y="92"/>
                </a:lnTo>
                <a:lnTo>
                  <a:pt x="452" y="93"/>
                </a:lnTo>
                <a:lnTo>
                  <a:pt x="455" y="95"/>
                </a:lnTo>
                <a:lnTo>
                  <a:pt x="456" y="95"/>
                </a:lnTo>
                <a:lnTo>
                  <a:pt x="457" y="96"/>
                </a:lnTo>
                <a:lnTo>
                  <a:pt x="459" y="97"/>
                </a:lnTo>
                <a:lnTo>
                  <a:pt x="460" y="98"/>
                </a:lnTo>
                <a:lnTo>
                  <a:pt x="460" y="99"/>
                </a:lnTo>
                <a:lnTo>
                  <a:pt x="461" y="99"/>
                </a:lnTo>
                <a:lnTo>
                  <a:pt x="462" y="98"/>
                </a:lnTo>
                <a:lnTo>
                  <a:pt x="463" y="99"/>
                </a:lnTo>
                <a:lnTo>
                  <a:pt x="464" y="99"/>
                </a:lnTo>
                <a:lnTo>
                  <a:pt x="467" y="100"/>
                </a:lnTo>
                <a:lnTo>
                  <a:pt x="468" y="100"/>
                </a:lnTo>
                <a:lnTo>
                  <a:pt x="469" y="101"/>
                </a:lnTo>
                <a:lnTo>
                  <a:pt x="470" y="101"/>
                </a:lnTo>
                <a:lnTo>
                  <a:pt x="471" y="101"/>
                </a:lnTo>
                <a:lnTo>
                  <a:pt x="471" y="102"/>
                </a:lnTo>
                <a:lnTo>
                  <a:pt x="472" y="102"/>
                </a:lnTo>
                <a:lnTo>
                  <a:pt x="473" y="102"/>
                </a:lnTo>
                <a:lnTo>
                  <a:pt x="474" y="102"/>
                </a:lnTo>
                <a:lnTo>
                  <a:pt x="475" y="103"/>
                </a:lnTo>
                <a:lnTo>
                  <a:pt x="477" y="103"/>
                </a:lnTo>
                <a:lnTo>
                  <a:pt x="481" y="104"/>
                </a:lnTo>
                <a:lnTo>
                  <a:pt x="484" y="105"/>
                </a:lnTo>
                <a:lnTo>
                  <a:pt x="485" y="106"/>
                </a:lnTo>
                <a:lnTo>
                  <a:pt x="486" y="106"/>
                </a:lnTo>
                <a:lnTo>
                  <a:pt x="486" y="107"/>
                </a:lnTo>
                <a:lnTo>
                  <a:pt x="486" y="108"/>
                </a:lnTo>
                <a:lnTo>
                  <a:pt x="486" y="109"/>
                </a:lnTo>
                <a:lnTo>
                  <a:pt x="486" y="110"/>
                </a:lnTo>
                <a:lnTo>
                  <a:pt x="487" y="110"/>
                </a:lnTo>
                <a:lnTo>
                  <a:pt x="487" y="111"/>
                </a:lnTo>
                <a:lnTo>
                  <a:pt x="487" y="113"/>
                </a:lnTo>
                <a:lnTo>
                  <a:pt x="487" y="114"/>
                </a:lnTo>
                <a:lnTo>
                  <a:pt x="488" y="114"/>
                </a:lnTo>
                <a:lnTo>
                  <a:pt x="488" y="115"/>
                </a:lnTo>
                <a:lnTo>
                  <a:pt x="489" y="116"/>
                </a:lnTo>
                <a:lnTo>
                  <a:pt x="489" y="118"/>
                </a:lnTo>
                <a:lnTo>
                  <a:pt x="490" y="118"/>
                </a:lnTo>
                <a:lnTo>
                  <a:pt x="490" y="120"/>
                </a:lnTo>
                <a:lnTo>
                  <a:pt x="490" y="121"/>
                </a:lnTo>
                <a:lnTo>
                  <a:pt x="491" y="122"/>
                </a:lnTo>
                <a:lnTo>
                  <a:pt x="491" y="123"/>
                </a:lnTo>
                <a:lnTo>
                  <a:pt x="492" y="124"/>
                </a:lnTo>
                <a:lnTo>
                  <a:pt x="492" y="125"/>
                </a:lnTo>
                <a:lnTo>
                  <a:pt x="493" y="127"/>
                </a:lnTo>
                <a:lnTo>
                  <a:pt x="494" y="128"/>
                </a:lnTo>
                <a:lnTo>
                  <a:pt x="494" y="129"/>
                </a:lnTo>
                <a:lnTo>
                  <a:pt x="495" y="129"/>
                </a:lnTo>
                <a:lnTo>
                  <a:pt x="495" y="130"/>
                </a:lnTo>
                <a:lnTo>
                  <a:pt x="495" y="131"/>
                </a:lnTo>
                <a:lnTo>
                  <a:pt x="496" y="131"/>
                </a:lnTo>
                <a:lnTo>
                  <a:pt x="496" y="132"/>
                </a:lnTo>
                <a:lnTo>
                  <a:pt x="496" y="133"/>
                </a:lnTo>
                <a:lnTo>
                  <a:pt x="496" y="134"/>
                </a:lnTo>
                <a:lnTo>
                  <a:pt x="496" y="135"/>
                </a:lnTo>
                <a:lnTo>
                  <a:pt x="497" y="135"/>
                </a:lnTo>
                <a:lnTo>
                  <a:pt x="497" y="136"/>
                </a:lnTo>
                <a:lnTo>
                  <a:pt x="498" y="136"/>
                </a:lnTo>
                <a:lnTo>
                  <a:pt x="499" y="138"/>
                </a:lnTo>
                <a:lnTo>
                  <a:pt x="500" y="140"/>
                </a:lnTo>
                <a:lnTo>
                  <a:pt x="501" y="140"/>
                </a:lnTo>
                <a:lnTo>
                  <a:pt x="500" y="141"/>
                </a:lnTo>
                <a:lnTo>
                  <a:pt x="501" y="140"/>
                </a:lnTo>
                <a:lnTo>
                  <a:pt x="501" y="141"/>
                </a:lnTo>
                <a:lnTo>
                  <a:pt x="502" y="142"/>
                </a:lnTo>
                <a:lnTo>
                  <a:pt x="503" y="143"/>
                </a:lnTo>
                <a:lnTo>
                  <a:pt x="503" y="144"/>
                </a:lnTo>
                <a:lnTo>
                  <a:pt x="505" y="147"/>
                </a:lnTo>
                <a:lnTo>
                  <a:pt x="506" y="148"/>
                </a:lnTo>
                <a:lnTo>
                  <a:pt x="506" y="149"/>
                </a:lnTo>
                <a:lnTo>
                  <a:pt x="507" y="149"/>
                </a:lnTo>
                <a:lnTo>
                  <a:pt x="507" y="150"/>
                </a:lnTo>
                <a:lnTo>
                  <a:pt x="507" y="151"/>
                </a:lnTo>
                <a:lnTo>
                  <a:pt x="508" y="153"/>
                </a:lnTo>
                <a:lnTo>
                  <a:pt x="509" y="153"/>
                </a:lnTo>
                <a:lnTo>
                  <a:pt x="509" y="154"/>
                </a:lnTo>
                <a:lnTo>
                  <a:pt x="510" y="155"/>
                </a:lnTo>
                <a:lnTo>
                  <a:pt x="511" y="156"/>
                </a:lnTo>
                <a:lnTo>
                  <a:pt x="511" y="157"/>
                </a:lnTo>
                <a:lnTo>
                  <a:pt x="512" y="157"/>
                </a:lnTo>
                <a:lnTo>
                  <a:pt x="512" y="159"/>
                </a:lnTo>
                <a:lnTo>
                  <a:pt x="511" y="159"/>
                </a:lnTo>
                <a:lnTo>
                  <a:pt x="512" y="159"/>
                </a:lnTo>
                <a:lnTo>
                  <a:pt x="512" y="160"/>
                </a:lnTo>
                <a:lnTo>
                  <a:pt x="513" y="160"/>
                </a:lnTo>
                <a:lnTo>
                  <a:pt x="513" y="161"/>
                </a:lnTo>
                <a:lnTo>
                  <a:pt x="514" y="161"/>
                </a:lnTo>
                <a:lnTo>
                  <a:pt x="514" y="162"/>
                </a:lnTo>
                <a:lnTo>
                  <a:pt x="516" y="164"/>
                </a:lnTo>
                <a:lnTo>
                  <a:pt x="517" y="166"/>
                </a:lnTo>
                <a:lnTo>
                  <a:pt x="518" y="168"/>
                </a:lnTo>
                <a:lnTo>
                  <a:pt x="520" y="170"/>
                </a:lnTo>
                <a:lnTo>
                  <a:pt x="521" y="171"/>
                </a:lnTo>
                <a:lnTo>
                  <a:pt x="521" y="172"/>
                </a:lnTo>
                <a:lnTo>
                  <a:pt x="522" y="173"/>
                </a:lnTo>
                <a:lnTo>
                  <a:pt x="522" y="174"/>
                </a:lnTo>
                <a:lnTo>
                  <a:pt x="522" y="175"/>
                </a:lnTo>
                <a:lnTo>
                  <a:pt x="522" y="176"/>
                </a:lnTo>
                <a:lnTo>
                  <a:pt x="521" y="176"/>
                </a:lnTo>
                <a:lnTo>
                  <a:pt x="521" y="177"/>
                </a:lnTo>
                <a:lnTo>
                  <a:pt x="521" y="178"/>
                </a:lnTo>
                <a:lnTo>
                  <a:pt x="521" y="179"/>
                </a:lnTo>
                <a:lnTo>
                  <a:pt x="522" y="178"/>
                </a:lnTo>
                <a:lnTo>
                  <a:pt x="522" y="177"/>
                </a:lnTo>
                <a:lnTo>
                  <a:pt x="523" y="176"/>
                </a:lnTo>
                <a:lnTo>
                  <a:pt x="524" y="177"/>
                </a:lnTo>
                <a:lnTo>
                  <a:pt x="526" y="178"/>
                </a:lnTo>
                <a:lnTo>
                  <a:pt x="527" y="179"/>
                </a:lnTo>
                <a:lnTo>
                  <a:pt x="528" y="180"/>
                </a:lnTo>
                <a:lnTo>
                  <a:pt x="529" y="181"/>
                </a:lnTo>
                <a:lnTo>
                  <a:pt x="530" y="183"/>
                </a:lnTo>
                <a:lnTo>
                  <a:pt x="531" y="185"/>
                </a:lnTo>
                <a:lnTo>
                  <a:pt x="531" y="186"/>
                </a:lnTo>
                <a:lnTo>
                  <a:pt x="532" y="187"/>
                </a:lnTo>
                <a:lnTo>
                  <a:pt x="532" y="188"/>
                </a:lnTo>
                <a:lnTo>
                  <a:pt x="533" y="189"/>
                </a:lnTo>
                <a:lnTo>
                  <a:pt x="534" y="191"/>
                </a:lnTo>
                <a:lnTo>
                  <a:pt x="535" y="191"/>
                </a:lnTo>
                <a:lnTo>
                  <a:pt x="535" y="192"/>
                </a:lnTo>
                <a:lnTo>
                  <a:pt x="535" y="193"/>
                </a:lnTo>
                <a:lnTo>
                  <a:pt x="536" y="195"/>
                </a:lnTo>
                <a:lnTo>
                  <a:pt x="537" y="197"/>
                </a:lnTo>
                <a:lnTo>
                  <a:pt x="538" y="197"/>
                </a:lnTo>
                <a:lnTo>
                  <a:pt x="538" y="198"/>
                </a:lnTo>
                <a:lnTo>
                  <a:pt x="538" y="199"/>
                </a:lnTo>
                <a:lnTo>
                  <a:pt x="538" y="200"/>
                </a:lnTo>
                <a:lnTo>
                  <a:pt x="538" y="201"/>
                </a:lnTo>
                <a:lnTo>
                  <a:pt x="537" y="201"/>
                </a:lnTo>
                <a:lnTo>
                  <a:pt x="536" y="202"/>
                </a:lnTo>
                <a:lnTo>
                  <a:pt x="537" y="202"/>
                </a:lnTo>
                <a:lnTo>
                  <a:pt x="538" y="202"/>
                </a:lnTo>
                <a:lnTo>
                  <a:pt x="539" y="202"/>
                </a:lnTo>
                <a:lnTo>
                  <a:pt x="539" y="203"/>
                </a:lnTo>
                <a:lnTo>
                  <a:pt x="539" y="205"/>
                </a:lnTo>
                <a:lnTo>
                  <a:pt x="539" y="207"/>
                </a:lnTo>
                <a:lnTo>
                  <a:pt x="537" y="210"/>
                </a:lnTo>
                <a:lnTo>
                  <a:pt x="538" y="213"/>
                </a:lnTo>
                <a:lnTo>
                  <a:pt x="536" y="214"/>
                </a:lnTo>
                <a:lnTo>
                  <a:pt x="536" y="215"/>
                </a:lnTo>
                <a:lnTo>
                  <a:pt x="537" y="216"/>
                </a:lnTo>
                <a:lnTo>
                  <a:pt x="540" y="218"/>
                </a:lnTo>
                <a:lnTo>
                  <a:pt x="543" y="220"/>
                </a:lnTo>
                <a:lnTo>
                  <a:pt x="544" y="220"/>
                </a:lnTo>
                <a:lnTo>
                  <a:pt x="545" y="220"/>
                </a:lnTo>
                <a:lnTo>
                  <a:pt x="545" y="221"/>
                </a:lnTo>
                <a:lnTo>
                  <a:pt x="545" y="220"/>
                </a:lnTo>
                <a:lnTo>
                  <a:pt x="547" y="220"/>
                </a:lnTo>
                <a:lnTo>
                  <a:pt x="548" y="221"/>
                </a:lnTo>
                <a:lnTo>
                  <a:pt x="549" y="221"/>
                </a:lnTo>
                <a:lnTo>
                  <a:pt x="548" y="221"/>
                </a:lnTo>
                <a:lnTo>
                  <a:pt x="548" y="222"/>
                </a:lnTo>
                <a:lnTo>
                  <a:pt x="547" y="222"/>
                </a:lnTo>
                <a:lnTo>
                  <a:pt x="547" y="223"/>
                </a:lnTo>
                <a:lnTo>
                  <a:pt x="548" y="222"/>
                </a:lnTo>
                <a:lnTo>
                  <a:pt x="550" y="221"/>
                </a:lnTo>
                <a:lnTo>
                  <a:pt x="551" y="221"/>
                </a:lnTo>
                <a:lnTo>
                  <a:pt x="551" y="222"/>
                </a:lnTo>
                <a:lnTo>
                  <a:pt x="551" y="223"/>
                </a:lnTo>
                <a:lnTo>
                  <a:pt x="551" y="224"/>
                </a:lnTo>
                <a:lnTo>
                  <a:pt x="552" y="225"/>
                </a:lnTo>
                <a:lnTo>
                  <a:pt x="552" y="226"/>
                </a:lnTo>
                <a:lnTo>
                  <a:pt x="552" y="225"/>
                </a:lnTo>
                <a:lnTo>
                  <a:pt x="552" y="224"/>
                </a:lnTo>
                <a:lnTo>
                  <a:pt x="553" y="224"/>
                </a:lnTo>
                <a:lnTo>
                  <a:pt x="554" y="225"/>
                </a:lnTo>
                <a:lnTo>
                  <a:pt x="555" y="227"/>
                </a:lnTo>
                <a:lnTo>
                  <a:pt x="555" y="228"/>
                </a:lnTo>
                <a:lnTo>
                  <a:pt x="556" y="229"/>
                </a:lnTo>
                <a:lnTo>
                  <a:pt x="557" y="231"/>
                </a:lnTo>
                <a:lnTo>
                  <a:pt x="557" y="232"/>
                </a:lnTo>
                <a:lnTo>
                  <a:pt x="558" y="231"/>
                </a:lnTo>
                <a:lnTo>
                  <a:pt x="559" y="231"/>
                </a:lnTo>
                <a:lnTo>
                  <a:pt x="560" y="233"/>
                </a:lnTo>
                <a:lnTo>
                  <a:pt x="560" y="235"/>
                </a:lnTo>
                <a:lnTo>
                  <a:pt x="561" y="235"/>
                </a:lnTo>
                <a:lnTo>
                  <a:pt x="561" y="236"/>
                </a:lnTo>
                <a:lnTo>
                  <a:pt x="562" y="237"/>
                </a:lnTo>
                <a:lnTo>
                  <a:pt x="561" y="239"/>
                </a:lnTo>
                <a:lnTo>
                  <a:pt x="561" y="238"/>
                </a:lnTo>
                <a:lnTo>
                  <a:pt x="560" y="239"/>
                </a:lnTo>
                <a:lnTo>
                  <a:pt x="560" y="240"/>
                </a:lnTo>
                <a:lnTo>
                  <a:pt x="561" y="239"/>
                </a:lnTo>
                <a:lnTo>
                  <a:pt x="562" y="239"/>
                </a:lnTo>
                <a:lnTo>
                  <a:pt x="562" y="241"/>
                </a:lnTo>
                <a:lnTo>
                  <a:pt x="562" y="243"/>
                </a:lnTo>
                <a:lnTo>
                  <a:pt x="561" y="243"/>
                </a:lnTo>
                <a:lnTo>
                  <a:pt x="560" y="244"/>
                </a:lnTo>
                <a:lnTo>
                  <a:pt x="559" y="245"/>
                </a:lnTo>
                <a:lnTo>
                  <a:pt x="558" y="246"/>
                </a:lnTo>
                <a:lnTo>
                  <a:pt x="557" y="246"/>
                </a:lnTo>
                <a:lnTo>
                  <a:pt x="559" y="246"/>
                </a:lnTo>
                <a:lnTo>
                  <a:pt x="560" y="246"/>
                </a:lnTo>
                <a:lnTo>
                  <a:pt x="560" y="245"/>
                </a:lnTo>
                <a:lnTo>
                  <a:pt x="560" y="244"/>
                </a:lnTo>
                <a:lnTo>
                  <a:pt x="561" y="244"/>
                </a:lnTo>
                <a:lnTo>
                  <a:pt x="562" y="244"/>
                </a:lnTo>
                <a:lnTo>
                  <a:pt x="563" y="243"/>
                </a:lnTo>
                <a:lnTo>
                  <a:pt x="563" y="242"/>
                </a:lnTo>
                <a:lnTo>
                  <a:pt x="563" y="243"/>
                </a:lnTo>
                <a:lnTo>
                  <a:pt x="564" y="243"/>
                </a:lnTo>
                <a:lnTo>
                  <a:pt x="564" y="244"/>
                </a:lnTo>
                <a:lnTo>
                  <a:pt x="565" y="244"/>
                </a:lnTo>
                <a:lnTo>
                  <a:pt x="565" y="245"/>
                </a:lnTo>
                <a:lnTo>
                  <a:pt x="566" y="245"/>
                </a:lnTo>
                <a:lnTo>
                  <a:pt x="566" y="246"/>
                </a:lnTo>
                <a:lnTo>
                  <a:pt x="567" y="246"/>
                </a:lnTo>
                <a:lnTo>
                  <a:pt x="568" y="249"/>
                </a:lnTo>
                <a:lnTo>
                  <a:pt x="568" y="250"/>
                </a:lnTo>
                <a:lnTo>
                  <a:pt x="569" y="250"/>
                </a:lnTo>
                <a:lnTo>
                  <a:pt x="570" y="251"/>
                </a:lnTo>
                <a:lnTo>
                  <a:pt x="571" y="252"/>
                </a:lnTo>
                <a:lnTo>
                  <a:pt x="571" y="253"/>
                </a:lnTo>
                <a:lnTo>
                  <a:pt x="572" y="255"/>
                </a:lnTo>
                <a:lnTo>
                  <a:pt x="572" y="256"/>
                </a:lnTo>
                <a:lnTo>
                  <a:pt x="574" y="259"/>
                </a:lnTo>
                <a:lnTo>
                  <a:pt x="575" y="260"/>
                </a:lnTo>
                <a:lnTo>
                  <a:pt x="577" y="259"/>
                </a:lnTo>
                <a:lnTo>
                  <a:pt x="579" y="258"/>
                </a:lnTo>
                <a:lnTo>
                  <a:pt x="580" y="260"/>
                </a:lnTo>
                <a:lnTo>
                  <a:pt x="579" y="261"/>
                </a:lnTo>
                <a:lnTo>
                  <a:pt x="580" y="263"/>
                </a:lnTo>
                <a:lnTo>
                  <a:pt x="580" y="264"/>
                </a:lnTo>
                <a:lnTo>
                  <a:pt x="581" y="265"/>
                </a:lnTo>
                <a:lnTo>
                  <a:pt x="579" y="266"/>
                </a:lnTo>
                <a:lnTo>
                  <a:pt x="580" y="267"/>
                </a:lnTo>
                <a:lnTo>
                  <a:pt x="581" y="268"/>
                </a:lnTo>
                <a:lnTo>
                  <a:pt x="581" y="269"/>
                </a:lnTo>
                <a:lnTo>
                  <a:pt x="582" y="270"/>
                </a:lnTo>
                <a:lnTo>
                  <a:pt x="582" y="271"/>
                </a:lnTo>
                <a:lnTo>
                  <a:pt x="583" y="271"/>
                </a:lnTo>
                <a:lnTo>
                  <a:pt x="583" y="272"/>
                </a:lnTo>
                <a:lnTo>
                  <a:pt x="584" y="273"/>
                </a:lnTo>
                <a:lnTo>
                  <a:pt x="584" y="274"/>
                </a:lnTo>
                <a:lnTo>
                  <a:pt x="584" y="275"/>
                </a:lnTo>
                <a:lnTo>
                  <a:pt x="585" y="276"/>
                </a:lnTo>
                <a:lnTo>
                  <a:pt x="586" y="278"/>
                </a:lnTo>
                <a:lnTo>
                  <a:pt x="586" y="279"/>
                </a:lnTo>
                <a:lnTo>
                  <a:pt x="587" y="282"/>
                </a:lnTo>
                <a:lnTo>
                  <a:pt x="587" y="283"/>
                </a:lnTo>
                <a:lnTo>
                  <a:pt x="587" y="284"/>
                </a:lnTo>
                <a:lnTo>
                  <a:pt x="586" y="284"/>
                </a:lnTo>
                <a:lnTo>
                  <a:pt x="585" y="284"/>
                </a:lnTo>
                <a:lnTo>
                  <a:pt x="582" y="285"/>
                </a:lnTo>
                <a:lnTo>
                  <a:pt x="581" y="286"/>
                </a:lnTo>
                <a:lnTo>
                  <a:pt x="582" y="287"/>
                </a:lnTo>
                <a:lnTo>
                  <a:pt x="583" y="287"/>
                </a:lnTo>
                <a:lnTo>
                  <a:pt x="586" y="288"/>
                </a:lnTo>
                <a:lnTo>
                  <a:pt x="588" y="288"/>
                </a:lnTo>
                <a:lnTo>
                  <a:pt x="591" y="289"/>
                </a:lnTo>
                <a:lnTo>
                  <a:pt x="590" y="290"/>
                </a:lnTo>
                <a:lnTo>
                  <a:pt x="592" y="290"/>
                </a:lnTo>
                <a:lnTo>
                  <a:pt x="593" y="291"/>
                </a:lnTo>
                <a:lnTo>
                  <a:pt x="593" y="292"/>
                </a:lnTo>
                <a:lnTo>
                  <a:pt x="594" y="296"/>
                </a:lnTo>
                <a:lnTo>
                  <a:pt x="594" y="298"/>
                </a:lnTo>
                <a:lnTo>
                  <a:pt x="594" y="299"/>
                </a:lnTo>
                <a:lnTo>
                  <a:pt x="593" y="299"/>
                </a:lnTo>
                <a:lnTo>
                  <a:pt x="594" y="299"/>
                </a:lnTo>
                <a:lnTo>
                  <a:pt x="595" y="299"/>
                </a:lnTo>
                <a:lnTo>
                  <a:pt x="595" y="300"/>
                </a:lnTo>
                <a:lnTo>
                  <a:pt x="596" y="303"/>
                </a:lnTo>
                <a:lnTo>
                  <a:pt x="597" y="303"/>
                </a:lnTo>
                <a:lnTo>
                  <a:pt x="597" y="304"/>
                </a:lnTo>
                <a:lnTo>
                  <a:pt x="598" y="305"/>
                </a:lnTo>
                <a:lnTo>
                  <a:pt x="598" y="306"/>
                </a:lnTo>
                <a:lnTo>
                  <a:pt x="598" y="307"/>
                </a:lnTo>
                <a:lnTo>
                  <a:pt x="598" y="308"/>
                </a:lnTo>
                <a:lnTo>
                  <a:pt x="597" y="309"/>
                </a:lnTo>
                <a:lnTo>
                  <a:pt x="597" y="310"/>
                </a:lnTo>
                <a:lnTo>
                  <a:pt x="597" y="311"/>
                </a:lnTo>
                <a:lnTo>
                  <a:pt x="599" y="310"/>
                </a:lnTo>
                <a:lnTo>
                  <a:pt x="601" y="309"/>
                </a:lnTo>
                <a:lnTo>
                  <a:pt x="604" y="308"/>
                </a:lnTo>
                <a:lnTo>
                  <a:pt x="605" y="309"/>
                </a:lnTo>
                <a:lnTo>
                  <a:pt x="606" y="326"/>
                </a:lnTo>
                <a:lnTo>
                  <a:pt x="605" y="327"/>
                </a:lnTo>
                <a:lnTo>
                  <a:pt x="606" y="333"/>
                </a:lnTo>
                <a:lnTo>
                  <a:pt x="601" y="334"/>
                </a:lnTo>
                <a:lnTo>
                  <a:pt x="601" y="335"/>
                </a:lnTo>
                <a:lnTo>
                  <a:pt x="600" y="335"/>
                </a:lnTo>
                <a:lnTo>
                  <a:pt x="600" y="336"/>
                </a:lnTo>
                <a:lnTo>
                  <a:pt x="600" y="337"/>
                </a:lnTo>
                <a:lnTo>
                  <a:pt x="600" y="338"/>
                </a:lnTo>
                <a:lnTo>
                  <a:pt x="600" y="339"/>
                </a:lnTo>
                <a:lnTo>
                  <a:pt x="601" y="339"/>
                </a:lnTo>
                <a:lnTo>
                  <a:pt x="604" y="338"/>
                </a:lnTo>
                <a:lnTo>
                  <a:pt x="605" y="338"/>
                </a:lnTo>
                <a:lnTo>
                  <a:pt x="606" y="338"/>
                </a:lnTo>
                <a:lnTo>
                  <a:pt x="607" y="339"/>
                </a:lnTo>
                <a:lnTo>
                  <a:pt x="608" y="340"/>
                </a:lnTo>
                <a:lnTo>
                  <a:pt x="608" y="341"/>
                </a:lnTo>
                <a:lnTo>
                  <a:pt x="609" y="342"/>
                </a:lnTo>
                <a:lnTo>
                  <a:pt x="610" y="343"/>
                </a:lnTo>
                <a:lnTo>
                  <a:pt x="610" y="344"/>
                </a:lnTo>
                <a:lnTo>
                  <a:pt x="611" y="345"/>
                </a:lnTo>
                <a:lnTo>
                  <a:pt x="609" y="349"/>
                </a:lnTo>
                <a:lnTo>
                  <a:pt x="608" y="351"/>
                </a:lnTo>
                <a:lnTo>
                  <a:pt x="609" y="351"/>
                </a:lnTo>
                <a:lnTo>
                  <a:pt x="609" y="350"/>
                </a:lnTo>
                <a:lnTo>
                  <a:pt x="611" y="349"/>
                </a:lnTo>
                <a:lnTo>
                  <a:pt x="612" y="349"/>
                </a:lnTo>
                <a:lnTo>
                  <a:pt x="613" y="350"/>
                </a:lnTo>
                <a:lnTo>
                  <a:pt x="614" y="350"/>
                </a:lnTo>
                <a:lnTo>
                  <a:pt x="616" y="350"/>
                </a:lnTo>
                <a:lnTo>
                  <a:pt x="617" y="349"/>
                </a:lnTo>
                <a:lnTo>
                  <a:pt x="620" y="351"/>
                </a:lnTo>
                <a:lnTo>
                  <a:pt x="620" y="352"/>
                </a:lnTo>
                <a:lnTo>
                  <a:pt x="619" y="355"/>
                </a:lnTo>
                <a:lnTo>
                  <a:pt x="620" y="355"/>
                </a:lnTo>
                <a:lnTo>
                  <a:pt x="621" y="355"/>
                </a:lnTo>
                <a:lnTo>
                  <a:pt x="623" y="356"/>
                </a:lnTo>
                <a:lnTo>
                  <a:pt x="624" y="356"/>
                </a:lnTo>
                <a:lnTo>
                  <a:pt x="625" y="356"/>
                </a:lnTo>
                <a:lnTo>
                  <a:pt x="626" y="356"/>
                </a:lnTo>
                <a:lnTo>
                  <a:pt x="627" y="356"/>
                </a:lnTo>
                <a:lnTo>
                  <a:pt x="629" y="357"/>
                </a:lnTo>
                <a:lnTo>
                  <a:pt x="630" y="357"/>
                </a:lnTo>
                <a:lnTo>
                  <a:pt x="631" y="357"/>
                </a:lnTo>
                <a:lnTo>
                  <a:pt x="642" y="361"/>
                </a:lnTo>
                <a:lnTo>
                  <a:pt x="641" y="366"/>
                </a:lnTo>
                <a:lnTo>
                  <a:pt x="642" y="366"/>
                </a:lnTo>
                <a:lnTo>
                  <a:pt x="643" y="365"/>
                </a:lnTo>
                <a:lnTo>
                  <a:pt x="643" y="366"/>
                </a:lnTo>
                <a:lnTo>
                  <a:pt x="644" y="366"/>
                </a:lnTo>
                <a:lnTo>
                  <a:pt x="646" y="363"/>
                </a:lnTo>
                <a:lnTo>
                  <a:pt x="651" y="364"/>
                </a:lnTo>
                <a:lnTo>
                  <a:pt x="651" y="365"/>
                </a:lnTo>
                <a:lnTo>
                  <a:pt x="654" y="367"/>
                </a:lnTo>
                <a:lnTo>
                  <a:pt x="654" y="365"/>
                </a:lnTo>
                <a:lnTo>
                  <a:pt x="655" y="365"/>
                </a:lnTo>
                <a:lnTo>
                  <a:pt x="656" y="365"/>
                </a:lnTo>
                <a:lnTo>
                  <a:pt x="660" y="366"/>
                </a:lnTo>
                <a:lnTo>
                  <a:pt x="660" y="367"/>
                </a:lnTo>
                <a:lnTo>
                  <a:pt x="666" y="369"/>
                </a:lnTo>
                <a:lnTo>
                  <a:pt x="670" y="371"/>
                </a:lnTo>
                <a:lnTo>
                  <a:pt x="671" y="371"/>
                </a:lnTo>
                <a:lnTo>
                  <a:pt x="672" y="372"/>
                </a:lnTo>
                <a:lnTo>
                  <a:pt x="672" y="373"/>
                </a:lnTo>
                <a:lnTo>
                  <a:pt x="672" y="375"/>
                </a:lnTo>
                <a:lnTo>
                  <a:pt x="672" y="376"/>
                </a:lnTo>
                <a:lnTo>
                  <a:pt x="672" y="377"/>
                </a:lnTo>
                <a:lnTo>
                  <a:pt x="673" y="378"/>
                </a:lnTo>
                <a:lnTo>
                  <a:pt x="673" y="379"/>
                </a:lnTo>
                <a:lnTo>
                  <a:pt x="673" y="381"/>
                </a:lnTo>
                <a:lnTo>
                  <a:pt x="673" y="382"/>
                </a:lnTo>
                <a:lnTo>
                  <a:pt x="674" y="384"/>
                </a:lnTo>
                <a:lnTo>
                  <a:pt x="675" y="385"/>
                </a:lnTo>
                <a:lnTo>
                  <a:pt x="676" y="385"/>
                </a:lnTo>
                <a:lnTo>
                  <a:pt x="677" y="385"/>
                </a:lnTo>
                <a:lnTo>
                  <a:pt x="677" y="386"/>
                </a:lnTo>
                <a:lnTo>
                  <a:pt x="677" y="387"/>
                </a:lnTo>
                <a:lnTo>
                  <a:pt x="677" y="388"/>
                </a:lnTo>
                <a:lnTo>
                  <a:pt x="677" y="389"/>
                </a:lnTo>
                <a:lnTo>
                  <a:pt x="677" y="390"/>
                </a:lnTo>
                <a:lnTo>
                  <a:pt x="679" y="391"/>
                </a:lnTo>
                <a:lnTo>
                  <a:pt x="679" y="392"/>
                </a:lnTo>
                <a:lnTo>
                  <a:pt x="679" y="393"/>
                </a:lnTo>
                <a:lnTo>
                  <a:pt x="681" y="394"/>
                </a:lnTo>
                <a:lnTo>
                  <a:pt x="682" y="395"/>
                </a:lnTo>
                <a:lnTo>
                  <a:pt x="683" y="395"/>
                </a:lnTo>
                <a:lnTo>
                  <a:pt x="684" y="396"/>
                </a:lnTo>
                <a:lnTo>
                  <a:pt x="684" y="398"/>
                </a:lnTo>
                <a:lnTo>
                  <a:pt x="683" y="399"/>
                </a:lnTo>
                <a:lnTo>
                  <a:pt x="681" y="400"/>
                </a:lnTo>
                <a:lnTo>
                  <a:pt x="680" y="401"/>
                </a:lnTo>
                <a:lnTo>
                  <a:pt x="678" y="400"/>
                </a:lnTo>
                <a:lnTo>
                  <a:pt x="675" y="400"/>
                </a:lnTo>
                <a:lnTo>
                  <a:pt x="675" y="399"/>
                </a:lnTo>
                <a:lnTo>
                  <a:pt x="674" y="399"/>
                </a:lnTo>
                <a:lnTo>
                  <a:pt x="674" y="400"/>
                </a:lnTo>
                <a:lnTo>
                  <a:pt x="673" y="400"/>
                </a:lnTo>
                <a:lnTo>
                  <a:pt x="672" y="401"/>
                </a:lnTo>
                <a:lnTo>
                  <a:pt x="672" y="402"/>
                </a:lnTo>
                <a:lnTo>
                  <a:pt x="673" y="402"/>
                </a:lnTo>
                <a:lnTo>
                  <a:pt x="672" y="402"/>
                </a:lnTo>
                <a:lnTo>
                  <a:pt x="671" y="402"/>
                </a:lnTo>
                <a:lnTo>
                  <a:pt x="670" y="402"/>
                </a:lnTo>
                <a:lnTo>
                  <a:pt x="670" y="403"/>
                </a:lnTo>
                <a:lnTo>
                  <a:pt x="671" y="402"/>
                </a:lnTo>
                <a:lnTo>
                  <a:pt x="672" y="402"/>
                </a:lnTo>
                <a:lnTo>
                  <a:pt x="673" y="402"/>
                </a:lnTo>
                <a:lnTo>
                  <a:pt x="676" y="402"/>
                </a:lnTo>
                <a:lnTo>
                  <a:pt x="676" y="403"/>
                </a:lnTo>
                <a:lnTo>
                  <a:pt x="677" y="405"/>
                </a:lnTo>
                <a:lnTo>
                  <a:pt x="677" y="406"/>
                </a:lnTo>
                <a:lnTo>
                  <a:pt x="677" y="405"/>
                </a:lnTo>
                <a:lnTo>
                  <a:pt x="678" y="405"/>
                </a:lnTo>
                <a:lnTo>
                  <a:pt x="678" y="406"/>
                </a:lnTo>
                <a:lnTo>
                  <a:pt x="679" y="406"/>
                </a:lnTo>
                <a:lnTo>
                  <a:pt x="679" y="407"/>
                </a:lnTo>
                <a:lnTo>
                  <a:pt x="681" y="407"/>
                </a:lnTo>
                <a:lnTo>
                  <a:pt x="683" y="408"/>
                </a:lnTo>
                <a:lnTo>
                  <a:pt x="685" y="407"/>
                </a:lnTo>
                <a:lnTo>
                  <a:pt x="686" y="406"/>
                </a:lnTo>
                <a:lnTo>
                  <a:pt x="687" y="405"/>
                </a:lnTo>
                <a:lnTo>
                  <a:pt x="688" y="405"/>
                </a:lnTo>
                <a:lnTo>
                  <a:pt x="688" y="406"/>
                </a:lnTo>
                <a:lnTo>
                  <a:pt x="690" y="406"/>
                </a:lnTo>
                <a:lnTo>
                  <a:pt x="691" y="408"/>
                </a:lnTo>
                <a:lnTo>
                  <a:pt x="691" y="410"/>
                </a:lnTo>
                <a:lnTo>
                  <a:pt x="691" y="413"/>
                </a:lnTo>
                <a:lnTo>
                  <a:pt x="692" y="413"/>
                </a:lnTo>
                <a:lnTo>
                  <a:pt x="693" y="413"/>
                </a:lnTo>
                <a:lnTo>
                  <a:pt x="694" y="414"/>
                </a:lnTo>
                <a:lnTo>
                  <a:pt x="695" y="414"/>
                </a:lnTo>
                <a:lnTo>
                  <a:pt x="696" y="414"/>
                </a:lnTo>
                <a:lnTo>
                  <a:pt x="698" y="414"/>
                </a:lnTo>
                <a:lnTo>
                  <a:pt x="698" y="412"/>
                </a:lnTo>
                <a:lnTo>
                  <a:pt x="702" y="412"/>
                </a:lnTo>
                <a:lnTo>
                  <a:pt x="714" y="414"/>
                </a:lnTo>
                <a:lnTo>
                  <a:pt x="720" y="417"/>
                </a:lnTo>
                <a:lnTo>
                  <a:pt x="722" y="419"/>
                </a:lnTo>
                <a:lnTo>
                  <a:pt x="721" y="422"/>
                </a:lnTo>
                <a:lnTo>
                  <a:pt x="722" y="423"/>
                </a:lnTo>
                <a:lnTo>
                  <a:pt x="723" y="424"/>
                </a:lnTo>
                <a:lnTo>
                  <a:pt x="724" y="424"/>
                </a:lnTo>
                <a:lnTo>
                  <a:pt x="725" y="424"/>
                </a:lnTo>
                <a:lnTo>
                  <a:pt x="726" y="425"/>
                </a:lnTo>
                <a:lnTo>
                  <a:pt x="728" y="426"/>
                </a:lnTo>
                <a:lnTo>
                  <a:pt x="730" y="428"/>
                </a:lnTo>
                <a:lnTo>
                  <a:pt x="731" y="429"/>
                </a:lnTo>
                <a:lnTo>
                  <a:pt x="731" y="428"/>
                </a:lnTo>
                <a:lnTo>
                  <a:pt x="732" y="428"/>
                </a:lnTo>
                <a:lnTo>
                  <a:pt x="734" y="430"/>
                </a:lnTo>
                <a:lnTo>
                  <a:pt x="741" y="442"/>
                </a:lnTo>
                <a:lnTo>
                  <a:pt x="742" y="443"/>
                </a:lnTo>
                <a:lnTo>
                  <a:pt x="742" y="444"/>
                </a:lnTo>
                <a:lnTo>
                  <a:pt x="742" y="445"/>
                </a:lnTo>
                <a:lnTo>
                  <a:pt x="742" y="446"/>
                </a:lnTo>
                <a:lnTo>
                  <a:pt x="743" y="446"/>
                </a:lnTo>
                <a:lnTo>
                  <a:pt x="743" y="447"/>
                </a:lnTo>
                <a:lnTo>
                  <a:pt x="744" y="448"/>
                </a:lnTo>
                <a:lnTo>
                  <a:pt x="745" y="449"/>
                </a:lnTo>
                <a:lnTo>
                  <a:pt x="745" y="450"/>
                </a:lnTo>
                <a:lnTo>
                  <a:pt x="746" y="450"/>
                </a:lnTo>
                <a:lnTo>
                  <a:pt x="746" y="451"/>
                </a:lnTo>
                <a:lnTo>
                  <a:pt x="747" y="452"/>
                </a:lnTo>
                <a:lnTo>
                  <a:pt x="748" y="453"/>
                </a:lnTo>
                <a:lnTo>
                  <a:pt x="747" y="454"/>
                </a:lnTo>
                <a:lnTo>
                  <a:pt x="749" y="455"/>
                </a:lnTo>
                <a:lnTo>
                  <a:pt x="750" y="457"/>
                </a:lnTo>
                <a:lnTo>
                  <a:pt x="751" y="457"/>
                </a:lnTo>
                <a:lnTo>
                  <a:pt x="751" y="459"/>
                </a:lnTo>
                <a:lnTo>
                  <a:pt x="752" y="459"/>
                </a:lnTo>
                <a:lnTo>
                  <a:pt x="752" y="461"/>
                </a:lnTo>
                <a:lnTo>
                  <a:pt x="753" y="462"/>
                </a:lnTo>
                <a:lnTo>
                  <a:pt x="753" y="463"/>
                </a:lnTo>
                <a:lnTo>
                  <a:pt x="752" y="465"/>
                </a:lnTo>
                <a:lnTo>
                  <a:pt x="751" y="466"/>
                </a:lnTo>
                <a:lnTo>
                  <a:pt x="750" y="467"/>
                </a:lnTo>
                <a:lnTo>
                  <a:pt x="749" y="467"/>
                </a:lnTo>
                <a:lnTo>
                  <a:pt x="748" y="468"/>
                </a:lnTo>
                <a:lnTo>
                  <a:pt x="748" y="469"/>
                </a:lnTo>
                <a:lnTo>
                  <a:pt x="749" y="472"/>
                </a:lnTo>
                <a:lnTo>
                  <a:pt x="748" y="477"/>
                </a:lnTo>
                <a:lnTo>
                  <a:pt x="747" y="477"/>
                </a:lnTo>
                <a:lnTo>
                  <a:pt x="745" y="477"/>
                </a:lnTo>
                <a:lnTo>
                  <a:pt x="741" y="477"/>
                </a:lnTo>
                <a:lnTo>
                  <a:pt x="740" y="477"/>
                </a:lnTo>
                <a:lnTo>
                  <a:pt x="739" y="477"/>
                </a:lnTo>
                <a:lnTo>
                  <a:pt x="737" y="476"/>
                </a:lnTo>
                <a:lnTo>
                  <a:pt x="736" y="476"/>
                </a:lnTo>
                <a:lnTo>
                  <a:pt x="732" y="476"/>
                </a:lnTo>
                <a:lnTo>
                  <a:pt x="731" y="475"/>
                </a:lnTo>
                <a:lnTo>
                  <a:pt x="729" y="475"/>
                </a:lnTo>
                <a:lnTo>
                  <a:pt x="727" y="475"/>
                </a:lnTo>
                <a:lnTo>
                  <a:pt x="726" y="474"/>
                </a:lnTo>
                <a:lnTo>
                  <a:pt x="724" y="474"/>
                </a:lnTo>
                <a:lnTo>
                  <a:pt x="722" y="474"/>
                </a:lnTo>
                <a:lnTo>
                  <a:pt x="720" y="473"/>
                </a:lnTo>
                <a:lnTo>
                  <a:pt x="719" y="473"/>
                </a:lnTo>
                <a:lnTo>
                  <a:pt x="717" y="473"/>
                </a:lnTo>
                <a:lnTo>
                  <a:pt x="716" y="473"/>
                </a:lnTo>
                <a:lnTo>
                  <a:pt x="715" y="473"/>
                </a:lnTo>
                <a:lnTo>
                  <a:pt x="714" y="472"/>
                </a:lnTo>
                <a:lnTo>
                  <a:pt x="713" y="472"/>
                </a:lnTo>
                <a:lnTo>
                  <a:pt x="712" y="472"/>
                </a:lnTo>
                <a:lnTo>
                  <a:pt x="712" y="473"/>
                </a:lnTo>
                <a:lnTo>
                  <a:pt x="711" y="473"/>
                </a:lnTo>
                <a:lnTo>
                  <a:pt x="711" y="472"/>
                </a:lnTo>
                <a:lnTo>
                  <a:pt x="710" y="472"/>
                </a:lnTo>
                <a:lnTo>
                  <a:pt x="709" y="472"/>
                </a:lnTo>
                <a:lnTo>
                  <a:pt x="707" y="471"/>
                </a:lnTo>
                <a:lnTo>
                  <a:pt x="706" y="471"/>
                </a:lnTo>
                <a:lnTo>
                  <a:pt x="705" y="470"/>
                </a:lnTo>
                <a:lnTo>
                  <a:pt x="704" y="470"/>
                </a:lnTo>
                <a:lnTo>
                  <a:pt x="703" y="469"/>
                </a:lnTo>
                <a:lnTo>
                  <a:pt x="702" y="469"/>
                </a:lnTo>
                <a:lnTo>
                  <a:pt x="700" y="468"/>
                </a:lnTo>
                <a:lnTo>
                  <a:pt x="699" y="468"/>
                </a:lnTo>
                <a:lnTo>
                  <a:pt x="698" y="468"/>
                </a:lnTo>
                <a:lnTo>
                  <a:pt x="698" y="467"/>
                </a:lnTo>
                <a:lnTo>
                  <a:pt x="697" y="467"/>
                </a:lnTo>
                <a:lnTo>
                  <a:pt x="696" y="467"/>
                </a:lnTo>
                <a:lnTo>
                  <a:pt x="695" y="467"/>
                </a:lnTo>
                <a:lnTo>
                  <a:pt x="694" y="467"/>
                </a:lnTo>
                <a:lnTo>
                  <a:pt x="693" y="467"/>
                </a:lnTo>
                <a:lnTo>
                  <a:pt x="692" y="467"/>
                </a:lnTo>
                <a:lnTo>
                  <a:pt x="691" y="467"/>
                </a:lnTo>
                <a:lnTo>
                  <a:pt x="689" y="466"/>
                </a:lnTo>
                <a:lnTo>
                  <a:pt x="688" y="466"/>
                </a:lnTo>
                <a:lnTo>
                  <a:pt x="688" y="465"/>
                </a:lnTo>
                <a:lnTo>
                  <a:pt x="687" y="465"/>
                </a:lnTo>
                <a:lnTo>
                  <a:pt x="686" y="464"/>
                </a:lnTo>
                <a:lnTo>
                  <a:pt x="686" y="463"/>
                </a:lnTo>
                <a:lnTo>
                  <a:pt x="686" y="462"/>
                </a:lnTo>
                <a:lnTo>
                  <a:pt x="685" y="461"/>
                </a:lnTo>
                <a:lnTo>
                  <a:pt x="684" y="460"/>
                </a:lnTo>
                <a:lnTo>
                  <a:pt x="682" y="458"/>
                </a:lnTo>
                <a:lnTo>
                  <a:pt x="680" y="456"/>
                </a:lnTo>
                <a:lnTo>
                  <a:pt x="679" y="456"/>
                </a:lnTo>
                <a:lnTo>
                  <a:pt x="679" y="455"/>
                </a:lnTo>
                <a:lnTo>
                  <a:pt x="677" y="455"/>
                </a:lnTo>
                <a:lnTo>
                  <a:pt x="675" y="454"/>
                </a:lnTo>
                <a:lnTo>
                  <a:pt x="674" y="454"/>
                </a:lnTo>
                <a:lnTo>
                  <a:pt x="672" y="454"/>
                </a:lnTo>
                <a:lnTo>
                  <a:pt x="671" y="454"/>
                </a:lnTo>
                <a:lnTo>
                  <a:pt x="669" y="454"/>
                </a:lnTo>
                <a:lnTo>
                  <a:pt x="668" y="454"/>
                </a:lnTo>
                <a:lnTo>
                  <a:pt x="667" y="455"/>
                </a:lnTo>
                <a:lnTo>
                  <a:pt x="664" y="457"/>
                </a:lnTo>
                <a:lnTo>
                  <a:pt x="661" y="459"/>
                </a:lnTo>
                <a:lnTo>
                  <a:pt x="659" y="461"/>
                </a:lnTo>
                <a:lnTo>
                  <a:pt x="658" y="462"/>
                </a:lnTo>
                <a:lnTo>
                  <a:pt x="656" y="464"/>
                </a:lnTo>
                <a:lnTo>
                  <a:pt x="655" y="465"/>
                </a:lnTo>
                <a:lnTo>
                  <a:pt x="655" y="466"/>
                </a:lnTo>
                <a:lnTo>
                  <a:pt x="654" y="468"/>
                </a:lnTo>
                <a:lnTo>
                  <a:pt x="653" y="469"/>
                </a:lnTo>
                <a:lnTo>
                  <a:pt x="652" y="470"/>
                </a:lnTo>
                <a:lnTo>
                  <a:pt x="651" y="471"/>
                </a:lnTo>
                <a:lnTo>
                  <a:pt x="649" y="473"/>
                </a:lnTo>
                <a:lnTo>
                  <a:pt x="648" y="474"/>
                </a:lnTo>
                <a:lnTo>
                  <a:pt x="649" y="474"/>
                </a:lnTo>
                <a:lnTo>
                  <a:pt x="650" y="475"/>
                </a:lnTo>
                <a:lnTo>
                  <a:pt x="650" y="476"/>
                </a:lnTo>
                <a:lnTo>
                  <a:pt x="652" y="477"/>
                </a:lnTo>
                <a:lnTo>
                  <a:pt x="653" y="477"/>
                </a:lnTo>
                <a:lnTo>
                  <a:pt x="654" y="478"/>
                </a:lnTo>
                <a:lnTo>
                  <a:pt x="658" y="480"/>
                </a:lnTo>
                <a:lnTo>
                  <a:pt x="658" y="481"/>
                </a:lnTo>
                <a:lnTo>
                  <a:pt x="659" y="481"/>
                </a:lnTo>
                <a:lnTo>
                  <a:pt x="660" y="482"/>
                </a:lnTo>
                <a:lnTo>
                  <a:pt x="662" y="482"/>
                </a:lnTo>
                <a:lnTo>
                  <a:pt x="662" y="483"/>
                </a:lnTo>
                <a:lnTo>
                  <a:pt x="664" y="483"/>
                </a:lnTo>
                <a:lnTo>
                  <a:pt x="665" y="484"/>
                </a:lnTo>
                <a:lnTo>
                  <a:pt x="668" y="486"/>
                </a:lnTo>
                <a:lnTo>
                  <a:pt x="670" y="487"/>
                </a:lnTo>
                <a:lnTo>
                  <a:pt x="670" y="488"/>
                </a:lnTo>
                <a:lnTo>
                  <a:pt x="671" y="488"/>
                </a:lnTo>
                <a:lnTo>
                  <a:pt x="672" y="489"/>
                </a:lnTo>
                <a:lnTo>
                  <a:pt x="674" y="491"/>
                </a:lnTo>
                <a:lnTo>
                  <a:pt x="675" y="492"/>
                </a:lnTo>
                <a:lnTo>
                  <a:pt x="677" y="493"/>
                </a:lnTo>
                <a:lnTo>
                  <a:pt x="679" y="495"/>
                </a:lnTo>
                <a:lnTo>
                  <a:pt x="679" y="496"/>
                </a:lnTo>
                <a:lnTo>
                  <a:pt x="680" y="497"/>
                </a:lnTo>
                <a:lnTo>
                  <a:pt x="681" y="497"/>
                </a:lnTo>
                <a:lnTo>
                  <a:pt x="682" y="497"/>
                </a:lnTo>
                <a:lnTo>
                  <a:pt x="682" y="498"/>
                </a:lnTo>
                <a:lnTo>
                  <a:pt x="683" y="498"/>
                </a:lnTo>
                <a:lnTo>
                  <a:pt x="687" y="500"/>
                </a:lnTo>
                <a:lnTo>
                  <a:pt x="688" y="500"/>
                </a:lnTo>
                <a:lnTo>
                  <a:pt x="689" y="501"/>
                </a:lnTo>
                <a:lnTo>
                  <a:pt x="688" y="501"/>
                </a:lnTo>
                <a:lnTo>
                  <a:pt x="688" y="502"/>
                </a:lnTo>
                <a:lnTo>
                  <a:pt x="687" y="503"/>
                </a:lnTo>
                <a:lnTo>
                  <a:pt x="686" y="504"/>
                </a:lnTo>
                <a:lnTo>
                  <a:pt x="685" y="506"/>
                </a:lnTo>
                <a:lnTo>
                  <a:pt x="684" y="506"/>
                </a:lnTo>
                <a:lnTo>
                  <a:pt x="683" y="508"/>
                </a:lnTo>
                <a:lnTo>
                  <a:pt x="682" y="509"/>
                </a:lnTo>
                <a:lnTo>
                  <a:pt x="681" y="509"/>
                </a:lnTo>
                <a:lnTo>
                  <a:pt x="681" y="508"/>
                </a:lnTo>
                <a:lnTo>
                  <a:pt x="680" y="508"/>
                </a:lnTo>
                <a:lnTo>
                  <a:pt x="680" y="509"/>
                </a:lnTo>
                <a:lnTo>
                  <a:pt x="679" y="509"/>
                </a:lnTo>
                <a:lnTo>
                  <a:pt x="679" y="510"/>
                </a:lnTo>
                <a:lnTo>
                  <a:pt x="679" y="511"/>
                </a:lnTo>
                <a:lnTo>
                  <a:pt x="678" y="511"/>
                </a:lnTo>
                <a:lnTo>
                  <a:pt x="677" y="511"/>
                </a:lnTo>
                <a:lnTo>
                  <a:pt x="677" y="512"/>
                </a:lnTo>
                <a:lnTo>
                  <a:pt x="676" y="512"/>
                </a:lnTo>
                <a:lnTo>
                  <a:pt x="675" y="512"/>
                </a:lnTo>
                <a:lnTo>
                  <a:pt x="675" y="513"/>
                </a:lnTo>
                <a:lnTo>
                  <a:pt x="675" y="514"/>
                </a:lnTo>
                <a:lnTo>
                  <a:pt x="673" y="514"/>
                </a:lnTo>
                <a:lnTo>
                  <a:pt x="673" y="513"/>
                </a:lnTo>
                <a:lnTo>
                  <a:pt x="672" y="513"/>
                </a:lnTo>
                <a:lnTo>
                  <a:pt x="672" y="512"/>
                </a:lnTo>
                <a:lnTo>
                  <a:pt x="671" y="513"/>
                </a:lnTo>
                <a:lnTo>
                  <a:pt x="671" y="514"/>
                </a:lnTo>
                <a:lnTo>
                  <a:pt x="670" y="515"/>
                </a:lnTo>
                <a:lnTo>
                  <a:pt x="669" y="515"/>
                </a:lnTo>
                <a:lnTo>
                  <a:pt x="669" y="514"/>
                </a:lnTo>
                <a:lnTo>
                  <a:pt x="668" y="515"/>
                </a:lnTo>
                <a:lnTo>
                  <a:pt x="668" y="516"/>
                </a:lnTo>
                <a:lnTo>
                  <a:pt x="667" y="516"/>
                </a:lnTo>
                <a:lnTo>
                  <a:pt x="667" y="517"/>
                </a:lnTo>
                <a:lnTo>
                  <a:pt x="666" y="517"/>
                </a:lnTo>
                <a:lnTo>
                  <a:pt x="666" y="518"/>
                </a:lnTo>
                <a:lnTo>
                  <a:pt x="666" y="519"/>
                </a:lnTo>
                <a:lnTo>
                  <a:pt x="665" y="520"/>
                </a:lnTo>
                <a:lnTo>
                  <a:pt x="664" y="520"/>
                </a:lnTo>
                <a:lnTo>
                  <a:pt x="663" y="520"/>
                </a:lnTo>
                <a:lnTo>
                  <a:pt x="661" y="521"/>
                </a:lnTo>
                <a:lnTo>
                  <a:pt x="661" y="522"/>
                </a:lnTo>
                <a:lnTo>
                  <a:pt x="662" y="522"/>
                </a:lnTo>
                <a:lnTo>
                  <a:pt x="662" y="523"/>
                </a:lnTo>
                <a:lnTo>
                  <a:pt x="663" y="523"/>
                </a:lnTo>
                <a:lnTo>
                  <a:pt x="664" y="523"/>
                </a:lnTo>
                <a:lnTo>
                  <a:pt x="663" y="524"/>
                </a:lnTo>
                <a:lnTo>
                  <a:pt x="662" y="524"/>
                </a:lnTo>
                <a:lnTo>
                  <a:pt x="662" y="525"/>
                </a:lnTo>
                <a:lnTo>
                  <a:pt x="663" y="525"/>
                </a:lnTo>
                <a:lnTo>
                  <a:pt x="663" y="526"/>
                </a:lnTo>
                <a:lnTo>
                  <a:pt x="664" y="526"/>
                </a:lnTo>
                <a:lnTo>
                  <a:pt x="663" y="526"/>
                </a:lnTo>
                <a:lnTo>
                  <a:pt x="663" y="527"/>
                </a:lnTo>
                <a:lnTo>
                  <a:pt x="663" y="528"/>
                </a:lnTo>
                <a:lnTo>
                  <a:pt x="662" y="529"/>
                </a:lnTo>
                <a:lnTo>
                  <a:pt x="663" y="530"/>
                </a:lnTo>
                <a:lnTo>
                  <a:pt x="662" y="531"/>
                </a:lnTo>
                <a:lnTo>
                  <a:pt x="660" y="532"/>
                </a:lnTo>
                <a:lnTo>
                  <a:pt x="659" y="532"/>
                </a:lnTo>
                <a:lnTo>
                  <a:pt x="659" y="533"/>
                </a:lnTo>
                <a:lnTo>
                  <a:pt x="660" y="533"/>
                </a:lnTo>
                <a:lnTo>
                  <a:pt x="659" y="534"/>
                </a:lnTo>
                <a:lnTo>
                  <a:pt x="658" y="534"/>
                </a:lnTo>
                <a:lnTo>
                  <a:pt x="659" y="535"/>
                </a:lnTo>
                <a:lnTo>
                  <a:pt x="659" y="536"/>
                </a:lnTo>
                <a:lnTo>
                  <a:pt x="660" y="536"/>
                </a:lnTo>
                <a:lnTo>
                  <a:pt x="660" y="537"/>
                </a:lnTo>
                <a:lnTo>
                  <a:pt x="661" y="537"/>
                </a:lnTo>
                <a:lnTo>
                  <a:pt x="662" y="536"/>
                </a:lnTo>
                <a:lnTo>
                  <a:pt x="662" y="537"/>
                </a:lnTo>
                <a:lnTo>
                  <a:pt x="662" y="538"/>
                </a:lnTo>
                <a:lnTo>
                  <a:pt x="662" y="539"/>
                </a:lnTo>
                <a:lnTo>
                  <a:pt x="663" y="539"/>
                </a:lnTo>
                <a:lnTo>
                  <a:pt x="662" y="540"/>
                </a:lnTo>
                <a:lnTo>
                  <a:pt x="662" y="541"/>
                </a:lnTo>
                <a:lnTo>
                  <a:pt x="663" y="542"/>
                </a:lnTo>
                <a:lnTo>
                  <a:pt x="663" y="543"/>
                </a:lnTo>
                <a:lnTo>
                  <a:pt x="664" y="543"/>
                </a:lnTo>
                <a:lnTo>
                  <a:pt x="664" y="542"/>
                </a:lnTo>
                <a:lnTo>
                  <a:pt x="664" y="541"/>
                </a:lnTo>
                <a:lnTo>
                  <a:pt x="665" y="543"/>
                </a:lnTo>
                <a:lnTo>
                  <a:pt x="666" y="544"/>
                </a:lnTo>
                <a:lnTo>
                  <a:pt x="667" y="544"/>
                </a:lnTo>
                <a:lnTo>
                  <a:pt x="667" y="545"/>
                </a:lnTo>
                <a:lnTo>
                  <a:pt x="667" y="546"/>
                </a:lnTo>
                <a:lnTo>
                  <a:pt x="666" y="546"/>
                </a:lnTo>
                <a:lnTo>
                  <a:pt x="665" y="547"/>
                </a:lnTo>
                <a:lnTo>
                  <a:pt x="664" y="547"/>
                </a:lnTo>
                <a:lnTo>
                  <a:pt x="664" y="546"/>
                </a:lnTo>
                <a:lnTo>
                  <a:pt x="663" y="546"/>
                </a:lnTo>
                <a:lnTo>
                  <a:pt x="662" y="546"/>
                </a:lnTo>
                <a:lnTo>
                  <a:pt x="662" y="545"/>
                </a:lnTo>
                <a:lnTo>
                  <a:pt x="661" y="546"/>
                </a:lnTo>
                <a:lnTo>
                  <a:pt x="661" y="547"/>
                </a:lnTo>
                <a:lnTo>
                  <a:pt x="660" y="547"/>
                </a:lnTo>
                <a:lnTo>
                  <a:pt x="660" y="548"/>
                </a:lnTo>
                <a:lnTo>
                  <a:pt x="660" y="547"/>
                </a:lnTo>
                <a:lnTo>
                  <a:pt x="659" y="547"/>
                </a:lnTo>
                <a:lnTo>
                  <a:pt x="659" y="546"/>
                </a:lnTo>
                <a:lnTo>
                  <a:pt x="658" y="545"/>
                </a:lnTo>
                <a:lnTo>
                  <a:pt x="657" y="546"/>
                </a:lnTo>
                <a:lnTo>
                  <a:pt x="657" y="547"/>
                </a:lnTo>
                <a:lnTo>
                  <a:pt x="657" y="548"/>
                </a:lnTo>
                <a:lnTo>
                  <a:pt x="658" y="548"/>
                </a:lnTo>
                <a:lnTo>
                  <a:pt x="657" y="548"/>
                </a:lnTo>
                <a:lnTo>
                  <a:pt x="657" y="549"/>
                </a:lnTo>
                <a:lnTo>
                  <a:pt x="656" y="549"/>
                </a:lnTo>
                <a:lnTo>
                  <a:pt x="655" y="549"/>
                </a:lnTo>
                <a:lnTo>
                  <a:pt x="655" y="550"/>
                </a:lnTo>
                <a:lnTo>
                  <a:pt x="655" y="552"/>
                </a:lnTo>
                <a:lnTo>
                  <a:pt x="656" y="553"/>
                </a:lnTo>
                <a:lnTo>
                  <a:pt x="656" y="554"/>
                </a:lnTo>
                <a:lnTo>
                  <a:pt x="656" y="555"/>
                </a:lnTo>
                <a:lnTo>
                  <a:pt x="656" y="556"/>
                </a:lnTo>
                <a:lnTo>
                  <a:pt x="657" y="557"/>
                </a:lnTo>
                <a:lnTo>
                  <a:pt x="657" y="559"/>
                </a:lnTo>
                <a:lnTo>
                  <a:pt x="658" y="560"/>
                </a:lnTo>
                <a:lnTo>
                  <a:pt x="658" y="561"/>
                </a:lnTo>
                <a:lnTo>
                  <a:pt x="658" y="562"/>
                </a:lnTo>
                <a:lnTo>
                  <a:pt x="659" y="563"/>
                </a:lnTo>
                <a:lnTo>
                  <a:pt x="659" y="564"/>
                </a:lnTo>
                <a:lnTo>
                  <a:pt x="660" y="565"/>
                </a:lnTo>
                <a:lnTo>
                  <a:pt x="660" y="566"/>
                </a:lnTo>
                <a:lnTo>
                  <a:pt x="659" y="566"/>
                </a:lnTo>
                <a:lnTo>
                  <a:pt x="659" y="567"/>
                </a:lnTo>
                <a:lnTo>
                  <a:pt x="658" y="567"/>
                </a:lnTo>
                <a:lnTo>
                  <a:pt x="657" y="567"/>
                </a:lnTo>
                <a:lnTo>
                  <a:pt x="656" y="567"/>
                </a:lnTo>
                <a:lnTo>
                  <a:pt x="655" y="568"/>
                </a:lnTo>
                <a:lnTo>
                  <a:pt x="656" y="568"/>
                </a:lnTo>
                <a:lnTo>
                  <a:pt x="656" y="569"/>
                </a:lnTo>
                <a:lnTo>
                  <a:pt x="655" y="570"/>
                </a:lnTo>
                <a:lnTo>
                  <a:pt x="655" y="569"/>
                </a:lnTo>
                <a:lnTo>
                  <a:pt x="654" y="569"/>
                </a:lnTo>
                <a:lnTo>
                  <a:pt x="653" y="570"/>
                </a:lnTo>
                <a:lnTo>
                  <a:pt x="651" y="571"/>
                </a:lnTo>
                <a:lnTo>
                  <a:pt x="650" y="571"/>
                </a:lnTo>
                <a:lnTo>
                  <a:pt x="649" y="571"/>
                </a:lnTo>
                <a:lnTo>
                  <a:pt x="648" y="571"/>
                </a:lnTo>
                <a:lnTo>
                  <a:pt x="647" y="571"/>
                </a:lnTo>
                <a:lnTo>
                  <a:pt x="646" y="571"/>
                </a:lnTo>
                <a:lnTo>
                  <a:pt x="644" y="571"/>
                </a:lnTo>
                <a:lnTo>
                  <a:pt x="642" y="571"/>
                </a:lnTo>
                <a:lnTo>
                  <a:pt x="641" y="571"/>
                </a:lnTo>
                <a:lnTo>
                  <a:pt x="640" y="572"/>
                </a:lnTo>
                <a:lnTo>
                  <a:pt x="639" y="572"/>
                </a:lnTo>
                <a:lnTo>
                  <a:pt x="639" y="573"/>
                </a:lnTo>
                <a:lnTo>
                  <a:pt x="637" y="573"/>
                </a:lnTo>
                <a:lnTo>
                  <a:pt x="636" y="573"/>
                </a:lnTo>
                <a:lnTo>
                  <a:pt x="635" y="573"/>
                </a:lnTo>
                <a:lnTo>
                  <a:pt x="635" y="574"/>
                </a:lnTo>
                <a:lnTo>
                  <a:pt x="635" y="575"/>
                </a:lnTo>
                <a:lnTo>
                  <a:pt x="634" y="576"/>
                </a:lnTo>
                <a:lnTo>
                  <a:pt x="634" y="577"/>
                </a:lnTo>
                <a:lnTo>
                  <a:pt x="633" y="578"/>
                </a:lnTo>
                <a:lnTo>
                  <a:pt x="633" y="579"/>
                </a:lnTo>
                <a:lnTo>
                  <a:pt x="634" y="579"/>
                </a:lnTo>
                <a:lnTo>
                  <a:pt x="635" y="579"/>
                </a:lnTo>
                <a:lnTo>
                  <a:pt x="635" y="578"/>
                </a:lnTo>
                <a:lnTo>
                  <a:pt x="636" y="578"/>
                </a:lnTo>
                <a:lnTo>
                  <a:pt x="636" y="579"/>
                </a:lnTo>
                <a:lnTo>
                  <a:pt x="638" y="579"/>
                </a:lnTo>
                <a:lnTo>
                  <a:pt x="639" y="580"/>
                </a:lnTo>
                <a:lnTo>
                  <a:pt x="640" y="581"/>
                </a:lnTo>
                <a:lnTo>
                  <a:pt x="639" y="584"/>
                </a:lnTo>
                <a:lnTo>
                  <a:pt x="639" y="585"/>
                </a:lnTo>
                <a:lnTo>
                  <a:pt x="640" y="586"/>
                </a:lnTo>
                <a:lnTo>
                  <a:pt x="640" y="587"/>
                </a:lnTo>
                <a:lnTo>
                  <a:pt x="641" y="587"/>
                </a:lnTo>
                <a:lnTo>
                  <a:pt x="641" y="589"/>
                </a:lnTo>
                <a:lnTo>
                  <a:pt x="641" y="590"/>
                </a:lnTo>
                <a:lnTo>
                  <a:pt x="640" y="590"/>
                </a:lnTo>
                <a:lnTo>
                  <a:pt x="640" y="591"/>
                </a:lnTo>
                <a:lnTo>
                  <a:pt x="640" y="592"/>
                </a:lnTo>
                <a:lnTo>
                  <a:pt x="640" y="593"/>
                </a:lnTo>
                <a:lnTo>
                  <a:pt x="639" y="593"/>
                </a:lnTo>
                <a:lnTo>
                  <a:pt x="639" y="594"/>
                </a:lnTo>
                <a:lnTo>
                  <a:pt x="638" y="594"/>
                </a:lnTo>
                <a:lnTo>
                  <a:pt x="637" y="595"/>
                </a:lnTo>
                <a:lnTo>
                  <a:pt x="636" y="595"/>
                </a:lnTo>
                <a:lnTo>
                  <a:pt x="635" y="595"/>
                </a:lnTo>
                <a:lnTo>
                  <a:pt x="635" y="596"/>
                </a:lnTo>
                <a:lnTo>
                  <a:pt x="634" y="595"/>
                </a:lnTo>
                <a:lnTo>
                  <a:pt x="634" y="594"/>
                </a:lnTo>
                <a:lnTo>
                  <a:pt x="633" y="594"/>
                </a:lnTo>
                <a:lnTo>
                  <a:pt x="631" y="594"/>
                </a:lnTo>
                <a:lnTo>
                  <a:pt x="630" y="594"/>
                </a:lnTo>
                <a:lnTo>
                  <a:pt x="629" y="594"/>
                </a:lnTo>
                <a:lnTo>
                  <a:pt x="628" y="595"/>
                </a:lnTo>
                <a:lnTo>
                  <a:pt x="627" y="595"/>
                </a:lnTo>
                <a:lnTo>
                  <a:pt x="626" y="595"/>
                </a:lnTo>
                <a:lnTo>
                  <a:pt x="625" y="595"/>
                </a:lnTo>
                <a:lnTo>
                  <a:pt x="625" y="596"/>
                </a:lnTo>
                <a:lnTo>
                  <a:pt x="626" y="596"/>
                </a:lnTo>
                <a:lnTo>
                  <a:pt x="625" y="596"/>
                </a:lnTo>
                <a:lnTo>
                  <a:pt x="625" y="597"/>
                </a:lnTo>
                <a:lnTo>
                  <a:pt x="625" y="598"/>
                </a:lnTo>
                <a:lnTo>
                  <a:pt x="625" y="599"/>
                </a:lnTo>
                <a:lnTo>
                  <a:pt x="624" y="599"/>
                </a:lnTo>
                <a:lnTo>
                  <a:pt x="624" y="600"/>
                </a:lnTo>
                <a:lnTo>
                  <a:pt x="623" y="601"/>
                </a:lnTo>
                <a:lnTo>
                  <a:pt x="623" y="602"/>
                </a:lnTo>
                <a:lnTo>
                  <a:pt x="622" y="602"/>
                </a:lnTo>
                <a:lnTo>
                  <a:pt x="622" y="601"/>
                </a:lnTo>
                <a:lnTo>
                  <a:pt x="621" y="601"/>
                </a:lnTo>
                <a:lnTo>
                  <a:pt x="620" y="601"/>
                </a:lnTo>
                <a:lnTo>
                  <a:pt x="618" y="601"/>
                </a:lnTo>
                <a:lnTo>
                  <a:pt x="618" y="602"/>
                </a:lnTo>
                <a:lnTo>
                  <a:pt x="617" y="602"/>
                </a:lnTo>
                <a:lnTo>
                  <a:pt x="616" y="602"/>
                </a:lnTo>
                <a:lnTo>
                  <a:pt x="615" y="602"/>
                </a:lnTo>
                <a:lnTo>
                  <a:pt x="615" y="603"/>
                </a:lnTo>
                <a:lnTo>
                  <a:pt x="615" y="604"/>
                </a:lnTo>
                <a:lnTo>
                  <a:pt x="616" y="604"/>
                </a:lnTo>
                <a:lnTo>
                  <a:pt x="616" y="605"/>
                </a:lnTo>
                <a:lnTo>
                  <a:pt x="617" y="605"/>
                </a:lnTo>
                <a:lnTo>
                  <a:pt x="618" y="606"/>
                </a:lnTo>
                <a:lnTo>
                  <a:pt x="619" y="607"/>
                </a:lnTo>
                <a:lnTo>
                  <a:pt x="619" y="608"/>
                </a:lnTo>
                <a:lnTo>
                  <a:pt x="619" y="609"/>
                </a:lnTo>
                <a:lnTo>
                  <a:pt x="620" y="610"/>
                </a:lnTo>
                <a:lnTo>
                  <a:pt x="619" y="611"/>
                </a:lnTo>
                <a:lnTo>
                  <a:pt x="620" y="611"/>
                </a:lnTo>
                <a:lnTo>
                  <a:pt x="620" y="612"/>
                </a:lnTo>
                <a:lnTo>
                  <a:pt x="620" y="613"/>
                </a:lnTo>
                <a:lnTo>
                  <a:pt x="620" y="614"/>
                </a:lnTo>
                <a:lnTo>
                  <a:pt x="619" y="614"/>
                </a:lnTo>
                <a:lnTo>
                  <a:pt x="619" y="615"/>
                </a:lnTo>
                <a:lnTo>
                  <a:pt x="619" y="616"/>
                </a:lnTo>
                <a:lnTo>
                  <a:pt x="619" y="617"/>
                </a:lnTo>
                <a:lnTo>
                  <a:pt x="618" y="617"/>
                </a:lnTo>
                <a:lnTo>
                  <a:pt x="617" y="616"/>
                </a:lnTo>
                <a:lnTo>
                  <a:pt x="617" y="615"/>
                </a:lnTo>
                <a:lnTo>
                  <a:pt x="616" y="615"/>
                </a:lnTo>
                <a:lnTo>
                  <a:pt x="616" y="616"/>
                </a:lnTo>
                <a:lnTo>
                  <a:pt x="615" y="616"/>
                </a:lnTo>
                <a:lnTo>
                  <a:pt x="615" y="617"/>
                </a:lnTo>
                <a:lnTo>
                  <a:pt x="615" y="618"/>
                </a:lnTo>
                <a:lnTo>
                  <a:pt x="615" y="619"/>
                </a:lnTo>
                <a:lnTo>
                  <a:pt x="614" y="618"/>
                </a:lnTo>
                <a:lnTo>
                  <a:pt x="614" y="619"/>
                </a:lnTo>
                <a:lnTo>
                  <a:pt x="614" y="620"/>
                </a:lnTo>
                <a:lnTo>
                  <a:pt x="614" y="621"/>
                </a:lnTo>
                <a:lnTo>
                  <a:pt x="613" y="621"/>
                </a:lnTo>
                <a:lnTo>
                  <a:pt x="612" y="620"/>
                </a:lnTo>
                <a:lnTo>
                  <a:pt x="611" y="620"/>
                </a:lnTo>
                <a:lnTo>
                  <a:pt x="610" y="620"/>
                </a:lnTo>
                <a:lnTo>
                  <a:pt x="610" y="621"/>
                </a:lnTo>
                <a:lnTo>
                  <a:pt x="609" y="621"/>
                </a:lnTo>
                <a:lnTo>
                  <a:pt x="608" y="622"/>
                </a:lnTo>
                <a:lnTo>
                  <a:pt x="607" y="622"/>
                </a:lnTo>
                <a:lnTo>
                  <a:pt x="606" y="621"/>
                </a:lnTo>
                <a:lnTo>
                  <a:pt x="605" y="621"/>
                </a:lnTo>
                <a:lnTo>
                  <a:pt x="605" y="622"/>
                </a:lnTo>
                <a:lnTo>
                  <a:pt x="605" y="623"/>
                </a:lnTo>
                <a:lnTo>
                  <a:pt x="604" y="623"/>
                </a:lnTo>
                <a:lnTo>
                  <a:pt x="603" y="624"/>
                </a:lnTo>
                <a:lnTo>
                  <a:pt x="603" y="625"/>
                </a:lnTo>
                <a:lnTo>
                  <a:pt x="602" y="625"/>
                </a:lnTo>
                <a:lnTo>
                  <a:pt x="602" y="626"/>
                </a:lnTo>
                <a:lnTo>
                  <a:pt x="601" y="628"/>
                </a:lnTo>
                <a:lnTo>
                  <a:pt x="601" y="629"/>
                </a:lnTo>
                <a:lnTo>
                  <a:pt x="600" y="630"/>
                </a:lnTo>
                <a:lnTo>
                  <a:pt x="600" y="631"/>
                </a:lnTo>
                <a:lnTo>
                  <a:pt x="600" y="632"/>
                </a:lnTo>
                <a:lnTo>
                  <a:pt x="599" y="632"/>
                </a:lnTo>
                <a:lnTo>
                  <a:pt x="599" y="633"/>
                </a:lnTo>
                <a:lnTo>
                  <a:pt x="599" y="634"/>
                </a:lnTo>
                <a:lnTo>
                  <a:pt x="598" y="635"/>
                </a:lnTo>
                <a:lnTo>
                  <a:pt x="598" y="636"/>
                </a:lnTo>
                <a:lnTo>
                  <a:pt x="597" y="637"/>
                </a:lnTo>
                <a:lnTo>
                  <a:pt x="596" y="637"/>
                </a:lnTo>
                <a:lnTo>
                  <a:pt x="595" y="637"/>
                </a:lnTo>
                <a:lnTo>
                  <a:pt x="595" y="636"/>
                </a:lnTo>
                <a:lnTo>
                  <a:pt x="594" y="636"/>
                </a:lnTo>
                <a:lnTo>
                  <a:pt x="594" y="635"/>
                </a:lnTo>
                <a:lnTo>
                  <a:pt x="593" y="635"/>
                </a:lnTo>
                <a:lnTo>
                  <a:pt x="593" y="634"/>
                </a:lnTo>
                <a:lnTo>
                  <a:pt x="593" y="633"/>
                </a:lnTo>
                <a:lnTo>
                  <a:pt x="593" y="631"/>
                </a:lnTo>
                <a:lnTo>
                  <a:pt x="592" y="631"/>
                </a:lnTo>
                <a:lnTo>
                  <a:pt x="591" y="631"/>
                </a:lnTo>
                <a:lnTo>
                  <a:pt x="591" y="630"/>
                </a:lnTo>
                <a:lnTo>
                  <a:pt x="590" y="630"/>
                </a:lnTo>
                <a:lnTo>
                  <a:pt x="589" y="629"/>
                </a:lnTo>
                <a:lnTo>
                  <a:pt x="589" y="628"/>
                </a:lnTo>
                <a:lnTo>
                  <a:pt x="590" y="628"/>
                </a:lnTo>
                <a:lnTo>
                  <a:pt x="589" y="626"/>
                </a:lnTo>
                <a:lnTo>
                  <a:pt x="589" y="625"/>
                </a:lnTo>
                <a:lnTo>
                  <a:pt x="588" y="625"/>
                </a:lnTo>
                <a:lnTo>
                  <a:pt x="587" y="624"/>
                </a:lnTo>
                <a:lnTo>
                  <a:pt x="586" y="624"/>
                </a:lnTo>
                <a:lnTo>
                  <a:pt x="586" y="623"/>
                </a:lnTo>
                <a:lnTo>
                  <a:pt x="587" y="622"/>
                </a:lnTo>
                <a:lnTo>
                  <a:pt x="588" y="622"/>
                </a:lnTo>
                <a:lnTo>
                  <a:pt x="587" y="621"/>
                </a:lnTo>
                <a:lnTo>
                  <a:pt x="586" y="621"/>
                </a:lnTo>
                <a:lnTo>
                  <a:pt x="586" y="620"/>
                </a:lnTo>
                <a:lnTo>
                  <a:pt x="585" y="620"/>
                </a:lnTo>
                <a:lnTo>
                  <a:pt x="585" y="619"/>
                </a:lnTo>
                <a:lnTo>
                  <a:pt x="585" y="618"/>
                </a:lnTo>
                <a:lnTo>
                  <a:pt x="585" y="617"/>
                </a:lnTo>
                <a:lnTo>
                  <a:pt x="584" y="616"/>
                </a:lnTo>
                <a:lnTo>
                  <a:pt x="584" y="615"/>
                </a:lnTo>
                <a:lnTo>
                  <a:pt x="585" y="615"/>
                </a:lnTo>
                <a:lnTo>
                  <a:pt x="585" y="614"/>
                </a:lnTo>
                <a:lnTo>
                  <a:pt x="584" y="614"/>
                </a:lnTo>
                <a:lnTo>
                  <a:pt x="583" y="614"/>
                </a:lnTo>
                <a:lnTo>
                  <a:pt x="582" y="614"/>
                </a:lnTo>
                <a:lnTo>
                  <a:pt x="582" y="615"/>
                </a:lnTo>
                <a:lnTo>
                  <a:pt x="583" y="616"/>
                </a:lnTo>
                <a:lnTo>
                  <a:pt x="583" y="617"/>
                </a:lnTo>
                <a:lnTo>
                  <a:pt x="583" y="618"/>
                </a:lnTo>
                <a:lnTo>
                  <a:pt x="582" y="618"/>
                </a:lnTo>
                <a:lnTo>
                  <a:pt x="581" y="619"/>
                </a:lnTo>
                <a:lnTo>
                  <a:pt x="580" y="620"/>
                </a:lnTo>
                <a:lnTo>
                  <a:pt x="579" y="620"/>
                </a:lnTo>
                <a:lnTo>
                  <a:pt x="578" y="620"/>
                </a:lnTo>
                <a:lnTo>
                  <a:pt x="578" y="621"/>
                </a:lnTo>
                <a:lnTo>
                  <a:pt x="577" y="621"/>
                </a:lnTo>
                <a:lnTo>
                  <a:pt x="577" y="622"/>
                </a:lnTo>
                <a:lnTo>
                  <a:pt x="576" y="622"/>
                </a:lnTo>
                <a:lnTo>
                  <a:pt x="575" y="621"/>
                </a:lnTo>
                <a:lnTo>
                  <a:pt x="575" y="620"/>
                </a:lnTo>
                <a:lnTo>
                  <a:pt x="576" y="620"/>
                </a:lnTo>
                <a:lnTo>
                  <a:pt x="575" y="620"/>
                </a:lnTo>
                <a:lnTo>
                  <a:pt x="575" y="619"/>
                </a:lnTo>
                <a:lnTo>
                  <a:pt x="575" y="618"/>
                </a:lnTo>
                <a:lnTo>
                  <a:pt x="574" y="618"/>
                </a:lnTo>
                <a:lnTo>
                  <a:pt x="575" y="617"/>
                </a:lnTo>
                <a:lnTo>
                  <a:pt x="575" y="616"/>
                </a:lnTo>
                <a:lnTo>
                  <a:pt x="575" y="615"/>
                </a:lnTo>
                <a:lnTo>
                  <a:pt x="575" y="614"/>
                </a:lnTo>
                <a:lnTo>
                  <a:pt x="574" y="614"/>
                </a:lnTo>
                <a:lnTo>
                  <a:pt x="575" y="614"/>
                </a:lnTo>
                <a:lnTo>
                  <a:pt x="575" y="613"/>
                </a:lnTo>
                <a:lnTo>
                  <a:pt x="576" y="612"/>
                </a:lnTo>
                <a:lnTo>
                  <a:pt x="575" y="611"/>
                </a:lnTo>
                <a:lnTo>
                  <a:pt x="575" y="612"/>
                </a:lnTo>
                <a:lnTo>
                  <a:pt x="574" y="612"/>
                </a:lnTo>
                <a:lnTo>
                  <a:pt x="571" y="614"/>
                </a:lnTo>
                <a:lnTo>
                  <a:pt x="570" y="614"/>
                </a:lnTo>
                <a:lnTo>
                  <a:pt x="569" y="615"/>
                </a:lnTo>
                <a:lnTo>
                  <a:pt x="568" y="615"/>
                </a:lnTo>
                <a:lnTo>
                  <a:pt x="567" y="615"/>
                </a:lnTo>
                <a:lnTo>
                  <a:pt x="566" y="616"/>
                </a:lnTo>
                <a:lnTo>
                  <a:pt x="565" y="616"/>
                </a:lnTo>
                <a:lnTo>
                  <a:pt x="564" y="616"/>
                </a:lnTo>
                <a:lnTo>
                  <a:pt x="563" y="616"/>
                </a:lnTo>
                <a:lnTo>
                  <a:pt x="563" y="617"/>
                </a:lnTo>
                <a:lnTo>
                  <a:pt x="562" y="617"/>
                </a:lnTo>
                <a:lnTo>
                  <a:pt x="561" y="617"/>
                </a:lnTo>
                <a:lnTo>
                  <a:pt x="559" y="618"/>
                </a:lnTo>
                <a:lnTo>
                  <a:pt x="557" y="618"/>
                </a:lnTo>
                <a:lnTo>
                  <a:pt x="555" y="617"/>
                </a:lnTo>
                <a:lnTo>
                  <a:pt x="548" y="617"/>
                </a:lnTo>
                <a:lnTo>
                  <a:pt x="546" y="617"/>
                </a:lnTo>
                <a:lnTo>
                  <a:pt x="545" y="616"/>
                </a:lnTo>
                <a:lnTo>
                  <a:pt x="542" y="615"/>
                </a:lnTo>
                <a:lnTo>
                  <a:pt x="541" y="614"/>
                </a:lnTo>
                <a:lnTo>
                  <a:pt x="540" y="614"/>
                </a:lnTo>
                <a:lnTo>
                  <a:pt x="539" y="613"/>
                </a:lnTo>
                <a:lnTo>
                  <a:pt x="539" y="612"/>
                </a:lnTo>
                <a:lnTo>
                  <a:pt x="538" y="612"/>
                </a:lnTo>
                <a:lnTo>
                  <a:pt x="537" y="611"/>
                </a:lnTo>
                <a:lnTo>
                  <a:pt x="536" y="610"/>
                </a:lnTo>
                <a:lnTo>
                  <a:pt x="535" y="610"/>
                </a:lnTo>
                <a:lnTo>
                  <a:pt x="535" y="609"/>
                </a:lnTo>
                <a:lnTo>
                  <a:pt x="534" y="609"/>
                </a:lnTo>
                <a:lnTo>
                  <a:pt x="533" y="609"/>
                </a:lnTo>
                <a:lnTo>
                  <a:pt x="532" y="609"/>
                </a:lnTo>
                <a:lnTo>
                  <a:pt x="531" y="608"/>
                </a:lnTo>
                <a:lnTo>
                  <a:pt x="530" y="608"/>
                </a:lnTo>
                <a:lnTo>
                  <a:pt x="529" y="608"/>
                </a:lnTo>
                <a:lnTo>
                  <a:pt x="528" y="607"/>
                </a:lnTo>
                <a:lnTo>
                  <a:pt x="527" y="607"/>
                </a:lnTo>
                <a:lnTo>
                  <a:pt x="526" y="606"/>
                </a:lnTo>
                <a:lnTo>
                  <a:pt x="526" y="605"/>
                </a:lnTo>
                <a:lnTo>
                  <a:pt x="525" y="604"/>
                </a:lnTo>
                <a:lnTo>
                  <a:pt x="524" y="602"/>
                </a:lnTo>
                <a:lnTo>
                  <a:pt x="523" y="601"/>
                </a:lnTo>
                <a:lnTo>
                  <a:pt x="522" y="601"/>
                </a:lnTo>
                <a:lnTo>
                  <a:pt x="521" y="598"/>
                </a:lnTo>
                <a:lnTo>
                  <a:pt x="519" y="597"/>
                </a:lnTo>
                <a:lnTo>
                  <a:pt x="518" y="596"/>
                </a:lnTo>
                <a:lnTo>
                  <a:pt x="518" y="595"/>
                </a:lnTo>
                <a:lnTo>
                  <a:pt x="518" y="594"/>
                </a:lnTo>
                <a:lnTo>
                  <a:pt x="517" y="592"/>
                </a:lnTo>
                <a:lnTo>
                  <a:pt x="517" y="591"/>
                </a:lnTo>
                <a:lnTo>
                  <a:pt x="516" y="590"/>
                </a:lnTo>
                <a:lnTo>
                  <a:pt x="515" y="589"/>
                </a:lnTo>
                <a:lnTo>
                  <a:pt x="514" y="588"/>
                </a:lnTo>
                <a:lnTo>
                  <a:pt x="514" y="587"/>
                </a:lnTo>
                <a:lnTo>
                  <a:pt x="513" y="586"/>
                </a:lnTo>
                <a:lnTo>
                  <a:pt x="513" y="587"/>
                </a:lnTo>
                <a:lnTo>
                  <a:pt x="512" y="587"/>
                </a:lnTo>
                <a:lnTo>
                  <a:pt x="511" y="587"/>
                </a:lnTo>
                <a:lnTo>
                  <a:pt x="511" y="588"/>
                </a:lnTo>
                <a:lnTo>
                  <a:pt x="510" y="588"/>
                </a:lnTo>
                <a:lnTo>
                  <a:pt x="509" y="589"/>
                </a:lnTo>
                <a:lnTo>
                  <a:pt x="508" y="589"/>
                </a:lnTo>
                <a:lnTo>
                  <a:pt x="507" y="589"/>
                </a:lnTo>
                <a:lnTo>
                  <a:pt x="507" y="588"/>
                </a:lnTo>
                <a:lnTo>
                  <a:pt x="506" y="588"/>
                </a:lnTo>
                <a:lnTo>
                  <a:pt x="505" y="588"/>
                </a:lnTo>
                <a:lnTo>
                  <a:pt x="505" y="589"/>
                </a:lnTo>
                <a:lnTo>
                  <a:pt x="504" y="589"/>
                </a:lnTo>
                <a:lnTo>
                  <a:pt x="504" y="588"/>
                </a:lnTo>
                <a:lnTo>
                  <a:pt x="503" y="588"/>
                </a:lnTo>
                <a:lnTo>
                  <a:pt x="502" y="588"/>
                </a:lnTo>
                <a:lnTo>
                  <a:pt x="502" y="589"/>
                </a:lnTo>
                <a:lnTo>
                  <a:pt x="501" y="589"/>
                </a:lnTo>
                <a:lnTo>
                  <a:pt x="501" y="590"/>
                </a:lnTo>
                <a:lnTo>
                  <a:pt x="502" y="589"/>
                </a:lnTo>
                <a:lnTo>
                  <a:pt x="503" y="590"/>
                </a:lnTo>
                <a:lnTo>
                  <a:pt x="502" y="591"/>
                </a:lnTo>
                <a:lnTo>
                  <a:pt x="501" y="591"/>
                </a:lnTo>
                <a:lnTo>
                  <a:pt x="501" y="592"/>
                </a:lnTo>
                <a:lnTo>
                  <a:pt x="500" y="592"/>
                </a:lnTo>
                <a:lnTo>
                  <a:pt x="499" y="591"/>
                </a:lnTo>
                <a:lnTo>
                  <a:pt x="498" y="591"/>
                </a:lnTo>
                <a:lnTo>
                  <a:pt x="497" y="592"/>
                </a:lnTo>
                <a:lnTo>
                  <a:pt x="497" y="591"/>
                </a:lnTo>
                <a:lnTo>
                  <a:pt x="497" y="590"/>
                </a:lnTo>
                <a:lnTo>
                  <a:pt x="498" y="590"/>
                </a:lnTo>
                <a:lnTo>
                  <a:pt x="498" y="589"/>
                </a:lnTo>
                <a:lnTo>
                  <a:pt x="497" y="589"/>
                </a:lnTo>
                <a:lnTo>
                  <a:pt x="496" y="588"/>
                </a:lnTo>
                <a:lnTo>
                  <a:pt x="495" y="588"/>
                </a:lnTo>
                <a:lnTo>
                  <a:pt x="495" y="589"/>
                </a:lnTo>
                <a:lnTo>
                  <a:pt x="494" y="588"/>
                </a:lnTo>
                <a:lnTo>
                  <a:pt x="494" y="589"/>
                </a:lnTo>
                <a:lnTo>
                  <a:pt x="493" y="590"/>
                </a:lnTo>
                <a:lnTo>
                  <a:pt x="492" y="590"/>
                </a:lnTo>
                <a:lnTo>
                  <a:pt x="491" y="590"/>
                </a:lnTo>
                <a:lnTo>
                  <a:pt x="490" y="590"/>
                </a:lnTo>
                <a:lnTo>
                  <a:pt x="489" y="590"/>
                </a:lnTo>
                <a:lnTo>
                  <a:pt x="488" y="590"/>
                </a:lnTo>
                <a:lnTo>
                  <a:pt x="488" y="591"/>
                </a:lnTo>
                <a:lnTo>
                  <a:pt x="487" y="591"/>
                </a:lnTo>
                <a:lnTo>
                  <a:pt x="488" y="592"/>
                </a:lnTo>
                <a:lnTo>
                  <a:pt x="487" y="592"/>
                </a:lnTo>
                <a:lnTo>
                  <a:pt x="487" y="593"/>
                </a:lnTo>
                <a:lnTo>
                  <a:pt x="487" y="594"/>
                </a:lnTo>
                <a:lnTo>
                  <a:pt x="486" y="593"/>
                </a:lnTo>
                <a:lnTo>
                  <a:pt x="485" y="593"/>
                </a:lnTo>
                <a:lnTo>
                  <a:pt x="484" y="593"/>
                </a:lnTo>
                <a:lnTo>
                  <a:pt x="484" y="592"/>
                </a:lnTo>
                <a:lnTo>
                  <a:pt x="483" y="592"/>
                </a:lnTo>
                <a:lnTo>
                  <a:pt x="483" y="593"/>
                </a:lnTo>
                <a:lnTo>
                  <a:pt x="482" y="593"/>
                </a:lnTo>
                <a:lnTo>
                  <a:pt x="482" y="592"/>
                </a:lnTo>
                <a:lnTo>
                  <a:pt x="481" y="593"/>
                </a:lnTo>
                <a:lnTo>
                  <a:pt x="481" y="594"/>
                </a:lnTo>
                <a:lnTo>
                  <a:pt x="480" y="594"/>
                </a:lnTo>
                <a:lnTo>
                  <a:pt x="479" y="595"/>
                </a:lnTo>
                <a:lnTo>
                  <a:pt x="479" y="596"/>
                </a:lnTo>
                <a:lnTo>
                  <a:pt x="479" y="597"/>
                </a:lnTo>
                <a:lnTo>
                  <a:pt x="480" y="597"/>
                </a:lnTo>
                <a:lnTo>
                  <a:pt x="480" y="596"/>
                </a:lnTo>
                <a:lnTo>
                  <a:pt x="481" y="597"/>
                </a:lnTo>
                <a:lnTo>
                  <a:pt x="481" y="598"/>
                </a:lnTo>
                <a:lnTo>
                  <a:pt x="480" y="598"/>
                </a:lnTo>
                <a:lnTo>
                  <a:pt x="480" y="597"/>
                </a:lnTo>
                <a:lnTo>
                  <a:pt x="479" y="597"/>
                </a:lnTo>
                <a:lnTo>
                  <a:pt x="477" y="598"/>
                </a:lnTo>
                <a:lnTo>
                  <a:pt x="477" y="599"/>
                </a:lnTo>
                <a:lnTo>
                  <a:pt x="476" y="598"/>
                </a:lnTo>
                <a:lnTo>
                  <a:pt x="476" y="599"/>
                </a:lnTo>
                <a:lnTo>
                  <a:pt x="476" y="598"/>
                </a:lnTo>
                <a:lnTo>
                  <a:pt x="475" y="598"/>
                </a:lnTo>
                <a:lnTo>
                  <a:pt x="475" y="599"/>
                </a:lnTo>
                <a:lnTo>
                  <a:pt x="475" y="600"/>
                </a:lnTo>
                <a:lnTo>
                  <a:pt x="474" y="600"/>
                </a:lnTo>
                <a:lnTo>
                  <a:pt x="474" y="601"/>
                </a:lnTo>
                <a:lnTo>
                  <a:pt x="474" y="602"/>
                </a:lnTo>
                <a:lnTo>
                  <a:pt x="474" y="601"/>
                </a:lnTo>
                <a:lnTo>
                  <a:pt x="475" y="602"/>
                </a:lnTo>
                <a:lnTo>
                  <a:pt x="475" y="603"/>
                </a:lnTo>
                <a:lnTo>
                  <a:pt x="475" y="602"/>
                </a:lnTo>
                <a:lnTo>
                  <a:pt x="474" y="602"/>
                </a:lnTo>
                <a:lnTo>
                  <a:pt x="473" y="602"/>
                </a:lnTo>
                <a:lnTo>
                  <a:pt x="472" y="602"/>
                </a:lnTo>
                <a:lnTo>
                  <a:pt x="473" y="602"/>
                </a:lnTo>
                <a:lnTo>
                  <a:pt x="472" y="603"/>
                </a:lnTo>
                <a:lnTo>
                  <a:pt x="472" y="602"/>
                </a:lnTo>
                <a:lnTo>
                  <a:pt x="471" y="601"/>
                </a:lnTo>
                <a:lnTo>
                  <a:pt x="471" y="602"/>
                </a:lnTo>
                <a:lnTo>
                  <a:pt x="470" y="602"/>
                </a:lnTo>
                <a:lnTo>
                  <a:pt x="470" y="601"/>
                </a:lnTo>
                <a:lnTo>
                  <a:pt x="469" y="601"/>
                </a:lnTo>
                <a:lnTo>
                  <a:pt x="469" y="600"/>
                </a:lnTo>
                <a:lnTo>
                  <a:pt x="470" y="600"/>
                </a:lnTo>
                <a:lnTo>
                  <a:pt x="470" y="599"/>
                </a:lnTo>
                <a:lnTo>
                  <a:pt x="469" y="599"/>
                </a:lnTo>
                <a:lnTo>
                  <a:pt x="468" y="599"/>
                </a:lnTo>
                <a:lnTo>
                  <a:pt x="468" y="598"/>
                </a:lnTo>
                <a:lnTo>
                  <a:pt x="467" y="598"/>
                </a:lnTo>
                <a:lnTo>
                  <a:pt x="466" y="597"/>
                </a:lnTo>
                <a:lnTo>
                  <a:pt x="466" y="598"/>
                </a:lnTo>
                <a:lnTo>
                  <a:pt x="465" y="598"/>
                </a:lnTo>
                <a:lnTo>
                  <a:pt x="466" y="598"/>
                </a:lnTo>
                <a:lnTo>
                  <a:pt x="465" y="596"/>
                </a:lnTo>
                <a:lnTo>
                  <a:pt x="465" y="597"/>
                </a:lnTo>
                <a:lnTo>
                  <a:pt x="464" y="597"/>
                </a:lnTo>
                <a:lnTo>
                  <a:pt x="464" y="596"/>
                </a:lnTo>
                <a:lnTo>
                  <a:pt x="463" y="596"/>
                </a:lnTo>
                <a:lnTo>
                  <a:pt x="462" y="596"/>
                </a:lnTo>
                <a:lnTo>
                  <a:pt x="462" y="597"/>
                </a:lnTo>
                <a:lnTo>
                  <a:pt x="461" y="597"/>
                </a:lnTo>
                <a:lnTo>
                  <a:pt x="460" y="596"/>
                </a:lnTo>
                <a:lnTo>
                  <a:pt x="459" y="596"/>
                </a:lnTo>
                <a:lnTo>
                  <a:pt x="458" y="596"/>
                </a:lnTo>
                <a:lnTo>
                  <a:pt x="458" y="597"/>
                </a:lnTo>
                <a:lnTo>
                  <a:pt x="458" y="598"/>
                </a:lnTo>
                <a:lnTo>
                  <a:pt x="457" y="597"/>
                </a:lnTo>
                <a:lnTo>
                  <a:pt x="456" y="597"/>
                </a:lnTo>
                <a:lnTo>
                  <a:pt x="455" y="597"/>
                </a:lnTo>
                <a:lnTo>
                  <a:pt x="454" y="597"/>
                </a:lnTo>
                <a:lnTo>
                  <a:pt x="453" y="596"/>
                </a:lnTo>
                <a:lnTo>
                  <a:pt x="453" y="595"/>
                </a:lnTo>
                <a:lnTo>
                  <a:pt x="452" y="595"/>
                </a:lnTo>
                <a:lnTo>
                  <a:pt x="451" y="595"/>
                </a:lnTo>
                <a:lnTo>
                  <a:pt x="451" y="594"/>
                </a:lnTo>
                <a:lnTo>
                  <a:pt x="450" y="594"/>
                </a:lnTo>
                <a:lnTo>
                  <a:pt x="450" y="595"/>
                </a:lnTo>
                <a:lnTo>
                  <a:pt x="449" y="595"/>
                </a:lnTo>
                <a:lnTo>
                  <a:pt x="449" y="596"/>
                </a:lnTo>
                <a:lnTo>
                  <a:pt x="448" y="595"/>
                </a:lnTo>
                <a:lnTo>
                  <a:pt x="447" y="595"/>
                </a:lnTo>
                <a:lnTo>
                  <a:pt x="446" y="596"/>
                </a:lnTo>
                <a:lnTo>
                  <a:pt x="447" y="596"/>
                </a:lnTo>
                <a:lnTo>
                  <a:pt x="446" y="597"/>
                </a:lnTo>
                <a:lnTo>
                  <a:pt x="445" y="597"/>
                </a:lnTo>
                <a:lnTo>
                  <a:pt x="445" y="596"/>
                </a:lnTo>
                <a:lnTo>
                  <a:pt x="446" y="595"/>
                </a:lnTo>
                <a:lnTo>
                  <a:pt x="445" y="595"/>
                </a:lnTo>
                <a:lnTo>
                  <a:pt x="445" y="594"/>
                </a:lnTo>
                <a:lnTo>
                  <a:pt x="446" y="593"/>
                </a:lnTo>
                <a:lnTo>
                  <a:pt x="447" y="593"/>
                </a:lnTo>
                <a:lnTo>
                  <a:pt x="447" y="592"/>
                </a:lnTo>
                <a:lnTo>
                  <a:pt x="446" y="592"/>
                </a:lnTo>
                <a:lnTo>
                  <a:pt x="445" y="592"/>
                </a:lnTo>
                <a:lnTo>
                  <a:pt x="445" y="593"/>
                </a:lnTo>
                <a:lnTo>
                  <a:pt x="445" y="594"/>
                </a:lnTo>
                <a:lnTo>
                  <a:pt x="444" y="594"/>
                </a:lnTo>
                <a:lnTo>
                  <a:pt x="442" y="594"/>
                </a:lnTo>
                <a:lnTo>
                  <a:pt x="442" y="593"/>
                </a:lnTo>
                <a:lnTo>
                  <a:pt x="441" y="591"/>
                </a:lnTo>
                <a:lnTo>
                  <a:pt x="441" y="590"/>
                </a:lnTo>
                <a:lnTo>
                  <a:pt x="442" y="590"/>
                </a:lnTo>
                <a:lnTo>
                  <a:pt x="442" y="589"/>
                </a:lnTo>
                <a:lnTo>
                  <a:pt x="441" y="589"/>
                </a:lnTo>
                <a:lnTo>
                  <a:pt x="441" y="588"/>
                </a:lnTo>
                <a:lnTo>
                  <a:pt x="441" y="587"/>
                </a:lnTo>
                <a:lnTo>
                  <a:pt x="441" y="586"/>
                </a:lnTo>
                <a:lnTo>
                  <a:pt x="442" y="586"/>
                </a:lnTo>
                <a:lnTo>
                  <a:pt x="442" y="585"/>
                </a:lnTo>
                <a:lnTo>
                  <a:pt x="442" y="584"/>
                </a:lnTo>
                <a:lnTo>
                  <a:pt x="442" y="583"/>
                </a:lnTo>
                <a:lnTo>
                  <a:pt x="442" y="584"/>
                </a:lnTo>
                <a:lnTo>
                  <a:pt x="442" y="583"/>
                </a:lnTo>
                <a:lnTo>
                  <a:pt x="442" y="582"/>
                </a:lnTo>
                <a:lnTo>
                  <a:pt x="441" y="582"/>
                </a:lnTo>
                <a:lnTo>
                  <a:pt x="441" y="581"/>
                </a:lnTo>
                <a:lnTo>
                  <a:pt x="441" y="580"/>
                </a:lnTo>
                <a:lnTo>
                  <a:pt x="440" y="580"/>
                </a:lnTo>
                <a:lnTo>
                  <a:pt x="440" y="579"/>
                </a:lnTo>
                <a:lnTo>
                  <a:pt x="440" y="578"/>
                </a:lnTo>
                <a:lnTo>
                  <a:pt x="439" y="578"/>
                </a:lnTo>
                <a:lnTo>
                  <a:pt x="438" y="577"/>
                </a:lnTo>
                <a:lnTo>
                  <a:pt x="437" y="578"/>
                </a:lnTo>
                <a:lnTo>
                  <a:pt x="438" y="578"/>
                </a:lnTo>
                <a:lnTo>
                  <a:pt x="438" y="579"/>
                </a:lnTo>
                <a:lnTo>
                  <a:pt x="437" y="579"/>
                </a:lnTo>
                <a:lnTo>
                  <a:pt x="438" y="579"/>
                </a:lnTo>
                <a:lnTo>
                  <a:pt x="438" y="580"/>
                </a:lnTo>
                <a:lnTo>
                  <a:pt x="438" y="581"/>
                </a:lnTo>
                <a:lnTo>
                  <a:pt x="437" y="582"/>
                </a:lnTo>
                <a:lnTo>
                  <a:pt x="438" y="583"/>
                </a:lnTo>
                <a:lnTo>
                  <a:pt x="439" y="584"/>
                </a:lnTo>
                <a:lnTo>
                  <a:pt x="438" y="584"/>
                </a:lnTo>
                <a:lnTo>
                  <a:pt x="437" y="583"/>
                </a:lnTo>
                <a:lnTo>
                  <a:pt x="436" y="583"/>
                </a:lnTo>
                <a:lnTo>
                  <a:pt x="436" y="584"/>
                </a:lnTo>
                <a:lnTo>
                  <a:pt x="435" y="584"/>
                </a:lnTo>
                <a:lnTo>
                  <a:pt x="433" y="584"/>
                </a:lnTo>
                <a:lnTo>
                  <a:pt x="432" y="583"/>
                </a:lnTo>
                <a:lnTo>
                  <a:pt x="432" y="584"/>
                </a:lnTo>
                <a:lnTo>
                  <a:pt x="431" y="584"/>
                </a:lnTo>
                <a:lnTo>
                  <a:pt x="431" y="585"/>
                </a:lnTo>
                <a:lnTo>
                  <a:pt x="430" y="585"/>
                </a:lnTo>
                <a:lnTo>
                  <a:pt x="429" y="586"/>
                </a:lnTo>
                <a:lnTo>
                  <a:pt x="428" y="586"/>
                </a:lnTo>
                <a:lnTo>
                  <a:pt x="428" y="585"/>
                </a:lnTo>
                <a:lnTo>
                  <a:pt x="427" y="585"/>
                </a:lnTo>
                <a:lnTo>
                  <a:pt x="426" y="585"/>
                </a:lnTo>
                <a:lnTo>
                  <a:pt x="426" y="586"/>
                </a:lnTo>
                <a:lnTo>
                  <a:pt x="425" y="587"/>
                </a:lnTo>
                <a:lnTo>
                  <a:pt x="424" y="586"/>
                </a:lnTo>
                <a:lnTo>
                  <a:pt x="423" y="586"/>
                </a:lnTo>
                <a:lnTo>
                  <a:pt x="423" y="585"/>
                </a:lnTo>
                <a:lnTo>
                  <a:pt x="422" y="585"/>
                </a:lnTo>
                <a:lnTo>
                  <a:pt x="422" y="584"/>
                </a:lnTo>
                <a:lnTo>
                  <a:pt x="421" y="584"/>
                </a:lnTo>
                <a:lnTo>
                  <a:pt x="420" y="585"/>
                </a:lnTo>
                <a:lnTo>
                  <a:pt x="420" y="586"/>
                </a:lnTo>
                <a:lnTo>
                  <a:pt x="419" y="585"/>
                </a:lnTo>
                <a:lnTo>
                  <a:pt x="419" y="584"/>
                </a:lnTo>
                <a:lnTo>
                  <a:pt x="419" y="583"/>
                </a:lnTo>
                <a:lnTo>
                  <a:pt x="419" y="581"/>
                </a:lnTo>
                <a:lnTo>
                  <a:pt x="418" y="581"/>
                </a:lnTo>
                <a:lnTo>
                  <a:pt x="417" y="581"/>
                </a:lnTo>
                <a:lnTo>
                  <a:pt x="416" y="581"/>
                </a:lnTo>
                <a:lnTo>
                  <a:pt x="416" y="582"/>
                </a:lnTo>
                <a:lnTo>
                  <a:pt x="415" y="582"/>
                </a:lnTo>
                <a:lnTo>
                  <a:pt x="414" y="582"/>
                </a:lnTo>
                <a:lnTo>
                  <a:pt x="413" y="582"/>
                </a:lnTo>
                <a:lnTo>
                  <a:pt x="413" y="583"/>
                </a:lnTo>
                <a:lnTo>
                  <a:pt x="413" y="584"/>
                </a:lnTo>
                <a:lnTo>
                  <a:pt x="413" y="585"/>
                </a:lnTo>
                <a:lnTo>
                  <a:pt x="413" y="586"/>
                </a:lnTo>
                <a:lnTo>
                  <a:pt x="412" y="586"/>
                </a:lnTo>
                <a:lnTo>
                  <a:pt x="411" y="588"/>
                </a:lnTo>
                <a:lnTo>
                  <a:pt x="410" y="588"/>
                </a:lnTo>
                <a:lnTo>
                  <a:pt x="409" y="588"/>
                </a:lnTo>
                <a:lnTo>
                  <a:pt x="408" y="589"/>
                </a:lnTo>
                <a:lnTo>
                  <a:pt x="408" y="590"/>
                </a:lnTo>
                <a:lnTo>
                  <a:pt x="408" y="592"/>
                </a:lnTo>
                <a:lnTo>
                  <a:pt x="407" y="591"/>
                </a:lnTo>
                <a:lnTo>
                  <a:pt x="406" y="591"/>
                </a:lnTo>
                <a:lnTo>
                  <a:pt x="406" y="592"/>
                </a:lnTo>
                <a:lnTo>
                  <a:pt x="405" y="593"/>
                </a:lnTo>
                <a:lnTo>
                  <a:pt x="404" y="593"/>
                </a:lnTo>
                <a:lnTo>
                  <a:pt x="404" y="592"/>
                </a:lnTo>
                <a:lnTo>
                  <a:pt x="403" y="592"/>
                </a:lnTo>
                <a:lnTo>
                  <a:pt x="402" y="592"/>
                </a:lnTo>
                <a:lnTo>
                  <a:pt x="402" y="593"/>
                </a:lnTo>
                <a:lnTo>
                  <a:pt x="402" y="594"/>
                </a:lnTo>
                <a:lnTo>
                  <a:pt x="401" y="594"/>
                </a:lnTo>
                <a:lnTo>
                  <a:pt x="400" y="593"/>
                </a:lnTo>
                <a:lnTo>
                  <a:pt x="400" y="592"/>
                </a:lnTo>
                <a:lnTo>
                  <a:pt x="400" y="593"/>
                </a:lnTo>
                <a:lnTo>
                  <a:pt x="399" y="593"/>
                </a:lnTo>
                <a:lnTo>
                  <a:pt x="398" y="593"/>
                </a:lnTo>
                <a:lnTo>
                  <a:pt x="397" y="592"/>
                </a:lnTo>
                <a:lnTo>
                  <a:pt x="396" y="593"/>
                </a:lnTo>
                <a:lnTo>
                  <a:pt x="396" y="594"/>
                </a:lnTo>
                <a:lnTo>
                  <a:pt x="395" y="594"/>
                </a:lnTo>
                <a:lnTo>
                  <a:pt x="395" y="595"/>
                </a:lnTo>
                <a:lnTo>
                  <a:pt x="394" y="595"/>
                </a:lnTo>
                <a:lnTo>
                  <a:pt x="393" y="595"/>
                </a:lnTo>
                <a:lnTo>
                  <a:pt x="392" y="594"/>
                </a:lnTo>
                <a:lnTo>
                  <a:pt x="391" y="594"/>
                </a:lnTo>
                <a:lnTo>
                  <a:pt x="390" y="594"/>
                </a:lnTo>
                <a:lnTo>
                  <a:pt x="389" y="594"/>
                </a:lnTo>
                <a:lnTo>
                  <a:pt x="389" y="595"/>
                </a:lnTo>
                <a:lnTo>
                  <a:pt x="388" y="595"/>
                </a:lnTo>
                <a:lnTo>
                  <a:pt x="387" y="595"/>
                </a:lnTo>
                <a:lnTo>
                  <a:pt x="386" y="594"/>
                </a:lnTo>
                <a:lnTo>
                  <a:pt x="386" y="595"/>
                </a:lnTo>
                <a:lnTo>
                  <a:pt x="385" y="594"/>
                </a:lnTo>
                <a:lnTo>
                  <a:pt x="384" y="595"/>
                </a:lnTo>
                <a:lnTo>
                  <a:pt x="383" y="596"/>
                </a:lnTo>
                <a:lnTo>
                  <a:pt x="382" y="596"/>
                </a:lnTo>
                <a:lnTo>
                  <a:pt x="381" y="597"/>
                </a:lnTo>
                <a:lnTo>
                  <a:pt x="380" y="596"/>
                </a:lnTo>
                <a:lnTo>
                  <a:pt x="380" y="595"/>
                </a:lnTo>
                <a:lnTo>
                  <a:pt x="379" y="596"/>
                </a:lnTo>
                <a:lnTo>
                  <a:pt x="379" y="595"/>
                </a:lnTo>
                <a:lnTo>
                  <a:pt x="378" y="595"/>
                </a:lnTo>
                <a:lnTo>
                  <a:pt x="377" y="595"/>
                </a:lnTo>
                <a:lnTo>
                  <a:pt x="376" y="596"/>
                </a:lnTo>
                <a:lnTo>
                  <a:pt x="375" y="597"/>
                </a:lnTo>
                <a:lnTo>
                  <a:pt x="374" y="597"/>
                </a:lnTo>
                <a:lnTo>
                  <a:pt x="374" y="598"/>
                </a:lnTo>
                <a:lnTo>
                  <a:pt x="373" y="598"/>
                </a:lnTo>
                <a:lnTo>
                  <a:pt x="373" y="597"/>
                </a:lnTo>
                <a:lnTo>
                  <a:pt x="372" y="597"/>
                </a:lnTo>
                <a:lnTo>
                  <a:pt x="371" y="597"/>
                </a:lnTo>
                <a:lnTo>
                  <a:pt x="371" y="598"/>
                </a:lnTo>
                <a:lnTo>
                  <a:pt x="370" y="598"/>
                </a:lnTo>
                <a:lnTo>
                  <a:pt x="369" y="598"/>
                </a:lnTo>
                <a:lnTo>
                  <a:pt x="368" y="598"/>
                </a:lnTo>
                <a:lnTo>
                  <a:pt x="368" y="597"/>
                </a:lnTo>
                <a:lnTo>
                  <a:pt x="367" y="597"/>
                </a:lnTo>
                <a:lnTo>
                  <a:pt x="367" y="596"/>
                </a:lnTo>
                <a:lnTo>
                  <a:pt x="367" y="595"/>
                </a:lnTo>
                <a:lnTo>
                  <a:pt x="367" y="594"/>
                </a:lnTo>
                <a:lnTo>
                  <a:pt x="366" y="594"/>
                </a:lnTo>
                <a:lnTo>
                  <a:pt x="366" y="593"/>
                </a:lnTo>
                <a:lnTo>
                  <a:pt x="365" y="593"/>
                </a:lnTo>
                <a:lnTo>
                  <a:pt x="365" y="592"/>
                </a:lnTo>
                <a:lnTo>
                  <a:pt x="364" y="592"/>
                </a:lnTo>
                <a:lnTo>
                  <a:pt x="361" y="592"/>
                </a:lnTo>
                <a:lnTo>
                  <a:pt x="360" y="592"/>
                </a:lnTo>
                <a:lnTo>
                  <a:pt x="359" y="592"/>
                </a:lnTo>
                <a:lnTo>
                  <a:pt x="359" y="591"/>
                </a:lnTo>
                <a:lnTo>
                  <a:pt x="359" y="590"/>
                </a:lnTo>
                <a:lnTo>
                  <a:pt x="358" y="590"/>
                </a:lnTo>
                <a:lnTo>
                  <a:pt x="358" y="591"/>
                </a:lnTo>
                <a:lnTo>
                  <a:pt x="358" y="590"/>
                </a:lnTo>
                <a:lnTo>
                  <a:pt x="357" y="590"/>
                </a:lnTo>
                <a:lnTo>
                  <a:pt x="356" y="590"/>
                </a:lnTo>
                <a:lnTo>
                  <a:pt x="356" y="589"/>
                </a:lnTo>
                <a:lnTo>
                  <a:pt x="358" y="590"/>
                </a:lnTo>
                <a:lnTo>
                  <a:pt x="358" y="586"/>
                </a:lnTo>
                <a:lnTo>
                  <a:pt x="358" y="585"/>
                </a:lnTo>
                <a:lnTo>
                  <a:pt x="359" y="582"/>
                </a:lnTo>
                <a:lnTo>
                  <a:pt x="360" y="578"/>
                </a:lnTo>
                <a:lnTo>
                  <a:pt x="361" y="576"/>
                </a:lnTo>
                <a:lnTo>
                  <a:pt x="361" y="575"/>
                </a:lnTo>
                <a:lnTo>
                  <a:pt x="362" y="575"/>
                </a:lnTo>
                <a:lnTo>
                  <a:pt x="363" y="576"/>
                </a:lnTo>
                <a:lnTo>
                  <a:pt x="363" y="577"/>
                </a:lnTo>
                <a:lnTo>
                  <a:pt x="363" y="578"/>
                </a:lnTo>
                <a:lnTo>
                  <a:pt x="363" y="579"/>
                </a:lnTo>
                <a:lnTo>
                  <a:pt x="363" y="578"/>
                </a:lnTo>
                <a:lnTo>
                  <a:pt x="364" y="578"/>
                </a:lnTo>
                <a:lnTo>
                  <a:pt x="365" y="578"/>
                </a:lnTo>
                <a:lnTo>
                  <a:pt x="365" y="577"/>
                </a:lnTo>
                <a:lnTo>
                  <a:pt x="366" y="577"/>
                </a:lnTo>
                <a:lnTo>
                  <a:pt x="367" y="577"/>
                </a:lnTo>
                <a:lnTo>
                  <a:pt x="368" y="577"/>
                </a:lnTo>
                <a:lnTo>
                  <a:pt x="369" y="576"/>
                </a:lnTo>
                <a:lnTo>
                  <a:pt x="370" y="576"/>
                </a:lnTo>
                <a:lnTo>
                  <a:pt x="370" y="575"/>
                </a:lnTo>
                <a:lnTo>
                  <a:pt x="371" y="575"/>
                </a:lnTo>
                <a:lnTo>
                  <a:pt x="371" y="574"/>
                </a:lnTo>
                <a:lnTo>
                  <a:pt x="371" y="573"/>
                </a:lnTo>
                <a:lnTo>
                  <a:pt x="372" y="573"/>
                </a:lnTo>
                <a:lnTo>
                  <a:pt x="372" y="572"/>
                </a:lnTo>
                <a:lnTo>
                  <a:pt x="373" y="572"/>
                </a:lnTo>
                <a:lnTo>
                  <a:pt x="373" y="571"/>
                </a:lnTo>
                <a:lnTo>
                  <a:pt x="373" y="570"/>
                </a:lnTo>
                <a:lnTo>
                  <a:pt x="374" y="568"/>
                </a:lnTo>
                <a:lnTo>
                  <a:pt x="375" y="567"/>
                </a:lnTo>
                <a:lnTo>
                  <a:pt x="375" y="566"/>
                </a:lnTo>
                <a:lnTo>
                  <a:pt x="375" y="564"/>
                </a:lnTo>
                <a:lnTo>
                  <a:pt x="375" y="560"/>
                </a:lnTo>
                <a:lnTo>
                  <a:pt x="374" y="559"/>
                </a:lnTo>
                <a:lnTo>
                  <a:pt x="375" y="556"/>
                </a:lnTo>
                <a:lnTo>
                  <a:pt x="375" y="555"/>
                </a:lnTo>
                <a:lnTo>
                  <a:pt x="374" y="552"/>
                </a:lnTo>
                <a:lnTo>
                  <a:pt x="374" y="551"/>
                </a:lnTo>
                <a:lnTo>
                  <a:pt x="373" y="550"/>
                </a:lnTo>
                <a:lnTo>
                  <a:pt x="373" y="549"/>
                </a:lnTo>
                <a:lnTo>
                  <a:pt x="373" y="548"/>
                </a:lnTo>
                <a:lnTo>
                  <a:pt x="372" y="548"/>
                </a:lnTo>
                <a:lnTo>
                  <a:pt x="372" y="547"/>
                </a:lnTo>
                <a:lnTo>
                  <a:pt x="373" y="547"/>
                </a:lnTo>
                <a:lnTo>
                  <a:pt x="373" y="546"/>
                </a:lnTo>
                <a:lnTo>
                  <a:pt x="371" y="546"/>
                </a:lnTo>
                <a:lnTo>
                  <a:pt x="371" y="545"/>
                </a:lnTo>
                <a:lnTo>
                  <a:pt x="372" y="545"/>
                </a:lnTo>
                <a:lnTo>
                  <a:pt x="371" y="545"/>
                </a:lnTo>
                <a:lnTo>
                  <a:pt x="372" y="545"/>
                </a:lnTo>
                <a:lnTo>
                  <a:pt x="372" y="544"/>
                </a:lnTo>
                <a:lnTo>
                  <a:pt x="372" y="543"/>
                </a:lnTo>
                <a:lnTo>
                  <a:pt x="372" y="542"/>
                </a:lnTo>
                <a:lnTo>
                  <a:pt x="371" y="542"/>
                </a:lnTo>
                <a:lnTo>
                  <a:pt x="371" y="543"/>
                </a:lnTo>
                <a:lnTo>
                  <a:pt x="370" y="543"/>
                </a:lnTo>
                <a:lnTo>
                  <a:pt x="370" y="542"/>
                </a:lnTo>
                <a:lnTo>
                  <a:pt x="371" y="541"/>
                </a:lnTo>
                <a:lnTo>
                  <a:pt x="371" y="540"/>
                </a:lnTo>
                <a:lnTo>
                  <a:pt x="370" y="540"/>
                </a:lnTo>
                <a:lnTo>
                  <a:pt x="370" y="539"/>
                </a:lnTo>
                <a:lnTo>
                  <a:pt x="369" y="539"/>
                </a:lnTo>
                <a:lnTo>
                  <a:pt x="369" y="538"/>
                </a:lnTo>
                <a:lnTo>
                  <a:pt x="369" y="537"/>
                </a:lnTo>
                <a:lnTo>
                  <a:pt x="368" y="537"/>
                </a:lnTo>
                <a:lnTo>
                  <a:pt x="367" y="538"/>
                </a:lnTo>
                <a:lnTo>
                  <a:pt x="367" y="537"/>
                </a:lnTo>
                <a:lnTo>
                  <a:pt x="366" y="537"/>
                </a:lnTo>
                <a:lnTo>
                  <a:pt x="365" y="537"/>
                </a:lnTo>
                <a:lnTo>
                  <a:pt x="364" y="537"/>
                </a:lnTo>
                <a:lnTo>
                  <a:pt x="364" y="538"/>
                </a:lnTo>
                <a:lnTo>
                  <a:pt x="364" y="539"/>
                </a:lnTo>
                <a:lnTo>
                  <a:pt x="363" y="539"/>
                </a:lnTo>
                <a:lnTo>
                  <a:pt x="362" y="539"/>
                </a:lnTo>
                <a:lnTo>
                  <a:pt x="361" y="539"/>
                </a:lnTo>
                <a:lnTo>
                  <a:pt x="361" y="538"/>
                </a:lnTo>
                <a:lnTo>
                  <a:pt x="360" y="538"/>
                </a:lnTo>
                <a:lnTo>
                  <a:pt x="360" y="537"/>
                </a:lnTo>
                <a:lnTo>
                  <a:pt x="360" y="536"/>
                </a:lnTo>
                <a:lnTo>
                  <a:pt x="359" y="535"/>
                </a:lnTo>
                <a:lnTo>
                  <a:pt x="359" y="534"/>
                </a:lnTo>
                <a:lnTo>
                  <a:pt x="360" y="533"/>
                </a:lnTo>
                <a:lnTo>
                  <a:pt x="360" y="532"/>
                </a:lnTo>
                <a:lnTo>
                  <a:pt x="359" y="531"/>
                </a:lnTo>
                <a:lnTo>
                  <a:pt x="359" y="532"/>
                </a:lnTo>
                <a:lnTo>
                  <a:pt x="358" y="531"/>
                </a:lnTo>
                <a:lnTo>
                  <a:pt x="357" y="530"/>
                </a:lnTo>
                <a:lnTo>
                  <a:pt x="357" y="531"/>
                </a:lnTo>
                <a:lnTo>
                  <a:pt x="356" y="531"/>
                </a:lnTo>
                <a:lnTo>
                  <a:pt x="355" y="531"/>
                </a:lnTo>
                <a:lnTo>
                  <a:pt x="354" y="531"/>
                </a:lnTo>
                <a:lnTo>
                  <a:pt x="354" y="532"/>
                </a:lnTo>
                <a:lnTo>
                  <a:pt x="353" y="533"/>
                </a:lnTo>
                <a:lnTo>
                  <a:pt x="354" y="533"/>
                </a:lnTo>
                <a:lnTo>
                  <a:pt x="354" y="535"/>
                </a:lnTo>
                <a:lnTo>
                  <a:pt x="353" y="536"/>
                </a:lnTo>
                <a:lnTo>
                  <a:pt x="353" y="538"/>
                </a:lnTo>
                <a:lnTo>
                  <a:pt x="353" y="539"/>
                </a:lnTo>
                <a:lnTo>
                  <a:pt x="352" y="538"/>
                </a:lnTo>
                <a:lnTo>
                  <a:pt x="352" y="539"/>
                </a:lnTo>
                <a:lnTo>
                  <a:pt x="352" y="540"/>
                </a:lnTo>
                <a:lnTo>
                  <a:pt x="351" y="540"/>
                </a:lnTo>
                <a:lnTo>
                  <a:pt x="351" y="539"/>
                </a:lnTo>
                <a:lnTo>
                  <a:pt x="351" y="538"/>
                </a:lnTo>
                <a:lnTo>
                  <a:pt x="350" y="537"/>
                </a:lnTo>
                <a:lnTo>
                  <a:pt x="350" y="538"/>
                </a:lnTo>
                <a:lnTo>
                  <a:pt x="349" y="538"/>
                </a:lnTo>
                <a:lnTo>
                  <a:pt x="348" y="538"/>
                </a:lnTo>
                <a:lnTo>
                  <a:pt x="347" y="539"/>
                </a:lnTo>
                <a:lnTo>
                  <a:pt x="346" y="539"/>
                </a:lnTo>
                <a:lnTo>
                  <a:pt x="346" y="538"/>
                </a:lnTo>
                <a:lnTo>
                  <a:pt x="345" y="538"/>
                </a:lnTo>
                <a:lnTo>
                  <a:pt x="344" y="538"/>
                </a:lnTo>
                <a:lnTo>
                  <a:pt x="344" y="539"/>
                </a:lnTo>
                <a:lnTo>
                  <a:pt x="343" y="539"/>
                </a:lnTo>
                <a:lnTo>
                  <a:pt x="343" y="538"/>
                </a:lnTo>
                <a:lnTo>
                  <a:pt x="342" y="538"/>
                </a:lnTo>
                <a:lnTo>
                  <a:pt x="342" y="537"/>
                </a:lnTo>
                <a:lnTo>
                  <a:pt x="341" y="537"/>
                </a:lnTo>
                <a:lnTo>
                  <a:pt x="341" y="536"/>
                </a:lnTo>
                <a:lnTo>
                  <a:pt x="342" y="536"/>
                </a:lnTo>
                <a:lnTo>
                  <a:pt x="341" y="535"/>
                </a:lnTo>
                <a:lnTo>
                  <a:pt x="341" y="534"/>
                </a:lnTo>
                <a:lnTo>
                  <a:pt x="341" y="533"/>
                </a:lnTo>
                <a:lnTo>
                  <a:pt x="342" y="533"/>
                </a:lnTo>
                <a:lnTo>
                  <a:pt x="343" y="533"/>
                </a:lnTo>
                <a:lnTo>
                  <a:pt x="343" y="532"/>
                </a:lnTo>
                <a:lnTo>
                  <a:pt x="344" y="532"/>
                </a:lnTo>
                <a:lnTo>
                  <a:pt x="344" y="530"/>
                </a:lnTo>
                <a:lnTo>
                  <a:pt x="345" y="530"/>
                </a:lnTo>
                <a:lnTo>
                  <a:pt x="345" y="529"/>
                </a:lnTo>
                <a:lnTo>
                  <a:pt x="346" y="529"/>
                </a:lnTo>
                <a:lnTo>
                  <a:pt x="346" y="528"/>
                </a:lnTo>
                <a:lnTo>
                  <a:pt x="346" y="527"/>
                </a:lnTo>
                <a:lnTo>
                  <a:pt x="345" y="527"/>
                </a:lnTo>
                <a:lnTo>
                  <a:pt x="346" y="526"/>
                </a:lnTo>
                <a:lnTo>
                  <a:pt x="345" y="525"/>
                </a:lnTo>
                <a:lnTo>
                  <a:pt x="344" y="525"/>
                </a:lnTo>
                <a:lnTo>
                  <a:pt x="342" y="525"/>
                </a:lnTo>
                <a:lnTo>
                  <a:pt x="341" y="525"/>
                </a:lnTo>
                <a:lnTo>
                  <a:pt x="340" y="524"/>
                </a:lnTo>
                <a:lnTo>
                  <a:pt x="339" y="523"/>
                </a:lnTo>
                <a:lnTo>
                  <a:pt x="339" y="522"/>
                </a:lnTo>
                <a:lnTo>
                  <a:pt x="340" y="523"/>
                </a:lnTo>
                <a:lnTo>
                  <a:pt x="340" y="522"/>
                </a:lnTo>
                <a:lnTo>
                  <a:pt x="339" y="522"/>
                </a:lnTo>
                <a:lnTo>
                  <a:pt x="339" y="521"/>
                </a:lnTo>
                <a:lnTo>
                  <a:pt x="338" y="521"/>
                </a:lnTo>
                <a:lnTo>
                  <a:pt x="337" y="521"/>
                </a:lnTo>
                <a:lnTo>
                  <a:pt x="336" y="522"/>
                </a:lnTo>
                <a:lnTo>
                  <a:pt x="336" y="523"/>
                </a:lnTo>
                <a:lnTo>
                  <a:pt x="335" y="522"/>
                </a:lnTo>
                <a:lnTo>
                  <a:pt x="334" y="522"/>
                </a:lnTo>
                <a:lnTo>
                  <a:pt x="334" y="523"/>
                </a:lnTo>
                <a:lnTo>
                  <a:pt x="333" y="524"/>
                </a:lnTo>
                <a:lnTo>
                  <a:pt x="332" y="524"/>
                </a:lnTo>
                <a:lnTo>
                  <a:pt x="331" y="525"/>
                </a:lnTo>
                <a:lnTo>
                  <a:pt x="330" y="525"/>
                </a:lnTo>
                <a:lnTo>
                  <a:pt x="330" y="524"/>
                </a:lnTo>
                <a:lnTo>
                  <a:pt x="329" y="525"/>
                </a:lnTo>
                <a:lnTo>
                  <a:pt x="329" y="526"/>
                </a:lnTo>
                <a:lnTo>
                  <a:pt x="329" y="527"/>
                </a:lnTo>
                <a:lnTo>
                  <a:pt x="328" y="527"/>
                </a:lnTo>
                <a:lnTo>
                  <a:pt x="328" y="526"/>
                </a:lnTo>
                <a:lnTo>
                  <a:pt x="327" y="526"/>
                </a:lnTo>
                <a:lnTo>
                  <a:pt x="327" y="527"/>
                </a:lnTo>
                <a:lnTo>
                  <a:pt x="326" y="527"/>
                </a:lnTo>
                <a:lnTo>
                  <a:pt x="326" y="526"/>
                </a:lnTo>
                <a:lnTo>
                  <a:pt x="325" y="526"/>
                </a:lnTo>
                <a:lnTo>
                  <a:pt x="325" y="525"/>
                </a:lnTo>
                <a:lnTo>
                  <a:pt x="324" y="525"/>
                </a:lnTo>
                <a:lnTo>
                  <a:pt x="324" y="526"/>
                </a:lnTo>
                <a:lnTo>
                  <a:pt x="324" y="525"/>
                </a:lnTo>
                <a:lnTo>
                  <a:pt x="325" y="524"/>
                </a:lnTo>
                <a:lnTo>
                  <a:pt x="326" y="524"/>
                </a:lnTo>
                <a:lnTo>
                  <a:pt x="326" y="523"/>
                </a:lnTo>
                <a:lnTo>
                  <a:pt x="327" y="523"/>
                </a:lnTo>
                <a:lnTo>
                  <a:pt x="326" y="522"/>
                </a:lnTo>
                <a:lnTo>
                  <a:pt x="325" y="522"/>
                </a:lnTo>
                <a:lnTo>
                  <a:pt x="324" y="522"/>
                </a:lnTo>
                <a:lnTo>
                  <a:pt x="324" y="523"/>
                </a:lnTo>
                <a:lnTo>
                  <a:pt x="323" y="522"/>
                </a:lnTo>
                <a:lnTo>
                  <a:pt x="322" y="522"/>
                </a:lnTo>
                <a:lnTo>
                  <a:pt x="321" y="522"/>
                </a:lnTo>
                <a:lnTo>
                  <a:pt x="321" y="521"/>
                </a:lnTo>
                <a:lnTo>
                  <a:pt x="319" y="521"/>
                </a:lnTo>
                <a:lnTo>
                  <a:pt x="318" y="520"/>
                </a:lnTo>
                <a:lnTo>
                  <a:pt x="318" y="519"/>
                </a:lnTo>
                <a:lnTo>
                  <a:pt x="319" y="517"/>
                </a:lnTo>
                <a:lnTo>
                  <a:pt x="319" y="516"/>
                </a:lnTo>
                <a:lnTo>
                  <a:pt x="320" y="512"/>
                </a:lnTo>
                <a:lnTo>
                  <a:pt x="320" y="511"/>
                </a:lnTo>
                <a:lnTo>
                  <a:pt x="319" y="511"/>
                </a:lnTo>
                <a:lnTo>
                  <a:pt x="318" y="511"/>
                </a:lnTo>
                <a:lnTo>
                  <a:pt x="316" y="510"/>
                </a:lnTo>
                <a:lnTo>
                  <a:pt x="315" y="509"/>
                </a:lnTo>
                <a:lnTo>
                  <a:pt x="314" y="508"/>
                </a:lnTo>
                <a:lnTo>
                  <a:pt x="315" y="507"/>
                </a:lnTo>
                <a:lnTo>
                  <a:pt x="315" y="508"/>
                </a:lnTo>
                <a:lnTo>
                  <a:pt x="315" y="507"/>
                </a:lnTo>
                <a:lnTo>
                  <a:pt x="316" y="506"/>
                </a:lnTo>
                <a:lnTo>
                  <a:pt x="316" y="505"/>
                </a:lnTo>
                <a:lnTo>
                  <a:pt x="315" y="505"/>
                </a:lnTo>
                <a:lnTo>
                  <a:pt x="314" y="505"/>
                </a:lnTo>
                <a:lnTo>
                  <a:pt x="313" y="505"/>
                </a:lnTo>
                <a:lnTo>
                  <a:pt x="312" y="505"/>
                </a:lnTo>
                <a:lnTo>
                  <a:pt x="311" y="505"/>
                </a:lnTo>
                <a:lnTo>
                  <a:pt x="310" y="504"/>
                </a:lnTo>
                <a:lnTo>
                  <a:pt x="310" y="503"/>
                </a:lnTo>
                <a:lnTo>
                  <a:pt x="310" y="504"/>
                </a:lnTo>
                <a:lnTo>
                  <a:pt x="309" y="504"/>
                </a:lnTo>
                <a:lnTo>
                  <a:pt x="309" y="505"/>
                </a:lnTo>
                <a:lnTo>
                  <a:pt x="308" y="506"/>
                </a:lnTo>
                <a:lnTo>
                  <a:pt x="308" y="505"/>
                </a:lnTo>
                <a:lnTo>
                  <a:pt x="307" y="505"/>
                </a:lnTo>
                <a:lnTo>
                  <a:pt x="307" y="504"/>
                </a:lnTo>
                <a:lnTo>
                  <a:pt x="307" y="503"/>
                </a:lnTo>
                <a:lnTo>
                  <a:pt x="307" y="502"/>
                </a:lnTo>
                <a:lnTo>
                  <a:pt x="306" y="502"/>
                </a:lnTo>
                <a:lnTo>
                  <a:pt x="305" y="502"/>
                </a:lnTo>
                <a:lnTo>
                  <a:pt x="304" y="501"/>
                </a:lnTo>
                <a:lnTo>
                  <a:pt x="304" y="502"/>
                </a:lnTo>
                <a:lnTo>
                  <a:pt x="304" y="503"/>
                </a:lnTo>
                <a:lnTo>
                  <a:pt x="303" y="503"/>
                </a:lnTo>
                <a:lnTo>
                  <a:pt x="302" y="503"/>
                </a:lnTo>
                <a:lnTo>
                  <a:pt x="302" y="502"/>
                </a:lnTo>
                <a:lnTo>
                  <a:pt x="303" y="502"/>
                </a:lnTo>
                <a:lnTo>
                  <a:pt x="303" y="501"/>
                </a:lnTo>
                <a:lnTo>
                  <a:pt x="302" y="501"/>
                </a:lnTo>
                <a:lnTo>
                  <a:pt x="302" y="500"/>
                </a:lnTo>
                <a:lnTo>
                  <a:pt x="301" y="500"/>
                </a:lnTo>
                <a:lnTo>
                  <a:pt x="300" y="500"/>
                </a:lnTo>
                <a:lnTo>
                  <a:pt x="300" y="499"/>
                </a:lnTo>
                <a:lnTo>
                  <a:pt x="301" y="499"/>
                </a:lnTo>
                <a:lnTo>
                  <a:pt x="301" y="498"/>
                </a:lnTo>
                <a:lnTo>
                  <a:pt x="300" y="497"/>
                </a:lnTo>
                <a:lnTo>
                  <a:pt x="300" y="496"/>
                </a:lnTo>
                <a:lnTo>
                  <a:pt x="301" y="496"/>
                </a:lnTo>
                <a:lnTo>
                  <a:pt x="301" y="495"/>
                </a:lnTo>
                <a:lnTo>
                  <a:pt x="300" y="495"/>
                </a:lnTo>
                <a:lnTo>
                  <a:pt x="300" y="494"/>
                </a:lnTo>
                <a:lnTo>
                  <a:pt x="302" y="494"/>
                </a:lnTo>
                <a:lnTo>
                  <a:pt x="301" y="493"/>
                </a:lnTo>
                <a:lnTo>
                  <a:pt x="301" y="492"/>
                </a:lnTo>
                <a:lnTo>
                  <a:pt x="300" y="492"/>
                </a:lnTo>
                <a:lnTo>
                  <a:pt x="301" y="492"/>
                </a:lnTo>
                <a:lnTo>
                  <a:pt x="302" y="492"/>
                </a:lnTo>
                <a:lnTo>
                  <a:pt x="302" y="491"/>
                </a:lnTo>
                <a:lnTo>
                  <a:pt x="303" y="491"/>
                </a:lnTo>
                <a:lnTo>
                  <a:pt x="303" y="490"/>
                </a:lnTo>
                <a:lnTo>
                  <a:pt x="303" y="489"/>
                </a:lnTo>
                <a:lnTo>
                  <a:pt x="302" y="489"/>
                </a:lnTo>
                <a:lnTo>
                  <a:pt x="302" y="487"/>
                </a:lnTo>
                <a:lnTo>
                  <a:pt x="302" y="486"/>
                </a:lnTo>
                <a:lnTo>
                  <a:pt x="303" y="486"/>
                </a:lnTo>
                <a:lnTo>
                  <a:pt x="303" y="485"/>
                </a:lnTo>
                <a:lnTo>
                  <a:pt x="302" y="485"/>
                </a:lnTo>
                <a:lnTo>
                  <a:pt x="301" y="485"/>
                </a:lnTo>
                <a:lnTo>
                  <a:pt x="301" y="484"/>
                </a:lnTo>
                <a:lnTo>
                  <a:pt x="301" y="483"/>
                </a:lnTo>
                <a:lnTo>
                  <a:pt x="302" y="482"/>
                </a:lnTo>
                <a:lnTo>
                  <a:pt x="301" y="481"/>
                </a:lnTo>
                <a:lnTo>
                  <a:pt x="300" y="481"/>
                </a:lnTo>
                <a:lnTo>
                  <a:pt x="300" y="480"/>
                </a:lnTo>
                <a:lnTo>
                  <a:pt x="301" y="480"/>
                </a:lnTo>
                <a:lnTo>
                  <a:pt x="301" y="479"/>
                </a:lnTo>
                <a:lnTo>
                  <a:pt x="302" y="479"/>
                </a:lnTo>
                <a:lnTo>
                  <a:pt x="302" y="478"/>
                </a:lnTo>
                <a:lnTo>
                  <a:pt x="301" y="478"/>
                </a:lnTo>
                <a:lnTo>
                  <a:pt x="301" y="477"/>
                </a:lnTo>
                <a:lnTo>
                  <a:pt x="302" y="477"/>
                </a:lnTo>
                <a:lnTo>
                  <a:pt x="303" y="476"/>
                </a:lnTo>
                <a:lnTo>
                  <a:pt x="304" y="476"/>
                </a:lnTo>
                <a:lnTo>
                  <a:pt x="304" y="475"/>
                </a:lnTo>
                <a:lnTo>
                  <a:pt x="305" y="475"/>
                </a:lnTo>
                <a:lnTo>
                  <a:pt x="306" y="475"/>
                </a:lnTo>
                <a:lnTo>
                  <a:pt x="306" y="474"/>
                </a:lnTo>
                <a:lnTo>
                  <a:pt x="307" y="474"/>
                </a:lnTo>
                <a:lnTo>
                  <a:pt x="308" y="474"/>
                </a:lnTo>
                <a:lnTo>
                  <a:pt x="308" y="473"/>
                </a:lnTo>
                <a:lnTo>
                  <a:pt x="309" y="472"/>
                </a:lnTo>
                <a:lnTo>
                  <a:pt x="310" y="472"/>
                </a:lnTo>
                <a:lnTo>
                  <a:pt x="310" y="471"/>
                </a:lnTo>
                <a:lnTo>
                  <a:pt x="310" y="470"/>
                </a:lnTo>
                <a:lnTo>
                  <a:pt x="311" y="470"/>
                </a:lnTo>
                <a:lnTo>
                  <a:pt x="312" y="470"/>
                </a:lnTo>
                <a:lnTo>
                  <a:pt x="312" y="469"/>
                </a:lnTo>
                <a:lnTo>
                  <a:pt x="313" y="469"/>
                </a:lnTo>
                <a:lnTo>
                  <a:pt x="314" y="469"/>
                </a:lnTo>
                <a:lnTo>
                  <a:pt x="313" y="468"/>
                </a:lnTo>
                <a:lnTo>
                  <a:pt x="313" y="467"/>
                </a:lnTo>
                <a:lnTo>
                  <a:pt x="313" y="466"/>
                </a:lnTo>
                <a:lnTo>
                  <a:pt x="313" y="465"/>
                </a:lnTo>
                <a:lnTo>
                  <a:pt x="313" y="466"/>
                </a:lnTo>
                <a:lnTo>
                  <a:pt x="314" y="466"/>
                </a:lnTo>
                <a:lnTo>
                  <a:pt x="314" y="465"/>
                </a:lnTo>
                <a:lnTo>
                  <a:pt x="313" y="464"/>
                </a:lnTo>
                <a:lnTo>
                  <a:pt x="312" y="463"/>
                </a:lnTo>
                <a:lnTo>
                  <a:pt x="312" y="461"/>
                </a:lnTo>
                <a:lnTo>
                  <a:pt x="312" y="460"/>
                </a:lnTo>
                <a:lnTo>
                  <a:pt x="313" y="460"/>
                </a:lnTo>
                <a:lnTo>
                  <a:pt x="313" y="459"/>
                </a:lnTo>
                <a:lnTo>
                  <a:pt x="313" y="458"/>
                </a:lnTo>
                <a:lnTo>
                  <a:pt x="313" y="457"/>
                </a:lnTo>
                <a:lnTo>
                  <a:pt x="313" y="458"/>
                </a:lnTo>
                <a:lnTo>
                  <a:pt x="314" y="458"/>
                </a:lnTo>
                <a:lnTo>
                  <a:pt x="315" y="458"/>
                </a:lnTo>
                <a:lnTo>
                  <a:pt x="316" y="458"/>
                </a:lnTo>
                <a:lnTo>
                  <a:pt x="316" y="457"/>
                </a:lnTo>
                <a:lnTo>
                  <a:pt x="317" y="457"/>
                </a:lnTo>
                <a:lnTo>
                  <a:pt x="318" y="457"/>
                </a:lnTo>
                <a:lnTo>
                  <a:pt x="318" y="456"/>
                </a:lnTo>
                <a:lnTo>
                  <a:pt x="319" y="456"/>
                </a:lnTo>
                <a:lnTo>
                  <a:pt x="320" y="456"/>
                </a:lnTo>
                <a:lnTo>
                  <a:pt x="320" y="455"/>
                </a:lnTo>
                <a:lnTo>
                  <a:pt x="321" y="454"/>
                </a:lnTo>
                <a:lnTo>
                  <a:pt x="321" y="455"/>
                </a:lnTo>
                <a:lnTo>
                  <a:pt x="322" y="455"/>
                </a:lnTo>
                <a:lnTo>
                  <a:pt x="322" y="456"/>
                </a:lnTo>
                <a:lnTo>
                  <a:pt x="323" y="455"/>
                </a:lnTo>
                <a:lnTo>
                  <a:pt x="323" y="456"/>
                </a:lnTo>
                <a:lnTo>
                  <a:pt x="324" y="456"/>
                </a:lnTo>
                <a:lnTo>
                  <a:pt x="324" y="455"/>
                </a:lnTo>
                <a:lnTo>
                  <a:pt x="325" y="455"/>
                </a:lnTo>
                <a:lnTo>
                  <a:pt x="326" y="454"/>
                </a:lnTo>
                <a:lnTo>
                  <a:pt x="327" y="454"/>
                </a:lnTo>
                <a:lnTo>
                  <a:pt x="328" y="454"/>
                </a:lnTo>
                <a:lnTo>
                  <a:pt x="329" y="454"/>
                </a:lnTo>
                <a:lnTo>
                  <a:pt x="329" y="453"/>
                </a:lnTo>
                <a:lnTo>
                  <a:pt x="330" y="453"/>
                </a:lnTo>
                <a:lnTo>
                  <a:pt x="330" y="452"/>
                </a:lnTo>
                <a:lnTo>
                  <a:pt x="330" y="451"/>
                </a:lnTo>
                <a:lnTo>
                  <a:pt x="331" y="451"/>
                </a:lnTo>
                <a:lnTo>
                  <a:pt x="331" y="450"/>
                </a:lnTo>
                <a:lnTo>
                  <a:pt x="332" y="449"/>
                </a:lnTo>
                <a:lnTo>
                  <a:pt x="332" y="448"/>
                </a:lnTo>
                <a:lnTo>
                  <a:pt x="333" y="446"/>
                </a:lnTo>
                <a:lnTo>
                  <a:pt x="333" y="445"/>
                </a:lnTo>
                <a:lnTo>
                  <a:pt x="332" y="445"/>
                </a:lnTo>
                <a:lnTo>
                  <a:pt x="331" y="445"/>
                </a:lnTo>
                <a:lnTo>
                  <a:pt x="331" y="444"/>
                </a:lnTo>
                <a:lnTo>
                  <a:pt x="330" y="444"/>
                </a:lnTo>
                <a:lnTo>
                  <a:pt x="331" y="443"/>
                </a:lnTo>
                <a:lnTo>
                  <a:pt x="331" y="442"/>
                </a:lnTo>
                <a:lnTo>
                  <a:pt x="331" y="441"/>
                </a:lnTo>
                <a:lnTo>
                  <a:pt x="331" y="440"/>
                </a:lnTo>
                <a:lnTo>
                  <a:pt x="331" y="439"/>
                </a:lnTo>
                <a:lnTo>
                  <a:pt x="330" y="439"/>
                </a:lnTo>
                <a:lnTo>
                  <a:pt x="329" y="439"/>
                </a:lnTo>
                <a:lnTo>
                  <a:pt x="329" y="438"/>
                </a:lnTo>
                <a:lnTo>
                  <a:pt x="330" y="438"/>
                </a:lnTo>
                <a:lnTo>
                  <a:pt x="331" y="437"/>
                </a:lnTo>
                <a:lnTo>
                  <a:pt x="331" y="436"/>
                </a:lnTo>
                <a:lnTo>
                  <a:pt x="332" y="435"/>
                </a:lnTo>
                <a:lnTo>
                  <a:pt x="334" y="434"/>
                </a:lnTo>
                <a:lnTo>
                  <a:pt x="335" y="434"/>
                </a:lnTo>
                <a:lnTo>
                  <a:pt x="335" y="433"/>
                </a:lnTo>
                <a:lnTo>
                  <a:pt x="335" y="432"/>
                </a:lnTo>
                <a:lnTo>
                  <a:pt x="334" y="432"/>
                </a:lnTo>
                <a:lnTo>
                  <a:pt x="333" y="432"/>
                </a:lnTo>
                <a:lnTo>
                  <a:pt x="333" y="431"/>
                </a:lnTo>
                <a:lnTo>
                  <a:pt x="333" y="430"/>
                </a:lnTo>
                <a:lnTo>
                  <a:pt x="333" y="428"/>
                </a:lnTo>
                <a:lnTo>
                  <a:pt x="334" y="428"/>
                </a:lnTo>
                <a:lnTo>
                  <a:pt x="334" y="427"/>
                </a:lnTo>
                <a:lnTo>
                  <a:pt x="333" y="426"/>
                </a:lnTo>
                <a:lnTo>
                  <a:pt x="332" y="426"/>
                </a:lnTo>
                <a:lnTo>
                  <a:pt x="331" y="426"/>
                </a:lnTo>
                <a:lnTo>
                  <a:pt x="331" y="425"/>
                </a:lnTo>
                <a:lnTo>
                  <a:pt x="330" y="425"/>
                </a:lnTo>
                <a:lnTo>
                  <a:pt x="330" y="424"/>
                </a:lnTo>
                <a:lnTo>
                  <a:pt x="331" y="422"/>
                </a:lnTo>
                <a:lnTo>
                  <a:pt x="331" y="420"/>
                </a:lnTo>
                <a:lnTo>
                  <a:pt x="331" y="419"/>
                </a:lnTo>
                <a:lnTo>
                  <a:pt x="330" y="419"/>
                </a:lnTo>
                <a:lnTo>
                  <a:pt x="330" y="416"/>
                </a:lnTo>
                <a:lnTo>
                  <a:pt x="330" y="413"/>
                </a:lnTo>
                <a:lnTo>
                  <a:pt x="330" y="412"/>
                </a:lnTo>
                <a:lnTo>
                  <a:pt x="329" y="412"/>
                </a:lnTo>
                <a:lnTo>
                  <a:pt x="328" y="413"/>
                </a:lnTo>
                <a:lnTo>
                  <a:pt x="327" y="413"/>
                </a:lnTo>
                <a:lnTo>
                  <a:pt x="326" y="413"/>
                </a:lnTo>
                <a:lnTo>
                  <a:pt x="326" y="412"/>
                </a:lnTo>
                <a:lnTo>
                  <a:pt x="325" y="412"/>
                </a:lnTo>
                <a:lnTo>
                  <a:pt x="324" y="413"/>
                </a:lnTo>
                <a:lnTo>
                  <a:pt x="322" y="414"/>
                </a:lnTo>
                <a:lnTo>
                  <a:pt x="320" y="414"/>
                </a:lnTo>
                <a:lnTo>
                  <a:pt x="318" y="413"/>
                </a:lnTo>
                <a:lnTo>
                  <a:pt x="317" y="412"/>
                </a:lnTo>
                <a:lnTo>
                  <a:pt x="317" y="409"/>
                </a:lnTo>
                <a:lnTo>
                  <a:pt x="318" y="409"/>
                </a:lnTo>
                <a:lnTo>
                  <a:pt x="319" y="409"/>
                </a:lnTo>
                <a:lnTo>
                  <a:pt x="320" y="408"/>
                </a:lnTo>
                <a:lnTo>
                  <a:pt x="320" y="407"/>
                </a:lnTo>
                <a:lnTo>
                  <a:pt x="319" y="406"/>
                </a:lnTo>
                <a:lnTo>
                  <a:pt x="318" y="406"/>
                </a:lnTo>
                <a:lnTo>
                  <a:pt x="318" y="405"/>
                </a:lnTo>
                <a:lnTo>
                  <a:pt x="318" y="404"/>
                </a:lnTo>
                <a:lnTo>
                  <a:pt x="318" y="403"/>
                </a:lnTo>
                <a:lnTo>
                  <a:pt x="317" y="403"/>
                </a:lnTo>
                <a:lnTo>
                  <a:pt x="316" y="403"/>
                </a:lnTo>
                <a:lnTo>
                  <a:pt x="315" y="402"/>
                </a:lnTo>
                <a:lnTo>
                  <a:pt x="314" y="402"/>
                </a:lnTo>
                <a:lnTo>
                  <a:pt x="313" y="402"/>
                </a:lnTo>
                <a:lnTo>
                  <a:pt x="312" y="401"/>
                </a:lnTo>
                <a:lnTo>
                  <a:pt x="312" y="400"/>
                </a:lnTo>
                <a:lnTo>
                  <a:pt x="312" y="397"/>
                </a:lnTo>
                <a:lnTo>
                  <a:pt x="314" y="396"/>
                </a:lnTo>
                <a:lnTo>
                  <a:pt x="315" y="395"/>
                </a:lnTo>
                <a:lnTo>
                  <a:pt x="316" y="395"/>
                </a:lnTo>
                <a:lnTo>
                  <a:pt x="317" y="395"/>
                </a:lnTo>
                <a:lnTo>
                  <a:pt x="318" y="395"/>
                </a:lnTo>
                <a:lnTo>
                  <a:pt x="319" y="395"/>
                </a:lnTo>
                <a:lnTo>
                  <a:pt x="320" y="396"/>
                </a:lnTo>
                <a:lnTo>
                  <a:pt x="320" y="397"/>
                </a:lnTo>
                <a:lnTo>
                  <a:pt x="321" y="397"/>
                </a:lnTo>
                <a:lnTo>
                  <a:pt x="321" y="396"/>
                </a:lnTo>
                <a:lnTo>
                  <a:pt x="322" y="395"/>
                </a:lnTo>
                <a:lnTo>
                  <a:pt x="322" y="394"/>
                </a:lnTo>
                <a:lnTo>
                  <a:pt x="323" y="394"/>
                </a:lnTo>
                <a:lnTo>
                  <a:pt x="325" y="394"/>
                </a:lnTo>
                <a:lnTo>
                  <a:pt x="326" y="394"/>
                </a:lnTo>
                <a:lnTo>
                  <a:pt x="327" y="394"/>
                </a:lnTo>
                <a:lnTo>
                  <a:pt x="327" y="395"/>
                </a:lnTo>
                <a:lnTo>
                  <a:pt x="329" y="395"/>
                </a:lnTo>
                <a:lnTo>
                  <a:pt x="328" y="393"/>
                </a:lnTo>
                <a:lnTo>
                  <a:pt x="328" y="392"/>
                </a:lnTo>
                <a:lnTo>
                  <a:pt x="329" y="392"/>
                </a:lnTo>
                <a:lnTo>
                  <a:pt x="331" y="391"/>
                </a:lnTo>
                <a:lnTo>
                  <a:pt x="331" y="392"/>
                </a:lnTo>
                <a:lnTo>
                  <a:pt x="332" y="393"/>
                </a:lnTo>
                <a:lnTo>
                  <a:pt x="333" y="394"/>
                </a:lnTo>
                <a:lnTo>
                  <a:pt x="334" y="393"/>
                </a:lnTo>
                <a:lnTo>
                  <a:pt x="334" y="392"/>
                </a:lnTo>
                <a:lnTo>
                  <a:pt x="335" y="392"/>
                </a:lnTo>
                <a:lnTo>
                  <a:pt x="335" y="391"/>
                </a:lnTo>
                <a:lnTo>
                  <a:pt x="336" y="391"/>
                </a:lnTo>
                <a:lnTo>
                  <a:pt x="337" y="391"/>
                </a:lnTo>
                <a:lnTo>
                  <a:pt x="338" y="392"/>
                </a:lnTo>
                <a:lnTo>
                  <a:pt x="338" y="393"/>
                </a:lnTo>
                <a:lnTo>
                  <a:pt x="339" y="394"/>
                </a:lnTo>
                <a:lnTo>
                  <a:pt x="340" y="394"/>
                </a:lnTo>
                <a:lnTo>
                  <a:pt x="341" y="394"/>
                </a:lnTo>
                <a:lnTo>
                  <a:pt x="342" y="393"/>
                </a:lnTo>
                <a:lnTo>
                  <a:pt x="341" y="392"/>
                </a:lnTo>
                <a:lnTo>
                  <a:pt x="342" y="391"/>
                </a:lnTo>
                <a:lnTo>
                  <a:pt x="343" y="390"/>
                </a:lnTo>
                <a:lnTo>
                  <a:pt x="344" y="390"/>
                </a:lnTo>
                <a:lnTo>
                  <a:pt x="344" y="392"/>
                </a:lnTo>
                <a:lnTo>
                  <a:pt x="343" y="392"/>
                </a:lnTo>
                <a:lnTo>
                  <a:pt x="343" y="393"/>
                </a:lnTo>
                <a:lnTo>
                  <a:pt x="343" y="394"/>
                </a:lnTo>
                <a:lnTo>
                  <a:pt x="345" y="395"/>
                </a:lnTo>
                <a:lnTo>
                  <a:pt x="347" y="395"/>
                </a:lnTo>
                <a:lnTo>
                  <a:pt x="350" y="394"/>
                </a:lnTo>
                <a:lnTo>
                  <a:pt x="351" y="393"/>
                </a:lnTo>
                <a:lnTo>
                  <a:pt x="351" y="392"/>
                </a:lnTo>
                <a:lnTo>
                  <a:pt x="351" y="391"/>
                </a:lnTo>
                <a:lnTo>
                  <a:pt x="352" y="391"/>
                </a:lnTo>
                <a:lnTo>
                  <a:pt x="353" y="391"/>
                </a:lnTo>
                <a:lnTo>
                  <a:pt x="354" y="392"/>
                </a:lnTo>
                <a:lnTo>
                  <a:pt x="353" y="393"/>
                </a:lnTo>
                <a:lnTo>
                  <a:pt x="353" y="394"/>
                </a:lnTo>
                <a:lnTo>
                  <a:pt x="354" y="394"/>
                </a:lnTo>
                <a:lnTo>
                  <a:pt x="353" y="395"/>
                </a:lnTo>
                <a:lnTo>
                  <a:pt x="353" y="396"/>
                </a:lnTo>
                <a:lnTo>
                  <a:pt x="353" y="397"/>
                </a:lnTo>
                <a:lnTo>
                  <a:pt x="354" y="397"/>
                </a:lnTo>
                <a:lnTo>
                  <a:pt x="355" y="396"/>
                </a:lnTo>
                <a:lnTo>
                  <a:pt x="356" y="397"/>
                </a:lnTo>
                <a:lnTo>
                  <a:pt x="356" y="396"/>
                </a:lnTo>
                <a:lnTo>
                  <a:pt x="356" y="395"/>
                </a:lnTo>
                <a:lnTo>
                  <a:pt x="358" y="395"/>
                </a:lnTo>
                <a:lnTo>
                  <a:pt x="359" y="396"/>
                </a:lnTo>
                <a:lnTo>
                  <a:pt x="360" y="397"/>
                </a:lnTo>
                <a:lnTo>
                  <a:pt x="361" y="397"/>
                </a:lnTo>
                <a:lnTo>
                  <a:pt x="363" y="399"/>
                </a:lnTo>
                <a:lnTo>
                  <a:pt x="364" y="400"/>
                </a:lnTo>
                <a:lnTo>
                  <a:pt x="363" y="400"/>
                </a:lnTo>
                <a:lnTo>
                  <a:pt x="363" y="401"/>
                </a:lnTo>
                <a:lnTo>
                  <a:pt x="364" y="401"/>
                </a:lnTo>
                <a:lnTo>
                  <a:pt x="365" y="402"/>
                </a:lnTo>
                <a:lnTo>
                  <a:pt x="366" y="402"/>
                </a:lnTo>
                <a:lnTo>
                  <a:pt x="368" y="402"/>
                </a:lnTo>
                <a:lnTo>
                  <a:pt x="369" y="400"/>
                </a:lnTo>
                <a:lnTo>
                  <a:pt x="370" y="400"/>
                </a:lnTo>
                <a:lnTo>
                  <a:pt x="371" y="400"/>
                </a:lnTo>
                <a:lnTo>
                  <a:pt x="372" y="400"/>
                </a:lnTo>
                <a:lnTo>
                  <a:pt x="373" y="400"/>
                </a:lnTo>
                <a:lnTo>
                  <a:pt x="373" y="401"/>
                </a:lnTo>
                <a:lnTo>
                  <a:pt x="374" y="403"/>
                </a:lnTo>
                <a:lnTo>
                  <a:pt x="375" y="403"/>
                </a:lnTo>
                <a:lnTo>
                  <a:pt x="376" y="404"/>
                </a:lnTo>
                <a:lnTo>
                  <a:pt x="377" y="405"/>
                </a:lnTo>
                <a:lnTo>
                  <a:pt x="377" y="406"/>
                </a:lnTo>
                <a:lnTo>
                  <a:pt x="376" y="407"/>
                </a:lnTo>
                <a:lnTo>
                  <a:pt x="377" y="407"/>
                </a:lnTo>
                <a:lnTo>
                  <a:pt x="378" y="407"/>
                </a:lnTo>
                <a:lnTo>
                  <a:pt x="378" y="408"/>
                </a:lnTo>
                <a:lnTo>
                  <a:pt x="379" y="409"/>
                </a:lnTo>
                <a:lnTo>
                  <a:pt x="380" y="408"/>
                </a:lnTo>
                <a:lnTo>
                  <a:pt x="380" y="407"/>
                </a:lnTo>
                <a:lnTo>
                  <a:pt x="380" y="406"/>
                </a:lnTo>
                <a:lnTo>
                  <a:pt x="380" y="405"/>
                </a:lnTo>
                <a:lnTo>
                  <a:pt x="381" y="405"/>
                </a:lnTo>
                <a:lnTo>
                  <a:pt x="383" y="403"/>
                </a:lnTo>
                <a:lnTo>
                  <a:pt x="384" y="401"/>
                </a:lnTo>
                <a:lnTo>
                  <a:pt x="385" y="401"/>
                </a:lnTo>
                <a:lnTo>
                  <a:pt x="386" y="401"/>
                </a:lnTo>
                <a:lnTo>
                  <a:pt x="387" y="399"/>
                </a:lnTo>
                <a:lnTo>
                  <a:pt x="387" y="398"/>
                </a:lnTo>
                <a:lnTo>
                  <a:pt x="386" y="398"/>
                </a:lnTo>
                <a:lnTo>
                  <a:pt x="386" y="397"/>
                </a:lnTo>
                <a:lnTo>
                  <a:pt x="386" y="395"/>
                </a:lnTo>
                <a:lnTo>
                  <a:pt x="386" y="394"/>
                </a:lnTo>
                <a:lnTo>
                  <a:pt x="387" y="394"/>
                </a:lnTo>
                <a:lnTo>
                  <a:pt x="387" y="395"/>
                </a:lnTo>
                <a:lnTo>
                  <a:pt x="388" y="395"/>
                </a:lnTo>
                <a:lnTo>
                  <a:pt x="388" y="394"/>
                </a:lnTo>
                <a:lnTo>
                  <a:pt x="387" y="393"/>
                </a:lnTo>
                <a:lnTo>
                  <a:pt x="386" y="392"/>
                </a:lnTo>
                <a:lnTo>
                  <a:pt x="386" y="391"/>
                </a:lnTo>
                <a:lnTo>
                  <a:pt x="386" y="390"/>
                </a:lnTo>
                <a:lnTo>
                  <a:pt x="388" y="388"/>
                </a:lnTo>
                <a:lnTo>
                  <a:pt x="388" y="387"/>
                </a:lnTo>
                <a:lnTo>
                  <a:pt x="388" y="386"/>
                </a:lnTo>
                <a:lnTo>
                  <a:pt x="388" y="385"/>
                </a:lnTo>
                <a:lnTo>
                  <a:pt x="389" y="384"/>
                </a:lnTo>
                <a:lnTo>
                  <a:pt x="389" y="385"/>
                </a:lnTo>
                <a:lnTo>
                  <a:pt x="389" y="386"/>
                </a:lnTo>
                <a:lnTo>
                  <a:pt x="390" y="387"/>
                </a:lnTo>
                <a:lnTo>
                  <a:pt x="393" y="389"/>
                </a:lnTo>
                <a:lnTo>
                  <a:pt x="393" y="388"/>
                </a:lnTo>
                <a:lnTo>
                  <a:pt x="394" y="387"/>
                </a:lnTo>
                <a:lnTo>
                  <a:pt x="393" y="387"/>
                </a:lnTo>
                <a:lnTo>
                  <a:pt x="393" y="385"/>
                </a:lnTo>
                <a:lnTo>
                  <a:pt x="394" y="383"/>
                </a:lnTo>
                <a:lnTo>
                  <a:pt x="394" y="382"/>
                </a:lnTo>
                <a:lnTo>
                  <a:pt x="393" y="382"/>
                </a:lnTo>
                <a:lnTo>
                  <a:pt x="392" y="382"/>
                </a:lnTo>
                <a:lnTo>
                  <a:pt x="391" y="382"/>
                </a:lnTo>
                <a:lnTo>
                  <a:pt x="391" y="381"/>
                </a:lnTo>
                <a:lnTo>
                  <a:pt x="392" y="381"/>
                </a:lnTo>
                <a:lnTo>
                  <a:pt x="392" y="380"/>
                </a:lnTo>
                <a:lnTo>
                  <a:pt x="392" y="379"/>
                </a:lnTo>
                <a:lnTo>
                  <a:pt x="391" y="379"/>
                </a:lnTo>
                <a:lnTo>
                  <a:pt x="391" y="378"/>
                </a:lnTo>
                <a:lnTo>
                  <a:pt x="390" y="373"/>
                </a:lnTo>
                <a:lnTo>
                  <a:pt x="390" y="372"/>
                </a:lnTo>
                <a:lnTo>
                  <a:pt x="390" y="370"/>
                </a:lnTo>
                <a:lnTo>
                  <a:pt x="390" y="367"/>
                </a:lnTo>
                <a:lnTo>
                  <a:pt x="389" y="365"/>
                </a:lnTo>
                <a:lnTo>
                  <a:pt x="388" y="362"/>
                </a:lnTo>
                <a:lnTo>
                  <a:pt x="388" y="361"/>
                </a:lnTo>
                <a:lnTo>
                  <a:pt x="387" y="360"/>
                </a:lnTo>
                <a:lnTo>
                  <a:pt x="387" y="359"/>
                </a:lnTo>
                <a:lnTo>
                  <a:pt x="386" y="357"/>
                </a:lnTo>
                <a:lnTo>
                  <a:pt x="386" y="356"/>
                </a:lnTo>
                <a:lnTo>
                  <a:pt x="386" y="355"/>
                </a:lnTo>
                <a:lnTo>
                  <a:pt x="385" y="355"/>
                </a:lnTo>
                <a:lnTo>
                  <a:pt x="385" y="354"/>
                </a:lnTo>
                <a:lnTo>
                  <a:pt x="385" y="353"/>
                </a:lnTo>
                <a:lnTo>
                  <a:pt x="384" y="352"/>
                </a:lnTo>
                <a:lnTo>
                  <a:pt x="384" y="351"/>
                </a:lnTo>
                <a:lnTo>
                  <a:pt x="384" y="350"/>
                </a:lnTo>
                <a:lnTo>
                  <a:pt x="383" y="350"/>
                </a:lnTo>
                <a:lnTo>
                  <a:pt x="382" y="350"/>
                </a:lnTo>
                <a:lnTo>
                  <a:pt x="382" y="351"/>
                </a:lnTo>
                <a:lnTo>
                  <a:pt x="381" y="351"/>
                </a:lnTo>
                <a:lnTo>
                  <a:pt x="380" y="351"/>
                </a:lnTo>
                <a:lnTo>
                  <a:pt x="378" y="351"/>
                </a:lnTo>
                <a:lnTo>
                  <a:pt x="377" y="351"/>
                </a:lnTo>
                <a:lnTo>
                  <a:pt x="375" y="351"/>
                </a:lnTo>
                <a:lnTo>
                  <a:pt x="374" y="351"/>
                </a:lnTo>
                <a:lnTo>
                  <a:pt x="373" y="351"/>
                </a:lnTo>
                <a:lnTo>
                  <a:pt x="371" y="348"/>
                </a:lnTo>
                <a:lnTo>
                  <a:pt x="370" y="348"/>
                </a:lnTo>
                <a:lnTo>
                  <a:pt x="370" y="347"/>
                </a:lnTo>
                <a:lnTo>
                  <a:pt x="369" y="347"/>
                </a:lnTo>
                <a:lnTo>
                  <a:pt x="368" y="346"/>
                </a:lnTo>
                <a:lnTo>
                  <a:pt x="367" y="346"/>
                </a:lnTo>
                <a:lnTo>
                  <a:pt x="366" y="345"/>
                </a:lnTo>
                <a:lnTo>
                  <a:pt x="366" y="344"/>
                </a:lnTo>
                <a:lnTo>
                  <a:pt x="365" y="342"/>
                </a:lnTo>
                <a:lnTo>
                  <a:pt x="365" y="341"/>
                </a:lnTo>
                <a:lnTo>
                  <a:pt x="364" y="340"/>
                </a:lnTo>
                <a:lnTo>
                  <a:pt x="363" y="340"/>
                </a:lnTo>
                <a:lnTo>
                  <a:pt x="362" y="341"/>
                </a:lnTo>
                <a:lnTo>
                  <a:pt x="361" y="341"/>
                </a:lnTo>
                <a:lnTo>
                  <a:pt x="361" y="340"/>
                </a:lnTo>
                <a:lnTo>
                  <a:pt x="361" y="338"/>
                </a:lnTo>
                <a:lnTo>
                  <a:pt x="362" y="338"/>
                </a:lnTo>
                <a:lnTo>
                  <a:pt x="362" y="337"/>
                </a:lnTo>
                <a:lnTo>
                  <a:pt x="362" y="335"/>
                </a:lnTo>
                <a:lnTo>
                  <a:pt x="361" y="334"/>
                </a:lnTo>
                <a:lnTo>
                  <a:pt x="359" y="333"/>
                </a:lnTo>
                <a:lnTo>
                  <a:pt x="358" y="333"/>
                </a:lnTo>
                <a:lnTo>
                  <a:pt x="357" y="333"/>
                </a:lnTo>
                <a:lnTo>
                  <a:pt x="356" y="334"/>
                </a:lnTo>
                <a:lnTo>
                  <a:pt x="355" y="335"/>
                </a:lnTo>
                <a:lnTo>
                  <a:pt x="354" y="336"/>
                </a:lnTo>
                <a:lnTo>
                  <a:pt x="352" y="336"/>
                </a:lnTo>
                <a:lnTo>
                  <a:pt x="351" y="337"/>
                </a:lnTo>
                <a:lnTo>
                  <a:pt x="350" y="338"/>
                </a:lnTo>
                <a:lnTo>
                  <a:pt x="349" y="337"/>
                </a:lnTo>
                <a:lnTo>
                  <a:pt x="347" y="337"/>
                </a:lnTo>
                <a:lnTo>
                  <a:pt x="346" y="337"/>
                </a:lnTo>
                <a:lnTo>
                  <a:pt x="345" y="338"/>
                </a:lnTo>
                <a:lnTo>
                  <a:pt x="345" y="337"/>
                </a:lnTo>
                <a:lnTo>
                  <a:pt x="345" y="336"/>
                </a:lnTo>
                <a:lnTo>
                  <a:pt x="345" y="335"/>
                </a:lnTo>
                <a:lnTo>
                  <a:pt x="344" y="335"/>
                </a:lnTo>
                <a:lnTo>
                  <a:pt x="342" y="335"/>
                </a:lnTo>
                <a:lnTo>
                  <a:pt x="339" y="336"/>
                </a:lnTo>
                <a:lnTo>
                  <a:pt x="339" y="338"/>
                </a:lnTo>
                <a:lnTo>
                  <a:pt x="339" y="339"/>
                </a:lnTo>
                <a:lnTo>
                  <a:pt x="340" y="340"/>
                </a:lnTo>
                <a:lnTo>
                  <a:pt x="340" y="341"/>
                </a:lnTo>
                <a:lnTo>
                  <a:pt x="339" y="342"/>
                </a:lnTo>
                <a:lnTo>
                  <a:pt x="338" y="343"/>
                </a:lnTo>
                <a:lnTo>
                  <a:pt x="337" y="342"/>
                </a:lnTo>
                <a:lnTo>
                  <a:pt x="336" y="342"/>
                </a:lnTo>
                <a:lnTo>
                  <a:pt x="335" y="343"/>
                </a:lnTo>
                <a:lnTo>
                  <a:pt x="335" y="344"/>
                </a:lnTo>
                <a:lnTo>
                  <a:pt x="336" y="345"/>
                </a:lnTo>
                <a:lnTo>
                  <a:pt x="337" y="347"/>
                </a:lnTo>
                <a:lnTo>
                  <a:pt x="336" y="349"/>
                </a:lnTo>
                <a:lnTo>
                  <a:pt x="337" y="351"/>
                </a:lnTo>
                <a:lnTo>
                  <a:pt x="337" y="352"/>
                </a:lnTo>
                <a:lnTo>
                  <a:pt x="337" y="353"/>
                </a:lnTo>
                <a:lnTo>
                  <a:pt x="336" y="353"/>
                </a:lnTo>
                <a:lnTo>
                  <a:pt x="335" y="353"/>
                </a:lnTo>
                <a:lnTo>
                  <a:pt x="335" y="354"/>
                </a:lnTo>
                <a:lnTo>
                  <a:pt x="334" y="354"/>
                </a:lnTo>
                <a:lnTo>
                  <a:pt x="333" y="354"/>
                </a:lnTo>
                <a:lnTo>
                  <a:pt x="333" y="353"/>
                </a:lnTo>
                <a:lnTo>
                  <a:pt x="332" y="353"/>
                </a:lnTo>
                <a:lnTo>
                  <a:pt x="331" y="354"/>
                </a:lnTo>
                <a:lnTo>
                  <a:pt x="331" y="353"/>
                </a:lnTo>
                <a:lnTo>
                  <a:pt x="330" y="353"/>
                </a:lnTo>
                <a:lnTo>
                  <a:pt x="329" y="353"/>
                </a:lnTo>
                <a:lnTo>
                  <a:pt x="328" y="354"/>
                </a:lnTo>
                <a:lnTo>
                  <a:pt x="328" y="355"/>
                </a:lnTo>
                <a:lnTo>
                  <a:pt x="329" y="358"/>
                </a:lnTo>
                <a:lnTo>
                  <a:pt x="329" y="359"/>
                </a:lnTo>
                <a:lnTo>
                  <a:pt x="330" y="359"/>
                </a:lnTo>
                <a:lnTo>
                  <a:pt x="330" y="361"/>
                </a:lnTo>
                <a:lnTo>
                  <a:pt x="329" y="361"/>
                </a:lnTo>
                <a:lnTo>
                  <a:pt x="329" y="362"/>
                </a:lnTo>
                <a:lnTo>
                  <a:pt x="329" y="363"/>
                </a:lnTo>
                <a:lnTo>
                  <a:pt x="329" y="364"/>
                </a:lnTo>
                <a:lnTo>
                  <a:pt x="329" y="365"/>
                </a:lnTo>
                <a:lnTo>
                  <a:pt x="329" y="366"/>
                </a:lnTo>
                <a:lnTo>
                  <a:pt x="330" y="367"/>
                </a:lnTo>
                <a:lnTo>
                  <a:pt x="330" y="368"/>
                </a:lnTo>
                <a:lnTo>
                  <a:pt x="331" y="368"/>
                </a:lnTo>
                <a:lnTo>
                  <a:pt x="332" y="369"/>
                </a:lnTo>
                <a:lnTo>
                  <a:pt x="332" y="370"/>
                </a:lnTo>
                <a:lnTo>
                  <a:pt x="332" y="371"/>
                </a:lnTo>
                <a:lnTo>
                  <a:pt x="333" y="371"/>
                </a:lnTo>
                <a:lnTo>
                  <a:pt x="332" y="371"/>
                </a:lnTo>
                <a:lnTo>
                  <a:pt x="331" y="371"/>
                </a:lnTo>
                <a:lnTo>
                  <a:pt x="330" y="372"/>
                </a:lnTo>
                <a:lnTo>
                  <a:pt x="329" y="373"/>
                </a:lnTo>
                <a:lnTo>
                  <a:pt x="327" y="374"/>
                </a:lnTo>
                <a:lnTo>
                  <a:pt x="326" y="374"/>
                </a:lnTo>
                <a:lnTo>
                  <a:pt x="325" y="374"/>
                </a:lnTo>
                <a:lnTo>
                  <a:pt x="323" y="373"/>
                </a:lnTo>
                <a:lnTo>
                  <a:pt x="320" y="373"/>
                </a:lnTo>
                <a:lnTo>
                  <a:pt x="320" y="372"/>
                </a:lnTo>
                <a:lnTo>
                  <a:pt x="319" y="372"/>
                </a:lnTo>
                <a:lnTo>
                  <a:pt x="318" y="372"/>
                </a:lnTo>
                <a:lnTo>
                  <a:pt x="316" y="373"/>
                </a:lnTo>
                <a:lnTo>
                  <a:pt x="315" y="373"/>
                </a:lnTo>
                <a:lnTo>
                  <a:pt x="315" y="374"/>
                </a:lnTo>
                <a:lnTo>
                  <a:pt x="314" y="375"/>
                </a:lnTo>
                <a:lnTo>
                  <a:pt x="311" y="376"/>
                </a:lnTo>
                <a:lnTo>
                  <a:pt x="309" y="376"/>
                </a:lnTo>
                <a:lnTo>
                  <a:pt x="308" y="375"/>
                </a:lnTo>
                <a:lnTo>
                  <a:pt x="306" y="376"/>
                </a:lnTo>
                <a:lnTo>
                  <a:pt x="305" y="376"/>
                </a:lnTo>
                <a:lnTo>
                  <a:pt x="303" y="377"/>
                </a:lnTo>
                <a:lnTo>
                  <a:pt x="301" y="378"/>
                </a:lnTo>
                <a:lnTo>
                  <a:pt x="299" y="378"/>
                </a:lnTo>
                <a:lnTo>
                  <a:pt x="297" y="378"/>
                </a:lnTo>
                <a:lnTo>
                  <a:pt x="296" y="378"/>
                </a:lnTo>
                <a:lnTo>
                  <a:pt x="295" y="377"/>
                </a:lnTo>
                <a:lnTo>
                  <a:pt x="295" y="376"/>
                </a:lnTo>
                <a:lnTo>
                  <a:pt x="295" y="375"/>
                </a:lnTo>
                <a:lnTo>
                  <a:pt x="294" y="375"/>
                </a:lnTo>
                <a:lnTo>
                  <a:pt x="294" y="376"/>
                </a:lnTo>
                <a:lnTo>
                  <a:pt x="294" y="377"/>
                </a:lnTo>
                <a:lnTo>
                  <a:pt x="293" y="378"/>
                </a:lnTo>
                <a:lnTo>
                  <a:pt x="293" y="379"/>
                </a:lnTo>
                <a:lnTo>
                  <a:pt x="292" y="379"/>
                </a:lnTo>
                <a:lnTo>
                  <a:pt x="292" y="380"/>
                </a:lnTo>
                <a:lnTo>
                  <a:pt x="290" y="380"/>
                </a:lnTo>
                <a:lnTo>
                  <a:pt x="289" y="380"/>
                </a:lnTo>
                <a:lnTo>
                  <a:pt x="288" y="380"/>
                </a:lnTo>
                <a:lnTo>
                  <a:pt x="286" y="380"/>
                </a:lnTo>
                <a:lnTo>
                  <a:pt x="285" y="380"/>
                </a:lnTo>
                <a:lnTo>
                  <a:pt x="284" y="380"/>
                </a:lnTo>
                <a:lnTo>
                  <a:pt x="284" y="379"/>
                </a:lnTo>
                <a:lnTo>
                  <a:pt x="284" y="377"/>
                </a:lnTo>
                <a:lnTo>
                  <a:pt x="285" y="377"/>
                </a:lnTo>
                <a:lnTo>
                  <a:pt x="284" y="375"/>
                </a:lnTo>
                <a:lnTo>
                  <a:pt x="284" y="374"/>
                </a:lnTo>
                <a:lnTo>
                  <a:pt x="283" y="373"/>
                </a:lnTo>
                <a:lnTo>
                  <a:pt x="283" y="372"/>
                </a:lnTo>
                <a:lnTo>
                  <a:pt x="281" y="372"/>
                </a:lnTo>
                <a:lnTo>
                  <a:pt x="281" y="373"/>
                </a:lnTo>
                <a:lnTo>
                  <a:pt x="280" y="373"/>
                </a:lnTo>
                <a:lnTo>
                  <a:pt x="280" y="374"/>
                </a:lnTo>
                <a:lnTo>
                  <a:pt x="280" y="375"/>
                </a:lnTo>
                <a:lnTo>
                  <a:pt x="279" y="375"/>
                </a:lnTo>
                <a:lnTo>
                  <a:pt x="278" y="375"/>
                </a:lnTo>
                <a:lnTo>
                  <a:pt x="278" y="374"/>
                </a:lnTo>
                <a:lnTo>
                  <a:pt x="278" y="373"/>
                </a:lnTo>
                <a:lnTo>
                  <a:pt x="278" y="372"/>
                </a:lnTo>
                <a:lnTo>
                  <a:pt x="277" y="372"/>
                </a:lnTo>
                <a:lnTo>
                  <a:pt x="276" y="372"/>
                </a:lnTo>
                <a:lnTo>
                  <a:pt x="275" y="372"/>
                </a:lnTo>
                <a:lnTo>
                  <a:pt x="274" y="370"/>
                </a:lnTo>
                <a:lnTo>
                  <a:pt x="274" y="369"/>
                </a:lnTo>
                <a:lnTo>
                  <a:pt x="275" y="369"/>
                </a:lnTo>
                <a:lnTo>
                  <a:pt x="275" y="368"/>
                </a:lnTo>
                <a:lnTo>
                  <a:pt x="275" y="367"/>
                </a:lnTo>
                <a:lnTo>
                  <a:pt x="274" y="364"/>
                </a:lnTo>
                <a:lnTo>
                  <a:pt x="274" y="363"/>
                </a:lnTo>
                <a:lnTo>
                  <a:pt x="272" y="362"/>
                </a:lnTo>
                <a:lnTo>
                  <a:pt x="272" y="361"/>
                </a:lnTo>
                <a:lnTo>
                  <a:pt x="271" y="361"/>
                </a:lnTo>
                <a:lnTo>
                  <a:pt x="269" y="361"/>
                </a:lnTo>
                <a:lnTo>
                  <a:pt x="268" y="362"/>
                </a:lnTo>
                <a:lnTo>
                  <a:pt x="268" y="363"/>
                </a:lnTo>
                <a:lnTo>
                  <a:pt x="269" y="363"/>
                </a:lnTo>
                <a:lnTo>
                  <a:pt x="268" y="363"/>
                </a:lnTo>
                <a:lnTo>
                  <a:pt x="267" y="362"/>
                </a:lnTo>
                <a:lnTo>
                  <a:pt x="266" y="361"/>
                </a:lnTo>
                <a:lnTo>
                  <a:pt x="266" y="359"/>
                </a:lnTo>
                <a:lnTo>
                  <a:pt x="266" y="358"/>
                </a:lnTo>
                <a:lnTo>
                  <a:pt x="265" y="357"/>
                </a:lnTo>
                <a:lnTo>
                  <a:pt x="265" y="356"/>
                </a:lnTo>
                <a:lnTo>
                  <a:pt x="264" y="354"/>
                </a:lnTo>
                <a:lnTo>
                  <a:pt x="263" y="352"/>
                </a:lnTo>
                <a:lnTo>
                  <a:pt x="263" y="351"/>
                </a:lnTo>
                <a:lnTo>
                  <a:pt x="264" y="351"/>
                </a:lnTo>
                <a:lnTo>
                  <a:pt x="264" y="350"/>
                </a:lnTo>
                <a:lnTo>
                  <a:pt x="265" y="350"/>
                </a:lnTo>
                <a:lnTo>
                  <a:pt x="265" y="349"/>
                </a:lnTo>
                <a:lnTo>
                  <a:pt x="267" y="348"/>
                </a:lnTo>
                <a:lnTo>
                  <a:pt x="268" y="348"/>
                </a:lnTo>
                <a:lnTo>
                  <a:pt x="269" y="348"/>
                </a:lnTo>
                <a:lnTo>
                  <a:pt x="270" y="347"/>
                </a:lnTo>
                <a:lnTo>
                  <a:pt x="271" y="347"/>
                </a:lnTo>
                <a:lnTo>
                  <a:pt x="273" y="345"/>
                </a:lnTo>
                <a:lnTo>
                  <a:pt x="273" y="344"/>
                </a:lnTo>
                <a:lnTo>
                  <a:pt x="272" y="344"/>
                </a:lnTo>
                <a:lnTo>
                  <a:pt x="273" y="344"/>
                </a:lnTo>
                <a:lnTo>
                  <a:pt x="272" y="344"/>
                </a:lnTo>
                <a:lnTo>
                  <a:pt x="271" y="344"/>
                </a:lnTo>
                <a:lnTo>
                  <a:pt x="270" y="344"/>
                </a:lnTo>
                <a:lnTo>
                  <a:pt x="269" y="344"/>
                </a:lnTo>
                <a:lnTo>
                  <a:pt x="267" y="344"/>
                </a:lnTo>
                <a:lnTo>
                  <a:pt x="266" y="344"/>
                </a:lnTo>
                <a:lnTo>
                  <a:pt x="266" y="343"/>
                </a:lnTo>
                <a:lnTo>
                  <a:pt x="265" y="342"/>
                </a:lnTo>
                <a:lnTo>
                  <a:pt x="264" y="342"/>
                </a:lnTo>
                <a:lnTo>
                  <a:pt x="264" y="341"/>
                </a:lnTo>
                <a:lnTo>
                  <a:pt x="264" y="340"/>
                </a:lnTo>
                <a:lnTo>
                  <a:pt x="263" y="339"/>
                </a:lnTo>
                <a:lnTo>
                  <a:pt x="263" y="337"/>
                </a:lnTo>
                <a:lnTo>
                  <a:pt x="263" y="336"/>
                </a:lnTo>
                <a:lnTo>
                  <a:pt x="263" y="335"/>
                </a:lnTo>
                <a:lnTo>
                  <a:pt x="262" y="333"/>
                </a:lnTo>
                <a:lnTo>
                  <a:pt x="262" y="332"/>
                </a:lnTo>
                <a:lnTo>
                  <a:pt x="261" y="331"/>
                </a:lnTo>
                <a:lnTo>
                  <a:pt x="260" y="331"/>
                </a:lnTo>
                <a:lnTo>
                  <a:pt x="258" y="331"/>
                </a:lnTo>
                <a:lnTo>
                  <a:pt x="258" y="330"/>
                </a:lnTo>
                <a:lnTo>
                  <a:pt x="259" y="330"/>
                </a:lnTo>
                <a:lnTo>
                  <a:pt x="260" y="330"/>
                </a:lnTo>
                <a:lnTo>
                  <a:pt x="260" y="329"/>
                </a:lnTo>
                <a:lnTo>
                  <a:pt x="260" y="328"/>
                </a:lnTo>
                <a:lnTo>
                  <a:pt x="260" y="327"/>
                </a:lnTo>
                <a:lnTo>
                  <a:pt x="259" y="327"/>
                </a:lnTo>
                <a:lnTo>
                  <a:pt x="258" y="327"/>
                </a:lnTo>
                <a:lnTo>
                  <a:pt x="257" y="327"/>
                </a:lnTo>
                <a:lnTo>
                  <a:pt x="258" y="327"/>
                </a:lnTo>
                <a:lnTo>
                  <a:pt x="259" y="327"/>
                </a:lnTo>
                <a:lnTo>
                  <a:pt x="259" y="326"/>
                </a:lnTo>
                <a:lnTo>
                  <a:pt x="259" y="325"/>
                </a:lnTo>
                <a:lnTo>
                  <a:pt x="259" y="324"/>
                </a:lnTo>
                <a:lnTo>
                  <a:pt x="258" y="324"/>
                </a:lnTo>
                <a:lnTo>
                  <a:pt x="257" y="325"/>
                </a:lnTo>
                <a:lnTo>
                  <a:pt x="256" y="324"/>
                </a:lnTo>
                <a:lnTo>
                  <a:pt x="257" y="323"/>
                </a:lnTo>
                <a:lnTo>
                  <a:pt x="258" y="323"/>
                </a:lnTo>
                <a:lnTo>
                  <a:pt x="258" y="322"/>
                </a:lnTo>
                <a:lnTo>
                  <a:pt x="258" y="320"/>
                </a:lnTo>
                <a:lnTo>
                  <a:pt x="258" y="319"/>
                </a:lnTo>
                <a:lnTo>
                  <a:pt x="258" y="318"/>
                </a:lnTo>
                <a:lnTo>
                  <a:pt x="258" y="317"/>
                </a:lnTo>
                <a:lnTo>
                  <a:pt x="258" y="316"/>
                </a:lnTo>
                <a:lnTo>
                  <a:pt x="257" y="316"/>
                </a:lnTo>
                <a:lnTo>
                  <a:pt x="258" y="316"/>
                </a:lnTo>
                <a:lnTo>
                  <a:pt x="258" y="315"/>
                </a:lnTo>
                <a:lnTo>
                  <a:pt x="258" y="314"/>
                </a:lnTo>
                <a:lnTo>
                  <a:pt x="257" y="313"/>
                </a:lnTo>
                <a:lnTo>
                  <a:pt x="257" y="312"/>
                </a:lnTo>
                <a:lnTo>
                  <a:pt x="257" y="311"/>
                </a:lnTo>
                <a:lnTo>
                  <a:pt x="256" y="311"/>
                </a:lnTo>
                <a:lnTo>
                  <a:pt x="256" y="310"/>
                </a:lnTo>
                <a:lnTo>
                  <a:pt x="255" y="309"/>
                </a:lnTo>
                <a:lnTo>
                  <a:pt x="254" y="309"/>
                </a:lnTo>
                <a:lnTo>
                  <a:pt x="253" y="309"/>
                </a:lnTo>
                <a:lnTo>
                  <a:pt x="252" y="308"/>
                </a:lnTo>
                <a:lnTo>
                  <a:pt x="251" y="308"/>
                </a:lnTo>
                <a:lnTo>
                  <a:pt x="250" y="308"/>
                </a:lnTo>
                <a:lnTo>
                  <a:pt x="250" y="309"/>
                </a:lnTo>
                <a:lnTo>
                  <a:pt x="249" y="310"/>
                </a:lnTo>
                <a:lnTo>
                  <a:pt x="249" y="311"/>
                </a:lnTo>
                <a:lnTo>
                  <a:pt x="249" y="312"/>
                </a:lnTo>
                <a:lnTo>
                  <a:pt x="249" y="313"/>
                </a:lnTo>
                <a:lnTo>
                  <a:pt x="249" y="314"/>
                </a:lnTo>
                <a:lnTo>
                  <a:pt x="250" y="314"/>
                </a:lnTo>
                <a:lnTo>
                  <a:pt x="250" y="315"/>
                </a:lnTo>
                <a:lnTo>
                  <a:pt x="249" y="315"/>
                </a:lnTo>
                <a:lnTo>
                  <a:pt x="249" y="316"/>
                </a:lnTo>
                <a:lnTo>
                  <a:pt x="248" y="316"/>
                </a:lnTo>
                <a:lnTo>
                  <a:pt x="247" y="317"/>
                </a:lnTo>
                <a:lnTo>
                  <a:pt x="246" y="317"/>
                </a:lnTo>
                <a:lnTo>
                  <a:pt x="244" y="318"/>
                </a:lnTo>
                <a:lnTo>
                  <a:pt x="243" y="319"/>
                </a:lnTo>
                <a:lnTo>
                  <a:pt x="241" y="320"/>
                </a:lnTo>
                <a:lnTo>
                  <a:pt x="240" y="321"/>
                </a:lnTo>
                <a:lnTo>
                  <a:pt x="239" y="321"/>
                </a:lnTo>
                <a:lnTo>
                  <a:pt x="239" y="322"/>
                </a:lnTo>
                <a:lnTo>
                  <a:pt x="238" y="321"/>
                </a:lnTo>
                <a:lnTo>
                  <a:pt x="236" y="320"/>
                </a:lnTo>
                <a:lnTo>
                  <a:pt x="236" y="321"/>
                </a:lnTo>
                <a:lnTo>
                  <a:pt x="236" y="322"/>
                </a:lnTo>
                <a:lnTo>
                  <a:pt x="236" y="323"/>
                </a:lnTo>
                <a:lnTo>
                  <a:pt x="235" y="323"/>
                </a:lnTo>
                <a:lnTo>
                  <a:pt x="235" y="322"/>
                </a:lnTo>
                <a:lnTo>
                  <a:pt x="235" y="321"/>
                </a:lnTo>
                <a:lnTo>
                  <a:pt x="235" y="320"/>
                </a:lnTo>
                <a:lnTo>
                  <a:pt x="234" y="320"/>
                </a:lnTo>
                <a:lnTo>
                  <a:pt x="233" y="320"/>
                </a:lnTo>
                <a:lnTo>
                  <a:pt x="232" y="318"/>
                </a:lnTo>
                <a:lnTo>
                  <a:pt x="231" y="318"/>
                </a:lnTo>
                <a:lnTo>
                  <a:pt x="231" y="317"/>
                </a:lnTo>
                <a:lnTo>
                  <a:pt x="230" y="317"/>
                </a:lnTo>
                <a:lnTo>
                  <a:pt x="229" y="317"/>
                </a:lnTo>
                <a:lnTo>
                  <a:pt x="227" y="315"/>
                </a:lnTo>
                <a:lnTo>
                  <a:pt x="227" y="314"/>
                </a:lnTo>
                <a:lnTo>
                  <a:pt x="227" y="313"/>
                </a:lnTo>
                <a:lnTo>
                  <a:pt x="228" y="313"/>
                </a:lnTo>
                <a:lnTo>
                  <a:pt x="228" y="311"/>
                </a:lnTo>
                <a:lnTo>
                  <a:pt x="226" y="310"/>
                </a:lnTo>
                <a:lnTo>
                  <a:pt x="225" y="310"/>
                </a:lnTo>
                <a:lnTo>
                  <a:pt x="225" y="311"/>
                </a:lnTo>
                <a:lnTo>
                  <a:pt x="224" y="311"/>
                </a:lnTo>
                <a:lnTo>
                  <a:pt x="223" y="311"/>
                </a:lnTo>
                <a:lnTo>
                  <a:pt x="222" y="311"/>
                </a:lnTo>
                <a:lnTo>
                  <a:pt x="222" y="310"/>
                </a:lnTo>
                <a:lnTo>
                  <a:pt x="222" y="309"/>
                </a:lnTo>
                <a:lnTo>
                  <a:pt x="222" y="308"/>
                </a:lnTo>
                <a:lnTo>
                  <a:pt x="222" y="306"/>
                </a:lnTo>
                <a:lnTo>
                  <a:pt x="222" y="305"/>
                </a:lnTo>
                <a:lnTo>
                  <a:pt x="221" y="305"/>
                </a:lnTo>
                <a:lnTo>
                  <a:pt x="222" y="305"/>
                </a:lnTo>
                <a:lnTo>
                  <a:pt x="222" y="304"/>
                </a:lnTo>
                <a:lnTo>
                  <a:pt x="224" y="302"/>
                </a:lnTo>
                <a:lnTo>
                  <a:pt x="225" y="302"/>
                </a:lnTo>
                <a:lnTo>
                  <a:pt x="225" y="301"/>
                </a:lnTo>
                <a:lnTo>
                  <a:pt x="225" y="300"/>
                </a:lnTo>
                <a:lnTo>
                  <a:pt x="226" y="299"/>
                </a:lnTo>
                <a:lnTo>
                  <a:pt x="225" y="298"/>
                </a:lnTo>
                <a:lnTo>
                  <a:pt x="225" y="296"/>
                </a:lnTo>
                <a:lnTo>
                  <a:pt x="226" y="296"/>
                </a:lnTo>
                <a:lnTo>
                  <a:pt x="226" y="295"/>
                </a:lnTo>
                <a:lnTo>
                  <a:pt x="226" y="294"/>
                </a:lnTo>
                <a:lnTo>
                  <a:pt x="225" y="293"/>
                </a:lnTo>
                <a:lnTo>
                  <a:pt x="224" y="294"/>
                </a:lnTo>
                <a:lnTo>
                  <a:pt x="223" y="293"/>
                </a:lnTo>
                <a:lnTo>
                  <a:pt x="223" y="292"/>
                </a:lnTo>
                <a:lnTo>
                  <a:pt x="223" y="291"/>
                </a:lnTo>
                <a:lnTo>
                  <a:pt x="224" y="291"/>
                </a:lnTo>
                <a:lnTo>
                  <a:pt x="225" y="291"/>
                </a:lnTo>
                <a:lnTo>
                  <a:pt x="226" y="291"/>
                </a:lnTo>
                <a:lnTo>
                  <a:pt x="228" y="290"/>
                </a:lnTo>
                <a:lnTo>
                  <a:pt x="228" y="289"/>
                </a:lnTo>
                <a:lnTo>
                  <a:pt x="229" y="287"/>
                </a:lnTo>
                <a:lnTo>
                  <a:pt x="229" y="285"/>
                </a:lnTo>
                <a:lnTo>
                  <a:pt x="229" y="284"/>
                </a:lnTo>
                <a:lnTo>
                  <a:pt x="228" y="283"/>
                </a:lnTo>
                <a:lnTo>
                  <a:pt x="227" y="283"/>
                </a:lnTo>
                <a:lnTo>
                  <a:pt x="227" y="281"/>
                </a:lnTo>
                <a:lnTo>
                  <a:pt x="228" y="281"/>
                </a:lnTo>
                <a:lnTo>
                  <a:pt x="228" y="280"/>
                </a:lnTo>
                <a:lnTo>
                  <a:pt x="228" y="279"/>
                </a:lnTo>
                <a:lnTo>
                  <a:pt x="228" y="277"/>
                </a:lnTo>
                <a:lnTo>
                  <a:pt x="228" y="276"/>
                </a:lnTo>
                <a:lnTo>
                  <a:pt x="228" y="274"/>
                </a:lnTo>
                <a:lnTo>
                  <a:pt x="229" y="272"/>
                </a:lnTo>
                <a:lnTo>
                  <a:pt x="230" y="272"/>
                </a:lnTo>
                <a:lnTo>
                  <a:pt x="230" y="271"/>
                </a:lnTo>
                <a:lnTo>
                  <a:pt x="230" y="269"/>
                </a:lnTo>
                <a:lnTo>
                  <a:pt x="230" y="268"/>
                </a:lnTo>
                <a:lnTo>
                  <a:pt x="231" y="268"/>
                </a:lnTo>
                <a:lnTo>
                  <a:pt x="231" y="269"/>
                </a:lnTo>
                <a:lnTo>
                  <a:pt x="232" y="269"/>
                </a:lnTo>
                <a:lnTo>
                  <a:pt x="233" y="269"/>
                </a:lnTo>
                <a:lnTo>
                  <a:pt x="234" y="269"/>
                </a:lnTo>
                <a:lnTo>
                  <a:pt x="235" y="270"/>
                </a:lnTo>
                <a:lnTo>
                  <a:pt x="236" y="270"/>
                </a:lnTo>
                <a:lnTo>
                  <a:pt x="237" y="270"/>
                </a:lnTo>
                <a:lnTo>
                  <a:pt x="237" y="269"/>
                </a:lnTo>
                <a:lnTo>
                  <a:pt x="237" y="266"/>
                </a:lnTo>
                <a:lnTo>
                  <a:pt x="237" y="263"/>
                </a:lnTo>
                <a:lnTo>
                  <a:pt x="236" y="263"/>
                </a:lnTo>
                <a:lnTo>
                  <a:pt x="236" y="261"/>
                </a:lnTo>
                <a:lnTo>
                  <a:pt x="236" y="258"/>
                </a:lnTo>
                <a:lnTo>
                  <a:pt x="236" y="255"/>
                </a:lnTo>
                <a:lnTo>
                  <a:pt x="236" y="252"/>
                </a:lnTo>
                <a:lnTo>
                  <a:pt x="236" y="251"/>
                </a:lnTo>
                <a:lnTo>
                  <a:pt x="235" y="250"/>
                </a:lnTo>
                <a:lnTo>
                  <a:pt x="235" y="249"/>
                </a:lnTo>
                <a:lnTo>
                  <a:pt x="235" y="248"/>
                </a:lnTo>
                <a:lnTo>
                  <a:pt x="236" y="248"/>
                </a:lnTo>
                <a:lnTo>
                  <a:pt x="236" y="247"/>
                </a:lnTo>
                <a:lnTo>
                  <a:pt x="237" y="246"/>
                </a:lnTo>
                <a:lnTo>
                  <a:pt x="238" y="245"/>
                </a:lnTo>
                <a:lnTo>
                  <a:pt x="238" y="244"/>
                </a:lnTo>
                <a:lnTo>
                  <a:pt x="239" y="243"/>
                </a:lnTo>
                <a:lnTo>
                  <a:pt x="240" y="241"/>
                </a:lnTo>
                <a:lnTo>
                  <a:pt x="241" y="241"/>
                </a:lnTo>
                <a:lnTo>
                  <a:pt x="241" y="240"/>
                </a:lnTo>
                <a:lnTo>
                  <a:pt x="240" y="239"/>
                </a:lnTo>
                <a:lnTo>
                  <a:pt x="240" y="236"/>
                </a:lnTo>
                <a:lnTo>
                  <a:pt x="240" y="235"/>
                </a:lnTo>
                <a:lnTo>
                  <a:pt x="240" y="234"/>
                </a:lnTo>
                <a:lnTo>
                  <a:pt x="238" y="232"/>
                </a:lnTo>
                <a:lnTo>
                  <a:pt x="239" y="230"/>
                </a:lnTo>
                <a:lnTo>
                  <a:pt x="240" y="230"/>
                </a:lnTo>
                <a:lnTo>
                  <a:pt x="241" y="230"/>
                </a:lnTo>
                <a:lnTo>
                  <a:pt x="241" y="229"/>
                </a:lnTo>
                <a:lnTo>
                  <a:pt x="241" y="228"/>
                </a:lnTo>
                <a:lnTo>
                  <a:pt x="240" y="228"/>
                </a:lnTo>
                <a:lnTo>
                  <a:pt x="239" y="228"/>
                </a:lnTo>
                <a:lnTo>
                  <a:pt x="239" y="227"/>
                </a:lnTo>
                <a:lnTo>
                  <a:pt x="238" y="227"/>
                </a:lnTo>
                <a:lnTo>
                  <a:pt x="238" y="228"/>
                </a:lnTo>
                <a:lnTo>
                  <a:pt x="237" y="228"/>
                </a:lnTo>
                <a:lnTo>
                  <a:pt x="236" y="228"/>
                </a:lnTo>
                <a:lnTo>
                  <a:pt x="235" y="228"/>
                </a:lnTo>
                <a:lnTo>
                  <a:pt x="234" y="228"/>
                </a:lnTo>
                <a:lnTo>
                  <a:pt x="234" y="227"/>
                </a:lnTo>
                <a:lnTo>
                  <a:pt x="233" y="226"/>
                </a:lnTo>
                <a:lnTo>
                  <a:pt x="232" y="225"/>
                </a:lnTo>
                <a:lnTo>
                  <a:pt x="231" y="226"/>
                </a:lnTo>
                <a:lnTo>
                  <a:pt x="228" y="226"/>
                </a:lnTo>
                <a:lnTo>
                  <a:pt x="227" y="227"/>
                </a:lnTo>
                <a:lnTo>
                  <a:pt x="226" y="227"/>
                </a:lnTo>
                <a:lnTo>
                  <a:pt x="226" y="228"/>
                </a:lnTo>
                <a:lnTo>
                  <a:pt x="225" y="228"/>
                </a:lnTo>
                <a:lnTo>
                  <a:pt x="224" y="229"/>
                </a:lnTo>
                <a:lnTo>
                  <a:pt x="223" y="230"/>
                </a:lnTo>
                <a:lnTo>
                  <a:pt x="222" y="230"/>
                </a:lnTo>
                <a:lnTo>
                  <a:pt x="222" y="231"/>
                </a:lnTo>
                <a:lnTo>
                  <a:pt x="221" y="231"/>
                </a:lnTo>
                <a:lnTo>
                  <a:pt x="220" y="230"/>
                </a:lnTo>
                <a:lnTo>
                  <a:pt x="220" y="231"/>
                </a:lnTo>
                <a:lnTo>
                  <a:pt x="219" y="231"/>
                </a:lnTo>
                <a:lnTo>
                  <a:pt x="216" y="231"/>
                </a:lnTo>
                <a:lnTo>
                  <a:pt x="215" y="231"/>
                </a:lnTo>
                <a:lnTo>
                  <a:pt x="215" y="230"/>
                </a:lnTo>
                <a:lnTo>
                  <a:pt x="214" y="229"/>
                </a:lnTo>
                <a:lnTo>
                  <a:pt x="213" y="229"/>
                </a:lnTo>
                <a:lnTo>
                  <a:pt x="213" y="230"/>
                </a:lnTo>
                <a:lnTo>
                  <a:pt x="213" y="231"/>
                </a:lnTo>
                <a:lnTo>
                  <a:pt x="213" y="232"/>
                </a:lnTo>
                <a:lnTo>
                  <a:pt x="213" y="233"/>
                </a:lnTo>
                <a:lnTo>
                  <a:pt x="213" y="234"/>
                </a:lnTo>
                <a:lnTo>
                  <a:pt x="211" y="235"/>
                </a:lnTo>
                <a:lnTo>
                  <a:pt x="210" y="235"/>
                </a:lnTo>
                <a:lnTo>
                  <a:pt x="209" y="234"/>
                </a:lnTo>
                <a:lnTo>
                  <a:pt x="208" y="233"/>
                </a:lnTo>
                <a:lnTo>
                  <a:pt x="206" y="234"/>
                </a:lnTo>
                <a:lnTo>
                  <a:pt x="206" y="235"/>
                </a:lnTo>
                <a:lnTo>
                  <a:pt x="207" y="235"/>
                </a:lnTo>
                <a:lnTo>
                  <a:pt x="207" y="236"/>
                </a:lnTo>
                <a:lnTo>
                  <a:pt x="206" y="235"/>
                </a:lnTo>
                <a:lnTo>
                  <a:pt x="205" y="235"/>
                </a:lnTo>
                <a:lnTo>
                  <a:pt x="204" y="235"/>
                </a:lnTo>
                <a:lnTo>
                  <a:pt x="204" y="236"/>
                </a:lnTo>
                <a:lnTo>
                  <a:pt x="204" y="235"/>
                </a:lnTo>
                <a:lnTo>
                  <a:pt x="203" y="235"/>
                </a:lnTo>
                <a:lnTo>
                  <a:pt x="201" y="235"/>
                </a:lnTo>
                <a:lnTo>
                  <a:pt x="200" y="235"/>
                </a:lnTo>
                <a:lnTo>
                  <a:pt x="199" y="235"/>
                </a:lnTo>
                <a:lnTo>
                  <a:pt x="198" y="235"/>
                </a:lnTo>
                <a:lnTo>
                  <a:pt x="197" y="235"/>
                </a:lnTo>
                <a:lnTo>
                  <a:pt x="196" y="235"/>
                </a:lnTo>
                <a:lnTo>
                  <a:pt x="196" y="236"/>
                </a:lnTo>
                <a:lnTo>
                  <a:pt x="195" y="235"/>
                </a:lnTo>
                <a:lnTo>
                  <a:pt x="195" y="236"/>
                </a:lnTo>
                <a:lnTo>
                  <a:pt x="193" y="236"/>
                </a:lnTo>
                <a:lnTo>
                  <a:pt x="193" y="237"/>
                </a:lnTo>
                <a:lnTo>
                  <a:pt x="192" y="238"/>
                </a:lnTo>
                <a:lnTo>
                  <a:pt x="191" y="238"/>
                </a:lnTo>
                <a:lnTo>
                  <a:pt x="190" y="238"/>
                </a:lnTo>
                <a:lnTo>
                  <a:pt x="190" y="239"/>
                </a:lnTo>
                <a:lnTo>
                  <a:pt x="189" y="239"/>
                </a:lnTo>
                <a:lnTo>
                  <a:pt x="187" y="238"/>
                </a:lnTo>
                <a:lnTo>
                  <a:pt x="186" y="238"/>
                </a:lnTo>
                <a:lnTo>
                  <a:pt x="186" y="237"/>
                </a:lnTo>
                <a:lnTo>
                  <a:pt x="185" y="237"/>
                </a:lnTo>
                <a:lnTo>
                  <a:pt x="185" y="236"/>
                </a:lnTo>
                <a:lnTo>
                  <a:pt x="185" y="235"/>
                </a:lnTo>
                <a:lnTo>
                  <a:pt x="186" y="235"/>
                </a:lnTo>
                <a:lnTo>
                  <a:pt x="187" y="233"/>
                </a:lnTo>
                <a:lnTo>
                  <a:pt x="187" y="232"/>
                </a:lnTo>
                <a:lnTo>
                  <a:pt x="187" y="231"/>
                </a:lnTo>
                <a:lnTo>
                  <a:pt x="186" y="230"/>
                </a:lnTo>
                <a:lnTo>
                  <a:pt x="187" y="229"/>
                </a:lnTo>
                <a:lnTo>
                  <a:pt x="187" y="228"/>
                </a:lnTo>
                <a:lnTo>
                  <a:pt x="187" y="227"/>
                </a:lnTo>
                <a:lnTo>
                  <a:pt x="187" y="225"/>
                </a:lnTo>
                <a:lnTo>
                  <a:pt x="186" y="224"/>
                </a:lnTo>
                <a:lnTo>
                  <a:pt x="186" y="223"/>
                </a:lnTo>
                <a:lnTo>
                  <a:pt x="186" y="222"/>
                </a:lnTo>
                <a:lnTo>
                  <a:pt x="187" y="220"/>
                </a:lnTo>
                <a:lnTo>
                  <a:pt x="186" y="219"/>
                </a:lnTo>
                <a:lnTo>
                  <a:pt x="186" y="217"/>
                </a:lnTo>
                <a:lnTo>
                  <a:pt x="187" y="215"/>
                </a:lnTo>
                <a:lnTo>
                  <a:pt x="186" y="214"/>
                </a:lnTo>
                <a:lnTo>
                  <a:pt x="186" y="213"/>
                </a:lnTo>
                <a:lnTo>
                  <a:pt x="185" y="213"/>
                </a:lnTo>
                <a:lnTo>
                  <a:pt x="183" y="213"/>
                </a:lnTo>
                <a:lnTo>
                  <a:pt x="182" y="213"/>
                </a:lnTo>
                <a:lnTo>
                  <a:pt x="182" y="214"/>
                </a:lnTo>
                <a:lnTo>
                  <a:pt x="182" y="215"/>
                </a:lnTo>
                <a:lnTo>
                  <a:pt x="181" y="215"/>
                </a:lnTo>
                <a:lnTo>
                  <a:pt x="180" y="215"/>
                </a:lnTo>
                <a:lnTo>
                  <a:pt x="180" y="214"/>
                </a:lnTo>
                <a:lnTo>
                  <a:pt x="179" y="213"/>
                </a:lnTo>
                <a:lnTo>
                  <a:pt x="179" y="211"/>
                </a:lnTo>
                <a:lnTo>
                  <a:pt x="178" y="209"/>
                </a:lnTo>
                <a:lnTo>
                  <a:pt x="177" y="208"/>
                </a:lnTo>
                <a:lnTo>
                  <a:pt x="176" y="207"/>
                </a:lnTo>
                <a:lnTo>
                  <a:pt x="175" y="207"/>
                </a:lnTo>
                <a:lnTo>
                  <a:pt x="174" y="206"/>
                </a:lnTo>
                <a:lnTo>
                  <a:pt x="175" y="205"/>
                </a:lnTo>
                <a:lnTo>
                  <a:pt x="175" y="204"/>
                </a:lnTo>
                <a:lnTo>
                  <a:pt x="174" y="204"/>
                </a:lnTo>
                <a:lnTo>
                  <a:pt x="173" y="203"/>
                </a:lnTo>
                <a:lnTo>
                  <a:pt x="173" y="201"/>
                </a:lnTo>
                <a:lnTo>
                  <a:pt x="172" y="201"/>
                </a:lnTo>
                <a:lnTo>
                  <a:pt x="173" y="200"/>
                </a:lnTo>
                <a:lnTo>
                  <a:pt x="173" y="199"/>
                </a:lnTo>
                <a:lnTo>
                  <a:pt x="174" y="199"/>
                </a:lnTo>
                <a:lnTo>
                  <a:pt x="173" y="197"/>
                </a:lnTo>
                <a:lnTo>
                  <a:pt x="172" y="196"/>
                </a:lnTo>
                <a:lnTo>
                  <a:pt x="171" y="196"/>
                </a:lnTo>
                <a:lnTo>
                  <a:pt x="170" y="195"/>
                </a:lnTo>
                <a:lnTo>
                  <a:pt x="167" y="193"/>
                </a:lnTo>
                <a:lnTo>
                  <a:pt x="167" y="192"/>
                </a:lnTo>
                <a:lnTo>
                  <a:pt x="165" y="192"/>
                </a:lnTo>
                <a:lnTo>
                  <a:pt x="165" y="193"/>
                </a:lnTo>
                <a:lnTo>
                  <a:pt x="165" y="194"/>
                </a:lnTo>
                <a:lnTo>
                  <a:pt x="166" y="194"/>
                </a:lnTo>
                <a:lnTo>
                  <a:pt x="167" y="195"/>
                </a:lnTo>
                <a:lnTo>
                  <a:pt x="166" y="195"/>
                </a:lnTo>
                <a:lnTo>
                  <a:pt x="166" y="196"/>
                </a:lnTo>
                <a:lnTo>
                  <a:pt x="166" y="197"/>
                </a:lnTo>
                <a:lnTo>
                  <a:pt x="166" y="198"/>
                </a:lnTo>
                <a:lnTo>
                  <a:pt x="165" y="198"/>
                </a:lnTo>
                <a:lnTo>
                  <a:pt x="163" y="198"/>
                </a:lnTo>
                <a:lnTo>
                  <a:pt x="164" y="199"/>
                </a:lnTo>
                <a:lnTo>
                  <a:pt x="164" y="200"/>
                </a:lnTo>
                <a:lnTo>
                  <a:pt x="162" y="201"/>
                </a:lnTo>
                <a:lnTo>
                  <a:pt x="161" y="201"/>
                </a:lnTo>
                <a:lnTo>
                  <a:pt x="160" y="201"/>
                </a:lnTo>
                <a:lnTo>
                  <a:pt x="160" y="200"/>
                </a:lnTo>
                <a:lnTo>
                  <a:pt x="161" y="199"/>
                </a:lnTo>
                <a:lnTo>
                  <a:pt x="159" y="198"/>
                </a:lnTo>
                <a:lnTo>
                  <a:pt x="159" y="197"/>
                </a:lnTo>
                <a:lnTo>
                  <a:pt x="158" y="197"/>
                </a:lnTo>
                <a:lnTo>
                  <a:pt x="157" y="197"/>
                </a:lnTo>
                <a:lnTo>
                  <a:pt x="157" y="195"/>
                </a:lnTo>
                <a:lnTo>
                  <a:pt x="157" y="192"/>
                </a:lnTo>
                <a:lnTo>
                  <a:pt x="156" y="191"/>
                </a:lnTo>
                <a:lnTo>
                  <a:pt x="155" y="191"/>
                </a:lnTo>
                <a:lnTo>
                  <a:pt x="155" y="190"/>
                </a:lnTo>
                <a:lnTo>
                  <a:pt x="154" y="190"/>
                </a:lnTo>
                <a:lnTo>
                  <a:pt x="153" y="190"/>
                </a:lnTo>
                <a:lnTo>
                  <a:pt x="152" y="190"/>
                </a:lnTo>
                <a:lnTo>
                  <a:pt x="152" y="191"/>
                </a:lnTo>
                <a:lnTo>
                  <a:pt x="152" y="192"/>
                </a:lnTo>
                <a:lnTo>
                  <a:pt x="151" y="192"/>
                </a:lnTo>
                <a:lnTo>
                  <a:pt x="149" y="192"/>
                </a:lnTo>
                <a:lnTo>
                  <a:pt x="148" y="193"/>
                </a:lnTo>
                <a:lnTo>
                  <a:pt x="146" y="195"/>
                </a:lnTo>
                <a:lnTo>
                  <a:pt x="146" y="196"/>
                </a:lnTo>
                <a:lnTo>
                  <a:pt x="147" y="196"/>
                </a:lnTo>
                <a:lnTo>
                  <a:pt x="145" y="196"/>
                </a:lnTo>
                <a:lnTo>
                  <a:pt x="144" y="196"/>
                </a:lnTo>
                <a:lnTo>
                  <a:pt x="144" y="197"/>
                </a:lnTo>
                <a:lnTo>
                  <a:pt x="142" y="197"/>
                </a:lnTo>
                <a:lnTo>
                  <a:pt x="141" y="197"/>
                </a:lnTo>
                <a:lnTo>
                  <a:pt x="140" y="196"/>
                </a:lnTo>
                <a:lnTo>
                  <a:pt x="139" y="195"/>
                </a:lnTo>
                <a:lnTo>
                  <a:pt x="139" y="194"/>
                </a:lnTo>
                <a:lnTo>
                  <a:pt x="139" y="193"/>
                </a:lnTo>
                <a:lnTo>
                  <a:pt x="138" y="192"/>
                </a:lnTo>
                <a:lnTo>
                  <a:pt x="137" y="192"/>
                </a:lnTo>
                <a:lnTo>
                  <a:pt x="136" y="192"/>
                </a:lnTo>
                <a:lnTo>
                  <a:pt x="135" y="192"/>
                </a:lnTo>
                <a:lnTo>
                  <a:pt x="136" y="191"/>
                </a:lnTo>
                <a:lnTo>
                  <a:pt x="136" y="190"/>
                </a:lnTo>
                <a:lnTo>
                  <a:pt x="136" y="189"/>
                </a:lnTo>
                <a:lnTo>
                  <a:pt x="135" y="189"/>
                </a:lnTo>
                <a:lnTo>
                  <a:pt x="133" y="189"/>
                </a:lnTo>
                <a:lnTo>
                  <a:pt x="133" y="188"/>
                </a:lnTo>
                <a:lnTo>
                  <a:pt x="130" y="189"/>
                </a:lnTo>
                <a:lnTo>
                  <a:pt x="129" y="189"/>
                </a:lnTo>
                <a:lnTo>
                  <a:pt x="128" y="190"/>
                </a:lnTo>
                <a:lnTo>
                  <a:pt x="128" y="191"/>
                </a:lnTo>
                <a:lnTo>
                  <a:pt x="129" y="191"/>
                </a:lnTo>
                <a:lnTo>
                  <a:pt x="128" y="192"/>
                </a:lnTo>
                <a:lnTo>
                  <a:pt x="127" y="192"/>
                </a:lnTo>
                <a:lnTo>
                  <a:pt x="125" y="192"/>
                </a:lnTo>
                <a:lnTo>
                  <a:pt x="125" y="191"/>
                </a:lnTo>
                <a:lnTo>
                  <a:pt x="126" y="191"/>
                </a:lnTo>
                <a:lnTo>
                  <a:pt x="125" y="191"/>
                </a:lnTo>
                <a:lnTo>
                  <a:pt x="124" y="191"/>
                </a:lnTo>
                <a:lnTo>
                  <a:pt x="123" y="191"/>
                </a:lnTo>
                <a:lnTo>
                  <a:pt x="122" y="192"/>
                </a:lnTo>
                <a:lnTo>
                  <a:pt x="120" y="193"/>
                </a:lnTo>
                <a:lnTo>
                  <a:pt x="119" y="193"/>
                </a:lnTo>
                <a:lnTo>
                  <a:pt x="118" y="193"/>
                </a:lnTo>
                <a:lnTo>
                  <a:pt x="117" y="193"/>
                </a:lnTo>
                <a:lnTo>
                  <a:pt x="116" y="193"/>
                </a:lnTo>
                <a:lnTo>
                  <a:pt x="115" y="193"/>
                </a:lnTo>
                <a:lnTo>
                  <a:pt x="114" y="193"/>
                </a:lnTo>
                <a:lnTo>
                  <a:pt x="112" y="193"/>
                </a:lnTo>
                <a:lnTo>
                  <a:pt x="110" y="192"/>
                </a:lnTo>
                <a:lnTo>
                  <a:pt x="108" y="192"/>
                </a:lnTo>
                <a:lnTo>
                  <a:pt x="109" y="190"/>
                </a:lnTo>
                <a:lnTo>
                  <a:pt x="109" y="189"/>
                </a:lnTo>
                <a:lnTo>
                  <a:pt x="108" y="189"/>
                </a:lnTo>
                <a:lnTo>
                  <a:pt x="108" y="190"/>
                </a:lnTo>
                <a:lnTo>
                  <a:pt x="106" y="190"/>
                </a:lnTo>
                <a:lnTo>
                  <a:pt x="104" y="189"/>
                </a:lnTo>
                <a:lnTo>
                  <a:pt x="104" y="188"/>
                </a:lnTo>
                <a:lnTo>
                  <a:pt x="105" y="188"/>
                </a:lnTo>
                <a:lnTo>
                  <a:pt x="106" y="188"/>
                </a:lnTo>
                <a:lnTo>
                  <a:pt x="106" y="187"/>
                </a:lnTo>
                <a:lnTo>
                  <a:pt x="105" y="187"/>
                </a:lnTo>
                <a:lnTo>
                  <a:pt x="105" y="186"/>
                </a:lnTo>
                <a:lnTo>
                  <a:pt x="104" y="185"/>
                </a:lnTo>
                <a:lnTo>
                  <a:pt x="103" y="185"/>
                </a:lnTo>
                <a:lnTo>
                  <a:pt x="102" y="186"/>
                </a:lnTo>
                <a:lnTo>
                  <a:pt x="102" y="185"/>
                </a:lnTo>
                <a:lnTo>
                  <a:pt x="101" y="185"/>
                </a:lnTo>
                <a:lnTo>
                  <a:pt x="101" y="184"/>
                </a:lnTo>
                <a:lnTo>
                  <a:pt x="100" y="184"/>
                </a:lnTo>
                <a:lnTo>
                  <a:pt x="98" y="184"/>
                </a:lnTo>
                <a:lnTo>
                  <a:pt x="97" y="184"/>
                </a:lnTo>
                <a:lnTo>
                  <a:pt x="97" y="183"/>
                </a:lnTo>
                <a:lnTo>
                  <a:pt x="96" y="183"/>
                </a:lnTo>
                <a:lnTo>
                  <a:pt x="95" y="182"/>
                </a:lnTo>
                <a:lnTo>
                  <a:pt x="93" y="181"/>
                </a:lnTo>
                <a:lnTo>
                  <a:pt x="92" y="181"/>
                </a:lnTo>
                <a:lnTo>
                  <a:pt x="91" y="181"/>
                </a:lnTo>
                <a:lnTo>
                  <a:pt x="91" y="179"/>
                </a:lnTo>
                <a:lnTo>
                  <a:pt x="91" y="178"/>
                </a:lnTo>
                <a:lnTo>
                  <a:pt x="92" y="177"/>
                </a:lnTo>
                <a:lnTo>
                  <a:pt x="93" y="175"/>
                </a:lnTo>
                <a:lnTo>
                  <a:pt x="93" y="172"/>
                </a:lnTo>
                <a:lnTo>
                  <a:pt x="92" y="171"/>
                </a:lnTo>
                <a:lnTo>
                  <a:pt x="93" y="170"/>
                </a:lnTo>
                <a:lnTo>
                  <a:pt x="93" y="169"/>
                </a:lnTo>
                <a:lnTo>
                  <a:pt x="92" y="168"/>
                </a:lnTo>
                <a:lnTo>
                  <a:pt x="91" y="169"/>
                </a:lnTo>
                <a:lnTo>
                  <a:pt x="90" y="170"/>
                </a:lnTo>
                <a:lnTo>
                  <a:pt x="89" y="170"/>
                </a:lnTo>
                <a:lnTo>
                  <a:pt x="89" y="169"/>
                </a:lnTo>
                <a:lnTo>
                  <a:pt x="89" y="168"/>
                </a:lnTo>
                <a:lnTo>
                  <a:pt x="89" y="167"/>
                </a:lnTo>
                <a:lnTo>
                  <a:pt x="88" y="168"/>
                </a:lnTo>
                <a:lnTo>
                  <a:pt x="87" y="168"/>
                </a:lnTo>
                <a:lnTo>
                  <a:pt x="86" y="167"/>
                </a:lnTo>
                <a:lnTo>
                  <a:pt x="87" y="167"/>
                </a:lnTo>
                <a:lnTo>
                  <a:pt x="86" y="167"/>
                </a:lnTo>
                <a:lnTo>
                  <a:pt x="86" y="166"/>
                </a:lnTo>
                <a:lnTo>
                  <a:pt x="85" y="166"/>
                </a:lnTo>
                <a:lnTo>
                  <a:pt x="84" y="165"/>
                </a:lnTo>
                <a:lnTo>
                  <a:pt x="83" y="163"/>
                </a:lnTo>
                <a:lnTo>
                  <a:pt x="82" y="162"/>
                </a:lnTo>
                <a:lnTo>
                  <a:pt x="82" y="161"/>
                </a:lnTo>
                <a:lnTo>
                  <a:pt x="83" y="161"/>
                </a:lnTo>
                <a:lnTo>
                  <a:pt x="83" y="160"/>
                </a:lnTo>
                <a:lnTo>
                  <a:pt x="83" y="159"/>
                </a:lnTo>
                <a:lnTo>
                  <a:pt x="82" y="159"/>
                </a:lnTo>
                <a:lnTo>
                  <a:pt x="82" y="158"/>
                </a:lnTo>
                <a:lnTo>
                  <a:pt x="82" y="157"/>
                </a:lnTo>
                <a:lnTo>
                  <a:pt x="82" y="156"/>
                </a:lnTo>
                <a:lnTo>
                  <a:pt x="83" y="155"/>
                </a:lnTo>
                <a:lnTo>
                  <a:pt x="83" y="154"/>
                </a:lnTo>
                <a:lnTo>
                  <a:pt x="83" y="153"/>
                </a:lnTo>
                <a:lnTo>
                  <a:pt x="82" y="153"/>
                </a:lnTo>
                <a:lnTo>
                  <a:pt x="82" y="152"/>
                </a:lnTo>
                <a:lnTo>
                  <a:pt x="81" y="152"/>
                </a:lnTo>
                <a:lnTo>
                  <a:pt x="80" y="152"/>
                </a:lnTo>
                <a:lnTo>
                  <a:pt x="80" y="151"/>
                </a:lnTo>
                <a:lnTo>
                  <a:pt x="80" y="150"/>
                </a:lnTo>
                <a:lnTo>
                  <a:pt x="80" y="149"/>
                </a:lnTo>
                <a:lnTo>
                  <a:pt x="80" y="148"/>
                </a:lnTo>
                <a:lnTo>
                  <a:pt x="81" y="148"/>
                </a:lnTo>
                <a:lnTo>
                  <a:pt x="79" y="148"/>
                </a:lnTo>
                <a:lnTo>
                  <a:pt x="79" y="147"/>
                </a:lnTo>
                <a:lnTo>
                  <a:pt x="79" y="148"/>
                </a:lnTo>
                <a:lnTo>
                  <a:pt x="78" y="148"/>
                </a:lnTo>
                <a:lnTo>
                  <a:pt x="75" y="147"/>
                </a:lnTo>
                <a:lnTo>
                  <a:pt x="74" y="146"/>
                </a:lnTo>
                <a:lnTo>
                  <a:pt x="72" y="147"/>
                </a:lnTo>
                <a:lnTo>
                  <a:pt x="70" y="147"/>
                </a:lnTo>
                <a:lnTo>
                  <a:pt x="69" y="146"/>
                </a:lnTo>
                <a:lnTo>
                  <a:pt x="68" y="147"/>
                </a:lnTo>
                <a:lnTo>
                  <a:pt x="68" y="148"/>
                </a:lnTo>
                <a:lnTo>
                  <a:pt x="68" y="149"/>
                </a:lnTo>
                <a:lnTo>
                  <a:pt x="67" y="149"/>
                </a:lnTo>
                <a:lnTo>
                  <a:pt x="66" y="149"/>
                </a:lnTo>
                <a:lnTo>
                  <a:pt x="65" y="149"/>
                </a:lnTo>
                <a:lnTo>
                  <a:pt x="65" y="150"/>
                </a:lnTo>
                <a:lnTo>
                  <a:pt x="64" y="150"/>
                </a:lnTo>
                <a:lnTo>
                  <a:pt x="64" y="151"/>
                </a:lnTo>
                <a:lnTo>
                  <a:pt x="64" y="150"/>
                </a:lnTo>
                <a:lnTo>
                  <a:pt x="62" y="148"/>
                </a:lnTo>
                <a:lnTo>
                  <a:pt x="61" y="148"/>
                </a:lnTo>
                <a:lnTo>
                  <a:pt x="61" y="147"/>
                </a:lnTo>
                <a:lnTo>
                  <a:pt x="60" y="147"/>
                </a:lnTo>
                <a:lnTo>
                  <a:pt x="59" y="146"/>
                </a:lnTo>
                <a:lnTo>
                  <a:pt x="58" y="146"/>
                </a:lnTo>
                <a:lnTo>
                  <a:pt x="58" y="145"/>
                </a:lnTo>
                <a:lnTo>
                  <a:pt x="57" y="145"/>
                </a:lnTo>
                <a:lnTo>
                  <a:pt x="57" y="144"/>
                </a:lnTo>
                <a:lnTo>
                  <a:pt x="57" y="143"/>
                </a:lnTo>
                <a:lnTo>
                  <a:pt x="56" y="142"/>
                </a:lnTo>
                <a:lnTo>
                  <a:pt x="56" y="141"/>
                </a:lnTo>
                <a:lnTo>
                  <a:pt x="55" y="141"/>
                </a:lnTo>
                <a:lnTo>
                  <a:pt x="54" y="140"/>
                </a:lnTo>
                <a:lnTo>
                  <a:pt x="53" y="140"/>
                </a:lnTo>
                <a:lnTo>
                  <a:pt x="52" y="139"/>
                </a:lnTo>
                <a:lnTo>
                  <a:pt x="51" y="140"/>
                </a:lnTo>
                <a:lnTo>
                  <a:pt x="50" y="140"/>
                </a:lnTo>
                <a:lnTo>
                  <a:pt x="50" y="139"/>
                </a:lnTo>
                <a:lnTo>
                  <a:pt x="49" y="139"/>
                </a:lnTo>
                <a:lnTo>
                  <a:pt x="48" y="139"/>
                </a:lnTo>
                <a:lnTo>
                  <a:pt x="47" y="139"/>
                </a:lnTo>
                <a:lnTo>
                  <a:pt x="46" y="139"/>
                </a:lnTo>
                <a:lnTo>
                  <a:pt x="45" y="139"/>
                </a:lnTo>
                <a:lnTo>
                  <a:pt x="43" y="139"/>
                </a:lnTo>
                <a:lnTo>
                  <a:pt x="42" y="140"/>
                </a:lnTo>
                <a:lnTo>
                  <a:pt x="41" y="140"/>
                </a:lnTo>
                <a:lnTo>
                  <a:pt x="40" y="139"/>
                </a:lnTo>
                <a:lnTo>
                  <a:pt x="39" y="139"/>
                </a:lnTo>
                <a:lnTo>
                  <a:pt x="38" y="139"/>
                </a:lnTo>
                <a:lnTo>
                  <a:pt x="37" y="139"/>
                </a:lnTo>
                <a:lnTo>
                  <a:pt x="37" y="138"/>
                </a:lnTo>
                <a:lnTo>
                  <a:pt x="36" y="138"/>
                </a:lnTo>
                <a:lnTo>
                  <a:pt x="35" y="138"/>
                </a:lnTo>
                <a:lnTo>
                  <a:pt x="32" y="139"/>
                </a:lnTo>
                <a:lnTo>
                  <a:pt x="31" y="139"/>
                </a:lnTo>
                <a:lnTo>
                  <a:pt x="30" y="139"/>
                </a:lnTo>
                <a:lnTo>
                  <a:pt x="30" y="138"/>
                </a:lnTo>
                <a:lnTo>
                  <a:pt x="30" y="137"/>
                </a:lnTo>
                <a:lnTo>
                  <a:pt x="31" y="137"/>
                </a:lnTo>
                <a:lnTo>
                  <a:pt x="32" y="138"/>
                </a:lnTo>
                <a:lnTo>
                  <a:pt x="33" y="137"/>
                </a:lnTo>
                <a:lnTo>
                  <a:pt x="33" y="136"/>
                </a:lnTo>
                <a:lnTo>
                  <a:pt x="33" y="135"/>
                </a:lnTo>
                <a:lnTo>
                  <a:pt x="32" y="135"/>
                </a:lnTo>
                <a:lnTo>
                  <a:pt x="31" y="135"/>
                </a:lnTo>
                <a:lnTo>
                  <a:pt x="31" y="134"/>
                </a:lnTo>
                <a:lnTo>
                  <a:pt x="31" y="133"/>
                </a:lnTo>
                <a:lnTo>
                  <a:pt x="30" y="133"/>
                </a:lnTo>
                <a:lnTo>
                  <a:pt x="28" y="132"/>
                </a:lnTo>
                <a:lnTo>
                  <a:pt x="27" y="132"/>
                </a:lnTo>
                <a:lnTo>
                  <a:pt x="26" y="131"/>
                </a:lnTo>
                <a:lnTo>
                  <a:pt x="24" y="131"/>
                </a:lnTo>
                <a:lnTo>
                  <a:pt x="23" y="131"/>
                </a:lnTo>
                <a:lnTo>
                  <a:pt x="23" y="130"/>
                </a:lnTo>
                <a:lnTo>
                  <a:pt x="24" y="130"/>
                </a:lnTo>
                <a:lnTo>
                  <a:pt x="23" y="129"/>
                </a:lnTo>
                <a:lnTo>
                  <a:pt x="22" y="129"/>
                </a:lnTo>
                <a:lnTo>
                  <a:pt x="19" y="128"/>
                </a:lnTo>
                <a:lnTo>
                  <a:pt x="19" y="127"/>
                </a:lnTo>
                <a:lnTo>
                  <a:pt x="19" y="126"/>
                </a:lnTo>
                <a:lnTo>
                  <a:pt x="19" y="125"/>
                </a:lnTo>
                <a:lnTo>
                  <a:pt x="20" y="125"/>
                </a:lnTo>
                <a:lnTo>
                  <a:pt x="20" y="124"/>
                </a:lnTo>
                <a:lnTo>
                  <a:pt x="18" y="124"/>
                </a:lnTo>
                <a:lnTo>
                  <a:pt x="17" y="124"/>
                </a:lnTo>
                <a:lnTo>
                  <a:pt x="17" y="123"/>
                </a:lnTo>
                <a:lnTo>
                  <a:pt x="17" y="122"/>
                </a:lnTo>
                <a:lnTo>
                  <a:pt x="17" y="121"/>
                </a:lnTo>
                <a:lnTo>
                  <a:pt x="16" y="122"/>
                </a:lnTo>
                <a:lnTo>
                  <a:pt x="15" y="122"/>
                </a:lnTo>
                <a:lnTo>
                  <a:pt x="14" y="120"/>
                </a:lnTo>
                <a:lnTo>
                  <a:pt x="13" y="120"/>
                </a:lnTo>
                <a:lnTo>
                  <a:pt x="12" y="120"/>
                </a:lnTo>
                <a:lnTo>
                  <a:pt x="11" y="119"/>
                </a:lnTo>
                <a:lnTo>
                  <a:pt x="11" y="117"/>
                </a:lnTo>
                <a:lnTo>
                  <a:pt x="10" y="116"/>
                </a:lnTo>
                <a:lnTo>
                  <a:pt x="9" y="116"/>
                </a:lnTo>
                <a:lnTo>
                  <a:pt x="8" y="117"/>
                </a:lnTo>
                <a:lnTo>
                  <a:pt x="8" y="118"/>
                </a:lnTo>
                <a:lnTo>
                  <a:pt x="8" y="117"/>
                </a:lnTo>
                <a:lnTo>
                  <a:pt x="7" y="117"/>
                </a:lnTo>
                <a:lnTo>
                  <a:pt x="6" y="117"/>
                </a:lnTo>
                <a:lnTo>
                  <a:pt x="6" y="119"/>
                </a:lnTo>
                <a:lnTo>
                  <a:pt x="5" y="119"/>
                </a:lnTo>
                <a:lnTo>
                  <a:pt x="4" y="119"/>
                </a:lnTo>
                <a:lnTo>
                  <a:pt x="3" y="118"/>
                </a:lnTo>
                <a:lnTo>
                  <a:pt x="3" y="117"/>
                </a:lnTo>
                <a:lnTo>
                  <a:pt x="4" y="116"/>
                </a:lnTo>
                <a:lnTo>
                  <a:pt x="4" y="115"/>
                </a:lnTo>
                <a:lnTo>
                  <a:pt x="4" y="114"/>
                </a:lnTo>
                <a:lnTo>
                  <a:pt x="4" y="113"/>
                </a:lnTo>
                <a:lnTo>
                  <a:pt x="3" y="112"/>
                </a:lnTo>
                <a:lnTo>
                  <a:pt x="4" y="110"/>
                </a:lnTo>
                <a:lnTo>
                  <a:pt x="5" y="109"/>
                </a:lnTo>
                <a:lnTo>
                  <a:pt x="5" y="108"/>
                </a:lnTo>
                <a:lnTo>
                  <a:pt x="3" y="106"/>
                </a:lnTo>
                <a:lnTo>
                  <a:pt x="3" y="107"/>
                </a:lnTo>
                <a:lnTo>
                  <a:pt x="2" y="107"/>
                </a:lnTo>
                <a:lnTo>
                  <a:pt x="1" y="107"/>
                </a:lnTo>
                <a:lnTo>
                  <a:pt x="0" y="106"/>
                </a:lnTo>
                <a:lnTo>
                  <a:pt x="1" y="106"/>
                </a:lnTo>
                <a:lnTo>
                  <a:pt x="1" y="105"/>
                </a:lnTo>
                <a:lnTo>
                  <a:pt x="0" y="104"/>
                </a:lnTo>
                <a:lnTo>
                  <a:pt x="0" y="103"/>
                </a:lnTo>
                <a:lnTo>
                  <a:pt x="0" y="102"/>
                </a:lnTo>
                <a:lnTo>
                  <a:pt x="1" y="102"/>
                </a:lnTo>
                <a:lnTo>
                  <a:pt x="2" y="102"/>
                </a:lnTo>
                <a:lnTo>
                  <a:pt x="4" y="101"/>
                </a:lnTo>
                <a:lnTo>
                  <a:pt x="4" y="99"/>
                </a:lnTo>
                <a:lnTo>
                  <a:pt x="5" y="98"/>
                </a:lnTo>
                <a:lnTo>
                  <a:pt x="4" y="96"/>
                </a:lnTo>
                <a:lnTo>
                  <a:pt x="4" y="94"/>
                </a:lnTo>
                <a:lnTo>
                  <a:pt x="4" y="93"/>
                </a:lnTo>
                <a:lnTo>
                  <a:pt x="4" y="92"/>
                </a:lnTo>
                <a:lnTo>
                  <a:pt x="5" y="91"/>
                </a:lnTo>
                <a:lnTo>
                  <a:pt x="5" y="90"/>
                </a:lnTo>
                <a:lnTo>
                  <a:pt x="4" y="90"/>
                </a:lnTo>
                <a:lnTo>
                  <a:pt x="4" y="89"/>
                </a:lnTo>
                <a:lnTo>
                  <a:pt x="4" y="88"/>
                </a:lnTo>
                <a:lnTo>
                  <a:pt x="5" y="87"/>
                </a:lnTo>
                <a:lnTo>
                  <a:pt x="5" y="86"/>
                </a:lnTo>
                <a:lnTo>
                  <a:pt x="4" y="86"/>
                </a:lnTo>
                <a:lnTo>
                  <a:pt x="4" y="85"/>
                </a:lnTo>
                <a:lnTo>
                  <a:pt x="4" y="84"/>
                </a:lnTo>
                <a:lnTo>
                  <a:pt x="5" y="84"/>
                </a:lnTo>
                <a:lnTo>
                  <a:pt x="5" y="83"/>
                </a:lnTo>
                <a:lnTo>
                  <a:pt x="6" y="82"/>
                </a:lnTo>
                <a:lnTo>
                  <a:pt x="6" y="81"/>
                </a:lnTo>
                <a:lnTo>
                  <a:pt x="7" y="81"/>
                </a:lnTo>
                <a:lnTo>
                  <a:pt x="7" y="80"/>
                </a:lnTo>
                <a:lnTo>
                  <a:pt x="8" y="80"/>
                </a:lnTo>
                <a:lnTo>
                  <a:pt x="8" y="79"/>
                </a:lnTo>
                <a:lnTo>
                  <a:pt x="9" y="78"/>
                </a:lnTo>
                <a:lnTo>
                  <a:pt x="11" y="78"/>
                </a:lnTo>
                <a:lnTo>
                  <a:pt x="12" y="78"/>
                </a:lnTo>
                <a:lnTo>
                  <a:pt x="14" y="77"/>
                </a:lnTo>
                <a:lnTo>
                  <a:pt x="15" y="76"/>
                </a:lnTo>
                <a:lnTo>
                  <a:pt x="16" y="76"/>
                </a:lnTo>
                <a:lnTo>
                  <a:pt x="17" y="76"/>
                </a:lnTo>
                <a:lnTo>
                  <a:pt x="19" y="76"/>
                </a:lnTo>
                <a:lnTo>
                  <a:pt x="19" y="75"/>
                </a:lnTo>
                <a:lnTo>
                  <a:pt x="20" y="75"/>
                </a:lnTo>
                <a:lnTo>
                  <a:pt x="21" y="75"/>
                </a:lnTo>
                <a:lnTo>
                  <a:pt x="23" y="74"/>
                </a:lnTo>
                <a:lnTo>
                  <a:pt x="24" y="74"/>
                </a:lnTo>
                <a:lnTo>
                  <a:pt x="25" y="73"/>
                </a:lnTo>
                <a:lnTo>
                  <a:pt x="26" y="73"/>
                </a:lnTo>
                <a:lnTo>
                  <a:pt x="27" y="72"/>
                </a:lnTo>
                <a:lnTo>
                  <a:pt x="28" y="72"/>
                </a:lnTo>
                <a:lnTo>
                  <a:pt x="28" y="71"/>
                </a:lnTo>
                <a:lnTo>
                  <a:pt x="28" y="70"/>
                </a:lnTo>
                <a:lnTo>
                  <a:pt x="28" y="69"/>
                </a:lnTo>
                <a:lnTo>
                  <a:pt x="29" y="69"/>
                </a:lnTo>
                <a:lnTo>
                  <a:pt x="30" y="70"/>
                </a:lnTo>
                <a:lnTo>
                  <a:pt x="31" y="70"/>
                </a:lnTo>
                <a:lnTo>
                  <a:pt x="33" y="70"/>
                </a:lnTo>
                <a:lnTo>
                  <a:pt x="35" y="69"/>
                </a:lnTo>
                <a:lnTo>
                  <a:pt x="36" y="68"/>
                </a:lnTo>
                <a:lnTo>
                  <a:pt x="36" y="69"/>
                </a:lnTo>
                <a:lnTo>
                  <a:pt x="38" y="69"/>
                </a:lnTo>
                <a:lnTo>
                  <a:pt x="39" y="69"/>
                </a:lnTo>
                <a:lnTo>
                  <a:pt x="39" y="70"/>
                </a:lnTo>
                <a:lnTo>
                  <a:pt x="40" y="70"/>
                </a:lnTo>
                <a:lnTo>
                  <a:pt x="42" y="70"/>
                </a:lnTo>
                <a:lnTo>
                  <a:pt x="43" y="70"/>
                </a:lnTo>
                <a:lnTo>
                  <a:pt x="44" y="71"/>
                </a:lnTo>
                <a:lnTo>
                  <a:pt x="45" y="71"/>
                </a:lnTo>
                <a:lnTo>
                  <a:pt x="44" y="72"/>
                </a:lnTo>
                <a:lnTo>
                  <a:pt x="45" y="72"/>
                </a:lnTo>
                <a:lnTo>
                  <a:pt x="46" y="71"/>
                </a:lnTo>
                <a:lnTo>
                  <a:pt x="47" y="71"/>
                </a:lnTo>
                <a:lnTo>
                  <a:pt x="48" y="71"/>
                </a:lnTo>
                <a:lnTo>
                  <a:pt x="48" y="69"/>
                </a:lnTo>
                <a:lnTo>
                  <a:pt x="48" y="68"/>
                </a:lnTo>
                <a:lnTo>
                  <a:pt x="48" y="67"/>
                </a:lnTo>
                <a:lnTo>
                  <a:pt x="47" y="66"/>
                </a:lnTo>
                <a:lnTo>
                  <a:pt x="47" y="65"/>
                </a:lnTo>
                <a:lnTo>
                  <a:pt x="47" y="64"/>
                </a:lnTo>
                <a:lnTo>
                  <a:pt x="47" y="63"/>
                </a:lnTo>
                <a:lnTo>
                  <a:pt x="47" y="62"/>
                </a:lnTo>
                <a:lnTo>
                  <a:pt x="49" y="62"/>
                </a:lnTo>
                <a:lnTo>
                  <a:pt x="50" y="64"/>
                </a:lnTo>
                <a:lnTo>
                  <a:pt x="50" y="67"/>
                </a:lnTo>
                <a:lnTo>
                  <a:pt x="50" y="68"/>
                </a:lnTo>
                <a:lnTo>
                  <a:pt x="51" y="68"/>
                </a:lnTo>
                <a:lnTo>
                  <a:pt x="51" y="67"/>
                </a:lnTo>
                <a:lnTo>
                  <a:pt x="50" y="63"/>
                </a:lnTo>
                <a:lnTo>
                  <a:pt x="53" y="64"/>
                </a:lnTo>
                <a:lnTo>
                  <a:pt x="54" y="65"/>
                </a:lnTo>
                <a:lnTo>
                  <a:pt x="54" y="67"/>
                </a:lnTo>
                <a:lnTo>
                  <a:pt x="54" y="68"/>
                </a:lnTo>
                <a:lnTo>
                  <a:pt x="55" y="68"/>
                </a:lnTo>
                <a:lnTo>
                  <a:pt x="57" y="68"/>
                </a:lnTo>
                <a:lnTo>
                  <a:pt x="57" y="67"/>
                </a:lnTo>
                <a:lnTo>
                  <a:pt x="56" y="66"/>
                </a:lnTo>
                <a:lnTo>
                  <a:pt x="55" y="66"/>
                </a:lnTo>
                <a:lnTo>
                  <a:pt x="55" y="67"/>
                </a:lnTo>
                <a:lnTo>
                  <a:pt x="54" y="67"/>
                </a:lnTo>
                <a:lnTo>
                  <a:pt x="54" y="65"/>
                </a:lnTo>
                <a:lnTo>
                  <a:pt x="54" y="64"/>
                </a:lnTo>
                <a:lnTo>
                  <a:pt x="54" y="65"/>
                </a:lnTo>
                <a:lnTo>
                  <a:pt x="55" y="65"/>
                </a:lnTo>
                <a:lnTo>
                  <a:pt x="56" y="66"/>
                </a:lnTo>
                <a:lnTo>
                  <a:pt x="61" y="68"/>
                </a:lnTo>
                <a:lnTo>
                  <a:pt x="62" y="69"/>
                </a:lnTo>
                <a:lnTo>
                  <a:pt x="62" y="70"/>
                </a:lnTo>
                <a:lnTo>
                  <a:pt x="62" y="71"/>
                </a:lnTo>
                <a:lnTo>
                  <a:pt x="63" y="71"/>
                </a:lnTo>
                <a:lnTo>
                  <a:pt x="63" y="70"/>
                </a:lnTo>
                <a:lnTo>
                  <a:pt x="65" y="71"/>
                </a:lnTo>
                <a:lnTo>
                  <a:pt x="66" y="71"/>
                </a:lnTo>
                <a:lnTo>
                  <a:pt x="66" y="72"/>
                </a:lnTo>
                <a:lnTo>
                  <a:pt x="65" y="72"/>
                </a:lnTo>
                <a:lnTo>
                  <a:pt x="65" y="73"/>
                </a:lnTo>
                <a:lnTo>
                  <a:pt x="66" y="74"/>
                </a:lnTo>
                <a:lnTo>
                  <a:pt x="66" y="75"/>
                </a:lnTo>
                <a:lnTo>
                  <a:pt x="67" y="75"/>
                </a:lnTo>
                <a:lnTo>
                  <a:pt x="67" y="74"/>
                </a:lnTo>
                <a:lnTo>
                  <a:pt x="68" y="75"/>
                </a:lnTo>
                <a:lnTo>
                  <a:pt x="69" y="76"/>
                </a:lnTo>
                <a:lnTo>
                  <a:pt x="70" y="76"/>
                </a:lnTo>
                <a:lnTo>
                  <a:pt x="71" y="75"/>
                </a:lnTo>
                <a:lnTo>
                  <a:pt x="71" y="76"/>
                </a:lnTo>
                <a:lnTo>
                  <a:pt x="70" y="76"/>
                </a:lnTo>
                <a:lnTo>
                  <a:pt x="69" y="76"/>
                </a:lnTo>
                <a:lnTo>
                  <a:pt x="68" y="77"/>
                </a:lnTo>
                <a:lnTo>
                  <a:pt x="67" y="77"/>
                </a:lnTo>
                <a:lnTo>
                  <a:pt x="67" y="78"/>
                </a:lnTo>
                <a:lnTo>
                  <a:pt x="67" y="79"/>
                </a:lnTo>
                <a:lnTo>
                  <a:pt x="67" y="80"/>
                </a:lnTo>
                <a:lnTo>
                  <a:pt x="68" y="80"/>
                </a:lnTo>
                <a:lnTo>
                  <a:pt x="69" y="79"/>
                </a:lnTo>
                <a:lnTo>
                  <a:pt x="71" y="79"/>
                </a:lnTo>
                <a:lnTo>
                  <a:pt x="72" y="79"/>
                </a:lnTo>
                <a:lnTo>
                  <a:pt x="72" y="80"/>
                </a:lnTo>
                <a:lnTo>
                  <a:pt x="73" y="82"/>
                </a:lnTo>
                <a:lnTo>
                  <a:pt x="74" y="84"/>
                </a:lnTo>
                <a:lnTo>
                  <a:pt x="74" y="85"/>
                </a:lnTo>
                <a:lnTo>
                  <a:pt x="73" y="85"/>
                </a:lnTo>
                <a:lnTo>
                  <a:pt x="73" y="84"/>
                </a:lnTo>
                <a:lnTo>
                  <a:pt x="71" y="85"/>
                </a:lnTo>
                <a:lnTo>
                  <a:pt x="70" y="85"/>
                </a:lnTo>
                <a:lnTo>
                  <a:pt x="71" y="87"/>
                </a:lnTo>
                <a:lnTo>
                  <a:pt x="73" y="88"/>
                </a:lnTo>
                <a:lnTo>
                  <a:pt x="74" y="89"/>
                </a:lnTo>
                <a:lnTo>
                  <a:pt x="74" y="90"/>
                </a:lnTo>
                <a:lnTo>
                  <a:pt x="74" y="91"/>
                </a:lnTo>
                <a:lnTo>
                  <a:pt x="76" y="91"/>
                </a:lnTo>
                <a:lnTo>
                  <a:pt x="78" y="90"/>
                </a:lnTo>
                <a:lnTo>
                  <a:pt x="79" y="90"/>
                </a:lnTo>
                <a:lnTo>
                  <a:pt x="79" y="91"/>
                </a:lnTo>
                <a:lnTo>
                  <a:pt x="80" y="91"/>
                </a:lnTo>
                <a:lnTo>
                  <a:pt x="80" y="92"/>
                </a:lnTo>
                <a:lnTo>
                  <a:pt x="81" y="92"/>
                </a:lnTo>
                <a:lnTo>
                  <a:pt x="81" y="93"/>
                </a:lnTo>
                <a:lnTo>
                  <a:pt x="82" y="94"/>
                </a:lnTo>
                <a:lnTo>
                  <a:pt x="83" y="94"/>
                </a:lnTo>
                <a:lnTo>
                  <a:pt x="83" y="95"/>
                </a:lnTo>
                <a:lnTo>
                  <a:pt x="84" y="95"/>
                </a:lnTo>
                <a:lnTo>
                  <a:pt x="85" y="96"/>
                </a:lnTo>
                <a:lnTo>
                  <a:pt x="85" y="97"/>
                </a:lnTo>
                <a:lnTo>
                  <a:pt x="86" y="98"/>
                </a:lnTo>
                <a:lnTo>
                  <a:pt x="87" y="98"/>
                </a:lnTo>
                <a:lnTo>
                  <a:pt x="88" y="99"/>
                </a:lnTo>
                <a:lnTo>
                  <a:pt x="88" y="100"/>
                </a:lnTo>
                <a:lnTo>
                  <a:pt x="87" y="100"/>
                </a:lnTo>
                <a:lnTo>
                  <a:pt x="87" y="101"/>
                </a:lnTo>
                <a:lnTo>
                  <a:pt x="87" y="102"/>
                </a:lnTo>
                <a:lnTo>
                  <a:pt x="86" y="102"/>
                </a:lnTo>
                <a:lnTo>
                  <a:pt x="87" y="102"/>
                </a:lnTo>
                <a:lnTo>
                  <a:pt x="88" y="102"/>
                </a:lnTo>
                <a:lnTo>
                  <a:pt x="89" y="102"/>
                </a:lnTo>
                <a:lnTo>
                  <a:pt x="89" y="103"/>
                </a:lnTo>
                <a:lnTo>
                  <a:pt x="89" y="104"/>
                </a:lnTo>
                <a:lnTo>
                  <a:pt x="88" y="104"/>
                </a:lnTo>
                <a:lnTo>
                  <a:pt x="86" y="105"/>
                </a:lnTo>
                <a:lnTo>
                  <a:pt x="86" y="106"/>
                </a:lnTo>
                <a:lnTo>
                  <a:pt x="87" y="106"/>
                </a:lnTo>
                <a:lnTo>
                  <a:pt x="88" y="106"/>
                </a:lnTo>
                <a:lnTo>
                  <a:pt x="89" y="106"/>
                </a:lnTo>
                <a:lnTo>
                  <a:pt x="90" y="106"/>
                </a:lnTo>
                <a:lnTo>
                  <a:pt x="89" y="106"/>
                </a:lnTo>
                <a:lnTo>
                  <a:pt x="89" y="107"/>
                </a:lnTo>
                <a:lnTo>
                  <a:pt x="88" y="107"/>
                </a:lnTo>
                <a:lnTo>
                  <a:pt x="88" y="108"/>
                </a:lnTo>
                <a:lnTo>
                  <a:pt x="88" y="109"/>
                </a:lnTo>
                <a:lnTo>
                  <a:pt x="90" y="108"/>
                </a:lnTo>
                <a:lnTo>
                  <a:pt x="90" y="107"/>
                </a:lnTo>
                <a:lnTo>
                  <a:pt x="92" y="107"/>
                </a:lnTo>
                <a:lnTo>
                  <a:pt x="93" y="109"/>
                </a:lnTo>
                <a:lnTo>
                  <a:pt x="94" y="110"/>
                </a:lnTo>
                <a:lnTo>
                  <a:pt x="94" y="111"/>
                </a:lnTo>
                <a:lnTo>
                  <a:pt x="94" y="112"/>
                </a:lnTo>
                <a:lnTo>
                  <a:pt x="95" y="113"/>
                </a:lnTo>
                <a:lnTo>
                  <a:pt x="95" y="114"/>
                </a:lnTo>
                <a:lnTo>
                  <a:pt x="96" y="115"/>
                </a:lnTo>
                <a:lnTo>
                  <a:pt x="96" y="116"/>
                </a:lnTo>
                <a:lnTo>
                  <a:pt x="97" y="116"/>
                </a:lnTo>
                <a:lnTo>
                  <a:pt x="97" y="117"/>
                </a:lnTo>
                <a:lnTo>
                  <a:pt x="98" y="118"/>
                </a:lnTo>
                <a:lnTo>
                  <a:pt x="99" y="118"/>
                </a:lnTo>
                <a:lnTo>
                  <a:pt x="99" y="119"/>
                </a:lnTo>
                <a:lnTo>
                  <a:pt x="99" y="120"/>
                </a:lnTo>
                <a:lnTo>
                  <a:pt x="99" y="121"/>
                </a:lnTo>
                <a:lnTo>
                  <a:pt x="99" y="122"/>
                </a:lnTo>
                <a:lnTo>
                  <a:pt x="98" y="122"/>
                </a:lnTo>
                <a:lnTo>
                  <a:pt x="98" y="123"/>
                </a:lnTo>
                <a:lnTo>
                  <a:pt x="98" y="124"/>
                </a:lnTo>
                <a:lnTo>
                  <a:pt x="98" y="125"/>
                </a:lnTo>
                <a:lnTo>
                  <a:pt x="99" y="126"/>
                </a:lnTo>
                <a:lnTo>
                  <a:pt x="99" y="127"/>
                </a:lnTo>
                <a:lnTo>
                  <a:pt x="100" y="129"/>
                </a:lnTo>
                <a:lnTo>
                  <a:pt x="101" y="130"/>
                </a:lnTo>
                <a:lnTo>
                  <a:pt x="101" y="131"/>
                </a:lnTo>
                <a:lnTo>
                  <a:pt x="102" y="132"/>
                </a:lnTo>
                <a:lnTo>
                  <a:pt x="102" y="133"/>
                </a:lnTo>
                <a:lnTo>
                  <a:pt x="102" y="134"/>
                </a:lnTo>
                <a:lnTo>
                  <a:pt x="102" y="135"/>
                </a:lnTo>
                <a:lnTo>
                  <a:pt x="102" y="136"/>
                </a:lnTo>
                <a:lnTo>
                  <a:pt x="103" y="137"/>
                </a:lnTo>
                <a:lnTo>
                  <a:pt x="103" y="138"/>
                </a:lnTo>
                <a:lnTo>
                  <a:pt x="104" y="139"/>
                </a:lnTo>
                <a:lnTo>
                  <a:pt x="104" y="138"/>
                </a:lnTo>
                <a:lnTo>
                  <a:pt x="105" y="138"/>
                </a:lnTo>
                <a:lnTo>
                  <a:pt x="106" y="138"/>
                </a:lnTo>
                <a:lnTo>
                  <a:pt x="107" y="138"/>
                </a:lnTo>
                <a:lnTo>
                  <a:pt x="108" y="138"/>
                </a:lnTo>
                <a:lnTo>
                  <a:pt x="109" y="138"/>
                </a:lnTo>
                <a:lnTo>
                  <a:pt x="109" y="137"/>
                </a:lnTo>
                <a:lnTo>
                  <a:pt x="110" y="135"/>
                </a:lnTo>
                <a:lnTo>
                  <a:pt x="110" y="134"/>
                </a:lnTo>
                <a:lnTo>
                  <a:pt x="111" y="134"/>
                </a:lnTo>
                <a:lnTo>
                  <a:pt x="112" y="134"/>
                </a:lnTo>
                <a:lnTo>
                  <a:pt x="112" y="135"/>
                </a:lnTo>
                <a:lnTo>
                  <a:pt x="112" y="136"/>
                </a:lnTo>
                <a:lnTo>
                  <a:pt x="112" y="135"/>
                </a:lnTo>
                <a:lnTo>
                  <a:pt x="113" y="135"/>
                </a:lnTo>
                <a:lnTo>
                  <a:pt x="114" y="134"/>
                </a:lnTo>
                <a:lnTo>
                  <a:pt x="114" y="133"/>
                </a:lnTo>
                <a:lnTo>
                  <a:pt x="114" y="132"/>
                </a:lnTo>
                <a:lnTo>
                  <a:pt x="114" y="131"/>
                </a:lnTo>
                <a:lnTo>
                  <a:pt x="115" y="131"/>
                </a:lnTo>
                <a:lnTo>
                  <a:pt x="115" y="130"/>
                </a:lnTo>
                <a:lnTo>
                  <a:pt x="115" y="129"/>
                </a:lnTo>
                <a:lnTo>
                  <a:pt x="114" y="129"/>
                </a:lnTo>
                <a:lnTo>
                  <a:pt x="114" y="128"/>
                </a:lnTo>
                <a:lnTo>
                  <a:pt x="114" y="127"/>
                </a:lnTo>
                <a:lnTo>
                  <a:pt x="115" y="126"/>
                </a:lnTo>
                <a:lnTo>
                  <a:pt x="115" y="125"/>
                </a:lnTo>
                <a:lnTo>
                  <a:pt x="115" y="124"/>
                </a:lnTo>
                <a:lnTo>
                  <a:pt x="115" y="123"/>
                </a:lnTo>
                <a:lnTo>
                  <a:pt x="114" y="122"/>
                </a:lnTo>
                <a:lnTo>
                  <a:pt x="115" y="122"/>
                </a:lnTo>
                <a:lnTo>
                  <a:pt x="116" y="121"/>
                </a:lnTo>
                <a:lnTo>
                  <a:pt x="117" y="121"/>
                </a:lnTo>
                <a:lnTo>
                  <a:pt x="118" y="120"/>
                </a:lnTo>
                <a:lnTo>
                  <a:pt x="118" y="119"/>
                </a:lnTo>
                <a:lnTo>
                  <a:pt x="117" y="119"/>
                </a:lnTo>
                <a:lnTo>
                  <a:pt x="116" y="118"/>
                </a:lnTo>
                <a:lnTo>
                  <a:pt x="115" y="118"/>
                </a:lnTo>
                <a:lnTo>
                  <a:pt x="114" y="118"/>
                </a:lnTo>
                <a:lnTo>
                  <a:pt x="115" y="117"/>
                </a:lnTo>
                <a:lnTo>
                  <a:pt x="115" y="116"/>
                </a:lnTo>
                <a:lnTo>
                  <a:pt x="116" y="116"/>
                </a:lnTo>
                <a:lnTo>
                  <a:pt x="116" y="117"/>
                </a:lnTo>
                <a:lnTo>
                  <a:pt x="117" y="116"/>
                </a:lnTo>
                <a:lnTo>
                  <a:pt x="117" y="115"/>
                </a:lnTo>
                <a:lnTo>
                  <a:pt x="118" y="115"/>
                </a:lnTo>
                <a:lnTo>
                  <a:pt x="118" y="117"/>
                </a:lnTo>
                <a:lnTo>
                  <a:pt x="117" y="117"/>
                </a:lnTo>
                <a:lnTo>
                  <a:pt x="118" y="117"/>
                </a:lnTo>
                <a:lnTo>
                  <a:pt x="119" y="118"/>
                </a:lnTo>
                <a:lnTo>
                  <a:pt x="119" y="117"/>
                </a:lnTo>
                <a:lnTo>
                  <a:pt x="120" y="117"/>
                </a:lnTo>
                <a:lnTo>
                  <a:pt x="120" y="116"/>
                </a:lnTo>
                <a:lnTo>
                  <a:pt x="121" y="116"/>
                </a:lnTo>
                <a:lnTo>
                  <a:pt x="121" y="117"/>
                </a:lnTo>
                <a:lnTo>
                  <a:pt x="121" y="116"/>
                </a:lnTo>
                <a:lnTo>
                  <a:pt x="121" y="115"/>
                </a:lnTo>
                <a:lnTo>
                  <a:pt x="120" y="115"/>
                </a:lnTo>
                <a:lnTo>
                  <a:pt x="120" y="116"/>
                </a:lnTo>
                <a:lnTo>
                  <a:pt x="119" y="116"/>
                </a:lnTo>
                <a:lnTo>
                  <a:pt x="119" y="115"/>
                </a:lnTo>
                <a:lnTo>
                  <a:pt x="120" y="115"/>
                </a:lnTo>
                <a:lnTo>
                  <a:pt x="121" y="114"/>
                </a:lnTo>
                <a:lnTo>
                  <a:pt x="122" y="114"/>
                </a:lnTo>
                <a:lnTo>
                  <a:pt x="122" y="113"/>
                </a:lnTo>
                <a:lnTo>
                  <a:pt x="123" y="113"/>
                </a:lnTo>
                <a:lnTo>
                  <a:pt x="124" y="113"/>
                </a:lnTo>
                <a:lnTo>
                  <a:pt x="125" y="113"/>
                </a:lnTo>
                <a:lnTo>
                  <a:pt x="126" y="113"/>
                </a:lnTo>
                <a:lnTo>
                  <a:pt x="126" y="112"/>
                </a:lnTo>
                <a:lnTo>
                  <a:pt x="128" y="113"/>
                </a:lnTo>
                <a:lnTo>
                  <a:pt x="128" y="114"/>
                </a:lnTo>
                <a:lnTo>
                  <a:pt x="130" y="114"/>
                </a:lnTo>
                <a:lnTo>
                  <a:pt x="130" y="115"/>
                </a:lnTo>
                <a:lnTo>
                  <a:pt x="130" y="116"/>
                </a:lnTo>
                <a:lnTo>
                  <a:pt x="130" y="118"/>
                </a:lnTo>
                <a:lnTo>
                  <a:pt x="131" y="119"/>
                </a:lnTo>
                <a:lnTo>
                  <a:pt x="131" y="118"/>
                </a:lnTo>
                <a:lnTo>
                  <a:pt x="132" y="118"/>
                </a:lnTo>
                <a:lnTo>
                  <a:pt x="133" y="118"/>
                </a:lnTo>
                <a:lnTo>
                  <a:pt x="133" y="119"/>
                </a:lnTo>
                <a:lnTo>
                  <a:pt x="133" y="120"/>
                </a:lnTo>
                <a:lnTo>
                  <a:pt x="133" y="121"/>
                </a:lnTo>
                <a:lnTo>
                  <a:pt x="133" y="122"/>
                </a:lnTo>
                <a:lnTo>
                  <a:pt x="134" y="122"/>
                </a:lnTo>
                <a:lnTo>
                  <a:pt x="134" y="121"/>
                </a:lnTo>
                <a:lnTo>
                  <a:pt x="135" y="120"/>
                </a:lnTo>
                <a:lnTo>
                  <a:pt x="136" y="121"/>
                </a:lnTo>
                <a:lnTo>
                  <a:pt x="137" y="123"/>
                </a:lnTo>
                <a:lnTo>
                  <a:pt x="138" y="124"/>
                </a:lnTo>
                <a:lnTo>
                  <a:pt x="138" y="125"/>
                </a:lnTo>
                <a:lnTo>
                  <a:pt x="139" y="126"/>
                </a:lnTo>
                <a:lnTo>
                  <a:pt x="139" y="125"/>
                </a:lnTo>
                <a:lnTo>
                  <a:pt x="140" y="126"/>
                </a:lnTo>
                <a:lnTo>
                  <a:pt x="141" y="126"/>
                </a:lnTo>
                <a:lnTo>
                  <a:pt x="142" y="127"/>
                </a:lnTo>
                <a:lnTo>
                  <a:pt x="142" y="128"/>
                </a:lnTo>
                <a:lnTo>
                  <a:pt x="143" y="128"/>
                </a:lnTo>
                <a:lnTo>
                  <a:pt x="144" y="127"/>
                </a:lnTo>
                <a:lnTo>
                  <a:pt x="145" y="127"/>
                </a:lnTo>
                <a:lnTo>
                  <a:pt x="146" y="127"/>
                </a:lnTo>
                <a:lnTo>
                  <a:pt x="147" y="127"/>
                </a:lnTo>
                <a:lnTo>
                  <a:pt x="147" y="128"/>
                </a:lnTo>
                <a:lnTo>
                  <a:pt x="148" y="128"/>
                </a:lnTo>
                <a:lnTo>
                  <a:pt x="148" y="127"/>
                </a:lnTo>
                <a:lnTo>
                  <a:pt x="149" y="127"/>
                </a:lnTo>
                <a:lnTo>
                  <a:pt x="149" y="126"/>
                </a:lnTo>
                <a:lnTo>
                  <a:pt x="150" y="127"/>
                </a:lnTo>
                <a:lnTo>
                  <a:pt x="151" y="127"/>
                </a:lnTo>
                <a:lnTo>
                  <a:pt x="152" y="128"/>
                </a:lnTo>
                <a:lnTo>
                  <a:pt x="154" y="128"/>
                </a:lnTo>
                <a:lnTo>
                  <a:pt x="154" y="127"/>
                </a:lnTo>
                <a:lnTo>
                  <a:pt x="155" y="127"/>
                </a:lnTo>
                <a:lnTo>
                  <a:pt x="156" y="125"/>
                </a:lnTo>
                <a:lnTo>
                  <a:pt x="156" y="124"/>
                </a:lnTo>
                <a:lnTo>
                  <a:pt x="157" y="123"/>
                </a:lnTo>
                <a:lnTo>
                  <a:pt x="158" y="123"/>
                </a:lnTo>
                <a:lnTo>
                  <a:pt x="159" y="123"/>
                </a:lnTo>
                <a:lnTo>
                  <a:pt x="159" y="122"/>
                </a:lnTo>
                <a:lnTo>
                  <a:pt x="160" y="121"/>
                </a:lnTo>
                <a:lnTo>
                  <a:pt x="161" y="121"/>
                </a:lnTo>
                <a:lnTo>
                  <a:pt x="162" y="121"/>
                </a:lnTo>
                <a:lnTo>
                  <a:pt x="162" y="120"/>
                </a:lnTo>
                <a:lnTo>
                  <a:pt x="162" y="119"/>
                </a:lnTo>
                <a:lnTo>
                  <a:pt x="163" y="119"/>
                </a:lnTo>
                <a:lnTo>
                  <a:pt x="163" y="118"/>
                </a:lnTo>
                <a:lnTo>
                  <a:pt x="164" y="118"/>
                </a:lnTo>
                <a:lnTo>
                  <a:pt x="164" y="116"/>
                </a:lnTo>
                <a:lnTo>
                  <a:pt x="164" y="115"/>
                </a:lnTo>
                <a:lnTo>
                  <a:pt x="164" y="113"/>
                </a:lnTo>
                <a:lnTo>
                  <a:pt x="166" y="113"/>
                </a:lnTo>
                <a:lnTo>
                  <a:pt x="168" y="113"/>
                </a:lnTo>
                <a:lnTo>
                  <a:pt x="169" y="113"/>
                </a:lnTo>
                <a:lnTo>
                  <a:pt x="173" y="114"/>
                </a:lnTo>
                <a:lnTo>
                  <a:pt x="175" y="115"/>
                </a:lnTo>
                <a:lnTo>
                  <a:pt x="177" y="115"/>
                </a:lnTo>
                <a:lnTo>
                  <a:pt x="178" y="115"/>
                </a:lnTo>
                <a:lnTo>
                  <a:pt x="179" y="114"/>
                </a:lnTo>
                <a:lnTo>
                  <a:pt x="178" y="113"/>
                </a:lnTo>
                <a:lnTo>
                  <a:pt x="178" y="112"/>
                </a:lnTo>
                <a:lnTo>
                  <a:pt x="177" y="111"/>
                </a:lnTo>
                <a:lnTo>
                  <a:pt x="178" y="110"/>
                </a:lnTo>
                <a:lnTo>
                  <a:pt x="177" y="110"/>
                </a:lnTo>
                <a:lnTo>
                  <a:pt x="177" y="109"/>
                </a:lnTo>
                <a:lnTo>
                  <a:pt x="177" y="108"/>
                </a:lnTo>
                <a:lnTo>
                  <a:pt x="177" y="107"/>
                </a:lnTo>
                <a:lnTo>
                  <a:pt x="177" y="106"/>
                </a:lnTo>
                <a:lnTo>
                  <a:pt x="176" y="106"/>
                </a:lnTo>
                <a:lnTo>
                  <a:pt x="176" y="105"/>
                </a:lnTo>
                <a:lnTo>
                  <a:pt x="177" y="105"/>
                </a:lnTo>
                <a:lnTo>
                  <a:pt x="176" y="104"/>
                </a:lnTo>
                <a:lnTo>
                  <a:pt x="176" y="103"/>
                </a:lnTo>
                <a:lnTo>
                  <a:pt x="177" y="101"/>
                </a:lnTo>
                <a:lnTo>
                  <a:pt x="177" y="100"/>
                </a:lnTo>
                <a:lnTo>
                  <a:pt x="176" y="100"/>
                </a:lnTo>
                <a:lnTo>
                  <a:pt x="176" y="98"/>
                </a:lnTo>
                <a:lnTo>
                  <a:pt x="175" y="97"/>
                </a:lnTo>
                <a:lnTo>
                  <a:pt x="175" y="96"/>
                </a:lnTo>
                <a:lnTo>
                  <a:pt x="175" y="95"/>
                </a:lnTo>
                <a:lnTo>
                  <a:pt x="176" y="95"/>
                </a:lnTo>
                <a:lnTo>
                  <a:pt x="177" y="96"/>
                </a:lnTo>
                <a:lnTo>
                  <a:pt x="177" y="97"/>
                </a:lnTo>
                <a:lnTo>
                  <a:pt x="178" y="97"/>
                </a:lnTo>
                <a:lnTo>
                  <a:pt x="178" y="96"/>
                </a:lnTo>
                <a:lnTo>
                  <a:pt x="179" y="95"/>
                </a:lnTo>
                <a:lnTo>
                  <a:pt x="180" y="95"/>
                </a:lnTo>
                <a:lnTo>
                  <a:pt x="181" y="95"/>
                </a:lnTo>
                <a:lnTo>
                  <a:pt x="182" y="95"/>
                </a:lnTo>
                <a:lnTo>
                  <a:pt x="183" y="95"/>
                </a:lnTo>
                <a:lnTo>
                  <a:pt x="184" y="95"/>
                </a:lnTo>
                <a:lnTo>
                  <a:pt x="185" y="94"/>
                </a:lnTo>
                <a:lnTo>
                  <a:pt x="186" y="94"/>
                </a:lnTo>
                <a:lnTo>
                  <a:pt x="186" y="95"/>
                </a:lnTo>
                <a:lnTo>
                  <a:pt x="187" y="95"/>
                </a:lnTo>
                <a:lnTo>
                  <a:pt x="189" y="95"/>
                </a:lnTo>
                <a:lnTo>
                  <a:pt x="189" y="94"/>
                </a:lnTo>
                <a:lnTo>
                  <a:pt x="189" y="92"/>
                </a:lnTo>
                <a:lnTo>
                  <a:pt x="189" y="91"/>
                </a:lnTo>
                <a:lnTo>
                  <a:pt x="190" y="91"/>
                </a:lnTo>
                <a:lnTo>
                  <a:pt x="191" y="92"/>
                </a:lnTo>
                <a:lnTo>
                  <a:pt x="192" y="93"/>
                </a:lnTo>
                <a:lnTo>
                  <a:pt x="193" y="91"/>
                </a:lnTo>
                <a:lnTo>
                  <a:pt x="194" y="90"/>
                </a:lnTo>
                <a:lnTo>
                  <a:pt x="194" y="89"/>
                </a:lnTo>
                <a:lnTo>
                  <a:pt x="195" y="89"/>
                </a:lnTo>
                <a:lnTo>
                  <a:pt x="196" y="89"/>
                </a:lnTo>
                <a:lnTo>
                  <a:pt x="197" y="90"/>
                </a:lnTo>
                <a:lnTo>
                  <a:pt x="199" y="90"/>
                </a:lnTo>
                <a:lnTo>
                  <a:pt x="199" y="91"/>
                </a:lnTo>
                <a:lnTo>
                  <a:pt x="201" y="93"/>
                </a:lnTo>
                <a:lnTo>
                  <a:pt x="202" y="93"/>
                </a:lnTo>
                <a:lnTo>
                  <a:pt x="203" y="92"/>
                </a:lnTo>
                <a:lnTo>
                  <a:pt x="203" y="91"/>
                </a:lnTo>
                <a:lnTo>
                  <a:pt x="204" y="91"/>
                </a:lnTo>
                <a:lnTo>
                  <a:pt x="206" y="91"/>
                </a:lnTo>
                <a:lnTo>
                  <a:pt x="207" y="91"/>
                </a:lnTo>
                <a:lnTo>
                  <a:pt x="208" y="91"/>
                </a:lnTo>
                <a:lnTo>
                  <a:pt x="209" y="90"/>
                </a:lnTo>
                <a:lnTo>
                  <a:pt x="210" y="91"/>
                </a:lnTo>
                <a:lnTo>
                  <a:pt x="211" y="91"/>
                </a:lnTo>
                <a:lnTo>
                  <a:pt x="212" y="90"/>
                </a:lnTo>
                <a:lnTo>
                  <a:pt x="213" y="90"/>
                </a:lnTo>
                <a:lnTo>
                  <a:pt x="213" y="91"/>
                </a:lnTo>
                <a:lnTo>
                  <a:pt x="213" y="93"/>
                </a:lnTo>
                <a:lnTo>
                  <a:pt x="212" y="93"/>
                </a:lnTo>
                <a:lnTo>
                  <a:pt x="214" y="95"/>
                </a:lnTo>
                <a:lnTo>
                  <a:pt x="215" y="95"/>
                </a:lnTo>
                <a:lnTo>
                  <a:pt x="215" y="96"/>
                </a:lnTo>
                <a:lnTo>
                  <a:pt x="214" y="98"/>
                </a:lnTo>
                <a:lnTo>
                  <a:pt x="214" y="99"/>
                </a:lnTo>
                <a:lnTo>
                  <a:pt x="213" y="100"/>
                </a:lnTo>
                <a:lnTo>
                  <a:pt x="213" y="101"/>
                </a:lnTo>
                <a:lnTo>
                  <a:pt x="212" y="102"/>
                </a:lnTo>
                <a:lnTo>
                  <a:pt x="212" y="103"/>
                </a:lnTo>
                <a:lnTo>
                  <a:pt x="211" y="103"/>
                </a:lnTo>
                <a:lnTo>
                  <a:pt x="214" y="104"/>
                </a:lnTo>
                <a:lnTo>
                  <a:pt x="215" y="104"/>
                </a:lnTo>
                <a:lnTo>
                  <a:pt x="216" y="105"/>
                </a:lnTo>
                <a:lnTo>
                  <a:pt x="217" y="105"/>
                </a:lnTo>
                <a:lnTo>
                  <a:pt x="218" y="105"/>
                </a:lnTo>
                <a:lnTo>
                  <a:pt x="218" y="104"/>
                </a:lnTo>
                <a:lnTo>
                  <a:pt x="219" y="104"/>
                </a:lnTo>
                <a:lnTo>
                  <a:pt x="220" y="105"/>
                </a:lnTo>
                <a:lnTo>
                  <a:pt x="221" y="106"/>
                </a:lnTo>
                <a:lnTo>
                  <a:pt x="222" y="106"/>
                </a:lnTo>
                <a:lnTo>
                  <a:pt x="222" y="105"/>
                </a:lnTo>
                <a:lnTo>
                  <a:pt x="223" y="105"/>
                </a:lnTo>
                <a:lnTo>
                  <a:pt x="226" y="106"/>
                </a:lnTo>
                <a:lnTo>
                  <a:pt x="225" y="106"/>
                </a:lnTo>
                <a:lnTo>
                  <a:pt x="225" y="107"/>
                </a:lnTo>
                <a:lnTo>
                  <a:pt x="224" y="107"/>
                </a:lnTo>
                <a:lnTo>
                  <a:pt x="223" y="108"/>
                </a:lnTo>
                <a:lnTo>
                  <a:pt x="223" y="109"/>
                </a:lnTo>
                <a:lnTo>
                  <a:pt x="224" y="110"/>
                </a:lnTo>
                <a:lnTo>
                  <a:pt x="224" y="111"/>
                </a:lnTo>
                <a:lnTo>
                  <a:pt x="224" y="112"/>
                </a:lnTo>
                <a:lnTo>
                  <a:pt x="223" y="113"/>
                </a:lnTo>
                <a:lnTo>
                  <a:pt x="222" y="113"/>
                </a:lnTo>
                <a:lnTo>
                  <a:pt x="220" y="113"/>
                </a:lnTo>
                <a:lnTo>
                  <a:pt x="220" y="114"/>
                </a:lnTo>
                <a:lnTo>
                  <a:pt x="219" y="115"/>
                </a:lnTo>
                <a:lnTo>
                  <a:pt x="219" y="116"/>
                </a:lnTo>
                <a:lnTo>
                  <a:pt x="220" y="116"/>
                </a:lnTo>
                <a:lnTo>
                  <a:pt x="221" y="117"/>
                </a:lnTo>
                <a:lnTo>
                  <a:pt x="222" y="117"/>
                </a:lnTo>
                <a:lnTo>
                  <a:pt x="223" y="118"/>
                </a:lnTo>
                <a:lnTo>
                  <a:pt x="225" y="119"/>
                </a:lnTo>
                <a:lnTo>
                  <a:pt x="226" y="119"/>
                </a:lnTo>
                <a:lnTo>
                  <a:pt x="226" y="120"/>
                </a:lnTo>
                <a:lnTo>
                  <a:pt x="227" y="121"/>
                </a:lnTo>
                <a:lnTo>
                  <a:pt x="227" y="122"/>
                </a:lnTo>
                <a:lnTo>
                  <a:pt x="227" y="125"/>
                </a:lnTo>
                <a:lnTo>
                  <a:pt x="226" y="125"/>
                </a:lnTo>
                <a:lnTo>
                  <a:pt x="226" y="126"/>
                </a:lnTo>
                <a:lnTo>
                  <a:pt x="227" y="126"/>
                </a:lnTo>
                <a:lnTo>
                  <a:pt x="227" y="127"/>
                </a:lnTo>
                <a:lnTo>
                  <a:pt x="227" y="128"/>
                </a:lnTo>
                <a:lnTo>
                  <a:pt x="226" y="129"/>
                </a:lnTo>
                <a:lnTo>
                  <a:pt x="227" y="131"/>
                </a:lnTo>
                <a:lnTo>
                  <a:pt x="228" y="131"/>
                </a:lnTo>
                <a:lnTo>
                  <a:pt x="228" y="130"/>
                </a:lnTo>
                <a:lnTo>
                  <a:pt x="228" y="129"/>
                </a:lnTo>
                <a:lnTo>
                  <a:pt x="229" y="129"/>
                </a:lnTo>
                <a:lnTo>
                  <a:pt x="229" y="130"/>
                </a:lnTo>
                <a:lnTo>
                  <a:pt x="231" y="131"/>
                </a:lnTo>
                <a:lnTo>
                  <a:pt x="232" y="131"/>
                </a:lnTo>
                <a:lnTo>
                  <a:pt x="232" y="130"/>
                </a:lnTo>
                <a:lnTo>
                  <a:pt x="232" y="129"/>
                </a:lnTo>
                <a:lnTo>
                  <a:pt x="232" y="128"/>
                </a:lnTo>
                <a:lnTo>
                  <a:pt x="232" y="126"/>
                </a:lnTo>
                <a:lnTo>
                  <a:pt x="233" y="126"/>
                </a:lnTo>
                <a:lnTo>
                  <a:pt x="233" y="127"/>
                </a:lnTo>
                <a:lnTo>
                  <a:pt x="234" y="127"/>
                </a:lnTo>
                <a:lnTo>
                  <a:pt x="235" y="126"/>
                </a:lnTo>
                <a:lnTo>
                  <a:pt x="236" y="126"/>
                </a:lnTo>
                <a:lnTo>
                  <a:pt x="238" y="125"/>
                </a:lnTo>
                <a:lnTo>
                  <a:pt x="240" y="124"/>
                </a:lnTo>
                <a:lnTo>
                  <a:pt x="240" y="123"/>
                </a:lnTo>
                <a:lnTo>
                  <a:pt x="241" y="122"/>
                </a:lnTo>
                <a:lnTo>
                  <a:pt x="244" y="122"/>
                </a:lnTo>
                <a:lnTo>
                  <a:pt x="245" y="122"/>
                </a:lnTo>
                <a:lnTo>
                  <a:pt x="247" y="122"/>
                </a:lnTo>
                <a:lnTo>
                  <a:pt x="248" y="122"/>
                </a:lnTo>
                <a:lnTo>
                  <a:pt x="250" y="122"/>
                </a:lnTo>
                <a:lnTo>
                  <a:pt x="251" y="122"/>
                </a:lnTo>
                <a:lnTo>
                  <a:pt x="251" y="121"/>
                </a:lnTo>
                <a:lnTo>
                  <a:pt x="252" y="120"/>
                </a:lnTo>
                <a:lnTo>
                  <a:pt x="253" y="120"/>
                </a:lnTo>
                <a:lnTo>
                  <a:pt x="254" y="120"/>
                </a:lnTo>
                <a:lnTo>
                  <a:pt x="254" y="119"/>
                </a:lnTo>
                <a:lnTo>
                  <a:pt x="255" y="118"/>
                </a:lnTo>
                <a:lnTo>
                  <a:pt x="255" y="117"/>
                </a:lnTo>
                <a:lnTo>
                  <a:pt x="255" y="116"/>
                </a:lnTo>
                <a:lnTo>
                  <a:pt x="254" y="114"/>
                </a:lnTo>
                <a:lnTo>
                  <a:pt x="254" y="113"/>
                </a:lnTo>
                <a:lnTo>
                  <a:pt x="255" y="111"/>
                </a:lnTo>
                <a:lnTo>
                  <a:pt x="256" y="110"/>
                </a:lnTo>
                <a:lnTo>
                  <a:pt x="256" y="107"/>
                </a:lnTo>
                <a:lnTo>
                  <a:pt x="256" y="106"/>
                </a:lnTo>
                <a:lnTo>
                  <a:pt x="256" y="104"/>
                </a:lnTo>
                <a:lnTo>
                  <a:pt x="255" y="100"/>
                </a:lnTo>
                <a:lnTo>
                  <a:pt x="254" y="98"/>
                </a:lnTo>
                <a:lnTo>
                  <a:pt x="253" y="97"/>
                </a:lnTo>
                <a:lnTo>
                  <a:pt x="253" y="95"/>
                </a:lnTo>
                <a:lnTo>
                  <a:pt x="253" y="94"/>
                </a:lnTo>
                <a:lnTo>
                  <a:pt x="253" y="93"/>
                </a:lnTo>
                <a:lnTo>
                  <a:pt x="253" y="92"/>
                </a:lnTo>
                <a:lnTo>
                  <a:pt x="253" y="91"/>
                </a:lnTo>
                <a:lnTo>
                  <a:pt x="253" y="92"/>
                </a:lnTo>
                <a:lnTo>
                  <a:pt x="253" y="91"/>
                </a:lnTo>
                <a:lnTo>
                  <a:pt x="253" y="90"/>
                </a:lnTo>
                <a:lnTo>
                  <a:pt x="254" y="89"/>
                </a:lnTo>
                <a:lnTo>
                  <a:pt x="255" y="90"/>
                </a:lnTo>
                <a:lnTo>
                  <a:pt x="256" y="90"/>
                </a:lnTo>
                <a:lnTo>
                  <a:pt x="258" y="89"/>
                </a:lnTo>
                <a:lnTo>
                  <a:pt x="259" y="89"/>
                </a:lnTo>
                <a:lnTo>
                  <a:pt x="259" y="87"/>
                </a:lnTo>
                <a:lnTo>
                  <a:pt x="258" y="87"/>
                </a:lnTo>
                <a:lnTo>
                  <a:pt x="258" y="86"/>
                </a:lnTo>
                <a:lnTo>
                  <a:pt x="257" y="86"/>
                </a:lnTo>
                <a:lnTo>
                  <a:pt x="257" y="85"/>
                </a:lnTo>
                <a:lnTo>
                  <a:pt x="256" y="84"/>
                </a:lnTo>
                <a:lnTo>
                  <a:pt x="256" y="83"/>
                </a:lnTo>
                <a:lnTo>
                  <a:pt x="256" y="82"/>
                </a:lnTo>
                <a:lnTo>
                  <a:pt x="257" y="82"/>
                </a:lnTo>
                <a:lnTo>
                  <a:pt x="257" y="81"/>
                </a:lnTo>
                <a:lnTo>
                  <a:pt x="258" y="81"/>
                </a:lnTo>
                <a:lnTo>
                  <a:pt x="259" y="83"/>
                </a:lnTo>
                <a:lnTo>
                  <a:pt x="260" y="83"/>
                </a:lnTo>
                <a:lnTo>
                  <a:pt x="260" y="82"/>
                </a:lnTo>
                <a:lnTo>
                  <a:pt x="261" y="81"/>
                </a:lnTo>
                <a:lnTo>
                  <a:pt x="261" y="80"/>
                </a:lnTo>
                <a:lnTo>
                  <a:pt x="261" y="79"/>
                </a:lnTo>
                <a:lnTo>
                  <a:pt x="261" y="78"/>
                </a:lnTo>
                <a:lnTo>
                  <a:pt x="263" y="78"/>
                </a:lnTo>
                <a:lnTo>
                  <a:pt x="264" y="79"/>
                </a:lnTo>
                <a:lnTo>
                  <a:pt x="264" y="77"/>
                </a:lnTo>
                <a:lnTo>
                  <a:pt x="263" y="76"/>
                </a:lnTo>
                <a:lnTo>
                  <a:pt x="263" y="75"/>
                </a:lnTo>
                <a:lnTo>
                  <a:pt x="263" y="74"/>
                </a:lnTo>
                <a:lnTo>
                  <a:pt x="265" y="73"/>
                </a:lnTo>
                <a:lnTo>
                  <a:pt x="266" y="74"/>
                </a:lnTo>
                <a:lnTo>
                  <a:pt x="267" y="74"/>
                </a:lnTo>
                <a:lnTo>
                  <a:pt x="269" y="74"/>
                </a:lnTo>
                <a:lnTo>
                  <a:pt x="271" y="73"/>
                </a:lnTo>
                <a:lnTo>
                  <a:pt x="271" y="72"/>
                </a:lnTo>
                <a:lnTo>
                  <a:pt x="272" y="73"/>
                </a:lnTo>
                <a:lnTo>
                  <a:pt x="273" y="74"/>
                </a:lnTo>
                <a:lnTo>
                  <a:pt x="273" y="75"/>
                </a:lnTo>
                <a:lnTo>
                  <a:pt x="273" y="76"/>
                </a:lnTo>
                <a:lnTo>
                  <a:pt x="273" y="77"/>
                </a:lnTo>
                <a:lnTo>
                  <a:pt x="273" y="76"/>
                </a:lnTo>
                <a:lnTo>
                  <a:pt x="274" y="76"/>
                </a:lnTo>
                <a:lnTo>
                  <a:pt x="275" y="76"/>
                </a:lnTo>
                <a:lnTo>
                  <a:pt x="276" y="77"/>
                </a:lnTo>
                <a:lnTo>
                  <a:pt x="277" y="77"/>
                </a:lnTo>
                <a:lnTo>
                  <a:pt x="277" y="76"/>
                </a:lnTo>
                <a:lnTo>
                  <a:pt x="278" y="75"/>
                </a:lnTo>
                <a:lnTo>
                  <a:pt x="281" y="75"/>
                </a:lnTo>
                <a:lnTo>
                  <a:pt x="282" y="76"/>
                </a:lnTo>
                <a:lnTo>
                  <a:pt x="282" y="77"/>
                </a:lnTo>
                <a:lnTo>
                  <a:pt x="283" y="77"/>
                </a:lnTo>
                <a:lnTo>
                  <a:pt x="284" y="76"/>
                </a:lnTo>
                <a:lnTo>
                  <a:pt x="285" y="76"/>
                </a:lnTo>
                <a:lnTo>
                  <a:pt x="285" y="75"/>
                </a:lnTo>
                <a:lnTo>
                  <a:pt x="286" y="74"/>
                </a:lnTo>
                <a:lnTo>
                  <a:pt x="287" y="74"/>
                </a:lnTo>
                <a:lnTo>
                  <a:pt x="288" y="74"/>
                </a:lnTo>
                <a:lnTo>
                  <a:pt x="289" y="74"/>
                </a:lnTo>
                <a:lnTo>
                  <a:pt x="290" y="73"/>
                </a:lnTo>
                <a:lnTo>
                  <a:pt x="292" y="71"/>
                </a:lnTo>
                <a:lnTo>
                  <a:pt x="293" y="70"/>
                </a:lnTo>
                <a:lnTo>
                  <a:pt x="293" y="69"/>
                </a:lnTo>
                <a:lnTo>
                  <a:pt x="293" y="68"/>
                </a:lnTo>
                <a:lnTo>
                  <a:pt x="293" y="67"/>
                </a:lnTo>
                <a:lnTo>
                  <a:pt x="292" y="67"/>
                </a:lnTo>
                <a:lnTo>
                  <a:pt x="291" y="66"/>
                </a:lnTo>
                <a:lnTo>
                  <a:pt x="290" y="66"/>
                </a:lnTo>
                <a:lnTo>
                  <a:pt x="289" y="68"/>
                </a:lnTo>
                <a:lnTo>
                  <a:pt x="288" y="68"/>
                </a:lnTo>
                <a:lnTo>
                  <a:pt x="288" y="67"/>
                </a:lnTo>
                <a:lnTo>
                  <a:pt x="286" y="66"/>
                </a:lnTo>
                <a:lnTo>
                  <a:pt x="285" y="66"/>
                </a:lnTo>
                <a:lnTo>
                  <a:pt x="284" y="66"/>
                </a:lnTo>
                <a:lnTo>
                  <a:pt x="285" y="63"/>
                </a:lnTo>
                <a:lnTo>
                  <a:pt x="286" y="63"/>
                </a:lnTo>
                <a:lnTo>
                  <a:pt x="287" y="62"/>
                </a:lnTo>
                <a:lnTo>
                  <a:pt x="287" y="63"/>
                </a:lnTo>
                <a:lnTo>
                  <a:pt x="288" y="63"/>
                </a:lnTo>
                <a:lnTo>
                  <a:pt x="288" y="60"/>
                </a:lnTo>
                <a:lnTo>
                  <a:pt x="287" y="60"/>
                </a:lnTo>
                <a:lnTo>
                  <a:pt x="286" y="60"/>
                </a:lnTo>
                <a:lnTo>
                  <a:pt x="286" y="59"/>
                </a:lnTo>
                <a:lnTo>
                  <a:pt x="287" y="59"/>
                </a:lnTo>
                <a:lnTo>
                  <a:pt x="288" y="59"/>
                </a:lnTo>
                <a:lnTo>
                  <a:pt x="289" y="59"/>
                </a:lnTo>
                <a:lnTo>
                  <a:pt x="291" y="58"/>
                </a:lnTo>
                <a:lnTo>
                  <a:pt x="291" y="57"/>
                </a:lnTo>
                <a:lnTo>
                  <a:pt x="291" y="56"/>
                </a:lnTo>
                <a:lnTo>
                  <a:pt x="291" y="54"/>
                </a:lnTo>
                <a:lnTo>
                  <a:pt x="292" y="53"/>
                </a:lnTo>
                <a:lnTo>
                  <a:pt x="291" y="52"/>
                </a:lnTo>
                <a:lnTo>
                  <a:pt x="290" y="52"/>
                </a:lnTo>
                <a:lnTo>
                  <a:pt x="289" y="51"/>
                </a:lnTo>
                <a:lnTo>
                  <a:pt x="289" y="50"/>
                </a:lnTo>
                <a:lnTo>
                  <a:pt x="290" y="50"/>
                </a:lnTo>
                <a:lnTo>
                  <a:pt x="291" y="50"/>
                </a:lnTo>
                <a:lnTo>
                  <a:pt x="292" y="50"/>
                </a:lnTo>
                <a:lnTo>
                  <a:pt x="291" y="49"/>
                </a:lnTo>
                <a:lnTo>
                  <a:pt x="291" y="48"/>
                </a:lnTo>
                <a:lnTo>
                  <a:pt x="292" y="50"/>
                </a:lnTo>
                <a:lnTo>
                  <a:pt x="293" y="50"/>
                </a:lnTo>
                <a:lnTo>
                  <a:pt x="294" y="49"/>
                </a:lnTo>
                <a:lnTo>
                  <a:pt x="294" y="48"/>
                </a:lnTo>
                <a:lnTo>
                  <a:pt x="293" y="47"/>
                </a:lnTo>
                <a:lnTo>
                  <a:pt x="293" y="46"/>
                </a:lnTo>
                <a:lnTo>
                  <a:pt x="293" y="45"/>
                </a:lnTo>
                <a:lnTo>
                  <a:pt x="293" y="44"/>
                </a:lnTo>
                <a:lnTo>
                  <a:pt x="294" y="44"/>
                </a:lnTo>
                <a:lnTo>
                  <a:pt x="294" y="43"/>
                </a:lnTo>
                <a:lnTo>
                  <a:pt x="294" y="42"/>
                </a:lnTo>
                <a:lnTo>
                  <a:pt x="294" y="41"/>
                </a:lnTo>
                <a:lnTo>
                  <a:pt x="295" y="40"/>
                </a:lnTo>
                <a:lnTo>
                  <a:pt x="295" y="39"/>
                </a:lnTo>
                <a:lnTo>
                  <a:pt x="296" y="38"/>
                </a:lnTo>
                <a:lnTo>
                  <a:pt x="296" y="37"/>
                </a:lnTo>
                <a:lnTo>
                  <a:pt x="297" y="36"/>
                </a:lnTo>
                <a:lnTo>
                  <a:pt x="298" y="36"/>
                </a:lnTo>
                <a:lnTo>
                  <a:pt x="298" y="37"/>
                </a:lnTo>
                <a:lnTo>
                  <a:pt x="299" y="37"/>
                </a:lnTo>
                <a:lnTo>
                  <a:pt x="299" y="36"/>
                </a:lnTo>
                <a:lnTo>
                  <a:pt x="298" y="35"/>
                </a:lnTo>
                <a:lnTo>
                  <a:pt x="299" y="34"/>
                </a:lnTo>
                <a:lnTo>
                  <a:pt x="299" y="32"/>
                </a:lnTo>
                <a:lnTo>
                  <a:pt x="298" y="31"/>
                </a:lnTo>
                <a:lnTo>
                  <a:pt x="298" y="30"/>
                </a:lnTo>
                <a:lnTo>
                  <a:pt x="298" y="28"/>
                </a:lnTo>
                <a:lnTo>
                  <a:pt x="298" y="27"/>
                </a:lnTo>
                <a:lnTo>
                  <a:pt x="298" y="26"/>
                </a:lnTo>
                <a:lnTo>
                  <a:pt x="299" y="26"/>
                </a:lnTo>
                <a:lnTo>
                  <a:pt x="298" y="25"/>
                </a:lnTo>
                <a:lnTo>
                  <a:pt x="297" y="22"/>
                </a:lnTo>
                <a:lnTo>
                  <a:pt x="297" y="20"/>
                </a:lnTo>
                <a:lnTo>
                  <a:pt x="299" y="20"/>
                </a:lnTo>
                <a:lnTo>
                  <a:pt x="300" y="20"/>
                </a:lnTo>
                <a:lnTo>
                  <a:pt x="302" y="18"/>
                </a:lnTo>
                <a:lnTo>
                  <a:pt x="302" y="17"/>
                </a:lnTo>
                <a:lnTo>
                  <a:pt x="304" y="16"/>
                </a:lnTo>
                <a:lnTo>
                  <a:pt x="306" y="17"/>
                </a:lnTo>
                <a:lnTo>
                  <a:pt x="308" y="17"/>
                </a:lnTo>
                <a:lnTo>
                  <a:pt x="311" y="16"/>
                </a:lnTo>
                <a:lnTo>
                  <a:pt x="312" y="16"/>
                </a:lnTo>
                <a:lnTo>
                  <a:pt x="314" y="15"/>
                </a:lnTo>
                <a:lnTo>
                  <a:pt x="314" y="14"/>
                </a:lnTo>
                <a:lnTo>
                  <a:pt x="316" y="14"/>
                </a:lnTo>
                <a:lnTo>
                  <a:pt x="317" y="14"/>
                </a:lnTo>
                <a:lnTo>
                  <a:pt x="317" y="15"/>
                </a:lnTo>
                <a:lnTo>
                  <a:pt x="318" y="15"/>
                </a:lnTo>
                <a:lnTo>
                  <a:pt x="319" y="15"/>
                </a:lnTo>
                <a:lnTo>
                  <a:pt x="321" y="14"/>
                </a:lnTo>
                <a:lnTo>
                  <a:pt x="321" y="13"/>
                </a:lnTo>
                <a:lnTo>
                  <a:pt x="322" y="13"/>
                </a:lnTo>
                <a:lnTo>
                  <a:pt x="324" y="13"/>
                </a:lnTo>
                <a:lnTo>
                  <a:pt x="325" y="13"/>
                </a:lnTo>
                <a:lnTo>
                  <a:pt x="326" y="13"/>
                </a:lnTo>
                <a:lnTo>
                  <a:pt x="327" y="13"/>
                </a:lnTo>
                <a:lnTo>
                  <a:pt x="328" y="13"/>
                </a:lnTo>
                <a:lnTo>
                  <a:pt x="328" y="12"/>
                </a:lnTo>
                <a:lnTo>
                  <a:pt x="327" y="11"/>
                </a:lnTo>
                <a:lnTo>
                  <a:pt x="327" y="10"/>
                </a:lnTo>
                <a:lnTo>
                  <a:pt x="328" y="10"/>
                </a:lnTo>
                <a:lnTo>
                  <a:pt x="328" y="9"/>
                </a:lnTo>
                <a:lnTo>
                  <a:pt x="329" y="8"/>
                </a:lnTo>
                <a:lnTo>
                  <a:pt x="329" y="7"/>
                </a:lnTo>
                <a:lnTo>
                  <a:pt x="328" y="7"/>
                </a:lnTo>
                <a:lnTo>
                  <a:pt x="328" y="6"/>
                </a:lnTo>
                <a:lnTo>
                  <a:pt x="329" y="5"/>
                </a:lnTo>
                <a:lnTo>
                  <a:pt x="330" y="5"/>
                </a:lnTo>
                <a:lnTo>
                  <a:pt x="332" y="5"/>
                </a:lnTo>
                <a:lnTo>
                  <a:pt x="332" y="4"/>
                </a:lnTo>
                <a:lnTo>
                  <a:pt x="333" y="4"/>
                </a:lnTo>
                <a:lnTo>
                  <a:pt x="334" y="3"/>
                </a:lnTo>
                <a:lnTo>
                  <a:pt x="336" y="3"/>
                </a:lnTo>
                <a:lnTo>
                  <a:pt x="337" y="3"/>
                </a:lnTo>
                <a:lnTo>
                  <a:pt x="338" y="3"/>
                </a:lnTo>
                <a:lnTo>
                  <a:pt x="339" y="3"/>
                </a:lnTo>
                <a:lnTo>
                  <a:pt x="339" y="2"/>
                </a:lnTo>
                <a:lnTo>
                  <a:pt x="339" y="1"/>
                </a:lnTo>
                <a:lnTo>
                  <a:pt x="340" y="0"/>
                </a:lnTo>
                <a:lnTo>
                  <a:pt x="341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2639880" y="526968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3" y="3"/>
                </a:moveTo>
                <a:lnTo>
                  <a:pt x="4" y="3"/>
                </a:lnTo>
                <a:lnTo>
                  <a:pt x="4" y="5"/>
                </a:lnTo>
                <a:lnTo>
                  <a:pt x="3" y="3"/>
                </a:lnTo>
                <a:lnTo>
                  <a:pt x="2" y="3"/>
                </a:lnTo>
                <a:lnTo>
                  <a:pt x="2" y="5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3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2642400" y="5268600"/>
            <a:ext cx="1080" cy="2160"/>
          </a:xfrm>
          <a:custGeom>
            <a:avLst/>
            <a:gdLst/>
            <a:ahLst/>
            <a:rect l="0" t="0" r="r" b="b"/>
            <a:pathLst>
              <a:path w="3" h="6">
                <a:moveTo>
                  <a:pt x="2" y="2"/>
                </a:moveTo>
                <a:lnTo>
                  <a:pt x="2" y="4"/>
                </a:lnTo>
                <a:lnTo>
                  <a:pt x="2" y="2"/>
                </a:lnTo>
                <a:lnTo>
                  <a:pt x="3" y="4"/>
                </a:lnTo>
                <a:lnTo>
                  <a:pt x="3" y="5"/>
                </a:lnTo>
                <a:lnTo>
                  <a:pt x="2" y="6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643120" y="52646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2643840" y="525888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5" y="0"/>
                </a:moveTo>
                <a:lnTo>
                  <a:pt x="3" y="2"/>
                </a:lnTo>
                <a:lnTo>
                  <a:pt x="2" y="2"/>
                </a:lnTo>
                <a:lnTo>
                  <a:pt x="2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2666520" y="525060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3" y="2"/>
                </a:move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2668320" y="524808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1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2667600" y="52480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3" y="2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2664720" y="5248080"/>
            <a:ext cx="3600" cy="2520"/>
          </a:xfrm>
          <a:custGeom>
            <a:avLst/>
            <a:gdLst/>
            <a:ahLst/>
            <a:rect l="0" t="0" r="r" b="b"/>
            <a:pathLst>
              <a:path w="10" h="7">
                <a:moveTo>
                  <a:pt x="1" y="0"/>
                </a:moveTo>
                <a:lnTo>
                  <a:pt x="3" y="0"/>
                </a:lnTo>
                <a:lnTo>
                  <a:pt x="4" y="1"/>
                </a:lnTo>
                <a:lnTo>
                  <a:pt x="5" y="1"/>
                </a:lnTo>
                <a:lnTo>
                  <a:pt x="6" y="1"/>
                </a:lnTo>
                <a:lnTo>
                  <a:pt x="7" y="2"/>
                </a:lnTo>
                <a:lnTo>
                  <a:pt x="8" y="3"/>
                </a:lnTo>
                <a:lnTo>
                  <a:pt x="9" y="3"/>
                </a:lnTo>
                <a:lnTo>
                  <a:pt x="9" y="4"/>
                </a:lnTo>
                <a:lnTo>
                  <a:pt x="10" y="6"/>
                </a:lnTo>
                <a:lnTo>
                  <a:pt x="9" y="6"/>
                </a:lnTo>
                <a:lnTo>
                  <a:pt x="9" y="4"/>
                </a:lnTo>
                <a:lnTo>
                  <a:pt x="7" y="3"/>
                </a:lnTo>
                <a:lnTo>
                  <a:pt x="6" y="3"/>
                </a:lnTo>
                <a:lnTo>
                  <a:pt x="7" y="3"/>
                </a:lnTo>
                <a:lnTo>
                  <a:pt x="8" y="4"/>
                </a:lnTo>
                <a:lnTo>
                  <a:pt x="7" y="4"/>
                </a:lnTo>
                <a:lnTo>
                  <a:pt x="5" y="3"/>
                </a:lnTo>
                <a:lnTo>
                  <a:pt x="4" y="3"/>
                </a:lnTo>
                <a:lnTo>
                  <a:pt x="3" y="4"/>
                </a:lnTo>
                <a:lnTo>
                  <a:pt x="4" y="4"/>
                </a:lnTo>
                <a:lnTo>
                  <a:pt x="5" y="6"/>
                </a:lnTo>
                <a:lnTo>
                  <a:pt x="5" y="7"/>
                </a:lnTo>
                <a:lnTo>
                  <a:pt x="4" y="6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1" y="3"/>
                </a:lnTo>
                <a:lnTo>
                  <a:pt x="3" y="3"/>
                </a:lnTo>
                <a:lnTo>
                  <a:pt x="3" y="2"/>
                </a:lnTo>
                <a:lnTo>
                  <a:pt x="1" y="2"/>
                </a:lnTo>
                <a:lnTo>
                  <a:pt x="1" y="1"/>
                </a:lnTo>
                <a:lnTo>
                  <a:pt x="3" y="1"/>
                </a:lnTo>
                <a:lnTo>
                  <a:pt x="4" y="2"/>
                </a:lnTo>
                <a:lnTo>
                  <a:pt x="5" y="2"/>
                </a:lnTo>
                <a:lnTo>
                  <a:pt x="5" y="1"/>
                </a:lnTo>
                <a:lnTo>
                  <a:pt x="4" y="1"/>
                </a:lnTo>
                <a:lnTo>
                  <a:pt x="3" y="1"/>
                </a:lnTo>
                <a:lnTo>
                  <a:pt x="1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2666520" y="5247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2671560" y="52394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4"/>
                </a:moveTo>
                <a:lnTo>
                  <a:pt x="0" y="2"/>
                </a:lnTo>
                <a:lnTo>
                  <a:pt x="2" y="0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2670840" y="523944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3"/>
                </a:moveTo>
                <a:lnTo>
                  <a:pt x="0" y="3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669040" y="52394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2670480" y="52387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1" y="4"/>
                </a:move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2" y="2"/>
                </a:lnTo>
                <a:lnTo>
                  <a:pt x="2" y="4"/>
                </a:lnTo>
                <a:lnTo>
                  <a:pt x="1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2652840" y="524088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2659320" y="523872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3" y="1"/>
                </a:moveTo>
                <a:lnTo>
                  <a:pt x="3" y="2"/>
                </a:lnTo>
                <a:lnTo>
                  <a:pt x="1" y="5"/>
                </a:lnTo>
                <a:lnTo>
                  <a:pt x="1" y="4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3" y="0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2652480" y="52387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4"/>
                </a:moveTo>
                <a:lnTo>
                  <a:pt x="2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2651760" y="52383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2656080" y="52376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2655000" y="52369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2666880" y="523224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1"/>
                </a:moveTo>
                <a:lnTo>
                  <a:pt x="0" y="2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2666160" y="52322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2666160" y="523188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2663280" y="523116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3" y="4"/>
                </a:move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5" y="1"/>
                </a:lnTo>
                <a:lnTo>
                  <a:pt x="5" y="3"/>
                </a:lnTo>
                <a:lnTo>
                  <a:pt x="3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2665800" y="522936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3" y="3"/>
                </a:moveTo>
                <a:lnTo>
                  <a:pt x="3" y="5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0" y="5"/>
                </a:lnTo>
                <a:lnTo>
                  <a:pt x="0" y="3"/>
                </a:lnTo>
                <a:lnTo>
                  <a:pt x="1" y="3"/>
                </a:lnTo>
                <a:lnTo>
                  <a:pt x="3" y="1"/>
                </a:lnTo>
                <a:lnTo>
                  <a:pt x="4" y="0"/>
                </a:lnTo>
                <a:lnTo>
                  <a:pt x="4" y="1"/>
                </a:lnTo>
                <a:lnTo>
                  <a:pt x="3" y="2"/>
                </a:lnTo>
                <a:lnTo>
                  <a:pt x="3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2669400" y="52286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2663640" y="5226840"/>
            <a:ext cx="5040" cy="3240"/>
          </a:xfrm>
          <a:custGeom>
            <a:avLst/>
            <a:gdLst/>
            <a:ahLst/>
            <a:rect l="0" t="0" r="r" b="b"/>
            <a:pathLst>
              <a:path w="14" h="9">
                <a:moveTo>
                  <a:pt x="13" y="1"/>
                </a:moveTo>
                <a:lnTo>
                  <a:pt x="14" y="0"/>
                </a:lnTo>
                <a:lnTo>
                  <a:pt x="14" y="1"/>
                </a:lnTo>
                <a:lnTo>
                  <a:pt x="14" y="2"/>
                </a:lnTo>
                <a:lnTo>
                  <a:pt x="14" y="4"/>
                </a:lnTo>
                <a:lnTo>
                  <a:pt x="13" y="4"/>
                </a:lnTo>
                <a:lnTo>
                  <a:pt x="11" y="4"/>
                </a:lnTo>
                <a:lnTo>
                  <a:pt x="10" y="4"/>
                </a:lnTo>
                <a:lnTo>
                  <a:pt x="11" y="5"/>
                </a:lnTo>
                <a:lnTo>
                  <a:pt x="11" y="6"/>
                </a:lnTo>
                <a:lnTo>
                  <a:pt x="11" y="7"/>
                </a:lnTo>
                <a:lnTo>
                  <a:pt x="13" y="7"/>
                </a:lnTo>
                <a:lnTo>
                  <a:pt x="13" y="8"/>
                </a:lnTo>
                <a:lnTo>
                  <a:pt x="11" y="9"/>
                </a:lnTo>
                <a:lnTo>
                  <a:pt x="10" y="8"/>
                </a:lnTo>
                <a:lnTo>
                  <a:pt x="10" y="7"/>
                </a:lnTo>
                <a:lnTo>
                  <a:pt x="9" y="7"/>
                </a:lnTo>
                <a:lnTo>
                  <a:pt x="8" y="8"/>
                </a:lnTo>
                <a:lnTo>
                  <a:pt x="7" y="9"/>
                </a:lnTo>
                <a:lnTo>
                  <a:pt x="6" y="9"/>
                </a:lnTo>
                <a:lnTo>
                  <a:pt x="5" y="9"/>
                </a:lnTo>
                <a:lnTo>
                  <a:pt x="4" y="9"/>
                </a:lnTo>
                <a:lnTo>
                  <a:pt x="3" y="9"/>
                </a:lnTo>
                <a:lnTo>
                  <a:pt x="2" y="9"/>
                </a:lnTo>
                <a:lnTo>
                  <a:pt x="1" y="9"/>
                </a:lnTo>
                <a:lnTo>
                  <a:pt x="0" y="9"/>
                </a:lnTo>
                <a:lnTo>
                  <a:pt x="1" y="9"/>
                </a:lnTo>
                <a:lnTo>
                  <a:pt x="2" y="9"/>
                </a:lnTo>
                <a:lnTo>
                  <a:pt x="2" y="8"/>
                </a:lnTo>
                <a:lnTo>
                  <a:pt x="1" y="8"/>
                </a:lnTo>
                <a:lnTo>
                  <a:pt x="2" y="7"/>
                </a:lnTo>
                <a:lnTo>
                  <a:pt x="3" y="7"/>
                </a:lnTo>
                <a:lnTo>
                  <a:pt x="3" y="6"/>
                </a:lnTo>
                <a:lnTo>
                  <a:pt x="4" y="5"/>
                </a:lnTo>
                <a:lnTo>
                  <a:pt x="4" y="4"/>
                </a:lnTo>
                <a:lnTo>
                  <a:pt x="5" y="4"/>
                </a:lnTo>
                <a:lnTo>
                  <a:pt x="6" y="2"/>
                </a:lnTo>
                <a:lnTo>
                  <a:pt x="8" y="2"/>
                </a:lnTo>
                <a:lnTo>
                  <a:pt x="9" y="1"/>
                </a:lnTo>
                <a:lnTo>
                  <a:pt x="10" y="1"/>
                </a:lnTo>
                <a:lnTo>
                  <a:pt x="11" y="1"/>
                </a:lnTo>
                <a:lnTo>
                  <a:pt x="13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2666160" y="52261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1" y="4"/>
                </a:move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2" y="1"/>
                </a:lnTo>
                <a:lnTo>
                  <a:pt x="4" y="0"/>
                </a:lnTo>
                <a:lnTo>
                  <a:pt x="4" y="1"/>
                </a:lnTo>
                <a:lnTo>
                  <a:pt x="1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2660040" y="5227200"/>
            <a:ext cx="3600" cy="2520"/>
          </a:xfrm>
          <a:custGeom>
            <a:avLst/>
            <a:gdLst/>
            <a:ahLst/>
            <a:rect l="0" t="0" r="r" b="b"/>
            <a:pathLst>
              <a:path w="10" h="7">
                <a:moveTo>
                  <a:pt x="2" y="0"/>
                </a:move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6" y="2"/>
                </a:lnTo>
                <a:lnTo>
                  <a:pt x="8" y="2"/>
                </a:lnTo>
                <a:lnTo>
                  <a:pt x="8" y="1"/>
                </a:lnTo>
                <a:lnTo>
                  <a:pt x="10" y="0"/>
                </a:lnTo>
                <a:lnTo>
                  <a:pt x="9" y="2"/>
                </a:lnTo>
                <a:lnTo>
                  <a:pt x="8" y="4"/>
                </a:lnTo>
                <a:lnTo>
                  <a:pt x="8" y="5"/>
                </a:lnTo>
                <a:lnTo>
                  <a:pt x="6" y="5"/>
                </a:lnTo>
                <a:lnTo>
                  <a:pt x="5" y="5"/>
                </a:lnTo>
                <a:lnTo>
                  <a:pt x="4" y="4"/>
                </a:lnTo>
                <a:lnTo>
                  <a:pt x="3" y="5"/>
                </a:lnTo>
                <a:lnTo>
                  <a:pt x="2" y="5"/>
                </a:lnTo>
                <a:lnTo>
                  <a:pt x="2" y="6"/>
                </a:lnTo>
                <a:lnTo>
                  <a:pt x="2" y="7"/>
                </a:lnTo>
                <a:lnTo>
                  <a:pt x="1" y="7"/>
                </a:lnTo>
                <a:lnTo>
                  <a:pt x="1" y="6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1" y="4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2664000" y="5224680"/>
            <a:ext cx="2160" cy="2880"/>
          </a:xfrm>
          <a:custGeom>
            <a:avLst/>
            <a:gdLst/>
            <a:ahLst/>
            <a:rect l="0" t="0" r="r" b="b"/>
            <a:pathLst>
              <a:path w="6" h="8">
                <a:moveTo>
                  <a:pt x="6" y="1"/>
                </a:moveTo>
                <a:lnTo>
                  <a:pt x="6" y="2"/>
                </a:lnTo>
                <a:lnTo>
                  <a:pt x="6" y="3"/>
                </a:lnTo>
                <a:lnTo>
                  <a:pt x="6" y="6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1" y="6"/>
                </a:lnTo>
                <a:lnTo>
                  <a:pt x="2" y="5"/>
                </a:lnTo>
                <a:lnTo>
                  <a:pt x="2" y="3"/>
                </a:lnTo>
                <a:lnTo>
                  <a:pt x="1" y="3"/>
                </a:lnTo>
                <a:lnTo>
                  <a:pt x="1" y="2"/>
                </a:lnTo>
                <a:lnTo>
                  <a:pt x="2" y="2"/>
                </a:lnTo>
                <a:lnTo>
                  <a:pt x="4" y="1"/>
                </a:lnTo>
                <a:lnTo>
                  <a:pt x="5" y="0"/>
                </a:lnTo>
                <a:lnTo>
                  <a:pt x="5" y="1"/>
                </a:lnTo>
                <a:lnTo>
                  <a:pt x="6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2663640" y="52239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3"/>
                </a:moveTo>
                <a:lnTo>
                  <a:pt x="2" y="4"/>
                </a:lnTo>
                <a:lnTo>
                  <a:pt x="0" y="3"/>
                </a:lnTo>
                <a:lnTo>
                  <a:pt x="2" y="1"/>
                </a:lnTo>
                <a:lnTo>
                  <a:pt x="4" y="0"/>
                </a:lnTo>
                <a:lnTo>
                  <a:pt x="4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2660040" y="5220720"/>
            <a:ext cx="5040" cy="2880"/>
          </a:xfrm>
          <a:custGeom>
            <a:avLst/>
            <a:gdLst/>
            <a:ahLst/>
            <a:rect l="0" t="0" r="r" b="b"/>
            <a:pathLst>
              <a:path w="14" h="8">
                <a:moveTo>
                  <a:pt x="5" y="2"/>
                </a:moveTo>
                <a:lnTo>
                  <a:pt x="6" y="2"/>
                </a:lnTo>
                <a:lnTo>
                  <a:pt x="6" y="1"/>
                </a:lnTo>
                <a:lnTo>
                  <a:pt x="7" y="1"/>
                </a:lnTo>
                <a:lnTo>
                  <a:pt x="9" y="1"/>
                </a:lnTo>
                <a:lnTo>
                  <a:pt x="11" y="0"/>
                </a:lnTo>
                <a:lnTo>
                  <a:pt x="12" y="1"/>
                </a:lnTo>
                <a:lnTo>
                  <a:pt x="13" y="2"/>
                </a:lnTo>
                <a:lnTo>
                  <a:pt x="14" y="2"/>
                </a:lnTo>
                <a:lnTo>
                  <a:pt x="14" y="4"/>
                </a:lnTo>
                <a:lnTo>
                  <a:pt x="14" y="5"/>
                </a:lnTo>
                <a:lnTo>
                  <a:pt x="13" y="5"/>
                </a:lnTo>
                <a:lnTo>
                  <a:pt x="12" y="5"/>
                </a:lnTo>
                <a:lnTo>
                  <a:pt x="11" y="7"/>
                </a:lnTo>
                <a:lnTo>
                  <a:pt x="9" y="7"/>
                </a:lnTo>
                <a:lnTo>
                  <a:pt x="8" y="7"/>
                </a:lnTo>
                <a:lnTo>
                  <a:pt x="8" y="8"/>
                </a:lnTo>
                <a:lnTo>
                  <a:pt x="7" y="8"/>
                </a:lnTo>
                <a:lnTo>
                  <a:pt x="7" y="7"/>
                </a:lnTo>
                <a:lnTo>
                  <a:pt x="5" y="5"/>
                </a:lnTo>
                <a:lnTo>
                  <a:pt x="4" y="7"/>
                </a:lnTo>
                <a:lnTo>
                  <a:pt x="3" y="7"/>
                </a:lnTo>
                <a:lnTo>
                  <a:pt x="2" y="8"/>
                </a:lnTo>
                <a:lnTo>
                  <a:pt x="1" y="8"/>
                </a:lnTo>
                <a:lnTo>
                  <a:pt x="0" y="7"/>
                </a:lnTo>
                <a:lnTo>
                  <a:pt x="0" y="5"/>
                </a:lnTo>
                <a:lnTo>
                  <a:pt x="1" y="4"/>
                </a:lnTo>
                <a:lnTo>
                  <a:pt x="2" y="4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2666160" y="5219280"/>
            <a:ext cx="3240" cy="2160"/>
          </a:xfrm>
          <a:custGeom>
            <a:avLst/>
            <a:gdLst/>
            <a:ahLst/>
            <a:rect l="0" t="0" r="r" b="b"/>
            <a:pathLst>
              <a:path w="9" h="6">
                <a:moveTo>
                  <a:pt x="3" y="0"/>
                </a:move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7" y="1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9" y="1"/>
                </a:lnTo>
                <a:lnTo>
                  <a:pt x="7" y="2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3" y="6"/>
                </a:lnTo>
                <a:lnTo>
                  <a:pt x="2" y="6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2660040" y="5219640"/>
            <a:ext cx="2520" cy="2160"/>
          </a:xfrm>
          <a:custGeom>
            <a:avLst/>
            <a:gdLst/>
            <a:ahLst/>
            <a:rect l="0" t="0" r="r" b="b"/>
            <a:pathLst>
              <a:path w="7" h="6">
                <a:moveTo>
                  <a:pt x="5" y="0"/>
                </a:moveTo>
                <a:lnTo>
                  <a:pt x="6" y="1"/>
                </a:lnTo>
                <a:lnTo>
                  <a:pt x="6" y="0"/>
                </a:lnTo>
                <a:lnTo>
                  <a:pt x="6" y="1"/>
                </a:lnTo>
                <a:lnTo>
                  <a:pt x="7" y="1"/>
                </a:lnTo>
                <a:lnTo>
                  <a:pt x="6" y="1"/>
                </a:lnTo>
                <a:lnTo>
                  <a:pt x="6" y="2"/>
                </a:lnTo>
                <a:lnTo>
                  <a:pt x="5" y="2"/>
                </a:lnTo>
                <a:lnTo>
                  <a:pt x="3" y="4"/>
                </a:lnTo>
                <a:lnTo>
                  <a:pt x="2" y="5"/>
                </a:lnTo>
                <a:lnTo>
                  <a:pt x="1" y="5"/>
                </a:lnTo>
                <a:lnTo>
                  <a:pt x="0" y="6"/>
                </a:lnTo>
                <a:lnTo>
                  <a:pt x="0" y="5"/>
                </a:lnTo>
                <a:lnTo>
                  <a:pt x="1" y="4"/>
                </a:lnTo>
                <a:lnTo>
                  <a:pt x="2" y="2"/>
                </a:lnTo>
                <a:lnTo>
                  <a:pt x="3" y="1"/>
                </a:lnTo>
                <a:lnTo>
                  <a:pt x="5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2664720" y="521820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0"/>
                </a:move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2669400" y="52160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2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2676600" y="52146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2670480" y="52149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2675880" y="521208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2" y="5"/>
                </a:moveTo>
                <a:lnTo>
                  <a:pt x="2" y="4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2" y="3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2" y="5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2680920" y="521136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0"/>
                </a:moveTo>
                <a:lnTo>
                  <a:pt x="4" y="1"/>
                </a:lnTo>
                <a:lnTo>
                  <a:pt x="3" y="3"/>
                </a:lnTo>
                <a:lnTo>
                  <a:pt x="3" y="1"/>
                </a:lnTo>
                <a:lnTo>
                  <a:pt x="2" y="3"/>
                </a:lnTo>
                <a:lnTo>
                  <a:pt x="2" y="4"/>
                </a:lnTo>
                <a:lnTo>
                  <a:pt x="2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2673360" y="52120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3"/>
                </a:move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3" y="3"/>
                </a:lnTo>
                <a:lnTo>
                  <a:pt x="4" y="0"/>
                </a:lnTo>
                <a:lnTo>
                  <a:pt x="4" y="1"/>
                </a:lnTo>
                <a:lnTo>
                  <a:pt x="4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2674800" y="52106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2"/>
                </a:move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2663280" y="52102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3"/>
                </a:move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4" y="1"/>
                </a:lnTo>
                <a:lnTo>
                  <a:pt x="4" y="3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2685600" y="52030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4" y="4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2663280" y="520668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1" y="6"/>
                </a:moveTo>
                <a:lnTo>
                  <a:pt x="1" y="5"/>
                </a:lnTo>
                <a:lnTo>
                  <a:pt x="0" y="4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lnTo>
                  <a:pt x="3" y="5"/>
                </a:lnTo>
                <a:lnTo>
                  <a:pt x="1" y="6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2663280" y="52059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2661840" y="52056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2662560" y="520524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3" y="2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2687040" y="519984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3"/>
                </a:moveTo>
                <a:lnTo>
                  <a:pt x="2" y="3"/>
                </a:lnTo>
                <a:lnTo>
                  <a:pt x="0" y="2"/>
                </a:lnTo>
                <a:lnTo>
                  <a:pt x="2" y="0"/>
                </a:lnTo>
                <a:lnTo>
                  <a:pt x="4" y="2"/>
                </a:lnTo>
                <a:lnTo>
                  <a:pt x="4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2686320" y="5199480"/>
            <a:ext cx="0" cy="720"/>
          </a:xfrm>
          <a:custGeom>
            <a:avLst/>
            <a:gdLst/>
            <a:ahLst/>
            <a:rect l="0" t="0" r="r" b="b"/>
            <a:pathLst>
              <a:path w="0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2685600" y="51994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2662920" y="5200560"/>
            <a:ext cx="2520" cy="1800"/>
          </a:xfrm>
          <a:custGeom>
            <a:avLst/>
            <a:gdLst/>
            <a:ahLst/>
            <a:rect l="0" t="0" r="r" b="b"/>
            <a:pathLst>
              <a:path w="7" h="5">
                <a:moveTo>
                  <a:pt x="5" y="5"/>
                </a:moveTo>
                <a:lnTo>
                  <a:pt x="4" y="5"/>
                </a:lnTo>
                <a:lnTo>
                  <a:pt x="3" y="5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5" y="1"/>
                </a:lnTo>
                <a:lnTo>
                  <a:pt x="5" y="2"/>
                </a:lnTo>
                <a:lnTo>
                  <a:pt x="7" y="2"/>
                </a:lnTo>
                <a:lnTo>
                  <a:pt x="7" y="3"/>
                </a:lnTo>
                <a:lnTo>
                  <a:pt x="5" y="3"/>
                </a:lnTo>
                <a:lnTo>
                  <a:pt x="5" y="5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2664000" y="51998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1"/>
                </a:moveTo>
                <a:lnTo>
                  <a:pt x="3" y="4"/>
                </a:lnTo>
                <a:lnTo>
                  <a:pt x="2" y="4"/>
                </a:lnTo>
                <a:lnTo>
                  <a:pt x="2" y="2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2684880" y="51958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4"/>
                </a:moveTo>
                <a:lnTo>
                  <a:pt x="2" y="4"/>
                </a:lnTo>
                <a:lnTo>
                  <a:pt x="2" y="3"/>
                </a:lnTo>
                <a:lnTo>
                  <a:pt x="2" y="1"/>
                </a:lnTo>
                <a:lnTo>
                  <a:pt x="4" y="0"/>
                </a:lnTo>
                <a:lnTo>
                  <a:pt x="4" y="1"/>
                </a:lnTo>
                <a:lnTo>
                  <a:pt x="4" y="3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2686320" y="519516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1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2688480" y="51944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2686680" y="51948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2697120" y="51922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2685240" y="51933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2685600" y="519300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5" y="2"/>
                </a:moveTo>
                <a:lnTo>
                  <a:pt x="5" y="4"/>
                </a:lnTo>
                <a:lnTo>
                  <a:pt x="3" y="4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5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2684880" y="51926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2684160" y="519228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3" y="2"/>
                </a:move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4" y="2"/>
                </a:lnTo>
                <a:lnTo>
                  <a:pt x="1" y="2"/>
                </a:lnTo>
                <a:lnTo>
                  <a:pt x="1" y="4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2694960" y="5188680"/>
            <a:ext cx="2160" cy="2520"/>
          </a:xfrm>
          <a:custGeom>
            <a:avLst/>
            <a:gdLst/>
            <a:ahLst/>
            <a:rect l="0" t="0" r="r" b="b"/>
            <a:pathLst>
              <a:path w="6" h="7">
                <a:moveTo>
                  <a:pt x="6" y="1"/>
                </a:move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lnTo>
                  <a:pt x="4" y="4"/>
                </a:lnTo>
                <a:lnTo>
                  <a:pt x="4" y="6"/>
                </a:lnTo>
                <a:lnTo>
                  <a:pt x="3" y="6"/>
                </a:lnTo>
                <a:lnTo>
                  <a:pt x="3" y="4"/>
                </a:lnTo>
                <a:lnTo>
                  <a:pt x="1" y="4"/>
                </a:lnTo>
                <a:lnTo>
                  <a:pt x="1" y="6"/>
                </a:lnTo>
                <a:lnTo>
                  <a:pt x="1" y="7"/>
                </a:lnTo>
                <a:lnTo>
                  <a:pt x="0" y="7"/>
                </a:lnTo>
                <a:lnTo>
                  <a:pt x="1" y="6"/>
                </a:lnTo>
                <a:lnTo>
                  <a:pt x="1" y="4"/>
                </a:lnTo>
                <a:lnTo>
                  <a:pt x="1" y="3"/>
                </a:lnTo>
                <a:lnTo>
                  <a:pt x="3" y="3"/>
                </a:lnTo>
                <a:lnTo>
                  <a:pt x="4" y="2"/>
                </a:lnTo>
                <a:lnTo>
                  <a:pt x="5" y="2"/>
                </a:lnTo>
                <a:lnTo>
                  <a:pt x="6" y="1"/>
                </a:lnTo>
                <a:lnTo>
                  <a:pt x="6" y="0"/>
                </a:lnTo>
                <a:lnTo>
                  <a:pt x="6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2682360" y="5189400"/>
            <a:ext cx="2520" cy="2160"/>
          </a:xfrm>
          <a:custGeom>
            <a:avLst/>
            <a:gdLst/>
            <a:ahLst/>
            <a:rect l="0" t="0" r="r" b="b"/>
            <a:pathLst>
              <a:path w="7" h="6">
                <a:moveTo>
                  <a:pt x="5" y="2"/>
                </a:moveTo>
                <a:lnTo>
                  <a:pt x="5" y="4"/>
                </a:lnTo>
                <a:lnTo>
                  <a:pt x="3" y="4"/>
                </a:lnTo>
                <a:lnTo>
                  <a:pt x="5" y="4"/>
                </a:lnTo>
                <a:lnTo>
                  <a:pt x="5" y="5"/>
                </a:lnTo>
                <a:lnTo>
                  <a:pt x="5" y="4"/>
                </a:lnTo>
                <a:lnTo>
                  <a:pt x="6" y="4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lnTo>
                  <a:pt x="5" y="6"/>
                </a:lnTo>
                <a:lnTo>
                  <a:pt x="5" y="5"/>
                </a:lnTo>
                <a:lnTo>
                  <a:pt x="3" y="5"/>
                </a:lnTo>
                <a:lnTo>
                  <a:pt x="3" y="6"/>
                </a:lnTo>
                <a:lnTo>
                  <a:pt x="3" y="5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1" y="2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lnTo>
                  <a:pt x="3" y="2"/>
                </a:lnTo>
                <a:lnTo>
                  <a:pt x="5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2694240" y="5186160"/>
            <a:ext cx="2520" cy="2520"/>
          </a:xfrm>
          <a:custGeom>
            <a:avLst/>
            <a:gdLst/>
            <a:ahLst/>
            <a:rect l="0" t="0" r="r" b="b"/>
            <a:pathLst>
              <a:path w="7" h="7">
                <a:moveTo>
                  <a:pt x="3" y="2"/>
                </a:moveTo>
                <a:lnTo>
                  <a:pt x="5" y="2"/>
                </a:lnTo>
                <a:lnTo>
                  <a:pt x="6" y="2"/>
                </a:lnTo>
                <a:lnTo>
                  <a:pt x="7" y="2"/>
                </a:lnTo>
                <a:lnTo>
                  <a:pt x="6" y="4"/>
                </a:lnTo>
                <a:lnTo>
                  <a:pt x="5" y="5"/>
                </a:lnTo>
                <a:lnTo>
                  <a:pt x="5" y="6"/>
                </a:lnTo>
                <a:lnTo>
                  <a:pt x="2" y="7"/>
                </a:lnTo>
                <a:lnTo>
                  <a:pt x="1" y="7"/>
                </a:lnTo>
                <a:lnTo>
                  <a:pt x="2" y="5"/>
                </a:lnTo>
                <a:lnTo>
                  <a:pt x="3" y="5"/>
                </a:lnTo>
                <a:lnTo>
                  <a:pt x="2" y="4"/>
                </a:lnTo>
                <a:lnTo>
                  <a:pt x="3" y="2"/>
                </a:lnTo>
                <a:lnTo>
                  <a:pt x="2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2690280" y="51818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2690280" y="51814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2"/>
                </a:moveTo>
                <a:lnTo>
                  <a:pt x="1" y="2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2687400" y="5176440"/>
            <a:ext cx="2520" cy="1800"/>
          </a:xfrm>
          <a:custGeom>
            <a:avLst/>
            <a:gdLst/>
            <a:ahLst/>
            <a:rect l="0" t="0" r="r" b="b"/>
            <a:pathLst>
              <a:path w="7" h="5">
                <a:moveTo>
                  <a:pt x="7" y="1"/>
                </a:moveTo>
                <a:lnTo>
                  <a:pt x="6" y="2"/>
                </a:lnTo>
                <a:lnTo>
                  <a:pt x="6" y="4"/>
                </a:lnTo>
                <a:lnTo>
                  <a:pt x="5" y="4"/>
                </a:lnTo>
                <a:lnTo>
                  <a:pt x="6" y="4"/>
                </a:lnTo>
                <a:lnTo>
                  <a:pt x="5" y="5"/>
                </a:lnTo>
                <a:lnTo>
                  <a:pt x="4" y="5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lnTo>
                  <a:pt x="5" y="4"/>
                </a:lnTo>
                <a:lnTo>
                  <a:pt x="5" y="2"/>
                </a:lnTo>
                <a:lnTo>
                  <a:pt x="6" y="1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2694240" y="517464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4" y="0"/>
                </a:moveTo>
                <a:lnTo>
                  <a:pt x="2" y="3"/>
                </a:lnTo>
                <a:lnTo>
                  <a:pt x="1" y="3"/>
                </a:lnTo>
                <a:lnTo>
                  <a:pt x="0" y="2"/>
                </a:lnTo>
                <a:lnTo>
                  <a:pt x="1" y="2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4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2691000" y="517356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5" y="0"/>
                </a:moveTo>
                <a:lnTo>
                  <a:pt x="4" y="1"/>
                </a:lnTo>
                <a:lnTo>
                  <a:pt x="2" y="1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5"/>
                </a:lnTo>
                <a:lnTo>
                  <a:pt x="1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0" y="5"/>
                </a:lnTo>
                <a:lnTo>
                  <a:pt x="1" y="4"/>
                </a:lnTo>
                <a:lnTo>
                  <a:pt x="1" y="2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2692440" y="517284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3" y="1"/>
                </a:moveTo>
                <a:lnTo>
                  <a:pt x="1" y="1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3" y="0"/>
                </a:lnTo>
                <a:lnTo>
                  <a:pt x="1" y="0"/>
                </a:lnTo>
                <a:lnTo>
                  <a:pt x="1" y="1"/>
                </a:lnTo>
                <a:lnTo>
                  <a:pt x="3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2689200" y="517284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3"/>
                </a:move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4" y="0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2690280" y="5170320"/>
            <a:ext cx="1800" cy="2880"/>
          </a:xfrm>
          <a:custGeom>
            <a:avLst/>
            <a:gdLst/>
            <a:ahLst/>
            <a:rect l="0" t="0" r="r" b="b"/>
            <a:pathLst>
              <a:path w="5" h="8">
                <a:moveTo>
                  <a:pt x="5" y="1"/>
                </a:moveTo>
                <a:lnTo>
                  <a:pt x="4" y="2"/>
                </a:lnTo>
                <a:lnTo>
                  <a:pt x="3" y="2"/>
                </a:lnTo>
                <a:lnTo>
                  <a:pt x="3" y="4"/>
                </a:lnTo>
                <a:lnTo>
                  <a:pt x="3" y="6"/>
                </a:lnTo>
                <a:lnTo>
                  <a:pt x="0" y="7"/>
                </a:lnTo>
                <a:lnTo>
                  <a:pt x="0" y="8"/>
                </a:lnTo>
                <a:lnTo>
                  <a:pt x="0" y="7"/>
                </a:lnTo>
                <a:lnTo>
                  <a:pt x="2" y="6"/>
                </a:lnTo>
                <a:lnTo>
                  <a:pt x="3" y="3"/>
                </a:lnTo>
                <a:lnTo>
                  <a:pt x="2" y="1"/>
                </a:lnTo>
                <a:lnTo>
                  <a:pt x="0" y="1"/>
                </a:lnTo>
                <a:lnTo>
                  <a:pt x="3" y="0"/>
                </a:lnTo>
                <a:lnTo>
                  <a:pt x="4" y="0"/>
                </a:lnTo>
                <a:lnTo>
                  <a:pt x="5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2707560" y="51645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2708640" y="51631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2680920" y="516672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6" y="0"/>
                </a:move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1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2692080" y="515700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2" y="1"/>
                </a:move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3" y="0"/>
                </a:lnTo>
                <a:lnTo>
                  <a:pt x="5" y="0"/>
                </a:lnTo>
                <a:lnTo>
                  <a:pt x="2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2679120" y="515808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3" y="4"/>
                </a:move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5" y="2"/>
                </a:lnTo>
                <a:lnTo>
                  <a:pt x="3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2680560" y="51566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2684880" y="5155200"/>
            <a:ext cx="2880" cy="2880"/>
          </a:xfrm>
          <a:custGeom>
            <a:avLst/>
            <a:gdLst/>
            <a:ahLst/>
            <a:rect l="0" t="0" r="r" b="b"/>
            <a:pathLst>
              <a:path w="8" h="8">
                <a:moveTo>
                  <a:pt x="5" y="0"/>
                </a:moveTo>
                <a:lnTo>
                  <a:pt x="6" y="0"/>
                </a:lnTo>
                <a:lnTo>
                  <a:pt x="7" y="0"/>
                </a:lnTo>
                <a:lnTo>
                  <a:pt x="8" y="2"/>
                </a:lnTo>
                <a:lnTo>
                  <a:pt x="7" y="2"/>
                </a:lnTo>
                <a:lnTo>
                  <a:pt x="7" y="3"/>
                </a:lnTo>
                <a:lnTo>
                  <a:pt x="8" y="3"/>
                </a:lnTo>
                <a:lnTo>
                  <a:pt x="8" y="4"/>
                </a:lnTo>
                <a:lnTo>
                  <a:pt x="7" y="4"/>
                </a:lnTo>
                <a:lnTo>
                  <a:pt x="7" y="6"/>
                </a:lnTo>
                <a:lnTo>
                  <a:pt x="8" y="7"/>
                </a:lnTo>
                <a:lnTo>
                  <a:pt x="8" y="8"/>
                </a:lnTo>
                <a:lnTo>
                  <a:pt x="7" y="8"/>
                </a:lnTo>
                <a:lnTo>
                  <a:pt x="6" y="8"/>
                </a:lnTo>
                <a:lnTo>
                  <a:pt x="6" y="7"/>
                </a:lnTo>
                <a:lnTo>
                  <a:pt x="6" y="6"/>
                </a:ln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lnTo>
                  <a:pt x="3" y="6"/>
                </a:lnTo>
                <a:lnTo>
                  <a:pt x="3" y="4"/>
                </a:lnTo>
                <a:lnTo>
                  <a:pt x="2" y="4"/>
                </a:lnTo>
                <a:lnTo>
                  <a:pt x="0" y="1"/>
                </a:ln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2679840" y="515556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3"/>
                </a:moveTo>
                <a:lnTo>
                  <a:pt x="3" y="4"/>
                </a:lnTo>
                <a:lnTo>
                  <a:pt x="2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1"/>
                </a:lnTo>
                <a:lnTo>
                  <a:pt x="3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2684160" y="5152320"/>
            <a:ext cx="5760" cy="3600"/>
          </a:xfrm>
          <a:custGeom>
            <a:avLst/>
            <a:gdLst/>
            <a:ahLst/>
            <a:rect l="0" t="0" r="r" b="b"/>
            <a:pathLst>
              <a:path w="16" h="10">
                <a:moveTo>
                  <a:pt x="7" y="2"/>
                </a:moveTo>
                <a:lnTo>
                  <a:pt x="8" y="2"/>
                </a:lnTo>
                <a:lnTo>
                  <a:pt x="8" y="1"/>
                </a:lnTo>
                <a:lnTo>
                  <a:pt x="10" y="1"/>
                </a:lnTo>
                <a:lnTo>
                  <a:pt x="11" y="1"/>
                </a:lnTo>
                <a:lnTo>
                  <a:pt x="11" y="0"/>
                </a:lnTo>
                <a:lnTo>
                  <a:pt x="11" y="1"/>
                </a:lnTo>
                <a:lnTo>
                  <a:pt x="12" y="1"/>
                </a:lnTo>
                <a:lnTo>
                  <a:pt x="12" y="2"/>
                </a:lnTo>
                <a:lnTo>
                  <a:pt x="11" y="2"/>
                </a:lnTo>
                <a:lnTo>
                  <a:pt x="11" y="3"/>
                </a:lnTo>
                <a:lnTo>
                  <a:pt x="12" y="3"/>
                </a:lnTo>
                <a:lnTo>
                  <a:pt x="14" y="3"/>
                </a:lnTo>
                <a:lnTo>
                  <a:pt x="15" y="3"/>
                </a:lnTo>
                <a:lnTo>
                  <a:pt x="15" y="5"/>
                </a:lnTo>
                <a:lnTo>
                  <a:pt x="16" y="5"/>
                </a:lnTo>
                <a:lnTo>
                  <a:pt x="15" y="6"/>
                </a:lnTo>
                <a:lnTo>
                  <a:pt x="14" y="6"/>
                </a:lnTo>
                <a:lnTo>
                  <a:pt x="15" y="6"/>
                </a:lnTo>
                <a:lnTo>
                  <a:pt x="15" y="7"/>
                </a:lnTo>
                <a:lnTo>
                  <a:pt x="14" y="9"/>
                </a:lnTo>
                <a:lnTo>
                  <a:pt x="14" y="10"/>
                </a:lnTo>
                <a:lnTo>
                  <a:pt x="12" y="10"/>
                </a:lnTo>
                <a:lnTo>
                  <a:pt x="11" y="10"/>
                </a:lnTo>
                <a:lnTo>
                  <a:pt x="12" y="9"/>
                </a:lnTo>
                <a:lnTo>
                  <a:pt x="11" y="9"/>
                </a:lnTo>
                <a:lnTo>
                  <a:pt x="9" y="10"/>
                </a:lnTo>
                <a:lnTo>
                  <a:pt x="8" y="9"/>
                </a:lnTo>
                <a:lnTo>
                  <a:pt x="8" y="8"/>
                </a:lnTo>
                <a:lnTo>
                  <a:pt x="7" y="8"/>
                </a:lnTo>
                <a:lnTo>
                  <a:pt x="5" y="7"/>
                </a:lnTo>
                <a:lnTo>
                  <a:pt x="4" y="7"/>
                </a:lnTo>
                <a:lnTo>
                  <a:pt x="2" y="7"/>
                </a:lnTo>
                <a:lnTo>
                  <a:pt x="2" y="8"/>
                </a:lnTo>
                <a:lnTo>
                  <a:pt x="1" y="8"/>
                </a:lnTo>
                <a:lnTo>
                  <a:pt x="1" y="7"/>
                </a:lnTo>
                <a:lnTo>
                  <a:pt x="0" y="6"/>
                </a:lnTo>
                <a:lnTo>
                  <a:pt x="1" y="5"/>
                </a:lnTo>
                <a:lnTo>
                  <a:pt x="1" y="3"/>
                </a:lnTo>
                <a:lnTo>
                  <a:pt x="0" y="2"/>
                </a:lnTo>
                <a:lnTo>
                  <a:pt x="1" y="1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6" y="2"/>
                </a:lnTo>
                <a:lnTo>
                  <a:pt x="7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2687400" y="51512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2688840" y="515088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2"/>
                </a:moveTo>
                <a:lnTo>
                  <a:pt x="1" y="0"/>
                </a:lnTo>
                <a:lnTo>
                  <a:pt x="3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2688480" y="5149800"/>
            <a:ext cx="6120" cy="7200"/>
          </a:xfrm>
          <a:custGeom>
            <a:avLst/>
            <a:gdLst/>
            <a:ahLst/>
            <a:rect l="0" t="0" r="r" b="b"/>
            <a:pathLst>
              <a:path w="17" h="20">
                <a:moveTo>
                  <a:pt x="15" y="4"/>
                </a:moveTo>
                <a:lnTo>
                  <a:pt x="14" y="4"/>
                </a:lnTo>
                <a:lnTo>
                  <a:pt x="14" y="5"/>
                </a:lnTo>
                <a:lnTo>
                  <a:pt x="14" y="6"/>
                </a:lnTo>
                <a:lnTo>
                  <a:pt x="15" y="6"/>
                </a:lnTo>
                <a:lnTo>
                  <a:pt x="15" y="7"/>
                </a:lnTo>
                <a:lnTo>
                  <a:pt x="15" y="8"/>
                </a:lnTo>
                <a:lnTo>
                  <a:pt x="16" y="8"/>
                </a:lnTo>
                <a:lnTo>
                  <a:pt x="16" y="9"/>
                </a:lnTo>
                <a:lnTo>
                  <a:pt x="16" y="10"/>
                </a:lnTo>
                <a:lnTo>
                  <a:pt x="16" y="11"/>
                </a:lnTo>
                <a:lnTo>
                  <a:pt x="15" y="11"/>
                </a:lnTo>
                <a:lnTo>
                  <a:pt x="14" y="13"/>
                </a:lnTo>
                <a:lnTo>
                  <a:pt x="13" y="13"/>
                </a:lnTo>
                <a:lnTo>
                  <a:pt x="14" y="14"/>
                </a:lnTo>
                <a:lnTo>
                  <a:pt x="16" y="13"/>
                </a:lnTo>
                <a:lnTo>
                  <a:pt x="16" y="14"/>
                </a:lnTo>
                <a:lnTo>
                  <a:pt x="17" y="14"/>
                </a:lnTo>
                <a:lnTo>
                  <a:pt x="16" y="14"/>
                </a:lnTo>
                <a:lnTo>
                  <a:pt x="15" y="15"/>
                </a:lnTo>
                <a:lnTo>
                  <a:pt x="14" y="16"/>
                </a:lnTo>
                <a:lnTo>
                  <a:pt x="14" y="17"/>
                </a:lnTo>
                <a:lnTo>
                  <a:pt x="14" y="18"/>
                </a:lnTo>
                <a:lnTo>
                  <a:pt x="14" y="19"/>
                </a:lnTo>
                <a:lnTo>
                  <a:pt x="13" y="20"/>
                </a:lnTo>
                <a:lnTo>
                  <a:pt x="12" y="20"/>
                </a:lnTo>
                <a:lnTo>
                  <a:pt x="11" y="20"/>
                </a:lnTo>
                <a:lnTo>
                  <a:pt x="11" y="19"/>
                </a:lnTo>
                <a:lnTo>
                  <a:pt x="11" y="17"/>
                </a:lnTo>
                <a:lnTo>
                  <a:pt x="9" y="17"/>
                </a:lnTo>
                <a:lnTo>
                  <a:pt x="7" y="17"/>
                </a:lnTo>
                <a:lnTo>
                  <a:pt x="6" y="18"/>
                </a:lnTo>
                <a:lnTo>
                  <a:pt x="5" y="18"/>
                </a:lnTo>
                <a:lnTo>
                  <a:pt x="6" y="17"/>
                </a:lnTo>
                <a:lnTo>
                  <a:pt x="6" y="16"/>
                </a:lnTo>
                <a:lnTo>
                  <a:pt x="6" y="15"/>
                </a:lnTo>
                <a:lnTo>
                  <a:pt x="6" y="16"/>
                </a:lnTo>
                <a:lnTo>
                  <a:pt x="5" y="15"/>
                </a:lnTo>
                <a:lnTo>
                  <a:pt x="4" y="13"/>
                </a:lnTo>
                <a:lnTo>
                  <a:pt x="3" y="13"/>
                </a:lnTo>
                <a:lnTo>
                  <a:pt x="3" y="11"/>
                </a:lnTo>
                <a:lnTo>
                  <a:pt x="3" y="10"/>
                </a:lnTo>
                <a:lnTo>
                  <a:pt x="2" y="10"/>
                </a:lnTo>
                <a:lnTo>
                  <a:pt x="1" y="9"/>
                </a:lnTo>
                <a:lnTo>
                  <a:pt x="0" y="9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2" y="6"/>
                </a:lnTo>
                <a:lnTo>
                  <a:pt x="3" y="5"/>
                </a:lnTo>
                <a:lnTo>
                  <a:pt x="4" y="4"/>
                </a:lnTo>
                <a:lnTo>
                  <a:pt x="5" y="4"/>
                </a:lnTo>
                <a:lnTo>
                  <a:pt x="5" y="3"/>
                </a:lnTo>
                <a:lnTo>
                  <a:pt x="6" y="2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9" y="1"/>
                </a:lnTo>
                <a:lnTo>
                  <a:pt x="11" y="1"/>
                </a:lnTo>
                <a:lnTo>
                  <a:pt x="11" y="2"/>
                </a:lnTo>
                <a:lnTo>
                  <a:pt x="12" y="2"/>
                </a:lnTo>
                <a:lnTo>
                  <a:pt x="13" y="3"/>
                </a:lnTo>
                <a:lnTo>
                  <a:pt x="14" y="3"/>
                </a:lnTo>
                <a:lnTo>
                  <a:pt x="15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2691720" y="514908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4" y="2"/>
                </a:moveTo>
                <a:lnTo>
                  <a:pt x="5" y="2"/>
                </a:ln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lnTo>
                  <a:pt x="3" y="4"/>
                </a:ln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2674800" y="51516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2694600" y="5147640"/>
            <a:ext cx="3240" cy="3960"/>
          </a:xfrm>
          <a:custGeom>
            <a:avLst/>
            <a:gdLst/>
            <a:ahLst/>
            <a:rect l="0" t="0" r="r" b="b"/>
            <a:pathLst>
              <a:path w="9" h="11">
                <a:moveTo>
                  <a:pt x="6" y="3"/>
                </a:moveTo>
                <a:lnTo>
                  <a:pt x="5" y="4"/>
                </a:lnTo>
                <a:lnTo>
                  <a:pt x="5" y="5"/>
                </a:lnTo>
                <a:lnTo>
                  <a:pt x="5" y="6"/>
                </a:lnTo>
                <a:lnTo>
                  <a:pt x="6" y="6"/>
                </a:lnTo>
                <a:lnTo>
                  <a:pt x="7" y="6"/>
                </a:lnTo>
                <a:lnTo>
                  <a:pt x="7" y="5"/>
                </a:lnTo>
                <a:lnTo>
                  <a:pt x="8" y="5"/>
                </a:lnTo>
                <a:lnTo>
                  <a:pt x="9" y="5"/>
                </a:lnTo>
                <a:lnTo>
                  <a:pt x="8" y="6"/>
                </a:lnTo>
                <a:lnTo>
                  <a:pt x="7" y="7"/>
                </a:lnTo>
                <a:lnTo>
                  <a:pt x="7" y="8"/>
                </a:lnTo>
                <a:lnTo>
                  <a:pt x="6" y="8"/>
                </a:lnTo>
                <a:lnTo>
                  <a:pt x="6" y="7"/>
                </a:ln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lnTo>
                  <a:pt x="4" y="8"/>
                </a:ln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lnTo>
                  <a:pt x="1" y="11"/>
                </a:lnTo>
                <a:lnTo>
                  <a:pt x="1" y="9"/>
                </a:lnTo>
                <a:lnTo>
                  <a:pt x="1" y="7"/>
                </a:lnTo>
                <a:lnTo>
                  <a:pt x="0" y="7"/>
                </a:lnTo>
                <a:lnTo>
                  <a:pt x="1" y="6"/>
                </a:lnTo>
                <a:lnTo>
                  <a:pt x="1" y="7"/>
                </a:lnTo>
                <a:lnTo>
                  <a:pt x="3" y="6"/>
                </a:lnTo>
                <a:lnTo>
                  <a:pt x="4" y="5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3" y="2"/>
                </a:lnTo>
                <a:lnTo>
                  <a:pt x="3" y="0"/>
                </a:lnTo>
                <a:lnTo>
                  <a:pt x="4" y="2"/>
                </a:lnTo>
                <a:lnTo>
                  <a:pt x="6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2691360" y="514800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2" y="0"/>
                </a:moveTo>
                <a:lnTo>
                  <a:pt x="3" y="2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2692800" y="514692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3" y="2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2693520" y="51462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2683080" y="514368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2" y="6"/>
                </a:moveTo>
                <a:lnTo>
                  <a:pt x="2" y="5"/>
                </a:lnTo>
                <a:lnTo>
                  <a:pt x="0" y="5"/>
                </a:lnTo>
                <a:lnTo>
                  <a:pt x="0" y="4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2" y="3"/>
                </a:lnTo>
                <a:lnTo>
                  <a:pt x="4" y="4"/>
                </a:lnTo>
                <a:lnTo>
                  <a:pt x="4" y="5"/>
                </a:lnTo>
                <a:lnTo>
                  <a:pt x="4" y="6"/>
                </a:lnTo>
                <a:lnTo>
                  <a:pt x="2" y="6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2691000" y="514044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3"/>
                </a:move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4" y="0"/>
                </a:lnTo>
                <a:lnTo>
                  <a:pt x="2" y="1"/>
                </a:lnTo>
                <a:lnTo>
                  <a:pt x="4" y="3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2702520" y="51368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2700000" y="51357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2691720" y="513684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3" y="0"/>
                </a:move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2700000" y="5133600"/>
            <a:ext cx="2520" cy="2520"/>
          </a:xfrm>
          <a:custGeom>
            <a:avLst/>
            <a:gdLst/>
            <a:ahLst/>
            <a:rect l="0" t="0" r="r" b="b"/>
            <a:pathLst>
              <a:path w="7" h="7">
                <a:moveTo>
                  <a:pt x="5" y="0"/>
                </a:moveTo>
                <a:lnTo>
                  <a:pt x="6" y="0"/>
                </a:lnTo>
                <a:lnTo>
                  <a:pt x="7" y="1"/>
                </a:lnTo>
                <a:lnTo>
                  <a:pt x="6" y="1"/>
                </a:lnTo>
                <a:lnTo>
                  <a:pt x="5" y="2"/>
                </a:lnTo>
                <a:lnTo>
                  <a:pt x="4" y="1"/>
                </a:lnTo>
                <a:lnTo>
                  <a:pt x="4" y="2"/>
                </a:lnTo>
                <a:lnTo>
                  <a:pt x="4" y="4"/>
                </a:ln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1" y="7"/>
                </a:ln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1" y="5"/>
                </a:lnTo>
                <a:lnTo>
                  <a:pt x="2" y="4"/>
                </a:lnTo>
                <a:lnTo>
                  <a:pt x="4" y="2"/>
                </a:lnTo>
                <a:lnTo>
                  <a:pt x="2" y="2"/>
                </a:lnTo>
                <a:lnTo>
                  <a:pt x="2" y="1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2699640" y="51325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4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2690280" y="51336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1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2671560" y="51357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2672280" y="51346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0"/>
                </a:moveTo>
                <a:lnTo>
                  <a:pt x="3" y="1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2689920" y="513180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0"/>
                </a:move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2670480" y="513360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2" y="2"/>
                </a:moveTo>
                <a:lnTo>
                  <a:pt x="4" y="2"/>
                </a:lnTo>
                <a:lnTo>
                  <a:pt x="5" y="4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2671200" y="51332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2673000" y="51328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7F7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2673000" y="51328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noFill/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2674800" y="51325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2675160" y="513144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4" y="0"/>
                </a:move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3" y="5"/>
                </a:lnTo>
                <a:lnTo>
                  <a:pt x="1" y="5"/>
                </a:lnTo>
                <a:lnTo>
                  <a:pt x="0" y="5"/>
                </a:lnTo>
                <a:lnTo>
                  <a:pt x="0" y="3"/>
                </a:lnTo>
                <a:lnTo>
                  <a:pt x="1" y="3"/>
                </a:lnTo>
                <a:lnTo>
                  <a:pt x="3" y="2"/>
                </a:lnTo>
                <a:lnTo>
                  <a:pt x="4" y="2"/>
                </a:lnTo>
                <a:lnTo>
                  <a:pt x="4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2678040" y="512856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2696760" y="51246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2691000" y="512532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0" y="3"/>
                </a:move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2689920" y="512496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2699640" y="512280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1" y="2"/>
                </a:moveTo>
                <a:lnTo>
                  <a:pt x="0" y="2"/>
                </a:lnTo>
                <a:lnTo>
                  <a:pt x="0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2700000" y="512136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1"/>
                </a:moveTo>
                <a:lnTo>
                  <a:pt x="1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2700000" y="51202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2698920" y="511992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3" y="2"/>
                </a:move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2698560" y="5118480"/>
            <a:ext cx="3960" cy="2160"/>
          </a:xfrm>
          <a:custGeom>
            <a:avLst/>
            <a:gdLst/>
            <a:ahLst/>
            <a:rect l="0" t="0" r="r" b="b"/>
            <a:pathLst>
              <a:path w="11" h="6">
                <a:moveTo>
                  <a:pt x="3" y="1"/>
                </a:moveTo>
                <a:lnTo>
                  <a:pt x="3" y="2"/>
                </a:lnTo>
                <a:lnTo>
                  <a:pt x="3" y="3"/>
                </a:lnTo>
                <a:lnTo>
                  <a:pt x="4" y="3"/>
                </a:lnTo>
                <a:lnTo>
                  <a:pt x="5" y="3"/>
                </a:lnTo>
                <a:lnTo>
                  <a:pt x="6" y="3"/>
                </a:lnTo>
                <a:lnTo>
                  <a:pt x="7" y="5"/>
                </a:lnTo>
                <a:lnTo>
                  <a:pt x="8" y="5"/>
                </a:lnTo>
                <a:lnTo>
                  <a:pt x="10" y="3"/>
                </a:lnTo>
                <a:lnTo>
                  <a:pt x="11" y="3"/>
                </a:lnTo>
                <a:lnTo>
                  <a:pt x="11" y="5"/>
                </a:lnTo>
                <a:lnTo>
                  <a:pt x="11" y="6"/>
                </a:lnTo>
                <a:lnTo>
                  <a:pt x="10" y="6"/>
                </a:lnTo>
                <a:lnTo>
                  <a:pt x="10" y="5"/>
                </a:lnTo>
                <a:lnTo>
                  <a:pt x="8" y="5"/>
                </a:lnTo>
                <a:lnTo>
                  <a:pt x="6" y="5"/>
                </a:lnTo>
                <a:lnTo>
                  <a:pt x="6" y="6"/>
                </a:lnTo>
                <a:lnTo>
                  <a:pt x="5" y="6"/>
                </a:lnTo>
                <a:lnTo>
                  <a:pt x="4" y="6"/>
                </a:lnTo>
                <a:lnTo>
                  <a:pt x="4" y="5"/>
                </a:lnTo>
                <a:lnTo>
                  <a:pt x="3" y="5"/>
                </a:lnTo>
                <a:lnTo>
                  <a:pt x="3" y="3"/>
                </a:lnTo>
                <a:lnTo>
                  <a:pt x="2" y="3"/>
                </a:lnTo>
                <a:lnTo>
                  <a:pt x="2" y="5"/>
                </a:lnTo>
                <a:lnTo>
                  <a:pt x="1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1" y="2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2697840" y="51181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2698920" y="51174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3" y="2"/>
                </a:lnTo>
                <a:lnTo>
                  <a:pt x="1" y="2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2689200" y="5117760"/>
            <a:ext cx="1800" cy="2880"/>
          </a:xfrm>
          <a:custGeom>
            <a:avLst/>
            <a:gdLst/>
            <a:ahLst/>
            <a:rect l="0" t="0" r="r" b="b"/>
            <a:pathLst>
              <a:path w="5" h="8">
                <a:moveTo>
                  <a:pt x="4" y="4"/>
                </a:moveTo>
                <a:lnTo>
                  <a:pt x="3" y="6"/>
                </a:lnTo>
                <a:lnTo>
                  <a:pt x="3" y="7"/>
                </a:lnTo>
                <a:lnTo>
                  <a:pt x="3" y="8"/>
                </a:lnTo>
                <a:lnTo>
                  <a:pt x="1" y="7"/>
                </a:lnTo>
                <a:lnTo>
                  <a:pt x="1" y="6"/>
                </a:lnTo>
                <a:lnTo>
                  <a:pt x="0" y="4"/>
                </a:lnTo>
                <a:lnTo>
                  <a:pt x="0" y="3"/>
                </a:lnTo>
                <a:lnTo>
                  <a:pt x="1" y="2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3" y="4"/>
                </a:lnTo>
                <a:lnTo>
                  <a:pt x="4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2697120" y="51163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2698560" y="5114880"/>
            <a:ext cx="5040" cy="2880"/>
          </a:xfrm>
          <a:custGeom>
            <a:avLst/>
            <a:gdLst/>
            <a:ahLst/>
            <a:rect l="0" t="0" r="r" b="b"/>
            <a:pathLst>
              <a:path w="14" h="8">
                <a:moveTo>
                  <a:pt x="5" y="5"/>
                </a:moveTo>
                <a:lnTo>
                  <a:pt x="6" y="5"/>
                </a:lnTo>
                <a:lnTo>
                  <a:pt x="7" y="5"/>
                </a:lnTo>
                <a:lnTo>
                  <a:pt x="9" y="5"/>
                </a:lnTo>
                <a:lnTo>
                  <a:pt x="10" y="5"/>
                </a:lnTo>
                <a:lnTo>
                  <a:pt x="12" y="5"/>
                </a:lnTo>
                <a:lnTo>
                  <a:pt x="13" y="5"/>
                </a:lnTo>
                <a:lnTo>
                  <a:pt x="14" y="5"/>
                </a:lnTo>
                <a:lnTo>
                  <a:pt x="14" y="7"/>
                </a:lnTo>
                <a:lnTo>
                  <a:pt x="13" y="7"/>
                </a:lnTo>
                <a:lnTo>
                  <a:pt x="12" y="7"/>
                </a:lnTo>
                <a:lnTo>
                  <a:pt x="10" y="7"/>
                </a:lnTo>
                <a:lnTo>
                  <a:pt x="10" y="8"/>
                </a:lnTo>
                <a:lnTo>
                  <a:pt x="8" y="8"/>
                </a:lnTo>
                <a:lnTo>
                  <a:pt x="7" y="8"/>
                </a:lnTo>
                <a:lnTo>
                  <a:pt x="6" y="8"/>
                </a:lnTo>
                <a:lnTo>
                  <a:pt x="4" y="7"/>
                </a:lnTo>
                <a:lnTo>
                  <a:pt x="1" y="4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4" y="3"/>
                </a:lnTo>
                <a:lnTo>
                  <a:pt x="4" y="4"/>
                </a:lnTo>
                <a:lnTo>
                  <a:pt x="5" y="5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2691360" y="5115600"/>
            <a:ext cx="7920" cy="7200"/>
          </a:xfrm>
          <a:custGeom>
            <a:avLst/>
            <a:gdLst/>
            <a:ahLst/>
            <a:rect l="0" t="0" r="r" b="b"/>
            <a:pathLst>
              <a:path w="22" h="20">
                <a:moveTo>
                  <a:pt x="8" y="0"/>
                </a:moveTo>
                <a:lnTo>
                  <a:pt x="9" y="1"/>
                </a:lnTo>
                <a:lnTo>
                  <a:pt x="9" y="2"/>
                </a:lnTo>
                <a:lnTo>
                  <a:pt x="9" y="3"/>
                </a:lnTo>
                <a:lnTo>
                  <a:pt x="9" y="4"/>
                </a:lnTo>
                <a:lnTo>
                  <a:pt x="9" y="5"/>
                </a:lnTo>
                <a:lnTo>
                  <a:pt x="10" y="6"/>
                </a:lnTo>
                <a:lnTo>
                  <a:pt x="11" y="6"/>
                </a:lnTo>
                <a:lnTo>
                  <a:pt x="11" y="7"/>
                </a:lnTo>
                <a:lnTo>
                  <a:pt x="12" y="8"/>
                </a:lnTo>
                <a:lnTo>
                  <a:pt x="13" y="8"/>
                </a:lnTo>
                <a:lnTo>
                  <a:pt x="16" y="8"/>
                </a:lnTo>
                <a:lnTo>
                  <a:pt x="17" y="9"/>
                </a:lnTo>
                <a:lnTo>
                  <a:pt x="16" y="8"/>
                </a:lnTo>
                <a:lnTo>
                  <a:pt x="17" y="8"/>
                </a:lnTo>
                <a:lnTo>
                  <a:pt x="18" y="9"/>
                </a:lnTo>
                <a:lnTo>
                  <a:pt x="19" y="10"/>
                </a:lnTo>
                <a:lnTo>
                  <a:pt x="20" y="10"/>
                </a:lnTo>
                <a:lnTo>
                  <a:pt x="20" y="11"/>
                </a:lnTo>
                <a:lnTo>
                  <a:pt x="20" y="13"/>
                </a:lnTo>
                <a:lnTo>
                  <a:pt x="22" y="14"/>
                </a:lnTo>
                <a:lnTo>
                  <a:pt x="21" y="14"/>
                </a:lnTo>
                <a:lnTo>
                  <a:pt x="21" y="15"/>
                </a:lnTo>
                <a:lnTo>
                  <a:pt x="21" y="16"/>
                </a:lnTo>
                <a:lnTo>
                  <a:pt x="21" y="17"/>
                </a:lnTo>
                <a:lnTo>
                  <a:pt x="20" y="17"/>
                </a:lnTo>
                <a:lnTo>
                  <a:pt x="20" y="18"/>
                </a:lnTo>
                <a:lnTo>
                  <a:pt x="20" y="19"/>
                </a:lnTo>
                <a:lnTo>
                  <a:pt x="20" y="20"/>
                </a:lnTo>
                <a:lnTo>
                  <a:pt x="19" y="20"/>
                </a:lnTo>
                <a:lnTo>
                  <a:pt x="19" y="19"/>
                </a:lnTo>
                <a:lnTo>
                  <a:pt x="18" y="19"/>
                </a:lnTo>
                <a:lnTo>
                  <a:pt x="19" y="18"/>
                </a:lnTo>
                <a:lnTo>
                  <a:pt x="19" y="17"/>
                </a:lnTo>
                <a:lnTo>
                  <a:pt x="18" y="17"/>
                </a:lnTo>
                <a:lnTo>
                  <a:pt x="17" y="18"/>
                </a:lnTo>
                <a:lnTo>
                  <a:pt x="17" y="19"/>
                </a:lnTo>
                <a:lnTo>
                  <a:pt x="16" y="19"/>
                </a:lnTo>
                <a:lnTo>
                  <a:pt x="15" y="19"/>
                </a:lnTo>
                <a:lnTo>
                  <a:pt x="16" y="19"/>
                </a:lnTo>
                <a:lnTo>
                  <a:pt x="16" y="18"/>
                </a:lnTo>
                <a:lnTo>
                  <a:pt x="15" y="18"/>
                </a:lnTo>
                <a:lnTo>
                  <a:pt x="13" y="19"/>
                </a:lnTo>
                <a:lnTo>
                  <a:pt x="13" y="20"/>
                </a:lnTo>
                <a:lnTo>
                  <a:pt x="12" y="19"/>
                </a:lnTo>
                <a:lnTo>
                  <a:pt x="12" y="18"/>
                </a:lnTo>
                <a:lnTo>
                  <a:pt x="12" y="17"/>
                </a:lnTo>
                <a:lnTo>
                  <a:pt x="12" y="18"/>
                </a:lnTo>
                <a:lnTo>
                  <a:pt x="11" y="18"/>
                </a:lnTo>
                <a:lnTo>
                  <a:pt x="11" y="17"/>
                </a:lnTo>
                <a:lnTo>
                  <a:pt x="12" y="17"/>
                </a:lnTo>
                <a:lnTo>
                  <a:pt x="10" y="14"/>
                </a:lnTo>
                <a:lnTo>
                  <a:pt x="9" y="14"/>
                </a:lnTo>
                <a:lnTo>
                  <a:pt x="8" y="14"/>
                </a:lnTo>
                <a:lnTo>
                  <a:pt x="7" y="11"/>
                </a:lnTo>
                <a:lnTo>
                  <a:pt x="6" y="10"/>
                </a:lnTo>
                <a:lnTo>
                  <a:pt x="5" y="11"/>
                </a:lnTo>
                <a:lnTo>
                  <a:pt x="4" y="14"/>
                </a:lnTo>
                <a:lnTo>
                  <a:pt x="3" y="15"/>
                </a:lnTo>
                <a:lnTo>
                  <a:pt x="2" y="14"/>
                </a:lnTo>
                <a:lnTo>
                  <a:pt x="1" y="14"/>
                </a:lnTo>
                <a:lnTo>
                  <a:pt x="0" y="14"/>
                </a:lnTo>
                <a:lnTo>
                  <a:pt x="0" y="13"/>
                </a:lnTo>
                <a:lnTo>
                  <a:pt x="0" y="11"/>
                </a:lnTo>
                <a:lnTo>
                  <a:pt x="0" y="10"/>
                </a:lnTo>
                <a:lnTo>
                  <a:pt x="0" y="9"/>
                </a:lnTo>
                <a:lnTo>
                  <a:pt x="1" y="9"/>
                </a:lnTo>
                <a:lnTo>
                  <a:pt x="1" y="7"/>
                </a:lnTo>
                <a:lnTo>
                  <a:pt x="1" y="6"/>
                </a:lnTo>
                <a:lnTo>
                  <a:pt x="1" y="4"/>
                </a:lnTo>
                <a:lnTo>
                  <a:pt x="1" y="3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4" y="2"/>
                </a:lnTo>
                <a:lnTo>
                  <a:pt x="5" y="1"/>
                </a:lnTo>
                <a:lnTo>
                  <a:pt x="6" y="1"/>
                </a:lnTo>
                <a:lnTo>
                  <a:pt x="7" y="0"/>
                </a:lnTo>
                <a:lnTo>
                  <a:pt x="8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2696040" y="511452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2" y="2"/>
                </a:moveTo>
                <a:lnTo>
                  <a:pt x="3" y="2"/>
                </a:lnTo>
                <a:lnTo>
                  <a:pt x="4" y="0"/>
                </a:lnTo>
                <a:lnTo>
                  <a:pt x="6" y="2"/>
                </a:lnTo>
                <a:lnTo>
                  <a:pt x="6" y="4"/>
                </a:lnTo>
                <a:lnTo>
                  <a:pt x="4" y="4"/>
                </a:lnTo>
                <a:lnTo>
                  <a:pt x="3" y="4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2695680" y="511416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2698200" y="51138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3" y="2"/>
                </a:move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2696400" y="511344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3" y="2"/>
                </a:moveTo>
                <a:lnTo>
                  <a:pt x="3" y="4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5" y="2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2685240" y="5114520"/>
            <a:ext cx="4680" cy="5400"/>
          </a:xfrm>
          <a:custGeom>
            <a:avLst/>
            <a:gdLst/>
            <a:ahLst/>
            <a:rect l="0" t="0" r="r" b="b"/>
            <a:pathLst>
              <a:path w="13" h="15">
                <a:moveTo>
                  <a:pt x="13" y="2"/>
                </a:moveTo>
                <a:lnTo>
                  <a:pt x="13" y="3"/>
                </a:lnTo>
                <a:lnTo>
                  <a:pt x="11" y="4"/>
                </a:lnTo>
                <a:lnTo>
                  <a:pt x="11" y="5"/>
                </a:lnTo>
                <a:lnTo>
                  <a:pt x="10" y="7"/>
                </a:lnTo>
                <a:lnTo>
                  <a:pt x="9" y="10"/>
                </a:lnTo>
                <a:lnTo>
                  <a:pt x="9" y="11"/>
                </a:lnTo>
                <a:lnTo>
                  <a:pt x="8" y="11"/>
                </a:lnTo>
                <a:lnTo>
                  <a:pt x="1" y="14"/>
                </a:lnTo>
                <a:lnTo>
                  <a:pt x="0" y="14"/>
                </a:lnTo>
                <a:lnTo>
                  <a:pt x="0" y="15"/>
                </a:lnTo>
                <a:lnTo>
                  <a:pt x="0" y="14"/>
                </a:lnTo>
                <a:lnTo>
                  <a:pt x="0" y="13"/>
                </a:lnTo>
                <a:lnTo>
                  <a:pt x="1" y="12"/>
                </a:lnTo>
                <a:lnTo>
                  <a:pt x="2" y="10"/>
                </a:lnTo>
                <a:lnTo>
                  <a:pt x="4" y="6"/>
                </a:lnTo>
                <a:lnTo>
                  <a:pt x="5" y="5"/>
                </a:lnTo>
                <a:lnTo>
                  <a:pt x="6" y="4"/>
                </a:lnTo>
                <a:lnTo>
                  <a:pt x="8" y="2"/>
                </a:lnTo>
                <a:lnTo>
                  <a:pt x="9" y="1"/>
                </a:lnTo>
                <a:lnTo>
                  <a:pt x="10" y="0"/>
                </a:lnTo>
                <a:lnTo>
                  <a:pt x="11" y="0"/>
                </a:lnTo>
                <a:lnTo>
                  <a:pt x="13" y="1"/>
                </a:lnTo>
                <a:lnTo>
                  <a:pt x="1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2702520" y="511128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2"/>
                </a:move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2704320" y="511056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3" y="5"/>
                </a:moveTo>
                <a:lnTo>
                  <a:pt x="3" y="3"/>
                </a:ln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5" y="3"/>
                </a:lnTo>
                <a:lnTo>
                  <a:pt x="3" y="5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2698200" y="5111280"/>
            <a:ext cx="5760" cy="4320"/>
          </a:xfrm>
          <a:custGeom>
            <a:avLst/>
            <a:gdLst/>
            <a:ahLst/>
            <a:rect l="0" t="0" r="r" b="b"/>
            <a:pathLst>
              <a:path w="16" h="12">
                <a:moveTo>
                  <a:pt x="6" y="0"/>
                </a:move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9" y="1"/>
                </a:lnTo>
                <a:lnTo>
                  <a:pt x="10" y="1"/>
                </a:lnTo>
                <a:lnTo>
                  <a:pt x="11" y="1"/>
                </a:lnTo>
                <a:lnTo>
                  <a:pt x="11" y="2"/>
                </a:lnTo>
                <a:lnTo>
                  <a:pt x="12" y="2"/>
                </a:lnTo>
                <a:lnTo>
                  <a:pt x="13" y="2"/>
                </a:lnTo>
                <a:lnTo>
                  <a:pt x="14" y="3"/>
                </a:lnTo>
                <a:lnTo>
                  <a:pt x="13" y="3"/>
                </a:lnTo>
                <a:lnTo>
                  <a:pt x="12" y="2"/>
                </a:lnTo>
                <a:lnTo>
                  <a:pt x="11" y="3"/>
                </a:lnTo>
                <a:lnTo>
                  <a:pt x="10" y="4"/>
                </a:lnTo>
                <a:lnTo>
                  <a:pt x="10" y="5"/>
                </a:lnTo>
                <a:lnTo>
                  <a:pt x="11" y="5"/>
                </a:lnTo>
                <a:lnTo>
                  <a:pt x="12" y="5"/>
                </a:lnTo>
                <a:lnTo>
                  <a:pt x="13" y="5"/>
                </a:lnTo>
                <a:lnTo>
                  <a:pt x="13" y="6"/>
                </a:lnTo>
                <a:lnTo>
                  <a:pt x="12" y="6"/>
                </a:lnTo>
                <a:lnTo>
                  <a:pt x="12" y="8"/>
                </a:lnTo>
                <a:lnTo>
                  <a:pt x="13" y="8"/>
                </a:lnTo>
                <a:lnTo>
                  <a:pt x="14" y="9"/>
                </a:lnTo>
                <a:lnTo>
                  <a:pt x="14" y="10"/>
                </a:lnTo>
                <a:lnTo>
                  <a:pt x="14" y="9"/>
                </a:lnTo>
                <a:lnTo>
                  <a:pt x="15" y="10"/>
                </a:lnTo>
                <a:lnTo>
                  <a:pt x="16" y="10"/>
                </a:lnTo>
                <a:lnTo>
                  <a:pt x="15" y="10"/>
                </a:lnTo>
                <a:lnTo>
                  <a:pt x="14" y="11"/>
                </a:lnTo>
                <a:lnTo>
                  <a:pt x="14" y="12"/>
                </a:lnTo>
                <a:lnTo>
                  <a:pt x="13" y="12"/>
                </a:lnTo>
                <a:lnTo>
                  <a:pt x="12" y="11"/>
                </a:lnTo>
                <a:lnTo>
                  <a:pt x="11" y="10"/>
                </a:lnTo>
                <a:lnTo>
                  <a:pt x="10" y="10"/>
                </a:lnTo>
                <a:lnTo>
                  <a:pt x="9" y="10"/>
                </a:lnTo>
                <a:lnTo>
                  <a:pt x="8" y="9"/>
                </a:lnTo>
                <a:lnTo>
                  <a:pt x="7" y="8"/>
                </a:lnTo>
                <a:lnTo>
                  <a:pt x="6" y="8"/>
                </a:lnTo>
                <a:lnTo>
                  <a:pt x="5" y="8"/>
                </a:lnTo>
                <a:lnTo>
                  <a:pt x="5" y="6"/>
                </a:lnTo>
                <a:lnTo>
                  <a:pt x="4" y="6"/>
                </a:lnTo>
                <a:lnTo>
                  <a:pt x="4" y="5"/>
                </a:lnTo>
                <a:lnTo>
                  <a:pt x="3" y="4"/>
                </a:lnTo>
                <a:lnTo>
                  <a:pt x="1" y="4"/>
                </a:lnTo>
                <a:lnTo>
                  <a:pt x="0" y="3"/>
                </a:lnTo>
                <a:lnTo>
                  <a:pt x="0" y="2"/>
                </a:lnTo>
                <a:lnTo>
                  <a:pt x="1" y="1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2699280" y="510984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3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2"/>
                </a:lnTo>
                <a:lnTo>
                  <a:pt x="3" y="2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2700360" y="5108760"/>
            <a:ext cx="3600" cy="2520"/>
          </a:xfrm>
          <a:custGeom>
            <a:avLst/>
            <a:gdLst/>
            <a:ahLst/>
            <a:rect l="0" t="0" r="r" b="b"/>
            <a:pathLst>
              <a:path w="10" h="7">
                <a:moveTo>
                  <a:pt x="5" y="1"/>
                </a:moveTo>
                <a:lnTo>
                  <a:pt x="8" y="1"/>
                </a:lnTo>
                <a:lnTo>
                  <a:pt x="8" y="0"/>
                </a:lnTo>
                <a:lnTo>
                  <a:pt x="9" y="1"/>
                </a:lnTo>
                <a:lnTo>
                  <a:pt x="10" y="1"/>
                </a:lnTo>
                <a:lnTo>
                  <a:pt x="9" y="1"/>
                </a:lnTo>
                <a:lnTo>
                  <a:pt x="8" y="3"/>
                </a:lnTo>
                <a:lnTo>
                  <a:pt x="9" y="4"/>
                </a:lnTo>
                <a:lnTo>
                  <a:pt x="8" y="4"/>
                </a:lnTo>
                <a:lnTo>
                  <a:pt x="6" y="5"/>
                </a:lnTo>
                <a:lnTo>
                  <a:pt x="6" y="6"/>
                </a:lnTo>
                <a:lnTo>
                  <a:pt x="5" y="6"/>
                </a:lnTo>
                <a:lnTo>
                  <a:pt x="4" y="6"/>
                </a:lnTo>
                <a:lnTo>
                  <a:pt x="4" y="7"/>
                </a:lnTo>
                <a:lnTo>
                  <a:pt x="3" y="6"/>
                </a:lnTo>
                <a:lnTo>
                  <a:pt x="2" y="6"/>
                </a:lnTo>
                <a:lnTo>
                  <a:pt x="1" y="6"/>
                </a:lnTo>
                <a:lnTo>
                  <a:pt x="1" y="5"/>
                </a:lnTo>
                <a:lnTo>
                  <a:pt x="0" y="4"/>
                </a:lnTo>
                <a:lnTo>
                  <a:pt x="1" y="3"/>
                </a:lnTo>
                <a:lnTo>
                  <a:pt x="2" y="1"/>
                </a:lnTo>
                <a:lnTo>
                  <a:pt x="4" y="1"/>
                </a:lnTo>
                <a:lnTo>
                  <a:pt x="5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2687760" y="51109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0"/>
                </a:moveTo>
                <a:lnTo>
                  <a:pt x="4" y="1"/>
                </a:lnTo>
                <a:lnTo>
                  <a:pt x="4" y="3"/>
                </a:lnTo>
                <a:lnTo>
                  <a:pt x="2" y="3"/>
                </a:lnTo>
                <a:lnTo>
                  <a:pt x="2" y="1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2687040" y="51105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2687400" y="51102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0"/>
                </a:moveTo>
                <a:lnTo>
                  <a:pt x="4" y="2"/>
                </a:lnTo>
                <a:lnTo>
                  <a:pt x="2" y="4"/>
                </a:lnTo>
                <a:lnTo>
                  <a:pt x="0" y="2"/>
                </a:lnTo>
                <a:lnTo>
                  <a:pt x="2" y="2"/>
                </a:lnTo>
                <a:lnTo>
                  <a:pt x="4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2687400" y="510948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3"/>
                </a:move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1"/>
                </a:lnTo>
                <a:lnTo>
                  <a:pt x="3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2700000" y="510588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4" y="4"/>
                </a:moveTo>
                <a:lnTo>
                  <a:pt x="1" y="4"/>
                </a:lnTo>
                <a:lnTo>
                  <a:pt x="1" y="3"/>
                </a:lnTo>
                <a:lnTo>
                  <a:pt x="0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5" y="3"/>
                </a:lnTo>
                <a:lnTo>
                  <a:pt x="4" y="3"/>
                </a:lnTo>
                <a:lnTo>
                  <a:pt x="4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2689200" y="51076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2707560" y="5104080"/>
            <a:ext cx="720" cy="1800"/>
          </a:xfrm>
          <a:custGeom>
            <a:avLst/>
            <a:gdLst/>
            <a:ahLst/>
            <a:rect l="0" t="0" r="r" b="b"/>
            <a:pathLst>
              <a:path w="2" h="5">
                <a:moveTo>
                  <a:pt x="2" y="4"/>
                </a:moveTo>
                <a:lnTo>
                  <a:pt x="2" y="5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2683440" y="5108040"/>
            <a:ext cx="3960" cy="3600"/>
          </a:xfrm>
          <a:custGeom>
            <a:avLst/>
            <a:gdLst/>
            <a:ahLst/>
            <a:rect l="0" t="0" r="r" b="b"/>
            <a:pathLst>
              <a:path w="11" h="10">
                <a:moveTo>
                  <a:pt x="9" y="8"/>
                </a:moveTo>
                <a:lnTo>
                  <a:pt x="7" y="8"/>
                </a:lnTo>
                <a:lnTo>
                  <a:pt x="6" y="10"/>
                </a:lnTo>
                <a:lnTo>
                  <a:pt x="5" y="10"/>
                </a:lnTo>
                <a:lnTo>
                  <a:pt x="4" y="10"/>
                </a:lnTo>
                <a:lnTo>
                  <a:pt x="2" y="8"/>
                </a:lnTo>
                <a:lnTo>
                  <a:pt x="2" y="6"/>
                </a:lnTo>
                <a:lnTo>
                  <a:pt x="1" y="6"/>
                </a:lnTo>
                <a:lnTo>
                  <a:pt x="0" y="4"/>
                </a:lnTo>
                <a:lnTo>
                  <a:pt x="2" y="3"/>
                </a:lnTo>
                <a:lnTo>
                  <a:pt x="4" y="2"/>
                </a:lnTo>
                <a:lnTo>
                  <a:pt x="6" y="0"/>
                </a:ln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lnTo>
                  <a:pt x="9" y="3"/>
                </a:lnTo>
                <a:lnTo>
                  <a:pt x="10" y="3"/>
                </a:lnTo>
                <a:lnTo>
                  <a:pt x="11" y="4"/>
                </a:lnTo>
                <a:lnTo>
                  <a:pt x="11" y="6"/>
                </a:lnTo>
                <a:lnTo>
                  <a:pt x="11" y="7"/>
                </a:lnTo>
                <a:lnTo>
                  <a:pt x="9" y="8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2702160" y="5104800"/>
            <a:ext cx="5400" cy="6480"/>
          </a:xfrm>
          <a:custGeom>
            <a:avLst/>
            <a:gdLst/>
            <a:ahLst/>
            <a:rect l="0" t="0" r="r" b="b"/>
            <a:pathLst>
              <a:path w="15" h="18">
                <a:moveTo>
                  <a:pt x="3" y="1"/>
                </a:moveTo>
                <a:lnTo>
                  <a:pt x="4" y="0"/>
                </a:lnTo>
                <a:lnTo>
                  <a:pt x="6" y="0"/>
                </a:lnTo>
                <a:lnTo>
                  <a:pt x="8" y="1"/>
                </a:lnTo>
                <a:lnTo>
                  <a:pt x="8" y="2"/>
                </a:lnTo>
                <a:lnTo>
                  <a:pt x="9" y="1"/>
                </a:lnTo>
                <a:lnTo>
                  <a:pt x="10" y="1"/>
                </a:lnTo>
                <a:lnTo>
                  <a:pt x="11" y="0"/>
                </a:lnTo>
                <a:lnTo>
                  <a:pt x="12" y="0"/>
                </a:lnTo>
                <a:lnTo>
                  <a:pt x="13" y="0"/>
                </a:lnTo>
                <a:lnTo>
                  <a:pt x="12" y="0"/>
                </a:lnTo>
                <a:lnTo>
                  <a:pt x="12" y="1"/>
                </a:lnTo>
                <a:lnTo>
                  <a:pt x="12" y="2"/>
                </a:lnTo>
                <a:lnTo>
                  <a:pt x="13" y="3"/>
                </a:lnTo>
                <a:lnTo>
                  <a:pt x="14" y="3"/>
                </a:lnTo>
                <a:lnTo>
                  <a:pt x="14" y="4"/>
                </a:lnTo>
                <a:lnTo>
                  <a:pt x="12" y="4"/>
                </a:lnTo>
                <a:lnTo>
                  <a:pt x="11" y="4"/>
                </a:lnTo>
                <a:lnTo>
                  <a:pt x="11" y="5"/>
                </a:lnTo>
                <a:lnTo>
                  <a:pt x="12" y="5"/>
                </a:lnTo>
                <a:lnTo>
                  <a:pt x="13" y="5"/>
                </a:lnTo>
                <a:lnTo>
                  <a:pt x="14" y="5"/>
                </a:lnTo>
                <a:lnTo>
                  <a:pt x="15" y="5"/>
                </a:lnTo>
                <a:lnTo>
                  <a:pt x="15" y="6"/>
                </a:lnTo>
                <a:lnTo>
                  <a:pt x="14" y="6"/>
                </a:lnTo>
                <a:lnTo>
                  <a:pt x="14" y="8"/>
                </a:lnTo>
                <a:lnTo>
                  <a:pt x="14" y="9"/>
                </a:lnTo>
                <a:lnTo>
                  <a:pt x="15" y="9"/>
                </a:lnTo>
                <a:lnTo>
                  <a:pt x="15" y="10"/>
                </a:lnTo>
                <a:lnTo>
                  <a:pt x="14" y="10"/>
                </a:lnTo>
                <a:lnTo>
                  <a:pt x="14" y="9"/>
                </a:lnTo>
                <a:lnTo>
                  <a:pt x="13" y="9"/>
                </a:lnTo>
                <a:lnTo>
                  <a:pt x="13" y="10"/>
                </a:lnTo>
                <a:lnTo>
                  <a:pt x="13" y="11"/>
                </a:lnTo>
                <a:lnTo>
                  <a:pt x="12" y="11"/>
                </a:lnTo>
                <a:lnTo>
                  <a:pt x="12" y="12"/>
                </a:lnTo>
                <a:lnTo>
                  <a:pt x="11" y="12"/>
                </a:lnTo>
                <a:lnTo>
                  <a:pt x="11" y="13"/>
                </a:lnTo>
                <a:lnTo>
                  <a:pt x="11" y="15"/>
                </a:lnTo>
                <a:lnTo>
                  <a:pt x="12" y="15"/>
                </a:lnTo>
                <a:lnTo>
                  <a:pt x="14" y="16"/>
                </a:lnTo>
                <a:lnTo>
                  <a:pt x="14" y="17"/>
                </a:lnTo>
                <a:lnTo>
                  <a:pt x="14" y="18"/>
                </a:lnTo>
                <a:lnTo>
                  <a:pt x="13" y="18"/>
                </a:lnTo>
                <a:lnTo>
                  <a:pt x="12" y="18"/>
                </a:lnTo>
                <a:lnTo>
                  <a:pt x="11" y="18"/>
                </a:lnTo>
                <a:lnTo>
                  <a:pt x="10" y="18"/>
                </a:lnTo>
                <a:lnTo>
                  <a:pt x="9" y="17"/>
                </a:lnTo>
                <a:lnTo>
                  <a:pt x="9" y="16"/>
                </a:lnTo>
                <a:lnTo>
                  <a:pt x="8" y="14"/>
                </a:lnTo>
                <a:lnTo>
                  <a:pt x="8" y="13"/>
                </a:lnTo>
                <a:lnTo>
                  <a:pt x="9" y="13"/>
                </a:lnTo>
                <a:lnTo>
                  <a:pt x="9" y="12"/>
                </a:lnTo>
                <a:lnTo>
                  <a:pt x="9" y="11"/>
                </a:lnTo>
                <a:lnTo>
                  <a:pt x="8" y="11"/>
                </a:lnTo>
                <a:lnTo>
                  <a:pt x="7" y="9"/>
                </a:lnTo>
                <a:lnTo>
                  <a:pt x="7" y="8"/>
                </a:lnTo>
                <a:lnTo>
                  <a:pt x="6" y="8"/>
                </a:lnTo>
                <a:lnTo>
                  <a:pt x="4" y="8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1" y="6"/>
                </a:lnTo>
                <a:lnTo>
                  <a:pt x="0" y="4"/>
                </a:lnTo>
                <a:lnTo>
                  <a:pt x="0" y="3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2690280" y="51069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1"/>
                </a:moveTo>
                <a:lnTo>
                  <a:pt x="4" y="2"/>
                </a:ln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2707200" y="51037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2696760" y="5105520"/>
            <a:ext cx="2160" cy="1080"/>
          </a:xfrm>
          <a:custGeom>
            <a:avLst/>
            <a:gdLst/>
            <a:ahLst/>
            <a:rect l="0" t="0" r="r" b="b"/>
            <a:pathLst>
              <a:path w="6" h="3">
                <a:moveTo>
                  <a:pt x="6" y="2"/>
                </a:moveTo>
                <a:lnTo>
                  <a:pt x="5" y="3"/>
                </a:lnTo>
                <a:lnTo>
                  <a:pt x="4" y="3"/>
                </a:ln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5" y="2"/>
                </a:lnTo>
                <a:lnTo>
                  <a:pt x="6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2689920" y="510660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2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2688120" y="5106600"/>
            <a:ext cx="1440" cy="2520"/>
          </a:xfrm>
          <a:custGeom>
            <a:avLst/>
            <a:gdLst/>
            <a:ahLst/>
            <a:rect l="0" t="0" r="r" b="b"/>
            <a:pathLst>
              <a:path w="4" h="7">
                <a:moveTo>
                  <a:pt x="3" y="6"/>
                </a:moveTo>
                <a:lnTo>
                  <a:pt x="3" y="7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4" y="2"/>
                </a:lnTo>
                <a:lnTo>
                  <a:pt x="4" y="4"/>
                </a:lnTo>
                <a:lnTo>
                  <a:pt x="3" y="6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2692800" y="510552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4" y="6"/>
                </a:moveTo>
                <a:lnTo>
                  <a:pt x="1" y="6"/>
                </a:lnTo>
                <a:lnTo>
                  <a:pt x="0" y="4"/>
                </a:lnTo>
                <a:lnTo>
                  <a:pt x="1" y="3"/>
                </a:lnTo>
                <a:lnTo>
                  <a:pt x="3" y="2"/>
                </a:lnTo>
                <a:lnTo>
                  <a:pt x="4" y="2"/>
                </a:lnTo>
                <a:lnTo>
                  <a:pt x="4" y="0"/>
                </a:lnTo>
                <a:lnTo>
                  <a:pt x="4" y="2"/>
                </a:lnTo>
                <a:lnTo>
                  <a:pt x="5" y="2"/>
                </a:lnTo>
                <a:lnTo>
                  <a:pt x="6" y="3"/>
                </a:lnTo>
                <a:lnTo>
                  <a:pt x="5" y="4"/>
                </a:lnTo>
                <a:lnTo>
                  <a:pt x="4" y="4"/>
                </a:lnTo>
                <a:lnTo>
                  <a:pt x="4" y="6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2692440" y="510588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1" y="2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1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2706840" y="51030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2691720" y="510516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1" y="4"/>
                </a:move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1"/>
                </a:lnTo>
                <a:lnTo>
                  <a:pt x="3" y="4"/>
                </a:lnTo>
                <a:lnTo>
                  <a:pt x="1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2692440" y="51048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2693160" y="5104440"/>
            <a:ext cx="2880" cy="1800"/>
          </a:xfrm>
          <a:custGeom>
            <a:avLst/>
            <a:gdLst/>
            <a:ahLst/>
            <a:rect l="0" t="0" r="r" b="b"/>
            <a:pathLst>
              <a:path w="8" h="5">
                <a:moveTo>
                  <a:pt x="5" y="2"/>
                </a:moveTo>
                <a:lnTo>
                  <a:pt x="7" y="4"/>
                </a:lnTo>
                <a:lnTo>
                  <a:pt x="8" y="5"/>
                </a:lnTo>
                <a:lnTo>
                  <a:pt x="7" y="5"/>
                </a:lnTo>
                <a:lnTo>
                  <a:pt x="5" y="5"/>
                </a:lnTo>
                <a:lnTo>
                  <a:pt x="4" y="5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2688480" y="51051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2689560" y="510444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6" y="4"/>
                </a:moveTo>
                <a:lnTo>
                  <a:pt x="6" y="5"/>
                </a:lnTo>
                <a:lnTo>
                  <a:pt x="4" y="5"/>
                </a:lnTo>
                <a:lnTo>
                  <a:pt x="3" y="4"/>
                </a:lnTo>
                <a:lnTo>
                  <a:pt x="4" y="4"/>
                </a:lnTo>
                <a:lnTo>
                  <a:pt x="3" y="4"/>
                </a:lnTo>
                <a:lnTo>
                  <a:pt x="2" y="5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4" y="2"/>
                </a:lnTo>
                <a:lnTo>
                  <a:pt x="6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2691000" y="51040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2703240" y="5100120"/>
            <a:ext cx="2520" cy="3600"/>
          </a:xfrm>
          <a:custGeom>
            <a:avLst/>
            <a:gdLst/>
            <a:ahLst/>
            <a:rect l="0" t="0" r="r" b="b"/>
            <a:pathLst>
              <a:path w="7" h="10">
                <a:moveTo>
                  <a:pt x="5" y="1"/>
                </a:moveTo>
                <a:lnTo>
                  <a:pt x="5" y="3"/>
                </a:lnTo>
                <a:lnTo>
                  <a:pt x="5" y="5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lnTo>
                  <a:pt x="5" y="6"/>
                </a:lnTo>
                <a:lnTo>
                  <a:pt x="3" y="6"/>
                </a:lnTo>
                <a:lnTo>
                  <a:pt x="3" y="8"/>
                </a:lnTo>
                <a:lnTo>
                  <a:pt x="3" y="9"/>
                </a:lnTo>
                <a:lnTo>
                  <a:pt x="3" y="10"/>
                </a:lnTo>
                <a:lnTo>
                  <a:pt x="2" y="10"/>
                </a:lnTo>
                <a:lnTo>
                  <a:pt x="1" y="10"/>
                </a:lnTo>
                <a:lnTo>
                  <a:pt x="0" y="9"/>
                </a:lnTo>
                <a:lnTo>
                  <a:pt x="1" y="9"/>
                </a:lnTo>
                <a:lnTo>
                  <a:pt x="1" y="8"/>
                </a:lnTo>
                <a:lnTo>
                  <a:pt x="1" y="6"/>
                </a:lnTo>
                <a:lnTo>
                  <a:pt x="1" y="5"/>
                </a:lnTo>
                <a:lnTo>
                  <a:pt x="1" y="3"/>
                </a:lnTo>
                <a:lnTo>
                  <a:pt x="1" y="2"/>
                </a:lnTo>
                <a:lnTo>
                  <a:pt x="2" y="2"/>
                </a:ln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2705400" y="509940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4"/>
                </a:moveTo>
                <a:lnTo>
                  <a:pt x="1" y="4"/>
                </a:lnTo>
                <a:lnTo>
                  <a:pt x="1" y="3"/>
                </a:ln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lnTo>
                  <a:pt x="1" y="3"/>
                </a:lnTo>
                <a:lnTo>
                  <a:pt x="3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2684160" y="510192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3"/>
                </a:move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2684160" y="510192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3"/>
                </a:move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close/>
              </a:path>
            </a:pathLst>
          </a:custGeom>
          <a:noFill/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2677320" y="510192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5" y="5"/>
                </a:moveTo>
                <a:lnTo>
                  <a:pt x="4" y="5"/>
                </a:lnTo>
                <a:lnTo>
                  <a:pt x="3" y="5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2"/>
                </a:lnTo>
                <a:lnTo>
                  <a:pt x="4" y="2"/>
                </a:lnTo>
                <a:lnTo>
                  <a:pt x="5" y="3"/>
                </a:lnTo>
                <a:lnTo>
                  <a:pt x="5" y="5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2684520" y="510084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3"/>
                </a:move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4" y="1"/>
                </a:lnTo>
                <a:lnTo>
                  <a:pt x="4" y="3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2683800" y="51001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1"/>
                </a:moveTo>
                <a:lnTo>
                  <a:pt x="2" y="3"/>
                </a:lnTo>
                <a:lnTo>
                  <a:pt x="2" y="1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2678400" y="5100840"/>
            <a:ext cx="5040" cy="7560"/>
          </a:xfrm>
          <a:custGeom>
            <a:avLst/>
            <a:gdLst/>
            <a:ahLst/>
            <a:rect l="0" t="0" r="r" b="b"/>
            <a:pathLst>
              <a:path w="14" h="21">
                <a:moveTo>
                  <a:pt x="2" y="0"/>
                </a:move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7" y="2"/>
                </a:lnTo>
                <a:lnTo>
                  <a:pt x="7" y="3"/>
                </a:lnTo>
                <a:lnTo>
                  <a:pt x="8" y="4"/>
                </a:lnTo>
                <a:lnTo>
                  <a:pt x="9" y="5"/>
                </a:lnTo>
                <a:lnTo>
                  <a:pt x="10" y="6"/>
                </a:lnTo>
                <a:lnTo>
                  <a:pt x="11" y="6"/>
                </a:lnTo>
                <a:lnTo>
                  <a:pt x="12" y="6"/>
                </a:lnTo>
                <a:lnTo>
                  <a:pt x="12" y="7"/>
                </a:lnTo>
                <a:lnTo>
                  <a:pt x="12" y="8"/>
                </a:lnTo>
                <a:lnTo>
                  <a:pt x="12" y="9"/>
                </a:lnTo>
                <a:lnTo>
                  <a:pt x="13" y="11"/>
                </a:lnTo>
                <a:lnTo>
                  <a:pt x="13" y="12"/>
                </a:lnTo>
                <a:lnTo>
                  <a:pt x="14" y="12"/>
                </a:lnTo>
                <a:lnTo>
                  <a:pt x="14" y="13"/>
                </a:lnTo>
                <a:lnTo>
                  <a:pt x="14" y="14"/>
                </a:lnTo>
                <a:lnTo>
                  <a:pt x="13" y="16"/>
                </a:lnTo>
                <a:lnTo>
                  <a:pt x="12" y="17"/>
                </a:lnTo>
                <a:lnTo>
                  <a:pt x="10" y="18"/>
                </a:lnTo>
                <a:lnTo>
                  <a:pt x="9" y="19"/>
                </a:lnTo>
                <a:lnTo>
                  <a:pt x="8" y="20"/>
                </a:lnTo>
                <a:lnTo>
                  <a:pt x="7" y="21"/>
                </a:lnTo>
                <a:lnTo>
                  <a:pt x="6" y="21"/>
                </a:lnTo>
                <a:lnTo>
                  <a:pt x="6" y="20"/>
                </a:lnTo>
                <a:lnTo>
                  <a:pt x="5" y="20"/>
                </a:lnTo>
                <a:lnTo>
                  <a:pt x="5" y="19"/>
                </a:lnTo>
                <a:lnTo>
                  <a:pt x="4" y="18"/>
                </a:lnTo>
                <a:lnTo>
                  <a:pt x="2" y="18"/>
                </a:lnTo>
                <a:lnTo>
                  <a:pt x="1" y="17"/>
                </a:lnTo>
                <a:lnTo>
                  <a:pt x="2" y="17"/>
                </a:lnTo>
                <a:lnTo>
                  <a:pt x="2" y="14"/>
                </a:lnTo>
                <a:lnTo>
                  <a:pt x="4" y="14"/>
                </a:lnTo>
                <a:lnTo>
                  <a:pt x="2" y="13"/>
                </a:lnTo>
                <a:lnTo>
                  <a:pt x="2" y="11"/>
                </a:lnTo>
                <a:lnTo>
                  <a:pt x="1" y="10"/>
                </a:lnTo>
                <a:lnTo>
                  <a:pt x="1" y="9"/>
                </a:lnTo>
                <a:lnTo>
                  <a:pt x="1" y="8"/>
                </a:lnTo>
                <a:lnTo>
                  <a:pt x="1" y="7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2681280" y="509940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7" y="2"/>
                </a:moveTo>
                <a:lnTo>
                  <a:pt x="7" y="4"/>
                </a:lnTo>
                <a:lnTo>
                  <a:pt x="7" y="5"/>
                </a:lnTo>
                <a:lnTo>
                  <a:pt x="6" y="6"/>
                </a:lnTo>
                <a:lnTo>
                  <a:pt x="6" y="8"/>
                </a:lnTo>
                <a:lnTo>
                  <a:pt x="5" y="8"/>
                </a:lnTo>
                <a:lnTo>
                  <a:pt x="4" y="8"/>
                </a:lnTo>
                <a:lnTo>
                  <a:pt x="5" y="8"/>
                </a:lnTo>
                <a:lnTo>
                  <a:pt x="5" y="6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0" y="4"/>
                </a:lnTo>
                <a:lnTo>
                  <a:pt x="0" y="3"/>
                </a:lnTo>
                <a:lnTo>
                  <a:pt x="2" y="2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7" y="1"/>
                </a:lnTo>
                <a:lnTo>
                  <a:pt x="7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2678760" y="50997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0" y="4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2678760" y="50997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0" y="4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close/>
              </a:path>
            </a:pathLst>
          </a:custGeom>
          <a:noFill/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2692080" y="50972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2719800" y="509112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6" y="3"/>
                </a:moveTo>
                <a:lnTo>
                  <a:pt x="4" y="3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3" y="5"/>
                </a:ln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3" y="2"/>
                </a:lnTo>
                <a:lnTo>
                  <a:pt x="4" y="3"/>
                </a:lnTo>
                <a:lnTo>
                  <a:pt x="6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2717280" y="50896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2682000" y="5095800"/>
            <a:ext cx="20160" cy="10800"/>
          </a:xfrm>
          <a:custGeom>
            <a:avLst/>
            <a:gdLst/>
            <a:ahLst/>
            <a:rect l="0" t="0" r="r" b="b"/>
            <a:pathLst>
              <a:path w="56" h="30">
                <a:moveTo>
                  <a:pt x="6" y="2"/>
                </a:moveTo>
                <a:lnTo>
                  <a:pt x="7" y="2"/>
                </a:lnTo>
                <a:lnTo>
                  <a:pt x="7" y="1"/>
                </a:lnTo>
                <a:lnTo>
                  <a:pt x="8" y="2"/>
                </a:lnTo>
                <a:lnTo>
                  <a:pt x="9" y="2"/>
                </a:lnTo>
                <a:lnTo>
                  <a:pt x="10" y="2"/>
                </a:lnTo>
                <a:lnTo>
                  <a:pt x="11" y="2"/>
                </a:lnTo>
                <a:lnTo>
                  <a:pt x="12" y="3"/>
                </a:lnTo>
                <a:lnTo>
                  <a:pt x="13" y="3"/>
                </a:lnTo>
                <a:lnTo>
                  <a:pt x="15" y="3"/>
                </a:lnTo>
                <a:lnTo>
                  <a:pt x="16" y="3"/>
                </a:lnTo>
                <a:lnTo>
                  <a:pt x="18" y="2"/>
                </a:lnTo>
                <a:lnTo>
                  <a:pt x="19" y="2"/>
                </a:lnTo>
                <a:lnTo>
                  <a:pt x="19" y="1"/>
                </a:lnTo>
                <a:lnTo>
                  <a:pt x="20" y="1"/>
                </a:lnTo>
                <a:lnTo>
                  <a:pt x="21" y="1"/>
                </a:lnTo>
                <a:lnTo>
                  <a:pt x="22" y="0"/>
                </a:lnTo>
                <a:lnTo>
                  <a:pt x="23" y="0"/>
                </a:lnTo>
                <a:lnTo>
                  <a:pt x="23" y="1"/>
                </a:lnTo>
                <a:lnTo>
                  <a:pt x="24" y="1"/>
                </a:lnTo>
                <a:lnTo>
                  <a:pt x="24" y="2"/>
                </a:lnTo>
                <a:lnTo>
                  <a:pt x="24" y="3"/>
                </a:lnTo>
                <a:lnTo>
                  <a:pt x="25" y="3"/>
                </a:lnTo>
                <a:lnTo>
                  <a:pt x="26" y="3"/>
                </a:lnTo>
                <a:lnTo>
                  <a:pt x="27" y="4"/>
                </a:lnTo>
                <a:lnTo>
                  <a:pt x="27" y="5"/>
                </a:lnTo>
                <a:lnTo>
                  <a:pt x="28" y="5"/>
                </a:lnTo>
                <a:lnTo>
                  <a:pt x="29" y="6"/>
                </a:lnTo>
                <a:lnTo>
                  <a:pt x="30" y="6"/>
                </a:lnTo>
                <a:lnTo>
                  <a:pt x="32" y="6"/>
                </a:lnTo>
                <a:lnTo>
                  <a:pt x="34" y="6"/>
                </a:lnTo>
                <a:lnTo>
                  <a:pt x="35" y="5"/>
                </a:lnTo>
                <a:lnTo>
                  <a:pt x="36" y="5"/>
                </a:lnTo>
                <a:lnTo>
                  <a:pt x="37" y="5"/>
                </a:lnTo>
                <a:lnTo>
                  <a:pt x="39" y="5"/>
                </a:lnTo>
                <a:lnTo>
                  <a:pt x="40" y="5"/>
                </a:lnTo>
                <a:lnTo>
                  <a:pt x="41" y="5"/>
                </a:lnTo>
                <a:lnTo>
                  <a:pt x="42" y="5"/>
                </a:lnTo>
                <a:lnTo>
                  <a:pt x="43" y="5"/>
                </a:lnTo>
                <a:lnTo>
                  <a:pt x="43" y="6"/>
                </a:lnTo>
                <a:lnTo>
                  <a:pt x="43" y="5"/>
                </a:lnTo>
                <a:lnTo>
                  <a:pt x="44" y="5"/>
                </a:lnTo>
                <a:lnTo>
                  <a:pt x="46" y="5"/>
                </a:lnTo>
                <a:lnTo>
                  <a:pt x="48" y="4"/>
                </a:lnTo>
                <a:lnTo>
                  <a:pt x="48" y="5"/>
                </a:lnTo>
                <a:lnTo>
                  <a:pt x="49" y="6"/>
                </a:lnTo>
                <a:lnTo>
                  <a:pt x="49" y="8"/>
                </a:lnTo>
                <a:lnTo>
                  <a:pt x="48" y="8"/>
                </a:lnTo>
                <a:lnTo>
                  <a:pt x="48" y="9"/>
                </a:lnTo>
                <a:lnTo>
                  <a:pt x="48" y="8"/>
                </a:lnTo>
                <a:lnTo>
                  <a:pt x="47" y="8"/>
                </a:lnTo>
                <a:lnTo>
                  <a:pt x="47" y="9"/>
                </a:lnTo>
                <a:lnTo>
                  <a:pt x="47" y="8"/>
                </a:lnTo>
                <a:lnTo>
                  <a:pt x="46" y="8"/>
                </a:lnTo>
                <a:lnTo>
                  <a:pt x="45" y="8"/>
                </a:lnTo>
                <a:lnTo>
                  <a:pt x="44" y="9"/>
                </a:lnTo>
                <a:lnTo>
                  <a:pt x="43" y="9"/>
                </a:lnTo>
                <a:lnTo>
                  <a:pt x="43" y="10"/>
                </a:lnTo>
                <a:lnTo>
                  <a:pt x="44" y="11"/>
                </a:lnTo>
                <a:lnTo>
                  <a:pt x="45" y="11"/>
                </a:lnTo>
                <a:lnTo>
                  <a:pt x="46" y="10"/>
                </a:lnTo>
                <a:lnTo>
                  <a:pt x="47" y="10"/>
                </a:lnTo>
                <a:lnTo>
                  <a:pt x="48" y="10"/>
                </a:lnTo>
                <a:lnTo>
                  <a:pt x="49" y="10"/>
                </a:lnTo>
                <a:lnTo>
                  <a:pt x="49" y="11"/>
                </a:lnTo>
                <a:lnTo>
                  <a:pt x="51" y="14"/>
                </a:lnTo>
                <a:lnTo>
                  <a:pt x="51" y="15"/>
                </a:lnTo>
                <a:lnTo>
                  <a:pt x="52" y="15"/>
                </a:lnTo>
                <a:lnTo>
                  <a:pt x="53" y="15"/>
                </a:lnTo>
                <a:lnTo>
                  <a:pt x="54" y="16"/>
                </a:lnTo>
                <a:lnTo>
                  <a:pt x="54" y="17"/>
                </a:lnTo>
                <a:lnTo>
                  <a:pt x="55" y="17"/>
                </a:lnTo>
                <a:lnTo>
                  <a:pt x="56" y="17"/>
                </a:lnTo>
                <a:lnTo>
                  <a:pt x="55" y="18"/>
                </a:lnTo>
                <a:lnTo>
                  <a:pt x="55" y="19"/>
                </a:lnTo>
                <a:lnTo>
                  <a:pt x="56" y="20"/>
                </a:lnTo>
                <a:lnTo>
                  <a:pt x="55" y="24"/>
                </a:lnTo>
                <a:lnTo>
                  <a:pt x="55" y="26"/>
                </a:lnTo>
                <a:lnTo>
                  <a:pt x="55" y="27"/>
                </a:lnTo>
                <a:lnTo>
                  <a:pt x="55" y="28"/>
                </a:lnTo>
                <a:lnTo>
                  <a:pt x="55" y="29"/>
                </a:lnTo>
                <a:lnTo>
                  <a:pt x="55" y="28"/>
                </a:lnTo>
                <a:lnTo>
                  <a:pt x="54" y="28"/>
                </a:lnTo>
                <a:lnTo>
                  <a:pt x="53" y="29"/>
                </a:lnTo>
                <a:lnTo>
                  <a:pt x="52" y="29"/>
                </a:lnTo>
                <a:lnTo>
                  <a:pt x="51" y="30"/>
                </a:lnTo>
                <a:lnTo>
                  <a:pt x="50" y="30"/>
                </a:lnTo>
                <a:lnTo>
                  <a:pt x="49" y="29"/>
                </a:lnTo>
                <a:lnTo>
                  <a:pt x="48" y="29"/>
                </a:lnTo>
                <a:lnTo>
                  <a:pt x="47" y="28"/>
                </a:lnTo>
                <a:lnTo>
                  <a:pt x="46" y="28"/>
                </a:lnTo>
                <a:lnTo>
                  <a:pt x="45" y="27"/>
                </a:lnTo>
                <a:lnTo>
                  <a:pt x="44" y="27"/>
                </a:lnTo>
                <a:lnTo>
                  <a:pt x="43" y="27"/>
                </a:lnTo>
                <a:lnTo>
                  <a:pt x="42" y="26"/>
                </a:lnTo>
                <a:lnTo>
                  <a:pt x="41" y="26"/>
                </a:lnTo>
                <a:lnTo>
                  <a:pt x="38" y="26"/>
                </a:lnTo>
                <a:lnTo>
                  <a:pt x="37" y="25"/>
                </a:lnTo>
                <a:lnTo>
                  <a:pt x="36" y="25"/>
                </a:lnTo>
                <a:lnTo>
                  <a:pt x="35" y="25"/>
                </a:lnTo>
                <a:lnTo>
                  <a:pt x="35" y="24"/>
                </a:lnTo>
                <a:lnTo>
                  <a:pt x="34" y="24"/>
                </a:lnTo>
                <a:lnTo>
                  <a:pt x="34" y="25"/>
                </a:lnTo>
                <a:lnTo>
                  <a:pt x="33" y="25"/>
                </a:lnTo>
                <a:lnTo>
                  <a:pt x="32" y="25"/>
                </a:lnTo>
                <a:lnTo>
                  <a:pt x="31" y="25"/>
                </a:lnTo>
                <a:lnTo>
                  <a:pt x="29" y="26"/>
                </a:lnTo>
                <a:lnTo>
                  <a:pt x="28" y="26"/>
                </a:lnTo>
                <a:lnTo>
                  <a:pt x="28" y="25"/>
                </a:lnTo>
                <a:lnTo>
                  <a:pt x="27" y="24"/>
                </a:lnTo>
                <a:lnTo>
                  <a:pt x="26" y="24"/>
                </a:lnTo>
                <a:lnTo>
                  <a:pt x="24" y="24"/>
                </a:lnTo>
                <a:lnTo>
                  <a:pt x="23" y="24"/>
                </a:lnTo>
                <a:lnTo>
                  <a:pt x="22" y="24"/>
                </a:lnTo>
                <a:lnTo>
                  <a:pt x="21" y="24"/>
                </a:lnTo>
                <a:lnTo>
                  <a:pt x="20" y="25"/>
                </a:lnTo>
                <a:lnTo>
                  <a:pt x="20" y="26"/>
                </a:lnTo>
                <a:lnTo>
                  <a:pt x="19" y="26"/>
                </a:lnTo>
                <a:lnTo>
                  <a:pt x="18" y="27"/>
                </a:lnTo>
                <a:lnTo>
                  <a:pt x="18" y="28"/>
                </a:lnTo>
                <a:lnTo>
                  <a:pt x="17" y="28"/>
                </a:lnTo>
                <a:lnTo>
                  <a:pt x="16" y="27"/>
                </a:lnTo>
                <a:lnTo>
                  <a:pt x="15" y="25"/>
                </a:lnTo>
                <a:lnTo>
                  <a:pt x="14" y="23"/>
                </a:lnTo>
                <a:lnTo>
                  <a:pt x="12" y="22"/>
                </a:lnTo>
                <a:lnTo>
                  <a:pt x="12" y="21"/>
                </a:lnTo>
                <a:lnTo>
                  <a:pt x="11" y="21"/>
                </a:lnTo>
                <a:lnTo>
                  <a:pt x="10" y="20"/>
                </a:lnTo>
                <a:lnTo>
                  <a:pt x="9" y="20"/>
                </a:lnTo>
                <a:lnTo>
                  <a:pt x="9" y="19"/>
                </a:lnTo>
                <a:lnTo>
                  <a:pt x="9" y="18"/>
                </a:lnTo>
                <a:lnTo>
                  <a:pt x="9" y="17"/>
                </a:lnTo>
                <a:lnTo>
                  <a:pt x="10" y="17"/>
                </a:lnTo>
                <a:lnTo>
                  <a:pt x="10" y="16"/>
                </a:lnTo>
                <a:lnTo>
                  <a:pt x="10" y="15"/>
                </a:lnTo>
                <a:lnTo>
                  <a:pt x="9" y="15"/>
                </a:lnTo>
                <a:lnTo>
                  <a:pt x="9" y="13"/>
                </a:lnTo>
                <a:lnTo>
                  <a:pt x="9" y="11"/>
                </a:lnTo>
                <a:lnTo>
                  <a:pt x="7" y="10"/>
                </a:lnTo>
                <a:lnTo>
                  <a:pt x="6" y="9"/>
                </a:lnTo>
                <a:lnTo>
                  <a:pt x="5" y="8"/>
                </a:lnTo>
                <a:lnTo>
                  <a:pt x="4" y="6"/>
                </a:lnTo>
                <a:lnTo>
                  <a:pt x="2" y="5"/>
                </a:lnTo>
                <a:lnTo>
                  <a:pt x="4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0" y="3"/>
                </a:lnTo>
                <a:lnTo>
                  <a:pt x="0" y="2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5" y="1"/>
                </a:lnTo>
                <a:lnTo>
                  <a:pt x="6" y="1"/>
                </a:lnTo>
                <a:lnTo>
                  <a:pt x="6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2685240" y="5094000"/>
            <a:ext cx="2520" cy="2520"/>
          </a:xfrm>
          <a:custGeom>
            <a:avLst/>
            <a:gdLst/>
            <a:ahLst/>
            <a:rect l="0" t="0" r="r" b="b"/>
            <a:pathLst>
              <a:path w="7" h="7">
                <a:moveTo>
                  <a:pt x="6" y="2"/>
                </a:moveTo>
                <a:lnTo>
                  <a:pt x="7" y="2"/>
                </a:lnTo>
                <a:lnTo>
                  <a:pt x="7" y="3"/>
                </a:lnTo>
                <a:lnTo>
                  <a:pt x="7" y="4"/>
                </a:lnTo>
                <a:lnTo>
                  <a:pt x="5" y="6"/>
                </a:lnTo>
                <a:lnTo>
                  <a:pt x="3" y="6"/>
                </a:lnTo>
                <a:lnTo>
                  <a:pt x="3" y="7"/>
                </a:lnTo>
                <a:lnTo>
                  <a:pt x="2" y="7"/>
                </a:lnTo>
                <a:lnTo>
                  <a:pt x="2" y="6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1" y="4"/>
                </a:lnTo>
                <a:lnTo>
                  <a:pt x="2" y="3"/>
                </a:lnTo>
                <a:lnTo>
                  <a:pt x="2" y="2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  <a:lnTo>
                  <a:pt x="6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2691360" y="5092920"/>
            <a:ext cx="3240" cy="3960"/>
          </a:xfrm>
          <a:custGeom>
            <a:avLst/>
            <a:gdLst/>
            <a:ahLst/>
            <a:rect l="0" t="0" r="r" b="b"/>
            <a:pathLst>
              <a:path w="9" h="11">
                <a:moveTo>
                  <a:pt x="3" y="1"/>
                </a:moveTo>
                <a:lnTo>
                  <a:pt x="4" y="1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9" y="1"/>
                </a:lnTo>
                <a:lnTo>
                  <a:pt x="9" y="2"/>
                </a:lnTo>
                <a:lnTo>
                  <a:pt x="7" y="2"/>
                </a:lnTo>
                <a:lnTo>
                  <a:pt x="7" y="3"/>
                </a:lnTo>
                <a:lnTo>
                  <a:pt x="9" y="3"/>
                </a:lnTo>
                <a:lnTo>
                  <a:pt x="7" y="4"/>
                </a:lnTo>
                <a:lnTo>
                  <a:pt x="9" y="3"/>
                </a:lnTo>
                <a:lnTo>
                  <a:pt x="7" y="3"/>
                </a:lnTo>
                <a:lnTo>
                  <a:pt x="6" y="3"/>
                </a:lnTo>
                <a:lnTo>
                  <a:pt x="5" y="4"/>
                </a:lnTo>
                <a:lnTo>
                  <a:pt x="5" y="5"/>
                </a:lnTo>
                <a:lnTo>
                  <a:pt x="5" y="7"/>
                </a:lnTo>
                <a:lnTo>
                  <a:pt x="5" y="8"/>
                </a:lnTo>
                <a:lnTo>
                  <a:pt x="4" y="9"/>
                </a:lnTo>
                <a:lnTo>
                  <a:pt x="4" y="10"/>
                </a:lnTo>
                <a:lnTo>
                  <a:pt x="3" y="11"/>
                </a:lnTo>
                <a:lnTo>
                  <a:pt x="3" y="10"/>
                </a:lnTo>
                <a:lnTo>
                  <a:pt x="2" y="10"/>
                </a:lnTo>
                <a:lnTo>
                  <a:pt x="1" y="10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0" y="4"/>
                </a:lnTo>
                <a:lnTo>
                  <a:pt x="0" y="2"/>
                </a:lnTo>
                <a:lnTo>
                  <a:pt x="2" y="1"/>
                </a:lnTo>
                <a:lnTo>
                  <a:pt x="3" y="0"/>
                </a:lnTo>
                <a:lnTo>
                  <a:pt x="3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2711160" y="508932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2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2715120" y="508824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4" y="6"/>
                </a:moveTo>
                <a:lnTo>
                  <a:pt x="3" y="4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lnTo>
                  <a:pt x="4" y="2"/>
                </a:lnTo>
                <a:lnTo>
                  <a:pt x="4" y="4"/>
                </a:lnTo>
                <a:lnTo>
                  <a:pt x="4" y="6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2716560" y="508788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5"/>
                </a:moveTo>
                <a:lnTo>
                  <a:pt x="2" y="5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4" y="4"/>
                </a:lnTo>
                <a:lnTo>
                  <a:pt x="4" y="5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2713680" y="508860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4"/>
                </a:move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2"/>
                </a:lnTo>
                <a:lnTo>
                  <a:pt x="3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2689920" y="509220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3" y="1"/>
                </a:moveTo>
                <a:lnTo>
                  <a:pt x="2" y="3"/>
                </a:ln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3" y="0"/>
                </a:lnTo>
                <a:lnTo>
                  <a:pt x="3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2698920" y="50900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2692440" y="509112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2"/>
                </a:moveTo>
                <a:lnTo>
                  <a:pt x="4" y="3"/>
                </a:lnTo>
                <a:lnTo>
                  <a:pt x="3" y="5"/>
                </a:lnTo>
                <a:lnTo>
                  <a:pt x="1" y="5"/>
                </a:lnTo>
                <a:lnTo>
                  <a:pt x="1" y="3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2707920" y="50886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2705760" y="508860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5" y="4"/>
                </a:moveTo>
                <a:lnTo>
                  <a:pt x="3" y="4"/>
                </a:lnTo>
                <a:lnTo>
                  <a:pt x="0" y="4"/>
                </a:lnTo>
                <a:lnTo>
                  <a:pt x="0" y="2"/>
                </a:lnTo>
                <a:lnTo>
                  <a:pt x="1" y="0"/>
                </a:lnTo>
                <a:lnTo>
                  <a:pt x="1" y="2"/>
                </a:lnTo>
                <a:lnTo>
                  <a:pt x="4" y="0"/>
                </a:lnTo>
                <a:lnTo>
                  <a:pt x="5" y="2"/>
                </a:lnTo>
                <a:lnTo>
                  <a:pt x="5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2694600" y="509076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3"/>
                </a:move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1"/>
                </a:lnTo>
                <a:lnTo>
                  <a:pt x="3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2693520" y="50907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2695680" y="5088240"/>
            <a:ext cx="2880" cy="2520"/>
          </a:xfrm>
          <a:custGeom>
            <a:avLst/>
            <a:gdLst/>
            <a:ahLst/>
            <a:rect l="0" t="0" r="r" b="b"/>
            <a:pathLst>
              <a:path w="8" h="7">
                <a:moveTo>
                  <a:pt x="5" y="0"/>
                </a:moveTo>
                <a:lnTo>
                  <a:pt x="5" y="1"/>
                </a:lnTo>
                <a:lnTo>
                  <a:pt x="7" y="1"/>
                </a:lnTo>
                <a:lnTo>
                  <a:pt x="8" y="0"/>
                </a:lnTo>
                <a:lnTo>
                  <a:pt x="8" y="1"/>
                </a:lnTo>
                <a:lnTo>
                  <a:pt x="8" y="2"/>
                </a:lnTo>
                <a:lnTo>
                  <a:pt x="7" y="3"/>
                </a:lnTo>
                <a:lnTo>
                  <a:pt x="5" y="3"/>
                </a:lnTo>
                <a:lnTo>
                  <a:pt x="4" y="3"/>
                </a:lnTo>
                <a:lnTo>
                  <a:pt x="3" y="4"/>
                </a:lnTo>
                <a:lnTo>
                  <a:pt x="2" y="4"/>
                </a:lnTo>
                <a:lnTo>
                  <a:pt x="2" y="6"/>
                </a:lnTo>
                <a:lnTo>
                  <a:pt x="1" y="7"/>
                </a:lnTo>
                <a:lnTo>
                  <a:pt x="0" y="7"/>
                </a:lnTo>
                <a:lnTo>
                  <a:pt x="0" y="6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5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2696760" y="5087160"/>
            <a:ext cx="6840" cy="3960"/>
          </a:xfrm>
          <a:custGeom>
            <a:avLst/>
            <a:gdLst/>
            <a:ahLst/>
            <a:rect l="0" t="0" r="r" b="b"/>
            <a:pathLst>
              <a:path w="19" h="11">
                <a:moveTo>
                  <a:pt x="17" y="0"/>
                </a:moveTo>
                <a:lnTo>
                  <a:pt x="17" y="2"/>
                </a:lnTo>
                <a:lnTo>
                  <a:pt x="18" y="3"/>
                </a:lnTo>
                <a:lnTo>
                  <a:pt x="19" y="3"/>
                </a:lnTo>
                <a:lnTo>
                  <a:pt x="19" y="5"/>
                </a:lnTo>
                <a:lnTo>
                  <a:pt x="18" y="5"/>
                </a:lnTo>
                <a:lnTo>
                  <a:pt x="18" y="6"/>
                </a:lnTo>
                <a:lnTo>
                  <a:pt x="18" y="7"/>
                </a:lnTo>
                <a:lnTo>
                  <a:pt x="18" y="8"/>
                </a:lnTo>
                <a:lnTo>
                  <a:pt x="17" y="8"/>
                </a:lnTo>
                <a:lnTo>
                  <a:pt x="16" y="7"/>
                </a:lnTo>
                <a:lnTo>
                  <a:pt x="17" y="7"/>
                </a:lnTo>
                <a:lnTo>
                  <a:pt x="16" y="6"/>
                </a:lnTo>
                <a:lnTo>
                  <a:pt x="14" y="6"/>
                </a:lnTo>
                <a:lnTo>
                  <a:pt x="13" y="6"/>
                </a:lnTo>
                <a:lnTo>
                  <a:pt x="14" y="6"/>
                </a:lnTo>
                <a:lnTo>
                  <a:pt x="13" y="6"/>
                </a:lnTo>
                <a:lnTo>
                  <a:pt x="13" y="7"/>
                </a:lnTo>
                <a:lnTo>
                  <a:pt x="14" y="7"/>
                </a:lnTo>
                <a:lnTo>
                  <a:pt x="14" y="8"/>
                </a:lnTo>
                <a:lnTo>
                  <a:pt x="13" y="8"/>
                </a:lnTo>
                <a:lnTo>
                  <a:pt x="10" y="7"/>
                </a:lnTo>
                <a:lnTo>
                  <a:pt x="9" y="8"/>
                </a:lnTo>
                <a:lnTo>
                  <a:pt x="7" y="9"/>
                </a:lnTo>
                <a:lnTo>
                  <a:pt x="6" y="8"/>
                </a:lnTo>
                <a:lnTo>
                  <a:pt x="5" y="8"/>
                </a:lnTo>
                <a:lnTo>
                  <a:pt x="4" y="8"/>
                </a:lnTo>
                <a:lnTo>
                  <a:pt x="4" y="9"/>
                </a:lnTo>
                <a:lnTo>
                  <a:pt x="4" y="10"/>
                </a:lnTo>
                <a:lnTo>
                  <a:pt x="3" y="10"/>
                </a:lnTo>
                <a:lnTo>
                  <a:pt x="2" y="9"/>
                </a:lnTo>
                <a:lnTo>
                  <a:pt x="2" y="10"/>
                </a:lnTo>
                <a:lnTo>
                  <a:pt x="1" y="11"/>
                </a:lnTo>
                <a:lnTo>
                  <a:pt x="1" y="10"/>
                </a:lnTo>
                <a:lnTo>
                  <a:pt x="0" y="9"/>
                </a:lnTo>
                <a:lnTo>
                  <a:pt x="0" y="8"/>
                </a:lnTo>
                <a:lnTo>
                  <a:pt x="1" y="8"/>
                </a:lnTo>
                <a:lnTo>
                  <a:pt x="2" y="8"/>
                </a:lnTo>
                <a:lnTo>
                  <a:pt x="5" y="7"/>
                </a:lnTo>
                <a:lnTo>
                  <a:pt x="5" y="6"/>
                </a:lnTo>
                <a:lnTo>
                  <a:pt x="5" y="3"/>
                </a:lnTo>
                <a:lnTo>
                  <a:pt x="6" y="2"/>
                </a:lnTo>
                <a:lnTo>
                  <a:pt x="8" y="2"/>
                </a:lnTo>
                <a:lnTo>
                  <a:pt x="9" y="2"/>
                </a:lnTo>
                <a:lnTo>
                  <a:pt x="10" y="1"/>
                </a:lnTo>
                <a:lnTo>
                  <a:pt x="12" y="1"/>
                </a:lnTo>
                <a:lnTo>
                  <a:pt x="13" y="1"/>
                </a:lnTo>
                <a:lnTo>
                  <a:pt x="14" y="0"/>
                </a:lnTo>
                <a:lnTo>
                  <a:pt x="16" y="0"/>
                </a:lnTo>
                <a:lnTo>
                  <a:pt x="17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2700000" y="508680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2679840" y="50886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2" y="4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2685960" y="5085360"/>
            <a:ext cx="9000" cy="5760"/>
          </a:xfrm>
          <a:custGeom>
            <a:avLst/>
            <a:gdLst/>
            <a:ahLst/>
            <a:rect l="0" t="0" r="r" b="b"/>
            <a:pathLst>
              <a:path w="25" h="16">
                <a:moveTo>
                  <a:pt x="18" y="2"/>
                </a:moveTo>
                <a:lnTo>
                  <a:pt x="19" y="2"/>
                </a:lnTo>
                <a:lnTo>
                  <a:pt x="19" y="1"/>
                </a:lnTo>
                <a:lnTo>
                  <a:pt x="21" y="0"/>
                </a:lnTo>
                <a:lnTo>
                  <a:pt x="22" y="0"/>
                </a:lnTo>
                <a:lnTo>
                  <a:pt x="22" y="1"/>
                </a:lnTo>
                <a:lnTo>
                  <a:pt x="21" y="1"/>
                </a:lnTo>
                <a:lnTo>
                  <a:pt x="21" y="2"/>
                </a:lnTo>
                <a:lnTo>
                  <a:pt x="22" y="3"/>
                </a:lnTo>
                <a:lnTo>
                  <a:pt x="23" y="3"/>
                </a:lnTo>
                <a:lnTo>
                  <a:pt x="23" y="4"/>
                </a:lnTo>
                <a:lnTo>
                  <a:pt x="24" y="4"/>
                </a:lnTo>
                <a:lnTo>
                  <a:pt x="25" y="4"/>
                </a:lnTo>
                <a:lnTo>
                  <a:pt x="25" y="3"/>
                </a:lnTo>
                <a:lnTo>
                  <a:pt x="25" y="4"/>
                </a:lnTo>
                <a:lnTo>
                  <a:pt x="24" y="5"/>
                </a:lnTo>
                <a:lnTo>
                  <a:pt x="23" y="6"/>
                </a:lnTo>
                <a:lnTo>
                  <a:pt x="22" y="7"/>
                </a:lnTo>
                <a:lnTo>
                  <a:pt x="24" y="9"/>
                </a:lnTo>
                <a:lnTo>
                  <a:pt x="24" y="8"/>
                </a:lnTo>
                <a:lnTo>
                  <a:pt x="25" y="8"/>
                </a:lnTo>
                <a:lnTo>
                  <a:pt x="25" y="9"/>
                </a:lnTo>
                <a:lnTo>
                  <a:pt x="24" y="10"/>
                </a:lnTo>
                <a:lnTo>
                  <a:pt x="24" y="11"/>
                </a:lnTo>
                <a:lnTo>
                  <a:pt x="24" y="14"/>
                </a:lnTo>
                <a:lnTo>
                  <a:pt x="25" y="16"/>
                </a:lnTo>
                <a:lnTo>
                  <a:pt x="24" y="16"/>
                </a:lnTo>
                <a:lnTo>
                  <a:pt x="23" y="16"/>
                </a:lnTo>
                <a:lnTo>
                  <a:pt x="22" y="16"/>
                </a:lnTo>
                <a:lnTo>
                  <a:pt x="21" y="16"/>
                </a:lnTo>
                <a:lnTo>
                  <a:pt x="21" y="15"/>
                </a:lnTo>
                <a:lnTo>
                  <a:pt x="20" y="15"/>
                </a:lnTo>
                <a:lnTo>
                  <a:pt x="19" y="15"/>
                </a:lnTo>
                <a:lnTo>
                  <a:pt x="18" y="15"/>
                </a:lnTo>
                <a:lnTo>
                  <a:pt x="16" y="15"/>
                </a:lnTo>
                <a:lnTo>
                  <a:pt x="14" y="15"/>
                </a:lnTo>
                <a:lnTo>
                  <a:pt x="13" y="15"/>
                </a:lnTo>
                <a:lnTo>
                  <a:pt x="12" y="15"/>
                </a:lnTo>
                <a:lnTo>
                  <a:pt x="11" y="15"/>
                </a:lnTo>
                <a:lnTo>
                  <a:pt x="8" y="13"/>
                </a:lnTo>
                <a:lnTo>
                  <a:pt x="7" y="11"/>
                </a:lnTo>
                <a:lnTo>
                  <a:pt x="6" y="11"/>
                </a:lnTo>
                <a:lnTo>
                  <a:pt x="4" y="11"/>
                </a:lnTo>
                <a:lnTo>
                  <a:pt x="4" y="10"/>
                </a:lnTo>
                <a:lnTo>
                  <a:pt x="3" y="10"/>
                </a:lnTo>
                <a:lnTo>
                  <a:pt x="2" y="10"/>
                </a:lnTo>
                <a:lnTo>
                  <a:pt x="1" y="10"/>
                </a:lnTo>
                <a:lnTo>
                  <a:pt x="1" y="9"/>
                </a:lnTo>
                <a:lnTo>
                  <a:pt x="0" y="9"/>
                </a:lnTo>
                <a:lnTo>
                  <a:pt x="0" y="8"/>
                </a:lnTo>
                <a:lnTo>
                  <a:pt x="2" y="8"/>
                </a:lnTo>
                <a:lnTo>
                  <a:pt x="2" y="7"/>
                </a:lnTo>
                <a:lnTo>
                  <a:pt x="3" y="7"/>
                </a:lnTo>
                <a:lnTo>
                  <a:pt x="5" y="7"/>
                </a:lnTo>
                <a:lnTo>
                  <a:pt x="6" y="8"/>
                </a:lnTo>
                <a:lnTo>
                  <a:pt x="6" y="7"/>
                </a:lnTo>
                <a:lnTo>
                  <a:pt x="7" y="7"/>
                </a:lnTo>
                <a:lnTo>
                  <a:pt x="6" y="7"/>
                </a:lnTo>
                <a:lnTo>
                  <a:pt x="7" y="6"/>
                </a:lnTo>
                <a:lnTo>
                  <a:pt x="7" y="5"/>
                </a:lnTo>
                <a:lnTo>
                  <a:pt x="8" y="5"/>
                </a:lnTo>
                <a:lnTo>
                  <a:pt x="10" y="5"/>
                </a:lnTo>
                <a:lnTo>
                  <a:pt x="11" y="5"/>
                </a:lnTo>
                <a:lnTo>
                  <a:pt x="11" y="4"/>
                </a:lnTo>
                <a:lnTo>
                  <a:pt x="12" y="4"/>
                </a:lnTo>
                <a:lnTo>
                  <a:pt x="12" y="3"/>
                </a:lnTo>
                <a:lnTo>
                  <a:pt x="13" y="2"/>
                </a:lnTo>
                <a:lnTo>
                  <a:pt x="14" y="1"/>
                </a:lnTo>
                <a:lnTo>
                  <a:pt x="14" y="0"/>
                </a:lnTo>
                <a:lnTo>
                  <a:pt x="16" y="0"/>
                </a:lnTo>
                <a:lnTo>
                  <a:pt x="17" y="0"/>
                </a:lnTo>
                <a:lnTo>
                  <a:pt x="17" y="1"/>
                </a:lnTo>
                <a:lnTo>
                  <a:pt x="18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2681280" y="5086800"/>
            <a:ext cx="1800" cy="3240"/>
          </a:xfrm>
          <a:custGeom>
            <a:avLst/>
            <a:gdLst/>
            <a:ahLst/>
            <a:rect l="0" t="0" r="r" b="b"/>
            <a:pathLst>
              <a:path w="5" h="9">
                <a:moveTo>
                  <a:pt x="4" y="2"/>
                </a:moveTo>
                <a:lnTo>
                  <a:pt x="2" y="3"/>
                </a:lnTo>
                <a:lnTo>
                  <a:pt x="2" y="4"/>
                </a:lnTo>
                <a:lnTo>
                  <a:pt x="2" y="5"/>
                </a:lnTo>
                <a:lnTo>
                  <a:pt x="2" y="6"/>
                </a:lnTo>
                <a:lnTo>
                  <a:pt x="1" y="8"/>
                </a:lnTo>
                <a:lnTo>
                  <a:pt x="1" y="9"/>
                </a:lnTo>
                <a:lnTo>
                  <a:pt x="0" y="6"/>
                </a:lnTo>
                <a:lnTo>
                  <a:pt x="1" y="6"/>
                </a:lnTo>
                <a:lnTo>
                  <a:pt x="0" y="5"/>
                </a:lnTo>
                <a:lnTo>
                  <a:pt x="1" y="4"/>
                </a:lnTo>
                <a:lnTo>
                  <a:pt x="1" y="3"/>
                </a:lnTo>
                <a:lnTo>
                  <a:pt x="1" y="2"/>
                </a:lnTo>
                <a:lnTo>
                  <a:pt x="2" y="2"/>
                </a:lnTo>
                <a:lnTo>
                  <a:pt x="2" y="1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2703600" y="50792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2702880" y="507780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4" y="1"/>
                </a:moveTo>
                <a:lnTo>
                  <a:pt x="5" y="2"/>
                </a:lnTo>
                <a:lnTo>
                  <a:pt x="6" y="2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3" y="0"/>
                </a:lnTo>
                <a:lnTo>
                  <a:pt x="4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2694600" y="5076360"/>
            <a:ext cx="8280" cy="4320"/>
          </a:xfrm>
          <a:custGeom>
            <a:avLst/>
            <a:gdLst/>
            <a:ahLst/>
            <a:rect l="0" t="0" r="r" b="b"/>
            <a:pathLst>
              <a:path w="23" h="12">
                <a:moveTo>
                  <a:pt x="14" y="1"/>
                </a:moveTo>
                <a:lnTo>
                  <a:pt x="13" y="1"/>
                </a:lnTo>
                <a:lnTo>
                  <a:pt x="13" y="2"/>
                </a:lnTo>
                <a:lnTo>
                  <a:pt x="13" y="3"/>
                </a:lnTo>
                <a:lnTo>
                  <a:pt x="14" y="3"/>
                </a:lnTo>
                <a:lnTo>
                  <a:pt x="15" y="5"/>
                </a:lnTo>
                <a:lnTo>
                  <a:pt x="16" y="5"/>
                </a:lnTo>
                <a:lnTo>
                  <a:pt x="17" y="3"/>
                </a:lnTo>
                <a:lnTo>
                  <a:pt x="19" y="3"/>
                </a:lnTo>
                <a:lnTo>
                  <a:pt x="21" y="5"/>
                </a:lnTo>
                <a:lnTo>
                  <a:pt x="21" y="6"/>
                </a:lnTo>
                <a:lnTo>
                  <a:pt x="21" y="7"/>
                </a:lnTo>
                <a:lnTo>
                  <a:pt x="20" y="7"/>
                </a:lnTo>
                <a:lnTo>
                  <a:pt x="20" y="8"/>
                </a:lnTo>
                <a:lnTo>
                  <a:pt x="21" y="8"/>
                </a:lnTo>
                <a:lnTo>
                  <a:pt x="21" y="9"/>
                </a:lnTo>
                <a:lnTo>
                  <a:pt x="22" y="9"/>
                </a:lnTo>
                <a:lnTo>
                  <a:pt x="23" y="9"/>
                </a:lnTo>
                <a:lnTo>
                  <a:pt x="22" y="10"/>
                </a:lnTo>
                <a:lnTo>
                  <a:pt x="21" y="10"/>
                </a:lnTo>
                <a:lnTo>
                  <a:pt x="20" y="10"/>
                </a:lnTo>
                <a:lnTo>
                  <a:pt x="19" y="10"/>
                </a:lnTo>
                <a:lnTo>
                  <a:pt x="18" y="9"/>
                </a:lnTo>
                <a:lnTo>
                  <a:pt x="18" y="8"/>
                </a:lnTo>
                <a:lnTo>
                  <a:pt x="17" y="8"/>
                </a:lnTo>
                <a:lnTo>
                  <a:pt x="15" y="9"/>
                </a:lnTo>
                <a:lnTo>
                  <a:pt x="14" y="9"/>
                </a:lnTo>
                <a:lnTo>
                  <a:pt x="14" y="10"/>
                </a:lnTo>
                <a:lnTo>
                  <a:pt x="13" y="10"/>
                </a:lnTo>
                <a:lnTo>
                  <a:pt x="13" y="9"/>
                </a:lnTo>
                <a:lnTo>
                  <a:pt x="13" y="8"/>
                </a:lnTo>
                <a:lnTo>
                  <a:pt x="13" y="9"/>
                </a:lnTo>
                <a:lnTo>
                  <a:pt x="12" y="9"/>
                </a:lnTo>
                <a:lnTo>
                  <a:pt x="11" y="9"/>
                </a:lnTo>
                <a:lnTo>
                  <a:pt x="12" y="8"/>
                </a:lnTo>
                <a:lnTo>
                  <a:pt x="11" y="8"/>
                </a:lnTo>
                <a:lnTo>
                  <a:pt x="11" y="9"/>
                </a:lnTo>
                <a:lnTo>
                  <a:pt x="11" y="10"/>
                </a:lnTo>
                <a:lnTo>
                  <a:pt x="11" y="11"/>
                </a:lnTo>
                <a:lnTo>
                  <a:pt x="9" y="12"/>
                </a:lnTo>
                <a:lnTo>
                  <a:pt x="7" y="12"/>
                </a:lnTo>
                <a:lnTo>
                  <a:pt x="6" y="12"/>
                </a:lnTo>
                <a:lnTo>
                  <a:pt x="4" y="12"/>
                </a:lnTo>
                <a:lnTo>
                  <a:pt x="3" y="11"/>
                </a:lnTo>
                <a:lnTo>
                  <a:pt x="3" y="10"/>
                </a:lnTo>
                <a:lnTo>
                  <a:pt x="3" y="9"/>
                </a:lnTo>
                <a:lnTo>
                  <a:pt x="1" y="9"/>
                </a:lnTo>
                <a:lnTo>
                  <a:pt x="1" y="8"/>
                </a:lnTo>
                <a:lnTo>
                  <a:pt x="3" y="6"/>
                </a:lnTo>
                <a:lnTo>
                  <a:pt x="1" y="5"/>
                </a:lnTo>
                <a:lnTo>
                  <a:pt x="0" y="3"/>
                </a:lnTo>
                <a:lnTo>
                  <a:pt x="1" y="2"/>
                </a:lnTo>
                <a:lnTo>
                  <a:pt x="1" y="3"/>
                </a:lnTo>
                <a:lnTo>
                  <a:pt x="3" y="3"/>
                </a:lnTo>
                <a:lnTo>
                  <a:pt x="3" y="5"/>
                </a:lnTo>
                <a:lnTo>
                  <a:pt x="4" y="5"/>
                </a:lnTo>
                <a:lnTo>
                  <a:pt x="5" y="5"/>
                </a:lnTo>
                <a:lnTo>
                  <a:pt x="6" y="5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10" y="3"/>
                </a:lnTo>
                <a:lnTo>
                  <a:pt x="10" y="5"/>
                </a:lnTo>
                <a:lnTo>
                  <a:pt x="11" y="5"/>
                </a:lnTo>
                <a:lnTo>
                  <a:pt x="11" y="3"/>
                </a:lnTo>
                <a:lnTo>
                  <a:pt x="12" y="2"/>
                </a:lnTo>
                <a:lnTo>
                  <a:pt x="13" y="1"/>
                </a:lnTo>
                <a:lnTo>
                  <a:pt x="13" y="0"/>
                </a:lnTo>
                <a:lnTo>
                  <a:pt x="14" y="0"/>
                </a:lnTo>
                <a:lnTo>
                  <a:pt x="14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2695320" y="5075640"/>
            <a:ext cx="1080" cy="360"/>
          </a:xfrm>
          <a:custGeom>
            <a:avLst/>
            <a:gdLst/>
            <a:ahLst/>
            <a:rect l="0" t="0" r="r" b="b"/>
            <a:pathLst>
              <a:path w="3" h="1">
                <a:moveTo>
                  <a:pt x="2" y="1"/>
                </a:move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1" y="1"/>
                </a:lnTo>
                <a:lnTo>
                  <a:pt x="0" y="0"/>
                </a:lnTo>
                <a:lnTo>
                  <a:pt x="1" y="1"/>
                </a:lnTo>
                <a:lnTo>
                  <a:pt x="2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2693160" y="507456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3"/>
                </a:move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2696040" y="507384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1"/>
                </a:moveTo>
                <a:lnTo>
                  <a:pt x="4" y="3"/>
                </a:lnTo>
                <a:lnTo>
                  <a:pt x="4" y="4"/>
                </a:lnTo>
                <a:lnTo>
                  <a:pt x="4" y="5"/>
                </a:lnTo>
                <a:lnTo>
                  <a:pt x="3" y="4"/>
                </a:lnTo>
                <a:lnTo>
                  <a:pt x="2" y="4"/>
                </a:lnTo>
                <a:lnTo>
                  <a:pt x="0" y="3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3" y="3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2683440" y="507240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2" y="4"/>
                </a:move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lnTo>
                  <a:pt x="3" y="1"/>
                </a:lnTo>
                <a:lnTo>
                  <a:pt x="3" y="2"/>
                </a:lnTo>
                <a:lnTo>
                  <a:pt x="3" y="4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2695680" y="50698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2696760" y="50698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4" y="4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2685240" y="507096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4" y="2"/>
                </a:moveTo>
                <a:lnTo>
                  <a:pt x="5" y="2"/>
                </a:lnTo>
                <a:lnTo>
                  <a:pt x="5" y="0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2" y="3"/>
                </a:lnTo>
                <a:lnTo>
                  <a:pt x="1" y="5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1" y="0"/>
                </a:lnTo>
                <a:lnTo>
                  <a:pt x="1" y="2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2663280" y="507492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2" y="0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2686680" y="50706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2700000" y="5068080"/>
            <a:ext cx="0" cy="720"/>
          </a:xfrm>
          <a:custGeom>
            <a:avLst/>
            <a:gdLst/>
            <a:ahLst/>
            <a:rect l="0" t="0" r="r" b="b"/>
            <a:pathLst>
              <a:path w="0" h="2">
                <a:moveTo>
                  <a:pt x="0" y="2"/>
                </a:move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2682360" y="5069880"/>
            <a:ext cx="3600" cy="2520"/>
          </a:xfrm>
          <a:custGeom>
            <a:avLst/>
            <a:gdLst/>
            <a:ahLst/>
            <a:rect l="0" t="0" r="r" b="b"/>
            <a:pathLst>
              <a:path w="10" h="7">
                <a:moveTo>
                  <a:pt x="9" y="2"/>
                </a:moveTo>
                <a:lnTo>
                  <a:pt x="10" y="2"/>
                </a:lnTo>
                <a:lnTo>
                  <a:pt x="10" y="3"/>
                </a:lnTo>
                <a:lnTo>
                  <a:pt x="9" y="4"/>
                </a:lnTo>
                <a:lnTo>
                  <a:pt x="9" y="6"/>
                </a:lnTo>
                <a:lnTo>
                  <a:pt x="9" y="7"/>
                </a:lnTo>
                <a:lnTo>
                  <a:pt x="8" y="7"/>
                </a:lnTo>
                <a:lnTo>
                  <a:pt x="4" y="4"/>
                </a:lnTo>
                <a:lnTo>
                  <a:pt x="1" y="3"/>
                </a:lnTo>
                <a:lnTo>
                  <a:pt x="0" y="2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5" y="1"/>
                </a:lnTo>
                <a:lnTo>
                  <a:pt x="7" y="2"/>
                </a:lnTo>
                <a:lnTo>
                  <a:pt x="9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2703600" y="50659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2692800" y="506772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5" y="1"/>
                </a:moveTo>
                <a:lnTo>
                  <a:pt x="3" y="3"/>
                </a:ln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5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2680920" y="5069520"/>
            <a:ext cx="1800" cy="720"/>
          </a:xfrm>
          <a:custGeom>
            <a:avLst/>
            <a:gdLst/>
            <a:ahLst/>
            <a:rect l="0" t="0" r="r" b="b"/>
            <a:pathLst>
              <a:path w="5" h="2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4" y="2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2703960" y="50644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4" y="4"/>
                </a:lnTo>
                <a:lnTo>
                  <a:pt x="2" y="4"/>
                </a:lnTo>
                <a:lnTo>
                  <a:pt x="1" y="2"/>
                </a:lnTo>
                <a:lnTo>
                  <a:pt x="1" y="4"/>
                </a:lnTo>
                <a:lnTo>
                  <a:pt x="0" y="2"/>
                </a:lnTo>
                <a:lnTo>
                  <a:pt x="1" y="0"/>
                </a:lnTo>
                <a:lnTo>
                  <a:pt x="1" y="2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2705040" y="506412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3" y="1"/>
                </a:moveTo>
                <a:lnTo>
                  <a:pt x="5" y="2"/>
                </a:lnTo>
                <a:lnTo>
                  <a:pt x="5" y="1"/>
                </a:lnTo>
                <a:lnTo>
                  <a:pt x="6" y="1"/>
                </a:lnTo>
                <a:lnTo>
                  <a:pt x="5" y="2"/>
                </a:lnTo>
                <a:lnTo>
                  <a:pt x="5" y="4"/>
                </a:lnTo>
                <a:lnTo>
                  <a:pt x="3" y="4"/>
                </a:lnTo>
                <a:lnTo>
                  <a:pt x="2" y="4"/>
                </a:lnTo>
                <a:lnTo>
                  <a:pt x="3" y="5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3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2698560" y="506484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1"/>
                </a:moveTo>
                <a:lnTo>
                  <a:pt x="4" y="1"/>
                </a:lnTo>
                <a:lnTo>
                  <a:pt x="4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2714040" y="505944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6" y="1"/>
                </a:moveTo>
                <a:lnTo>
                  <a:pt x="6" y="2"/>
                </a:lnTo>
                <a:lnTo>
                  <a:pt x="6" y="1"/>
                </a:lnTo>
                <a:lnTo>
                  <a:pt x="5" y="1"/>
                </a:lnTo>
                <a:lnTo>
                  <a:pt x="4" y="1"/>
                </a:lnTo>
                <a:lnTo>
                  <a:pt x="4" y="2"/>
                </a:lnTo>
                <a:lnTo>
                  <a:pt x="5" y="5"/>
                </a:lnTo>
                <a:lnTo>
                  <a:pt x="5" y="6"/>
                </a:lnTo>
                <a:lnTo>
                  <a:pt x="4" y="6"/>
                </a:lnTo>
                <a:lnTo>
                  <a:pt x="4" y="5"/>
                </a:lnTo>
                <a:lnTo>
                  <a:pt x="4" y="3"/>
                </a:lnTo>
                <a:lnTo>
                  <a:pt x="2" y="3"/>
                </a:ln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0" y="3"/>
                </a:lnTo>
                <a:lnTo>
                  <a:pt x="1" y="2"/>
                </a:lnTo>
                <a:lnTo>
                  <a:pt x="2" y="2"/>
                </a:ln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lnTo>
                  <a:pt x="6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2716200" y="5059080"/>
            <a:ext cx="2520" cy="1800"/>
          </a:xfrm>
          <a:custGeom>
            <a:avLst/>
            <a:gdLst/>
            <a:ahLst/>
            <a:rect l="0" t="0" r="r" b="b"/>
            <a:pathLst>
              <a:path w="7" h="5">
                <a:moveTo>
                  <a:pt x="2" y="0"/>
                </a:move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5" y="2"/>
                </a:lnTo>
                <a:lnTo>
                  <a:pt x="5" y="3"/>
                </a:lnTo>
                <a:lnTo>
                  <a:pt x="7" y="4"/>
                </a:lnTo>
                <a:lnTo>
                  <a:pt x="5" y="5"/>
                </a:lnTo>
                <a:lnTo>
                  <a:pt x="4" y="5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2" y="4"/>
                </a:ln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2698920" y="5061240"/>
            <a:ext cx="5760" cy="3960"/>
          </a:xfrm>
          <a:custGeom>
            <a:avLst/>
            <a:gdLst/>
            <a:ahLst/>
            <a:rect l="0" t="0" r="r" b="b"/>
            <a:pathLst>
              <a:path w="16" h="11">
                <a:moveTo>
                  <a:pt x="8" y="6"/>
                </a:moveTo>
                <a:lnTo>
                  <a:pt x="9" y="5"/>
                </a:lnTo>
                <a:lnTo>
                  <a:pt x="10" y="5"/>
                </a:ln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3" y="2"/>
                </a:lnTo>
                <a:lnTo>
                  <a:pt x="13" y="1"/>
                </a:lnTo>
                <a:lnTo>
                  <a:pt x="15" y="2"/>
                </a:lnTo>
                <a:lnTo>
                  <a:pt x="13" y="3"/>
                </a:lnTo>
                <a:lnTo>
                  <a:pt x="13" y="5"/>
                </a:lnTo>
                <a:lnTo>
                  <a:pt x="15" y="5"/>
                </a:lnTo>
                <a:lnTo>
                  <a:pt x="16" y="5"/>
                </a:lnTo>
                <a:lnTo>
                  <a:pt x="15" y="6"/>
                </a:lnTo>
                <a:lnTo>
                  <a:pt x="13" y="6"/>
                </a:lnTo>
                <a:lnTo>
                  <a:pt x="12" y="6"/>
                </a:lnTo>
                <a:lnTo>
                  <a:pt x="11" y="6"/>
                </a:lnTo>
                <a:lnTo>
                  <a:pt x="10" y="7"/>
                </a:lnTo>
                <a:lnTo>
                  <a:pt x="9" y="8"/>
                </a:lnTo>
                <a:lnTo>
                  <a:pt x="9" y="7"/>
                </a:lnTo>
                <a:lnTo>
                  <a:pt x="8" y="7"/>
                </a:lnTo>
                <a:lnTo>
                  <a:pt x="8" y="6"/>
                </a:lnTo>
                <a:lnTo>
                  <a:pt x="8" y="7"/>
                </a:lnTo>
                <a:lnTo>
                  <a:pt x="6" y="7"/>
                </a:lnTo>
                <a:lnTo>
                  <a:pt x="6" y="8"/>
                </a:lnTo>
                <a:lnTo>
                  <a:pt x="5" y="9"/>
                </a:lnTo>
                <a:lnTo>
                  <a:pt x="4" y="8"/>
                </a:lnTo>
                <a:lnTo>
                  <a:pt x="3" y="8"/>
                </a:lnTo>
                <a:lnTo>
                  <a:pt x="2" y="9"/>
                </a:lnTo>
                <a:lnTo>
                  <a:pt x="1" y="10"/>
                </a:lnTo>
                <a:lnTo>
                  <a:pt x="2" y="10"/>
                </a:lnTo>
                <a:lnTo>
                  <a:pt x="2" y="11"/>
                </a:lnTo>
                <a:lnTo>
                  <a:pt x="1" y="11"/>
                </a:lnTo>
                <a:lnTo>
                  <a:pt x="1" y="10"/>
                </a:lnTo>
                <a:lnTo>
                  <a:pt x="1" y="9"/>
                </a:lnTo>
                <a:lnTo>
                  <a:pt x="1" y="8"/>
                </a:lnTo>
                <a:lnTo>
                  <a:pt x="2" y="7"/>
                </a:lnTo>
                <a:lnTo>
                  <a:pt x="2" y="6"/>
                </a:lnTo>
                <a:lnTo>
                  <a:pt x="2" y="3"/>
                </a:lnTo>
                <a:lnTo>
                  <a:pt x="2" y="2"/>
                </a:lnTo>
                <a:lnTo>
                  <a:pt x="1" y="2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4" y="2"/>
                </a:lnTo>
                <a:lnTo>
                  <a:pt x="5" y="3"/>
                </a:lnTo>
                <a:lnTo>
                  <a:pt x="6" y="3"/>
                </a:lnTo>
                <a:lnTo>
                  <a:pt x="6" y="5"/>
                </a:lnTo>
                <a:lnTo>
                  <a:pt x="7" y="6"/>
                </a:lnTo>
                <a:lnTo>
                  <a:pt x="8" y="6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2699640" y="50605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1" y="4"/>
                </a:move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1" y="4"/>
                </a:lnTo>
                <a:close/>
              </a:path>
            </a:pathLst>
          </a:custGeom>
          <a:solidFill>
            <a:srgbClr val="F7F7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2699640" y="50605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1" y="4"/>
                </a:move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1" y="4"/>
                </a:lnTo>
                <a:close/>
              </a:path>
            </a:pathLst>
          </a:custGeom>
          <a:noFill/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2696760" y="5060880"/>
            <a:ext cx="720" cy="1800"/>
          </a:xfrm>
          <a:custGeom>
            <a:avLst/>
            <a:gdLst/>
            <a:ahLst/>
            <a:rect l="0" t="0" r="r" b="b"/>
            <a:pathLst>
              <a:path w="2" h="5">
                <a:moveTo>
                  <a:pt x="2" y="5"/>
                </a:move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5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2714040" y="505620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3"/>
                </a:moveTo>
                <a:lnTo>
                  <a:pt x="1" y="1"/>
                </a:lnTo>
                <a:lnTo>
                  <a:pt x="0" y="0"/>
                </a:lnTo>
                <a:lnTo>
                  <a:pt x="3" y="0"/>
                </a:lnTo>
                <a:lnTo>
                  <a:pt x="4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2713680" y="50558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2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2706120" y="505548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4" y="2"/>
                </a:moveTo>
                <a:lnTo>
                  <a:pt x="5" y="2"/>
                </a:lnTo>
                <a:lnTo>
                  <a:pt x="5" y="4"/>
                </a:lnTo>
                <a:lnTo>
                  <a:pt x="4" y="4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2707920" y="505512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3"/>
                </a:move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2708640" y="505332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4" y="1"/>
                </a:moveTo>
                <a:lnTo>
                  <a:pt x="5" y="0"/>
                </a:lnTo>
                <a:lnTo>
                  <a:pt x="6" y="1"/>
                </a:lnTo>
                <a:lnTo>
                  <a:pt x="5" y="1"/>
                </a:lnTo>
                <a:lnTo>
                  <a:pt x="5" y="3"/>
                </a:lnTo>
                <a:lnTo>
                  <a:pt x="4" y="4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1" y="1"/>
                </a:lnTo>
                <a:lnTo>
                  <a:pt x="1" y="0"/>
                </a:lnTo>
                <a:lnTo>
                  <a:pt x="4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2509200" y="5056920"/>
            <a:ext cx="185040" cy="213480"/>
          </a:xfrm>
          <a:custGeom>
            <a:avLst/>
            <a:gdLst/>
            <a:ahLst/>
            <a:rect l="0" t="0" r="r" b="b"/>
            <a:pathLst>
              <a:path w="514" h="593">
                <a:moveTo>
                  <a:pt x="180" y="2"/>
                </a:moveTo>
                <a:lnTo>
                  <a:pt x="181" y="3"/>
                </a:lnTo>
                <a:lnTo>
                  <a:pt x="181" y="2"/>
                </a:lnTo>
                <a:lnTo>
                  <a:pt x="182" y="2"/>
                </a:lnTo>
                <a:lnTo>
                  <a:pt x="183" y="3"/>
                </a:lnTo>
                <a:lnTo>
                  <a:pt x="184" y="3"/>
                </a:lnTo>
                <a:lnTo>
                  <a:pt x="184" y="4"/>
                </a:lnTo>
                <a:lnTo>
                  <a:pt x="183" y="4"/>
                </a:lnTo>
                <a:lnTo>
                  <a:pt x="183" y="5"/>
                </a:lnTo>
                <a:lnTo>
                  <a:pt x="183" y="6"/>
                </a:lnTo>
                <a:lnTo>
                  <a:pt x="184" y="5"/>
                </a:lnTo>
                <a:lnTo>
                  <a:pt x="185" y="5"/>
                </a:lnTo>
                <a:lnTo>
                  <a:pt x="186" y="6"/>
                </a:lnTo>
                <a:lnTo>
                  <a:pt x="187" y="6"/>
                </a:lnTo>
                <a:lnTo>
                  <a:pt x="187" y="5"/>
                </a:lnTo>
                <a:lnTo>
                  <a:pt x="188" y="5"/>
                </a:lnTo>
                <a:lnTo>
                  <a:pt x="189" y="4"/>
                </a:lnTo>
                <a:lnTo>
                  <a:pt x="188" y="3"/>
                </a:lnTo>
                <a:lnTo>
                  <a:pt x="187" y="4"/>
                </a:lnTo>
                <a:lnTo>
                  <a:pt x="187" y="3"/>
                </a:lnTo>
                <a:lnTo>
                  <a:pt x="188" y="3"/>
                </a:lnTo>
                <a:lnTo>
                  <a:pt x="188" y="2"/>
                </a:lnTo>
                <a:lnTo>
                  <a:pt x="189" y="2"/>
                </a:lnTo>
                <a:lnTo>
                  <a:pt x="190" y="2"/>
                </a:lnTo>
                <a:lnTo>
                  <a:pt x="190" y="3"/>
                </a:lnTo>
                <a:lnTo>
                  <a:pt x="191" y="3"/>
                </a:lnTo>
                <a:lnTo>
                  <a:pt x="191" y="2"/>
                </a:lnTo>
                <a:lnTo>
                  <a:pt x="192" y="2"/>
                </a:lnTo>
                <a:lnTo>
                  <a:pt x="193" y="2"/>
                </a:lnTo>
                <a:lnTo>
                  <a:pt x="193" y="3"/>
                </a:lnTo>
                <a:lnTo>
                  <a:pt x="194" y="3"/>
                </a:lnTo>
                <a:lnTo>
                  <a:pt x="195" y="3"/>
                </a:lnTo>
                <a:lnTo>
                  <a:pt x="196" y="2"/>
                </a:lnTo>
                <a:lnTo>
                  <a:pt x="197" y="2"/>
                </a:lnTo>
                <a:lnTo>
                  <a:pt x="197" y="1"/>
                </a:lnTo>
                <a:lnTo>
                  <a:pt x="198" y="1"/>
                </a:lnTo>
                <a:lnTo>
                  <a:pt x="199" y="1"/>
                </a:lnTo>
                <a:lnTo>
                  <a:pt x="199" y="0"/>
                </a:lnTo>
                <a:lnTo>
                  <a:pt x="200" y="1"/>
                </a:lnTo>
                <a:lnTo>
                  <a:pt x="200" y="2"/>
                </a:lnTo>
                <a:lnTo>
                  <a:pt x="201" y="3"/>
                </a:lnTo>
                <a:lnTo>
                  <a:pt x="202" y="4"/>
                </a:lnTo>
                <a:lnTo>
                  <a:pt x="203" y="5"/>
                </a:lnTo>
                <a:lnTo>
                  <a:pt x="203" y="6"/>
                </a:lnTo>
                <a:lnTo>
                  <a:pt x="204" y="8"/>
                </a:lnTo>
                <a:lnTo>
                  <a:pt x="204" y="9"/>
                </a:lnTo>
                <a:lnTo>
                  <a:pt x="204" y="10"/>
                </a:lnTo>
                <a:lnTo>
                  <a:pt x="205" y="11"/>
                </a:lnTo>
                <a:lnTo>
                  <a:pt x="207" y="12"/>
                </a:lnTo>
                <a:lnTo>
                  <a:pt x="208" y="15"/>
                </a:lnTo>
                <a:lnTo>
                  <a:pt x="209" y="15"/>
                </a:lnTo>
                <a:lnTo>
                  <a:pt x="210" y="16"/>
                </a:lnTo>
                <a:lnTo>
                  <a:pt x="211" y="18"/>
                </a:lnTo>
                <a:lnTo>
                  <a:pt x="212" y="19"/>
                </a:lnTo>
                <a:lnTo>
                  <a:pt x="212" y="20"/>
                </a:lnTo>
                <a:lnTo>
                  <a:pt x="213" y="21"/>
                </a:lnTo>
                <a:lnTo>
                  <a:pt x="214" y="21"/>
                </a:lnTo>
                <a:lnTo>
                  <a:pt x="215" y="22"/>
                </a:lnTo>
                <a:lnTo>
                  <a:pt x="216" y="22"/>
                </a:lnTo>
                <a:lnTo>
                  <a:pt x="217" y="22"/>
                </a:lnTo>
                <a:lnTo>
                  <a:pt x="218" y="23"/>
                </a:lnTo>
                <a:lnTo>
                  <a:pt x="219" y="23"/>
                </a:lnTo>
                <a:lnTo>
                  <a:pt x="220" y="23"/>
                </a:lnTo>
                <a:lnTo>
                  <a:pt x="221" y="23"/>
                </a:lnTo>
                <a:lnTo>
                  <a:pt x="221" y="24"/>
                </a:lnTo>
                <a:lnTo>
                  <a:pt x="222" y="24"/>
                </a:lnTo>
                <a:lnTo>
                  <a:pt x="223" y="25"/>
                </a:lnTo>
                <a:lnTo>
                  <a:pt x="224" y="26"/>
                </a:lnTo>
                <a:lnTo>
                  <a:pt x="225" y="26"/>
                </a:lnTo>
                <a:lnTo>
                  <a:pt x="225" y="27"/>
                </a:lnTo>
                <a:lnTo>
                  <a:pt x="226" y="28"/>
                </a:lnTo>
                <a:lnTo>
                  <a:pt x="227" y="28"/>
                </a:lnTo>
                <a:lnTo>
                  <a:pt x="228" y="29"/>
                </a:lnTo>
                <a:lnTo>
                  <a:pt x="231" y="30"/>
                </a:lnTo>
                <a:lnTo>
                  <a:pt x="232" y="31"/>
                </a:lnTo>
                <a:lnTo>
                  <a:pt x="234" y="31"/>
                </a:lnTo>
                <a:lnTo>
                  <a:pt x="241" y="31"/>
                </a:lnTo>
                <a:lnTo>
                  <a:pt x="243" y="32"/>
                </a:lnTo>
                <a:lnTo>
                  <a:pt x="245" y="32"/>
                </a:lnTo>
                <a:lnTo>
                  <a:pt x="247" y="31"/>
                </a:lnTo>
                <a:lnTo>
                  <a:pt x="248" y="31"/>
                </a:lnTo>
                <a:lnTo>
                  <a:pt x="249" y="31"/>
                </a:lnTo>
                <a:lnTo>
                  <a:pt x="249" y="30"/>
                </a:lnTo>
                <a:lnTo>
                  <a:pt x="250" y="30"/>
                </a:lnTo>
                <a:lnTo>
                  <a:pt x="251" y="30"/>
                </a:lnTo>
                <a:lnTo>
                  <a:pt x="252" y="30"/>
                </a:lnTo>
                <a:lnTo>
                  <a:pt x="253" y="29"/>
                </a:lnTo>
                <a:lnTo>
                  <a:pt x="254" y="29"/>
                </a:lnTo>
                <a:lnTo>
                  <a:pt x="255" y="29"/>
                </a:lnTo>
                <a:lnTo>
                  <a:pt x="256" y="28"/>
                </a:lnTo>
                <a:lnTo>
                  <a:pt x="257" y="28"/>
                </a:lnTo>
                <a:lnTo>
                  <a:pt x="260" y="26"/>
                </a:lnTo>
                <a:lnTo>
                  <a:pt x="261" y="26"/>
                </a:lnTo>
                <a:lnTo>
                  <a:pt x="261" y="25"/>
                </a:lnTo>
                <a:lnTo>
                  <a:pt x="262" y="26"/>
                </a:lnTo>
                <a:lnTo>
                  <a:pt x="261" y="27"/>
                </a:lnTo>
                <a:lnTo>
                  <a:pt x="261" y="28"/>
                </a:lnTo>
                <a:lnTo>
                  <a:pt x="260" y="28"/>
                </a:lnTo>
                <a:lnTo>
                  <a:pt x="261" y="28"/>
                </a:lnTo>
                <a:lnTo>
                  <a:pt x="261" y="29"/>
                </a:lnTo>
                <a:lnTo>
                  <a:pt x="261" y="30"/>
                </a:lnTo>
                <a:lnTo>
                  <a:pt x="261" y="31"/>
                </a:lnTo>
                <a:lnTo>
                  <a:pt x="260" y="32"/>
                </a:lnTo>
                <a:lnTo>
                  <a:pt x="261" y="32"/>
                </a:lnTo>
                <a:lnTo>
                  <a:pt x="261" y="33"/>
                </a:lnTo>
                <a:lnTo>
                  <a:pt x="261" y="34"/>
                </a:lnTo>
                <a:lnTo>
                  <a:pt x="262" y="34"/>
                </a:lnTo>
                <a:lnTo>
                  <a:pt x="261" y="34"/>
                </a:lnTo>
                <a:lnTo>
                  <a:pt x="261" y="35"/>
                </a:lnTo>
                <a:lnTo>
                  <a:pt x="262" y="36"/>
                </a:lnTo>
                <a:lnTo>
                  <a:pt x="263" y="36"/>
                </a:lnTo>
                <a:lnTo>
                  <a:pt x="263" y="35"/>
                </a:lnTo>
                <a:lnTo>
                  <a:pt x="264" y="35"/>
                </a:lnTo>
                <a:lnTo>
                  <a:pt x="264" y="34"/>
                </a:lnTo>
                <a:lnTo>
                  <a:pt x="265" y="34"/>
                </a:lnTo>
                <a:lnTo>
                  <a:pt x="266" y="34"/>
                </a:lnTo>
                <a:lnTo>
                  <a:pt x="267" y="33"/>
                </a:lnTo>
                <a:lnTo>
                  <a:pt x="268" y="32"/>
                </a:lnTo>
                <a:lnTo>
                  <a:pt x="269" y="32"/>
                </a:lnTo>
                <a:lnTo>
                  <a:pt x="269" y="31"/>
                </a:lnTo>
                <a:lnTo>
                  <a:pt x="269" y="30"/>
                </a:lnTo>
                <a:lnTo>
                  <a:pt x="268" y="29"/>
                </a:lnTo>
                <a:lnTo>
                  <a:pt x="268" y="28"/>
                </a:lnTo>
                <a:lnTo>
                  <a:pt x="269" y="28"/>
                </a:lnTo>
                <a:lnTo>
                  <a:pt x="270" y="28"/>
                </a:lnTo>
                <a:lnTo>
                  <a:pt x="271" y="28"/>
                </a:lnTo>
                <a:lnTo>
                  <a:pt x="271" y="29"/>
                </a:lnTo>
                <a:lnTo>
                  <a:pt x="270" y="29"/>
                </a:lnTo>
                <a:lnTo>
                  <a:pt x="270" y="30"/>
                </a:lnTo>
                <a:lnTo>
                  <a:pt x="271" y="31"/>
                </a:lnTo>
                <a:lnTo>
                  <a:pt x="271" y="32"/>
                </a:lnTo>
                <a:lnTo>
                  <a:pt x="271" y="33"/>
                </a:lnTo>
                <a:lnTo>
                  <a:pt x="271" y="34"/>
                </a:lnTo>
                <a:lnTo>
                  <a:pt x="272" y="34"/>
                </a:lnTo>
                <a:lnTo>
                  <a:pt x="272" y="35"/>
                </a:lnTo>
                <a:lnTo>
                  <a:pt x="273" y="35"/>
                </a:lnTo>
                <a:lnTo>
                  <a:pt x="274" y="36"/>
                </a:lnTo>
                <a:lnTo>
                  <a:pt x="273" y="36"/>
                </a:lnTo>
                <a:lnTo>
                  <a:pt x="272" y="37"/>
                </a:lnTo>
                <a:lnTo>
                  <a:pt x="272" y="38"/>
                </a:lnTo>
                <a:lnTo>
                  <a:pt x="273" y="38"/>
                </a:lnTo>
                <a:lnTo>
                  <a:pt x="274" y="39"/>
                </a:lnTo>
                <a:lnTo>
                  <a:pt x="275" y="39"/>
                </a:lnTo>
                <a:lnTo>
                  <a:pt x="275" y="40"/>
                </a:lnTo>
                <a:lnTo>
                  <a:pt x="276" y="42"/>
                </a:lnTo>
                <a:lnTo>
                  <a:pt x="275" y="42"/>
                </a:lnTo>
                <a:lnTo>
                  <a:pt x="275" y="43"/>
                </a:lnTo>
                <a:lnTo>
                  <a:pt x="276" y="44"/>
                </a:lnTo>
                <a:lnTo>
                  <a:pt x="277" y="44"/>
                </a:lnTo>
                <a:lnTo>
                  <a:pt x="277" y="45"/>
                </a:lnTo>
                <a:lnTo>
                  <a:pt x="278" y="45"/>
                </a:lnTo>
                <a:lnTo>
                  <a:pt x="279" y="45"/>
                </a:lnTo>
                <a:lnTo>
                  <a:pt x="279" y="47"/>
                </a:lnTo>
                <a:lnTo>
                  <a:pt x="279" y="48"/>
                </a:lnTo>
                <a:lnTo>
                  <a:pt x="279" y="49"/>
                </a:lnTo>
                <a:lnTo>
                  <a:pt x="280" y="49"/>
                </a:lnTo>
                <a:lnTo>
                  <a:pt x="280" y="50"/>
                </a:lnTo>
                <a:lnTo>
                  <a:pt x="281" y="50"/>
                </a:lnTo>
                <a:lnTo>
                  <a:pt x="281" y="51"/>
                </a:lnTo>
                <a:lnTo>
                  <a:pt x="282" y="51"/>
                </a:lnTo>
                <a:lnTo>
                  <a:pt x="283" y="51"/>
                </a:lnTo>
                <a:lnTo>
                  <a:pt x="284" y="50"/>
                </a:lnTo>
                <a:lnTo>
                  <a:pt x="284" y="49"/>
                </a:lnTo>
                <a:lnTo>
                  <a:pt x="285" y="48"/>
                </a:lnTo>
                <a:lnTo>
                  <a:pt x="285" y="47"/>
                </a:lnTo>
                <a:lnTo>
                  <a:pt x="285" y="46"/>
                </a:lnTo>
                <a:lnTo>
                  <a:pt x="286" y="46"/>
                </a:lnTo>
                <a:lnTo>
                  <a:pt x="286" y="45"/>
                </a:lnTo>
                <a:lnTo>
                  <a:pt x="286" y="44"/>
                </a:lnTo>
                <a:lnTo>
                  <a:pt x="287" y="43"/>
                </a:lnTo>
                <a:lnTo>
                  <a:pt x="287" y="42"/>
                </a:lnTo>
                <a:lnTo>
                  <a:pt x="288" y="40"/>
                </a:lnTo>
                <a:lnTo>
                  <a:pt x="288" y="39"/>
                </a:lnTo>
                <a:lnTo>
                  <a:pt x="289" y="39"/>
                </a:lnTo>
                <a:lnTo>
                  <a:pt x="289" y="38"/>
                </a:lnTo>
                <a:lnTo>
                  <a:pt x="290" y="37"/>
                </a:lnTo>
                <a:lnTo>
                  <a:pt x="291" y="37"/>
                </a:lnTo>
                <a:lnTo>
                  <a:pt x="291" y="36"/>
                </a:lnTo>
                <a:lnTo>
                  <a:pt x="291" y="35"/>
                </a:lnTo>
                <a:lnTo>
                  <a:pt x="292" y="35"/>
                </a:lnTo>
                <a:lnTo>
                  <a:pt x="293" y="36"/>
                </a:lnTo>
                <a:lnTo>
                  <a:pt x="294" y="36"/>
                </a:lnTo>
                <a:lnTo>
                  <a:pt x="295" y="35"/>
                </a:lnTo>
                <a:lnTo>
                  <a:pt x="296" y="35"/>
                </a:lnTo>
                <a:lnTo>
                  <a:pt x="296" y="34"/>
                </a:lnTo>
                <a:lnTo>
                  <a:pt x="297" y="34"/>
                </a:lnTo>
                <a:lnTo>
                  <a:pt x="298" y="34"/>
                </a:lnTo>
                <a:lnTo>
                  <a:pt x="299" y="35"/>
                </a:lnTo>
                <a:lnTo>
                  <a:pt x="300" y="35"/>
                </a:lnTo>
                <a:lnTo>
                  <a:pt x="300" y="34"/>
                </a:lnTo>
                <a:lnTo>
                  <a:pt x="300" y="33"/>
                </a:lnTo>
                <a:lnTo>
                  <a:pt x="300" y="32"/>
                </a:lnTo>
                <a:lnTo>
                  <a:pt x="301" y="33"/>
                </a:lnTo>
                <a:lnTo>
                  <a:pt x="301" y="32"/>
                </a:lnTo>
                <a:lnTo>
                  <a:pt x="301" y="31"/>
                </a:lnTo>
                <a:lnTo>
                  <a:pt x="301" y="30"/>
                </a:lnTo>
                <a:lnTo>
                  <a:pt x="302" y="30"/>
                </a:lnTo>
                <a:lnTo>
                  <a:pt x="302" y="29"/>
                </a:lnTo>
                <a:lnTo>
                  <a:pt x="303" y="29"/>
                </a:lnTo>
                <a:lnTo>
                  <a:pt x="303" y="30"/>
                </a:lnTo>
                <a:lnTo>
                  <a:pt x="304" y="31"/>
                </a:lnTo>
                <a:lnTo>
                  <a:pt x="305" y="31"/>
                </a:lnTo>
                <a:lnTo>
                  <a:pt x="305" y="30"/>
                </a:lnTo>
                <a:lnTo>
                  <a:pt x="305" y="29"/>
                </a:lnTo>
                <a:lnTo>
                  <a:pt x="305" y="28"/>
                </a:lnTo>
                <a:lnTo>
                  <a:pt x="306" y="28"/>
                </a:lnTo>
                <a:lnTo>
                  <a:pt x="306" y="27"/>
                </a:lnTo>
                <a:lnTo>
                  <a:pt x="306" y="26"/>
                </a:lnTo>
                <a:lnTo>
                  <a:pt x="306" y="25"/>
                </a:lnTo>
                <a:lnTo>
                  <a:pt x="305" y="25"/>
                </a:lnTo>
                <a:lnTo>
                  <a:pt x="306" y="24"/>
                </a:lnTo>
                <a:lnTo>
                  <a:pt x="305" y="23"/>
                </a:lnTo>
                <a:lnTo>
                  <a:pt x="305" y="22"/>
                </a:lnTo>
                <a:lnTo>
                  <a:pt x="305" y="21"/>
                </a:lnTo>
                <a:lnTo>
                  <a:pt x="304" y="20"/>
                </a:lnTo>
                <a:lnTo>
                  <a:pt x="303" y="19"/>
                </a:lnTo>
                <a:lnTo>
                  <a:pt x="302" y="19"/>
                </a:lnTo>
                <a:lnTo>
                  <a:pt x="302" y="18"/>
                </a:lnTo>
                <a:lnTo>
                  <a:pt x="301" y="18"/>
                </a:lnTo>
                <a:lnTo>
                  <a:pt x="301" y="17"/>
                </a:lnTo>
                <a:lnTo>
                  <a:pt x="301" y="16"/>
                </a:lnTo>
                <a:lnTo>
                  <a:pt x="302" y="16"/>
                </a:lnTo>
                <a:lnTo>
                  <a:pt x="303" y="16"/>
                </a:lnTo>
                <a:lnTo>
                  <a:pt x="304" y="16"/>
                </a:lnTo>
                <a:lnTo>
                  <a:pt x="304" y="15"/>
                </a:lnTo>
                <a:lnTo>
                  <a:pt x="306" y="15"/>
                </a:lnTo>
                <a:lnTo>
                  <a:pt x="307" y="15"/>
                </a:lnTo>
                <a:lnTo>
                  <a:pt x="308" y="15"/>
                </a:lnTo>
                <a:lnTo>
                  <a:pt x="308" y="16"/>
                </a:lnTo>
                <a:lnTo>
                  <a:pt x="309" y="16"/>
                </a:lnTo>
                <a:lnTo>
                  <a:pt x="309" y="15"/>
                </a:lnTo>
                <a:lnTo>
                  <a:pt x="310" y="14"/>
                </a:lnTo>
                <a:lnTo>
                  <a:pt x="310" y="13"/>
                </a:lnTo>
                <a:lnTo>
                  <a:pt x="311" y="13"/>
                </a:lnTo>
                <a:lnTo>
                  <a:pt x="311" y="12"/>
                </a:lnTo>
                <a:lnTo>
                  <a:pt x="311" y="11"/>
                </a:lnTo>
                <a:lnTo>
                  <a:pt x="311" y="10"/>
                </a:lnTo>
                <a:lnTo>
                  <a:pt x="312" y="10"/>
                </a:lnTo>
                <a:lnTo>
                  <a:pt x="311" y="10"/>
                </a:lnTo>
                <a:lnTo>
                  <a:pt x="311" y="9"/>
                </a:lnTo>
                <a:lnTo>
                  <a:pt x="312" y="9"/>
                </a:lnTo>
                <a:lnTo>
                  <a:pt x="313" y="9"/>
                </a:lnTo>
                <a:lnTo>
                  <a:pt x="314" y="9"/>
                </a:lnTo>
                <a:lnTo>
                  <a:pt x="315" y="8"/>
                </a:lnTo>
                <a:lnTo>
                  <a:pt x="316" y="8"/>
                </a:lnTo>
                <a:lnTo>
                  <a:pt x="317" y="8"/>
                </a:lnTo>
                <a:lnTo>
                  <a:pt x="319" y="8"/>
                </a:lnTo>
                <a:lnTo>
                  <a:pt x="320" y="8"/>
                </a:lnTo>
                <a:lnTo>
                  <a:pt x="320" y="9"/>
                </a:lnTo>
                <a:lnTo>
                  <a:pt x="321" y="10"/>
                </a:lnTo>
                <a:lnTo>
                  <a:pt x="321" y="9"/>
                </a:lnTo>
                <a:lnTo>
                  <a:pt x="322" y="9"/>
                </a:lnTo>
                <a:lnTo>
                  <a:pt x="323" y="9"/>
                </a:lnTo>
                <a:lnTo>
                  <a:pt x="324" y="8"/>
                </a:lnTo>
                <a:lnTo>
                  <a:pt x="325" y="8"/>
                </a:lnTo>
                <a:lnTo>
                  <a:pt x="325" y="7"/>
                </a:lnTo>
                <a:lnTo>
                  <a:pt x="326" y="7"/>
                </a:lnTo>
                <a:lnTo>
                  <a:pt x="326" y="6"/>
                </a:lnTo>
                <a:lnTo>
                  <a:pt x="326" y="5"/>
                </a:lnTo>
                <a:lnTo>
                  <a:pt x="326" y="4"/>
                </a:lnTo>
                <a:lnTo>
                  <a:pt x="327" y="4"/>
                </a:lnTo>
                <a:lnTo>
                  <a:pt x="328" y="4"/>
                </a:lnTo>
                <a:lnTo>
                  <a:pt x="328" y="5"/>
                </a:lnTo>
                <a:lnTo>
                  <a:pt x="329" y="5"/>
                </a:lnTo>
                <a:lnTo>
                  <a:pt x="330" y="5"/>
                </a:lnTo>
                <a:lnTo>
                  <a:pt x="331" y="5"/>
                </a:lnTo>
                <a:lnTo>
                  <a:pt x="332" y="5"/>
                </a:lnTo>
                <a:lnTo>
                  <a:pt x="331" y="4"/>
                </a:lnTo>
                <a:lnTo>
                  <a:pt x="333" y="3"/>
                </a:lnTo>
                <a:lnTo>
                  <a:pt x="333" y="2"/>
                </a:lnTo>
                <a:lnTo>
                  <a:pt x="333" y="1"/>
                </a:lnTo>
                <a:lnTo>
                  <a:pt x="334" y="1"/>
                </a:lnTo>
                <a:lnTo>
                  <a:pt x="334" y="2"/>
                </a:lnTo>
                <a:lnTo>
                  <a:pt x="334" y="3"/>
                </a:lnTo>
                <a:lnTo>
                  <a:pt x="335" y="3"/>
                </a:lnTo>
                <a:lnTo>
                  <a:pt x="337" y="3"/>
                </a:lnTo>
                <a:lnTo>
                  <a:pt x="338" y="3"/>
                </a:lnTo>
                <a:lnTo>
                  <a:pt x="339" y="4"/>
                </a:lnTo>
                <a:lnTo>
                  <a:pt x="339" y="5"/>
                </a:lnTo>
                <a:lnTo>
                  <a:pt x="339" y="6"/>
                </a:lnTo>
                <a:lnTo>
                  <a:pt x="340" y="7"/>
                </a:lnTo>
                <a:lnTo>
                  <a:pt x="341" y="8"/>
                </a:lnTo>
                <a:lnTo>
                  <a:pt x="341" y="9"/>
                </a:lnTo>
                <a:lnTo>
                  <a:pt x="340" y="9"/>
                </a:lnTo>
                <a:lnTo>
                  <a:pt x="340" y="10"/>
                </a:lnTo>
                <a:lnTo>
                  <a:pt x="340" y="11"/>
                </a:lnTo>
                <a:lnTo>
                  <a:pt x="340" y="12"/>
                </a:lnTo>
                <a:lnTo>
                  <a:pt x="341" y="12"/>
                </a:lnTo>
                <a:lnTo>
                  <a:pt x="341" y="13"/>
                </a:lnTo>
                <a:lnTo>
                  <a:pt x="341" y="14"/>
                </a:lnTo>
                <a:lnTo>
                  <a:pt x="342" y="14"/>
                </a:lnTo>
                <a:lnTo>
                  <a:pt x="341" y="14"/>
                </a:lnTo>
                <a:lnTo>
                  <a:pt x="341" y="15"/>
                </a:lnTo>
                <a:lnTo>
                  <a:pt x="342" y="15"/>
                </a:lnTo>
                <a:lnTo>
                  <a:pt x="342" y="17"/>
                </a:lnTo>
                <a:lnTo>
                  <a:pt x="342" y="19"/>
                </a:lnTo>
                <a:lnTo>
                  <a:pt x="343" y="19"/>
                </a:lnTo>
                <a:lnTo>
                  <a:pt x="342" y="19"/>
                </a:lnTo>
                <a:lnTo>
                  <a:pt x="341" y="20"/>
                </a:lnTo>
                <a:lnTo>
                  <a:pt x="341" y="21"/>
                </a:lnTo>
                <a:lnTo>
                  <a:pt x="342" y="22"/>
                </a:lnTo>
                <a:lnTo>
                  <a:pt x="344" y="22"/>
                </a:lnTo>
                <a:lnTo>
                  <a:pt x="345" y="22"/>
                </a:lnTo>
                <a:lnTo>
                  <a:pt x="345" y="23"/>
                </a:lnTo>
                <a:lnTo>
                  <a:pt x="346" y="23"/>
                </a:lnTo>
                <a:lnTo>
                  <a:pt x="346" y="24"/>
                </a:lnTo>
                <a:lnTo>
                  <a:pt x="345" y="24"/>
                </a:lnTo>
                <a:lnTo>
                  <a:pt x="345" y="25"/>
                </a:lnTo>
                <a:lnTo>
                  <a:pt x="345" y="26"/>
                </a:lnTo>
                <a:lnTo>
                  <a:pt x="345" y="27"/>
                </a:lnTo>
                <a:lnTo>
                  <a:pt x="344" y="27"/>
                </a:lnTo>
                <a:lnTo>
                  <a:pt x="344" y="28"/>
                </a:lnTo>
                <a:lnTo>
                  <a:pt x="343" y="28"/>
                </a:lnTo>
                <a:lnTo>
                  <a:pt x="343" y="29"/>
                </a:lnTo>
                <a:lnTo>
                  <a:pt x="343" y="30"/>
                </a:lnTo>
                <a:lnTo>
                  <a:pt x="342" y="30"/>
                </a:lnTo>
                <a:lnTo>
                  <a:pt x="343" y="32"/>
                </a:lnTo>
                <a:lnTo>
                  <a:pt x="344" y="31"/>
                </a:lnTo>
                <a:lnTo>
                  <a:pt x="345" y="31"/>
                </a:lnTo>
                <a:lnTo>
                  <a:pt x="345" y="30"/>
                </a:lnTo>
                <a:lnTo>
                  <a:pt x="345" y="29"/>
                </a:lnTo>
                <a:lnTo>
                  <a:pt x="346" y="29"/>
                </a:lnTo>
                <a:lnTo>
                  <a:pt x="347" y="30"/>
                </a:lnTo>
                <a:lnTo>
                  <a:pt x="348" y="30"/>
                </a:lnTo>
                <a:lnTo>
                  <a:pt x="348" y="31"/>
                </a:lnTo>
                <a:lnTo>
                  <a:pt x="349" y="31"/>
                </a:lnTo>
                <a:lnTo>
                  <a:pt x="349" y="32"/>
                </a:lnTo>
                <a:lnTo>
                  <a:pt x="350" y="32"/>
                </a:lnTo>
                <a:lnTo>
                  <a:pt x="350" y="31"/>
                </a:lnTo>
                <a:lnTo>
                  <a:pt x="349" y="31"/>
                </a:lnTo>
                <a:lnTo>
                  <a:pt x="349" y="30"/>
                </a:lnTo>
                <a:lnTo>
                  <a:pt x="350" y="30"/>
                </a:lnTo>
                <a:lnTo>
                  <a:pt x="350" y="29"/>
                </a:lnTo>
                <a:lnTo>
                  <a:pt x="351" y="28"/>
                </a:lnTo>
                <a:lnTo>
                  <a:pt x="351" y="27"/>
                </a:lnTo>
                <a:lnTo>
                  <a:pt x="352" y="26"/>
                </a:lnTo>
                <a:lnTo>
                  <a:pt x="353" y="26"/>
                </a:lnTo>
                <a:lnTo>
                  <a:pt x="354" y="26"/>
                </a:lnTo>
                <a:lnTo>
                  <a:pt x="354" y="25"/>
                </a:lnTo>
                <a:lnTo>
                  <a:pt x="355" y="25"/>
                </a:lnTo>
                <a:lnTo>
                  <a:pt x="356" y="25"/>
                </a:lnTo>
                <a:lnTo>
                  <a:pt x="356" y="24"/>
                </a:lnTo>
                <a:lnTo>
                  <a:pt x="356" y="25"/>
                </a:lnTo>
                <a:lnTo>
                  <a:pt x="357" y="25"/>
                </a:lnTo>
                <a:lnTo>
                  <a:pt x="358" y="25"/>
                </a:lnTo>
                <a:lnTo>
                  <a:pt x="359" y="25"/>
                </a:lnTo>
                <a:lnTo>
                  <a:pt x="359" y="26"/>
                </a:lnTo>
                <a:lnTo>
                  <a:pt x="359" y="27"/>
                </a:lnTo>
                <a:lnTo>
                  <a:pt x="360" y="27"/>
                </a:lnTo>
                <a:lnTo>
                  <a:pt x="361" y="27"/>
                </a:lnTo>
                <a:lnTo>
                  <a:pt x="361" y="28"/>
                </a:lnTo>
                <a:lnTo>
                  <a:pt x="361" y="29"/>
                </a:lnTo>
                <a:lnTo>
                  <a:pt x="361" y="30"/>
                </a:lnTo>
                <a:lnTo>
                  <a:pt x="361" y="32"/>
                </a:lnTo>
                <a:lnTo>
                  <a:pt x="361" y="33"/>
                </a:lnTo>
                <a:lnTo>
                  <a:pt x="361" y="34"/>
                </a:lnTo>
                <a:lnTo>
                  <a:pt x="361" y="35"/>
                </a:lnTo>
                <a:lnTo>
                  <a:pt x="361" y="36"/>
                </a:lnTo>
                <a:lnTo>
                  <a:pt x="362" y="36"/>
                </a:lnTo>
                <a:lnTo>
                  <a:pt x="363" y="36"/>
                </a:lnTo>
                <a:lnTo>
                  <a:pt x="363" y="35"/>
                </a:lnTo>
                <a:lnTo>
                  <a:pt x="364" y="35"/>
                </a:lnTo>
                <a:lnTo>
                  <a:pt x="365" y="35"/>
                </a:lnTo>
                <a:lnTo>
                  <a:pt x="366" y="35"/>
                </a:lnTo>
                <a:lnTo>
                  <a:pt x="367" y="35"/>
                </a:lnTo>
                <a:lnTo>
                  <a:pt x="368" y="35"/>
                </a:lnTo>
                <a:lnTo>
                  <a:pt x="369" y="35"/>
                </a:lnTo>
                <a:lnTo>
                  <a:pt x="369" y="34"/>
                </a:lnTo>
                <a:lnTo>
                  <a:pt x="370" y="35"/>
                </a:lnTo>
                <a:lnTo>
                  <a:pt x="371" y="35"/>
                </a:lnTo>
                <a:lnTo>
                  <a:pt x="371" y="34"/>
                </a:lnTo>
                <a:lnTo>
                  <a:pt x="370" y="34"/>
                </a:lnTo>
                <a:lnTo>
                  <a:pt x="370" y="33"/>
                </a:lnTo>
                <a:lnTo>
                  <a:pt x="371" y="33"/>
                </a:lnTo>
                <a:lnTo>
                  <a:pt x="372" y="33"/>
                </a:lnTo>
                <a:lnTo>
                  <a:pt x="373" y="33"/>
                </a:lnTo>
                <a:lnTo>
                  <a:pt x="373" y="34"/>
                </a:lnTo>
                <a:lnTo>
                  <a:pt x="374" y="34"/>
                </a:lnTo>
                <a:lnTo>
                  <a:pt x="374" y="35"/>
                </a:lnTo>
                <a:lnTo>
                  <a:pt x="375" y="36"/>
                </a:lnTo>
                <a:lnTo>
                  <a:pt x="375" y="37"/>
                </a:lnTo>
                <a:lnTo>
                  <a:pt x="376" y="37"/>
                </a:lnTo>
                <a:lnTo>
                  <a:pt x="377" y="37"/>
                </a:lnTo>
                <a:lnTo>
                  <a:pt x="378" y="38"/>
                </a:lnTo>
                <a:lnTo>
                  <a:pt x="379" y="38"/>
                </a:lnTo>
                <a:lnTo>
                  <a:pt x="379" y="39"/>
                </a:lnTo>
                <a:lnTo>
                  <a:pt x="380" y="39"/>
                </a:lnTo>
                <a:lnTo>
                  <a:pt x="381" y="40"/>
                </a:lnTo>
                <a:lnTo>
                  <a:pt x="381" y="41"/>
                </a:lnTo>
                <a:lnTo>
                  <a:pt x="381" y="42"/>
                </a:lnTo>
                <a:lnTo>
                  <a:pt x="381" y="43"/>
                </a:lnTo>
                <a:lnTo>
                  <a:pt x="381" y="44"/>
                </a:lnTo>
                <a:lnTo>
                  <a:pt x="382" y="45"/>
                </a:lnTo>
                <a:lnTo>
                  <a:pt x="382" y="46"/>
                </a:lnTo>
                <a:lnTo>
                  <a:pt x="381" y="47"/>
                </a:lnTo>
                <a:lnTo>
                  <a:pt x="381" y="50"/>
                </a:lnTo>
                <a:lnTo>
                  <a:pt x="383" y="75"/>
                </a:lnTo>
                <a:lnTo>
                  <a:pt x="383" y="76"/>
                </a:lnTo>
                <a:lnTo>
                  <a:pt x="384" y="83"/>
                </a:lnTo>
                <a:lnTo>
                  <a:pt x="384" y="85"/>
                </a:lnTo>
                <a:lnTo>
                  <a:pt x="385" y="96"/>
                </a:lnTo>
                <a:lnTo>
                  <a:pt x="390" y="94"/>
                </a:lnTo>
                <a:lnTo>
                  <a:pt x="389" y="89"/>
                </a:lnTo>
                <a:lnTo>
                  <a:pt x="394" y="90"/>
                </a:lnTo>
                <a:lnTo>
                  <a:pt x="398" y="91"/>
                </a:lnTo>
                <a:lnTo>
                  <a:pt x="404" y="94"/>
                </a:lnTo>
                <a:lnTo>
                  <a:pt x="403" y="97"/>
                </a:lnTo>
                <a:lnTo>
                  <a:pt x="408" y="99"/>
                </a:lnTo>
                <a:lnTo>
                  <a:pt x="410" y="100"/>
                </a:lnTo>
                <a:lnTo>
                  <a:pt x="413" y="102"/>
                </a:lnTo>
                <a:lnTo>
                  <a:pt x="417" y="105"/>
                </a:lnTo>
                <a:lnTo>
                  <a:pt x="420" y="108"/>
                </a:lnTo>
                <a:lnTo>
                  <a:pt x="425" y="112"/>
                </a:lnTo>
                <a:lnTo>
                  <a:pt x="428" y="115"/>
                </a:lnTo>
                <a:lnTo>
                  <a:pt x="431" y="118"/>
                </a:lnTo>
                <a:lnTo>
                  <a:pt x="431" y="119"/>
                </a:lnTo>
                <a:lnTo>
                  <a:pt x="433" y="122"/>
                </a:lnTo>
                <a:lnTo>
                  <a:pt x="438" y="127"/>
                </a:lnTo>
                <a:lnTo>
                  <a:pt x="438" y="128"/>
                </a:lnTo>
                <a:lnTo>
                  <a:pt x="442" y="132"/>
                </a:lnTo>
                <a:lnTo>
                  <a:pt x="443" y="134"/>
                </a:lnTo>
                <a:lnTo>
                  <a:pt x="444" y="134"/>
                </a:lnTo>
                <a:lnTo>
                  <a:pt x="444" y="133"/>
                </a:lnTo>
                <a:lnTo>
                  <a:pt x="446" y="132"/>
                </a:lnTo>
                <a:lnTo>
                  <a:pt x="451" y="139"/>
                </a:lnTo>
                <a:lnTo>
                  <a:pt x="450" y="140"/>
                </a:lnTo>
                <a:lnTo>
                  <a:pt x="450" y="141"/>
                </a:lnTo>
                <a:lnTo>
                  <a:pt x="451" y="141"/>
                </a:lnTo>
                <a:lnTo>
                  <a:pt x="452" y="142"/>
                </a:lnTo>
                <a:lnTo>
                  <a:pt x="453" y="142"/>
                </a:lnTo>
                <a:lnTo>
                  <a:pt x="456" y="143"/>
                </a:lnTo>
                <a:lnTo>
                  <a:pt x="457" y="143"/>
                </a:lnTo>
                <a:lnTo>
                  <a:pt x="458" y="143"/>
                </a:lnTo>
                <a:lnTo>
                  <a:pt x="459" y="143"/>
                </a:lnTo>
                <a:lnTo>
                  <a:pt x="460" y="143"/>
                </a:lnTo>
                <a:lnTo>
                  <a:pt x="462" y="143"/>
                </a:lnTo>
                <a:lnTo>
                  <a:pt x="463" y="143"/>
                </a:lnTo>
                <a:lnTo>
                  <a:pt x="464" y="143"/>
                </a:lnTo>
                <a:lnTo>
                  <a:pt x="465" y="143"/>
                </a:lnTo>
                <a:lnTo>
                  <a:pt x="466" y="144"/>
                </a:lnTo>
                <a:lnTo>
                  <a:pt x="468" y="144"/>
                </a:lnTo>
                <a:lnTo>
                  <a:pt x="469" y="144"/>
                </a:lnTo>
                <a:lnTo>
                  <a:pt x="469" y="145"/>
                </a:lnTo>
                <a:lnTo>
                  <a:pt x="470" y="145"/>
                </a:lnTo>
                <a:lnTo>
                  <a:pt x="471" y="145"/>
                </a:lnTo>
                <a:lnTo>
                  <a:pt x="471" y="146"/>
                </a:lnTo>
                <a:lnTo>
                  <a:pt x="472" y="146"/>
                </a:lnTo>
                <a:lnTo>
                  <a:pt x="473" y="146"/>
                </a:lnTo>
                <a:lnTo>
                  <a:pt x="474" y="146"/>
                </a:lnTo>
                <a:lnTo>
                  <a:pt x="475" y="147"/>
                </a:lnTo>
                <a:lnTo>
                  <a:pt x="476" y="147"/>
                </a:lnTo>
                <a:lnTo>
                  <a:pt x="479" y="148"/>
                </a:lnTo>
                <a:lnTo>
                  <a:pt x="481" y="148"/>
                </a:lnTo>
                <a:lnTo>
                  <a:pt x="484" y="148"/>
                </a:lnTo>
                <a:lnTo>
                  <a:pt x="487" y="150"/>
                </a:lnTo>
                <a:lnTo>
                  <a:pt x="487" y="151"/>
                </a:lnTo>
                <a:lnTo>
                  <a:pt x="488" y="151"/>
                </a:lnTo>
                <a:lnTo>
                  <a:pt x="487" y="152"/>
                </a:lnTo>
                <a:lnTo>
                  <a:pt x="488" y="152"/>
                </a:lnTo>
                <a:lnTo>
                  <a:pt x="489" y="152"/>
                </a:lnTo>
                <a:lnTo>
                  <a:pt x="491" y="152"/>
                </a:lnTo>
                <a:lnTo>
                  <a:pt x="492" y="152"/>
                </a:lnTo>
                <a:lnTo>
                  <a:pt x="493" y="151"/>
                </a:lnTo>
                <a:lnTo>
                  <a:pt x="494" y="151"/>
                </a:lnTo>
                <a:lnTo>
                  <a:pt x="495" y="151"/>
                </a:lnTo>
                <a:lnTo>
                  <a:pt x="496" y="151"/>
                </a:lnTo>
                <a:lnTo>
                  <a:pt x="496" y="150"/>
                </a:lnTo>
                <a:lnTo>
                  <a:pt x="497" y="150"/>
                </a:lnTo>
                <a:lnTo>
                  <a:pt x="497" y="151"/>
                </a:lnTo>
                <a:lnTo>
                  <a:pt x="498" y="152"/>
                </a:lnTo>
                <a:lnTo>
                  <a:pt x="499" y="152"/>
                </a:lnTo>
                <a:lnTo>
                  <a:pt x="499" y="151"/>
                </a:lnTo>
                <a:lnTo>
                  <a:pt x="499" y="150"/>
                </a:lnTo>
                <a:lnTo>
                  <a:pt x="499" y="149"/>
                </a:lnTo>
                <a:lnTo>
                  <a:pt x="500" y="149"/>
                </a:lnTo>
                <a:lnTo>
                  <a:pt x="500" y="150"/>
                </a:lnTo>
                <a:lnTo>
                  <a:pt x="501" y="150"/>
                </a:lnTo>
                <a:lnTo>
                  <a:pt x="502" y="150"/>
                </a:lnTo>
                <a:lnTo>
                  <a:pt x="504" y="150"/>
                </a:lnTo>
                <a:lnTo>
                  <a:pt x="505" y="149"/>
                </a:lnTo>
                <a:lnTo>
                  <a:pt x="506" y="149"/>
                </a:lnTo>
                <a:lnTo>
                  <a:pt x="507" y="148"/>
                </a:lnTo>
                <a:lnTo>
                  <a:pt x="508" y="148"/>
                </a:lnTo>
                <a:lnTo>
                  <a:pt x="509" y="147"/>
                </a:lnTo>
                <a:lnTo>
                  <a:pt x="510" y="147"/>
                </a:lnTo>
                <a:lnTo>
                  <a:pt x="510" y="146"/>
                </a:lnTo>
                <a:lnTo>
                  <a:pt x="512" y="146"/>
                </a:lnTo>
                <a:lnTo>
                  <a:pt x="513" y="146"/>
                </a:lnTo>
                <a:lnTo>
                  <a:pt x="514" y="148"/>
                </a:lnTo>
                <a:lnTo>
                  <a:pt x="514" y="149"/>
                </a:lnTo>
                <a:lnTo>
                  <a:pt x="514" y="150"/>
                </a:lnTo>
                <a:lnTo>
                  <a:pt x="512" y="150"/>
                </a:lnTo>
                <a:lnTo>
                  <a:pt x="512" y="151"/>
                </a:lnTo>
                <a:lnTo>
                  <a:pt x="512" y="150"/>
                </a:lnTo>
                <a:lnTo>
                  <a:pt x="511" y="151"/>
                </a:lnTo>
                <a:lnTo>
                  <a:pt x="510" y="151"/>
                </a:lnTo>
                <a:lnTo>
                  <a:pt x="510" y="152"/>
                </a:lnTo>
                <a:lnTo>
                  <a:pt x="510" y="153"/>
                </a:lnTo>
                <a:lnTo>
                  <a:pt x="508" y="153"/>
                </a:lnTo>
                <a:lnTo>
                  <a:pt x="507" y="154"/>
                </a:lnTo>
                <a:lnTo>
                  <a:pt x="507" y="155"/>
                </a:lnTo>
                <a:lnTo>
                  <a:pt x="506" y="155"/>
                </a:lnTo>
                <a:lnTo>
                  <a:pt x="505" y="155"/>
                </a:lnTo>
                <a:lnTo>
                  <a:pt x="504" y="156"/>
                </a:lnTo>
                <a:lnTo>
                  <a:pt x="504" y="157"/>
                </a:lnTo>
                <a:lnTo>
                  <a:pt x="503" y="158"/>
                </a:lnTo>
                <a:lnTo>
                  <a:pt x="502" y="158"/>
                </a:lnTo>
                <a:lnTo>
                  <a:pt x="502" y="159"/>
                </a:lnTo>
                <a:lnTo>
                  <a:pt x="501" y="159"/>
                </a:lnTo>
                <a:lnTo>
                  <a:pt x="500" y="160"/>
                </a:lnTo>
                <a:lnTo>
                  <a:pt x="498" y="160"/>
                </a:lnTo>
                <a:lnTo>
                  <a:pt x="498" y="161"/>
                </a:lnTo>
                <a:lnTo>
                  <a:pt x="497" y="161"/>
                </a:lnTo>
                <a:lnTo>
                  <a:pt x="496" y="162"/>
                </a:lnTo>
                <a:lnTo>
                  <a:pt x="495" y="164"/>
                </a:lnTo>
                <a:lnTo>
                  <a:pt x="494" y="165"/>
                </a:lnTo>
                <a:lnTo>
                  <a:pt x="492" y="167"/>
                </a:lnTo>
                <a:lnTo>
                  <a:pt x="491" y="167"/>
                </a:lnTo>
                <a:lnTo>
                  <a:pt x="490" y="168"/>
                </a:lnTo>
                <a:lnTo>
                  <a:pt x="491" y="168"/>
                </a:lnTo>
                <a:lnTo>
                  <a:pt x="490" y="170"/>
                </a:lnTo>
                <a:lnTo>
                  <a:pt x="488" y="172"/>
                </a:lnTo>
                <a:lnTo>
                  <a:pt x="488" y="173"/>
                </a:lnTo>
                <a:lnTo>
                  <a:pt x="487" y="174"/>
                </a:lnTo>
                <a:lnTo>
                  <a:pt x="487" y="175"/>
                </a:lnTo>
                <a:lnTo>
                  <a:pt x="486" y="175"/>
                </a:lnTo>
                <a:lnTo>
                  <a:pt x="487" y="177"/>
                </a:lnTo>
                <a:lnTo>
                  <a:pt x="486" y="179"/>
                </a:lnTo>
                <a:lnTo>
                  <a:pt x="486" y="180"/>
                </a:lnTo>
                <a:lnTo>
                  <a:pt x="484" y="183"/>
                </a:lnTo>
                <a:lnTo>
                  <a:pt x="483" y="184"/>
                </a:lnTo>
                <a:lnTo>
                  <a:pt x="482" y="184"/>
                </a:lnTo>
                <a:lnTo>
                  <a:pt x="481" y="185"/>
                </a:lnTo>
                <a:lnTo>
                  <a:pt x="480" y="185"/>
                </a:lnTo>
                <a:lnTo>
                  <a:pt x="480" y="186"/>
                </a:lnTo>
                <a:lnTo>
                  <a:pt x="479" y="186"/>
                </a:lnTo>
                <a:lnTo>
                  <a:pt x="478" y="187"/>
                </a:lnTo>
                <a:lnTo>
                  <a:pt x="477" y="188"/>
                </a:lnTo>
                <a:lnTo>
                  <a:pt x="476" y="188"/>
                </a:lnTo>
                <a:lnTo>
                  <a:pt x="475" y="190"/>
                </a:lnTo>
                <a:lnTo>
                  <a:pt x="474" y="191"/>
                </a:lnTo>
                <a:lnTo>
                  <a:pt x="474" y="192"/>
                </a:lnTo>
                <a:lnTo>
                  <a:pt x="473" y="193"/>
                </a:lnTo>
                <a:lnTo>
                  <a:pt x="473" y="194"/>
                </a:lnTo>
                <a:lnTo>
                  <a:pt x="472" y="195"/>
                </a:lnTo>
                <a:lnTo>
                  <a:pt x="471" y="197"/>
                </a:lnTo>
                <a:lnTo>
                  <a:pt x="471" y="198"/>
                </a:lnTo>
                <a:lnTo>
                  <a:pt x="470" y="200"/>
                </a:lnTo>
                <a:lnTo>
                  <a:pt x="469" y="201"/>
                </a:lnTo>
                <a:lnTo>
                  <a:pt x="468" y="202"/>
                </a:lnTo>
                <a:lnTo>
                  <a:pt x="467" y="205"/>
                </a:lnTo>
                <a:lnTo>
                  <a:pt x="467" y="206"/>
                </a:lnTo>
                <a:lnTo>
                  <a:pt x="467" y="207"/>
                </a:lnTo>
                <a:lnTo>
                  <a:pt x="466" y="207"/>
                </a:lnTo>
                <a:lnTo>
                  <a:pt x="465" y="207"/>
                </a:lnTo>
                <a:lnTo>
                  <a:pt x="465" y="206"/>
                </a:lnTo>
                <a:lnTo>
                  <a:pt x="464" y="207"/>
                </a:lnTo>
                <a:lnTo>
                  <a:pt x="463" y="208"/>
                </a:lnTo>
                <a:lnTo>
                  <a:pt x="461" y="209"/>
                </a:lnTo>
                <a:lnTo>
                  <a:pt x="460" y="209"/>
                </a:lnTo>
                <a:lnTo>
                  <a:pt x="459" y="210"/>
                </a:lnTo>
                <a:lnTo>
                  <a:pt x="458" y="210"/>
                </a:lnTo>
                <a:lnTo>
                  <a:pt x="457" y="210"/>
                </a:lnTo>
                <a:lnTo>
                  <a:pt x="456" y="210"/>
                </a:lnTo>
                <a:lnTo>
                  <a:pt x="456" y="211"/>
                </a:lnTo>
                <a:lnTo>
                  <a:pt x="455" y="212"/>
                </a:lnTo>
                <a:lnTo>
                  <a:pt x="452" y="212"/>
                </a:lnTo>
                <a:lnTo>
                  <a:pt x="451" y="212"/>
                </a:lnTo>
                <a:lnTo>
                  <a:pt x="450" y="211"/>
                </a:lnTo>
                <a:lnTo>
                  <a:pt x="449" y="211"/>
                </a:lnTo>
                <a:lnTo>
                  <a:pt x="449" y="212"/>
                </a:lnTo>
                <a:lnTo>
                  <a:pt x="448" y="212"/>
                </a:lnTo>
                <a:lnTo>
                  <a:pt x="448" y="213"/>
                </a:lnTo>
                <a:lnTo>
                  <a:pt x="448" y="214"/>
                </a:lnTo>
                <a:lnTo>
                  <a:pt x="447" y="214"/>
                </a:lnTo>
                <a:lnTo>
                  <a:pt x="447" y="215"/>
                </a:lnTo>
                <a:lnTo>
                  <a:pt x="446" y="216"/>
                </a:lnTo>
                <a:lnTo>
                  <a:pt x="445" y="216"/>
                </a:lnTo>
                <a:lnTo>
                  <a:pt x="446" y="216"/>
                </a:lnTo>
                <a:lnTo>
                  <a:pt x="446" y="217"/>
                </a:lnTo>
                <a:lnTo>
                  <a:pt x="445" y="217"/>
                </a:lnTo>
                <a:lnTo>
                  <a:pt x="444" y="218"/>
                </a:lnTo>
                <a:lnTo>
                  <a:pt x="443" y="219"/>
                </a:lnTo>
                <a:lnTo>
                  <a:pt x="444" y="218"/>
                </a:lnTo>
                <a:lnTo>
                  <a:pt x="444" y="217"/>
                </a:lnTo>
                <a:lnTo>
                  <a:pt x="443" y="215"/>
                </a:lnTo>
                <a:lnTo>
                  <a:pt x="438" y="218"/>
                </a:lnTo>
                <a:lnTo>
                  <a:pt x="437" y="218"/>
                </a:lnTo>
                <a:lnTo>
                  <a:pt x="436" y="219"/>
                </a:lnTo>
                <a:lnTo>
                  <a:pt x="435" y="219"/>
                </a:lnTo>
                <a:lnTo>
                  <a:pt x="435" y="220"/>
                </a:lnTo>
                <a:lnTo>
                  <a:pt x="435" y="221"/>
                </a:lnTo>
                <a:lnTo>
                  <a:pt x="436" y="221"/>
                </a:lnTo>
                <a:lnTo>
                  <a:pt x="436" y="222"/>
                </a:lnTo>
                <a:lnTo>
                  <a:pt x="435" y="225"/>
                </a:lnTo>
                <a:lnTo>
                  <a:pt x="434" y="225"/>
                </a:lnTo>
                <a:lnTo>
                  <a:pt x="433" y="225"/>
                </a:lnTo>
                <a:lnTo>
                  <a:pt x="433" y="226"/>
                </a:lnTo>
                <a:lnTo>
                  <a:pt x="433" y="227"/>
                </a:lnTo>
                <a:lnTo>
                  <a:pt x="433" y="228"/>
                </a:lnTo>
                <a:lnTo>
                  <a:pt x="434" y="228"/>
                </a:lnTo>
                <a:lnTo>
                  <a:pt x="435" y="228"/>
                </a:lnTo>
                <a:lnTo>
                  <a:pt x="435" y="229"/>
                </a:lnTo>
                <a:lnTo>
                  <a:pt x="436" y="230"/>
                </a:lnTo>
                <a:lnTo>
                  <a:pt x="436" y="231"/>
                </a:lnTo>
                <a:lnTo>
                  <a:pt x="436" y="232"/>
                </a:lnTo>
                <a:lnTo>
                  <a:pt x="435" y="232"/>
                </a:lnTo>
                <a:lnTo>
                  <a:pt x="435" y="233"/>
                </a:lnTo>
                <a:lnTo>
                  <a:pt x="436" y="234"/>
                </a:lnTo>
                <a:lnTo>
                  <a:pt x="435" y="234"/>
                </a:lnTo>
                <a:lnTo>
                  <a:pt x="435" y="235"/>
                </a:lnTo>
                <a:lnTo>
                  <a:pt x="436" y="235"/>
                </a:lnTo>
                <a:lnTo>
                  <a:pt x="437" y="234"/>
                </a:lnTo>
                <a:lnTo>
                  <a:pt x="439" y="233"/>
                </a:lnTo>
                <a:lnTo>
                  <a:pt x="439" y="232"/>
                </a:lnTo>
                <a:lnTo>
                  <a:pt x="439" y="229"/>
                </a:lnTo>
                <a:lnTo>
                  <a:pt x="439" y="228"/>
                </a:lnTo>
                <a:lnTo>
                  <a:pt x="439" y="226"/>
                </a:lnTo>
                <a:lnTo>
                  <a:pt x="439" y="225"/>
                </a:lnTo>
                <a:lnTo>
                  <a:pt x="440" y="224"/>
                </a:lnTo>
                <a:lnTo>
                  <a:pt x="441" y="224"/>
                </a:lnTo>
                <a:lnTo>
                  <a:pt x="441" y="223"/>
                </a:lnTo>
                <a:lnTo>
                  <a:pt x="442" y="222"/>
                </a:lnTo>
                <a:lnTo>
                  <a:pt x="442" y="221"/>
                </a:lnTo>
                <a:lnTo>
                  <a:pt x="443" y="221"/>
                </a:lnTo>
                <a:lnTo>
                  <a:pt x="445" y="223"/>
                </a:lnTo>
                <a:lnTo>
                  <a:pt x="445" y="224"/>
                </a:lnTo>
                <a:lnTo>
                  <a:pt x="446" y="224"/>
                </a:lnTo>
                <a:lnTo>
                  <a:pt x="446" y="225"/>
                </a:lnTo>
                <a:lnTo>
                  <a:pt x="447" y="225"/>
                </a:lnTo>
                <a:lnTo>
                  <a:pt x="446" y="225"/>
                </a:lnTo>
                <a:lnTo>
                  <a:pt x="445" y="226"/>
                </a:lnTo>
                <a:lnTo>
                  <a:pt x="446" y="227"/>
                </a:lnTo>
                <a:lnTo>
                  <a:pt x="446" y="228"/>
                </a:lnTo>
                <a:lnTo>
                  <a:pt x="445" y="228"/>
                </a:lnTo>
                <a:lnTo>
                  <a:pt x="445" y="227"/>
                </a:lnTo>
                <a:lnTo>
                  <a:pt x="444" y="228"/>
                </a:lnTo>
                <a:lnTo>
                  <a:pt x="445" y="228"/>
                </a:lnTo>
                <a:lnTo>
                  <a:pt x="445" y="229"/>
                </a:lnTo>
                <a:lnTo>
                  <a:pt x="445" y="230"/>
                </a:lnTo>
                <a:lnTo>
                  <a:pt x="445" y="231"/>
                </a:lnTo>
                <a:lnTo>
                  <a:pt x="445" y="232"/>
                </a:lnTo>
                <a:lnTo>
                  <a:pt x="444" y="232"/>
                </a:lnTo>
                <a:lnTo>
                  <a:pt x="443" y="232"/>
                </a:lnTo>
                <a:lnTo>
                  <a:pt x="442" y="234"/>
                </a:lnTo>
                <a:lnTo>
                  <a:pt x="442" y="235"/>
                </a:lnTo>
                <a:lnTo>
                  <a:pt x="442" y="236"/>
                </a:lnTo>
                <a:lnTo>
                  <a:pt x="442" y="237"/>
                </a:lnTo>
                <a:lnTo>
                  <a:pt x="443" y="237"/>
                </a:lnTo>
                <a:lnTo>
                  <a:pt x="443" y="236"/>
                </a:lnTo>
                <a:lnTo>
                  <a:pt x="444" y="235"/>
                </a:lnTo>
                <a:lnTo>
                  <a:pt x="445" y="235"/>
                </a:lnTo>
                <a:lnTo>
                  <a:pt x="446" y="234"/>
                </a:lnTo>
                <a:lnTo>
                  <a:pt x="446" y="233"/>
                </a:lnTo>
                <a:lnTo>
                  <a:pt x="447" y="233"/>
                </a:lnTo>
                <a:lnTo>
                  <a:pt x="447" y="232"/>
                </a:lnTo>
                <a:lnTo>
                  <a:pt x="447" y="231"/>
                </a:lnTo>
                <a:lnTo>
                  <a:pt x="448" y="229"/>
                </a:lnTo>
                <a:lnTo>
                  <a:pt x="449" y="228"/>
                </a:lnTo>
                <a:lnTo>
                  <a:pt x="448" y="228"/>
                </a:lnTo>
                <a:lnTo>
                  <a:pt x="448" y="226"/>
                </a:lnTo>
                <a:lnTo>
                  <a:pt x="449" y="226"/>
                </a:lnTo>
                <a:lnTo>
                  <a:pt x="449" y="225"/>
                </a:lnTo>
                <a:lnTo>
                  <a:pt x="450" y="224"/>
                </a:lnTo>
                <a:lnTo>
                  <a:pt x="450" y="223"/>
                </a:lnTo>
                <a:lnTo>
                  <a:pt x="450" y="222"/>
                </a:lnTo>
                <a:lnTo>
                  <a:pt x="452" y="222"/>
                </a:lnTo>
                <a:lnTo>
                  <a:pt x="453" y="221"/>
                </a:lnTo>
                <a:lnTo>
                  <a:pt x="459" y="218"/>
                </a:lnTo>
                <a:lnTo>
                  <a:pt x="460" y="218"/>
                </a:lnTo>
                <a:lnTo>
                  <a:pt x="461" y="217"/>
                </a:lnTo>
                <a:lnTo>
                  <a:pt x="462" y="216"/>
                </a:lnTo>
                <a:lnTo>
                  <a:pt x="464" y="214"/>
                </a:lnTo>
                <a:lnTo>
                  <a:pt x="465" y="213"/>
                </a:lnTo>
                <a:lnTo>
                  <a:pt x="465" y="212"/>
                </a:lnTo>
                <a:lnTo>
                  <a:pt x="466" y="211"/>
                </a:lnTo>
                <a:lnTo>
                  <a:pt x="467" y="211"/>
                </a:lnTo>
                <a:lnTo>
                  <a:pt x="468" y="210"/>
                </a:lnTo>
                <a:lnTo>
                  <a:pt x="469" y="210"/>
                </a:lnTo>
                <a:lnTo>
                  <a:pt x="470" y="209"/>
                </a:lnTo>
                <a:lnTo>
                  <a:pt x="471" y="209"/>
                </a:lnTo>
                <a:lnTo>
                  <a:pt x="472" y="209"/>
                </a:lnTo>
                <a:lnTo>
                  <a:pt x="472" y="210"/>
                </a:lnTo>
                <a:lnTo>
                  <a:pt x="473" y="210"/>
                </a:lnTo>
                <a:lnTo>
                  <a:pt x="474" y="210"/>
                </a:lnTo>
                <a:lnTo>
                  <a:pt x="475" y="210"/>
                </a:lnTo>
                <a:lnTo>
                  <a:pt x="475" y="209"/>
                </a:lnTo>
                <a:lnTo>
                  <a:pt x="476" y="209"/>
                </a:lnTo>
                <a:lnTo>
                  <a:pt x="477" y="208"/>
                </a:lnTo>
                <a:lnTo>
                  <a:pt x="477" y="209"/>
                </a:lnTo>
                <a:lnTo>
                  <a:pt x="477" y="210"/>
                </a:lnTo>
                <a:lnTo>
                  <a:pt x="476" y="210"/>
                </a:lnTo>
                <a:lnTo>
                  <a:pt x="476" y="211"/>
                </a:lnTo>
                <a:lnTo>
                  <a:pt x="476" y="212"/>
                </a:lnTo>
                <a:lnTo>
                  <a:pt x="475" y="213"/>
                </a:lnTo>
                <a:lnTo>
                  <a:pt x="475" y="214"/>
                </a:lnTo>
                <a:lnTo>
                  <a:pt x="476" y="215"/>
                </a:lnTo>
                <a:lnTo>
                  <a:pt x="476" y="216"/>
                </a:lnTo>
                <a:lnTo>
                  <a:pt x="476" y="217"/>
                </a:lnTo>
                <a:lnTo>
                  <a:pt x="477" y="218"/>
                </a:lnTo>
                <a:lnTo>
                  <a:pt x="478" y="219"/>
                </a:lnTo>
                <a:lnTo>
                  <a:pt x="479" y="219"/>
                </a:lnTo>
                <a:lnTo>
                  <a:pt x="479" y="218"/>
                </a:lnTo>
                <a:lnTo>
                  <a:pt x="480" y="217"/>
                </a:lnTo>
                <a:lnTo>
                  <a:pt x="481" y="217"/>
                </a:lnTo>
                <a:lnTo>
                  <a:pt x="482" y="217"/>
                </a:lnTo>
                <a:lnTo>
                  <a:pt x="482" y="216"/>
                </a:lnTo>
                <a:lnTo>
                  <a:pt x="482" y="215"/>
                </a:lnTo>
                <a:lnTo>
                  <a:pt x="483" y="215"/>
                </a:lnTo>
                <a:lnTo>
                  <a:pt x="483" y="214"/>
                </a:lnTo>
                <a:lnTo>
                  <a:pt x="483" y="213"/>
                </a:lnTo>
                <a:lnTo>
                  <a:pt x="483" y="211"/>
                </a:lnTo>
                <a:lnTo>
                  <a:pt x="483" y="210"/>
                </a:lnTo>
                <a:lnTo>
                  <a:pt x="484" y="209"/>
                </a:lnTo>
                <a:lnTo>
                  <a:pt x="484" y="208"/>
                </a:lnTo>
                <a:lnTo>
                  <a:pt x="485" y="208"/>
                </a:lnTo>
                <a:lnTo>
                  <a:pt x="485" y="207"/>
                </a:lnTo>
                <a:lnTo>
                  <a:pt x="484" y="207"/>
                </a:lnTo>
                <a:lnTo>
                  <a:pt x="483" y="206"/>
                </a:lnTo>
                <a:lnTo>
                  <a:pt x="482" y="206"/>
                </a:lnTo>
                <a:lnTo>
                  <a:pt x="479" y="206"/>
                </a:lnTo>
                <a:lnTo>
                  <a:pt x="479" y="207"/>
                </a:lnTo>
                <a:lnTo>
                  <a:pt x="477" y="207"/>
                </a:lnTo>
                <a:lnTo>
                  <a:pt x="476" y="207"/>
                </a:lnTo>
                <a:lnTo>
                  <a:pt x="475" y="207"/>
                </a:lnTo>
                <a:lnTo>
                  <a:pt x="474" y="207"/>
                </a:lnTo>
                <a:lnTo>
                  <a:pt x="473" y="208"/>
                </a:lnTo>
                <a:lnTo>
                  <a:pt x="472" y="208"/>
                </a:lnTo>
                <a:lnTo>
                  <a:pt x="472" y="206"/>
                </a:lnTo>
                <a:lnTo>
                  <a:pt x="473" y="206"/>
                </a:lnTo>
                <a:lnTo>
                  <a:pt x="473" y="205"/>
                </a:lnTo>
                <a:lnTo>
                  <a:pt x="474" y="204"/>
                </a:lnTo>
                <a:lnTo>
                  <a:pt x="475" y="204"/>
                </a:lnTo>
                <a:lnTo>
                  <a:pt x="476" y="203"/>
                </a:lnTo>
                <a:lnTo>
                  <a:pt x="476" y="202"/>
                </a:lnTo>
                <a:lnTo>
                  <a:pt x="476" y="201"/>
                </a:lnTo>
                <a:lnTo>
                  <a:pt x="477" y="200"/>
                </a:lnTo>
                <a:lnTo>
                  <a:pt x="477" y="199"/>
                </a:lnTo>
                <a:lnTo>
                  <a:pt x="478" y="198"/>
                </a:lnTo>
                <a:lnTo>
                  <a:pt x="479" y="198"/>
                </a:lnTo>
                <a:lnTo>
                  <a:pt x="480" y="197"/>
                </a:lnTo>
                <a:lnTo>
                  <a:pt x="481" y="196"/>
                </a:lnTo>
                <a:lnTo>
                  <a:pt x="483" y="195"/>
                </a:lnTo>
                <a:lnTo>
                  <a:pt x="484" y="195"/>
                </a:lnTo>
                <a:lnTo>
                  <a:pt x="485" y="195"/>
                </a:lnTo>
                <a:lnTo>
                  <a:pt x="485" y="194"/>
                </a:lnTo>
                <a:lnTo>
                  <a:pt x="486" y="194"/>
                </a:lnTo>
                <a:lnTo>
                  <a:pt x="485" y="194"/>
                </a:lnTo>
                <a:lnTo>
                  <a:pt x="486" y="194"/>
                </a:lnTo>
                <a:lnTo>
                  <a:pt x="488" y="194"/>
                </a:lnTo>
                <a:lnTo>
                  <a:pt x="489" y="193"/>
                </a:lnTo>
                <a:lnTo>
                  <a:pt x="490" y="193"/>
                </a:lnTo>
                <a:lnTo>
                  <a:pt x="491" y="193"/>
                </a:lnTo>
                <a:lnTo>
                  <a:pt x="491" y="191"/>
                </a:lnTo>
                <a:lnTo>
                  <a:pt x="492" y="191"/>
                </a:lnTo>
                <a:lnTo>
                  <a:pt x="491" y="190"/>
                </a:lnTo>
                <a:lnTo>
                  <a:pt x="493" y="189"/>
                </a:lnTo>
                <a:lnTo>
                  <a:pt x="494" y="190"/>
                </a:lnTo>
                <a:lnTo>
                  <a:pt x="495" y="190"/>
                </a:lnTo>
                <a:lnTo>
                  <a:pt x="497" y="190"/>
                </a:lnTo>
                <a:lnTo>
                  <a:pt x="497" y="191"/>
                </a:lnTo>
                <a:lnTo>
                  <a:pt x="497" y="192"/>
                </a:lnTo>
                <a:lnTo>
                  <a:pt x="499" y="192"/>
                </a:lnTo>
                <a:lnTo>
                  <a:pt x="500" y="193"/>
                </a:lnTo>
                <a:lnTo>
                  <a:pt x="501" y="195"/>
                </a:lnTo>
                <a:lnTo>
                  <a:pt x="502" y="195"/>
                </a:lnTo>
                <a:lnTo>
                  <a:pt x="503" y="195"/>
                </a:lnTo>
                <a:lnTo>
                  <a:pt x="503" y="197"/>
                </a:lnTo>
                <a:lnTo>
                  <a:pt x="502" y="197"/>
                </a:lnTo>
                <a:lnTo>
                  <a:pt x="501" y="198"/>
                </a:lnTo>
                <a:lnTo>
                  <a:pt x="502" y="198"/>
                </a:lnTo>
                <a:lnTo>
                  <a:pt x="502" y="199"/>
                </a:lnTo>
                <a:lnTo>
                  <a:pt x="502" y="200"/>
                </a:lnTo>
                <a:lnTo>
                  <a:pt x="503" y="201"/>
                </a:lnTo>
                <a:lnTo>
                  <a:pt x="503" y="202"/>
                </a:lnTo>
                <a:lnTo>
                  <a:pt x="504" y="202"/>
                </a:lnTo>
                <a:lnTo>
                  <a:pt x="503" y="203"/>
                </a:lnTo>
                <a:lnTo>
                  <a:pt x="500" y="208"/>
                </a:lnTo>
                <a:lnTo>
                  <a:pt x="500" y="209"/>
                </a:lnTo>
                <a:lnTo>
                  <a:pt x="500" y="210"/>
                </a:lnTo>
                <a:lnTo>
                  <a:pt x="501" y="214"/>
                </a:lnTo>
                <a:lnTo>
                  <a:pt x="502" y="214"/>
                </a:lnTo>
                <a:lnTo>
                  <a:pt x="503" y="214"/>
                </a:lnTo>
                <a:lnTo>
                  <a:pt x="504" y="214"/>
                </a:lnTo>
                <a:lnTo>
                  <a:pt x="505" y="215"/>
                </a:lnTo>
                <a:lnTo>
                  <a:pt x="506" y="216"/>
                </a:lnTo>
                <a:lnTo>
                  <a:pt x="506" y="217"/>
                </a:lnTo>
                <a:lnTo>
                  <a:pt x="506" y="218"/>
                </a:lnTo>
                <a:lnTo>
                  <a:pt x="506" y="217"/>
                </a:lnTo>
                <a:lnTo>
                  <a:pt x="505" y="217"/>
                </a:lnTo>
                <a:lnTo>
                  <a:pt x="504" y="218"/>
                </a:lnTo>
                <a:lnTo>
                  <a:pt x="505" y="218"/>
                </a:lnTo>
                <a:lnTo>
                  <a:pt x="505" y="219"/>
                </a:lnTo>
                <a:lnTo>
                  <a:pt x="504" y="219"/>
                </a:lnTo>
                <a:lnTo>
                  <a:pt x="503" y="219"/>
                </a:lnTo>
                <a:lnTo>
                  <a:pt x="503" y="220"/>
                </a:lnTo>
                <a:lnTo>
                  <a:pt x="504" y="220"/>
                </a:lnTo>
                <a:lnTo>
                  <a:pt x="503" y="221"/>
                </a:lnTo>
                <a:lnTo>
                  <a:pt x="504" y="221"/>
                </a:lnTo>
                <a:lnTo>
                  <a:pt x="504" y="222"/>
                </a:lnTo>
                <a:lnTo>
                  <a:pt x="501" y="225"/>
                </a:lnTo>
                <a:lnTo>
                  <a:pt x="501" y="226"/>
                </a:lnTo>
                <a:lnTo>
                  <a:pt x="500" y="227"/>
                </a:lnTo>
                <a:lnTo>
                  <a:pt x="500" y="228"/>
                </a:lnTo>
                <a:lnTo>
                  <a:pt x="500" y="230"/>
                </a:lnTo>
                <a:lnTo>
                  <a:pt x="501" y="230"/>
                </a:lnTo>
                <a:lnTo>
                  <a:pt x="501" y="231"/>
                </a:lnTo>
                <a:lnTo>
                  <a:pt x="500" y="231"/>
                </a:lnTo>
                <a:lnTo>
                  <a:pt x="499" y="232"/>
                </a:lnTo>
                <a:lnTo>
                  <a:pt x="500" y="232"/>
                </a:lnTo>
                <a:lnTo>
                  <a:pt x="500" y="233"/>
                </a:lnTo>
                <a:lnTo>
                  <a:pt x="502" y="234"/>
                </a:lnTo>
                <a:lnTo>
                  <a:pt x="503" y="235"/>
                </a:lnTo>
                <a:lnTo>
                  <a:pt x="504" y="235"/>
                </a:lnTo>
                <a:lnTo>
                  <a:pt x="503" y="236"/>
                </a:lnTo>
                <a:lnTo>
                  <a:pt x="503" y="237"/>
                </a:lnTo>
                <a:lnTo>
                  <a:pt x="502" y="237"/>
                </a:lnTo>
                <a:lnTo>
                  <a:pt x="501" y="239"/>
                </a:lnTo>
                <a:lnTo>
                  <a:pt x="502" y="239"/>
                </a:lnTo>
                <a:lnTo>
                  <a:pt x="502" y="240"/>
                </a:lnTo>
                <a:lnTo>
                  <a:pt x="503" y="241"/>
                </a:lnTo>
                <a:lnTo>
                  <a:pt x="502" y="242"/>
                </a:lnTo>
                <a:lnTo>
                  <a:pt x="502" y="243"/>
                </a:lnTo>
                <a:lnTo>
                  <a:pt x="506" y="242"/>
                </a:lnTo>
                <a:lnTo>
                  <a:pt x="506" y="243"/>
                </a:lnTo>
                <a:lnTo>
                  <a:pt x="507" y="243"/>
                </a:lnTo>
                <a:lnTo>
                  <a:pt x="508" y="243"/>
                </a:lnTo>
                <a:lnTo>
                  <a:pt x="508" y="244"/>
                </a:lnTo>
                <a:lnTo>
                  <a:pt x="508" y="243"/>
                </a:lnTo>
                <a:lnTo>
                  <a:pt x="509" y="243"/>
                </a:lnTo>
                <a:lnTo>
                  <a:pt x="509" y="242"/>
                </a:lnTo>
                <a:lnTo>
                  <a:pt x="510" y="242"/>
                </a:lnTo>
                <a:lnTo>
                  <a:pt x="511" y="242"/>
                </a:lnTo>
                <a:lnTo>
                  <a:pt x="511" y="243"/>
                </a:lnTo>
                <a:lnTo>
                  <a:pt x="510" y="244"/>
                </a:lnTo>
                <a:lnTo>
                  <a:pt x="509" y="245"/>
                </a:lnTo>
                <a:lnTo>
                  <a:pt x="508" y="245"/>
                </a:lnTo>
                <a:lnTo>
                  <a:pt x="508" y="246"/>
                </a:lnTo>
                <a:lnTo>
                  <a:pt x="508" y="247"/>
                </a:lnTo>
                <a:lnTo>
                  <a:pt x="507" y="247"/>
                </a:lnTo>
                <a:lnTo>
                  <a:pt x="508" y="248"/>
                </a:lnTo>
                <a:lnTo>
                  <a:pt x="508" y="249"/>
                </a:lnTo>
                <a:lnTo>
                  <a:pt x="509" y="249"/>
                </a:lnTo>
                <a:lnTo>
                  <a:pt x="509" y="250"/>
                </a:lnTo>
                <a:lnTo>
                  <a:pt x="510" y="251"/>
                </a:lnTo>
                <a:lnTo>
                  <a:pt x="509" y="252"/>
                </a:lnTo>
                <a:lnTo>
                  <a:pt x="509" y="253"/>
                </a:lnTo>
                <a:lnTo>
                  <a:pt x="509" y="252"/>
                </a:lnTo>
                <a:lnTo>
                  <a:pt x="508" y="252"/>
                </a:lnTo>
                <a:lnTo>
                  <a:pt x="508" y="251"/>
                </a:lnTo>
                <a:lnTo>
                  <a:pt x="507" y="251"/>
                </a:lnTo>
                <a:lnTo>
                  <a:pt x="507" y="252"/>
                </a:lnTo>
                <a:lnTo>
                  <a:pt x="507" y="253"/>
                </a:lnTo>
                <a:lnTo>
                  <a:pt x="507" y="254"/>
                </a:lnTo>
                <a:lnTo>
                  <a:pt x="506" y="255"/>
                </a:lnTo>
                <a:lnTo>
                  <a:pt x="506" y="256"/>
                </a:lnTo>
                <a:lnTo>
                  <a:pt x="505" y="257"/>
                </a:lnTo>
                <a:lnTo>
                  <a:pt x="504" y="257"/>
                </a:lnTo>
                <a:lnTo>
                  <a:pt x="503" y="257"/>
                </a:lnTo>
                <a:lnTo>
                  <a:pt x="502" y="258"/>
                </a:lnTo>
                <a:lnTo>
                  <a:pt x="500" y="260"/>
                </a:lnTo>
                <a:lnTo>
                  <a:pt x="499" y="261"/>
                </a:lnTo>
                <a:lnTo>
                  <a:pt x="499" y="262"/>
                </a:lnTo>
                <a:lnTo>
                  <a:pt x="498" y="261"/>
                </a:lnTo>
                <a:lnTo>
                  <a:pt x="497" y="262"/>
                </a:lnTo>
                <a:lnTo>
                  <a:pt x="496" y="262"/>
                </a:lnTo>
                <a:lnTo>
                  <a:pt x="496" y="263"/>
                </a:lnTo>
                <a:lnTo>
                  <a:pt x="495" y="263"/>
                </a:lnTo>
                <a:lnTo>
                  <a:pt x="495" y="264"/>
                </a:lnTo>
                <a:lnTo>
                  <a:pt x="492" y="265"/>
                </a:lnTo>
                <a:lnTo>
                  <a:pt x="491" y="265"/>
                </a:lnTo>
                <a:lnTo>
                  <a:pt x="490" y="264"/>
                </a:lnTo>
                <a:lnTo>
                  <a:pt x="489" y="264"/>
                </a:lnTo>
                <a:lnTo>
                  <a:pt x="489" y="263"/>
                </a:lnTo>
                <a:lnTo>
                  <a:pt x="488" y="263"/>
                </a:lnTo>
                <a:lnTo>
                  <a:pt x="488" y="264"/>
                </a:lnTo>
                <a:lnTo>
                  <a:pt x="487" y="263"/>
                </a:lnTo>
                <a:lnTo>
                  <a:pt x="487" y="262"/>
                </a:lnTo>
                <a:lnTo>
                  <a:pt x="487" y="259"/>
                </a:lnTo>
                <a:lnTo>
                  <a:pt x="487" y="258"/>
                </a:lnTo>
                <a:lnTo>
                  <a:pt x="487" y="255"/>
                </a:lnTo>
                <a:lnTo>
                  <a:pt x="487" y="254"/>
                </a:lnTo>
                <a:lnTo>
                  <a:pt x="487" y="253"/>
                </a:lnTo>
                <a:lnTo>
                  <a:pt x="487" y="252"/>
                </a:lnTo>
                <a:lnTo>
                  <a:pt x="487" y="251"/>
                </a:lnTo>
                <a:lnTo>
                  <a:pt x="486" y="249"/>
                </a:lnTo>
                <a:lnTo>
                  <a:pt x="486" y="248"/>
                </a:lnTo>
                <a:lnTo>
                  <a:pt x="487" y="246"/>
                </a:lnTo>
                <a:lnTo>
                  <a:pt x="487" y="245"/>
                </a:lnTo>
                <a:lnTo>
                  <a:pt x="487" y="244"/>
                </a:lnTo>
                <a:lnTo>
                  <a:pt x="486" y="243"/>
                </a:lnTo>
                <a:lnTo>
                  <a:pt x="487" y="242"/>
                </a:lnTo>
                <a:lnTo>
                  <a:pt x="487" y="241"/>
                </a:lnTo>
                <a:lnTo>
                  <a:pt x="488" y="242"/>
                </a:lnTo>
                <a:lnTo>
                  <a:pt x="489" y="241"/>
                </a:lnTo>
                <a:lnTo>
                  <a:pt x="489" y="240"/>
                </a:lnTo>
                <a:lnTo>
                  <a:pt x="488" y="240"/>
                </a:lnTo>
                <a:lnTo>
                  <a:pt x="489" y="239"/>
                </a:lnTo>
                <a:lnTo>
                  <a:pt x="490" y="239"/>
                </a:lnTo>
                <a:lnTo>
                  <a:pt x="490" y="238"/>
                </a:lnTo>
                <a:lnTo>
                  <a:pt x="489" y="238"/>
                </a:lnTo>
                <a:lnTo>
                  <a:pt x="488" y="238"/>
                </a:lnTo>
                <a:lnTo>
                  <a:pt x="487" y="238"/>
                </a:lnTo>
                <a:lnTo>
                  <a:pt x="487" y="237"/>
                </a:lnTo>
                <a:lnTo>
                  <a:pt x="486" y="238"/>
                </a:lnTo>
                <a:lnTo>
                  <a:pt x="485" y="239"/>
                </a:lnTo>
                <a:lnTo>
                  <a:pt x="485" y="240"/>
                </a:lnTo>
                <a:lnTo>
                  <a:pt x="486" y="240"/>
                </a:lnTo>
                <a:lnTo>
                  <a:pt x="485" y="240"/>
                </a:lnTo>
                <a:lnTo>
                  <a:pt x="484" y="241"/>
                </a:lnTo>
                <a:lnTo>
                  <a:pt x="484" y="240"/>
                </a:lnTo>
                <a:lnTo>
                  <a:pt x="484" y="239"/>
                </a:lnTo>
                <a:lnTo>
                  <a:pt x="485" y="239"/>
                </a:lnTo>
                <a:lnTo>
                  <a:pt x="485" y="238"/>
                </a:lnTo>
                <a:lnTo>
                  <a:pt x="484" y="238"/>
                </a:lnTo>
                <a:lnTo>
                  <a:pt x="484" y="237"/>
                </a:lnTo>
                <a:lnTo>
                  <a:pt x="485" y="237"/>
                </a:lnTo>
                <a:lnTo>
                  <a:pt x="485" y="236"/>
                </a:lnTo>
                <a:lnTo>
                  <a:pt x="485" y="235"/>
                </a:lnTo>
                <a:lnTo>
                  <a:pt x="485" y="234"/>
                </a:lnTo>
                <a:lnTo>
                  <a:pt x="484" y="234"/>
                </a:lnTo>
                <a:lnTo>
                  <a:pt x="484" y="235"/>
                </a:lnTo>
                <a:lnTo>
                  <a:pt x="483" y="235"/>
                </a:lnTo>
                <a:lnTo>
                  <a:pt x="483" y="234"/>
                </a:lnTo>
                <a:lnTo>
                  <a:pt x="484" y="233"/>
                </a:lnTo>
                <a:lnTo>
                  <a:pt x="485" y="233"/>
                </a:lnTo>
                <a:lnTo>
                  <a:pt x="485" y="232"/>
                </a:lnTo>
                <a:lnTo>
                  <a:pt x="485" y="231"/>
                </a:lnTo>
                <a:lnTo>
                  <a:pt x="484" y="232"/>
                </a:lnTo>
                <a:lnTo>
                  <a:pt x="483" y="232"/>
                </a:lnTo>
                <a:lnTo>
                  <a:pt x="483" y="233"/>
                </a:lnTo>
                <a:lnTo>
                  <a:pt x="482" y="233"/>
                </a:lnTo>
                <a:lnTo>
                  <a:pt x="482" y="234"/>
                </a:lnTo>
                <a:lnTo>
                  <a:pt x="481" y="234"/>
                </a:lnTo>
                <a:lnTo>
                  <a:pt x="481" y="235"/>
                </a:lnTo>
                <a:lnTo>
                  <a:pt x="480" y="236"/>
                </a:lnTo>
                <a:lnTo>
                  <a:pt x="481" y="236"/>
                </a:lnTo>
                <a:lnTo>
                  <a:pt x="482" y="236"/>
                </a:lnTo>
                <a:lnTo>
                  <a:pt x="483" y="237"/>
                </a:lnTo>
                <a:lnTo>
                  <a:pt x="483" y="238"/>
                </a:lnTo>
                <a:lnTo>
                  <a:pt x="482" y="238"/>
                </a:lnTo>
                <a:lnTo>
                  <a:pt x="482" y="240"/>
                </a:lnTo>
                <a:lnTo>
                  <a:pt x="483" y="240"/>
                </a:lnTo>
                <a:lnTo>
                  <a:pt x="483" y="241"/>
                </a:lnTo>
                <a:lnTo>
                  <a:pt x="483" y="242"/>
                </a:lnTo>
                <a:lnTo>
                  <a:pt x="483" y="243"/>
                </a:lnTo>
                <a:lnTo>
                  <a:pt x="483" y="244"/>
                </a:lnTo>
                <a:lnTo>
                  <a:pt x="484" y="246"/>
                </a:lnTo>
                <a:lnTo>
                  <a:pt x="484" y="248"/>
                </a:lnTo>
                <a:lnTo>
                  <a:pt x="485" y="249"/>
                </a:lnTo>
                <a:lnTo>
                  <a:pt x="484" y="252"/>
                </a:lnTo>
                <a:lnTo>
                  <a:pt x="484" y="253"/>
                </a:lnTo>
                <a:lnTo>
                  <a:pt x="484" y="256"/>
                </a:lnTo>
                <a:lnTo>
                  <a:pt x="483" y="257"/>
                </a:lnTo>
                <a:lnTo>
                  <a:pt x="483" y="258"/>
                </a:lnTo>
                <a:lnTo>
                  <a:pt x="483" y="260"/>
                </a:lnTo>
                <a:lnTo>
                  <a:pt x="483" y="261"/>
                </a:lnTo>
                <a:lnTo>
                  <a:pt x="483" y="262"/>
                </a:lnTo>
                <a:lnTo>
                  <a:pt x="484" y="263"/>
                </a:lnTo>
                <a:lnTo>
                  <a:pt x="484" y="264"/>
                </a:lnTo>
                <a:lnTo>
                  <a:pt x="484" y="265"/>
                </a:lnTo>
                <a:lnTo>
                  <a:pt x="483" y="266"/>
                </a:lnTo>
                <a:lnTo>
                  <a:pt x="483" y="267"/>
                </a:lnTo>
                <a:lnTo>
                  <a:pt x="482" y="268"/>
                </a:lnTo>
                <a:lnTo>
                  <a:pt x="481" y="269"/>
                </a:lnTo>
                <a:lnTo>
                  <a:pt x="480" y="269"/>
                </a:lnTo>
                <a:lnTo>
                  <a:pt x="478" y="270"/>
                </a:lnTo>
                <a:lnTo>
                  <a:pt x="478" y="271"/>
                </a:lnTo>
                <a:lnTo>
                  <a:pt x="477" y="271"/>
                </a:lnTo>
                <a:lnTo>
                  <a:pt x="477" y="270"/>
                </a:lnTo>
                <a:lnTo>
                  <a:pt x="476" y="270"/>
                </a:lnTo>
                <a:lnTo>
                  <a:pt x="475" y="270"/>
                </a:lnTo>
                <a:lnTo>
                  <a:pt x="475" y="269"/>
                </a:lnTo>
                <a:lnTo>
                  <a:pt x="474" y="269"/>
                </a:lnTo>
                <a:lnTo>
                  <a:pt x="473" y="269"/>
                </a:lnTo>
                <a:lnTo>
                  <a:pt x="473" y="268"/>
                </a:lnTo>
                <a:lnTo>
                  <a:pt x="472" y="268"/>
                </a:lnTo>
                <a:lnTo>
                  <a:pt x="472" y="267"/>
                </a:lnTo>
                <a:lnTo>
                  <a:pt x="468" y="265"/>
                </a:lnTo>
                <a:lnTo>
                  <a:pt x="466" y="264"/>
                </a:lnTo>
                <a:lnTo>
                  <a:pt x="465" y="262"/>
                </a:lnTo>
                <a:lnTo>
                  <a:pt x="464" y="261"/>
                </a:lnTo>
                <a:lnTo>
                  <a:pt x="464" y="260"/>
                </a:lnTo>
                <a:lnTo>
                  <a:pt x="463" y="259"/>
                </a:lnTo>
                <a:lnTo>
                  <a:pt x="463" y="258"/>
                </a:lnTo>
                <a:lnTo>
                  <a:pt x="462" y="257"/>
                </a:lnTo>
                <a:lnTo>
                  <a:pt x="462" y="256"/>
                </a:lnTo>
                <a:lnTo>
                  <a:pt x="461" y="255"/>
                </a:lnTo>
                <a:lnTo>
                  <a:pt x="461" y="254"/>
                </a:lnTo>
                <a:lnTo>
                  <a:pt x="461" y="253"/>
                </a:lnTo>
                <a:lnTo>
                  <a:pt x="460" y="253"/>
                </a:lnTo>
                <a:lnTo>
                  <a:pt x="460" y="254"/>
                </a:lnTo>
                <a:lnTo>
                  <a:pt x="459" y="254"/>
                </a:lnTo>
                <a:lnTo>
                  <a:pt x="458" y="254"/>
                </a:lnTo>
                <a:lnTo>
                  <a:pt x="457" y="254"/>
                </a:lnTo>
                <a:lnTo>
                  <a:pt x="456" y="254"/>
                </a:lnTo>
                <a:lnTo>
                  <a:pt x="455" y="253"/>
                </a:lnTo>
                <a:lnTo>
                  <a:pt x="453" y="253"/>
                </a:lnTo>
                <a:lnTo>
                  <a:pt x="452" y="253"/>
                </a:lnTo>
                <a:lnTo>
                  <a:pt x="451" y="253"/>
                </a:lnTo>
                <a:lnTo>
                  <a:pt x="450" y="253"/>
                </a:lnTo>
                <a:lnTo>
                  <a:pt x="450" y="254"/>
                </a:lnTo>
                <a:lnTo>
                  <a:pt x="451" y="254"/>
                </a:lnTo>
                <a:lnTo>
                  <a:pt x="449" y="254"/>
                </a:lnTo>
                <a:lnTo>
                  <a:pt x="450" y="254"/>
                </a:lnTo>
                <a:lnTo>
                  <a:pt x="451" y="254"/>
                </a:lnTo>
                <a:lnTo>
                  <a:pt x="451" y="253"/>
                </a:lnTo>
                <a:lnTo>
                  <a:pt x="452" y="253"/>
                </a:lnTo>
                <a:lnTo>
                  <a:pt x="453" y="254"/>
                </a:lnTo>
                <a:lnTo>
                  <a:pt x="455" y="254"/>
                </a:lnTo>
                <a:lnTo>
                  <a:pt x="455" y="255"/>
                </a:lnTo>
                <a:lnTo>
                  <a:pt x="456" y="255"/>
                </a:lnTo>
                <a:lnTo>
                  <a:pt x="457" y="256"/>
                </a:lnTo>
                <a:lnTo>
                  <a:pt x="458" y="256"/>
                </a:lnTo>
                <a:lnTo>
                  <a:pt x="459" y="257"/>
                </a:lnTo>
                <a:lnTo>
                  <a:pt x="459" y="258"/>
                </a:lnTo>
                <a:lnTo>
                  <a:pt x="460" y="259"/>
                </a:lnTo>
                <a:lnTo>
                  <a:pt x="459" y="260"/>
                </a:lnTo>
                <a:lnTo>
                  <a:pt x="458" y="260"/>
                </a:lnTo>
                <a:lnTo>
                  <a:pt x="458" y="259"/>
                </a:lnTo>
                <a:lnTo>
                  <a:pt x="457" y="260"/>
                </a:lnTo>
                <a:lnTo>
                  <a:pt x="456" y="260"/>
                </a:lnTo>
                <a:lnTo>
                  <a:pt x="456" y="261"/>
                </a:lnTo>
                <a:lnTo>
                  <a:pt x="455" y="261"/>
                </a:lnTo>
                <a:lnTo>
                  <a:pt x="453" y="261"/>
                </a:lnTo>
                <a:lnTo>
                  <a:pt x="452" y="261"/>
                </a:lnTo>
                <a:lnTo>
                  <a:pt x="453" y="261"/>
                </a:lnTo>
                <a:lnTo>
                  <a:pt x="453" y="263"/>
                </a:lnTo>
                <a:lnTo>
                  <a:pt x="453" y="264"/>
                </a:lnTo>
                <a:lnTo>
                  <a:pt x="452" y="264"/>
                </a:lnTo>
                <a:lnTo>
                  <a:pt x="452" y="266"/>
                </a:lnTo>
                <a:lnTo>
                  <a:pt x="453" y="266"/>
                </a:lnTo>
                <a:lnTo>
                  <a:pt x="455" y="266"/>
                </a:lnTo>
                <a:lnTo>
                  <a:pt x="455" y="267"/>
                </a:lnTo>
                <a:lnTo>
                  <a:pt x="457" y="269"/>
                </a:lnTo>
                <a:lnTo>
                  <a:pt x="457" y="268"/>
                </a:lnTo>
                <a:lnTo>
                  <a:pt x="458" y="268"/>
                </a:lnTo>
                <a:lnTo>
                  <a:pt x="460" y="268"/>
                </a:lnTo>
                <a:lnTo>
                  <a:pt x="460" y="270"/>
                </a:lnTo>
                <a:lnTo>
                  <a:pt x="462" y="270"/>
                </a:lnTo>
                <a:lnTo>
                  <a:pt x="462" y="269"/>
                </a:lnTo>
                <a:lnTo>
                  <a:pt x="463" y="269"/>
                </a:lnTo>
                <a:lnTo>
                  <a:pt x="463" y="270"/>
                </a:lnTo>
                <a:lnTo>
                  <a:pt x="464" y="271"/>
                </a:lnTo>
                <a:lnTo>
                  <a:pt x="464" y="272"/>
                </a:lnTo>
                <a:lnTo>
                  <a:pt x="461" y="273"/>
                </a:lnTo>
                <a:lnTo>
                  <a:pt x="460" y="273"/>
                </a:lnTo>
                <a:lnTo>
                  <a:pt x="458" y="273"/>
                </a:lnTo>
                <a:lnTo>
                  <a:pt x="457" y="273"/>
                </a:lnTo>
                <a:lnTo>
                  <a:pt x="456" y="273"/>
                </a:lnTo>
                <a:lnTo>
                  <a:pt x="452" y="273"/>
                </a:lnTo>
                <a:lnTo>
                  <a:pt x="451" y="273"/>
                </a:lnTo>
                <a:lnTo>
                  <a:pt x="450" y="272"/>
                </a:lnTo>
                <a:lnTo>
                  <a:pt x="449" y="272"/>
                </a:lnTo>
                <a:lnTo>
                  <a:pt x="449" y="271"/>
                </a:lnTo>
                <a:lnTo>
                  <a:pt x="449" y="270"/>
                </a:lnTo>
                <a:lnTo>
                  <a:pt x="448" y="270"/>
                </a:lnTo>
                <a:lnTo>
                  <a:pt x="447" y="271"/>
                </a:lnTo>
                <a:lnTo>
                  <a:pt x="447" y="272"/>
                </a:lnTo>
                <a:lnTo>
                  <a:pt x="446" y="272"/>
                </a:lnTo>
                <a:lnTo>
                  <a:pt x="446" y="273"/>
                </a:lnTo>
                <a:lnTo>
                  <a:pt x="445" y="273"/>
                </a:lnTo>
                <a:lnTo>
                  <a:pt x="445" y="272"/>
                </a:lnTo>
                <a:lnTo>
                  <a:pt x="444" y="271"/>
                </a:lnTo>
                <a:lnTo>
                  <a:pt x="443" y="271"/>
                </a:lnTo>
                <a:lnTo>
                  <a:pt x="442" y="271"/>
                </a:lnTo>
                <a:lnTo>
                  <a:pt x="442" y="272"/>
                </a:lnTo>
                <a:lnTo>
                  <a:pt x="442" y="273"/>
                </a:lnTo>
                <a:lnTo>
                  <a:pt x="442" y="272"/>
                </a:lnTo>
                <a:lnTo>
                  <a:pt x="443" y="272"/>
                </a:lnTo>
                <a:lnTo>
                  <a:pt x="443" y="273"/>
                </a:lnTo>
                <a:lnTo>
                  <a:pt x="445" y="273"/>
                </a:lnTo>
                <a:lnTo>
                  <a:pt x="445" y="274"/>
                </a:lnTo>
                <a:lnTo>
                  <a:pt x="445" y="275"/>
                </a:lnTo>
                <a:lnTo>
                  <a:pt x="446" y="275"/>
                </a:lnTo>
                <a:lnTo>
                  <a:pt x="446" y="274"/>
                </a:lnTo>
                <a:lnTo>
                  <a:pt x="449" y="274"/>
                </a:lnTo>
                <a:lnTo>
                  <a:pt x="450" y="274"/>
                </a:lnTo>
                <a:lnTo>
                  <a:pt x="450" y="276"/>
                </a:lnTo>
                <a:lnTo>
                  <a:pt x="451" y="276"/>
                </a:lnTo>
                <a:lnTo>
                  <a:pt x="452" y="277"/>
                </a:lnTo>
                <a:lnTo>
                  <a:pt x="453" y="276"/>
                </a:lnTo>
                <a:lnTo>
                  <a:pt x="456" y="276"/>
                </a:lnTo>
                <a:lnTo>
                  <a:pt x="458" y="276"/>
                </a:lnTo>
                <a:lnTo>
                  <a:pt x="458" y="277"/>
                </a:lnTo>
                <a:lnTo>
                  <a:pt x="459" y="277"/>
                </a:lnTo>
                <a:lnTo>
                  <a:pt x="460" y="276"/>
                </a:lnTo>
                <a:lnTo>
                  <a:pt x="461" y="276"/>
                </a:lnTo>
                <a:lnTo>
                  <a:pt x="462" y="276"/>
                </a:lnTo>
                <a:lnTo>
                  <a:pt x="463" y="276"/>
                </a:lnTo>
                <a:lnTo>
                  <a:pt x="464" y="276"/>
                </a:lnTo>
                <a:lnTo>
                  <a:pt x="465" y="276"/>
                </a:lnTo>
                <a:lnTo>
                  <a:pt x="466" y="277"/>
                </a:lnTo>
                <a:lnTo>
                  <a:pt x="467" y="277"/>
                </a:lnTo>
                <a:lnTo>
                  <a:pt x="468" y="277"/>
                </a:lnTo>
                <a:lnTo>
                  <a:pt x="470" y="276"/>
                </a:lnTo>
                <a:lnTo>
                  <a:pt x="471" y="276"/>
                </a:lnTo>
                <a:lnTo>
                  <a:pt x="472" y="276"/>
                </a:lnTo>
                <a:lnTo>
                  <a:pt x="471" y="277"/>
                </a:lnTo>
                <a:lnTo>
                  <a:pt x="470" y="278"/>
                </a:lnTo>
                <a:lnTo>
                  <a:pt x="469" y="280"/>
                </a:lnTo>
                <a:lnTo>
                  <a:pt x="469" y="281"/>
                </a:lnTo>
                <a:lnTo>
                  <a:pt x="470" y="281"/>
                </a:lnTo>
                <a:lnTo>
                  <a:pt x="470" y="282"/>
                </a:lnTo>
                <a:lnTo>
                  <a:pt x="470" y="283"/>
                </a:lnTo>
                <a:lnTo>
                  <a:pt x="471" y="284"/>
                </a:lnTo>
                <a:lnTo>
                  <a:pt x="471" y="285"/>
                </a:lnTo>
                <a:lnTo>
                  <a:pt x="471" y="286"/>
                </a:lnTo>
                <a:lnTo>
                  <a:pt x="470" y="286"/>
                </a:lnTo>
                <a:lnTo>
                  <a:pt x="469" y="286"/>
                </a:lnTo>
                <a:lnTo>
                  <a:pt x="468" y="286"/>
                </a:lnTo>
                <a:lnTo>
                  <a:pt x="467" y="286"/>
                </a:lnTo>
                <a:lnTo>
                  <a:pt x="466" y="287"/>
                </a:lnTo>
                <a:lnTo>
                  <a:pt x="465" y="287"/>
                </a:lnTo>
                <a:lnTo>
                  <a:pt x="465" y="286"/>
                </a:lnTo>
                <a:lnTo>
                  <a:pt x="463" y="285"/>
                </a:lnTo>
                <a:lnTo>
                  <a:pt x="461" y="285"/>
                </a:lnTo>
                <a:lnTo>
                  <a:pt x="460" y="286"/>
                </a:lnTo>
                <a:lnTo>
                  <a:pt x="459" y="286"/>
                </a:lnTo>
                <a:lnTo>
                  <a:pt x="459" y="288"/>
                </a:lnTo>
                <a:lnTo>
                  <a:pt x="460" y="288"/>
                </a:lnTo>
                <a:lnTo>
                  <a:pt x="460" y="289"/>
                </a:lnTo>
                <a:lnTo>
                  <a:pt x="459" y="291"/>
                </a:lnTo>
                <a:lnTo>
                  <a:pt x="458" y="291"/>
                </a:lnTo>
                <a:lnTo>
                  <a:pt x="458" y="292"/>
                </a:lnTo>
                <a:lnTo>
                  <a:pt x="459" y="294"/>
                </a:lnTo>
                <a:lnTo>
                  <a:pt x="462" y="292"/>
                </a:lnTo>
                <a:lnTo>
                  <a:pt x="462" y="291"/>
                </a:lnTo>
                <a:lnTo>
                  <a:pt x="461" y="291"/>
                </a:lnTo>
                <a:lnTo>
                  <a:pt x="460" y="290"/>
                </a:lnTo>
                <a:lnTo>
                  <a:pt x="460" y="289"/>
                </a:lnTo>
                <a:lnTo>
                  <a:pt x="460" y="288"/>
                </a:lnTo>
                <a:lnTo>
                  <a:pt x="460" y="287"/>
                </a:lnTo>
                <a:lnTo>
                  <a:pt x="461" y="286"/>
                </a:lnTo>
                <a:lnTo>
                  <a:pt x="462" y="286"/>
                </a:lnTo>
                <a:lnTo>
                  <a:pt x="463" y="286"/>
                </a:lnTo>
                <a:lnTo>
                  <a:pt x="464" y="287"/>
                </a:lnTo>
                <a:lnTo>
                  <a:pt x="465" y="287"/>
                </a:lnTo>
                <a:lnTo>
                  <a:pt x="465" y="288"/>
                </a:lnTo>
                <a:lnTo>
                  <a:pt x="466" y="288"/>
                </a:lnTo>
                <a:lnTo>
                  <a:pt x="467" y="288"/>
                </a:lnTo>
                <a:lnTo>
                  <a:pt x="467" y="287"/>
                </a:lnTo>
                <a:lnTo>
                  <a:pt x="468" y="287"/>
                </a:lnTo>
                <a:lnTo>
                  <a:pt x="469" y="287"/>
                </a:lnTo>
                <a:lnTo>
                  <a:pt x="470" y="287"/>
                </a:lnTo>
                <a:lnTo>
                  <a:pt x="471" y="286"/>
                </a:lnTo>
                <a:lnTo>
                  <a:pt x="472" y="286"/>
                </a:lnTo>
                <a:lnTo>
                  <a:pt x="472" y="285"/>
                </a:lnTo>
                <a:lnTo>
                  <a:pt x="472" y="284"/>
                </a:lnTo>
                <a:lnTo>
                  <a:pt x="473" y="284"/>
                </a:lnTo>
                <a:lnTo>
                  <a:pt x="474" y="284"/>
                </a:lnTo>
                <a:lnTo>
                  <a:pt x="474" y="283"/>
                </a:lnTo>
                <a:lnTo>
                  <a:pt x="475" y="284"/>
                </a:lnTo>
                <a:lnTo>
                  <a:pt x="475" y="285"/>
                </a:lnTo>
                <a:lnTo>
                  <a:pt x="476" y="285"/>
                </a:lnTo>
                <a:lnTo>
                  <a:pt x="477" y="285"/>
                </a:lnTo>
                <a:lnTo>
                  <a:pt x="476" y="285"/>
                </a:lnTo>
                <a:lnTo>
                  <a:pt x="476" y="286"/>
                </a:lnTo>
                <a:lnTo>
                  <a:pt x="477" y="286"/>
                </a:lnTo>
                <a:lnTo>
                  <a:pt x="478" y="287"/>
                </a:lnTo>
                <a:lnTo>
                  <a:pt x="477" y="287"/>
                </a:lnTo>
                <a:lnTo>
                  <a:pt x="477" y="288"/>
                </a:lnTo>
                <a:lnTo>
                  <a:pt x="479" y="288"/>
                </a:lnTo>
                <a:lnTo>
                  <a:pt x="480" y="288"/>
                </a:lnTo>
                <a:lnTo>
                  <a:pt x="480" y="289"/>
                </a:lnTo>
                <a:lnTo>
                  <a:pt x="479" y="288"/>
                </a:lnTo>
                <a:lnTo>
                  <a:pt x="478" y="288"/>
                </a:lnTo>
                <a:lnTo>
                  <a:pt x="477" y="289"/>
                </a:lnTo>
                <a:lnTo>
                  <a:pt x="477" y="290"/>
                </a:lnTo>
                <a:lnTo>
                  <a:pt x="478" y="290"/>
                </a:lnTo>
                <a:lnTo>
                  <a:pt x="479" y="292"/>
                </a:lnTo>
                <a:lnTo>
                  <a:pt x="479" y="293"/>
                </a:lnTo>
                <a:lnTo>
                  <a:pt x="478" y="293"/>
                </a:lnTo>
                <a:lnTo>
                  <a:pt x="477" y="294"/>
                </a:lnTo>
                <a:lnTo>
                  <a:pt x="477" y="295"/>
                </a:lnTo>
                <a:lnTo>
                  <a:pt x="479" y="296"/>
                </a:lnTo>
                <a:lnTo>
                  <a:pt x="480" y="297"/>
                </a:lnTo>
                <a:lnTo>
                  <a:pt x="480" y="296"/>
                </a:lnTo>
                <a:lnTo>
                  <a:pt x="480" y="295"/>
                </a:lnTo>
                <a:lnTo>
                  <a:pt x="481" y="295"/>
                </a:lnTo>
                <a:lnTo>
                  <a:pt x="481" y="296"/>
                </a:lnTo>
                <a:lnTo>
                  <a:pt x="481" y="297"/>
                </a:lnTo>
                <a:lnTo>
                  <a:pt x="482" y="297"/>
                </a:lnTo>
                <a:lnTo>
                  <a:pt x="483" y="296"/>
                </a:lnTo>
                <a:lnTo>
                  <a:pt x="483" y="297"/>
                </a:lnTo>
                <a:lnTo>
                  <a:pt x="482" y="298"/>
                </a:lnTo>
                <a:lnTo>
                  <a:pt x="483" y="299"/>
                </a:lnTo>
                <a:lnTo>
                  <a:pt x="485" y="298"/>
                </a:lnTo>
                <a:lnTo>
                  <a:pt x="486" y="298"/>
                </a:lnTo>
                <a:lnTo>
                  <a:pt x="486" y="299"/>
                </a:lnTo>
                <a:lnTo>
                  <a:pt x="485" y="299"/>
                </a:lnTo>
                <a:lnTo>
                  <a:pt x="484" y="300"/>
                </a:lnTo>
                <a:lnTo>
                  <a:pt x="483" y="301"/>
                </a:lnTo>
                <a:lnTo>
                  <a:pt x="483" y="302"/>
                </a:lnTo>
                <a:lnTo>
                  <a:pt x="483" y="303"/>
                </a:lnTo>
                <a:lnTo>
                  <a:pt x="482" y="304"/>
                </a:lnTo>
                <a:lnTo>
                  <a:pt x="482" y="303"/>
                </a:lnTo>
                <a:lnTo>
                  <a:pt x="481" y="303"/>
                </a:lnTo>
                <a:lnTo>
                  <a:pt x="481" y="304"/>
                </a:lnTo>
                <a:lnTo>
                  <a:pt x="480" y="304"/>
                </a:lnTo>
                <a:lnTo>
                  <a:pt x="481" y="304"/>
                </a:lnTo>
                <a:lnTo>
                  <a:pt x="479" y="305"/>
                </a:lnTo>
                <a:lnTo>
                  <a:pt x="478" y="306"/>
                </a:lnTo>
                <a:lnTo>
                  <a:pt x="477" y="306"/>
                </a:lnTo>
                <a:lnTo>
                  <a:pt x="477" y="305"/>
                </a:lnTo>
                <a:lnTo>
                  <a:pt x="476" y="305"/>
                </a:lnTo>
                <a:lnTo>
                  <a:pt x="475" y="306"/>
                </a:lnTo>
                <a:lnTo>
                  <a:pt x="473" y="305"/>
                </a:lnTo>
                <a:lnTo>
                  <a:pt x="471" y="305"/>
                </a:lnTo>
                <a:lnTo>
                  <a:pt x="470" y="304"/>
                </a:lnTo>
                <a:lnTo>
                  <a:pt x="469" y="304"/>
                </a:lnTo>
                <a:lnTo>
                  <a:pt x="468" y="304"/>
                </a:lnTo>
                <a:lnTo>
                  <a:pt x="467" y="304"/>
                </a:lnTo>
                <a:lnTo>
                  <a:pt x="465" y="304"/>
                </a:lnTo>
                <a:lnTo>
                  <a:pt x="464" y="303"/>
                </a:lnTo>
                <a:lnTo>
                  <a:pt x="463" y="302"/>
                </a:lnTo>
                <a:lnTo>
                  <a:pt x="462" y="301"/>
                </a:lnTo>
                <a:lnTo>
                  <a:pt x="461" y="301"/>
                </a:lnTo>
                <a:lnTo>
                  <a:pt x="460" y="301"/>
                </a:lnTo>
                <a:lnTo>
                  <a:pt x="459" y="303"/>
                </a:lnTo>
                <a:lnTo>
                  <a:pt x="458" y="304"/>
                </a:lnTo>
                <a:lnTo>
                  <a:pt x="459" y="304"/>
                </a:lnTo>
                <a:lnTo>
                  <a:pt x="460" y="304"/>
                </a:lnTo>
                <a:lnTo>
                  <a:pt x="461" y="304"/>
                </a:lnTo>
                <a:lnTo>
                  <a:pt x="462" y="304"/>
                </a:lnTo>
                <a:lnTo>
                  <a:pt x="463" y="304"/>
                </a:lnTo>
                <a:lnTo>
                  <a:pt x="465" y="305"/>
                </a:lnTo>
                <a:lnTo>
                  <a:pt x="464" y="305"/>
                </a:lnTo>
                <a:lnTo>
                  <a:pt x="463" y="305"/>
                </a:lnTo>
                <a:lnTo>
                  <a:pt x="463" y="306"/>
                </a:lnTo>
                <a:lnTo>
                  <a:pt x="463" y="307"/>
                </a:lnTo>
                <a:lnTo>
                  <a:pt x="464" y="308"/>
                </a:lnTo>
                <a:lnTo>
                  <a:pt x="465" y="308"/>
                </a:lnTo>
                <a:lnTo>
                  <a:pt x="466" y="307"/>
                </a:lnTo>
                <a:lnTo>
                  <a:pt x="467" y="307"/>
                </a:lnTo>
                <a:lnTo>
                  <a:pt x="468" y="307"/>
                </a:lnTo>
                <a:lnTo>
                  <a:pt x="469" y="308"/>
                </a:lnTo>
                <a:lnTo>
                  <a:pt x="471" y="308"/>
                </a:lnTo>
                <a:lnTo>
                  <a:pt x="471" y="307"/>
                </a:lnTo>
                <a:lnTo>
                  <a:pt x="472" y="307"/>
                </a:lnTo>
                <a:lnTo>
                  <a:pt x="473" y="307"/>
                </a:lnTo>
                <a:lnTo>
                  <a:pt x="475" y="308"/>
                </a:lnTo>
                <a:lnTo>
                  <a:pt x="476" y="308"/>
                </a:lnTo>
                <a:lnTo>
                  <a:pt x="476" y="309"/>
                </a:lnTo>
                <a:lnTo>
                  <a:pt x="477" y="310"/>
                </a:lnTo>
                <a:lnTo>
                  <a:pt x="477" y="312"/>
                </a:lnTo>
                <a:lnTo>
                  <a:pt x="477" y="313"/>
                </a:lnTo>
                <a:lnTo>
                  <a:pt x="479" y="312"/>
                </a:lnTo>
                <a:lnTo>
                  <a:pt x="481" y="312"/>
                </a:lnTo>
                <a:lnTo>
                  <a:pt x="481" y="313"/>
                </a:lnTo>
                <a:lnTo>
                  <a:pt x="480" y="315"/>
                </a:lnTo>
                <a:lnTo>
                  <a:pt x="480" y="316"/>
                </a:lnTo>
                <a:lnTo>
                  <a:pt x="481" y="316"/>
                </a:lnTo>
                <a:lnTo>
                  <a:pt x="482" y="316"/>
                </a:lnTo>
                <a:lnTo>
                  <a:pt x="483" y="316"/>
                </a:lnTo>
                <a:lnTo>
                  <a:pt x="483" y="317"/>
                </a:lnTo>
                <a:lnTo>
                  <a:pt x="482" y="317"/>
                </a:lnTo>
                <a:lnTo>
                  <a:pt x="483" y="317"/>
                </a:lnTo>
                <a:lnTo>
                  <a:pt x="483" y="318"/>
                </a:lnTo>
                <a:lnTo>
                  <a:pt x="484" y="320"/>
                </a:lnTo>
                <a:lnTo>
                  <a:pt x="483" y="320"/>
                </a:lnTo>
                <a:lnTo>
                  <a:pt x="483" y="321"/>
                </a:lnTo>
                <a:lnTo>
                  <a:pt x="483" y="322"/>
                </a:lnTo>
                <a:lnTo>
                  <a:pt x="483" y="323"/>
                </a:lnTo>
                <a:lnTo>
                  <a:pt x="483" y="324"/>
                </a:lnTo>
                <a:lnTo>
                  <a:pt x="483" y="332"/>
                </a:lnTo>
                <a:lnTo>
                  <a:pt x="483" y="333"/>
                </a:lnTo>
                <a:lnTo>
                  <a:pt x="483" y="334"/>
                </a:lnTo>
                <a:lnTo>
                  <a:pt x="482" y="334"/>
                </a:lnTo>
                <a:lnTo>
                  <a:pt x="481" y="334"/>
                </a:lnTo>
                <a:lnTo>
                  <a:pt x="481" y="335"/>
                </a:lnTo>
                <a:lnTo>
                  <a:pt x="482" y="335"/>
                </a:lnTo>
                <a:lnTo>
                  <a:pt x="481" y="335"/>
                </a:lnTo>
                <a:lnTo>
                  <a:pt x="480" y="335"/>
                </a:lnTo>
                <a:lnTo>
                  <a:pt x="481" y="335"/>
                </a:lnTo>
                <a:lnTo>
                  <a:pt x="480" y="335"/>
                </a:lnTo>
                <a:lnTo>
                  <a:pt x="479" y="334"/>
                </a:lnTo>
                <a:lnTo>
                  <a:pt x="478" y="334"/>
                </a:lnTo>
                <a:lnTo>
                  <a:pt x="477" y="335"/>
                </a:lnTo>
                <a:lnTo>
                  <a:pt x="478" y="336"/>
                </a:lnTo>
                <a:lnTo>
                  <a:pt x="477" y="336"/>
                </a:lnTo>
                <a:lnTo>
                  <a:pt x="477" y="337"/>
                </a:lnTo>
                <a:lnTo>
                  <a:pt x="478" y="337"/>
                </a:lnTo>
                <a:lnTo>
                  <a:pt x="477" y="337"/>
                </a:lnTo>
                <a:lnTo>
                  <a:pt x="475" y="338"/>
                </a:lnTo>
                <a:lnTo>
                  <a:pt x="474" y="339"/>
                </a:lnTo>
                <a:lnTo>
                  <a:pt x="472" y="340"/>
                </a:lnTo>
                <a:lnTo>
                  <a:pt x="471" y="340"/>
                </a:lnTo>
                <a:lnTo>
                  <a:pt x="469" y="340"/>
                </a:lnTo>
                <a:lnTo>
                  <a:pt x="468" y="340"/>
                </a:lnTo>
                <a:lnTo>
                  <a:pt x="467" y="340"/>
                </a:lnTo>
                <a:lnTo>
                  <a:pt x="466" y="340"/>
                </a:lnTo>
                <a:lnTo>
                  <a:pt x="465" y="340"/>
                </a:lnTo>
                <a:lnTo>
                  <a:pt x="464" y="340"/>
                </a:lnTo>
                <a:lnTo>
                  <a:pt x="463" y="340"/>
                </a:lnTo>
                <a:lnTo>
                  <a:pt x="462" y="341"/>
                </a:lnTo>
                <a:lnTo>
                  <a:pt x="461" y="341"/>
                </a:lnTo>
                <a:lnTo>
                  <a:pt x="461" y="343"/>
                </a:lnTo>
                <a:lnTo>
                  <a:pt x="461" y="344"/>
                </a:lnTo>
                <a:lnTo>
                  <a:pt x="463" y="345"/>
                </a:lnTo>
                <a:lnTo>
                  <a:pt x="464" y="345"/>
                </a:lnTo>
                <a:lnTo>
                  <a:pt x="465" y="345"/>
                </a:lnTo>
                <a:lnTo>
                  <a:pt x="467" y="345"/>
                </a:lnTo>
                <a:lnTo>
                  <a:pt x="470" y="345"/>
                </a:lnTo>
                <a:lnTo>
                  <a:pt x="471" y="348"/>
                </a:lnTo>
                <a:lnTo>
                  <a:pt x="473" y="351"/>
                </a:lnTo>
                <a:lnTo>
                  <a:pt x="474" y="353"/>
                </a:lnTo>
                <a:lnTo>
                  <a:pt x="475" y="355"/>
                </a:lnTo>
                <a:lnTo>
                  <a:pt x="477" y="357"/>
                </a:lnTo>
                <a:lnTo>
                  <a:pt x="478" y="359"/>
                </a:lnTo>
                <a:lnTo>
                  <a:pt x="479" y="360"/>
                </a:lnTo>
                <a:lnTo>
                  <a:pt x="479" y="361"/>
                </a:lnTo>
                <a:lnTo>
                  <a:pt x="479" y="362"/>
                </a:lnTo>
                <a:lnTo>
                  <a:pt x="480" y="363"/>
                </a:lnTo>
                <a:lnTo>
                  <a:pt x="480" y="362"/>
                </a:lnTo>
                <a:lnTo>
                  <a:pt x="481" y="361"/>
                </a:lnTo>
                <a:lnTo>
                  <a:pt x="482" y="362"/>
                </a:lnTo>
                <a:lnTo>
                  <a:pt x="482" y="363"/>
                </a:lnTo>
                <a:lnTo>
                  <a:pt x="482" y="364"/>
                </a:lnTo>
                <a:lnTo>
                  <a:pt x="483" y="364"/>
                </a:lnTo>
                <a:lnTo>
                  <a:pt x="484" y="364"/>
                </a:lnTo>
                <a:lnTo>
                  <a:pt x="483" y="365"/>
                </a:lnTo>
                <a:lnTo>
                  <a:pt x="482" y="365"/>
                </a:lnTo>
                <a:lnTo>
                  <a:pt x="482" y="366"/>
                </a:lnTo>
                <a:lnTo>
                  <a:pt x="483" y="366"/>
                </a:lnTo>
                <a:lnTo>
                  <a:pt x="483" y="367"/>
                </a:lnTo>
                <a:lnTo>
                  <a:pt x="482" y="367"/>
                </a:lnTo>
                <a:lnTo>
                  <a:pt x="482" y="368"/>
                </a:lnTo>
                <a:lnTo>
                  <a:pt x="482" y="369"/>
                </a:lnTo>
                <a:lnTo>
                  <a:pt x="481" y="368"/>
                </a:lnTo>
                <a:lnTo>
                  <a:pt x="481" y="369"/>
                </a:lnTo>
                <a:lnTo>
                  <a:pt x="480" y="369"/>
                </a:lnTo>
                <a:lnTo>
                  <a:pt x="478" y="369"/>
                </a:lnTo>
                <a:lnTo>
                  <a:pt x="479" y="370"/>
                </a:lnTo>
                <a:lnTo>
                  <a:pt x="480" y="370"/>
                </a:lnTo>
                <a:lnTo>
                  <a:pt x="482" y="370"/>
                </a:lnTo>
                <a:lnTo>
                  <a:pt x="482" y="371"/>
                </a:lnTo>
                <a:lnTo>
                  <a:pt x="483" y="371"/>
                </a:lnTo>
                <a:lnTo>
                  <a:pt x="482" y="372"/>
                </a:lnTo>
                <a:lnTo>
                  <a:pt x="481" y="373"/>
                </a:lnTo>
                <a:lnTo>
                  <a:pt x="481" y="375"/>
                </a:lnTo>
                <a:lnTo>
                  <a:pt x="482" y="378"/>
                </a:lnTo>
                <a:lnTo>
                  <a:pt x="482" y="379"/>
                </a:lnTo>
                <a:lnTo>
                  <a:pt x="483" y="379"/>
                </a:lnTo>
                <a:lnTo>
                  <a:pt x="484" y="379"/>
                </a:lnTo>
                <a:lnTo>
                  <a:pt x="487" y="380"/>
                </a:lnTo>
                <a:lnTo>
                  <a:pt x="488" y="379"/>
                </a:lnTo>
                <a:lnTo>
                  <a:pt x="490" y="380"/>
                </a:lnTo>
                <a:lnTo>
                  <a:pt x="491" y="381"/>
                </a:lnTo>
                <a:lnTo>
                  <a:pt x="490" y="381"/>
                </a:lnTo>
                <a:lnTo>
                  <a:pt x="490" y="382"/>
                </a:lnTo>
                <a:lnTo>
                  <a:pt x="489" y="382"/>
                </a:lnTo>
                <a:lnTo>
                  <a:pt x="488" y="384"/>
                </a:lnTo>
                <a:lnTo>
                  <a:pt x="489" y="385"/>
                </a:lnTo>
                <a:lnTo>
                  <a:pt x="490" y="385"/>
                </a:lnTo>
                <a:lnTo>
                  <a:pt x="489" y="386"/>
                </a:lnTo>
                <a:lnTo>
                  <a:pt x="489" y="387"/>
                </a:lnTo>
                <a:lnTo>
                  <a:pt x="487" y="388"/>
                </a:lnTo>
                <a:lnTo>
                  <a:pt x="486" y="388"/>
                </a:lnTo>
                <a:lnTo>
                  <a:pt x="487" y="389"/>
                </a:lnTo>
                <a:lnTo>
                  <a:pt x="487" y="390"/>
                </a:lnTo>
                <a:lnTo>
                  <a:pt x="486" y="390"/>
                </a:lnTo>
                <a:lnTo>
                  <a:pt x="488" y="391"/>
                </a:lnTo>
                <a:lnTo>
                  <a:pt x="488" y="390"/>
                </a:lnTo>
                <a:lnTo>
                  <a:pt x="490" y="389"/>
                </a:lnTo>
                <a:lnTo>
                  <a:pt x="491" y="388"/>
                </a:lnTo>
                <a:lnTo>
                  <a:pt x="491" y="389"/>
                </a:lnTo>
                <a:lnTo>
                  <a:pt x="491" y="390"/>
                </a:lnTo>
                <a:lnTo>
                  <a:pt x="492" y="389"/>
                </a:lnTo>
                <a:lnTo>
                  <a:pt x="493" y="389"/>
                </a:lnTo>
                <a:lnTo>
                  <a:pt x="492" y="390"/>
                </a:lnTo>
                <a:lnTo>
                  <a:pt x="491" y="392"/>
                </a:lnTo>
                <a:lnTo>
                  <a:pt x="491" y="393"/>
                </a:lnTo>
                <a:lnTo>
                  <a:pt x="491" y="392"/>
                </a:lnTo>
                <a:lnTo>
                  <a:pt x="491" y="393"/>
                </a:lnTo>
                <a:lnTo>
                  <a:pt x="492" y="393"/>
                </a:lnTo>
                <a:lnTo>
                  <a:pt x="491" y="393"/>
                </a:lnTo>
                <a:lnTo>
                  <a:pt x="491" y="394"/>
                </a:lnTo>
                <a:lnTo>
                  <a:pt x="490" y="394"/>
                </a:lnTo>
                <a:lnTo>
                  <a:pt x="490" y="395"/>
                </a:lnTo>
                <a:lnTo>
                  <a:pt x="491" y="395"/>
                </a:lnTo>
                <a:lnTo>
                  <a:pt x="491" y="396"/>
                </a:lnTo>
                <a:lnTo>
                  <a:pt x="491" y="397"/>
                </a:lnTo>
                <a:lnTo>
                  <a:pt x="490" y="397"/>
                </a:lnTo>
                <a:lnTo>
                  <a:pt x="490" y="398"/>
                </a:lnTo>
                <a:lnTo>
                  <a:pt x="491" y="398"/>
                </a:lnTo>
                <a:lnTo>
                  <a:pt x="491" y="399"/>
                </a:lnTo>
                <a:lnTo>
                  <a:pt x="490" y="399"/>
                </a:lnTo>
                <a:lnTo>
                  <a:pt x="489" y="400"/>
                </a:lnTo>
                <a:lnTo>
                  <a:pt x="488" y="400"/>
                </a:lnTo>
                <a:lnTo>
                  <a:pt x="488" y="401"/>
                </a:lnTo>
                <a:lnTo>
                  <a:pt x="488" y="402"/>
                </a:lnTo>
                <a:lnTo>
                  <a:pt x="489" y="402"/>
                </a:lnTo>
                <a:lnTo>
                  <a:pt x="490" y="402"/>
                </a:lnTo>
                <a:lnTo>
                  <a:pt x="489" y="402"/>
                </a:lnTo>
                <a:lnTo>
                  <a:pt x="489" y="403"/>
                </a:lnTo>
                <a:lnTo>
                  <a:pt x="489" y="404"/>
                </a:lnTo>
                <a:lnTo>
                  <a:pt x="488" y="404"/>
                </a:lnTo>
                <a:lnTo>
                  <a:pt x="487" y="404"/>
                </a:lnTo>
                <a:lnTo>
                  <a:pt x="487" y="405"/>
                </a:lnTo>
                <a:lnTo>
                  <a:pt x="486" y="404"/>
                </a:lnTo>
                <a:lnTo>
                  <a:pt x="486" y="405"/>
                </a:lnTo>
                <a:lnTo>
                  <a:pt x="485" y="405"/>
                </a:lnTo>
                <a:lnTo>
                  <a:pt x="484" y="405"/>
                </a:lnTo>
                <a:lnTo>
                  <a:pt x="484" y="404"/>
                </a:lnTo>
                <a:lnTo>
                  <a:pt x="485" y="403"/>
                </a:lnTo>
                <a:lnTo>
                  <a:pt x="485" y="402"/>
                </a:lnTo>
                <a:lnTo>
                  <a:pt x="484" y="402"/>
                </a:lnTo>
                <a:lnTo>
                  <a:pt x="484" y="403"/>
                </a:lnTo>
                <a:lnTo>
                  <a:pt x="483" y="403"/>
                </a:lnTo>
                <a:lnTo>
                  <a:pt x="482" y="403"/>
                </a:lnTo>
                <a:lnTo>
                  <a:pt x="482" y="402"/>
                </a:lnTo>
                <a:lnTo>
                  <a:pt x="483" y="401"/>
                </a:lnTo>
                <a:lnTo>
                  <a:pt x="483" y="399"/>
                </a:lnTo>
                <a:lnTo>
                  <a:pt x="483" y="398"/>
                </a:lnTo>
                <a:lnTo>
                  <a:pt x="480" y="397"/>
                </a:lnTo>
                <a:lnTo>
                  <a:pt x="478" y="397"/>
                </a:lnTo>
                <a:lnTo>
                  <a:pt x="478" y="396"/>
                </a:lnTo>
                <a:lnTo>
                  <a:pt x="475" y="395"/>
                </a:lnTo>
                <a:lnTo>
                  <a:pt x="474" y="395"/>
                </a:lnTo>
                <a:lnTo>
                  <a:pt x="473" y="395"/>
                </a:lnTo>
                <a:lnTo>
                  <a:pt x="471" y="395"/>
                </a:lnTo>
                <a:lnTo>
                  <a:pt x="469" y="395"/>
                </a:lnTo>
                <a:lnTo>
                  <a:pt x="468" y="396"/>
                </a:lnTo>
                <a:lnTo>
                  <a:pt x="467" y="396"/>
                </a:lnTo>
                <a:lnTo>
                  <a:pt x="467" y="397"/>
                </a:lnTo>
                <a:lnTo>
                  <a:pt x="467" y="398"/>
                </a:lnTo>
                <a:lnTo>
                  <a:pt x="467" y="400"/>
                </a:lnTo>
                <a:lnTo>
                  <a:pt x="466" y="400"/>
                </a:lnTo>
                <a:lnTo>
                  <a:pt x="465" y="400"/>
                </a:lnTo>
                <a:lnTo>
                  <a:pt x="466" y="401"/>
                </a:lnTo>
                <a:lnTo>
                  <a:pt x="466" y="402"/>
                </a:lnTo>
                <a:lnTo>
                  <a:pt x="465" y="402"/>
                </a:lnTo>
                <a:lnTo>
                  <a:pt x="465" y="403"/>
                </a:lnTo>
                <a:lnTo>
                  <a:pt x="465" y="405"/>
                </a:lnTo>
                <a:lnTo>
                  <a:pt x="465" y="406"/>
                </a:lnTo>
                <a:lnTo>
                  <a:pt x="465" y="407"/>
                </a:lnTo>
                <a:lnTo>
                  <a:pt x="464" y="407"/>
                </a:lnTo>
                <a:lnTo>
                  <a:pt x="463" y="407"/>
                </a:lnTo>
                <a:lnTo>
                  <a:pt x="463" y="408"/>
                </a:lnTo>
                <a:lnTo>
                  <a:pt x="463" y="409"/>
                </a:lnTo>
                <a:lnTo>
                  <a:pt x="464" y="409"/>
                </a:lnTo>
                <a:lnTo>
                  <a:pt x="463" y="410"/>
                </a:lnTo>
                <a:lnTo>
                  <a:pt x="463" y="411"/>
                </a:lnTo>
                <a:lnTo>
                  <a:pt x="462" y="412"/>
                </a:lnTo>
                <a:lnTo>
                  <a:pt x="462" y="413"/>
                </a:lnTo>
                <a:lnTo>
                  <a:pt x="462" y="414"/>
                </a:lnTo>
                <a:lnTo>
                  <a:pt x="462" y="415"/>
                </a:lnTo>
                <a:lnTo>
                  <a:pt x="461" y="416"/>
                </a:lnTo>
                <a:lnTo>
                  <a:pt x="460" y="416"/>
                </a:lnTo>
                <a:lnTo>
                  <a:pt x="460" y="415"/>
                </a:lnTo>
                <a:lnTo>
                  <a:pt x="460" y="414"/>
                </a:lnTo>
                <a:lnTo>
                  <a:pt x="459" y="414"/>
                </a:lnTo>
                <a:lnTo>
                  <a:pt x="457" y="414"/>
                </a:lnTo>
                <a:lnTo>
                  <a:pt x="457" y="415"/>
                </a:lnTo>
                <a:lnTo>
                  <a:pt x="457" y="416"/>
                </a:lnTo>
                <a:lnTo>
                  <a:pt x="458" y="416"/>
                </a:lnTo>
                <a:lnTo>
                  <a:pt x="459" y="417"/>
                </a:lnTo>
                <a:lnTo>
                  <a:pt x="460" y="417"/>
                </a:lnTo>
                <a:lnTo>
                  <a:pt x="459" y="418"/>
                </a:lnTo>
                <a:lnTo>
                  <a:pt x="458" y="418"/>
                </a:lnTo>
                <a:lnTo>
                  <a:pt x="460" y="420"/>
                </a:lnTo>
                <a:lnTo>
                  <a:pt x="460" y="419"/>
                </a:lnTo>
                <a:lnTo>
                  <a:pt x="461" y="419"/>
                </a:lnTo>
                <a:lnTo>
                  <a:pt x="461" y="418"/>
                </a:lnTo>
                <a:lnTo>
                  <a:pt x="461" y="419"/>
                </a:lnTo>
                <a:lnTo>
                  <a:pt x="461" y="420"/>
                </a:lnTo>
                <a:lnTo>
                  <a:pt x="461" y="421"/>
                </a:lnTo>
                <a:lnTo>
                  <a:pt x="460" y="421"/>
                </a:lnTo>
                <a:lnTo>
                  <a:pt x="461" y="422"/>
                </a:lnTo>
                <a:lnTo>
                  <a:pt x="461" y="423"/>
                </a:lnTo>
                <a:lnTo>
                  <a:pt x="460" y="423"/>
                </a:lnTo>
                <a:lnTo>
                  <a:pt x="459" y="423"/>
                </a:lnTo>
                <a:lnTo>
                  <a:pt x="458" y="425"/>
                </a:lnTo>
                <a:lnTo>
                  <a:pt x="459" y="425"/>
                </a:lnTo>
                <a:lnTo>
                  <a:pt x="459" y="426"/>
                </a:lnTo>
                <a:lnTo>
                  <a:pt x="458" y="427"/>
                </a:lnTo>
                <a:lnTo>
                  <a:pt x="457" y="427"/>
                </a:lnTo>
                <a:lnTo>
                  <a:pt x="457" y="426"/>
                </a:lnTo>
                <a:lnTo>
                  <a:pt x="456" y="426"/>
                </a:lnTo>
                <a:lnTo>
                  <a:pt x="456" y="427"/>
                </a:lnTo>
                <a:lnTo>
                  <a:pt x="455" y="426"/>
                </a:lnTo>
                <a:lnTo>
                  <a:pt x="453" y="426"/>
                </a:lnTo>
                <a:lnTo>
                  <a:pt x="453" y="425"/>
                </a:lnTo>
                <a:lnTo>
                  <a:pt x="452" y="426"/>
                </a:lnTo>
                <a:lnTo>
                  <a:pt x="451" y="425"/>
                </a:lnTo>
                <a:lnTo>
                  <a:pt x="449" y="425"/>
                </a:lnTo>
                <a:lnTo>
                  <a:pt x="448" y="425"/>
                </a:lnTo>
                <a:lnTo>
                  <a:pt x="447" y="425"/>
                </a:lnTo>
                <a:lnTo>
                  <a:pt x="447" y="426"/>
                </a:lnTo>
                <a:lnTo>
                  <a:pt x="447" y="427"/>
                </a:lnTo>
                <a:lnTo>
                  <a:pt x="446" y="427"/>
                </a:lnTo>
                <a:lnTo>
                  <a:pt x="446" y="428"/>
                </a:lnTo>
                <a:lnTo>
                  <a:pt x="446" y="429"/>
                </a:lnTo>
                <a:lnTo>
                  <a:pt x="446" y="430"/>
                </a:lnTo>
                <a:lnTo>
                  <a:pt x="447" y="430"/>
                </a:lnTo>
                <a:lnTo>
                  <a:pt x="447" y="431"/>
                </a:lnTo>
                <a:lnTo>
                  <a:pt x="445" y="431"/>
                </a:lnTo>
                <a:lnTo>
                  <a:pt x="445" y="432"/>
                </a:lnTo>
                <a:lnTo>
                  <a:pt x="446" y="434"/>
                </a:lnTo>
                <a:lnTo>
                  <a:pt x="447" y="434"/>
                </a:lnTo>
                <a:lnTo>
                  <a:pt x="448" y="435"/>
                </a:lnTo>
                <a:lnTo>
                  <a:pt x="449" y="434"/>
                </a:lnTo>
                <a:lnTo>
                  <a:pt x="449" y="435"/>
                </a:lnTo>
                <a:lnTo>
                  <a:pt x="449" y="436"/>
                </a:lnTo>
                <a:lnTo>
                  <a:pt x="449" y="437"/>
                </a:lnTo>
                <a:lnTo>
                  <a:pt x="448" y="437"/>
                </a:lnTo>
                <a:lnTo>
                  <a:pt x="448" y="438"/>
                </a:lnTo>
                <a:lnTo>
                  <a:pt x="449" y="439"/>
                </a:lnTo>
                <a:lnTo>
                  <a:pt x="450" y="439"/>
                </a:lnTo>
                <a:lnTo>
                  <a:pt x="450" y="440"/>
                </a:lnTo>
                <a:lnTo>
                  <a:pt x="449" y="440"/>
                </a:lnTo>
                <a:lnTo>
                  <a:pt x="449" y="439"/>
                </a:lnTo>
                <a:lnTo>
                  <a:pt x="449" y="440"/>
                </a:lnTo>
                <a:lnTo>
                  <a:pt x="448" y="440"/>
                </a:lnTo>
                <a:lnTo>
                  <a:pt x="448" y="439"/>
                </a:lnTo>
                <a:lnTo>
                  <a:pt x="447" y="439"/>
                </a:lnTo>
                <a:lnTo>
                  <a:pt x="447" y="440"/>
                </a:lnTo>
                <a:lnTo>
                  <a:pt x="447" y="439"/>
                </a:lnTo>
                <a:lnTo>
                  <a:pt x="446" y="438"/>
                </a:lnTo>
                <a:lnTo>
                  <a:pt x="445" y="439"/>
                </a:lnTo>
                <a:lnTo>
                  <a:pt x="445" y="438"/>
                </a:lnTo>
                <a:lnTo>
                  <a:pt x="444" y="438"/>
                </a:lnTo>
                <a:lnTo>
                  <a:pt x="443" y="438"/>
                </a:lnTo>
                <a:lnTo>
                  <a:pt x="443" y="439"/>
                </a:lnTo>
                <a:lnTo>
                  <a:pt x="442" y="439"/>
                </a:lnTo>
                <a:lnTo>
                  <a:pt x="442" y="440"/>
                </a:lnTo>
                <a:lnTo>
                  <a:pt x="443" y="441"/>
                </a:lnTo>
                <a:lnTo>
                  <a:pt x="443" y="440"/>
                </a:lnTo>
                <a:lnTo>
                  <a:pt x="444" y="441"/>
                </a:lnTo>
                <a:lnTo>
                  <a:pt x="445" y="441"/>
                </a:lnTo>
                <a:lnTo>
                  <a:pt x="444" y="441"/>
                </a:lnTo>
                <a:lnTo>
                  <a:pt x="444" y="442"/>
                </a:lnTo>
                <a:lnTo>
                  <a:pt x="445" y="442"/>
                </a:lnTo>
                <a:lnTo>
                  <a:pt x="444" y="442"/>
                </a:lnTo>
                <a:lnTo>
                  <a:pt x="445" y="442"/>
                </a:lnTo>
                <a:lnTo>
                  <a:pt x="445" y="443"/>
                </a:lnTo>
                <a:lnTo>
                  <a:pt x="444" y="443"/>
                </a:lnTo>
                <a:lnTo>
                  <a:pt x="444" y="442"/>
                </a:lnTo>
                <a:lnTo>
                  <a:pt x="443" y="442"/>
                </a:lnTo>
                <a:lnTo>
                  <a:pt x="443" y="441"/>
                </a:lnTo>
                <a:lnTo>
                  <a:pt x="443" y="442"/>
                </a:lnTo>
                <a:lnTo>
                  <a:pt x="442" y="442"/>
                </a:lnTo>
                <a:lnTo>
                  <a:pt x="441" y="441"/>
                </a:lnTo>
                <a:lnTo>
                  <a:pt x="440" y="441"/>
                </a:lnTo>
                <a:lnTo>
                  <a:pt x="441" y="442"/>
                </a:lnTo>
                <a:lnTo>
                  <a:pt x="439" y="442"/>
                </a:lnTo>
                <a:lnTo>
                  <a:pt x="439" y="443"/>
                </a:lnTo>
                <a:lnTo>
                  <a:pt x="440" y="443"/>
                </a:lnTo>
                <a:lnTo>
                  <a:pt x="441" y="443"/>
                </a:lnTo>
                <a:lnTo>
                  <a:pt x="442" y="443"/>
                </a:lnTo>
                <a:lnTo>
                  <a:pt x="441" y="443"/>
                </a:lnTo>
                <a:lnTo>
                  <a:pt x="439" y="445"/>
                </a:lnTo>
                <a:lnTo>
                  <a:pt x="438" y="445"/>
                </a:lnTo>
                <a:lnTo>
                  <a:pt x="437" y="446"/>
                </a:lnTo>
                <a:lnTo>
                  <a:pt x="436" y="446"/>
                </a:lnTo>
                <a:lnTo>
                  <a:pt x="435" y="446"/>
                </a:lnTo>
                <a:lnTo>
                  <a:pt x="433" y="447"/>
                </a:lnTo>
                <a:lnTo>
                  <a:pt x="432" y="447"/>
                </a:lnTo>
                <a:lnTo>
                  <a:pt x="433" y="446"/>
                </a:lnTo>
                <a:lnTo>
                  <a:pt x="433" y="445"/>
                </a:lnTo>
                <a:lnTo>
                  <a:pt x="431" y="445"/>
                </a:lnTo>
                <a:lnTo>
                  <a:pt x="431" y="444"/>
                </a:lnTo>
                <a:lnTo>
                  <a:pt x="432" y="445"/>
                </a:lnTo>
                <a:lnTo>
                  <a:pt x="432" y="444"/>
                </a:lnTo>
                <a:lnTo>
                  <a:pt x="432" y="443"/>
                </a:lnTo>
                <a:lnTo>
                  <a:pt x="432" y="442"/>
                </a:lnTo>
                <a:lnTo>
                  <a:pt x="431" y="441"/>
                </a:lnTo>
                <a:lnTo>
                  <a:pt x="430" y="441"/>
                </a:lnTo>
                <a:lnTo>
                  <a:pt x="430" y="440"/>
                </a:lnTo>
                <a:lnTo>
                  <a:pt x="429" y="440"/>
                </a:lnTo>
                <a:lnTo>
                  <a:pt x="429" y="439"/>
                </a:lnTo>
                <a:lnTo>
                  <a:pt x="428" y="437"/>
                </a:lnTo>
                <a:lnTo>
                  <a:pt x="429" y="437"/>
                </a:lnTo>
                <a:lnTo>
                  <a:pt x="428" y="436"/>
                </a:lnTo>
                <a:lnTo>
                  <a:pt x="428" y="435"/>
                </a:lnTo>
                <a:lnTo>
                  <a:pt x="427" y="434"/>
                </a:lnTo>
                <a:lnTo>
                  <a:pt x="427" y="432"/>
                </a:lnTo>
                <a:lnTo>
                  <a:pt x="429" y="431"/>
                </a:lnTo>
                <a:lnTo>
                  <a:pt x="430" y="431"/>
                </a:lnTo>
                <a:lnTo>
                  <a:pt x="430" y="432"/>
                </a:lnTo>
                <a:lnTo>
                  <a:pt x="431" y="432"/>
                </a:lnTo>
                <a:lnTo>
                  <a:pt x="431" y="431"/>
                </a:lnTo>
                <a:lnTo>
                  <a:pt x="431" y="430"/>
                </a:lnTo>
                <a:lnTo>
                  <a:pt x="432" y="429"/>
                </a:lnTo>
                <a:lnTo>
                  <a:pt x="432" y="430"/>
                </a:lnTo>
                <a:lnTo>
                  <a:pt x="433" y="428"/>
                </a:lnTo>
                <a:lnTo>
                  <a:pt x="434" y="427"/>
                </a:lnTo>
                <a:lnTo>
                  <a:pt x="434" y="426"/>
                </a:lnTo>
                <a:lnTo>
                  <a:pt x="435" y="426"/>
                </a:lnTo>
                <a:lnTo>
                  <a:pt x="436" y="426"/>
                </a:lnTo>
                <a:lnTo>
                  <a:pt x="436" y="425"/>
                </a:lnTo>
                <a:lnTo>
                  <a:pt x="436" y="424"/>
                </a:lnTo>
                <a:lnTo>
                  <a:pt x="436" y="422"/>
                </a:lnTo>
                <a:lnTo>
                  <a:pt x="436" y="421"/>
                </a:lnTo>
                <a:lnTo>
                  <a:pt x="434" y="420"/>
                </a:lnTo>
                <a:lnTo>
                  <a:pt x="434" y="419"/>
                </a:lnTo>
                <a:lnTo>
                  <a:pt x="435" y="412"/>
                </a:lnTo>
                <a:lnTo>
                  <a:pt x="436" y="411"/>
                </a:lnTo>
                <a:lnTo>
                  <a:pt x="437" y="411"/>
                </a:lnTo>
                <a:lnTo>
                  <a:pt x="437" y="410"/>
                </a:lnTo>
                <a:lnTo>
                  <a:pt x="438" y="409"/>
                </a:lnTo>
                <a:lnTo>
                  <a:pt x="438" y="408"/>
                </a:lnTo>
                <a:lnTo>
                  <a:pt x="438" y="407"/>
                </a:lnTo>
                <a:lnTo>
                  <a:pt x="437" y="406"/>
                </a:lnTo>
                <a:lnTo>
                  <a:pt x="436" y="406"/>
                </a:lnTo>
                <a:lnTo>
                  <a:pt x="437" y="406"/>
                </a:lnTo>
                <a:lnTo>
                  <a:pt x="437" y="405"/>
                </a:lnTo>
                <a:lnTo>
                  <a:pt x="436" y="405"/>
                </a:lnTo>
                <a:lnTo>
                  <a:pt x="436" y="404"/>
                </a:lnTo>
                <a:lnTo>
                  <a:pt x="435" y="404"/>
                </a:lnTo>
                <a:lnTo>
                  <a:pt x="434" y="403"/>
                </a:lnTo>
                <a:lnTo>
                  <a:pt x="434" y="402"/>
                </a:lnTo>
                <a:lnTo>
                  <a:pt x="434" y="401"/>
                </a:lnTo>
                <a:lnTo>
                  <a:pt x="434" y="400"/>
                </a:lnTo>
                <a:lnTo>
                  <a:pt x="435" y="399"/>
                </a:lnTo>
                <a:lnTo>
                  <a:pt x="436" y="399"/>
                </a:lnTo>
                <a:lnTo>
                  <a:pt x="437" y="399"/>
                </a:lnTo>
                <a:lnTo>
                  <a:pt x="436" y="398"/>
                </a:lnTo>
                <a:lnTo>
                  <a:pt x="435" y="399"/>
                </a:lnTo>
                <a:lnTo>
                  <a:pt x="434" y="399"/>
                </a:lnTo>
                <a:lnTo>
                  <a:pt x="433" y="399"/>
                </a:lnTo>
                <a:lnTo>
                  <a:pt x="433" y="397"/>
                </a:lnTo>
                <a:lnTo>
                  <a:pt x="432" y="397"/>
                </a:lnTo>
                <a:lnTo>
                  <a:pt x="431" y="395"/>
                </a:lnTo>
                <a:lnTo>
                  <a:pt x="431" y="394"/>
                </a:lnTo>
                <a:lnTo>
                  <a:pt x="431" y="393"/>
                </a:lnTo>
                <a:lnTo>
                  <a:pt x="430" y="393"/>
                </a:lnTo>
                <a:lnTo>
                  <a:pt x="429" y="393"/>
                </a:lnTo>
                <a:lnTo>
                  <a:pt x="428" y="394"/>
                </a:lnTo>
                <a:lnTo>
                  <a:pt x="428" y="395"/>
                </a:lnTo>
                <a:lnTo>
                  <a:pt x="427" y="395"/>
                </a:lnTo>
                <a:lnTo>
                  <a:pt x="427" y="394"/>
                </a:lnTo>
                <a:lnTo>
                  <a:pt x="426" y="394"/>
                </a:lnTo>
                <a:lnTo>
                  <a:pt x="427" y="396"/>
                </a:lnTo>
                <a:lnTo>
                  <a:pt x="428" y="396"/>
                </a:lnTo>
                <a:lnTo>
                  <a:pt x="429" y="397"/>
                </a:lnTo>
                <a:lnTo>
                  <a:pt x="429" y="398"/>
                </a:lnTo>
                <a:lnTo>
                  <a:pt x="428" y="398"/>
                </a:lnTo>
                <a:lnTo>
                  <a:pt x="428" y="399"/>
                </a:lnTo>
                <a:lnTo>
                  <a:pt x="427" y="399"/>
                </a:lnTo>
                <a:lnTo>
                  <a:pt x="426" y="399"/>
                </a:lnTo>
                <a:lnTo>
                  <a:pt x="426" y="400"/>
                </a:lnTo>
                <a:lnTo>
                  <a:pt x="426" y="399"/>
                </a:lnTo>
                <a:lnTo>
                  <a:pt x="425" y="399"/>
                </a:lnTo>
                <a:lnTo>
                  <a:pt x="425" y="400"/>
                </a:lnTo>
                <a:lnTo>
                  <a:pt x="425" y="401"/>
                </a:lnTo>
                <a:lnTo>
                  <a:pt x="424" y="401"/>
                </a:lnTo>
                <a:lnTo>
                  <a:pt x="425" y="402"/>
                </a:lnTo>
                <a:lnTo>
                  <a:pt x="425" y="403"/>
                </a:lnTo>
                <a:lnTo>
                  <a:pt x="425" y="404"/>
                </a:lnTo>
                <a:lnTo>
                  <a:pt x="425" y="405"/>
                </a:lnTo>
                <a:lnTo>
                  <a:pt x="424" y="406"/>
                </a:lnTo>
                <a:lnTo>
                  <a:pt x="423" y="406"/>
                </a:lnTo>
                <a:lnTo>
                  <a:pt x="423" y="407"/>
                </a:lnTo>
                <a:lnTo>
                  <a:pt x="424" y="407"/>
                </a:lnTo>
                <a:lnTo>
                  <a:pt x="424" y="408"/>
                </a:lnTo>
                <a:lnTo>
                  <a:pt x="423" y="408"/>
                </a:lnTo>
                <a:lnTo>
                  <a:pt x="423" y="409"/>
                </a:lnTo>
                <a:lnTo>
                  <a:pt x="422" y="410"/>
                </a:lnTo>
                <a:lnTo>
                  <a:pt x="421" y="410"/>
                </a:lnTo>
                <a:lnTo>
                  <a:pt x="420" y="411"/>
                </a:lnTo>
                <a:lnTo>
                  <a:pt x="419" y="411"/>
                </a:lnTo>
                <a:lnTo>
                  <a:pt x="418" y="411"/>
                </a:lnTo>
                <a:lnTo>
                  <a:pt x="417" y="411"/>
                </a:lnTo>
                <a:lnTo>
                  <a:pt x="417" y="410"/>
                </a:lnTo>
                <a:lnTo>
                  <a:pt x="416" y="410"/>
                </a:lnTo>
                <a:lnTo>
                  <a:pt x="416" y="411"/>
                </a:lnTo>
                <a:lnTo>
                  <a:pt x="415" y="411"/>
                </a:lnTo>
                <a:lnTo>
                  <a:pt x="416" y="412"/>
                </a:lnTo>
                <a:lnTo>
                  <a:pt x="418" y="412"/>
                </a:lnTo>
                <a:lnTo>
                  <a:pt x="419" y="412"/>
                </a:lnTo>
                <a:lnTo>
                  <a:pt x="420" y="412"/>
                </a:lnTo>
                <a:lnTo>
                  <a:pt x="421" y="411"/>
                </a:lnTo>
                <a:lnTo>
                  <a:pt x="422" y="411"/>
                </a:lnTo>
                <a:lnTo>
                  <a:pt x="422" y="412"/>
                </a:lnTo>
                <a:lnTo>
                  <a:pt x="423" y="413"/>
                </a:lnTo>
                <a:lnTo>
                  <a:pt x="423" y="414"/>
                </a:lnTo>
                <a:lnTo>
                  <a:pt x="425" y="416"/>
                </a:lnTo>
                <a:lnTo>
                  <a:pt x="425" y="417"/>
                </a:lnTo>
                <a:lnTo>
                  <a:pt x="424" y="421"/>
                </a:lnTo>
                <a:lnTo>
                  <a:pt x="423" y="422"/>
                </a:lnTo>
                <a:lnTo>
                  <a:pt x="423" y="423"/>
                </a:lnTo>
                <a:lnTo>
                  <a:pt x="422" y="424"/>
                </a:lnTo>
                <a:lnTo>
                  <a:pt x="422" y="425"/>
                </a:lnTo>
                <a:lnTo>
                  <a:pt x="423" y="426"/>
                </a:lnTo>
                <a:lnTo>
                  <a:pt x="422" y="426"/>
                </a:lnTo>
                <a:lnTo>
                  <a:pt x="422" y="427"/>
                </a:lnTo>
                <a:lnTo>
                  <a:pt x="422" y="429"/>
                </a:lnTo>
                <a:lnTo>
                  <a:pt x="422" y="432"/>
                </a:lnTo>
                <a:lnTo>
                  <a:pt x="421" y="432"/>
                </a:lnTo>
                <a:lnTo>
                  <a:pt x="420" y="431"/>
                </a:lnTo>
                <a:lnTo>
                  <a:pt x="419" y="430"/>
                </a:lnTo>
                <a:lnTo>
                  <a:pt x="418" y="430"/>
                </a:lnTo>
                <a:lnTo>
                  <a:pt x="420" y="431"/>
                </a:lnTo>
                <a:lnTo>
                  <a:pt x="419" y="434"/>
                </a:lnTo>
                <a:lnTo>
                  <a:pt x="414" y="439"/>
                </a:lnTo>
                <a:lnTo>
                  <a:pt x="413" y="439"/>
                </a:lnTo>
                <a:lnTo>
                  <a:pt x="413" y="440"/>
                </a:lnTo>
                <a:lnTo>
                  <a:pt x="412" y="443"/>
                </a:lnTo>
                <a:lnTo>
                  <a:pt x="413" y="444"/>
                </a:lnTo>
                <a:lnTo>
                  <a:pt x="413" y="446"/>
                </a:lnTo>
                <a:lnTo>
                  <a:pt x="414" y="451"/>
                </a:lnTo>
                <a:lnTo>
                  <a:pt x="413" y="451"/>
                </a:lnTo>
                <a:lnTo>
                  <a:pt x="413" y="452"/>
                </a:lnTo>
                <a:lnTo>
                  <a:pt x="413" y="453"/>
                </a:lnTo>
                <a:lnTo>
                  <a:pt x="412" y="453"/>
                </a:lnTo>
                <a:lnTo>
                  <a:pt x="413" y="453"/>
                </a:lnTo>
                <a:lnTo>
                  <a:pt x="413" y="454"/>
                </a:lnTo>
                <a:lnTo>
                  <a:pt x="413" y="455"/>
                </a:lnTo>
                <a:lnTo>
                  <a:pt x="413" y="456"/>
                </a:lnTo>
                <a:lnTo>
                  <a:pt x="412" y="457"/>
                </a:lnTo>
                <a:lnTo>
                  <a:pt x="411" y="458"/>
                </a:lnTo>
                <a:lnTo>
                  <a:pt x="410" y="459"/>
                </a:lnTo>
                <a:lnTo>
                  <a:pt x="409" y="460"/>
                </a:lnTo>
                <a:lnTo>
                  <a:pt x="408" y="460"/>
                </a:lnTo>
                <a:lnTo>
                  <a:pt x="408" y="464"/>
                </a:lnTo>
                <a:lnTo>
                  <a:pt x="408" y="465"/>
                </a:lnTo>
                <a:lnTo>
                  <a:pt x="411" y="466"/>
                </a:lnTo>
                <a:lnTo>
                  <a:pt x="411" y="467"/>
                </a:lnTo>
                <a:lnTo>
                  <a:pt x="410" y="468"/>
                </a:lnTo>
                <a:lnTo>
                  <a:pt x="410" y="469"/>
                </a:lnTo>
                <a:lnTo>
                  <a:pt x="409" y="470"/>
                </a:lnTo>
                <a:lnTo>
                  <a:pt x="409" y="471"/>
                </a:lnTo>
                <a:lnTo>
                  <a:pt x="408" y="472"/>
                </a:lnTo>
                <a:lnTo>
                  <a:pt x="407" y="471"/>
                </a:lnTo>
                <a:lnTo>
                  <a:pt x="406" y="471"/>
                </a:lnTo>
                <a:lnTo>
                  <a:pt x="406" y="470"/>
                </a:lnTo>
                <a:lnTo>
                  <a:pt x="405" y="470"/>
                </a:lnTo>
                <a:lnTo>
                  <a:pt x="405" y="469"/>
                </a:lnTo>
                <a:lnTo>
                  <a:pt x="405" y="470"/>
                </a:lnTo>
                <a:lnTo>
                  <a:pt x="404" y="470"/>
                </a:lnTo>
                <a:lnTo>
                  <a:pt x="402" y="471"/>
                </a:lnTo>
                <a:lnTo>
                  <a:pt x="400" y="471"/>
                </a:lnTo>
                <a:lnTo>
                  <a:pt x="400" y="472"/>
                </a:lnTo>
                <a:lnTo>
                  <a:pt x="400" y="475"/>
                </a:lnTo>
                <a:lnTo>
                  <a:pt x="400" y="478"/>
                </a:lnTo>
                <a:lnTo>
                  <a:pt x="399" y="479"/>
                </a:lnTo>
                <a:lnTo>
                  <a:pt x="398" y="481"/>
                </a:lnTo>
                <a:lnTo>
                  <a:pt x="397" y="483"/>
                </a:lnTo>
                <a:lnTo>
                  <a:pt x="396" y="483"/>
                </a:lnTo>
                <a:lnTo>
                  <a:pt x="393" y="487"/>
                </a:lnTo>
                <a:lnTo>
                  <a:pt x="393" y="488"/>
                </a:lnTo>
                <a:lnTo>
                  <a:pt x="393" y="489"/>
                </a:lnTo>
                <a:lnTo>
                  <a:pt x="392" y="489"/>
                </a:lnTo>
                <a:lnTo>
                  <a:pt x="391" y="491"/>
                </a:lnTo>
                <a:lnTo>
                  <a:pt x="391" y="492"/>
                </a:lnTo>
                <a:lnTo>
                  <a:pt x="390" y="492"/>
                </a:lnTo>
                <a:lnTo>
                  <a:pt x="390" y="491"/>
                </a:lnTo>
                <a:lnTo>
                  <a:pt x="389" y="491"/>
                </a:lnTo>
                <a:lnTo>
                  <a:pt x="389" y="492"/>
                </a:lnTo>
                <a:lnTo>
                  <a:pt x="388" y="492"/>
                </a:lnTo>
                <a:lnTo>
                  <a:pt x="388" y="493"/>
                </a:lnTo>
                <a:lnTo>
                  <a:pt x="388" y="494"/>
                </a:lnTo>
                <a:lnTo>
                  <a:pt x="387" y="494"/>
                </a:lnTo>
                <a:lnTo>
                  <a:pt x="387" y="495"/>
                </a:lnTo>
                <a:lnTo>
                  <a:pt x="387" y="496"/>
                </a:lnTo>
                <a:lnTo>
                  <a:pt x="387" y="497"/>
                </a:lnTo>
                <a:lnTo>
                  <a:pt x="386" y="497"/>
                </a:lnTo>
                <a:lnTo>
                  <a:pt x="386" y="498"/>
                </a:lnTo>
                <a:lnTo>
                  <a:pt x="386" y="499"/>
                </a:lnTo>
                <a:lnTo>
                  <a:pt x="386" y="500"/>
                </a:lnTo>
                <a:lnTo>
                  <a:pt x="386" y="501"/>
                </a:lnTo>
                <a:lnTo>
                  <a:pt x="388" y="502"/>
                </a:lnTo>
                <a:lnTo>
                  <a:pt x="387" y="503"/>
                </a:lnTo>
                <a:lnTo>
                  <a:pt x="386" y="504"/>
                </a:lnTo>
                <a:lnTo>
                  <a:pt x="384" y="506"/>
                </a:lnTo>
                <a:lnTo>
                  <a:pt x="382" y="506"/>
                </a:lnTo>
                <a:lnTo>
                  <a:pt x="382" y="505"/>
                </a:lnTo>
                <a:lnTo>
                  <a:pt x="381" y="505"/>
                </a:lnTo>
                <a:lnTo>
                  <a:pt x="380" y="505"/>
                </a:lnTo>
                <a:lnTo>
                  <a:pt x="379" y="507"/>
                </a:lnTo>
                <a:lnTo>
                  <a:pt x="379" y="508"/>
                </a:lnTo>
                <a:lnTo>
                  <a:pt x="381" y="509"/>
                </a:lnTo>
                <a:lnTo>
                  <a:pt x="381" y="510"/>
                </a:lnTo>
                <a:lnTo>
                  <a:pt x="381" y="511"/>
                </a:lnTo>
                <a:lnTo>
                  <a:pt x="380" y="515"/>
                </a:lnTo>
                <a:lnTo>
                  <a:pt x="380" y="516"/>
                </a:lnTo>
                <a:lnTo>
                  <a:pt x="379" y="516"/>
                </a:lnTo>
                <a:lnTo>
                  <a:pt x="380" y="516"/>
                </a:lnTo>
                <a:lnTo>
                  <a:pt x="380" y="517"/>
                </a:lnTo>
                <a:lnTo>
                  <a:pt x="379" y="518"/>
                </a:lnTo>
                <a:lnTo>
                  <a:pt x="378" y="518"/>
                </a:lnTo>
                <a:lnTo>
                  <a:pt x="378" y="520"/>
                </a:lnTo>
                <a:lnTo>
                  <a:pt x="378" y="521"/>
                </a:lnTo>
                <a:lnTo>
                  <a:pt x="377" y="522"/>
                </a:lnTo>
                <a:lnTo>
                  <a:pt x="377" y="521"/>
                </a:lnTo>
                <a:lnTo>
                  <a:pt x="376" y="522"/>
                </a:lnTo>
                <a:lnTo>
                  <a:pt x="376" y="523"/>
                </a:lnTo>
                <a:lnTo>
                  <a:pt x="376" y="524"/>
                </a:lnTo>
                <a:lnTo>
                  <a:pt x="378" y="524"/>
                </a:lnTo>
                <a:lnTo>
                  <a:pt x="378" y="525"/>
                </a:lnTo>
                <a:lnTo>
                  <a:pt x="377" y="525"/>
                </a:lnTo>
                <a:lnTo>
                  <a:pt x="375" y="527"/>
                </a:lnTo>
                <a:lnTo>
                  <a:pt x="372" y="526"/>
                </a:lnTo>
                <a:lnTo>
                  <a:pt x="372" y="525"/>
                </a:lnTo>
                <a:lnTo>
                  <a:pt x="371" y="526"/>
                </a:lnTo>
                <a:lnTo>
                  <a:pt x="370" y="526"/>
                </a:lnTo>
                <a:lnTo>
                  <a:pt x="370" y="527"/>
                </a:lnTo>
                <a:lnTo>
                  <a:pt x="371" y="527"/>
                </a:lnTo>
                <a:lnTo>
                  <a:pt x="372" y="527"/>
                </a:lnTo>
                <a:lnTo>
                  <a:pt x="372" y="528"/>
                </a:lnTo>
                <a:lnTo>
                  <a:pt x="376" y="530"/>
                </a:lnTo>
                <a:lnTo>
                  <a:pt x="377" y="530"/>
                </a:lnTo>
                <a:lnTo>
                  <a:pt x="380" y="535"/>
                </a:lnTo>
                <a:lnTo>
                  <a:pt x="381" y="537"/>
                </a:lnTo>
                <a:lnTo>
                  <a:pt x="382" y="537"/>
                </a:lnTo>
                <a:lnTo>
                  <a:pt x="382" y="536"/>
                </a:lnTo>
                <a:lnTo>
                  <a:pt x="382" y="537"/>
                </a:lnTo>
                <a:lnTo>
                  <a:pt x="381" y="538"/>
                </a:lnTo>
                <a:lnTo>
                  <a:pt x="381" y="537"/>
                </a:lnTo>
                <a:lnTo>
                  <a:pt x="379" y="538"/>
                </a:lnTo>
                <a:lnTo>
                  <a:pt x="378" y="538"/>
                </a:lnTo>
                <a:lnTo>
                  <a:pt x="377" y="539"/>
                </a:lnTo>
                <a:lnTo>
                  <a:pt x="377" y="540"/>
                </a:lnTo>
                <a:lnTo>
                  <a:pt x="378" y="540"/>
                </a:lnTo>
                <a:lnTo>
                  <a:pt x="378" y="539"/>
                </a:lnTo>
                <a:lnTo>
                  <a:pt x="379" y="539"/>
                </a:lnTo>
                <a:lnTo>
                  <a:pt x="380" y="539"/>
                </a:lnTo>
                <a:lnTo>
                  <a:pt x="380" y="538"/>
                </a:lnTo>
                <a:lnTo>
                  <a:pt x="381" y="538"/>
                </a:lnTo>
                <a:lnTo>
                  <a:pt x="382" y="538"/>
                </a:lnTo>
                <a:lnTo>
                  <a:pt x="382" y="539"/>
                </a:lnTo>
                <a:lnTo>
                  <a:pt x="382" y="540"/>
                </a:lnTo>
                <a:lnTo>
                  <a:pt x="383" y="541"/>
                </a:lnTo>
                <a:lnTo>
                  <a:pt x="384" y="541"/>
                </a:lnTo>
                <a:lnTo>
                  <a:pt x="385" y="541"/>
                </a:lnTo>
                <a:lnTo>
                  <a:pt x="385" y="542"/>
                </a:lnTo>
                <a:lnTo>
                  <a:pt x="384" y="543"/>
                </a:lnTo>
                <a:lnTo>
                  <a:pt x="384" y="544"/>
                </a:lnTo>
                <a:lnTo>
                  <a:pt x="383" y="545"/>
                </a:lnTo>
                <a:lnTo>
                  <a:pt x="383" y="546"/>
                </a:lnTo>
                <a:lnTo>
                  <a:pt x="383" y="547"/>
                </a:lnTo>
                <a:lnTo>
                  <a:pt x="382" y="547"/>
                </a:lnTo>
                <a:lnTo>
                  <a:pt x="382" y="546"/>
                </a:lnTo>
                <a:lnTo>
                  <a:pt x="381" y="546"/>
                </a:lnTo>
                <a:lnTo>
                  <a:pt x="381" y="547"/>
                </a:lnTo>
                <a:lnTo>
                  <a:pt x="381" y="548"/>
                </a:lnTo>
                <a:lnTo>
                  <a:pt x="380" y="550"/>
                </a:lnTo>
                <a:lnTo>
                  <a:pt x="381" y="551"/>
                </a:lnTo>
                <a:lnTo>
                  <a:pt x="381" y="552"/>
                </a:lnTo>
                <a:lnTo>
                  <a:pt x="380" y="552"/>
                </a:lnTo>
                <a:lnTo>
                  <a:pt x="380" y="553"/>
                </a:lnTo>
                <a:lnTo>
                  <a:pt x="381" y="553"/>
                </a:lnTo>
                <a:lnTo>
                  <a:pt x="381" y="552"/>
                </a:lnTo>
                <a:lnTo>
                  <a:pt x="382" y="553"/>
                </a:lnTo>
                <a:lnTo>
                  <a:pt x="382" y="554"/>
                </a:lnTo>
                <a:lnTo>
                  <a:pt x="382" y="555"/>
                </a:lnTo>
                <a:lnTo>
                  <a:pt x="383" y="556"/>
                </a:lnTo>
                <a:lnTo>
                  <a:pt x="382" y="556"/>
                </a:lnTo>
                <a:lnTo>
                  <a:pt x="382" y="557"/>
                </a:lnTo>
                <a:lnTo>
                  <a:pt x="382" y="559"/>
                </a:lnTo>
                <a:lnTo>
                  <a:pt x="381" y="559"/>
                </a:lnTo>
                <a:lnTo>
                  <a:pt x="380" y="559"/>
                </a:lnTo>
                <a:lnTo>
                  <a:pt x="379" y="560"/>
                </a:lnTo>
                <a:lnTo>
                  <a:pt x="379" y="559"/>
                </a:lnTo>
                <a:lnTo>
                  <a:pt x="378" y="559"/>
                </a:lnTo>
                <a:lnTo>
                  <a:pt x="378" y="558"/>
                </a:lnTo>
                <a:lnTo>
                  <a:pt x="379" y="558"/>
                </a:lnTo>
                <a:lnTo>
                  <a:pt x="379" y="557"/>
                </a:lnTo>
                <a:lnTo>
                  <a:pt x="378" y="557"/>
                </a:lnTo>
                <a:lnTo>
                  <a:pt x="377" y="557"/>
                </a:lnTo>
                <a:lnTo>
                  <a:pt x="377" y="556"/>
                </a:lnTo>
                <a:lnTo>
                  <a:pt x="377" y="555"/>
                </a:lnTo>
                <a:lnTo>
                  <a:pt x="376" y="556"/>
                </a:lnTo>
                <a:lnTo>
                  <a:pt x="376" y="557"/>
                </a:lnTo>
                <a:lnTo>
                  <a:pt x="375" y="558"/>
                </a:lnTo>
                <a:lnTo>
                  <a:pt x="375" y="557"/>
                </a:lnTo>
                <a:lnTo>
                  <a:pt x="373" y="557"/>
                </a:lnTo>
                <a:lnTo>
                  <a:pt x="372" y="556"/>
                </a:lnTo>
                <a:lnTo>
                  <a:pt x="372" y="555"/>
                </a:lnTo>
                <a:lnTo>
                  <a:pt x="371" y="555"/>
                </a:lnTo>
                <a:lnTo>
                  <a:pt x="370" y="555"/>
                </a:lnTo>
                <a:lnTo>
                  <a:pt x="368" y="555"/>
                </a:lnTo>
                <a:lnTo>
                  <a:pt x="368" y="556"/>
                </a:lnTo>
                <a:lnTo>
                  <a:pt x="369" y="556"/>
                </a:lnTo>
                <a:lnTo>
                  <a:pt x="369" y="557"/>
                </a:lnTo>
                <a:lnTo>
                  <a:pt x="368" y="557"/>
                </a:lnTo>
                <a:lnTo>
                  <a:pt x="367" y="558"/>
                </a:lnTo>
                <a:lnTo>
                  <a:pt x="368" y="558"/>
                </a:lnTo>
                <a:lnTo>
                  <a:pt x="369" y="559"/>
                </a:lnTo>
                <a:lnTo>
                  <a:pt x="369" y="558"/>
                </a:lnTo>
                <a:lnTo>
                  <a:pt x="370" y="558"/>
                </a:lnTo>
                <a:lnTo>
                  <a:pt x="371" y="558"/>
                </a:lnTo>
                <a:lnTo>
                  <a:pt x="371" y="559"/>
                </a:lnTo>
                <a:lnTo>
                  <a:pt x="370" y="560"/>
                </a:lnTo>
                <a:lnTo>
                  <a:pt x="370" y="561"/>
                </a:lnTo>
                <a:lnTo>
                  <a:pt x="369" y="562"/>
                </a:lnTo>
                <a:lnTo>
                  <a:pt x="368" y="562"/>
                </a:lnTo>
                <a:lnTo>
                  <a:pt x="368" y="563"/>
                </a:lnTo>
                <a:lnTo>
                  <a:pt x="367" y="563"/>
                </a:lnTo>
                <a:lnTo>
                  <a:pt x="367" y="564"/>
                </a:lnTo>
                <a:lnTo>
                  <a:pt x="368" y="564"/>
                </a:lnTo>
                <a:lnTo>
                  <a:pt x="369" y="564"/>
                </a:lnTo>
                <a:lnTo>
                  <a:pt x="369" y="565"/>
                </a:lnTo>
                <a:lnTo>
                  <a:pt x="368" y="565"/>
                </a:lnTo>
                <a:lnTo>
                  <a:pt x="367" y="565"/>
                </a:lnTo>
                <a:lnTo>
                  <a:pt x="366" y="566"/>
                </a:lnTo>
                <a:lnTo>
                  <a:pt x="366" y="565"/>
                </a:lnTo>
                <a:lnTo>
                  <a:pt x="365" y="565"/>
                </a:lnTo>
                <a:lnTo>
                  <a:pt x="365" y="566"/>
                </a:lnTo>
                <a:lnTo>
                  <a:pt x="366" y="567"/>
                </a:lnTo>
                <a:lnTo>
                  <a:pt x="367" y="567"/>
                </a:lnTo>
                <a:lnTo>
                  <a:pt x="368" y="567"/>
                </a:lnTo>
                <a:lnTo>
                  <a:pt x="369" y="566"/>
                </a:lnTo>
                <a:lnTo>
                  <a:pt x="370" y="567"/>
                </a:lnTo>
                <a:lnTo>
                  <a:pt x="369" y="567"/>
                </a:lnTo>
                <a:lnTo>
                  <a:pt x="369" y="568"/>
                </a:lnTo>
                <a:lnTo>
                  <a:pt x="370" y="568"/>
                </a:lnTo>
                <a:lnTo>
                  <a:pt x="371" y="568"/>
                </a:lnTo>
                <a:lnTo>
                  <a:pt x="371" y="567"/>
                </a:lnTo>
                <a:lnTo>
                  <a:pt x="372" y="568"/>
                </a:lnTo>
                <a:lnTo>
                  <a:pt x="371" y="570"/>
                </a:lnTo>
                <a:lnTo>
                  <a:pt x="370" y="570"/>
                </a:lnTo>
                <a:lnTo>
                  <a:pt x="370" y="571"/>
                </a:lnTo>
                <a:lnTo>
                  <a:pt x="371" y="571"/>
                </a:lnTo>
                <a:lnTo>
                  <a:pt x="371" y="570"/>
                </a:lnTo>
                <a:lnTo>
                  <a:pt x="372" y="570"/>
                </a:lnTo>
                <a:lnTo>
                  <a:pt x="373" y="571"/>
                </a:lnTo>
                <a:lnTo>
                  <a:pt x="372" y="571"/>
                </a:lnTo>
                <a:lnTo>
                  <a:pt x="371" y="572"/>
                </a:lnTo>
                <a:lnTo>
                  <a:pt x="372" y="573"/>
                </a:lnTo>
                <a:lnTo>
                  <a:pt x="371" y="574"/>
                </a:lnTo>
                <a:lnTo>
                  <a:pt x="370" y="574"/>
                </a:lnTo>
                <a:lnTo>
                  <a:pt x="369" y="575"/>
                </a:lnTo>
                <a:lnTo>
                  <a:pt x="369" y="574"/>
                </a:lnTo>
                <a:lnTo>
                  <a:pt x="368" y="574"/>
                </a:lnTo>
                <a:lnTo>
                  <a:pt x="368" y="575"/>
                </a:lnTo>
                <a:lnTo>
                  <a:pt x="368" y="576"/>
                </a:lnTo>
                <a:lnTo>
                  <a:pt x="369" y="576"/>
                </a:lnTo>
                <a:lnTo>
                  <a:pt x="368" y="577"/>
                </a:lnTo>
                <a:lnTo>
                  <a:pt x="368" y="578"/>
                </a:lnTo>
                <a:lnTo>
                  <a:pt x="368" y="579"/>
                </a:lnTo>
                <a:lnTo>
                  <a:pt x="369" y="579"/>
                </a:lnTo>
                <a:lnTo>
                  <a:pt x="370" y="579"/>
                </a:lnTo>
                <a:lnTo>
                  <a:pt x="371" y="579"/>
                </a:lnTo>
                <a:lnTo>
                  <a:pt x="371" y="580"/>
                </a:lnTo>
                <a:lnTo>
                  <a:pt x="370" y="581"/>
                </a:lnTo>
                <a:lnTo>
                  <a:pt x="371" y="582"/>
                </a:lnTo>
                <a:lnTo>
                  <a:pt x="370" y="582"/>
                </a:lnTo>
                <a:lnTo>
                  <a:pt x="369" y="582"/>
                </a:lnTo>
                <a:lnTo>
                  <a:pt x="369" y="583"/>
                </a:lnTo>
                <a:lnTo>
                  <a:pt x="368" y="584"/>
                </a:lnTo>
                <a:lnTo>
                  <a:pt x="368" y="585"/>
                </a:lnTo>
                <a:lnTo>
                  <a:pt x="368" y="586"/>
                </a:lnTo>
                <a:lnTo>
                  <a:pt x="369" y="586"/>
                </a:lnTo>
                <a:lnTo>
                  <a:pt x="370" y="586"/>
                </a:lnTo>
                <a:lnTo>
                  <a:pt x="370" y="587"/>
                </a:lnTo>
                <a:lnTo>
                  <a:pt x="369" y="587"/>
                </a:lnTo>
                <a:lnTo>
                  <a:pt x="368" y="588"/>
                </a:lnTo>
                <a:lnTo>
                  <a:pt x="367" y="588"/>
                </a:lnTo>
                <a:lnTo>
                  <a:pt x="366" y="589"/>
                </a:lnTo>
                <a:lnTo>
                  <a:pt x="366" y="590"/>
                </a:lnTo>
                <a:lnTo>
                  <a:pt x="365" y="591"/>
                </a:lnTo>
                <a:lnTo>
                  <a:pt x="365" y="592"/>
                </a:lnTo>
                <a:lnTo>
                  <a:pt x="364" y="592"/>
                </a:lnTo>
                <a:lnTo>
                  <a:pt x="363" y="592"/>
                </a:lnTo>
                <a:lnTo>
                  <a:pt x="363" y="591"/>
                </a:lnTo>
                <a:lnTo>
                  <a:pt x="362" y="589"/>
                </a:lnTo>
                <a:lnTo>
                  <a:pt x="363" y="588"/>
                </a:lnTo>
                <a:lnTo>
                  <a:pt x="363" y="587"/>
                </a:lnTo>
                <a:lnTo>
                  <a:pt x="362" y="587"/>
                </a:lnTo>
                <a:lnTo>
                  <a:pt x="361" y="586"/>
                </a:lnTo>
                <a:lnTo>
                  <a:pt x="362" y="585"/>
                </a:lnTo>
                <a:lnTo>
                  <a:pt x="361" y="584"/>
                </a:lnTo>
                <a:lnTo>
                  <a:pt x="360" y="584"/>
                </a:lnTo>
                <a:lnTo>
                  <a:pt x="360" y="585"/>
                </a:lnTo>
                <a:lnTo>
                  <a:pt x="360" y="586"/>
                </a:lnTo>
                <a:lnTo>
                  <a:pt x="359" y="586"/>
                </a:lnTo>
                <a:lnTo>
                  <a:pt x="358" y="586"/>
                </a:lnTo>
                <a:lnTo>
                  <a:pt x="358" y="587"/>
                </a:lnTo>
                <a:lnTo>
                  <a:pt x="357" y="590"/>
                </a:lnTo>
                <a:lnTo>
                  <a:pt x="358" y="590"/>
                </a:lnTo>
                <a:lnTo>
                  <a:pt x="359" y="591"/>
                </a:lnTo>
                <a:lnTo>
                  <a:pt x="359" y="592"/>
                </a:lnTo>
                <a:lnTo>
                  <a:pt x="359" y="593"/>
                </a:lnTo>
                <a:lnTo>
                  <a:pt x="359" y="592"/>
                </a:lnTo>
                <a:lnTo>
                  <a:pt x="358" y="592"/>
                </a:lnTo>
                <a:lnTo>
                  <a:pt x="357" y="592"/>
                </a:lnTo>
                <a:lnTo>
                  <a:pt x="357" y="591"/>
                </a:lnTo>
                <a:lnTo>
                  <a:pt x="357" y="590"/>
                </a:lnTo>
                <a:lnTo>
                  <a:pt x="356" y="590"/>
                </a:lnTo>
                <a:lnTo>
                  <a:pt x="355" y="589"/>
                </a:lnTo>
                <a:lnTo>
                  <a:pt x="354" y="588"/>
                </a:lnTo>
                <a:lnTo>
                  <a:pt x="354" y="587"/>
                </a:lnTo>
                <a:lnTo>
                  <a:pt x="353" y="586"/>
                </a:lnTo>
                <a:lnTo>
                  <a:pt x="354" y="586"/>
                </a:lnTo>
                <a:lnTo>
                  <a:pt x="353" y="586"/>
                </a:lnTo>
                <a:lnTo>
                  <a:pt x="353" y="585"/>
                </a:lnTo>
                <a:lnTo>
                  <a:pt x="354" y="585"/>
                </a:lnTo>
                <a:lnTo>
                  <a:pt x="354" y="583"/>
                </a:lnTo>
                <a:lnTo>
                  <a:pt x="353" y="582"/>
                </a:lnTo>
                <a:lnTo>
                  <a:pt x="352" y="582"/>
                </a:lnTo>
                <a:lnTo>
                  <a:pt x="352" y="581"/>
                </a:lnTo>
                <a:lnTo>
                  <a:pt x="353" y="579"/>
                </a:lnTo>
                <a:lnTo>
                  <a:pt x="354" y="580"/>
                </a:lnTo>
                <a:lnTo>
                  <a:pt x="355" y="580"/>
                </a:lnTo>
                <a:lnTo>
                  <a:pt x="356" y="579"/>
                </a:lnTo>
                <a:lnTo>
                  <a:pt x="355" y="578"/>
                </a:lnTo>
                <a:lnTo>
                  <a:pt x="354" y="578"/>
                </a:lnTo>
                <a:lnTo>
                  <a:pt x="353" y="577"/>
                </a:lnTo>
                <a:lnTo>
                  <a:pt x="352" y="576"/>
                </a:lnTo>
                <a:lnTo>
                  <a:pt x="352" y="575"/>
                </a:lnTo>
                <a:lnTo>
                  <a:pt x="351" y="574"/>
                </a:lnTo>
                <a:lnTo>
                  <a:pt x="350" y="573"/>
                </a:lnTo>
                <a:lnTo>
                  <a:pt x="350" y="572"/>
                </a:lnTo>
                <a:lnTo>
                  <a:pt x="349" y="572"/>
                </a:lnTo>
                <a:lnTo>
                  <a:pt x="348" y="572"/>
                </a:lnTo>
                <a:lnTo>
                  <a:pt x="348" y="571"/>
                </a:lnTo>
                <a:lnTo>
                  <a:pt x="347" y="570"/>
                </a:lnTo>
                <a:lnTo>
                  <a:pt x="346" y="570"/>
                </a:lnTo>
                <a:lnTo>
                  <a:pt x="346" y="569"/>
                </a:lnTo>
                <a:lnTo>
                  <a:pt x="345" y="569"/>
                </a:lnTo>
                <a:lnTo>
                  <a:pt x="344" y="568"/>
                </a:lnTo>
                <a:lnTo>
                  <a:pt x="343" y="568"/>
                </a:lnTo>
                <a:lnTo>
                  <a:pt x="343" y="567"/>
                </a:lnTo>
                <a:lnTo>
                  <a:pt x="344" y="567"/>
                </a:lnTo>
                <a:lnTo>
                  <a:pt x="344" y="566"/>
                </a:lnTo>
                <a:lnTo>
                  <a:pt x="343" y="566"/>
                </a:lnTo>
                <a:lnTo>
                  <a:pt x="343" y="565"/>
                </a:lnTo>
                <a:lnTo>
                  <a:pt x="342" y="565"/>
                </a:lnTo>
                <a:lnTo>
                  <a:pt x="342" y="564"/>
                </a:lnTo>
                <a:lnTo>
                  <a:pt x="342" y="563"/>
                </a:lnTo>
                <a:lnTo>
                  <a:pt x="342" y="562"/>
                </a:lnTo>
                <a:lnTo>
                  <a:pt x="342" y="560"/>
                </a:lnTo>
                <a:lnTo>
                  <a:pt x="341" y="560"/>
                </a:lnTo>
                <a:lnTo>
                  <a:pt x="340" y="560"/>
                </a:lnTo>
                <a:lnTo>
                  <a:pt x="339" y="560"/>
                </a:lnTo>
                <a:lnTo>
                  <a:pt x="338" y="560"/>
                </a:lnTo>
                <a:lnTo>
                  <a:pt x="338" y="559"/>
                </a:lnTo>
                <a:lnTo>
                  <a:pt x="337" y="559"/>
                </a:lnTo>
                <a:lnTo>
                  <a:pt x="337" y="560"/>
                </a:lnTo>
                <a:lnTo>
                  <a:pt x="337" y="561"/>
                </a:lnTo>
                <a:lnTo>
                  <a:pt x="336" y="561"/>
                </a:lnTo>
                <a:lnTo>
                  <a:pt x="335" y="561"/>
                </a:lnTo>
                <a:lnTo>
                  <a:pt x="334" y="561"/>
                </a:lnTo>
                <a:lnTo>
                  <a:pt x="334" y="562"/>
                </a:lnTo>
                <a:lnTo>
                  <a:pt x="333" y="562"/>
                </a:lnTo>
                <a:lnTo>
                  <a:pt x="333" y="563"/>
                </a:lnTo>
                <a:lnTo>
                  <a:pt x="332" y="563"/>
                </a:lnTo>
                <a:lnTo>
                  <a:pt x="331" y="562"/>
                </a:lnTo>
                <a:lnTo>
                  <a:pt x="331" y="561"/>
                </a:lnTo>
                <a:lnTo>
                  <a:pt x="330" y="560"/>
                </a:lnTo>
                <a:lnTo>
                  <a:pt x="330" y="559"/>
                </a:lnTo>
                <a:lnTo>
                  <a:pt x="330" y="558"/>
                </a:lnTo>
                <a:lnTo>
                  <a:pt x="330" y="557"/>
                </a:lnTo>
                <a:lnTo>
                  <a:pt x="329" y="556"/>
                </a:lnTo>
                <a:lnTo>
                  <a:pt x="328" y="556"/>
                </a:lnTo>
                <a:lnTo>
                  <a:pt x="328" y="555"/>
                </a:lnTo>
                <a:lnTo>
                  <a:pt x="328" y="556"/>
                </a:lnTo>
                <a:lnTo>
                  <a:pt x="328" y="557"/>
                </a:lnTo>
                <a:lnTo>
                  <a:pt x="326" y="558"/>
                </a:lnTo>
                <a:lnTo>
                  <a:pt x="325" y="558"/>
                </a:lnTo>
                <a:lnTo>
                  <a:pt x="324" y="559"/>
                </a:lnTo>
                <a:lnTo>
                  <a:pt x="323" y="559"/>
                </a:lnTo>
                <a:lnTo>
                  <a:pt x="322" y="558"/>
                </a:lnTo>
                <a:lnTo>
                  <a:pt x="320" y="559"/>
                </a:lnTo>
                <a:lnTo>
                  <a:pt x="319" y="560"/>
                </a:lnTo>
                <a:lnTo>
                  <a:pt x="318" y="560"/>
                </a:lnTo>
                <a:lnTo>
                  <a:pt x="317" y="559"/>
                </a:lnTo>
                <a:lnTo>
                  <a:pt x="316" y="559"/>
                </a:lnTo>
                <a:lnTo>
                  <a:pt x="316" y="560"/>
                </a:lnTo>
                <a:lnTo>
                  <a:pt x="315" y="560"/>
                </a:lnTo>
                <a:lnTo>
                  <a:pt x="313" y="560"/>
                </a:lnTo>
                <a:lnTo>
                  <a:pt x="313" y="561"/>
                </a:lnTo>
                <a:lnTo>
                  <a:pt x="312" y="562"/>
                </a:lnTo>
                <a:lnTo>
                  <a:pt x="313" y="563"/>
                </a:lnTo>
                <a:lnTo>
                  <a:pt x="314" y="563"/>
                </a:lnTo>
                <a:lnTo>
                  <a:pt x="314" y="564"/>
                </a:lnTo>
                <a:lnTo>
                  <a:pt x="313" y="565"/>
                </a:lnTo>
                <a:lnTo>
                  <a:pt x="312" y="565"/>
                </a:lnTo>
                <a:lnTo>
                  <a:pt x="311" y="565"/>
                </a:lnTo>
                <a:lnTo>
                  <a:pt x="310" y="565"/>
                </a:lnTo>
                <a:lnTo>
                  <a:pt x="309" y="566"/>
                </a:lnTo>
                <a:lnTo>
                  <a:pt x="309" y="567"/>
                </a:lnTo>
                <a:lnTo>
                  <a:pt x="309" y="568"/>
                </a:lnTo>
                <a:lnTo>
                  <a:pt x="308" y="569"/>
                </a:lnTo>
                <a:lnTo>
                  <a:pt x="307" y="569"/>
                </a:lnTo>
                <a:lnTo>
                  <a:pt x="306" y="570"/>
                </a:lnTo>
                <a:lnTo>
                  <a:pt x="306" y="571"/>
                </a:lnTo>
                <a:lnTo>
                  <a:pt x="305" y="572"/>
                </a:lnTo>
                <a:lnTo>
                  <a:pt x="305" y="573"/>
                </a:lnTo>
                <a:lnTo>
                  <a:pt x="304" y="573"/>
                </a:lnTo>
                <a:lnTo>
                  <a:pt x="304" y="574"/>
                </a:lnTo>
                <a:lnTo>
                  <a:pt x="304" y="575"/>
                </a:lnTo>
                <a:lnTo>
                  <a:pt x="303" y="575"/>
                </a:lnTo>
                <a:lnTo>
                  <a:pt x="302" y="575"/>
                </a:lnTo>
                <a:lnTo>
                  <a:pt x="302" y="574"/>
                </a:lnTo>
                <a:lnTo>
                  <a:pt x="301" y="574"/>
                </a:lnTo>
                <a:lnTo>
                  <a:pt x="300" y="573"/>
                </a:lnTo>
                <a:lnTo>
                  <a:pt x="299" y="572"/>
                </a:lnTo>
                <a:lnTo>
                  <a:pt x="298" y="572"/>
                </a:lnTo>
                <a:lnTo>
                  <a:pt x="298" y="571"/>
                </a:lnTo>
                <a:lnTo>
                  <a:pt x="297" y="571"/>
                </a:lnTo>
                <a:lnTo>
                  <a:pt x="298" y="570"/>
                </a:lnTo>
                <a:lnTo>
                  <a:pt x="297" y="570"/>
                </a:lnTo>
                <a:lnTo>
                  <a:pt x="296" y="570"/>
                </a:lnTo>
                <a:lnTo>
                  <a:pt x="295" y="570"/>
                </a:lnTo>
                <a:lnTo>
                  <a:pt x="295" y="571"/>
                </a:lnTo>
                <a:lnTo>
                  <a:pt x="294" y="571"/>
                </a:lnTo>
                <a:lnTo>
                  <a:pt x="293" y="571"/>
                </a:lnTo>
                <a:lnTo>
                  <a:pt x="292" y="572"/>
                </a:lnTo>
                <a:lnTo>
                  <a:pt x="291" y="573"/>
                </a:lnTo>
                <a:lnTo>
                  <a:pt x="291" y="574"/>
                </a:lnTo>
                <a:lnTo>
                  <a:pt x="291" y="573"/>
                </a:lnTo>
                <a:lnTo>
                  <a:pt x="292" y="573"/>
                </a:lnTo>
                <a:lnTo>
                  <a:pt x="292" y="574"/>
                </a:lnTo>
                <a:lnTo>
                  <a:pt x="291" y="575"/>
                </a:lnTo>
                <a:lnTo>
                  <a:pt x="290" y="575"/>
                </a:lnTo>
                <a:lnTo>
                  <a:pt x="290" y="576"/>
                </a:lnTo>
                <a:lnTo>
                  <a:pt x="291" y="576"/>
                </a:lnTo>
                <a:lnTo>
                  <a:pt x="290" y="576"/>
                </a:lnTo>
                <a:lnTo>
                  <a:pt x="290" y="577"/>
                </a:lnTo>
                <a:lnTo>
                  <a:pt x="289" y="577"/>
                </a:lnTo>
                <a:lnTo>
                  <a:pt x="289" y="578"/>
                </a:lnTo>
                <a:lnTo>
                  <a:pt x="289" y="577"/>
                </a:lnTo>
                <a:lnTo>
                  <a:pt x="290" y="577"/>
                </a:lnTo>
                <a:lnTo>
                  <a:pt x="290" y="578"/>
                </a:lnTo>
                <a:lnTo>
                  <a:pt x="289" y="578"/>
                </a:lnTo>
                <a:lnTo>
                  <a:pt x="290" y="579"/>
                </a:lnTo>
                <a:lnTo>
                  <a:pt x="291" y="580"/>
                </a:lnTo>
                <a:lnTo>
                  <a:pt x="290" y="580"/>
                </a:lnTo>
                <a:lnTo>
                  <a:pt x="289" y="580"/>
                </a:lnTo>
                <a:lnTo>
                  <a:pt x="288" y="580"/>
                </a:lnTo>
                <a:lnTo>
                  <a:pt x="288" y="581"/>
                </a:lnTo>
                <a:lnTo>
                  <a:pt x="286" y="581"/>
                </a:lnTo>
                <a:lnTo>
                  <a:pt x="286" y="580"/>
                </a:lnTo>
                <a:lnTo>
                  <a:pt x="285" y="581"/>
                </a:lnTo>
                <a:lnTo>
                  <a:pt x="284" y="581"/>
                </a:lnTo>
                <a:lnTo>
                  <a:pt x="284" y="582"/>
                </a:lnTo>
                <a:lnTo>
                  <a:pt x="283" y="582"/>
                </a:lnTo>
                <a:lnTo>
                  <a:pt x="282" y="582"/>
                </a:lnTo>
                <a:lnTo>
                  <a:pt x="282" y="583"/>
                </a:lnTo>
                <a:lnTo>
                  <a:pt x="282" y="584"/>
                </a:lnTo>
                <a:lnTo>
                  <a:pt x="281" y="584"/>
                </a:lnTo>
                <a:lnTo>
                  <a:pt x="280" y="583"/>
                </a:lnTo>
                <a:lnTo>
                  <a:pt x="281" y="582"/>
                </a:lnTo>
                <a:lnTo>
                  <a:pt x="280" y="582"/>
                </a:lnTo>
                <a:lnTo>
                  <a:pt x="279" y="582"/>
                </a:lnTo>
                <a:lnTo>
                  <a:pt x="278" y="582"/>
                </a:lnTo>
                <a:lnTo>
                  <a:pt x="278" y="581"/>
                </a:lnTo>
                <a:lnTo>
                  <a:pt x="277" y="581"/>
                </a:lnTo>
                <a:lnTo>
                  <a:pt x="276" y="582"/>
                </a:lnTo>
                <a:lnTo>
                  <a:pt x="276" y="583"/>
                </a:lnTo>
                <a:lnTo>
                  <a:pt x="277" y="583"/>
                </a:lnTo>
                <a:lnTo>
                  <a:pt x="277" y="584"/>
                </a:lnTo>
                <a:lnTo>
                  <a:pt x="277" y="585"/>
                </a:lnTo>
                <a:lnTo>
                  <a:pt x="275" y="585"/>
                </a:lnTo>
                <a:lnTo>
                  <a:pt x="274" y="586"/>
                </a:lnTo>
                <a:lnTo>
                  <a:pt x="273" y="585"/>
                </a:lnTo>
                <a:lnTo>
                  <a:pt x="272" y="584"/>
                </a:lnTo>
                <a:lnTo>
                  <a:pt x="271" y="584"/>
                </a:lnTo>
                <a:lnTo>
                  <a:pt x="270" y="585"/>
                </a:lnTo>
                <a:lnTo>
                  <a:pt x="269" y="585"/>
                </a:lnTo>
                <a:lnTo>
                  <a:pt x="268" y="585"/>
                </a:lnTo>
                <a:lnTo>
                  <a:pt x="267" y="585"/>
                </a:lnTo>
                <a:lnTo>
                  <a:pt x="268" y="584"/>
                </a:lnTo>
                <a:lnTo>
                  <a:pt x="268" y="583"/>
                </a:lnTo>
                <a:lnTo>
                  <a:pt x="267" y="582"/>
                </a:lnTo>
                <a:lnTo>
                  <a:pt x="268" y="582"/>
                </a:lnTo>
                <a:lnTo>
                  <a:pt x="268" y="583"/>
                </a:lnTo>
                <a:lnTo>
                  <a:pt x="269" y="582"/>
                </a:lnTo>
                <a:lnTo>
                  <a:pt x="268" y="581"/>
                </a:lnTo>
                <a:lnTo>
                  <a:pt x="267" y="581"/>
                </a:lnTo>
                <a:lnTo>
                  <a:pt x="267" y="580"/>
                </a:lnTo>
                <a:lnTo>
                  <a:pt x="267" y="579"/>
                </a:lnTo>
                <a:lnTo>
                  <a:pt x="266" y="579"/>
                </a:lnTo>
                <a:lnTo>
                  <a:pt x="265" y="579"/>
                </a:lnTo>
                <a:lnTo>
                  <a:pt x="264" y="579"/>
                </a:lnTo>
                <a:lnTo>
                  <a:pt x="263" y="578"/>
                </a:lnTo>
                <a:lnTo>
                  <a:pt x="263" y="577"/>
                </a:lnTo>
                <a:lnTo>
                  <a:pt x="262" y="577"/>
                </a:lnTo>
                <a:lnTo>
                  <a:pt x="263" y="576"/>
                </a:lnTo>
                <a:lnTo>
                  <a:pt x="264" y="576"/>
                </a:lnTo>
                <a:lnTo>
                  <a:pt x="264" y="575"/>
                </a:lnTo>
                <a:lnTo>
                  <a:pt x="263" y="575"/>
                </a:lnTo>
                <a:lnTo>
                  <a:pt x="262" y="575"/>
                </a:lnTo>
                <a:lnTo>
                  <a:pt x="262" y="574"/>
                </a:lnTo>
                <a:lnTo>
                  <a:pt x="261" y="574"/>
                </a:lnTo>
                <a:lnTo>
                  <a:pt x="261" y="573"/>
                </a:lnTo>
                <a:lnTo>
                  <a:pt x="260" y="573"/>
                </a:lnTo>
                <a:lnTo>
                  <a:pt x="260" y="572"/>
                </a:lnTo>
                <a:lnTo>
                  <a:pt x="259" y="572"/>
                </a:lnTo>
                <a:lnTo>
                  <a:pt x="258" y="572"/>
                </a:lnTo>
                <a:lnTo>
                  <a:pt x="257" y="571"/>
                </a:lnTo>
                <a:lnTo>
                  <a:pt x="257" y="570"/>
                </a:lnTo>
                <a:lnTo>
                  <a:pt x="256" y="570"/>
                </a:lnTo>
                <a:lnTo>
                  <a:pt x="256" y="569"/>
                </a:lnTo>
                <a:lnTo>
                  <a:pt x="256" y="568"/>
                </a:lnTo>
                <a:lnTo>
                  <a:pt x="255" y="568"/>
                </a:lnTo>
                <a:lnTo>
                  <a:pt x="254" y="568"/>
                </a:lnTo>
                <a:lnTo>
                  <a:pt x="254" y="567"/>
                </a:lnTo>
                <a:lnTo>
                  <a:pt x="253" y="567"/>
                </a:lnTo>
                <a:lnTo>
                  <a:pt x="254" y="567"/>
                </a:lnTo>
                <a:lnTo>
                  <a:pt x="255" y="567"/>
                </a:lnTo>
                <a:lnTo>
                  <a:pt x="256" y="566"/>
                </a:lnTo>
                <a:lnTo>
                  <a:pt x="256" y="565"/>
                </a:lnTo>
                <a:lnTo>
                  <a:pt x="256" y="564"/>
                </a:lnTo>
                <a:lnTo>
                  <a:pt x="256" y="563"/>
                </a:lnTo>
                <a:lnTo>
                  <a:pt x="256" y="562"/>
                </a:lnTo>
                <a:lnTo>
                  <a:pt x="256" y="561"/>
                </a:lnTo>
                <a:lnTo>
                  <a:pt x="255" y="560"/>
                </a:lnTo>
                <a:lnTo>
                  <a:pt x="255" y="559"/>
                </a:lnTo>
                <a:lnTo>
                  <a:pt x="256" y="559"/>
                </a:lnTo>
                <a:lnTo>
                  <a:pt x="255" y="558"/>
                </a:lnTo>
                <a:lnTo>
                  <a:pt x="254" y="557"/>
                </a:lnTo>
                <a:lnTo>
                  <a:pt x="254" y="556"/>
                </a:lnTo>
                <a:lnTo>
                  <a:pt x="255" y="556"/>
                </a:lnTo>
                <a:lnTo>
                  <a:pt x="255" y="555"/>
                </a:lnTo>
                <a:lnTo>
                  <a:pt x="254" y="555"/>
                </a:lnTo>
                <a:lnTo>
                  <a:pt x="253" y="554"/>
                </a:lnTo>
                <a:lnTo>
                  <a:pt x="252" y="552"/>
                </a:lnTo>
                <a:lnTo>
                  <a:pt x="250" y="552"/>
                </a:lnTo>
                <a:lnTo>
                  <a:pt x="249" y="553"/>
                </a:lnTo>
                <a:lnTo>
                  <a:pt x="248" y="552"/>
                </a:lnTo>
                <a:lnTo>
                  <a:pt x="248" y="551"/>
                </a:lnTo>
                <a:lnTo>
                  <a:pt x="248" y="550"/>
                </a:lnTo>
                <a:lnTo>
                  <a:pt x="249" y="550"/>
                </a:lnTo>
                <a:lnTo>
                  <a:pt x="249" y="549"/>
                </a:lnTo>
                <a:lnTo>
                  <a:pt x="249" y="548"/>
                </a:lnTo>
                <a:lnTo>
                  <a:pt x="249" y="547"/>
                </a:lnTo>
                <a:lnTo>
                  <a:pt x="248" y="547"/>
                </a:lnTo>
                <a:lnTo>
                  <a:pt x="247" y="547"/>
                </a:lnTo>
                <a:lnTo>
                  <a:pt x="246" y="547"/>
                </a:lnTo>
                <a:lnTo>
                  <a:pt x="245" y="547"/>
                </a:lnTo>
                <a:lnTo>
                  <a:pt x="245" y="546"/>
                </a:lnTo>
                <a:lnTo>
                  <a:pt x="244" y="547"/>
                </a:lnTo>
                <a:lnTo>
                  <a:pt x="243" y="547"/>
                </a:lnTo>
                <a:lnTo>
                  <a:pt x="243" y="546"/>
                </a:lnTo>
                <a:lnTo>
                  <a:pt x="243" y="545"/>
                </a:lnTo>
                <a:lnTo>
                  <a:pt x="242" y="544"/>
                </a:lnTo>
                <a:lnTo>
                  <a:pt x="242" y="543"/>
                </a:lnTo>
                <a:lnTo>
                  <a:pt x="242" y="542"/>
                </a:lnTo>
                <a:lnTo>
                  <a:pt x="242" y="541"/>
                </a:lnTo>
                <a:lnTo>
                  <a:pt x="243" y="540"/>
                </a:lnTo>
                <a:lnTo>
                  <a:pt x="244" y="540"/>
                </a:lnTo>
                <a:lnTo>
                  <a:pt x="244" y="539"/>
                </a:lnTo>
                <a:lnTo>
                  <a:pt x="244" y="538"/>
                </a:lnTo>
                <a:lnTo>
                  <a:pt x="244" y="537"/>
                </a:lnTo>
                <a:lnTo>
                  <a:pt x="243" y="536"/>
                </a:lnTo>
                <a:lnTo>
                  <a:pt x="243" y="535"/>
                </a:lnTo>
                <a:lnTo>
                  <a:pt x="243" y="534"/>
                </a:lnTo>
                <a:lnTo>
                  <a:pt x="242" y="534"/>
                </a:lnTo>
                <a:lnTo>
                  <a:pt x="241" y="533"/>
                </a:lnTo>
                <a:lnTo>
                  <a:pt x="241" y="534"/>
                </a:lnTo>
                <a:lnTo>
                  <a:pt x="240" y="534"/>
                </a:lnTo>
                <a:lnTo>
                  <a:pt x="240" y="533"/>
                </a:lnTo>
                <a:lnTo>
                  <a:pt x="239" y="533"/>
                </a:lnTo>
                <a:lnTo>
                  <a:pt x="238" y="533"/>
                </a:lnTo>
                <a:lnTo>
                  <a:pt x="237" y="534"/>
                </a:lnTo>
                <a:lnTo>
                  <a:pt x="236" y="535"/>
                </a:lnTo>
                <a:lnTo>
                  <a:pt x="235" y="535"/>
                </a:lnTo>
                <a:lnTo>
                  <a:pt x="234" y="534"/>
                </a:lnTo>
                <a:lnTo>
                  <a:pt x="234" y="535"/>
                </a:lnTo>
                <a:lnTo>
                  <a:pt x="233" y="535"/>
                </a:lnTo>
                <a:lnTo>
                  <a:pt x="233" y="536"/>
                </a:lnTo>
                <a:lnTo>
                  <a:pt x="233" y="535"/>
                </a:lnTo>
                <a:lnTo>
                  <a:pt x="232" y="535"/>
                </a:lnTo>
                <a:lnTo>
                  <a:pt x="232" y="536"/>
                </a:lnTo>
                <a:lnTo>
                  <a:pt x="231" y="536"/>
                </a:lnTo>
                <a:lnTo>
                  <a:pt x="231" y="535"/>
                </a:lnTo>
                <a:lnTo>
                  <a:pt x="230" y="534"/>
                </a:lnTo>
                <a:lnTo>
                  <a:pt x="229" y="534"/>
                </a:lnTo>
                <a:lnTo>
                  <a:pt x="229" y="535"/>
                </a:lnTo>
                <a:lnTo>
                  <a:pt x="230" y="536"/>
                </a:lnTo>
                <a:lnTo>
                  <a:pt x="229" y="536"/>
                </a:lnTo>
                <a:lnTo>
                  <a:pt x="229" y="537"/>
                </a:lnTo>
                <a:lnTo>
                  <a:pt x="228" y="537"/>
                </a:lnTo>
                <a:lnTo>
                  <a:pt x="227" y="537"/>
                </a:lnTo>
                <a:lnTo>
                  <a:pt x="227" y="538"/>
                </a:lnTo>
                <a:lnTo>
                  <a:pt x="227" y="539"/>
                </a:lnTo>
                <a:lnTo>
                  <a:pt x="226" y="538"/>
                </a:lnTo>
                <a:lnTo>
                  <a:pt x="225" y="539"/>
                </a:lnTo>
                <a:lnTo>
                  <a:pt x="225" y="540"/>
                </a:lnTo>
                <a:lnTo>
                  <a:pt x="225" y="541"/>
                </a:lnTo>
                <a:lnTo>
                  <a:pt x="225" y="542"/>
                </a:lnTo>
                <a:lnTo>
                  <a:pt x="225" y="543"/>
                </a:lnTo>
                <a:lnTo>
                  <a:pt x="225" y="544"/>
                </a:lnTo>
                <a:lnTo>
                  <a:pt x="226" y="544"/>
                </a:lnTo>
                <a:lnTo>
                  <a:pt x="226" y="545"/>
                </a:lnTo>
                <a:lnTo>
                  <a:pt x="225" y="545"/>
                </a:lnTo>
                <a:lnTo>
                  <a:pt x="224" y="547"/>
                </a:lnTo>
                <a:lnTo>
                  <a:pt x="224" y="548"/>
                </a:lnTo>
                <a:lnTo>
                  <a:pt x="225" y="548"/>
                </a:lnTo>
                <a:lnTo>
                  <a:pt x="225" y="549"/>
                </a:lnTo>
                <a:lnTo>
                  <a:pt x="224" y="549"/>
                </a:lnTo>
                <a:lnTo>
                  <a:pt x="224" y="550"/>
                </a:lnTo>
                <a:lnTo>
                  <a:pt x="225" y="551"/>
                </a:lnTo>
                <a:lnTo>
                  <a:pt x="225" y="552"/>
                </a:lnTo>
                <a:lnTo>
                  <a:pt x="225" y="553"/>
                </a:lnTo>
                <a:lnTo>
                  <a:pt x="225" y="554"/>
                </a:lnTo>
                <a:lnTo>
                  <a:pt x="224" y="555"/>
                </a:lnTo>
                <a:lnTo>
                  <a:pt x="223" y="556"/>
                </a:lnTo>
                <a:lnTo>
                  <a:pt x="223" y="557"/>
                </a:lnTo>
                <a:lnTo>
                  <a:pt x="223" y="558"/>
                </a:lnTo>
                <a:lnTo>
                  <a:pt x="223" y="559"/>
                </a:lnTo>
                <a:lnTo>
                  <a:pt x="222" y="559"/>
                </a:lnTo>
                <a:lnTo>
                  <a:pt x="221" y="560"/>
                </a:lnTo>
                <a:lnTo>
                  <a:pt x="221" y="561"/>
                </a:lnTo>
                <a:lnTo>
                  <a:pt x="220" y="561"/>
                </a:lnTo>
                <a:lnTo>
                  <a:pt x="219" y="561"/>
                </a:lnTo>
                <a:lnTo>
                  <a:pt x="218" y="561"/>
                </a:lnTo>
                <a:lnTo>
                  <a:pt x="218" y="559"/>
                </a:lnTo>
                <a:lnTo>
                  <a:pt x="217" y="558"/>
                </a:lnTo>
                <a:lnTo>
                  <a:pt x="216" y="558"/>
                </a:lnTo>
                <a:lnTo>
                  <a:pt x="215" y="558"/>
                </a:lnTo>
                <a:lnTo>
                  <a:pt x="214" y="558"/>
                </a:lnTo>
                <a:lnTo>
                  <a:pt x="213" y="558"/>
                </a:lnTo>
                <a:lnTo>
                  <a:pt x="212" y="558"/>
                </a:lnTo>
                <a:lnTo>
                  <a:pt x="211" y="559"/>
                </a:lnTo>
                <a:lnTo>
                  <a:pt x="210" y="559"/>
                </a:lnTo>
                <a:lnTo>
                  <a:pt x="209" y="560"/>
                </a:lnTo>
                <a:lnTo>
                  <a:pt x="209" y="561"/>
                </a:lnTo>
                <a:lnTo>
                  <a:pt x="208" y="561"/>
                </a:lnTo>
                <a:lnTo>
                  <a:pt x="207" y="561"/>
                </a:lnTo>
                <a:lnTo>
                  <a:pt x="207" y="562"/>
                </a:lnTo>
                <a:lnTo>
                  <a:pt x="206" y="562"/>
                </a:lnTo>
                <a:lnTo>
                  <a:pt x="206" y="563"/>
                </a:lnTo>
                <a:lnTo>
                  <a:pt x="207" y="564"/>
                </a:lnTo>
                <a:lnTo>
                  <a:pt x="208" y="565"/>
                </a:lnTo>
                <a:lnTo>
                  <a:pt x="208" y="566"/>
                </a:lnTo>
                <a:lnTo>
                  <a:pt x="207" y="566"/>
                </a:lnTo>
                <a:lnTo>
                  <a:pt x="207" y="567"/>
                </a:lnTo>
                <a:lnTo>
                  <a:pt x="206" y="567"/>
                </a:lnTo>
                <a:lnTo>
                  <a:pt x="205" y="568"/>
                </a:lnTo>
                <a:lnTo>
                  <a:pt x="205" y="567"/>
                </a:lnTo>
                <a:lnTo>
                  <a:pt x="205" y="569"/>
                </a:lnTo>
                <a:lnTo>
                  <a:pt x="204" y="570"/>
                </a:lnTo>
                <a:lnTo>
                  <a:pt x="203" y="570"/>
                </a:lnTo>
                <a:lnTo>
                  <a:pt x="202" y="571"/>
                </a:lnTo>
                <a:lnTo>
                  <a:pt x="202" y="570"/>
                </a:lnTo>
                <a:lnTo>
                  <a:pt x="201" y="571"/>
                </a:lnTo>
                <a:lnTo>
                  <a:pt x="201" y="572"/>
                </a:lnTo>
                <a:lnTo>
                  <a:pt x="200" y="573"/>
                </a:lnTo>
                <a:lnTo>
                  <a:pt x="200" y="572"/>
                </a:lnTo>
                <a:lnTo>
                  <a:pt x="200" y="574"/>
                </a:lnTo>
                <a:lnTo>
                  <a:pt x="200" y="575"/>
                </a:lnTo>
                <a:lnTo>
                  <a:pt x="199" y="577"/>
                </a:lnTo>
                <a:lnTo>
                  <a:pt x="199" y="578"/>
                </a:lnTo>
                <a:lnTo>
                  <a:pt x="198" y="578"/>
                </a:lnTo>
                <a:lnTo>
                  <a:pt x="197" y="578"/>
                </a:lnTo>
                <a:lnTo>
                  <a:pt x="196" y="578"/>
                </a:lnTo>
                <a:lnTo>
                  <a:pt x="196" y="577"/>
                </a:lnTo>
                <a:lnTo>
                  <a:pt x="195" y="577"/>
                </a:lnTo>
                <a:lnTo>
                  <a:pt x="195" y="578"/>
                </a:lnTo>
                <a:lnTo>
                  <a:pt x="196" y="578"/>
                </a:lnTo>
                <a:lnTo>
                  <a:pt x="195" y="579"/>
                </a:lnTo>
                <a:lnTo>
                  <a:pt x="194" y="578"/>
                </a:lnTo>
                <a:lnTo>
                  <a:pt x="194" y="579"/>
                </a:lnTo>
                <a:lnTo>
                  <a:pt x="193" y="579"/>
                </a:lnTo>
                <a:lnTo>
                  <a:pt x="192" y="579"/>
                </a:lnTo>
                <a:lnTo>
                  <a:pt x="191" y="579"/>
                </a:lnTo>
                <a:lnTo>
                  <a:pt x="190" y="579"/>
                </a:lnTo>
                <a:lnTo>
                  <a:pt x="189" y="579"/>
                </a:lnTo>
                <a:lnTo>
                  <a:pt x="188" y="579"/>
                </a:lnTo>
                <a:lnTo>
                  <a:pt x="187" y="578"/>
                </a:lnTo>
                <a:lnTo>
                  <a:pt x="186" y="579"/>
                </a:lnTo>
                <a:lnTo>
                  <a:pt x="185" y="579"/>
                </a:lnTo>
                <a:lnTo>
                  <a:pt x="184" y="579"/>
                </a:lnTo>
                <a:lnTo>
                  <a:pt x="183" y="579"/>
                </a:lnTo>
                <a:lnTo>
                  <a:pt x="182" y="578"/>
                </a:lnTo>
                <a:lnTo>
                  <a:pt x="181" y="578"/>
                </a:lnTo>
                <a:lnTo>
                  <a:pt x="181" y="579"/>
                </a:lnTo>
                <a:lnTo>
                  <a:pt x="180" y="579"/>
                </a:lnTo>
                <a:lnTo>
                  <a:pt x="179" y="578"/>
                </a:lnTo>
                <a:lnTo>
                  <a:pt x="179" y="576"/>
                </a:lnTo>
                <a:lnTo>
                  <a:pt x="180" y="576"/>
                </a:lnTo>
                <a:lnTo>
                  <a:pt x="179" y="576"/>
                </a:lnTo>
                <a:lnTo>
                  <a:pt x="179" y="575"/>
                </a:lnTo>
                <a:lnTo>
                  <a:pt x="178" y="575"/>
                </a:lnTo>
                <a:lnTo>
                  <a:pt x="178" y="574"/>
                </a:lnTo>
                <a:lnTo>
                  <a:pt x="179" y="574"/>
                </a:lnTo>
                <a:lnTo>
                  <a:pt x="180" y="574"/>
                </a:lnTo>
                <a:lnTo>
                  <a:pt x="180" y="573"/>
                </a:lnTo>
                <a:lnTo>
                  <a:pt x="179" y="572"/>
                </a:lnTo>
                <a:lnTo>
                  <a:pt x="179" y="571"/>
                </a:lnTo>
                <a:lnTo>
                  <a:pt x="177" y="571"/>
                </a:lnTo>
                <a:lnTo>
                  <a:pt x="177" y="572"/>
                </a:lnTo>
                <a:lnTo>
                  <a:pt x="176" y="572"/>
                </a:lnTo>
                <a:lnTo>
                  <a:pt x="175" y="573"/>
                </a:lnTo>
                <a:lnTo>
                  <a:pt x="175" y="574"/>
                </a:lnTo>
                <a:lnTo>
                  <a:pt x="174" y="574"/>
                </a:lnTo>
                <a:lnTo>
                  <a:pt x="174" y="575"/>
                </a:lnTo>
                <a:lnTo>
                  <a:pt x="173" y="575"/>
                </a:lnTo>
                <a:lnTo>
                  <a:pt x="173" y="574"/>
                </a:lnTo>
                <a:lnTo>
                  <a:pt x="172" y="574"/>
                </a:lnTo>
                <a:lnTo>
                  <a:pt x="171" y="574"/>
                </a:lnTo>
                <a:lnTo>
                  <a:pt x="171" y="575"/>
                </a:lnTo>
                <a:lnTo>
                  <a:pt x="170" y="574"/>
                </a:lnTo>
                <a:lnTo>
                  <a:pt x="170" y="573"/>
                </a:lnTo>
                <a:lnTo>
                  <a:pt x="168" y="573"/>
                </a:lnTo>
                <a:lnTo>
                  <a:pt x="167" y="573"/>
                </a:lnTo>
                <a:lnTo>
                  <a:pt x="166" y="572"/>
                </a:lnTo>
                <a:lnTo>
                  <a:pt x="165" y="572"/>
                </a:lnTo>
                <a:lnTo>
                  <a:pt x="165" y="571"/>
                </a:lnTo>
                <a:lnTo>
                  <a:pt x="164" y="571"/>
                </a:lnTo>
                <a:lnTo>
                  <a:pt x="163" y="571"/>
                </a:lnTo>
                <a:lnTo>
                  <a:pt x="164" y="571"/>
                </a:lnTo>
                <a:lnTo>
                  <a:pt x="163" y="571"/>
                </a:lnTo>
                <a:lnTo>
                  <a:pt x="162" y="571"/>
                </a:lnTo>
                <a:lnTo>
                  <a:pt x="162" y="572"/>
                </a:lnTo>
                <a:lnTo>
                  <a:pt x="161" y="571"/>
                </a:lnTo>
                <a:lnTo>
                  <a:pt x="160" y="571"/>
                </a:lnTo>
                <a:lnTo>
                  <a:pt x="159" y="572"/>
                </a:lnTo>
                <a:lnTo>
                  <a:pt x="160" y="572"/>
                </a:lnTo>
                <a:lnTo>
                  <a:pt x="161" y="573"/>
                </a:lnTo>
                <a:lnTo>
                  <a:pt x="161" y="574"/>
                </a:lnTo>
                <a:lnTo>
                  <a:pt x="160" y="575"/>
                </a:lnTo>
                <a:lnTo>
                  <a:pt x="159" y="575"/>
                </a:lnTo>
                <a:lnTo>
                  <a:pt x="158" y="576"/>
                </a:lnTo>
                <a:lnTo>
                  <a:pt x="157" y="576"/>
                </a:lnTo>
                <a:lnTo>
                  <a:pt x="158" y="577"/>
                </a:lnTo>
                <a:lnTo>
                  <a:pt x="158" y="578"/>
                </a:lnTo>
                <a:lnTo>
                  <a:pt x="157" y="578"/>
                </a:lnTo>
                <a:lnTo>
                  <a:pt x="157" y="579"/>
                </a:lnTo>
                <a:lnTo>
                  <a:pt x="156" y="578"/>
                </a:lnTo>
                <a:lnTo>
                  <a:pt x="155" y="578"/>
                </a:lnTo>
                <a:lnTo>
                  <a:pt x="154" y="578"/>
                </a:lnTo>
                <a:lnTo>
                  <a:pt x="152" y="578"/>
                </a:lnTo>
                <a:lnTo>
                  <a:pt x="151" y="578"/>
                </a:lnTo>
                <a:lnTo>
                  <a:pt x="150" y="578"/>
                </a:lnTo>
                <a:lnTo>
                  <a:pt x="149" y="578"/>
                </a:lnTo>
                <a:lnTo>
                  <a:pt x="150" y="577"/>
                </a:lnTo>
                <a:lnTo>
                  <a:pt x="149" y="577"/>
                </a:lnTo>
                <a:lnTo>
                  <a:pt x="149" y="576"/>
                </a:lnTo>
                <a:lnTo>
                  <a:pt x="148" y="576"/>
                </a:lnTo>
                <a:lnTo>
                  <a:pt x="147" y="576"/>
                </a:lnTo>
                <a:lnTo>
                  <a:pt x="147" y="575"/>
                </a:lnTo>
                <a:lnTo>
                  <a:pt x="148" y="575"/>
                </a:lnTo>
                <a:lnTo>
                  <a:pt x="148" y="574"/>
                </a:lnTo>
                <a:lnTo>
                  <a:pt x="147" y="574"/>
                </a:lnTo>
                <a:lnTo>
                  <a:pt x="147" y="573"/>
                </a:lnTo>
                <a:lnTo>
                  <a:pt x="146" y="573"/>
                </a:lnTo>
                <a:lnTo>
                  <a:pt x="145" y="572"/>
                </a:lnTo>
                <a:lnTo>
                  <a:pt x="145" y="571"/>
                </a:lnTo>
                <a:lnTo>
                  <a:pt x="144" y="571"/>
                </a:lnTo>
                <a:lnTo>
                  <a:pt x="143" y="571"/>
                </a:lnTo>
                <a:lnTo>
                  <a:pt x="143" y="572"/>
                </a:lnTo>
                <a:lnTo>
                  <a:pt x="143" y="571"/>
                </a:lnTo>
                <a:lnTo>
                  <a:pt x="143" y="570"/>
                </a:lnTo>
                <a:lnTo>
                  <a:pt x="143" y="569"/>
                </a:lnTo>
                <a:lnTo>
                  <a:pt x="143" y="568"/>
                </a:lnTo>
                <a:lnTo>
                  <a:pt x="144" y="567"/>
                </a:lnTo>
                <a:lnTo>
                  <a:pt x="145" y="567"/>
                </a:lnTo>
                <a:lnTo>
                  <a:pt x="146" y="567"/>
                </a:lnTo>
                <a:lnTo>
                  <a:pt x="146" y="566"/>
                </a:lnTo>
                <a:lnTo>
                  <a:pt x="147" y="565"/>
                </a:lnTo>
                <a:lnTo>
                  <a:pt x="147" y="564"/>
                </a:lnTo>
                <a:lnTo>
                  <a:pt x="147" y="563"/>
                </a:lnTo>
                <a:lnTo>
                  <a:pt x="147" y="562"/>
                </a:lnTo>
                <a:lnTo>
                  <a:pt x="148" y="562"/>
                </a:lnTo>
                <a:lnTo>
                  <a:pt x="149" y="562"/>
                </a:lnTo>
                <a:lnTo>
                  <a:pt x="148" y="562"/>
                </a:lnTo>
                <a:lnTo>
                  <a:pt x="147" y="561"/>
                </a:lnTo>
                <a:lnTo>
                  <a:pt x="147" y="560"/>
                </a:lnTo>
                <a:lnTo>
                  <a:pt x="147" y="559"/>
                </a:lnTo>
                <a:lnTo>
                  <a:pt x="147" y="558"/>
                </a:lnTo>
                <a:lnTo>
                  <a:pt x="148" y="558"/>
                </a:lnTo>
                <a:lnTo>
                  <a:pt x="147" y="558"/>
                </a:lnTo>
                <a:lnTo>
                  <a:pt x="147" y="557"/>
                </a:lnTo>
                <a:lnTo>
                  <a:pt x="148" y="556"/>
                </a:lnTo>
                <a:lnTo>
                  <a:pt x="148" y="555"/>
                </a:lnTo>
                <a:lnTo>
                  <a:pt x="147" y="554"/>
                </a:lnTo>
                <a:lnTo>
                  <a:pt x="146" y="554"/>
                </a:lnTo>
                <a:lnTo>
                  <a:pt x="146" y="553"/>
                </a:lnTo>
                <a:lnTo>
                  <a:pt x="146" y="552"/>
                </a:lnTo>
                <a:lnTo>
                  <a:pt x="146" y="551"/>
                </a:lnTo>
                <a:lnTo>
                  <a:pt x="145" y="550"/>
                </a:lnTo>
                <a:lnTo>
                  <a:pt x="145" y="549"/>
                </a:lnTo>
                <a:lnTo>
                  <a:pt x="144" y="549"/>
                </a:lnTo>
                <a:lnTo>
                  <a:pt x="143" y="549"/>
                </a:lnTo>
                <a:lnTo>
                  <a:pt x="142" y="547"/>
                </a:lnTo>
                <a:lnTo>
                  <a:pt x="142" y="546"/>
                </a:lnTo>
                <a:lnTo>
                  <a:pt x="141" y="546"/>
                </a:lnTo>
                <a:lnTo>
                  <a:pt x="142" y="545"/>
                </a:lnTo>
                <a:lnTo>
                  <a:pt x="142" y="544"/>
                </a:lnTo>
                <a:lnTo>
                  <a:pt x="141" y="543"/>
                </a:lnTo>
                <a:lnTo>
                  <a:pt x="143" y="542"/>
                </a:lnTo>
                <a:lnTo>
                  <a:pt x="144" y="542"/>
                </a:lnTo>
                <a:lnTo>
                  <a:pt x="144" y="541"/>
                </a:lnTo>
                <a:lnTo>
                  <a:pt x="143" y="541"/>
                </a:lnTo>
                <a:lnTo>
                  <a:pt x="144" y="540"/>
                </a:lnTo>
                <a:lnTo>
                  <a:pt x="143" y="540"/>
                </a:lnTo>
                <a:lnTo>
                  <a:pt x="142" y="540"/>
                </a:lnTo>
                <a:lnTo>
                  <a:pt x="142" y="539"/>
                </a:lnTo>
                <a:lnTo>
                  <a:pt x="141" y="539"/>
                </a:lnTo>
                <a:lnTo>
                  <a:pt x="141" y="538"/>
                </a:lnTo>
                <a:lnTo>
                  <a:pt x="140" y="538"/>
                </a:lnTo>
                <a:lnTo>
                  <a:pt x="139" y="537"/>
                </a:lnTo>
                <a:lnTo>
                  <a:pt x="139" y="536"/>
                </a:lnTo>
                <a:lnTo>
                  <a:pt x="138" y="535"/>
                </a:lnTo>
                <a:lnTo>
                  <a:pt x="138" y="534"/>
                </a:lnTo>
                <a:lnTo>
                  <a:pt x="137" y="534"/>
                </a:lnTo>
                <a:lnTo>
                  <a:pt x="137" y="533"/>
                </a:lnTo>
                <a:lnTo>
                  <a:pt x="137" y="532"/>
                </a:lnTo>
                <a:lnTo>
                  <a:pt x="136" y="532"/>
                </a:lnTo>
                <a:lnTo>
                  <a:pt x="135" y="532"/>
                </a:lnTo>
                <a:lnTo>
                  <a:pt x="135" y="531"/>
                </a:lnTo>
                <a:lnTo>
                  <a:pt x="135" y="530"/>
                </a:lnTo>
                <a:lnTo>
                  <a:pt x="136" y="530"/>
                </a:lnTo>
                <a:lnTo>
                  <a:pt x="136" y="529"/>
                </a:lnTo>
                <a:lnTo>
                  <a:pt x="135" y="529"/>
                </a:lnTo>
                <a:lnTo>
                  <a:pt x="135" y="528"/>
                </a:lnTo>
                <a:lnTo>
                  <a:pt x="136" y="527"/>
                </a:lnTo>
                <a:lnTo>
                  <a:pt x="135" y="527"/>
                </a:lnTo>
                <a:lnTo>
                  <a:pt x="134" y="526"/>
                </a:lnTo>
                <a:lnTo>
                  <a:pt x="134" y="525"/>
                </a:lnTo>
                <a:lnTo>
                  <a:pt x="133" y="525"/>
                </a:lnTo>
                <a:lnTo>
                  <a:pt x="133" y="524"/>
                </a:lnTo>
                <a:lnTo>
                  <a:pt x="133" y="523"/>
                </a:lnTo>
                <a:lnTo>
                  <a:pt x="132" y="522"/>
                </a:lnTo>
                <a:lnTo>
                  <a:pt x="132" y="521"/>
                </a:lnTo>
                <a:lnTo>
                  <a:pt x="132" y="520"/>
                </a:lnTo>
                <a:lnTo>
                  <a:pt x="133" y="519"/>
                </a:lnTo>
                <a:lnTo>
                  <a:pt x="132" y="519"/>
                </a:lnTo>
                <a:lnTo>
                  <a:pt x="132" y="518"/>
                </a:lnTo>
                <a:lnTo>
                  <a:pt x="131" y="518"/>
                </a:lnTo>
                <a:lnTo>
                  <a:pt x="131" y="517"/>
                </a:lnTo>
                <a:lnTo>
                  <a:pt x="131" y="516"/>
                </a:lnTo>
                <a:lnTo>
                  <a:pt x="132" y="516"/>
                </a:lnTo>
                <a:lnTo>
                  <a:pt x="131" y="516"/>
                </a:lnTo>
                <a:lnTo>
                  <a:pt x="130" y="515"/>
                </a:lnTo>
                <a:lnTo>
                  <a:pt x="130" y="514"/>
                </a:lnTo>
                <a:lnTo>
                  <a:pt x="130" y="513"/>
                </a:lnTo>
                <a:lnTo>
                  <a:pt x="129" y="513"/>
                </a:lnTo>
                <a:lnTo>
                  <a:pt x="129" y="512"/>
                </a:lnTo>
                <a:lnTo>
                  <a:pt x="128" y="512"/>
                </a:lnTo>
                <a:lnTo>
                  <a:pt x="127" y="512"/>
                </a:lnTo>
                <a:lnTo>
                  <a:pt x="127" y="511"/>
                </a:lnTo>
                <a:lnTo>
                  <a:pt x="126" y="510"/>
                </a:lnTo>
                <a:lnTo>
                  <a:pt x="125" y="510"/>
                </a:lnTo>
                <a:lnTo>
                  <a:pt x="124" y="509"/>
                </a:lnTo>
                <a:lnTo>
                  <a:pt x="123" y="509"/>
                </a:lnTo>
                <a:lnTo>
                  <a:pt x="122" y="509"/>
                </a:lnTo>
                <a:lnTo>
                  <a:pt x="121" y="509"/>
                </a:lnTo>
                <a:lnTo>
                  <a:pt x="120" y="509"/>
                </a:lnTo>
                <a:lnTo>
                  <a:pt x="120" y="508"/>
                </a:lnTo>
                <a:lnTo>
                  <a:pt x="119" y="508"/>
                </a:lnTo>
                <a:lnTo>
                  <a:pt x="119" y="507"/>
                </a:lnTo>
                <a:lnTo>
                  <a:pt x="117" y="506"/>
                </a:lnTo>
                <a:lnTo>
                  <a:pt x="116" y="505"/>
                </a:lnTo>
                <a:lnTo>
                  <a:pt x="116" y="504"/>
                </a:lnTo>
                <a:lnTo>
                  <a:pt x="116" y="502"/>
                </a:lnTo>
                <a:lnTo>
                  <a:pt x="116" y="501"/>
                </a:lnTo>
                <a:lnTo>
                  <a:pt x="115" y="501"/>
                </a:lnTo>
                <a:lnTo>
                  <a:pt x="115" y="499"/>
                </a:lnTo>
                <a:lnTo>
                  <a:pt x="115" y="498"/>
                </a:lnTo>
                <a:lnTo>
                  <a:pt x="116" y="497"/>
                </a:lnTo>
                <a:lnTo>
                  <a:pt x="116" y="496"/>
                </a:lnTo>
                <a:lnTo>
                  <a:pt x="115" y="495"/>
                </a:lnTo>
                <a:lnTo>
                  <a:pt x="114" y="496"/>
                </a:lnTo>
                <a:lnTo>
                  <a:pt x="113" y="496"/>
                </a:lnTo>
                <a:lnTo>
                  <a:pt x="113" y="494"/>
                </a:lnTo>
                <a:lnTo>
                  <a:pt x="113" y="493"/>
                </a:lnTo>
                <a:lnTo>
                  <a:pt x="113" y="492"/>
                </a:lnTo>
                <a:lnTo>
                  <a:pt x="113" y="491"/>
                </a:lnTo>
                <a:lnTo>
                  <a:pt x="114" y="491"/>
                </a:lnTo>
                <a:lnTo>
                  <a:pt x="114" y="490"/>
                </a:lnTo>
                <a:lnTo>
                  <a:pt x="115" y="490"/>
                </a:lnTo>
                <a:lnTo>
                  <a:pt x="115" y="489"/>
                </a:lnTo>
                <a:lnTo>
                  <a:pt x="115" y="488"/>
                </a:lnTo>
                <a:lnTo>
                  <a:pt x="116" y="488"/>
                </a:lnTo>
                <a:lnTo>
                  <a:pt x="116" y="487"/>
                </a:lnTo>
                <a:lnTo>
                  <a:pt x="117" y="487"/>
                </a:lnTo>
                <a:lnTo>
                  <a:pt x="118" y="486"/>
                </a:lnTo>
                <a:lnTo>
                  <a:pt x="118" y="485"/>
                </a:lnTo>
                <a:lnTo>
                  <a:pt x="119" y="484"/>
                </a:lnTo>
                <a:lnTo>
                  <a:pt x="119" y="483"/>
                </a:lnTo>
                <a:lnTo>
                  <a:pt x="120" y="483"/>
                </a:lnTo>
                <a:lnTo>
                  <a:pt x="121" y="483"/>
                </a:lnTo>
                <a:lnTo>
                  <a:pt x="122" y="483"/>
                </a:lnTo>
                <a:lnTo>
                  <a:pt x="123" y="482"/>
                </a:lnTo>
                <a:lnTo>
                  <a:pt x="123" y="481"/>
                </a:lnTo>
                <a:lnTo>
                  <a:pt x="122" y="480"/>
                </a:lnTo>
                <a:lnTo>
                  <a:pt x="122" y="479"/>
                </a:lnTo>
                <a:lnTo>
                  <a:pt x="123" y="479"/>
                </a:lnTo>
                <a:lnTo>
                  <a:pt x="123" y="478"/>
                </a:lnTo>
                <a:lnTo>
                  <a:pt x="123" y="477"/>
                </a:lnTo>
                <a:lnTo>
                  <a:pt x="122" y="477"/>
                </a:lnTo>
                <a:lnTo>
                  <a:pt x="122" y="476"/>
                </a:lnTo>
                <a:lnTo>
                  <a:pt x="121" y="475"/>
                </a:lnTo>
                <a:lnTo>
                  <a:pt x="121" y="474"/>
                </a:lnTo>
                <a:lnTo>
                  <a:pt x="120" y="474"/>
                </a:lnTo>
                <a:lnTo>
                  <a:pt x="120" y="475"/>
                </a:lnTo>
                <a:lnTo>
                  <a:pt x="120" y="474"/>
                </a:lnTo>
                <a:lnTo>
                  <a:pt x="119" y="474"/>
                </a:lnTo>
                <a:lnTo>
                  <a:pt x="118" y="475"/>
                </a:lnTo>
                <a:lnTo>
                  <a:pt x="117" y="475"/>
                </a:lnTo>
                <a:lnTo>
                  <a:pt x="116" y="475"/>
                </a:lnTo>
                <a:lnTo>
                  <a:pt x="117" y="474"/>
                </a:lnTo>
                <a:lnTo>
                  <a:pt x="116" y="474"/>
                </a:lnTo>
                <a:lnTo>
                  <a:pt x="116" y="473"/>
                </a:lnTo>
                <a:lnTo>
                  <a:pt x="117" y="473"/>
                </a:lnTo>
                <a:lnTo>
                  <a:pt x="117" y="472"/>
                </a:lnTo>
                <a:lnTo>
                  <a:pt x="118" y="471"/>
                </a:lnTo>
                <a:lnTo>
                  <a:pt x="119" y="471"/>
                </a:lnTo>
                <a:lnTo>
                  <a:pt x="119" y="470"/>
                </a:lnTo>
                <a:lnTo>
                  <a:pt x="119" y="469"/>
                </a:lnTo>
                <a:lnTo>
                  <a:pt x="120" y="469"/>
                </a:lnTo>
                <a:lnTo>
                  <a:pt x="120" y="468"/>
                </a:lnTo>
                <a:lnTo>
                  <a:pt x="121" y="468"/>
                </a:lnTo>
                <a:lnTo>
                  <a:pt x="121" y="467"/>
                </a:lnTo>
                <a:lnTo>
                  <a:pt x="122" y="466"/>
                </a:lnTo>
                <a:lnTo>
                  <a:pt x="122" y="465"/>
                </a:lnTo>
                <a:lnTo>
                  <a:pt x="121" y="465"/>
                </a:lnTo>
                <a:lnTo>
                  <a:pt x="120" y="465"/>
                </a:lnTo>
                <a:lnTo>
                  <a:pt x="121" y="464"/>
                </a:lnTo>
                <a:lnTo>
                  <a:pt x="120" y="464"/>
                </a:lnTo>
                <a:lnTo>
                  <a:pt x="120" y="463"/>
                </a:lnTo>
                <a:lnTo>
                  <a:pt x="119" y="463"/>
                </a:lnTo>
                <a:lnTo>
                  <a:pt x="118" y="463"/>
                </a:lnTo>
                <a:lnTo>
                  <a:pt x="116" y="464"/>
                </a:lnTo>
                <a:lnTo>
                  <a:pt x="116" y="465"/>
                </a:lnTo>
                <a:lnTo>
                  <a:pt x="115" y="465"/>
                </a:lnTo>
                <a:lnTo>
                  <a:pt x="114" y="464"/>
                </a:lnTo>
                <a:lnTo>
                  <a:pt x="114" y="463"/>
                </a:lnTo>
                <a:lnTo>
                  <a:pt x="113" y="463"/>
                </a:lnTo>
                <a:lnTo>
                  <a:pt x="112" y="462"/>
                </a:lnTo>
                <a:lnTo>
                  <a:pt x="111" y="462"/>
                </a:lnTo>
                <a:lnTo>
                  <a:pt x="111" y="463"/>
                </a:lnTo>
                <a:lnTo>
                  <a:pt x="110" y="463"/>
                </a:lnTo>
                <a:lnTo>
                  <a:pt x="111" y="462"/>
                </a:lnTo>
                <a:lnTo>
                  <a:pt x="111" y="461"/>
                </a:lnTo>
                <a:lnTo>
                  <a:pt x="112" y="460"/>
                </a:lnTo>
                <a:lnTo>
                  <a:pt x="111" y="459"/>
                </a:lnTo>
                <a:lnTo>
                  <a:pt x="110" y="459"/>
                </a:lnTo>
                <a:lnTo>
                  <a:pt x="109" y="459"/>
                </a:lnTo>
                <a:lnTo>
                  <a:pt x="109" y="458"/>
                </a:lnTo>
                <a:lnTo>
                  <a:pt x="109" y="457"/>
                </a:lnTo>
                <a:lnTo>
                  <a:pt x="109" y="456"/>
                </a:lnTo>
                <a:lnTo>
                  <a:pt x="109" y="455"/>
                </a:lnTo>
                <a:lnTo>
                  <a:pt x="108" y="454"/>
                </a:lnTo>
                <a:lnTo>
                  <a:pt x="107" y="454"/>
                </a:lnTo>
                <a:lnTo>
                  <a:pt x="106" y="455"/>
                </a:lnTo>
                <a:lnTo>
                  <a:pt x="105" y="455"/>
                </a:lnTo>
                <a:lnTo>
                  <a:pt x="105" y="456"/>
                </a:lnTo>
                <a:lnTo>
                  <a:pt x="105" y="458"/>
                </a:lnTo>
                <a:lnTo>
                  <a:pt x="104" y="459"/>
                </a:lnTo>
                <a:lnTo>
                  <a:pt x="104" y="460"/>
                </a:lnTo>
                <a:lnTo>
                  <a:pt x="103" y="461"/>
                </a:lnTo>
                <a:lnTo>
                  <a:pt x="102" y="461"/>
                </a:lnTo>
                <a:lnTo>
                  <a:pt x="101" y="462"/>
                </a:lnTo>
                <a:lnTo>
                  <a:pt x="101" y="461"/>
                </a:lnTo>
                <a:lnTo>
                  <a:pt x="100" y="461"/>
                </a:lnTo>
                <a:lnTo>
                  <a:pt x="99" y="461"/>
                </a:lnTo>
                <a:lnTo>
                  <a:pt x="98" y="461"/>
                </a:lnTo>
                <a:lnTo>
                  <a:pt x="98" y="462"/>
                </a:lnTo>
                <a:lnTo>
                  <a:pt x="98" y="463"/>
                </a:lnTo>
                <a:lnTo>
                  <a:pt x="97" y="464"/>
                </a:lnTo>
                <a:lnTo>
                  <a:pt x="97" y="463"/>
                </a:lnTo>
                <a:lnTo>
                  <a:pt x="96" y="464"/>
                </a:lnTo>
                <a:lnTo>
                  <a:pt x="95" y="464"/>
                </a:lnTo>
                <a:lnTo>
                  <a:pt x="95" y="463"/>
                </a:lnTo>
                <a:lnTo>
                  <a:pt x="95" y="462"/>
                </a:lnTo>
                <a:lnTo>
                  <a:pt x="94" y="464"/>
                </a:lnTo>
                <a:lnTo>
                  <a:pt x="94" y="465"/>
                </a:lnTo>
                <a:lnTo>
                  <a:pt x="93" y="465"/>
                </a:lnTo>
                <a:lnTo>
                  <a:pt x="93" y="464"/>
                </a:lnTo>
                <a:lnTo>
                  <a:pt x="93" y="463"/>
                </a:lnTo>
                <a:lnTo>
                  <a:pt x="93" y="462"/>
                </a:lnTo>
                <a:lnTo>
                  <a:pt x="91" y="461"/>
                </a:lnTo>
                <a:lnTo>
                  <a:pt x="90" y="461"/>
                </a:lnTo>
                <a:lnTo>
                  <a:pt x="89" y="461"/>
                </a:lnTo>
                <a:lnTo>
                  <a:pt x="88" y="461"/>
                </a:lnTo>
                <a:lnTo>
                  <a:pt x="88" y="462"/>
                </a:lnTo>
                <a:lnTo>
                  <a:pt x="87" y="462"/>
                </a:lnTo>
                <a:lnTo>
                  <a:pt x="86" y="462"/>
                </a:lnTo>
                <a:lnTo>
                  <a:pt x="86" y="463"/>
                </a:lnTo>
                <a:lnTo>
                  <a:pt x="85" y="464"/>
                </a:lnTo>
                <a:lnTo>
                  <a:pt x="84" y="464"/>
                </a:lnTo>
                <a:lnTo>
                  <a:pt x="84" y="463"/>
                </a:lnTo>
                <a:lnTo>
                  <a:pt x="83" y="463"/>
                </a:lnTo>
                <a:lnTo>
                  <a:pt x="82" y="463"/>
                </a:lnTo>
                <a:lnTo>
                  <a:pt x="83" y="464"/>
                </a:lnTo>
                <a:lnTo>
                  <a:pt x="82" y="464"/>
                </a:lnTo>
                <a:lnTo>
                  <a:pt x="82" y="463"/>
                </a:lnTo>
                <a:lnTo>
                  <a:pt x="81" y="463"/>
                </a:lnTo>
                <a:lnTo>
                  <a:pt x="80" y="463"/>
                </a:lnTo>
                <a:lnTo>
                  <a:pt x="79" y="464"/>
                </a:lnTo>
                <a:lnTo>
                  <a:pt x="79" y="465"/>
                </a:lnTo>
                <a:lnTo>
                  <a:pt x="79" y="466"/>
                </a:lnTo>
                <a:lnTo>
                  <a:pt x="80" y="466"/>
                </a:lnTo>
                <a:lnTo>
                  <a:pt x="81" y="467"/>
                </a:lnTo>
                <a:lnTo>
                  <a:pt x="81" y="468"/>
                </a:lnTo>
                <a:lnTo>
                  <a:pt x="80" y="468"/>
                </a:lnTo>
                <a:lnTo>
                  <a:pt x="80" y="469"/>
                </a:lnTo>
                <a:lnTo>
                  <a:pt x="79" y="469"/>
                </a:lnTo>
                <a:lnTo>
                  <a:pt x="78" y="469"/>
                </a:lnTo>
                <a:lnTo>
                  <a:pt x="78" y="468"/>
                </a:lnTo>
                <a:lnTo>
                  <a:pt x="77" y="469"/>
                </a:lnTo>
                <a:lnTo>
                  <a:pt x="76" y="469"/>
                </a:lnTo>
                <a:lnTo>
                  <a:pt x="75" y="469"/>
                </a:lnTo>
                <a:lnTo>
                  <a:pt x="74" y="469"/>
                </a:lnTo>
                <a:lnTo>
                  <a:pt x="74" y="468"/>
                </a:lnTo>
                <a:lnTo>
                  <a:pt x="73" y="469"/>
                </a:lnTo>
                <a:lnTo>
                  <a:pt x="73" y="468"/>
                </a:lnTo>
                <a:lnTo>
                  <a:pt x="73" y="467"/>
                </a:lnTo>
                <a:lnTo>
                  <a:pt x="74" y="467"/>
                </a:lnTo>
                <a:lnTo>
                  <a:pt x="73" y="467"/>
                </a:lnTo>
                <a:lnTo>
                  <a:pt x="72" y="467"/>
                </a:lnTo>
                <a:lnTo>
                  <a:pt x="72" y="466"/>
                </a:lnTo>
                <a:lnTo>
                  <a:pt x="71" y="466"/>
                </a:lnTo>
                <a:lnTo>
                  <a:pt x="71" y="465"/>
                </a:lnTo>
                <a:lnTo>
                  <a:pt x="71" y="464"/>
                </a:lnTo>
                <a:lnTo>
                  <a:pt x="71" y="463"/>
                </a:lnTo>
                <a:lnTo>
                  <a:pt x="72" y="462"/>
                </a:lnTo>
                <a:lnTo>
                  <a:pt x="73" y="461"/>
                </a:lnTo>
                <a:lnTo>
                  <a:pt x="75" y="460"/>
                </a:lnTo>
                <a:lnTo>
                  <a:pt x="75" y="459"/>
                </a:lnTo>
                <a:lnTo>
                  <a:pt x="75" y="458"/>
                </a:lnTo>
                <a:lnTo>
                  <a:pt x="76" y="457"/>
                </a:lnTo>
                <a:lnTo>
                  <a:pt x="77" y="457"/>
                </a:lnTo>
                <a:lnTo>
                  <a:pt x="77" y="456"/>
                </a:lnTo>
                <a:lnTo>
                  <a:pt x="77" y="455"/>
                </a:lnTo>
                <a:lnTo>
                  <a:pt x="76" y="455"/>
                </a:lnTo>
                <a:lnTo>
                  <a:pt x="76" y="456"/>
                </a:lnTo>
                <a:lnTo>
                  <a:pt x="76" y="457"/>
                </a:lnTo>
                <a:lnTo>
                  <a:pt x="75" y="456"/>
                </a:lnTo>
                <a:lnTo>
                  <a:pt x="76" y="455"/>
                </a:lnTo>
                <a:lnTo>
                  <a:pt x="76" y="456"/>
                </a:lnTo>
                <a:lnTo>
                  <a:pt x="75" y="456"/>
                </a:lnTo>
                <a:lnTo>
                  <a:pt x="75" y="455"/>
                </a:lnTo>
                <a:lnTo>
                  <a:pt x="75" y="454"/>
                </a:lnTo>
                <a:lnTo>
                  <a:pt x="74" y="453"/>
                </a:lnTo>
                <a:lnTo>
                  <a:pt x="74" y="452"/>
                </a:lnTo>
                <a:lnTo>
                  <a:pt x="73" y="452"/>
                </a:lnTo>
                <a:lnTo>
                  <a:pt x="73" y="451"/>
                </a:lnTo>
                <a:lnTo>
                  <a:pt x="73" y="450"/>
                </a:lnTo>
                <a:lnTo>
                  <a:pt x="72" y="449"/>
                </a:lnTo>
                <a:lnTo>
                  <a:pt x="71" y="448"/>
                </a:lnTo>
                <a:lnTo>
                  <a:pt x="70" y="447"/>
                </a:lnTo>
                <a:lnTo>
                  <a:pt x="69" y="446"/>
                </a:lnTo>
                <a:lnTo>
                  <a:pt x="68" y="446"/>
                </a:lnTo>
                <a:lnTo>
                  <a:pt x="69" y="446"/>
                </a:lnTo>
                <a:lnTo>
                  <a:pt x="69" y="445"/>
                </a:lnTo>
                <a:lnTo>
                  <a:pt x="69" y="444"/>
                </a:lnTo>
                <a:lnTo>
                  <a:pt x="70" y="444"/>
                </a:lnTo>
                <a:lnTo>
                  <a:pt x="71" y="444"/>
                </a:lnTo>
                <a:lnTo>
                  <a:pt x="71" y="443"/>
                </a:lnTo>
                <a:lnTo>
                  <a:pt x="70" y="443"/>
                </a:lnTo>
                <a:lnTo>
                  <a:pt x="71" y="442"/>
                </a:lnTo>
                <a:lnTo>
                  <a:pt x="71" y="441"/>
                </a:lnTo>
                <a:lnTo>
                  <a:pt x="71" y="440"/>
                </a:lnTo>
                <a:lnTo>
                  <a:pt x="71" y="439"/>
                </a:lnTo>
                <a:lnTo>
                  <a:pt x="72" y="439"/>
                </a:lnTo>
                <a:lnTo>
                  <a:pt x="72" y="438"/>
                </a:lnTo>
                <a:lnTo>
                  <a:pt x="71" y="438"/>
                </a:lnTo>
                <a:lnTo>
                  <a:pt x="71" y="437"/>
                </a:lnTo>
                <a:lnTo>
                  <a:pt x="72" y="437"/>
                </a:lnTo>
                <a:lnTo>
                  <a:pt x="72" y="438"/>
                </a:lnTo>
                <a:lnTo>
                  <a:pt x="72" y="437"/>
                </a:lnTo>
                <a:lnTo>
                  <a:pt x="72" y="436"/>
                </a:lnTo>
                <a:lnTo>
                  <a:pt x="72" y="435"/>
                </a:lnTo>
                <a:lnTo>
                  <a:pt x="73" y="435"/>
                </a:lnTo>
                <a:lnTo>
                  <a:pt x="73" y="434"/>
                </a:lnTo>
                <a:lnTo>
                  <a:pt x="73" y="435"/>
                </a:lnTo>
                <a:lnTo>
                  <a:pt x="73" y="434"/>
                </a:lnTo>
                <a:lnTo>
                  <a:pt x="72" y="432"/>
                </a:lnTo>
                <a:lnTo>
                  <a:pt x="71" y="432"/>
                </a:lnTo>
                <a:lnTo>
                  <a:pt x="71" y="434"/>
                </a:lnTo>
                <a:lnTo>
                  <a:pt x="70" y="434"/>
                </a:lnTo>
                <a:lnTo>
                  <a:pt x="69" y="434"/>
                </a:lnTo>
                <a:lnTo>
                  <a:pt x="69" y="432"/>
                </a:lnTo>
                <a:lnTo>
                  <a:pt x="68" y="432"/>
                </a:lnTo>
                <a:lnTo>
                  <a:pt x="68" y="431"/>
                </a:lnTo>
                <a:lnTo>
                  <a:pt x="67" y="431"/>
                </a:lnTo>
                <a:lnTo>
                  <a:pt x="66" y="431"/>
                </a:lnTo>
                <a:lnTo>
                  <a:pt x="65" y="431"/>
                </a:lnTo>
                <a:lnTo>
                  <a:pt x="64" y="431"/>
                </a:lnTo>
                <a:lnTo>
                  <a:pt x="64" y="430"/>
                </a:lnTo>
                <a:lnTo>
                  <a:pt x="65" y="430"/>
                </a:lnTo>
                <a:lnTo>
                  <a:pt x="66" y="430"/>
                </a:lnTo>
                <a:lnTo>
                  <a:pt x="67" y="429"/>
                </a:lnTo>
                <a:lnTo>
                  <a:pt x="68" y="429"/>
                </a:lnTo>
                <a:lnTo>
                  <a:pt x="68" y="428"/>
                </a:lnTo>
                <a:lnTo>
                  <a:pt x="67" y="427"/>
                </a:lnTo>
                <a:lnTo>
                  <a:pt x="66" y="427"/>
                </a:lnTo>
                <a:lnTo>
                  <a:pt x="65" y="427"/>
                </a:lnTo>
                <a:lnTo>
                  <a:pt x="65" y="426"/>
                </a:lnTo>
                <a:lnTo>
                  <a:pt x="65" y="425"/>
                </a:lnTo>
                <a:lnTo>
                  <a:pt x="64" y="424"/>
                </a:lnTo>
                <a:lnTo>
                  <a:pt x="64" y="423"/>
                </a:lnTo>
                <a:lnTo>
                  <a:pt x="65" y="423"/>
                </a:lnTo>
                <a:lnTo>
                  <a:pt x="64" y="423"/>
                </a:lnTo>
                <a:lnTo>
                  <a:pt x="63" y="422"/>
                </a:lnTo>
                <a:lnTo>
                  <a:pt x="63" y="421"/>
                </a:lnTo>
                <a:lnTo>
                  <a:pt x="62" y="421"/>
                </a:lnTo>
                <a:lnTo>
                  <a:pt x="62" y="420"/>
                </a:lnTo>
                <a:lnTo>
                  <a:pt x="62" y="419"/>
                </a:lnTo>
                <a:lnTo>
                  <a:pt x="62" y="420"/>
                </a:lnTo>
                <a:lnTo>
                  <a:pt x="63" y="420"/>
                </a:lnTo>
                <a:lnTo>
                  <a:pt x="63" y="419"/>
                </a:lnTo>
                <a:lnTo>
                  <a:pt x="63" y="418"/>
                </a:lnTo>
                <a:lnTo>
                  <a:pt x="64" y="417"/>
                </a:lnTo>
                <a:lnTo>
                  <a:pt x="63" y="416"/>
                </a:lnTo>
                <a:lnTo>
                  <a:pt x="62" y="416"/>
                </a:lnTo>
                <a:lnTo>
                  <a:pt x="62" y="414"/>
                </a:lnTo>
                <a:lnTo>
                  <a:pt x="63" y="414"/>
                </a:lnTo>
                <a:lnTo>
                  <a:pt x="62" y="414"/>
                </a:lnTo>
                <a:lnTo>
                  <a:pt x="63" y="414"/>
                </a:lnTo>
                <a:lnTo>
                  <a:pt x="64" y="413"/>
                </a:lnTo>
                <a:lnTo>
                  <a:pt x="64" y="411"/>
                </a:lnTo>
                <a:lnTo>
                  <a:pt x="63" y="411"/>
                </a:lnTo>
                <a:lnTo>
                  <a:pt x="62" y="409"/>
                </a:lnTo>
                <a:lnTo>
                  <a:pt x="62" y="408"/>
                </a:lnTo>
                <a:lnTo>
                  <a:pt x="63" y="408"/>
                </a:lnTo>
                <a:lnTo>
                  <a:pt x="63" y="407"/>
                </a:lnTo>
                <a:lnTo>
                  <a:pt x="63" y="406"/>
                </a:lnTo>
                <a:lnTo>
                  <a:pt x="63" y="405"/>
                </a:lnTo>
                <a:lnTo>
                  <a:pt x="62" y="404"/>
                </a:lnTo>
                <a:lnTo>
                  <a:pt x="63" y="404"/>
                </a:lnTo>
                <a:lnTo>
                  <a:pt x="63" y="403"/>
                </a:lnTo>
                <a:lnTo>
                  <a:pt x="62" y="403"/>
                </a:lnTo>
                <a:lnTo>
                  <a:pt x="61" y="403"/>
                </a:lnTo>
                <a:lnTo>
                  <a:pt x="60" y="402"/>
                </a:lnTo>
                <a:lnTo>
                  <a:pt x="60" y="401"/>
                </a:lnTo>
                <a:lnTo>
                  <a:pt x="59" y="401"/>
                </a:lnTo>
                <a:lnTo>
                  <a:pt x="59" y="400"/>
                </a:lnTo>
                <a:lnTo>
                  <a:pt x="58" y="400"/>
                </a:lnTo>
                <a:lnTo>
                  <a:pt x="58" y="401"/>
                </a:lnTo>
                <a:lnTo>
                  <a:pt x="57" y="401"/>
                </a:lnTo>
                <a:lnTo>
                  <a:pt x="57" y="400"/>
                </a:lnTo>
                <a:lnTo>
                  <a:pt x="57" y="399"/>
                </a:lnTo>
                <a:lnTo>
                  <a:pt x="58" y="399"/>
                </a:lnTo>
                <a:lnTo>
                  <a:pt x="58" y="398"/>
                </a:lnTo>
                <a:lnTo>
                  <a:pt x="57" y="398"/>
                </a:lnTo>
                <a:lnTo>
                  <a:pt x="57" y="397"/>
                </a:lnTo>
                <a:lnTo>
                  <a:pt x="58" y="397"/>
                </a:lnTo>
                <a:lnTo>
                  <a:pt x="57" y="397"/>
                </a:lnTo>
                <a:lnTo>
                  <a:pt x="58" y="397"/>
                </a:lnTo>
                <a:lnTo>
                  <a:pt x="57" y="396"/>
                </a:lnTo>
                <a:lnTo>
                  <a:pt x="56" y="396"/>
                </a:lnTo>
                <a:lnTo>
                  <a:pt x="57" y="396"/>
                </a:lnTo>
                <a:lnTo>
                  <a:pt x="58" y="395"/>
                </a:lnTo>
                <a:lnTo>
                  <a:pt x="57" y="395"/>
                </a:lnTo>
                <a:lnTo>
                  <a:pt x="56" y="394"/>
                </a:lnTo>
                <a:lnTo>
                  <a:pt x="56" y="393"/>
                </a:lnTo>
                <a:lnTo>
                  <a:pt x="55" y="392"/>
                </a:lnTo>
                <a:lnTo>
                  <a:pt x="55" y="391"/>
                </a:lnTo>
                <a:lnTo>
                  <a:pt x="55" y="390"/>
                </a:lnTo>
                <a:lnTo>
                  <a:pt x="54" y="390"/>
                </a:lnTo>
                <a:lnTo>
                  <a:pt x="54" y="388"/>
                </a:lnTo>
                <a:lnTo>
                  <a:pt x="53" y="387"/>
                </a:lnTo>
                <a:lnTo>
                  <a:pt x="52" y="386"/>
                </a:lnTo>
                <a:lnTo>
                  <a:pt x="53" y="386"/>
                </a:lnTo>
                <a:lnTo>
                  <a:pt x="52" y="385"/>
                </a:lnTo>
                <a:lnTo>
                  <a:pt x="51" y="384"/>
                </a:lnTo>
                <a:lnTo>
                  <a:pt x="50" y="384"/>
                </a:lnTo>
                <a:lnTo>
                  <a:pt x="49" y="385"/>
                </a:lnTo>
                <a:lnTo>
                  <a:pt x="49" y="384"/>
                </a:lnTo>
                <a:lnTo>
                  <a:pt x="48" y="384"/>
                </a:lnTo>
                <a:lnTo>
                  <a:pt x="48" y="385"/>
                </a:lnTo>
                <a:lnTo>
                  <a:pt x="47" y="385"/>
                </a:lnTo>
                <a:lnTo>
                  <a:pt x="46" y="384"/>
                </a:lnTo>
                <a:lnTo>
                  <a:pt x="44" y="384"/>
                </a:lnTo>
                <a:lnTo>
                  <a:pt x="43" y="384"/>
                </a:lnTo>
                <a:lnTo>
                  <a:pt x="42" y="382"/>
                </a:lnTo>
                <a:lnTo>
                  <a:pt x="43" y="381"/>
                </a:lnTo>
                <a:lnTo>
                  <a:pt x="42" y="381"/>
                </a:lnTo>
                <a:lnTo>
                  <a:pt x="42" y="380"/>
                </a:lnTo>
                <a:lnTo>
                  <a:pt x="41" y="379"/>
                </a:lnTo>
                <a:lnTo>
                  <a:pt x="41" y="378"/>
                </a:lnTo>
                <a:lnTo>
                  <a:pt x="40" y="377"/>
                </a:lnTo>
                <a:lnTo>
                  <a:pt x="40" y="376"/>
                </a:lnTo>
                <a:lnTo>
                  <a:pt x="39" y="376"/>
                </a:lnTo>
                <a:lnTo>
                  <a:pt x="39" y="375"/>
                </a:lnTo>
                <a:lnTo>
                  <a:pt x="39" y="374"/>
                </a:lnTo>
                <a:lnTo>
                  <a:pt x="38" y="374"/>
                </a:lnTo>
                <a:lnTo>
                  <a:pt x="38" y="373"/>
                </a:lnTo>
                <a:lnTo>
                  <a:pt x="38" y="372"/>
                </a:lnTo>
                <a:lnTo>
                  <a:pt x="37" y="371"/>
                </a:lnTo>
                <a:lnTo>
                  <a:pt x="37" y="370"/>
                </a:lnTo>
                <a:lnTo>
                  <a:pt x="36" y="370"/>
                </a:lnTo>
                <a:lnTo>
                  <a:pt x="35" y="370"/>
                </a:lnTo>
                <a:lnTo>
                  <a:pt x="34" y="370"/>
                </a:lnTo>
                <a:lnTo>
                  <a:pt x="33" y="370"/>
                </a:lnTo>
                <a:lnTo>
                  <a:pt x="33" y="371"/>
                </a:lnTo>
                <a:lnTo>
                  <a:pt x="32" y="371"/>
                </a:lnTo>
                <a:lnTo>
                  <a:pt x="31" y="372"/>
                </a:lnTo>
                <a:lnTo>
                  <a:pt x="30" y="372"/>
                </a:lnTo>
                <a:lnTo>
                  <a:pt x="30" y="373"/>
                </a:lnTo>
                <a:lnTo>
                  <a:pt x="29" y="373"/>
                </a:lnTo>
                <a:lnTo>
                  <a:pt x="28" y="373"/>
                </a:lnTo>
                <a:lnTo>
                  <a:pt x="28" y="374"/>
                </a:lnTo>
                <a:lnTo>
                  <a:pt x="27" y="373"/>
                </a:lnTo>
                <a:lnTo>
                  <a:pt x="27" y="372"/>
                </a:lnTo>
                <a:lnTo>
                  <a:pt x="28" y="371"/>
                </a:lnTo>
                <a:lnTo>
                  <a:pt x="29" y="371"/>
                </a:lnTo>
                <a:lnTo>
                  <a:pt x="29" y="370"/>
                </a:lnTo>
                <a:lnTo>
                  <a:pt x="29" y="369"/>
                </a:lnTo>
                <a:lnTo>
                  <a:pt x="30" y="369"/>
                </a:lnTo>
                <a:lnTo>
                  <a:pt x="30" y="368"/>
                </a:lnTo>
                <a:lnTo>
                  <a:pt x="31" y="367"/>
                </a:lnTo>
                <a:lnTo>
                  <a:pt x="30" y="367"/>
                </a:lnTo>
                <a:lnTo>
                  <a:pt x="30" y="366"/>
                </a:lnTo>
                <a:lnTo>
                  <a:pt x="29" y="367"/>
                </a:lnTo>
                <a:lnTo>
                  <a:pt x="28" y="366"/>
                </a:lnTo>
                <a:lnTo>
                  <a:pt x="27" y="366"/>
                </a:lnTo>
                <a:lnTo>
                  <a:pt x="26" y="364"/>
                </a:lnTo>
                <a:lnTo>
                  <a:pt x="25" y="363"/>
                </a:lnTo>
                <a:lnTo>
                  <a:pt x="24" y="363"/>
                </a:lnTo>
                <a:lnTo>
                  <a:pt x="24" y="362"/>
                </a:lnTo>
                <a:lnTo>
                  <a:pt x="22" y="362"/>
                </a:lnTo>
                <a:lnTo>
                  <a:pt x="21" y="362"/>
                </a:lnTo>
                <a:lnTo>
                  <a:pt x="20" y="362"/>
                </a:lnTo>
                <a:lnTo>
                  <a:pt x="19" y="362"/>
                </a:lnTo>
                <a:lnTo>
                  <a:pt x="19" y="363"/>
                </a:lnTo>
                <a:lnTo>
                  <a:pt x="18" y="363"/>
                </a:lnTo>
                <a:lnTo>
                  <a:pt x="16" y="361"/>
                </a:lnTo>
                <a:lnTo>
                  <a:pt x="17" y="360"/>
                </a:lnTo>
                <a:lnTo>
                  <a:pt x="17" y="359"/>
                </a:lnTo>
                <a:lnTo>
                  <a:pt x="17" y="358"/>
                </a:lnTo>
                <a:lnTo>
                  <a:pt x="16" y="358"/>
                </a:lnTo>
                <a:lnTo>
                  <a:pt x="15" y="359"/>
                </a:lnTo>
                <a:lnTo>
                  <a:pt x="14" y="360"/>
                </a:lnTo>
                <a:lnTo>
                  <a:pt x="14" y="361"/>
                </a:lnTo>
                <a:lnTo>
                  <a:pt x="14" y="362"/>
                </a:lnTo>
                <a:lnTo>
                  <a:pt x="13" y="362"/>
                </a:lnTo>
                <a:lnTo>
                  <a:pt x="14" y="361"/>
                </a:lnTo>
                <a:lnTo>
                  <a:pt x="14" y="360"/>
                </a:lnTo>
                <a:lnTo>
                  <a:pt x="14" y="359"/>
                </a:lnTo>
                <a:lnTo>
                  <a:pt x="13" y="359"/>
                </a:lnTo>
                <a:lnTo>
                  <a:pt x="13" y="360"/>
                </a:lnTo>
                <a:lnTo>
                  <a:pt x="13" y="361"/>
                </a:lnTo>
                <a:lnTo>
                  <a:pt x="12" y="360"/>
                </a:lnTo>
                <a:lnTo>
                  <a:pt x="11" y="359"/>
                </a:lnTo>
                <a:lnTo>
                  <a:pt x="11" y="357"/>
                </a:lnTo>
                <a:lnTo>
                  <a:pt x="11" y="356"/>
                </a:lnTo>
                <a:lnTo>
                  <a:pt x="10" y="356"/>
                </a:lnTo>
                <a:lnTo>
                  <a:pt x="10" y="355"/>
                </a:lnTo>
                <a:lnTo>
                  <a:pt x="9" y="356"/>
                </a:lnTo>
                <a:lnTo>
                  <a:pt x="9" y="355"/>
                </a:lnTo>
                <a:lnTo>
                  <a:pt x="8" y="355"/>
                </a:lnTo>
                <a:lnTo>
                  <a:pt x="9" y="355"/>
                </a:lnTo>
                <a:lnTo>
                  <a:pt x="8" y="355"/>
                </a:lnTo>
                <a:lnTo>
                  <a:pt x="8" y="354"/>
                </a:lnTo>
                <a:lnTo>
                  <a:pt x="7" y="353"/>
                </a:lnTo>
                <a:lnTo>
                  <a:pt x="8" y="352"/>
                </a:lnTo>
                <a:lnTo>
                  <a:pt x="9" y="352"/>
                </a:lnTo>
                <a:lnTo>
                  <a:pt x="9" y="351"/>
                </a:lnTo>
                <a:lnTo>
                  <a:pt x="8" y="351"/>
                </a:lnTo>
                <a:lnTo>
                  <a:pt x="8" y="350"/>
                </a:lnTo>
                <a:lnTo>
                  <a:pt x="7" y="349"/>
                </a:lnTo>
                <a:lnTo>
                  <a:pt x="6" y="349"/>
                </a:lnTo>
                <a:lnTo>
                  <a:pt x="5" y="348"/>
                </a:lnTo>
                <a:lnTo>
                  <a:pt x="4" y="348"/>
                </a:lnTo>
                <a:lnTo>
                  <a:pt x="3" y="348"/>
                </a:lnTo>
                <a:lnTo>
                  <a:pt x="3" y="347"/>
                </a:lnTo>
                <a:lnTo>
                  <a:pt x="3" y="346"/>
                </a:lnTo>
                <a:lnTo>
                  <a:pt x="3" y="345"/>
                </a:lnTo>
                <a:lnTo>
                  <a:pt x="5" y="345"/>
                </a:lnTo>
                <a:lnTo>
                  <a:pt x="5" y="344"/>
                </a:lnTo>
                <a:lnTo>
                  <a:pt x="4" y="344"/>
                </a:lnTo>
                <a:lnTo>
                  <a:pt x="4" y="343"/>
                </a:lnTo>
                <a:lnTo>
                  <a:pt x="3" y="343"/>
                </a:lnTo>
                <a:lnTo>
                  <a:pt x="2" y="342"/>
                </a:lnTo>
                <a:lnTo>
                  <a:pt x="3" y="342"/>
                </a:lnTo>
                <a:lnTo>
                  <a:pt x="3" y="341"/>
                </a:lnTo>
                <a:lnTo>
                  <a:pt x="3" y="340"/>
                </a:lnTo>
                <a:lnTo>
                  <a:pt x="3" y="339"/>
                </a:lnTo>
                <a:lnTo>
                  <a:pt x="3" y="338"/>
                </a:lnTo>
                <a:lnTo>
                  <a:pt x="2" y="338"/>
                </a:lnTo>
                <a:lnTo>
                  <a:pt x="1" y="337"/>
                </a:lnTo>
                <a:lnTo>
                  <a:pt x="0" y="337"/>
                </a:lnTo>
                <a:lnTo>
                  <a:pt x="0" y="336"/>
                </a:lnTo>
                <a:lnTo>
                  <a:pt x="1" y="336"/>
                </a:lnTo>
                <a:lnTo>
                  <a:pt x="1" y="335"/>
                </a:lnTo>
                <a:lnTo>
                  <a:pt x="1" y="334"/>
                </a:lnTo>
                <a:lnTo>
                  <a:pt x="1" y="333"/>
                </a:lnTo>
                <a:lnTo>
                  <a:pt x="1" y="332"/>
                </a:lnTo>
                <a:lnTo>
                  <a:pt x="1" y="331"/>
                </a:lnTo>
                <a:lnTo>
                  <a:pt x="1" y="330"/>
                </a:lnTo>
                <a:lnTo>
                  <a:pt x="2" y="329"/>
                </a:lnTo>
                <a:lnTo>
                  <a:pt x="3" y="329"/>
                </a:lnTo>
                <a:lnTo>
                  <a:pt x="6" y="328"/>
                </a:lnTo>
                <a:lnTo>
                  <a:pt x="7" y="328"/>
                </a:lnTo>
                <a:lnTo>
                  <a:pt x="6" y="328"/>
                </a:lnTo>
                <a:lnTo>
                  <a:pt x="6" y="327"/>
                </a:lnTo>
                <a:lnTo>
                  <a:pt x="6" y="326"/>
                </a:lnTo>
                <a:lnTo>
                  <a:pt x="6" y="325"/>
                </a:lnTo>
                <a:lnTo>
                  <a:pt x="6" y="324"/>
                </a:lnTo>
                <a:lnTo>
                  <a:pt x="5" y="324"/>
                </a:lnTo>
                <a:lnTo>
                  <a:pt x="5" y="323"/>
                </a:lnTo>
                <a:lnTo>
                  <a:pt x="5" y="322"/>
                </a:lnTo>
                <a:lnTo>
                  <a:pt x="5" y="321"/>
                </a:lnTo>
                <a:lnTo>
                  <a:pt x="5" y="320"/>
                </a:lnTo>
                <a:lnTo>
                  <a:pt x="4" y="319"/>
                </a:lnTo>
                <a:lnTo>
                  <a:pt x="4" y="318"/>
                </a:lnTo>
                <a:lnTo>
                  <a:pt x="4" y="317"/>
                </a:lnTo>
                <a:lnTo>
                  <a:pt x="5" y="317"/>
                </a:lnTo>
                <a:lnTo>
                  <a:pt x="6" y="318"/>
                </a:lnTo>
                <a:lnTo>
                  <a:pt x="7" y="318"/>
                </a:lnTo>
                <a:lnTo>
                  <a:pt x="8" y="318"/>
                </a:lnTo>
                <a:lnTo>
                  <a:pt x="8" y="317"/>
                </a:lnTo>
                <a:lnTo>
                  <a:pt x="9" y="316"/>
                </a:lnTo>
                <a:lnTo>
                  <a:pt x="10" y="317"/>
                </a:lnTo>
                <a:lnTo>
                  <a:pt x="11" y="317"/>
                </a:lnTo>
                <a:lnTo>
                  <a:pt x="12" y="317"/>
                </a:lnTo>
                <a:lnTo>
                  <a:pt x="13" y="317"/>
                </a:lnTo>
                <a:lnTo>
                  <a:pt x="14" y="317"/>
                </a:lnTo>
                <a:lnTo>
                  <a:pt x="15" y="317"/>
                </a:lnTo>
                <a:lnTo>
                  <a:pt x="16" y="317"/>
                </a:lnTo>
                <a:lnTo>
                  <a:pt x="17" y="317"/>
                </a:lnTo>
                <a:lnTo>
                  <a:pt x="16" y="317"/>
                </a:lnTo>
                <a:lnTo>
                  <a:pt x="16" y="316"/>
                </a:lnTo>
                <a:lnTo>
                  <a:pt x="17" y="315"/>
                </a:lnTo>
                <a:lnTo>
                  <a:pt x="17" y="314"/>
                </a:lnTo>
                <a:lnTo>
                  <a:pt x="17" y="313"/>
                </a:lnTo>
                <a:lnTo>
                  <a:pt x="16" y="313"/>
                </a:lnTo>
                <a:lnTo>
                  <a:pt x="15" y="313"/>
                </a:lnTo>
                <a:lnTo>
                  <a:pt x="15" y="312"/>
                </a:lnTo>
                <a:lnTo>
                  <a:pt x="16" y="312"/>
                </a:lnTo>
                <a:lnTo>
                  <a:pt x="17" y="311"/>
                </a:lnTo>
                <a:lnTo>
                  <a:pt x="17" y="310"/>
                </a:lnTo>
                <a:lnTo>
                  <a:pt x="17" y="309"/>
                </a:lnTo>
                <a:lnTo>
                  <a:pt x="18" y="308"/>
                </a:lnTo>
                <a:lnTo>
                  <a:pt x="19" y="308"/>
                </a:lnTo>
                <a:lnTo>
                  <a:pt x="20" y="307"/>
                </a:lnTo>
                <a:lnTo>
                  <a:pt x="20" y="305"/>
                </a:lnTo>
                <a:lnTo>
                  <a:pt x="20" y="304"/>
                </a:lnTo>
                <a:lnTo>
                  <a:pt x="19" y="304"/>
                </a:lnTo>
                <a:lnTo>
                  <a:pt x="19" y="303"/>
                </a:lnTo>
                <a:lnTo>
                  <a:pt x="19" y="302"/>
                </a:lnTo>
                <a:lnTo>
                  <a:pt x="18" y="301"/>
                </a:lnTo>
                <a:lnTo>
                  <a:pt x="17" y="300"/>
                </a:lnTo>
                <a:lnTo>
                  <a:pt x="18" y="300"/>
                </a:lnTo>
                <a:lnTo>
                  <a:pt x="19" y="299"/>
                </a:lnTo>
                <a:lnTo>
                  <a:pt x="19" y="298"/>
                </a:lnTo>
                <a:lnTo>
                  <a:pt x="19" y="297"/>
                </a:lnTo>
                <a:lnTo>
                  <a:pt x="20" y="296"/>
                </a:lnTo>
                <a:lnTo>
                  <a:pt x="20" y="295"/>
                </a:lnTo>
                <a:lnTo>
                  <a:pt x="21" y="295"/>
                </a:lnTo>
                <a:lnTo>
                  <a:pt x="22" y="295"/>
                </a:lnTo>
                <a:lnTo>
                  <a:pt x="23" y="294"/>
                </a:lnTo>
                <a:lnTo>
                  <a:pt x="23" y="293"/>
                </a:lnTo>
                <a:lnTo>
                  <a:pt x="24" y="293"/>
                </a:lnTo>
                <a:lnTo>
                  <a:pt x="25" y="294"/>
                </a:lnTo>
                <a:lnTo>
                  <a:pt x="26" y="294"/>
                </a:lnTo>
                <a:lnTo>
                  <a:pt x="26" y="293"/>
                </a:lnTo>
                <a:lnTo>
                  <a:pt x="27" y="294"/>
                </a:lnTo>
                <a:lnTo>
                  <a:pt x="28" y="294"/>
                </a:lnTo>
                <a:lnTo>
                  <a:pt x="28" y="293"/>
                </a:lnTo>
                <a:lnTo>
                  <a:pt x="29" y="293"/>
                </a:lnTo>
                <a:lnTo>
                  <a:pt x="29" y="294"/>
                </a:lnTo>
                <a:lnTo>
                  <a:pt x="30" y="294"/>
                </a:lnTo>
                <a:lnTo>
                  <a:pt x="31" y="294"/>
                </a:lnTo>
                <a:lnTo>
                  <a:pt x="32" y="294"/>
                </a:lnTo>
                <a:lnTo>
                  <a:pt x="32" y="293"/>
                </a:lnTo>
                <a:lnTo>
                  <a:pt x="32" y="292"/>
                </a:lnTo>
                <a:lnTo>
                  <a:pt x="32" y="291"/>
                </a:lnTo>
                <a:lnTo>
                  <a:pt x="32" y="290"/>
                </a:lnTo>
                <a:lnTo>
                  <a:pt x="32" y="289"/>
                </a:lnTo>
                <a:lnTo>
                  <a:pt x="31" y="288"/>
                </a:lnTo>
                <a:lnTo>
                  <a:pt x="31" y="287"/>
                </a:lnTo>
                <a:lnTo>
                  <a:pt x="31" y="286"/>
                </a:lnTo>
                <a:lnTo>
                  <a:pt x="30" y="285"/>
                </a:lnTo>
                <a:lnTo>
                  <a:pt x="30" y="283"/>
                </a:lnTo>
                <a:lnTo>
                  <a:pt x="30" y="282"/>
                </a:lnTo>
                <a:lnTo>
                  <a:pt x="31" y="282"/>
                </a:lnTo>
                <a:lnTo>
                  <a:pt x="32" y="282"/>
                </a:lnTo>
                <a:lnTo>
                  <a:pt x="33" y="282"/>
                </a:lnTo>
                <a:lnTo>
                  <a:pt x="33" y="283"/>
                </a:lnTo>
                <a:lnTo>
                  <a:pt x="34" y="284"/>
                </a:lnTo>
                <a:lnTo>
                  <a:pt x="35" y="285"/>
                </a:lnTo>
                <a:lnTo>
                  <a:pt x="36" y="285"/>
                </a:lnTo>
                <a:lnTo>
                  <a:pt x="36" y="284"/>
                </a:lnTo>
                <a:lnTo>
                  <a:pt x="37" y="284"/>
                </a:lnTo>
                <a:lnTo>
                  <a:pt x="37" y="283"/>
                </a:lnTo>
                <a:lnTo>
                  <a:pt x="38" y="283"/>
                </a:lnTo>
                <a:lnTo>
                  <a:pt x="38" y="282"/>
                </a:lnTo>
                <a:lnTo>
                  <a:pt x="38" y="281"/>
                </a:lnTo>
                <a:lnTo>
                  <a:pt x="39" y="281"/>
                </a:lnTo>
                <a:lnTo>
                  <a:pt x="39" y="280"/>
                </a:lnTo>
                <a:lnTo>
                  <a:pt x="39" y="279"/>
                </a:lnTo>
                <a:lnTo>
                  <a:pt x="40" y="279"/>
                </a:lnTo>
                <a:lnTo>
                  <a:pt x="41" y="279"/>
                </a:lnTo>
                <a:lnTo>
                  <a:pt x="42" y="279"/>
                </a:lnTo>
                <a:lnTo>
                  <a:pt x="43" y="279"/>
                </a:lnTo>
                <a:lnTo>
                  <a:pt x="43" y="278"/>
                </a:lnTo>
                <a:lnTo>
                  <a:pt x="44" y="278"/>
                </a:lnTo>
                <a:lnTo>
                  <a:pt x="44" y="279"/>
                </a:lnTo>
                <a:lnTo>
                  <a:pt x="45" y="279"/>
                </a:lnTo>
                <a:lnTo>
                  <a:pt x="45" y="280"/>
                </a:lnTo>
                <a:lnTo>
                  <a:pt x="46" y="280"/>
                </a:lnTo>
                <a:lnTo>
                  <a:pt x="46" y="279"/>
                </a:lnTo>
                <a:lnTo>
                  <a:pt x="46" y="278"/>
                </a:lnTo>
                <a:lnTo>
                  <a:pt x="46" y="277"/>
                </a:lnTo>
                <a:lnTo>
                  <a:pt x="47" y="277"/>
                </a:lnTo>
                <a:lnTo>
                  <a:pt x="47" y="278"/>
                </a:lnTo>
                <a:lnTo>
                  <a:pt x="48" y="277"/>
                </a:lnTo>
                <a:lnTo>
                  <a:pt x="48" y="278"/>
                </a:lnTo>
                <a:lnTo>
                  <a:pt x="49" y="278"/>
                </a:lnTo>
                <a:lnTo>
                  <a:pt x="49" y="277"/>
                </a:lnTo>
                <a:lnTo>
                  <a:pt x="50" y="277"/>
                </a:lnTo>
                <a:lnTo>
                  <a:pt x="51" y="277"/>
                </a:lnTo>
                <a:lnTo>
                  <a:pt x="51" y="278"/>
                </a:lnTo>
                <a:lnTo>
                  <a:pt x="52" y="277"/>
                </a:lnTo>
                <a:lnTo>
                  <a:pt x="53" y="276"/>
                </a:lnTo>
                <a:lnTo>
                  <a:pt x="54" y="276"/>
                </a:lnTo>
                <a:lnTo>
                  <a:pt x="54" y="275"/>
                </a:lnTo>
                <a:lnTo>
                  <a:pt x="53" y="275"/>
                </a:lnTo>
                <a:lnTo>
                  <a:pt x="53" y="274"/>
                </a:lnTo>
                <a:lnTo>
                  <a:pt x="53" y="273"/>
                </a:lnTo>
                <a:lnTo>
                  <a:pt x="53" y="272"/>
                </a:lnTo>
                <a:lnTo>
                  <a:pt x="53" y="271"/>
                </a:lnTo>
                <a:lnTo>
                  <a:pt x="53" y="270"/>
                </a:lnTo>
                <a:lnTo>
                  <a:pt x="53" y="269"/>
                </a:lnTo>
                <a:lnTo>
                  <a:pt x="53" y="268"/>
                </a:lnTo>
                <a:lnTo>
                  <a:pt x="53" y="267"/>
                </a:lnTo>
                <a:lnTo>
                  <a:pt x="54" y="266"/>
                </a:lnTo>
                <a:lnTo>
                  <a:pt x="55" y="266"/>
                </a:lnTo>
                <a:lnTo>
                  <a:pt x="55" y="265"/>
                </a:lnTo>
                <a:lnTo>
                  <a:pt x="56" y="265"/>
                </a:lnTo>
                <a:lnTo>
                  <a:pt x="57" y="264"/>
                </a:lnTo>
                <a:lnTo>
                  <a:pt x="58" y="264"/>
                </a:lnTo>
                <a:lnTo>
                  <a:pt x="58" y="263"/>
                </a:lnTo>
                <a:lnTo>
                  <a:pt x="59" y="261"/>
                </a:lnTo>
                <a:lnTo>
                  <a:pt x="59" y="260"/>
                </a:lnTo>
                <a:lnTo>
                  <a:pt x="60" y="260"/>
                </a:lnTo>
                <a:lnTo>
                  <a:pt x="60" y="259"/>
                </a:lnTo>
                <a:lnTo>
                  <a:pt x="61" y="258"/>
                </a:lnTo>
                <a:lnTo>
                  <a:pt x="61" y="257"/>
                </a:lnTo>
                <a:lnTo>
                  <a:pt x="62" y="256"/>
                </a:lnTo>
                <a:lnTo>
                  <a:pt x="63" y="256"/>
                </a:lnTo>
                <a:lnTo>
                  <a:pt x="63" y="255"/>
                </a:lnTo>
                <a:lnTo>
                  <a:pt x="64" y="255"/>
                </a:lnTo>
                <a:lnTo>
                  <a:pt x="65" y="255"/>
                </a:lnTo>
                <a:lnTo>
                  <a:pt x="66" y="254"/>
                </a:lnTo>
                <a:lnTo>
                  <a:pt x="67" y="253"/>
                </a:lnTo>
                <a:lnTo>
                  <a:pt x="68" y="254"/>
                </a:lnTo>
                <a:lnTo>
                  <a:pt x="69" y="254"/>
                </a:lnTo>
                <a:lnTo>
                  <a:pt x="70" y="255"/>
                </a:lnTo>
                <a:lnTo>
                  <a:pt x="71" y="254"/>
                </a:lnTo>
                <a:lnTo>
                  <a:pt x="72" y="253"/>
                </a:lnTo>
                <a:lnTo>
                  <a:pt x="71" y="253"/>
                </a:lnTo>
                <a:lnTo>
                  <a:pt x="72" y="253"/>
                </a:lnTo>
                <a:lnTo>
                  <a:pt x="72" y="252"/>
                </a:lnTo>
                <a:lnTo>
                  <a:pt x="72" y="251"/>
                </a:lnTo>
                <a:lnTo>
                  <a:pt x="73" y="251"/>
                </a:lnTo>
                <a:lnTo>
                  <a:pt x="73" y="250"/>
                </a:lnTo>
                <a:lnTo>
                  <a:pt x="74" y="250"/>
                </a:lnTo>
                <a:lnTo>
                  <a:pt x="73" y="250"/>
                </a:lnTo>
                <a:lnTo>
                  <a:pt x="73" y="249"/>
                </a:lnTo>
                <a:lnTo>
                  <a:pt x="74" y="249"/>
                </a:lnTo>
                <a:lnTo>
                  <a:pt x="74" y="248"/>
                </a:lnTo>
                <a:lnTo>
                  <a:pt x="74" y="247"/>
                </a:lnTo>
                <a:lnTo>
                  <a:pt x="75" y="246"/>
                </a:lnTo>
                <a:lnTo>
                  <a:pt x="75" y="245"/>
                </a:lnTo>
                <a:lnTo>
                  <a:pt x="76" y="244"/>
                </a:lnTo>
                <a:lnTo>
                  <a:pt x="77" y="244"/>
                </a:lnTo>
                <a:lnTo>
                  <a:pt x="78" y="244"/>
                </a:lnTo>
                <a:lnTo>
                  <a:pt x="78" y="243"/>
                </a:lnTo>
                <a:lnTo>
                  <a:pt x="79" y="243"/>
                </a:lnTo>
                <a:lnTo>
                  <a:pt x="79" y="242"/>
                </a:lnTo>
                <a:lnTo>
                  <a:pt x="79" y="241"/>
                </a:lnTo>
                <a:lnTo>
                  <a:pt x="79" y="240"/>
                </a:lnTo>
                <a:lnTo>
                  <a:pt x="80" y="240"/>
                </a:lnTo>
                <a:lnTo>
                  <a:pt x="80" y="239"/>
                </a:lnTo>
                <a:lnTo>
                  <a:pt x="81" y="238"/>
                </a:lnTo>
                <a:lnTo>
                  <a:pt x="81" y="237"/>
                </a:lnTo>
                <a:lnTo>
                  <a:pt x="81" y="235"/>
                </a:lnTo>
                <a:lnTo>
                  <a:pt x="81" y="234"/>
                </a:lnTo>
                <a:lnTo>
                  <a:pt x="81" y="233"/>
                </a:lnTo>
                <a:lnTo>
                  <a:pt x="80" y="232"/>
                </a:lnTo>
                <a:lnTo>
                  <a:pt x="79" y="231"/>
                </a:lnTo>
                <a:lnTo>
                  <a:pt x="79" y="230"/>
                </a:lnTo>
                <a:lnTo>
                  <a:pt x="79" y="229"/>
                </a:lnTo>
                <a:lnTo>
                  <a:pt x="79" y="228"/>
                </a:lnTo>
                <a:lnTo>
                  <a:pt x="79" y="227"/>
                </a:lnTo>
                <a:lnTo>
                  <a:pt x="80" y="226"/>
                </a:lnTo>
                <a:lnTo>
                  <a:pt x="81" y="226"/>
                </a:lnTo>
                <a:lnTo>
                  <a:pt x="82" y="226"/>
                </a:lnTo>
                <a:lnTo>
                  <a:pt x="81" y="225"/>
                </a:lnTo>
                <a:lnTo>
                  <a:pt x="81" y="224"/>
                </a:lnTo>
                <a:lnTo>
                  <a:pt x="80" y="223"/>
                </a:lnTo>
                <a:lnTo>
                  <a:pt x="80" y="222"/>
                </a:lnTo>
                <a:lnTo>
                  <a:pt x="81" y="222"/>
                </a:lnTo>
                <a:lnTo>
                  <a:pt x="81" y="221"/>
                </a:lnTo>
                <a:lnTo>
                  <a:pt x="82" y="221"/>
                </a:lnTo>
                <a:lnTo>
                  <a:pt x="83" y="222"/>
                </a:lnTo>
                <a:lnTo>
                  <a:pt x="84" y="222"/>
                </a:lnTo>
                <a:lnTo>
                  <a:pt x="84" y="221"/>
                </a:lnTo>
                <a:lnTo>
                  <a:pt x="85" y="220"/>
                </a:lnTo>
                <a:lnTo>
                  <a:pt x="86" y="219"/>
                </a:lnTo>
                <a:lnTo>
                  <a:pt x="86" y="218"/>
                </a:lnTo>
                <a:lnTo>
                  <a:pt x="87" y="217"/>
                </a:lnTo>
                <a:lnTo>
                  <a:pt x="88" y="216"/>
                </a:lnTo>
                <a:lnTo>
                  <a:pt x="89" y="216"/>
                </a:lnTo>
                <a:lnTo>
                  <a:pt x="89" y="215"/>
                </a:lnTo>
                <a:lnTo>
                  <a:pt x="90" y="214"/>
                </a:lnTo>
                <a:lnTo>
                  <a:pt x="90" y="213"/>
                </a:lnTo>
                <a:lnTo>
                  <a:pt x="91" y="213"/>
                </a:lnTo>
                <a:lnTo>
                  <a:pt x="91" y="212"/>
                </a:lnTo>
                <a:lnTo>
                  <a:pt x="90" y="210"/>
                </a:lnTo>
                <a:lnTo>
                  <a:pt x="90" y="209"/>
                </a:lnTo>
                <a:lnTo>
                  <a:pt x="90" y="208"/>
                </a:lnTo>
                <a:lnTo>
                  <a:pt x="89" y="207"/>
                </a:lnTo>
                <a:lnTo>
                  <a:pt x="90" y="207"/>
                </a:lnTo>
                <a:lnTo>
                  <a:pt x="91" y="206"/>
                </a:lnTo>
                <a:lnTo>
                  <a:pt x="92" y="206"/>
                </a:lnTo>
                <a:lnTo>
                  <a:pt x="93" y="206"/>
                </a:lnTo>
                <a:lnTo>
                  <a:pt x="93" y="205"/>
                </a:lnTo>
                <a:lnTo>
                  <a:pt x="93" y="204"/>
                </a:lnTo>
                <a:lnTo>
                  <a:pt x="94" y="205"/>
                </a:lnTo>
                <a:lnTo>
                  <a:pt x="95" y="205"/>
                </a:lnTo>
                <a:lnTo>
                  <a:pt x="96" y="206"/>
                </a:lnTo>
                <a:lnTo>
                  <a:pt x="96" y="205"/>
                </a:lnTo>
                <a:lnTo>
                  <a:pt x="96" y="204"/>
                </a:lnTo>
                <a:lnTo>
                  <a:pt x="95" y="203"/>
                </a:lnTo>
                <a:lnTo>
                  <a:pt x="96" y="203"/>
                </a:lnTo>
                <a:lnTo>
                  <a:pt x="96" y="202"/>
                </a:lnTo>
                <a:lnTo>
                  <a:pt x="95" y="202"/>
                </a:lnTo>
                <a:lnTo>
                  <a:pt x="95" y="201"/>
                </a:lnTo>
                <a:lnTo>
                  <a:pt x="95" y="200"/>
                </a:lnTo>
                <a:lnTo>
                  <a:pt x="96" y="200"/>
                </a:lnTo>
                <a:lnTo>
                  <a:pt x="96" y="199"/>
                </a:lnTo>
                <a:lnTo>
                  <a:pt x="96" y="198"/>
                </a:lnTo>
                <a:lnTo>
                  <a:pt x="95" y="198"/>
                </a:lnTo>
                <a:lnTo>
                  <a:pt x="95" y="197"/>
                </a:lnTo>
                <a:lnTo>
                  <a:pt x="94" y="197"/>
                </a:lnTo>
                <a:lnTo>
                  <a:pt x="94" y="196"/>
                </a:lnTo>
                <a:lnTo>
                  <a:pt x="95" y="196"/>
                </a:lnTo>
                <a:lnTo>
                  <a:pt x="95" y="195"/>
                </a:lnTo>
                <a:lnTo>
                  <a:pt x="94" y="194"/>
                </a:lnTo>
                <a:lnTo>
                  <a:pt x="95" y="194"/>
                </a:lnTo>
                <a:lnTo>
                  <a:pt x="95" y="193"/>
                </a:lnTo>
                <a:lnTo>
                  <a:pt x="95" y="192"/>
                </a:lnTo>
                <a:lnTo>
                  <a:pt x="94" y="191"/>
                </a:lnTo>
                <a:lnTo>
                  <a:pt x="93" y="190"/>
                </a:lnTo>
                <a:lnTo>
                  <a:pt x="94" y="190"/>
                </a:lnTo>
                <a:lnTo>
                  <a:pt x="94" y="189"/>
                </a:lnTo>
                <a:lnTo>
                  <a:pt x="94" y="188"/>
                </a:lnTo>
                <a:lnTo>
                  <a:pt x="93" y="188"/>
                </a:lnTo>
                <a:lnTo>
                  <a:pt x="93" y="187"/>
                </a:lnTo>
                <a:lnTo>
                  <a:pt x="93" y="186"/>
                </a:lnTo>
                <a:lnTo>
                  <a:pt x="93" y="185"/>
                </a:lnTo>
                <a:lnTo>
                  <a:pt x="92" y="184"/>
                </a:lnTo>
                <a:lnTo>
                  <a:pt x="92" y="183"/>
                </a:lnTo>
                <a:lnTo>
                  <a:pt x="92" y="182"/>
                </a:lnTo>
                <a:lnTo>
                  <a:pt x="91" y="181"/>
                </a:lnTo>
                <a:lnTo>
                  <a:pt x="90" y="181"/>
                </a:lnTo>
                <a:lnTo>
                  <a:pt x="90" y="182"/>
                </a:lnTo>
                <a:lnTo>
                  <a:pt x="89" y="182"/>
                </a:lnTo>
                <a:lnTo>
                  <a:pt x="89" y="181"/>
                </a:lnTo>
                <a:lnTo>
                  <a:pt x="89" y="180"/>
                </a:lnTo>
                <a:lnTo>
                  <a:pt x="89" y="179"/>
                </a:lnTo>
                <a:lnTo>
                  <a:pt x="89" y="178"/>
                </a:lnTo>
                <a:lnTo>
                  <a:pt x="88" y="179"/>
                </a:lnTo>
                <a:lnTo>
                  <a:pt x="87" y="179"/>
                </a:lnTo>
                <a:lnTo>
                  <a:pt x="88" y="179"/>
                </a:lnTo>
                <a:lnTo>
                  <a:pt x="88" y="178"/>
                </a:lnTo>
                <a:lnTo>
                  <a:pt x="88" y="177"/>
                </a:lnTo>
                <a:lnTo>
                  <a:pt x="88" y="176"/>
                </a:lnTo>
                <a:lnTo>
                  <a:pt x="89" y="177"/>
                </a:lnTo>
                <a:lnTo>
                  <a:pt x="90" y="177"/>
                </a:lnTo>
                <a:lnTo>
                  <a:pt x="91" y="178"/>
                </a:lnTo>
                <a:lnTo>
                  <a:pt x="92" y="177"/>
                </a:lnTo>
                <a:lnTo>
                  <a:pt x="92" y="176"/>
                </a:lnTo>
                <a:lnTo>
                  <a:pt x="92" y="175"/>
                </a:lnTo>
                <a:lnTo>
                  <a:pt x="91" y="174"/>
                </a:lnTo>
                <a:lnTo>
                  <a:pt x="91" y="175"/>
                </a:lnTo>
                <a:lnTo>
                  <a:pt x="91" y="176"/>
                </a:lnTo>
                <a:lnTo>
                  <a:pt x="90" y="176"/>
                </a:lnTo>
                <a:lnTo>
                  <a:pt x="89" y="176"/>
                </a:lnTo>
                <a:lnTo>
                  <a:pt x="88" y="176"/>
                </a:lnTo>
                <a:lnTo>
                  <a:pt x="87" y="176"/>
                </a:lnTo>
                <a:lnTo>
                  <a:pt x="87" y="175"/>
                </a:lnTo>
                <a:lnTo>
                  <a:pt x="87" y="174"/>
                </a:lnTo>
                <a:lnTo>
                  <a:pt x="86" y="174"/>
                </a:lnTo>
                <a:lnTo>
                  <a:pt x="85" y="174"/>
                </a:lnTo>
                <a:lnTo>
                  <a:pt x="85" y="173"/>
                </a:lnTo>
                <a:lnTo>
                  <a:pt x="86" y="172"/>
                </a:lnTo>
                <a:lnTo>
                  <a:pt x="88" y="171"/>
                </a:lnTo>
                <a:lnTo>
                  <a:pt x="90" y="170"/>
                </a:lnTo>
                <a:lnTo>
                  <a:pt x="91" y="169"/>
                </a:lnTo>
                <a:lnTo>
                  <a:pt x="92" y="169"/>
                </a:lnTo>
                <a:lnTo>
                  <a:pt x="92" y="168"/>
                </a:lnTo>
                <a:lnTo>
                  <a:pt x="92" y="167"/>
                </a:lnTo>
                <a:lnTo>
                  <a:pt x="93" y="166"/>
                </a:lnTo>
                <a:lnTo>
                  <a:pt x="94" y="166"/>
                </a:lnTo>
                <a:lnTo>
                  <a:pt x="95" y="165"/>
                </a:lnTo>
                <a:lnTo>
                  <a:pt x="95" y="164"/>
                </a:lnTo>
                <a:lnTo>
                  <a:pt x="94" y="164"/>
                </a:lnTo>
                <a:lnTo>
                  <a:pt x="93" y="164"/>
                </a:lnTo>
                <a:lnTo>
                  <a:pt x="92" y="164"/>
                </a:lnTo>
                <a:lnTo>
                  <a:pt x="92" y="163"/>
                </a:lnTo>
                <a:lnTo>
                  <a:pt x="92" y="162"/>
                </a:lnTo>
                <a:lnTo>
                  <a:pt x="91" y="162"/>
                </a:lnTo>
                <a:lnTo>
                  <a:pt x="90" y="161"/>
                </a:lnTo>
                <a:lnTo>
                  <a:pt x="89" y="161"/>
                </a:lnTo>
                <a:lnTo>
                  <a:pt x="89" y="160"/>
                </a:lnTo>
                <a:lnTo>
                  <a:pt x="88" y="159"/>
                </a:lnTo>
                <a:lnTo>
                  <a:pt x="89" y="158"/>
                </a:lnTo>
                <a:lnTo>
                  <a:pt x="89" y="157"/>
                </a:lnTo>
                <a:lnTo>
                  <a:pt x="89" y="156"/>
                </a:lnTo>
                <a:lnTo>
                  <a:pt x="88" y="156"/>
                </a:lnTo>
                <a:lnTo>
                  <a:pt x="88" y="155"/>
                </a:lnTo>
                <a:lnTo>
                  <a:pt x="88" y="154"/>
                </a:lnTo>
                <a:lnTo>
                  <a:pt x="87" y="154"/>
                </a:lnTo>
                <a:lnTo>
                  <a:pt x="87" y="153"/>
                </a:lnTo>
                <a:lnTo>
                  <a:pt x="87" y="152"/>
                </a:lnTo>
                <a:lnTo>
                  <a:pt x="87" y="151"/>
                </a:lnTo>
                <a:lnTo>
                  <a:pt x="87" y="150"/>
                </a:lnTo>
                <a:lnTo>
                  <a:pt x="86" y="149"/>
                </a:lnTo>
                <a:lnTo>
                  <a:pt x="87" y="149"/>
                </a:lnTo>
                <a:lnTo>
                  <a:pt x="88" y="148"/>
                </a:lnTo>
                <a:lnTo>
                  <a:pt x="89" y="148"/>
                </a:lnTo>
                <a:lnTo>
                  <a:pt x="89" y="147"/>
                </a:lnTo>
                <a:lnTo>
                  <a:pt x="89" y="146"/>
                </a:lnTo>
                <a:lnTo>
                  <a:pt x="90" y="146"/>
                </a:lnTo>
                <a:lnTo>
                  <a:pt x="91" y="145"/>
                </a:lnTo>
                <a:lnTo>
                  <a:pt x="92" y="144"/>
                </a:lnTo>
                <a:lnTo>
                  <a:pt x="93" y="144"/>
                </a:lnTo>
                <a:lnTo>
                  <a:pt x="93" y="143"/>
                </a:lnTo>
                <a:lnTo>
                  <a:pt x="93" y="142"/>
                </a:lnTo>
                <a:lnTo>
                  <a:pt x="94" y="142"/>
                </a:lnTo>
                <a:lnTo>
                  <a:pt x="95" y="141"/>
                </a:lnTo>
                <a:lnTo>
                  <a:pt x="96" y="142"/>
                </a:lnTo>
                <a:lnTo>
                  <a:pt x="96" y="143"/>
                </a:lnTo>
                <a:lnTo>
                  <a:pt x="96" y="142"/>
                </a:lnTo>
                <a:lnTo>
                  <a:pt x="97" y="142"/>
                </a:lnTo>
                <a:lnTo>
                  <a:pt x="98" y="143"/>
                </a:lnTo>
                <a:lnTo>
                  <a:pt x="98" y="142"/>
                </a:lnTo>
                <a:lnTo>
                  <a:pt x="99" y="142"/>
                </a:lnTo>
                <a:lnTo>
                  <a:pt x="100" y="142"/>
                </a:lnTo>
                <a:lnTo>
                  <a:pt x="100" y="144"/>
                </a:lnTo>
                <a:lnTo>
                  <a:pt x="100" y="145"/>
                </a:lnTo>
                <a:lnTo>
                  <a:pt x="101" y="145"/>
                </a:lnTo>
                <a:lnTo>
                  <a:pt x="103" y="145"/>
                </a:lnTo>
                <a:lnTo>
                  <a:pt x="103" y="144"/>
                </a:lnTo>
                <a:lnTo>
                  <a:pt x="104" y="144"/>
                </a:lnTo>
                <a:lnTo>
                  <a:pt x="105" y="144"/>
                </a:lnTo>
                <a:lnTo>
                  <a:pt x="105" y="145"/>
                </a:lnTo>
                <a:lnTo>
                  <a:pt x="106" y="146"/>
                </a:lnTo>
                <a:lnTo>
                  <a:pt x="106" y="147"/>
                </a:lnTo>
                <a:lnTo>
                  <a:pt x="107" y="147"/>
                </a:lnTo>
                <a:lnTo>
                  <a:pt x="107" y="146"/>
                </a:lnTo>
                <a:lnTo>
                  <a:pt x="108" y="146"/>
                </a:lnTo>
                <a:lnTo>
                  <a:pt x="108" y="147"/>
                </a:lnTo>
                <a:lnTo>
                  <a:pt x="109" y="148"/>
                </a:lnTo>
                <a:lnTo>
                  <a:pt x="110" y="148"/>
                </a:lnTo>
                <a:lnTo>
                  <a:pt x="110" y="147"/>
                </a:lnTo>
                <a:lnTo>
                  <a:pt x="111" y="146"/>
                </a:lnTo>
                <a:lnTo>
                  <a:pt x="112" y="145"/>
                </a:lnTo>
                <a:lnTo>
                  <a:pt x="113" y="144"/>
                </a:lnTo>
                <a:lnTo>
                  <a:pt x="114" y="144"/>
                </a:lnTo>
                <a:lnTo>
                  <a:pt x="114" y="145"/>
                </a:lnTo>
                <a:lnTo>
                  <a:pt x="115" y="145"/>
                </a:lnTo>
                <a:lnTo>
                  <a:pt x="116" y="145"/>
                </a:lnTo>
                <a:lnTo>
                  <a:pt x="117" y="145"/>
                </a:lnTo>
                <a:lnTo>
                  <a:pt x="118" y="146"/>
                </a:lnTo>
                <a:lnTo>
                  <a:pt x="119" y="146"/>
                </a:lnTo>
                <a:lnTo>
                  <a:pt x="120" y="146"/>
                </a:lnTo>
                <a:lnTo>
                  <a:pt x="121" y="146"/>
                </a:lnTo>
                <a:lnTo>
                  <a:pt x="122" y="146"/>
                </a:lnTo>
                <a:lnTo>
                  <a:pt x="123" y="147"/>
                </a:lnTo>
                <a:lnTo>
                  <a:pt x="123" y="146"/>
                </a:lnTo>
                <a:lnTo>
                  <a:pt x="124" y="147"/>
                </a:lnTo>
                <a:lnTo>
                  <a:pt x="124" y="146"/>
                </a:lnTo>
                <a:lnTo>
                  <a:pt x="125" y="146"/>
                </a:lnTo>
                <a:lnTo>
                  <a:pt x="126" y="147"/>
                </a:lnTo>
                <a:lnTo>
                  <a:pt x="127" y="147"/>
                </a:lnTo>
                <a:lnTo>
                  <a:pt x="128" y="147"/>
                </a:lnTo>
                <a:lnTo>
                  <a:pt x="129" y="147"/>
                </a:lnTo>
                <a:lnTo>
                  <a:pt x="129" y="146"/>
                </a:lnTo>
                <a:lnTo>
                  <a:pt x="128" y="145"/>
                </a:lnTo>
                <a:lnTo>
                  <a:pt x="129" y="145"/>
                </a:lnTo>
                <a:lnTo>
                  <a:pt x="129" y="146"/>
                </a:lnTo>
                <a:lnTo>
                  <a:pt x="130" y="146"/>
                </a:lnTo>
                <a:lnTo>
                  <a:pt x="130" y="145"/>
                </a:lnTo>
                <a:lnTo>
                  <a:pt x="131" y="145"/>
                </a:lnTo>
                <a:lnTo>
                  <a:pt x="131" y="146"/>
                </a:lnTo>
                <a:lnTo>
                  <a:pt x="131" y="147"/>
                </a:lnTo>
                <a:lnTo>
                  <a:pt x="131" y="146"/>
                </a:lnTo>
                <a:lnTo>
                  <a:pt x="132" y="146"/>
                </a:lnTo>
                <a:lnTo>
                  <a:pt x="132" y="145"/>
                </a:lnTo>
                <a:lnTo>
                  <a:pt x="132" y="144"/>
                </a:lnTo>
                <a:lnTo>
                  <a:pt x="133" y="144"/>
                </a:lnTo>
                <a:lnTo>
                  <a:pt x="133" y="142"/>
                </a:lnTo>
                <a:lnTo>
                  <a:pt x="133" y="141"/>
                </a:lnTo>
                <a:lnTo>
                  <a:pt x="132" y="140"/>
                </a:lnTo>
                <a:lnTo>
                  <a:pt x="133" y="138"/>
                </a:lnTo>
                <a:lnTo>
                  <a:pt x="134" y="138"/>
                </a:lnTo>
                <a:lnTo>
                  <a:pt x="134" y="139"/>
                </a:lnTo>
                <a:lnTo>
                  <a:pt x="135" y="139"/>
                </a:lnTo>
                <a:lnTo>
                  <a:pt x="136" y="138"/>
                </a:lnTo>
                <a:lnTo>
                  <a:pt x="137" y="138"/>
                </a:lnTo>
                <a:lnTo>
                  <a:pt x="137" y="137"/>
                </a:lnTo>
                <a:lnTo>
                  <a:pt x="138" y="136"/>
                </a:lnTo>
                <a:lnTo>
                  <a:pt x="139" y="135"/>
                </a:lnTo>
                <a:lnTo>
                  <a:pt x="139" y="134"/>
                </a:lnTo>
                <a:lnTo>
                  <a:pt x="140" y="134"/>
                </a:lnTo>
                <a:lnTo>
                  <a:pt x="140" y="133"/>
                </a:lnTo>
                <a:lnTo>
                  <a:pt x="141" y="133"/>
                </a:lnTo>
                <a:lnTo>
                  <a:pt x="142" y="133"/>
                </a:lnTo>
                <a:lnTo>
                  <a:pt x="142" y="132"/>
                </a:lnTo>
                <a:lnTo>
                  <a:pt x="143" y="132"/>
                </a:lnTo>
                <a:lnTo>
                  <a:pt x="143" y="133"/>
                </a:lnTo>
                <a:lnTo>
                  <a:pt x="144" y="133"/>
                </a:lnTo>
                <a:lnTo>
                  <a:pt x="144" y="134"/>
                </a:lnTo>
                <a:lnTo>
                  <a:pt x="145" y="134"/>
                </a:lnTo>
                <a:lnTo>
                  <a:pt x="145" y="135"/>
                </a:lnTo>
                <a:lnTo>
                  <a:pt x="146" y="135"/>
                </a:lnTo>
                <a:lnTo>
                  <a:pt x="147" y="135"/>
                </a:lnTo>
                <a:lnTo>
                  <a:pt x="148" y="134"/>
                </a:lnTo>
                <a:lnTo>
                  <a:pt x="149" y="134"/>
                </a:lnTo>
                <a:lnTo>
                  <a:pt x="149" y="133"/>
                </a:lnTo>
                <a:lnTo>
                  <a:pt x="150" y="133"/>
                </a:lnTo>
                <a:lnTo>
                  <a:pt x="150" y="132"/>
                </a:lnTo>
                <a:lnTo>
                  <a:pt x="151" y="132"/>
                </a:lnTo>
                <a:lnTo>
                  <a:pt x="152" y="131"/>
                </a:lnTo>
                <a:lnTo>
                  <a:pt x="152" y="130"/>
                </a:lnTo>
                <a:lnTo>
                  <a:pt x="150" y="129"/>
                </a:lnTo>
                <a:lnTo>
                  <a:pt x="148" y="129"/>
                </a:lnTo>
                <a:lnTo>
                  <a:pt x="148" y="130"/>
                </a:lnTo>
                <a:lnTo>
                  <a:pt x="147" y="129"/>
                </a:lnTo>
                <a:lnTo>
                  <a:pt x="147" y="128"/>
                </a:lnTo>
                <a:lnTo>
                  <a:pt x="146" y="128"/>
                </a:lnTo>
                <a:lnTo>
                  <a:pt x="145" y="126"/>
                </a:lnTo>
                <a:lnTo>
                  <a:pt x="145" y="125"/>
                </a:lnTo>
                <a:lnTo>
                  <a:pt x="146" y="125"/>
                </a:lnTo>
                <a:lnTo>
                  <a:pt x="145" y="125"/>
                </a:lnTo>
                <a:lnTo>
                  <a:pt x="144" y="125"/>
                </a:lnTo>
                <a:lnTo>
                  <a:pt x="144" y="124"/>
                </a:lnTo>
                <a:lnTo>
                  <a:pt x="144" y="123"/>
                </a:lnTo>
                <a:lnTo>
                  <a:pt x="144" y="122"/>
                </a:lnTo>
                <a:lnTo>
                  <a:pt x="143" y="122"/>
                </a:lnTo>
                <a:lnTo>
                  <a:pt x="142" y="121"/>
                </a:lnTo>
                <a:lnTo>
                  <a:pt x="141" y="121"/>
                </a:lnTo>
                <a:lnTo>
                  <a:pt x="141" y="120"/>
                </a:lnTo>
                <a:lnTo>
                  <a:pt x="142" y="120"/>
                </a:lnTo>
                <a:lnTo>
                  <a:pt x="142" y="119"/>
                </a:lnTo>
                <a:lnTo>
                  <a:pt x="141" y="118"/>
                </a:lnTo>
                <a:lnTo>
                  <a:pt x="141" y="117"/>
                </a:lnTo>
                <a:lnTo>
                  <a:pt x="141" y="116"/>
                </a:lnTo>
                <a:lnTo>
                  <a:pt x="140" y="115"/>
                </a:lnTo>
                <a:lnTo>
                  <a:pt x="140" y="114"/>
                </a:lnTo>
                <a:lnTo>
                  <a:pt x="140" y="113"/>
                </a:lnTo>
                <a:lnTo>
                  <a:pt x="140" y="112"/>
                </a:lnTo>
                <a:lnTo>
                  <a:pt x="141" y="112"/>
                </a:lnTo>
                <a:lnTo>
                  <a:pt x="140" y="111"/>
                </a:lnTo>
                <a:lnTo>
                  <a:pt x="140" y="110"/>
                </a:lnTo>
                <a:lnTo>
                  <a:pt x="139" y="110"/>
                </a:lnTo>
                <a:lnTo>
                  <a:pt x="139" y="109"/>
                </a:lnTo>
                <a:lnTo>
                  <a:pt x="139" y="108"/>
                </a:lnTo>
                <a:lnTo>
                  <a:pt x="137" y="108"/>
                </a:lnTo>
                <a:lnTo>
                  <a:pt x="137" y="109"/>
                </a:lnTo>
                <a:lnTo>
                  <a:pt x="136" y="110"/>
                </a:lnTo>
                <a:lnTo>
                  <a:pt x="135" y="111"/>
                </a:lnTo>
                <a:lnTo>
                  <a:pt x="134" y="111"/>
                </a:lnTo>
                <a:lnTo>
                  <a:pt x="134" y="112"/>
                </a:lnTo>
                <a:lnTo>
                  <a:pt x="133" y="112"/>
                </a:lnTo>
                <a:lnTo>
                  <a:pt x="132" y="113"/>
                </a:lnTo>
                <a:lnTo>
                  <a:pt x="132" y="112"/>
                </a:lnTo>
                <a:lnTo>
                  <a:pt x="131" y="111"/>
                </a:lnTo>
                <a:lnTo>
                  <a:pt x="131" y="110"/>
                </a:lnTo>
                <a:lnTo>
                  <a:pt x="130" y="110"/>
                </a:lnTo>
                <a:lnTo>
                  <a:pt x="129" y="110"/>
                </a:lnTo>
                <a:lnTo>
                  <a:pt x="128" y="110"/>
                </a:lnTo>
                <a:lnTo>
                  <a:pt x="128" y="109"/>
                </a:lnTo>
                <a:lnTo>
                  <a:pt x="127" y="109"/>
                </a:lnTo>
                <a:lnTo>
                  <a:pt x="127" y="108"/>
                </a:lnTo>
                <a:lnTo>
                  <a:pt x="127" y="107"/>
                </a:lnTo>
                <a:lnTo>
                  <a:pt x="128" y="106"/>
                </a:lnTo>
                <a:lnTo>
                  <a:pt x="128" y="105"/>
                </a:lnTo>
                <a:lnTo>
                  <a:pt x="128" y="104"/>
                </a:lnTo>
                <a:lnTo>
                  <a:pt x="129" y="103"/>
                </a:lnTo>
                <a:lnTo>
                  <a:pt x="130" y="103"/>
                </a:lnTo>
                <a:lnTo>
                  <a:pt x="130" y="102"/>
                </a:lnTo>
                <a:lnTo>
                  <a:pt x="129" y="101"/>
                </a:lnTo>
                <a:lnTo>
                  <a:pt x="128" y="101"/>
                </a:lnTo>
                <a:lnTo>
                  <a:pt x="128" y="100"/>
                </a:lnTo>
                <a:lnTo>
                  <a:pt x="127" y="100"/>
                </a:lnTo>
                <a:lnTo>
                  <a:pt x="127" y="99"/>
                </a:lnTo>
                <a:lnTo>
                  <a:pt x="126" y="99"/>
                </a:lnTo>
                <a:lnTo>
                  <a:pt x="126" y="98"/>
                </a:lnTo>
                <a:lnTo>
                  <a:pt x="126" y="97"/>
                </a:lnTo>
                <a:lnTo>
                  <a:pt x="127" y="96"/>
                </a:lnTo>
                <a:lnTo>
                  <a:pt x="127" y="97"/>
                </a:lnTo>
                <a:lnTo>
                  <a:pt x="128" y="97"/>
                </a:lnTo>
                <a:lnTo>
                  <a:pt x="129" y="97"/>
                </a:lnTo>
                <a:lnTo>
                  <a:pt x="130" y="96"/>
                </a:lnTo>
                <a:lnTo>
                  <a:pt x="131" y="96"/>
                </a:lnTo>
                <a:lnTo>
                  <a:pt x="132" y="96"/>
                </a:lnTo>
                <a:lnTo>
                  <a:pt x="132" y="95"/>
                </a:lnTo>
                <a:lnTo>
                  <a:pt x="133" y="95"/>
                </a:lnTo>
                <a:lnTo>
                  <a:pt x="134" y="95"/>
                </a:lnTo>
                <a:lnTo>
                  <a:pt x="135" y="95"/>
                </a:lnTo>
                <a:lnTo>
                  <a:pt x="135" y="94"/>
                </a:lnTo>
                <a:lnTo>
                  <a:pt x="136" y="94"/>
                </a:lnTo>
                <a:lnTo>
                  <a:pt x="136" y="93"/>
                </a:lnTo>
                <a:lnTo>
                  <a:pt x="136" y="92"/>
                </a:lnTo>
                <a:lnTo>
                  <a:pt x="136" y="91"/>
                </a:lnTo>
                <a:lnTo>
                  <a:pt x="137" y="91"/>
                </a:lnTo>
                <a:lnTo>
                  <a:pt x="137" y="90"/>
                </a:lnTo>
                <a:lnTo>
                  <a:pt x="137" y="89"/>
                </a:lnTo>
                <a:lnTo>
                  <a:pt x="138" y="89"/>
                </a:lnTo>
                <a:lnTo>
                  <a:pt x="137" y="88"/>
                </a:lnTo>
                <a:lnTo>
                  <a:pt x="138" y="88"/>
                </a:lnTo>
                <a:lnTo>
                  <a:pt x="138" y="87"/>
                </a:lnTo>
                <a:lnTo>
                  <a:pt x="139" y="87"/>
                </a:lnTo>
                <a:lnTo>
                  <a:pt x="140" y="87"/>
                </a:lnTo>
                <a:lnTo>
                  <a:pt x="140" y="86"/>
                </a:lnTo>
                <a:lnTo>
                  <a:pt x="141" y="86"/>
                </a:lnTo>
                <a:lnTo>
                  <a:pt x="141" y="85"/>
                </a:lnTo>
                <a:lnTo>
                  <a:pt x="142" y="85"/>
                </a:lnTo>
                <a:lnTo>
                  <a:pt x="143" y="85"/>
                </a:lnTo>
                <a:lnTo>
                  <a:pt x="143" y="84"/>
                </a:lnTo>
                <a:lnTo>
                  <a:pt x="143" y="83"/>
                </a:lnTo>
                <a:lnTo>
                  <a:pt x="144" y="84"/>
                </a:lnTo>
                <a:lnTo>
                  <a:pt x="144" y="85"/>
                </a:lnTo>
                <a:lnTo>
                  <a:pt x="145" y="86"/>
                </a:lnTo>
                <a:lnTo>
                  <a:pt x="145" y="88"/>
                </a:lnTo>
                <a:lnTo>
                  <a:pt x="146" y="88"/>
                </a:lnTo>
                <a:lnTo>
                  <a:pt x="146" y="89"/>
                </a:lnTo>
                <a:lnTo>
                  <a:pt x="147" y="90"/>
                </a:lnTo>
                <a:lnTo>
                  <a:pt x="148" y="90"/>
                </a:lnTo>
                <a:lnTo>
                  <a:pt x="149" y="90"/>
                </a:lnTo>
                <a:lnTo>
                  <a:pt x="149" y="89"/>
                </a:lnTo>
                <a:lnTo>
                  <a:pt x="150" y="89"/>
                </a:lnTo>
                <a:lnTo>
                  <a:pt x="150" y="88"/>
                </a:lnTo>
                <a:lnTo>
                  <a:pt x="151" y="88"/>
                </a:lnTo>
                <a:lnTo>
                  <a:pt x="151" y="87"/>
                </a:lnTo>
                <a:lnTo>
                  <a:pt x="151" y="86"/>
                </a:lnTo>
                <a:lnTo>
                  <a:pt x="151" y="85"/>
                </a:lnTo>
                <a:lnTo>
                  <a:pt x="151" y="84"/>
                </a:lnTo>
                <a:lnTo>
                  <a:pt x="152" y="84"/>
                </a:lnTo>
                <a:lnTo>
                  <a:pt x="153" y="83"/>
                </a:lnTo>
                <a:lnTo>
                  <a:pt x="153" y="82"/>
                </a:lnTo>
                <a:lnTo>
                  <a:pt x="153" y="81"/>
                </a:lnTo>
                <a:lnTo>
                  <a:pt x="154" y="80"/>
                </a:lnTo>
                <a:lnTo>
                  <a:pt x="155" y="80"/>
                </a:lnTo>
                <a:lnTo>
                  <a:pt x="155" y="79"/>
                </a:lnTo>
                <a:lnTo>
                  <a:pt x="155" y="78"/>
                </a:lnTo>
                <a:lnTo>
                  <a:pt x="155" y="77"/>
                </a:lnTo>
                <a:lnTo>
                  <a:pt x="155" y="76"/>
                </a:lnTo>
                <a:lnTo>
                  <a:pt x="154" y="75"/>
                </a:lnTo>
                <a:lnTo>
                  <a:pt x="154" y="74"/>
                </a:lnTo>
                <a:lnTo>
                  <a:pt x="154" y="73"/>
                </a:lnTo>
                <a:lnTo>
                  <a:pt x="154" y="72"/>
                </a:lnTo>
                <a:lnTo>
                  <a:pt x="153" y="72"/>
                </a:lnTo>
                <a:lnTo>
                  <a:pt x="153" y="71"/>
                </a:lnTo>
                <a:lnTo>
                  <a:pt x="153" y="70"/>
                </a:lnTo>
                <a:lnTo>
                  <a:pt x="153" y="69"/>
                </a:lnTo>
                <a:lnTo>
                  <a:pt x="154" y="68"/>
                </a:lnTo>
                <a:lnTo>
                  <a:pt x="155" y="68"/>
                </a:lnTo>
                <a:lnTo>
                  <a:pt x="155" y="69"/>
                </a:lnTo>
                <a:lnTo>
                  <a:pt x="156" y="69"/>
                </a:lnTo>
                <a:lnTo>
                  <a:pt x="157" y="69"/>
                </a:lnTo>
                <a:lnTo>
                  <a:pt x="157" y="68"/>
                </a:lnTo>
                <a:lnTo>
                  <a:pt x="158" y="68"/>
                </a:lnTo>
                <a:lnTo>
                  <a:pt x="159" y="68"/>
                </a:lnTo>
                <a:lnTo>
                  <a:pt x="159" y="67"/>
                </a:lnTo>
                <a:lnTo>
                  <a:pt x="159" y="66"/>
                </a:lnTo>
                <a:lnTo>
                  <a:pt x="159" y="65"/>
                </a:lnTo>
                <a:lnTo>
                  <a:pt x="159" y="64"/>
                </a:lnTo>
                <a:lnTo>
                  <a:pt x="160" y="64"/>
                </a:lnTo>
                <a:lnTo>
                  <a:pt x="160" y="63"/>
                </a:lnTo>
                <a:lnTo>
                  <a:pt x="160" y="62"/>
                </a:lnTo>
                <a:lnTo>
                  <a:pt x="161" y="61"/>
                </a:lnTo>
                <a:lnTo>
                  <a:pt x="161" y="60"/>
                </a:lnTo>
                <a:lnTo>
                  <a:pt x="161" y="59"/>
                </a:lnTo>
                <a:lnTo>
                  <a:pt x="162" y="59"/>
                </a:lnTo>
                <a:lnTo>
                  <a:pt x="163" y="59"/>
                </a:lnTo>
                <a:lnTo>
                  <a:pt x="164" y="59"/>
                </a:lnTo>
                <a:lnTo>
                  <a:pt x="164" y="58"/>
                </a:lnTo>
                <a:lnTo>
                  <a:pt x="163" y="57"/>
                </a:lnTo>
                <a:lnTo>
                  <a:pt x="163" y="56"/>
                </a:lnTo>
                <a:lnTo>
                  <a:pt x="163" y="55"/>
                </a:lnTo>
                <a:lnTo>
                  <a:pt x="163" y="54"/>
                </a:lnTo>
                <a:lnTo>
                  <a:pt x="162" y="54"/>
                </a:lnTo>
                <a:lnTo>
                  <a:pt x="161" y="54"/>
                </a:lnTo>
                <a:lnTo>
                  <a:pt x="161" y="53"/>
                </a:lnTo>
                <a:lnTo>
                  <a:pt x="161" y="52"/>
                </a:lnTo>
                <a:lnTo>
                  <a:pt x="160" y="52"/>
                </a:lnTo>
                <a:lnTo>
                  <a:pt x="160" y="51"/>
                </a:lnTo>
                <a:lnTo>
                  <a:pt x="160" y="50"/>
                </a:lnTo>
                <a:lnTo>
                  <a:pt x="159" y="49"/>
                </a:lnTo>
                <a:lnTo>
                  <a:pt x="159" y="48"/>
                </a:lnTo>
                <a:lnTo>
                  <a:pt x="160" y="47"/>
                </a:lnTo>
                <a:lnTo>
                  <a:pt x="160" y="46"/>
                </a:lnTo>
                <a:lnTo>
                  <a:pt x="161" y="46"/>
                </a:lnTo>
                <a:lnTo>
                  <a:pt x="161" y="45"/>
                </a:lnTo>
                <a:lnTo>
                  <a:pt x="162" y="44"/>
                </a:lnTo>
                <a:lnTo>
                  <a:pt x="163" y="43"/>
                </a:lnTo>
                <a:lnTo>
                  <a:pt x="162" y="43"/>
                </a:lnTo>
                <a:lnTo>
                  <a:pt x="162" y="42"/>
                </a:lnTo>
                <a:lnTo>
                  <a:pt x="162" y="41"/>
                </a:lnTo>
                <a:lnTo>
                  <a:pt x="163" y="41"/>
                </a:lnTo>
                <a:lnTo>
                  <a:pt x="163" y="40"/>
                </a:lnTo>
                <a:lnTo>
                  <a:pt x="162" y="39"/>
                </a:lnTo>
                <a:lnTo>
                  <a:pt x="161" y="39"/>
                </a:lnTo>
                <a:lnTo>
                  <a:pt x="161" y="38"/>
                </a:lnTo>
                <a:lnTo>
                  <a:pt x="162" y="38"/>
                </a:lnTo>
                <a:lnTo>
                  <a:pt x="163" y="37"/>
                </a:lnTo>
                <a:lnTo>
                  <a:pt x="163" y="36"/>
                </a:lnTo>
                <a:lnTo>
                  <a:pt x="163" y="35"/>
                </a:lnTo>
                <a:lnTo>
                  <a:pt x="164" y="34"/>
                </a:lnTo>
                <a:lnTo>
                  <a:pt x="164" y="33"/>
                </a:lnTo>
                <a:lnTo>
                  <a:pt x="165" y="33"/>
                </a:lnTo>
                <a:lnTo>
                  <a:pt x="165" y="32"/>
                </a:lnTo>
                <a:lnTo>
                  <a:pt x="166" y="31"/>
                </a:lnTo>
                <a:lnTo>
                  <a:pt x="167" y="31"/>
                </a:lnTo>
                <a:lnTo>
                  <a:pt x="167" y="30"/>
                </a:lnTo>
                <a:lnTo>
                  <a:pt x="166" y="29"/>
                </a:lnTo>
                <a:lnTo>
                  <a:pt x="167" y="28"/>
                </a:lnTo>
                <a:lnTo>
                  <a:pt x="167" y="27"/>
                </a:lnTo>
                <a:lnTo>
                  <a:pt x="167" y="28"/>
                </a:lnTo>
                <a:lnTo>
                  <a:pt x="166" y="28"/>
                </a:lnTo>
                <a:lnTo>
                  <a:pt x="166" y="27"/>
                </a:lnTo>
                <a:lnTo>
                  <a:pt x="166" y="26"/>
                </a:lnTo>
                <a:lnTo>
                  <a:pt x="166" y="25"/>
                </a:lnTo>
                <a:lnTo>
                  <a:pt x="165" y="24"/>
                </a:lnTo>
                <a:lnTo>
                  <a:pt x="165" y="23"/>
                </a:lnTo>
                <a:lnTo>
                  <a:pt x="166" y="23"/>
                </a:lnTo>
                <a:lnTo>
                  <a:pt x="166" y="22"/>
                </a:lnTo>
                <a:lnTo>
                  <a:pt x="165" y="22"/>
                </a:lnTo>
                <a:lnTo>
                  <a:pt x="165" y="21"/>
                </a:lnTo>
                <a:lnTo>
                  <a:pt x="165" y="20"/>
                </a:lnTo>
                <a:lnTo>
                  <a:pt x="164" y="20"/>
                </a:lnTo>
                <a:lnTo>
                  <a:pt x="165" y="19"/>
                </a:lnTo>
                <a:lnTo>
                  <a:pt x="165" y="18"/>
                </a:lnTo>
                <a:lnTo>
                  <a:pt x="165" y="17"/>
                </a:lnTo>
                <a:lnTo>
                  <a:pt x="166" y="16"/>
                </a:lnTo>
                <a:lnTo>
                  <a:pt x="167" y="16"/>
                </a:lnTo>
                <a:lnTo>
                  <a:pt x="166" y="15"/>
                </a:lnTo>
                <a:lnTo>
                  <a:pt x="165" y="15"/>
                </a:lnTo>
                <a:lnTo>
                  <a:pt x="166" y="15"/>
                </a:lnTo>
                <a:lnTo>
                  <a:pt x="166" y="14"/>
                </a:lnTo>
                <a:lnTo>
                  <a:pt x="165" y="14"/>
                </a:lnTo>
                <a:lnTo>
                  <a:pt x="165" y="15"/>
                </a:lnTo>
                <a:lnTo>
                  <a:pt x="164" y="15"/>
                </a:lnTo>
                <a:lnTo>
                  <a:pt x="163" y="15"/>
                </a:lnTo>
                <a:lnTo>
                  <a:pt x="163" y="14"/>
                </a:lnTo>
                <a:lnTo>
                  <a:pt x="163" y="13"/>
                </a:lnTo>
                <a:lnTo>
                  <a:pt x="163" y="12"/>
                </a:lnTo>
                <a:lnTo>
                  <a:pt x="164" y="13"/>
                </a:lnTo>
                <a:lnTo>
                  <a:pt x="164" y="12"/>
                </a:lnTo>
                <a:lnTo>
                  <a:pt x="165" y="11"/>
                </a:lnTo>
                <a:lnTo>
                  <a:pt x="166" y="11"/>
                </a:lnTo>
                <a:lnTo>
                  <a:pt x="166" y="12"/>
                </a:lnTo>
                <a:lnTo>
                  <a:pt x="167" y="12"/>
                </a:lnTo>
                <a:lnTo>
                  <a:pt x="167" y="11"/>
                </a:lnTo>
                <a:lnTo>
                  <a:pt x="166" y="10"/>
                </a:lnTo>
                <a:lnTo>
                  <a:pt x="166" y="11"/>
                </a:lnTo>
                <a:lnTo>
                  <a:pt x="165" y="11"/>
                </a:lnTo>
                <a:lnTo>
                  <a:pt x="165" y="10"/>
                </a:lnTo>
                <a:lnTo>
                  <a:pt x="165" y="9"/>
                </a:lnTo>
                <a:lnTo>
                  <a:pt x="166" y="8"/>
                </a:lnTo>
                <a:lnTo>
                  <a:pt x="167" y="8"/>
                </a:lnTo>
                <a:lnTo>
                  <a:pt x="167" y="7"/>
                </a:lnTo>
                <a:lnTo>
                  <a:pt x="168" y="6"/>
                </a:lnTo>
                <a:lnTo>
                  <a:pt x="168" y="7"/>
                </a:lnTo>
                <a:lnTo>
                  <a:pt x="169" y="7"/>
                </a:lnTo>
                <a:lnTo>
                  <a:pt x="169" y="6"/>
                </a:lnTo>
                <a:lnTo>
                  <a:pt x="170" y="6"/>
                </a:lnTo>
                <a:lnTo>
                  <a:pt x="170" y="7"/>
                </a:lnTo>
                <a:lnTo>
                  <a:pt x="171" y="7"/>
                </a:lnTo>
                <a:lnTo>
                  <a:pt x="172" y="7"/>
                </a:lnTo>
                <a:lnTo>
                  <a:pt x="173" y="8"/>
                </a:lnTo>
                <a:lnTo>
                  <a:pt x="173" y="7"/>
                </a:lnTo>
                <a:lnTo>
                  <a:pt x="173" y="6"/>
                </a:lnTo>
                <a:lnTo>
                  <a:pt x="174" y="6"/>
                </a:lnTo>
                <a:lnTo>
                  <a:pt x="173" y="5"/>
                </a:lnTo>
                <a:lnTo>
                  <a:pt x="174" y="5"/>
                </a:lnTo>
                <a:lnTo>
                  <a:pt x="174" y="4"/>
                </a:lnTo>
                <a:lnTo>
                  <a:pt x="175" y="4"/>
                </a:lnTo>
                <a:lnTo>
                  <a:pt x="176" y="4"/>
                </a:lnTo>
                <a:lnTo>
                  <a:pt x="177" y="4"/>
                </a:lnTo>
                <a:lnTo>
                  <a:pt x="178" y="4"/>
                </a:lnTo>
                <a:lnTo>
                  <a:pt x="179" y="4"/>
                </a:lnTo>
                <a:lnTo>
                  <a:pt x="180" y="3"/>
                </a:lnTo>
                <a:lnTo>
                  <a:pt x="18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2341440" y="4888080"/>
            <a:ext cx="228240" cy="277200"/>
          </a:xfrm>
          <a:custGeom>
            <a:avLst/>
            <a:gdLst/>
            <a:ahLst/>
            <a:rect l="0" t="0" r="r" b="b"/>
            <a:pathLst>
              <a:path w="634" h="770">
                <a:moveTo>
                  <a:pt x="530" y="290"/>
                </a:moveTo>
                <a:lnTo>
                  <a:pt x="531" y="289"/>
                </a:lnTo>
                <a:lnTo>
                  <a:pt x="531" y="288"/>
                </a:lnTo>
                <a:lnTo>
                  <a:pt x="530" y="287"/>
                </a:lnTo>
                <a:lnTo>
                  <a:pt x="529" y="286"/>
                </a:lnTo>
                <a:lnTo>
                  <a:pt x="528" y="286"/>
                </a:lnTo>
                <a:lnTo>
                  <a:pt x="527" y="284"/>
                </a:lnTo>
                <a:lnTo>
                  <a:pt x="527" y="283"/>
                </a:lnTo>
                <a:lnTo>
                  <a:pt x="526" y="283"/>
                </a:lnTo>
                <a:lnTo>
                  <a:pt x="525" y="283"/>
                </a:lnTo>
                <a:lnTo>
                  <a:pt x="524" y="283"/>
                </a:lnTo>
                <a:lnTo>
                  <a:pt x="523" y="283"/>
                </a:lnTo>
                <a:lnTo>
                  <a:pt x="522" y="285"/>
                </a:lnTo>
                <a:lnTo>
                  <a:pt x="520" y="285"/>
                </a:lnTo>
                <a:lnTo>
                  <a:pt x="519" y="285"/>
                </a:lnTo>
                <a:lnTo>
                  <a:pt x="518" y="284"/>
                </a:lnTo>
                <a:lnTo>
                  <a:pt x="517" y="284"/>
                </a:lnTo>
                <a:lnTo>
                  <a:pt x="517" y="283"/>
                </a:lnTo>
                <a:lnTo>
                  <a:pt x="518" y="283"/>
                </a:lnTo>
                <a:lnTo>
                  <a:pt x="517" y="282"/>
                </a:lnTo>
                <a:lnTo>
                  <a:pt x="515" y="280"/>
                </a:lnTo>
                <a:lnTo>
                  <a:pt x="514" y="280"/>
                </a:lnTo>
                <a:lnTo>
                  <a:pt x="513" y="279"/>
                </a:lnTo>
                <a:lnTo>
                  <a:pt x="512" y="278"/>
                </a:lnTo>
                <a:lnTo>
                  <a:pt x="510" y="278"/>
                </a:lnTo>
                <a:lnTo>
                  <a:pt x="510" y="279"/>
                </a:lnTo>
                <a:lnTo>
                  <a:pt x="510" y="280"/>
                </a:lnTo>
                <a:lnTo>
                  <a:pt x="509" y="279"/>
                </a:lnTo>
                <a:lnTo>
                  <a:pt x="508" y="280"/>
                </a:lnTo>
                <a:lnTo>
                  <a:pt x="507" y="280"/>
                </a:lnTo>
                <a:lnTo>
                  <a:pt x="507" y="279"/>
                </a:lnTo>
                <a:lnTo>
                  <a:pt x="507" y="278"/>
                </a:lnTo>
                <a:lnTo>
                  <a:pt x="508" y="277"/>
                </a:lnTo>
                <a:lnTo>
                  <a:pt x="507" y="277"/>
                </a:lnTo>
                <a:lnTo>
                  <a:pt x="507" y="276"/>
                </a:lnTo>
                <a:lnTo>
                  <a:pt x="508" y="275"/>
                </a:lnTo>
                <a:lnTo>
                  <a:pt x="507" y="274"/>
                </a:lnTo>
                <a:lnTo>
                  <a:pt x="506" y="274"/>
                </a:lnTo>
                <a:lnTo>
                  <a:pt x="505" y="274"/>
                </a:lnTo>
                <a:lnTo>
                  <a:pt x="505" y="275"/>
                </a:lnTo>
                <a:lnTo>
                  <a:pt x="505" y="276"/>
                </a:lnTo>
                <a:lnTo>
                  <a:pt x="504" y="277"/>
                </a:lnTo>
                <a:lnTo>
                  <a:pt x="501" y="278"/>
                </a:lnTo>
                <a:lnTo>
                  <a:pt x="499" y="278"/>
                </a:lnTo>
                <a:lnTo>
                  <a:pt x="497" y="277"/>
                </a:lnTo>
                <a:lnTo>
                  <a:pt x="497" y="276"/>
                </a:lnTo>
                <a:lnTo>
                  <a:pt x="497" y="275"/>
                </a:lnTo>
                <a:lnTo>
                  <a:pt x="498" y="275"/>
                </a:lnTo>
                <a:lnTo>
                  <a:pt x="498" y="273"/>
                </a:lnTo>
                <a:lnTo>
                  <a:pt x="497" y="273"/>
                </a:lnTo>
                <a:lnTo>
                  <a:pt x="496" y="274"/>
                </a:lnTo>
                <a:lnTo>
                  <a:pt x="495" y="275"/>
                </a:lnTo>
                <a:lnTo>
                  <a:pt x="496" y="276"/>
                </a:lnTo>
                <a:lnTo>
                  <a:pt x="495" y="277"/>
                </a:lnTo>
                <a:lnTo>
                  <a:pt x="494" y="277"/>
                </a:lnTo>
                <a:lnTo>
                  <a:pt x="493" y="277"/>
                </a:lnTo>
                <a:lnTo>
                  <a:pt x="492" y="276"/>
                </a:lnTo>
                <a:lnTo>
                  <a:pt x="492" y="275"/>
                </a:lnTo>
                <a:lnTo>
                  <a:pt x="491" y="274"/>
                </a:lnTo>
                <a:lnTo>
                  <a:pt x="490" y="274"/>
                </a:lnTo>
                <a:lnTo>
                  <a:pt x="489" y="274"/>
                </a:lnTo>
                <a:lnTo>
                  <a:pt x="489" y="275"/>
                </a:lnTo>
                <a:lnTo>
                  <a:pt x="488" y="275"/>
                </a:lnTo>
                <a:lnTo>
                  <a:pt x="488" y="276"/>
                </a:lnTo>
                <a:lnTo>
                  <a:pt x="487" y="277"/>
                </a:lnTo>
                <a:lnTo>
                  <a:pt x="486" y="276"/>
                </a:lnTo>
                <a:lnTo>
                  <a:pt x="485" y="275"/>
                </a:lnTo>
                <a:lnTo>
                  <a:pt x="485" y="274"/>
                </a:lnTo>
                <a:lnTo>
                  <a:pt x="483" y="275"/>
                </a:lnTo>
                <a:lnTo>
                  <a:pt x="482" y="275"/>
                </a:lnTo>
                <a:lnTo>
                  <a:pt x="482" y="276"/>
                </a:lnTo>
                <a:lnTo>
                  <a:pt x="483" y="278"/>
                </a:lnTo>
                <a:lnTo>
                  <a:pt x="481" y="278"/>
                </a:lnTo>
                <a:lnTo>
                  <a:pt x="481" y="277"/>
                </a:lnTo>
                <a:lnTo>
                  <a:pt x="480" y="277"/>
                </a:lnTo>
                <a:lnTo>
                  <a:pt x="479" y="277"/>
                </a:lnTo>
                <a:lnTo>
                  <a:pt x="477" y="277"/>
                </a:lnTo>
                <a:lnTo>
                  <a:pt x="476" y="277"/>
                </a:lnTo>
                <a:lnTo>
                  <a:pt x="476" y="278"/>
                </a:lnTo>
                <a:lnTo>
                  <a:pt x="475" y="279"/>
                </a:lnTo>
                <a:lnTo>
                  <a:pt x="475" y="280"/>
                </a:lnTo>
                <a:lnTo>
                  <a:pt x="474" y="280"/>
                </a:lnTo>
                <a:lnTo>
                  <a:pt x="474" y="279"/>
                </a:lnTo>
                <a:lnTo>
                  <a:pt x="473" y="278"/>
                </a:lnTo>
                <a:lnTo>
                  <a:pt x="472" y="278"/>
                </a:lnTo>
                <a:lnTo>
                  <a:pt x="471" y="278"/>
                </a:lnTo>
                <a:lnTo>
                  <a:pt x="470" y="278"/>
                </a:lnTo>
                <a:lnTo>
                  <a:pt x="469" y="278"/>
                </a:lnTo>
                <a:lnTo>
                  <a:pt x="468" y="279"/>
                </a:lnTo>
                <a:lnTo>
                  <a:pt x="466" y="280"/>
                </a:lnTo>
                <a:lnTo>
                  <a:pt x="466" y="283"/>
                </a:lnTo>
                <a:lnTo>
                  <a:pt x="466" y="284"/>
                </a:lnTo>
                <a:lnTo>
                  <a:pt x="467" y="285"/>
                </a:lnTo>
                <a:lnTo>
                  <a:pt x="468" y="285"/>
                </a:lnTo>
                <a:lnTo>
                  <a:pt x="469" y="285"/>
                </a:lnTo>
                <a:lnTo>
                  <a:pt x="470" y="286"/>
                </a:lnTo>
                <a:lnTo>
                  <a:pt x="471" y="286"/>
                </a:lnTo>
                <a:lnTo>
                  <a:pt x="472" y="286"/>
                </a:lnTo>
                <a:lnTo>
                  <a:pt x="472" y="287"/>
                </a:lnTo>
                <a:lnTo>
                  <a:pt x="472" y="288"/>
                </a:lnTo>
                <a:lnTo>
                  <a:pt x="472" y="289"/>
                </a:lnTo>
                <a:lnTo>
                  <a:pt x="473" y="289"/>
                </a:lnTo>
                <a:lnTo>
                  <a:pt x="474" y="290"/>
                </a:lnTo>
                <a:lnTo>
                  <a:pt x="474" y="291"/>
                </a:lnTo>
                <a:lnTo>
                  <a:pt x="473" y="292"/>
                </a:lnTo>
                <a:lnTo>
                  <a:pt x="472" y="292"/>
                </a:lnTo>
                <a:lnTo>
                  <a:pt x="471" y="292"/>
                </a:lnTo>
                <a:lnTo>
                  <a:pt x="471" y="295"/>
                </a:lnTo>
                <a:lnTo>
                  <a:pt x="472" y="296"/>
                </a:lnTo>
                <a:lnTo>
                  <a:pt x="474" y="297"/>
                </a:lnTo>
                <a:lnTo>
                  <a:pt x="476" y="297"/>
                </a:lnTo>
                <a:lnTo>
                  <a:pt x="478" y="296"/>
                </a:lnTo>
                <a:lnTo>
                  <a:pt x="479" y="295"/>
                </a:lnTo>
                <a:lnTo>
                  <a:pt x="480" y="295"/>
                </a:lnTo>
                <a:lnTo>
                  <a:pt x="480" y="296"/>
                </a:lnTo>
                <a:lnTo>
                  <a:pt x="481" y="296"/>
                </a:lnTo>
                <a:lnTo>
                  <a:pt x="482" y="296"/>
                </a:lnTo>
                <a:lnTo>
                  <a:pt x="483" y="295"/>
                </a:lnTo>
                <a:lnTo>
                  <a:pt x="484" y="295"/>
                </a:lnTo>
                <a:lnTo>
                  <a:pt x="484" y="296"/>
                </a:lnTo>
                <a:lnTo>
                  <a:pt x="484" y="299"/>
                </a:lnTo>
                <a:lnTo>
                  <a:pt x="484" y="302"/>
                </a:lnTo>
                <a:lnTo>
                  <a:pt x="485" y="302"/>
                </a:lnTo>
                <a:lnTo>
                  <a:pt x="485" y="303"/>
                </a:lnTo>
                <a:lnTo>
                  <a:pt x="485" y="305"/>
                </a:lnTo>
                <a:lnTo>
                  <a:pt x="484" y="307"/>
                </a:lnTo>
                <a:lnTo>
                  <a:pt x="484" y="308"/>
                </a:lnTo>
                <a:lnTo>
                  <a:pt x="485" y="308"/>
                </a:lnTo>
                <a:lnTo>
                  <a:pt x="485" y="309"/>
                </a:lnTo>
                <a:lnTo>
                  <a:pt x="486" y="309"/>
                </a:lnTo>
                <a:lnTo>
                  <a:pt x="487" y="309"/>
                </a:lnTo>
                <a:lnTo>
                  <a:pt x="488" y="310"/>
                </a:lnTo>
                <a:lnTo>
                  <a:pt x="488" y="311"/>
                </a:lnTo>
                <a:lnTo>
                  <a:pt x="487" y="311"/>
                </a:lnTo>
                <a:lnTo>
                  <a:pt x="487" y="313"/>
                </a:lnTo>
                <a:lnTo>
                  <a:pt x="487" y="314"/>
                </a:lnTo>
                <a:lnTo>
                  <a:pt x="487" y="315"/>
                </a:lnTo>
                <a:lnTo>
                  <a:pt x="488" y="315"/>
                </a:lnTo>
                <a:lnTo>
                  <a:pt x="489" y="315"/>
                </a:lnTo>
                <a:lnTo>
                  <a:pt x="489" y="316"/>
                </a:lnTo>
                <a:lnTo>
                  <a:pt x="489" y="317"/>
                </a:lnTo>
                <a:lnTo>
                  <a:pt x="488" y="317"/>
                </a:lnTo>
                <a:lnTo>
                  <a:pt x="486" y="318"/>
                </a:lnTo>
                <a:lnTo>
                  <a:pt x="485" y="319"/>
                </a:lnTo>
                <a:lnTo>
                  <a:pt x="485" y="320"/>
                </a:lnTo>
                <a:lnTo>
                  <a:pt x="484" y="321"/>
                </a:lnTo>
                <a:lnTo>
                  <a:pt x="483" y="321"/>
                </a:lnTo>
                <a:lnTo>
                  <a:pt x="483" y="322"/>
                </a:lnTo>
                <a:lnTo>
                  <a:pt x="484" y="322"/>
                </a:lnTo>
                <a:lnTo>
                  <a:pt x="485" y="322"/>
                </a:lnTo>
                <a:lnTo>
                  <a:pt x="485" y="323"/>
                </a:lnTo>
                <a:lnTo>
                  <a:pt x="485" y="324"/>
                </a:lnTo>
                <a:lnTo>
                  <a:pt x="485" y="325"/>
                </a:lnTo>
                <a:lnTo>
                  <a:pt x="485" y="326"/>
                </a:lnTo>
                <a:lnTo>
                  <a:pt x="484" y="327"/>
                </a:lnTo>
                <a:lnTo>
                  <a:pt x="485" y="327"/>
                </a:lnTo>
                <a:lnTo>
                  <a:pt x="485" y="328"/>
                </a:lnTo>
                <a:lnTo>
                  <a:pt x="486" y="328"/>
                </a:lnTo>
                <a:lnTo>
                  <a:pt x="487" y="328"/>
                </a:lnTo>
                <a:lnTo>
                  <a:pt x="487" y="329"/>
                </a:lnTo>
                <a:lnTo>
                  <a:pt x="486" y="331"/>
                </a:lnTo>
                <a:lnTo>
                  <a:pt x="486" y="332"/>
                </a:lnTo>
                <a:lnTo>
                  <a:pt x="485" y="333"/>
                </a:lnTo>
                <a:lnTo>
                  <a:pt x="485" y="334"/>
                </a:lnTo>
                <a:lnTo>
                  <a:pt x="484" y="334"/>
                </a:lnTo>
                <a:lnTo>
                  <a:pt x="484" y="335"/>
                </a:lnTo>
                <a:lnTo>
                  <a:pt x="484" y="336"/>
                </a:lnTo>
                <a:lnTo>
                  <a:pt x="483" y="336"/>
                </a:lnTo>
                <a:lnTo>
                  <a:pt x="483" y="337"/>
                </a:lnTo>
                <a:lnTo>
                  <a:pt x="482" y="337"/>
                </a:lnTo>
                <a:lnTo>
                  <a:pt x="481" y="337"/>
                </a:lnTo>
                <a:lnTo>
                  <a:pt x="480" y="337"/>
                </a:lnTo>
                <a:lnTo>
                  <a:pt x="479" y="338"/>
                </a:lnTo>
                <a:lnTo>
                  <a:pt x="478" y="338"/>
                </a:lnTo>
                <a:lnTo>
                  <a:pt x="478" y="339"/>
                </a:lnTo>
                <a:lnTo>
                  <a:pt x="477" y="339"/>
                </a:lnTo>
                <a:lnTo>
                  <a:pt x="477" y="338"/>
                </a:lnTo>
                <a:lnTo>
                  <a:pt x="476" y="339"/>
                </a:lnTo>
                <a:lnTo>
                  <a:pt x="476" y="338"/>
                </a:lnTo>
                <a:lnTo>
                  <a:pt x="475" y="338"/>
                </a:lnTo>
                <a:lnTo>
                  <a:pt x="475" y="337"/>
                </a:lnTo>
                <a:lnTo>
                  <a:pt x="474" y="338"/>
                </a:lnTo>
                <a:lnTo>
                  <a:pt x="474" y="339"/>
                </a:lnTo>
                <a:lnTo>
                  <a:pt x="473" y="339"/>
                </a:lnTo>
                <a:lnTo>
                  <a:pt x="472" y="339"/>
                </a:lnTo>
                <a:lnTo>
                  <a:pt x="472" y="340"/>
                </a:lnTo>
                <a:lnTo>
                  <a:pt x="471" y="340"/>
                </a:lnTo>
                <a:lnTo>
                  <a:pt x="470" y="340"/>
                </a:lnTo>
                <a:lnTo>
                  <a:pt x="470" y="341"/>
                </a:lnTo>
                <a:lnTo>
                  <a:pt x="469" y="341"/>
                </a:lnTo>
                <a:lnTo>
                  <a:pt x="468" y="341"/>
                </a:lnTo>
                <a:lnTo>
                  <a:pt x="467" y="341"/>
                </a:lnTo>
                <a:lnTo>
                  <a:pt x="467" y="340"/>
                </a:lnTo>
                <a:lnTo>
                  <a:pt x="467" y="341"/>
                </a:lnTo>
                <a:lnTo>
                  <a:pt x="467" y="342"/>
                </a:lnTo>
                <a:lnTo>
                  <a:pt x="467" y="343"/>
                </a:lnTo>
                <a:lnTo>
                  <a:pt x="466" y="343"/>
                </a:lnTo>
                <a:lnTo>
                  <a:pt x="466" y="344"/>
                </a:lnTo>
                <a:lnTo>
                  <a:pt x="466" y="346"/>
                </a:lnTo>
                <a:lnTo>
                  <a:pt x="467" y="347"/>
                </a:lnTo>
                <a:lnTo>
                  <a:pt x="468" y="348"/>
                </a:lnTo>
                <a:lnTo>
                  <a:pt x="468" y="349"/>
                </a:lnTo>
                <a:lnTo>
                  <a:pt x="467" y="349"/>
                </a:lnTo>
                <a:lnTo>
                  <a:pt x="467" y="348"/>
                </a:lnTo>
                <a:lnTo>
                  <a:pt x="467" y="349"/>
                </a:lnTo>
                <a:lnTo>
                  <a:pt x="467" y="350"/>
                </a:lnTo>
                <a:lnTo>
                  <a:pt x="467" y="351"/>
                </a:lnTo>
                <a:lnTo>
                  <a:pt x="468" y="352"/>
                </a:lnTo>
                <a:lnTo>
                  <a:pt x="467" y="352"/>
                </a:lnTo>
                <a:lnTo>
                  <a:pt x="466" y="352"/>
                </a:lnTo>
                <a:lnTo>
                  <a:pt x="466" y="353"/>
                </a:lnTo>
                <a:lnTo>
                  <a:pt x="465" y="353"/>
                </a:lnTo>
                <a:lnTo>
                  <a:pt x="464" y="353"/>
                </a:lnTo>
                <a:lnTo>
                  <a:pt x="464" y="354"/>
                </a:lnTo>
                <a:lnTo>
                  <a:pt x="464" y="355"/>
                </a:lnTo>
                <a:lnTo>
                  <a:pt x="463" y="355"/>
                </a:lnTo>
                <a:lnTo>
                  <a:pt x="462" y="356"/>
                </a:lnTo>
                <a:lnTo>
                  <a:pt x="462" y="357"/>
                </a:lnTo>
                <a:lnTo>
                  <a:pt x="461" y="357"/>
                </a:lnTo>
                <a:lnTo>
                  <a:pt x="460" y="357"/>
                </a:lnTo>
                <a:lnTo>
                  <a:pt x="460" y="358"/>
                </a:lnTo>
                <a:lnTo>
                  <a:pt x="459" y="358"/>
                </a:lnTo>
                <a:lnTo>
                  <a:pt x="458" y="358"/>
                </a:lnTo>
                <a:lnTo>
                  <a:pt x="458" y="359"/>
                </a:lnTo>
                <a:lnTo>
                  <a:pt x="457" y="359"/>
                </a:lnTo>
                <a:lnTo>
                  <a:pt x="456" y="360"/>
                </a:lnTo>
                <a:lnTo>
                  <a:pt x="455" y="360"/>
                </a:lnTo>
                <a:lnTo>
                  <a:pt x="455" y="361"/>
                </a:lnTo>
                <a:lnTo>
                  <a:pt x="456" y="361"/>
                </a:lnTo>
                <a:lnTo>
                  <a:pt x="456" y="362"/>
                </a:lnTo>
                <a:lnTo>
                  <a:pt x="455" y="362"/>
                </a:lnTo>
                <a:lnTo>
                  <a:pt x="455" y="363"/>
                </a:lnTo>
                <a:lnTo>
                  <a:pt x="454" y="363"/>
                </a:lnTo>
                <a:lnTo>
                  <a:pt x="454" y="364"/>
                </a:lnTo>
                <a:lnTo>
                  <a:pt x="455" y="364"/>
                </a:lnTo>
                <a:lnTo>
                  <a:pt x="456" y="365"/>
                </a:lnTo>
                <a:lnTo>
                  <a:pt x="455" y="366"/>
                </a:lnTo>
                <a:lnTo>
                  <a:pt x="455" y="367"/>
                </a:lnTo>
                <a:lnTo>
                  <a:pt x="455" y="368"/>
                </a:lnTo>
                <a:lnTo>
                  <a:pt x="456" y="368"/>
                </a:lnTo>
                <a:lnTo>
                  <a:pt x="457" y="368"/>
                </a:lnTo>
                <a:lnTo>
                  <a:pt x="457" y="369"/>
                </a:lnTo>
                <a:lnTo>
                  <a:pt x="456" y="369"/>
                </a:lnTo>
                <a:lnTo>
                  <a:pt x="456" y="370"/>
                </a:lnTo>
                <a:lnTo>
                  <a:pt x="456" y="372"/>
                </a:lnTo>
                <a:lnTo>
                  <a:pt x="457" y="372"/>
                </a:lnTo>
                <a:lnTo>
                  <a:pt x="457" y="373"/>
                </a:lnTo>
                <a:lnTo>
                  <a:pt x="457" y="374"/>
                </a:lnTo>
                <a:lnTo>
                  <a:pt x="456" y="374"/>
                </a:lnTo>
                <a:lnTo>
                  <a:pt x="456" y="375"/>
                </a:lnTo>
                <a:lnTo>
                  <a:pt x="455" y="375"/>
                </a:lnTo>
                <a:lnTo>
                  <a:pt x="454" y="375"/>
                </a:lnTo>
                <a:lnTo>
                  <a:pt x="455" y="375"/>
                </a:lnTo>
                <a:lnTo>
                  <a:pt x="455" y="376"/>
                </a:lnTo>
                <a:lnTo>
                  <a:pt x="456" y="377"/>
                </a:lnTo>
                <a:lnTo>
                  <a:pt x="454" y="377"/>
                </a:lnTo>
                <a:lnTo>
                  <a:pt x="454" y="378"/>
                </a:lnTo>
                <a:lnTo>
                  <a:pt x="455" y="378"/>
                </a:lnTo>
                <a:lnTo>
                  <a:pt x="455" y="379"/>
                </a:lnTo>
                <a:lnTo>
                  <a:pt x="454" y="379"/>
                </a:lnTo>
                <a:lnTo>
                  <a:pt x="454" y="380"/>
                </a:lnTo>
                <a:lnTo>
                  <a:pt x="455" y="381"/>
                </a:lnTo>
                <a:lnTo>
                  <a:pt x="455" y="382"/>
                </a:lnTo>
                <a:lnTo>
                  <a:pt x="454" y="382"/>
                </a:lnTo>
                <a:lnTo>
                  <a:pt x="454" y="383"/>
                </a:lnTo>
                <a:lnTo>
                  <a:pt x="455" y="383"/>
                </a:lnTo>
                <a:lnTo>
                  <a:pt x="456" y="383"/>
                </a:lnTo>
                <a:lnTo>
                  <a:pt x="456" y="384"/>
                </a:lnTo>
                <a:lnTo>
                  <a:pt x="457" y="384"/>
                </a:lnTo>
                <a:lnTo>
                  <a:pt x="457" y="385"/>
                </a:lnTo>
                <a:lnTo>
                  <a:pt x="456" y="385"/>
                </a:lnTo>
                <a:lnTo>
                  <a:pt x="456" y="386"/>
                </a:lnTo>
                <a:lnTo>
                  <a:pt x="457" y="386"/>
                </a:lnTo>
                <a:lnTo>
                  <a:pt x="458" y="386"/>
                </a:lnTo>
                <a:lnTo>
                  <a:pt x="458" y="385"/>
                </a:lnTo>
                <a:lnTo>
                  <a:pt x="458" y="384"/>
                </a:lnTo>
                <a:lnTo>
                  <a:pt x="459" y="385"/>
                </a:lnTo>
                <a:lnTo>
                  <a:pt x="460" y="385"/>
                </a:lnTo>
                <a:lnTo>
                  <a:pt x="461" y="385"/>
                </a:lnTo>
                <a:lnTo>
                  <a:pt x="461" y="386"/>
                </a:lnTo>
                <a:lnTo>
                  <a:pt x="461" y="387"/>
                </a:lnTo>
                <a:lnTo>
                  <a:pt x="461" y="388"/>
                </a:lnTo>
                <a:lnTo>
                  <a:pt x="462" y="388"/>
                </a:lnTo>
                <a:lnTo>
                  <a:pt x="462" y="389"/>
                </a:lnTo>
                <a:lnTo>
                  <a:pt x="463" y="388"/>
                </a:lnTo>
                <a:lnTo>
                  <a:pt x="463" y="387"/>
                </a:lnTo>
                <a:lnTo>
                  <a:pt x="464" y="387"/>
                </a:lnTo>
                <a:lnTo>
                  <a:pt x="464" y="386"/>
                </a:lnTo>
                <a:lnTo>
                  <a:pt x="464" y="387"/>
                </a:lnTo>
                <a:lnTo>
                  <a:pt x="465" y="388"/>
                </a:lnTo>
                <a:lnTo>
                  <a:pt x="466" y="388"/>
                </a:lnTo>
                <a:lnTo>
                  <a:pt x="467" y="388"/>
                </a:lnTo>
                <a:lnTo>
                  <a:pt x="468" y="388"/>
                </a:lnTo>
                <a:lnTo>
                  <a:pt x="469" y="388"/>
                </a:lnTo>
                <a:lnTo>
                  <a:pt x="470" y="388"/>
                </a:lnTo>
                <a:lnTo>
                  <a:pt x="470" y="389"/>
                </a:lnTo>
                <a:lnTo>
                  <a:pt x="469" y="390"/>
                </a:lnTo>
                <a:lnTo>
                  <a:pt x="469" y="391"/>
                </a:lnTo>
                <a:lnTo>
                  <a:pt x="469" y="390"/>
                </a:lnTo>
                <a:lnTo>
                  <a:pt x="468" y="391"/>
                </a:lnTo>
                <a:lnTo>
                  <a:pt x="469" y="392"/>
                </a:lnTo>
                <a:lnTo>
                  <a:pt x="470" y="393"/>
                </a:lnTo>
                <a:lnTo>
                  <a:pt x="472" y="394"/>
                </a:lnTo>
                <a:lnTo>
                  <a:pt x="473" y="394"/>
                </a:lnTo>
                <a:lnTo>
                  <a:pt x="474" y="394"/>
                </a:lnTo>
                <a:lnTo>
                  <a:pt x="474" y="395"/>
                </a:lnTo>
                <a:lnTo>
                  <a:pt x="473" y="399"/>
                </a:lnTo>
                <a:lnTo>
                  <a:pt x="473" y="400"/>
                </a:lnTo>
                <a:lnTo>
                  <a:pt x="472" y="402"/>
                </a:lnTo>
                <a:lnTo>
                  <a:pt x="472" y="403"/>
                </a:lnTo>
                <a:lnTo>
                  <a:pt x="473" y="404"/>
                </a:lnTo>
                <a:lnTo>
                  <a:pt x="475" y="404"/>
                </a:lnTo>
                <a:lnTo>
                  <a:pt x="475" y="405"/>
                </a:lnTo>
                <a:lnTo>
                  <a:pt x="476" y="405"/>
                </a:lnTo>
                <a:lnTo>
                  <a:pt x="477" y="405"/>
                </a:lnTo>
                <a:lnTo>
                  <a:pt x="478" y="406"/>
                </a:lnTo>
                <a:lnTo>
                  <a:pt x="478" y="405"/>
                </a:lnTo>
                <a:lnTo>
                  <a:pt x="479" y="405"/>
                </a:lnTo>
                <a:lnTo>
                  <a:pt x="480" y="405"/>
                </a:lnTo>
                <a:lnTo>
                  <a:pt x="481" y="406"/>
                </a:lnTo>
                <a:lnTo>
                  <a:pt x="480" y="406"/>
                </a:lnTo>
                <a:lnTo>
                  <a:pt x="480" y="407"/>
                </a:lnTo>
                <a:lnTo>
                  <a:pt x="479" y="407"/>
                </a:lnTo>
                <a:lnTo>
                  <a:pt x="478" y="408"/>
                </a:lnTo>
                <a:lnTo>
                  <a:pt x="478" y="409"/>
                </a:lnTo>
                <a:lnTo>
                  <a:pt x="478" y="408"/>
                </a:lnTo>
                <a:lnTo>
                  <a:pt x="479" y="408"/>
                </a:lnTo>
                <a:lnTo>
                  <a:pt x="479" y="409"/>
                </a:lnTo>
                <a:lnTo>
                  <a:pt x="480" y="409"/>
                </a:lnTo>
                <a:lnTo>
                  <a:pt x="480" y="410"/>
                </a:lnTo>
                <a:lnTo>
                  <a:pt x="481" y="410"/>
                </a:lnTo>
                <a:lnTo>
                  <a:pt x="481" y="409"/>
                </a:lnTo>
                <a:lnTo>
                  <a:pt x="482" y="409"/>
                </a:lnTo>
                <a:lnTo>
                  <a:pt x="482" y="410"/>
                </a:lnTo>
                <a:lnTo>
                  <a:pt x="483" y="410"/>
                </a:lnTo>
                <a:lnTo>
                  <a:pt x="483" y="409"/>
                </a:lnTo>
                <a:lnTo>
                  <a:pt x="483" y="408"/>
                </a:lnTo>
                <a:lnTo>
                  <a:pt x="484" y="407"/>
                </a:lnTo>
                <a:lnTo>
                  <a:pt x="484" y="408"/>
                </a:lnTo>
                <a:lnTo>
                  <a:pt x="485" y="408"/>
                </a:lnTo>
                <a:lnTo>
                  <a:pt x="486" y="407"/>
                </a:lnTo>
                <a:lnTo>
                  <a:pt x="487" y="407"/>
                </a:lnTo>
                <a:lnTo>
                  <a:pt x="488" y="406"/>
                </a:lnTo>
                <a:lnTo>
                  <a:pt x="488" y="405"/>
                </a:lnTo>
                <a:lnTo>
                  <a:pt x="489" y="405"/>
                </a:lnTo>
                <a:lnTo>
                  <a:pt x="490" y="406"/>
                </a:lnTo>
                <a:lnTo>
                  <a:pt x="490" y="405"/>
                </a:lnTo>
                <a:lnTo>
                  <a:pt x="491" y="404"/>
                </a:lnTo>
                <a:lnTo>
                  <a:pt x="492" y="404"/>
                </a:lnTo>
                <a:lnTo>
                  <a:pt x="493" y="404"/>
                </a:lnTo>
                <a:lnTo>
                  <a:pt x="493" y="405"/>
                </a:lnTo>
                <a:lnTo>
                  <a:pt x="494" y="405"/>
                </a:lnTo>
                <a:lnTo>
                  <a:pt x="494" y="406"/>
                </a:lnTo>
                <a:lnTo>
                  <a:pt x="493" y="405"/>
                </a:lnTo>
                <a:lnTo>
                  <a:pt x="493" y="406"/>
                </a:lnTo>
                <a:lnTo>
                  <a:pt x="494" y="407"/>
                </a:lnTo>
                <a:lnTo>
                  <a:pt x="495" y="408"/>
                </a:lnTo>
                <a:lnTo>
                  <a:pt x="496" y="408"/>
                </a:lnTo>
                <a:lnTo>
                  <a:pt x="498" y="408"/>
                </a:lnTo>
                <a:lnTo>
                  <a:pt x="499" y="408"/>
                </a:lnTo>
                <a:lnTo>
                  <a:pt x="500" y="409"/>
                </a:lnTo>
                <a:lnTo>
                  <a:pt x="499" y="410"/>
                </a:lnTo>
                <a:lnTo>
                  <a:pt x="500" y="410"/>
                </a:lnTo>
                <a:lnTo>
                  <a:pt x="500" y="411"/>
                </a:lnTo>
                <a:lnTo>
                  <a:pt x="500" y="412"/>
                </a:lnTo>
                <a:lnTo>
                  <a:pt x="499" y="412"/>
                </a:lnTo>
                <a:lnTo>
                  <a:pt x="499" y="413"/>
                </a:lnTo>
                <a:lnTo>
                  <a:pt x="498" y="413"/>
                </a:lnTo>
                <a:lnTo>
                  <a:pt x="498" y="415"/>
                </a:lnTo>
                <a:lnTo>
                  <a:pt x="497" y="415"/>
                </a:lnTo>
                <a:lnTo>
                  <a:pt x="497" y="416"/>
                </a:lnTo>
                <a:lnTo>
                  <a:pt x="496" y="416"/>
                </a:lnTo>
                <a:lnTo>
                  <a:pt x="495" y="416"/>
                </a:lnTo>
                <a:lnTo>
                  <a:pt x="495" y="417"/>
                </a:lnTo>
                <a:lnTo>
                  <a:pt x="495" y="418"/>
                </a:lnTo>
                <a:lnTo>
                  <a:pt x="496" y="419"/>
                </a:lnTo>
                <a:lnTo>
                  <a:pt x="495" y="419"/>
                </a:lnTo>
                <a:lnTo>
                  <a:pt x="495" y="420"/>
                </a:lnTo>
                <a:lnTo>
                  <a:pt x="496" y="420"/>
                </a:lnTo>
                <a:lnTo>
                  <a:pt x="496" y="421"/>
                </a:lnTo>
                <a:lnTo>
                  <a:pt x="497" y="421"/>
                </a:lnTo>
                <a:lnTo>
                  <a:pt x="497" y="422"/>
                </a:lnTo>
                <a:lnTo>
                  <a:pt x="498" y="422"/>
                </a:lnTo>
                <a:lnTo>
                  <a:pt x="498" y="421"/>
                </a:lnTo>
                <a:lnTo>
                  <a:pt x="499" y="421"/>
                </a:lnTo>
                <a:lnTo>
                  <a:pt x="500" y="421"/>
                </a:lnTo>
                <a:lnTo>
                  <a:pt x="500" y="422"/>
                </a:lnTo>
                <a:lnTo>
                  <a:pt x="501" y="422"/>
                </a:lnTo>
                <a:lnTo>
                  <a:pt x="502" y="421"/>
                </a:lnTo>
                <a:lnTo>
                  <a:pt x="503" y="421"/>
                </a:lnTo>
                <a:lnTo>
                  <a:pt x="504" y="421"/>
                </a:lnTo>
                <a:lnTo>
                  <a:pt x="504" y="420"/>
                </a:lnTo>
                <a:lnTo>
                  <a:pt x="505" y="421"/>
                </a:lnTo>
                <a:lnTo>
                  <a:pt x="505" y="422"/>
                </a:lnTo>
                <a:lnTo>
                  <a:pt x="505" y="423"/>
                </a:lnTo>
                <a:lnTo>
                  <a:pt x="506" y="423"/>
                </a:lnTo>
                <a:lnTo>
                  <a:pt x="506" y="422"/>
                </a:lnTo>
                <a:lnTo>
                  <a:pt x="506" y="421"/>
                </a:lnTo>
                <a:lnTo>
                  <a:pt x="507" y="422"/>
                </a:lnTo>
                <a:lnTo>
                  <a:pt x="507" y="421"/>
                </a:lnTo>
                <a:lnTo>
                  <a:pt x="507" y="419"/>
                </a:lnTo>
                <a:lnTo>
                  <a:pt x="508" y="418"/>
                </a:lnTo>
                <a:lnTo>
                  <a:pt x="508" y="416"/>
                </a:lnTo>
                <a:lnTo>
                  <a:pt x="507" y="416"/>
                </a:lnTo>
                <a:lnTo>
                  <a:pt x="508" y="415"/>
                </a:lnTo>
                <a:lnTo>
                  <a:pt x="508" y="414"/>
                </a:lnTo>
                <a:lnTo>
                  <a:pt x="509" y="414"/>
                </a:lnTo>
                <a:lnTo>
                  <a:pt x="510" y="414"/>
                </a:lnTo>
                <a:lnTo>
                  <a:pt x="511" y="414"/>
                </a:lnTo>
                <a:lnTo>
                  <a:pt x="511" y="413"/>
                </a:lnTo>
                <a:lnTo>
                  <a:pt x="512" y="414"/>
                </a:lnTo>
                <a:lnTo>
                  <a:pt x="513" y="415"/>
                </a:lnTo>
                <a:lnTo>
                  <a:pt x="513" y="414"/>
                </a:lnTo>
                <a:lnTo>
                  <a:pt x="514" y="415"/>
                </a:lnTo>
                <a:lnTo>
                  <a:pt x="514" y="416"/>
                </a:lnTo>
                <a:lnTo>
                  <a:pt x="513" y="417"/>
                </a:lnTo>
                <a:lnTo>
                  <a:pt x="513" y="418"/>
                </a:lnTo>
                <a:lnTo>
                  <a:pt x="514" y="419"/>
                </a:lnTo>
                <a:lnTo>
                  <a:pt x="514" y="420"/>
                </a:lnTo>
                <a:lnTo>
                  <a:pt x="514" y="421"/>
                </a:lnTo>
                <a:lnTo>
                  <a:pt x="515" y="421"/>
                </a:lnTo>
                <a:lnTo>
                  <a:pt x="515" y="422"/>
                </a:lnTo>
                <a:lnTo>
                  <a:pt x="516" y="422"/>
                </a:lnTo>
                <a:lnTo>
                  <a:pt x="517" y="422"/>
                </a:lnTo>
                <a:lnTo>
                  <a:pt x="518" y="422"/>
                </a:lnTo>
                <a:lnTo>
                  <a:pt x="518" y="421"/>
                </a:lnTo>
                <a:lnTo>
                  <a:pt x="518" y="420"/>
                </a:lnTo>
                <a:lnTo>
                  <a:pt x="519" y="420"/>
                </a:lnTo>
                <a:lnTo>
                  <a:pt x="520" y="420"/>
                </a:lnTo>
                <a:lnTo>
                  <a:pt x="521" y="420"/>
                </a:lnTo>
                <a:lnTo>
                  <a:pt x="521" y="421"/>
                </a:lnTo>
                <a:lnTo>
                  <a:pt x="522" y="420"/>
                </a:lnTo>
                <a:lnTo>
                  <a:pt x="523" y="420"/>
                </a:lnTo>
                <a:lnTo>
                  <a:pt x="523" y="421"/>
                </a:lnTo>
                <a:lnTo>
                  <a:pt x="523" y="422"/>
                </a:lnTo>
                <a:lnTo>
                  <a:pt x="524" y="422"/>
                </a:lnTo>
                <a:lnTo>
                  <a:pt x="524" y="423"/>
                </a:lnTo>
                <a:lnTo>
                  <a:pt x="525" y="423"/>
                </a:lnTo>
                <a:lnTo>
                  <a:pt x="525" y="424"/>
                </a:lnTo>
                <a:lnTo>
                  <a:pt x="524" y="425"/>
                </a:lnTo>
                <a:lnTo>
                  <a:pt x="524" y="426"/>
                </a:lnTo>
                <a:lnTo>
                  <a:pt x="525" y="426"/>
                </a:lnTo>
                <a:lnTo>
                  <a:pt x="525" y="425"/>
                </a:lnTo>
                <a:lnTo>
                  <a:pt x="526" y="425"/>
                </a:lnTo>
                <a:lnTo>
                  <a:pt x="526" y="426"/>
                </a:lnTo>
                <a:lnTo>
                  <a:pt x="526" y="427"/>
                </a:lnTo>
                <a:lnTo>
                  <a:pt x="526" y="428"/>
                </a:lnTo>
                <a:lnTo>
                  <a:pt x="525" y="428"/>
                </a:lnTo>
                <a:lnTo>
                  <a:pt x="526" y="428"/>
                </a:lnTo>
                <a:lnTo>
                  <a:pt x="525" y="428"/>
                </a:lnTo>
                <a:lnTo>
                  <a:pt x="525" y="429"/>
                </a:lnTo>
                <a:lnTo>
                  <a:pt x="527" y="429"/>
                </a:lnTo>
                <a:lnTo>
                  <a:pt x="527" y="430"/>
                </a:lnTo>
                <a:lnTo>
                  <a:pt x="526" y="430"/>
                </a:lnTo>
                <a:lnTo>
                  <a:pt x="526" y="431"/>
                </a:lnTo>
                <a:lnTo>
                  <a:pt x="527" y="431"/>
                </a:lnTo>
                <a:lnTo>
                  <a:pt x="527" y="432"/>
                </a:lnTo>
                <a:lnTo>
                  <a:pt x="527" y="433"/>
                </a:lnTo>
                <a:lnTo>
                  <a:pt x="528" y="434"/>
                </a:lnTo>
                <a:lnTo>
                  <a:pt x="528" y="435"/>
                </a:lnTo>
                <a:lnTo>
                  <a:pt x="529" y="438"/>
                </a:lnTo>
                <a:lnTo>
                  <a:pt x="529" y="439"/>
                </a:lnTo>
                <a:lnTo>
                  <a:pt x="528" y="442"/>
                </a:lnTo>
                <a:lnTo>
                  <a:pt x="529" y="443"/>
                </a:lnTo>
                <a:lnTo>
                  <a:pt x="529" y="447"/>
                </a:lnTo>
                <a:lnTo>
                  <a:pt x="529" y="449"/>
                </a:lnTo>
                <a:lnTo>
                  <a:pt x="529" y="450"/>
                </a:lnTo>
                <a:lnTo>
                  <a:pt x="528" y="451"/>
                </a:lnTo>
                <a:lnTo>
                  <a:pt x="527" y="453"/>
                </a:lnTo>
                <a:lnTo>
                  <a:pt x="527" y="454"/>
                </a:lnTo>
                <a:lnTo>
                  <a:pt x="527" y="455"/>
                </a:lnTo>
                <a:lnTo>
                  <a:pt x="526" y="455"/>
                </a:lnTo>
                <a:lnTo>
                  <a:pt x="526" y="456"/>
                </a:lnTo>
                <a:lnTo>
                  <a:pt x="525" y="456"/>
                </a:lnTo>
                <a:lnTo>
                  <a:pt x="525" y="457"/>
                </a:lnTo>
                <a:lnTo>
                  <a:pt x="525" y="458"/>
                </a:lnTo>
                <a:lnTo>
                  <a:pt x="524" y="458"/>
                </a:lnTo>
                <a:lnTo>
                  <a:pt x="524" y="459"/>
                </a:lnTo>
                <a:lnTo>
                  <a:pt x="523" y="459"/>
                </a:lnTo>
                <a:lnTo>
                  <a:pt x="522" y="460"/>
                </a:lnTo>
                <a:lnTo>
                  <a:pt x="521" y="460"/>
                </a:lnTo>
                <a:lnTo>
                  <a:pt x="520" y="460"/>
                </a:lnTo>
                <a:lnTo>
                  <a:pt x="519" y="460"/>
                </a:lnTo>
                <a:lnTo>
                  <a:pt x="519" y="461"/>
                </a:lnTo>
                <a:lnTo>
                  <a:pt x="518" y="461"/>
                </a:lnTo>
                <a:lnTo>
                  <a:pt x="517" y="461"/>
                </a:lnTo>
                <a:lnTo>
                  <a:pt x="517" y="462"/>
                </a:lnTo>
                <a:lnTo>
                  <a:pt x="517" y="461"/>
                </a:lnTo>
                <a:lnTo>
                  <a:pt x="517" y="460"/>
                </a:lnTo>
                <a:lnTo>
                  <a:pt x="517" y="459"/>
                </a:lnTo>
                <a:lnTo>
                  <a:pt x="516" y="458"/>
                </a:lnTo>
                <a:lnTo>
                  <a:pt x="515" y="458"/>
                </a:lnTo>
                <a:lnTo>
                  <a:pt x="515" y="459"/>
                </a:lnTo>
                <a:lnTo>
                  <a:pt x="514" y="461"/>
                </a:lnTo>
                <a:lnTo>
                  <a:pt x="513" y="465"/>
                </a:lnTo>
                <a:lnTo>
                  <a:pt x="512" y="468"/>
                </a:lnTo>
                <a:lnTo>
                  <a:pt x="512" y="469"/>
                </a:lnTo>
                <a:lnTo>
                  <a:pt x="512" y="473"/>
                </a:lnTo>
                <a:lnTo>
                  <a:pt x="510" y="472"/>
                </a:lnTo>
                <a:lnTo>
                  <a:pt x="510" y="473"/>
                </a:lnTo>
                <a:lnTo>
                  <a:pt x="511" y="473"/>
                </a:lnTo>
                <a:lnTo>
                  <a:pt x="512" y="473"/>
                </a:lnTo>
                <a:lnTo>
                  <a:pt x="512" y="474"/>
                </a:lnTo>
                <a:lnTo>
                  <a:pt x="512" y="473"/>
                </a:lnTo>
                <a:lnTo>
                  <a:pt x="513" y="473"/>
                </a:lnTo>
                <a:lnTo>
                  <a:pt x="513" y="474"/>
                </a:lnTo>
                <a:lnTo>
                  <a:pt x="513" y="475"/>
                </a:lnTo>
                <a:lnTo>
                  <a:pt x="514" y="475"/>
                </a:lnTo>
                <a:lnTo>
                  <a:pt x="515" y="475"/>
                </a:lnTo>
                <a:lnTo>
                  <a:pt x="518" y="475"/>
                </a:lnTo>
                <a:lnTo>
                  <a:pt x="519" y="475"/>
                </a:lnTo>
                <a:lnTo>
                  <a:pt x="519" y="476"/>
                </a:lnTo>
                <a:lnTo>
                  <a:pt x="520" y="476"/>
                </a:lnTo>
                <a:lnTo>
                  <a:pt x="520" y="477"/>
                </a:lnTo>
                <a:lnTo>
                  <a:pt x="521" y="477"/>
                </a:lnTo>
                <a:lnTo>
                  <a:pt x="521" y="478"/>
                </a:lnTo>
                <a:lnTo>
                  <a:pt x="521" y="479"/>
                </a:lnTo>
                <a:lnTo>
                  <a:pt x="521" y="480"/>
                </a:lnTo>
                <a:lnTo>
                  <a:pt x="522" y="480"/>
                </a:lnTo>
                <a:lnTo>
                  <a:pt x="522" y="481"/>
                </a:lnTo>
                <a:lnTo>
                  <a:pt x="523" y="481"/>
                </a:lnTo>
                <a:lnTo>
                  <a:pt x="524" y="481"/>
                </a:lnTo>
                <a:lnTo>
                  <a:pt x="525" y="481"/>
                </a:lnTo>
                <a:lnTo>
                  <a:pt x="525" y="480"/>
                </a:lnTo>
                <a:lnTo>
                  <a:pt x="526" y="480"/>
                </a:lnTo>
                <a:lnTo>
                  <a:pt x="527" y="480"/>
                </a:lnTo>
                <a:lnTo>
                  <a:pt x="527" y="481"/>
                </a:lnTo>
                <a:lnTo>
                  <a:pt x="528" y="481"/>
                </a:lnTo>
                <a:lnTo>
                  <a:pt x="528" y="480"/>
                </a:lnTo>
                <a:lnTo>
                  <a:pt x="529" y="480"/>
                </a:lnTo>
                <a:lnTo>
                  <a:pt x="530" y="479"/>
                </a:lnTo>
                <a:lnTo>
                  <a:pt x="531" y="478"/>
                </a:lnTo>
                <a:lnTo>
                  <a:pt x="532" y="478"/>
                </a:lnTo>
                <a:lnTo>
                  <a:pt x="533" y="478"/>
                </a:lnTo>
                <a:lnTo>
                  <a:pt x="533" y="479"/>
                </a:lnTo>
                <a:lnTo>
                  <a:pt x="534" y="478"/>
                </a:lnTo>
                <a:lnTo>
                  <a:pt x="534" y="479"/>
                </a:lnTo>
                <a:lnTo>
                  <a:pt x="535" y="480"/>
                </a:lnTo>
                <a:lnTo>
                  <a:pt x="536" y="479"/>
                </a:lnTo>
                <a:lnTo>
                  <a:pt x="537" y="479"/>
                </a:lnTo>
                <a:lnTo>
                  <a:pt x="538" y="478"/>
                </a:lnTo>
                <a:lnTo>
                  <a:pt x="539" y="477"/>
                </a:lnTo>
                <a:lnTo>
                  <a:pt x="540" y="478"/>
                </a:lnTo>
                <a:lnTo>
                  <a:pt x="540" y="477"/>
                </a:lnTo>
                <a:lnTo>
                  <a:pt x="541" y="478"/>
                </a:lnTo>
                <a:lnTo>
                  <a:pt x="542" y="478"/>
                </a:lnTo>
                <a:lnTo>
                  <a:pt x="543" y="478"/>
                </a:lnTo>
                <a:lnTo>
                  <a:pt x="543" y="477"/>
                </a:lnTo>
                <a:lnTo>
                  <a:pt x="544" y="477"/>
                </a:lnTo>
                <a:lnTo>
                  <a:pt x="545" y="477"/>
                </a:lnTo>
                <a:lnTo>
                  <a:pt x="546" y="477"/>
                </a:lnTo>
                <a:lnTo>
                  <a:pt x="547" y="478"/>
                </a:lnTo>
                <a:lnTo>
                  <a:pt x="548" y="478"/>
                </a:lnTo>
                <a:lnTo>
                  <a:pt x="549" y="478"/>
                </a:lnTo>
                <a:lnTo>
                  <a:pt x="549" y="477"/>
                </a:lnTo>
                <a:lnTo>
                  <a:pt x="550" y="477"/>
                </a:lnTo>
                <a:lnTo>
                  <a:pt x="550" y="476"/>
                </a:lnTo>
                <a:lnTo>
                  <a:pt x="551" y="475"/>
                </a:lnTo>
                <a:lnTo>
                  <a:pt x="552" y="476"/>
                </a:lnTo>
                <a:lnTo>
                  <a:pt x="553" y="476"/>
                </a:lnTo>
                <a:lnTo>
                  <a:pt x="554" y="476"/>
                </a:lnTo>
                <a:lnTo>
                  <a:pt x="554" y="475"/>
                </a:lnTo>
                <a:lnTo>
                  <a:pt x="554" y="476"/>
                </a:lnTo>
                <a:lnTo>
                  <a:pt x="555" y="477"/>
                </a:lnTo>
                <a:lnTo>
                  <a:pt x="556" y="477"/>
                </a:lnTo>
                <a:lnTo>
                  <a:pt x="556" y="476"/>
                </a:lnTo>
                <a:lnTo>
                  <a:pt x="556" y="475"/>
                </a:lnTo>
                <a:lnTo>
                  <a:pt x="557" y="475"/>
                </a:lnTo>
                <a:lnTo>
                  <a:pt x="558" y="475"/>
                </a:lnTo>
                <a:lnTo>
                  <a:pt x="558" y="476"/>
                </a:lnTo>
                <a:lnTo>
                  <a:pt x="559" y="476"/>
                </a:lnTo>
                <a:lnTo>
                  <a:pt x="560" y="475"/>
                </a:lnTo>
                <a:lnTo>
                  <a:pt x="560" y="474"/>
                </a:lnTo>
                <a:lnTo>
                  <a:pt x="561" y="474"/>
                </a:lnTo>
                <a:lnTo>
                  <a:pt x="562" y="475"/>
                </a:lnTo>
                <a:lnTo>
                  <a:pt x="562" y="473"/>
                </a:lnTo>
                <a:lnTo>
                  <a:pt x="562" y="472"/>
                </a:lnTo>
                <a:lnTo>
                  <a:pt x="563" y="471"/>
                </a:lnTo>
                <a:lnTo>
                  <a:pt x="564" y="471"/>
                </a:lnTo>
                <a:lnTo>
                  <a:pt x="565" y="471"/>
                </a:lnTo>
                <a:lnTo>
                  <a:pt x="566" y="469"/>
                </a:lnTo>
                <a:lnTo>
                  <a:pt x="567" y="469"/>
                </a:lnTo>
                <a:lnTo>
                  <a:pt x="567" y="468"/>
                </a:lnTo>
                <a:lnTo>
                  <a:pt x="567" y="467"/>
                </a:lnTo>
                <a:lnTo>
                  <a:pt x="567" y="466"/>
                </a:lnTo>
                <a:lnTo>
                  <a:pt x="567" y="465"/>
                </a:lnTo>
                <a:lnTo>
                  <a:pt x="568" y="465"/>
                </a:lnTo>
                <a:lnTo>
                  <a:pt x="569" y="465"/>
                </a:lnTo>
                <a:lnTo>
                  <a:pt x="570" y="465"/>
                </a:lnTo>
                <a:lnTo>
                  <a:pt x="570" y="464"/>
                </a:lnTo>
                <a:lnTo>
                  <a:pt x="571" y="464"/>
                </a:lnTo>
                <a:lnTo>
                  <a:pt x="572" y="464"/>
                </a:lnTo>
                <a:lnTo>
                  <a:pt x="573" y="464"/>
                </a:lnTo>
                <a:lnTo>
                  <a:pt x="573" y="466"/>
                </a:lnTo>
                <a:lnTo>
                  <a:pt x="573" y="467"/>
                </a:lnTo>
                <a:lnTo>
                  <a:pt x="573" y="468"/>
                </a:lnTo>
                <a:lnTo>
                  <a:pt x="574" y="469"/>
                </a:lnTo>
                <a:lnTo>
                  <a:pt x="574" y="468"/>
                </a:lnTo>
                <a:lnTo>
                  <a:pt x="575" y="467"/>
                </a:lnTo>
                <a:lnTo>
                  <a:pt x="576" y="467"/>
                </a:lnTo>
                <a:lnTo>
                  <a:pt x="576" y="468"/>
                </a:lnTo>
                <a:lnTo>
                  <a:pt x="577" y="468"/>
                </a:lnTo>
                <a:lnTo>
                  <a:pt x="577" y="469"/>
                </a:lnTo>
                <a:lnTo>
                  <a:pt x="578" y="469"/>
                </a:lnTo>
                <a:lnTo>
                  <a:pt x="579" y="470"/>
                </a:lnTo>
                <a:lnTo>
                  <a:pt x="580" y="469"/>
                </a:lnTo>
                <a:lnTo>
                  <a:pt x="580" y="468"/>
                </a:lnTo>
                <a:lnTo>
                  <a:pt x="581" y="468"/>
                </a:lnTo>
                <a:lnTo>
                  <a:pt x="582" y="468"/>
                </a:lnTo>
                <a:lnTo>
                  <a:pt x="582" y="469"/>
                </a:lnTo>
                <a:lnTo>
                  <a:pt x="583" y="469"/>
                </a:lnTo>
                <a:lnTo>
                  <a:pt x="584" y="468"/>
                </a:lnTo>
                <a:lnTo>
                  <a:pt x="585" y="468"/>
                </a:lnTo>
                <a:lnTo>
                  <a:pt x="585" y="467"/>
                </a:lnTo>
                <a:lnTo>
                  <a:pt x="586" y="467"/>
                </a:lnTo>
                <a:lnTo>
                  <a:pt x="586" y="466"/>
                </a:lnTo>
                <a:lnTo>
                  <a:pt x="587" y="467"/>
                </a:lnTo>
                <a:lnTo>
                  <a:pt x="589" y="467"/>
                </a:lnTo>
                <a:lnTo>
                  <a:pt x="590" y="467"/>
                </a:lnTo>
                <a:lnTo>
                  <a:pt x="590" y="466"/>
                </a:lnTo>
                <a:lnTo>
                  <a:pt x="591" y="466"/>
                </a:lnTo>
                <a:lnTo>
                  <a:pt x="592" y="467"/>
                </a:lnTo>
                <a:lnTo>
                  <a:pt x="593" y="467"/>
                </a:lnTo>
                <a:lnTo>
                  <a:pt x="592" y="466"/>
                </a:lnTo>
                <a:lnTo>
                  <a:pt x="591" y="465"/>
                </a:lnTo>
                <a:lnTo>
                  <a:pt x="592" y="464"/>
                </a:lnTo>
                <a:lnTo>
                  <a:pt x="592" y="463"/>
                </a:lnTo>
                <a:lnTo>
                  <a:pt x="592" y="462"/>
                </a:lnTo>
                <a:lnTo>
                  <a:pt x="591" y="462"/>
                </a:lnTo>
                <a:lnTo>
                  <a:pt x="592" y="462"/>
                </a:lnTo>
                <a:lnTo>
                  <a:pt x="592" y="461"/>
                </a:lnTo>
                <a:lnTo>
                  <a:pt x="591" y="461"/>
                </a:lnTo>
                <a:lnTo>
                  <a:pt x="592" y="460"/>
                </a:lnTo>
                <a:lnTo>
                  <a:pt x="593" y="461"/>
                </a:lnTo>
                <a:lnTo>
                  <a:pt x="594" y="461"/>
                </a:lnTo>
                <a:lnTo>
                  <a:pt x="594" y="462"/>
                </a:lnTo>
                <a:lnTo>
                  <a:pt x="594" y="463"/>
                </a:lnTo>
                <a:lnTo>
                  <a:pt x="595" y="463"/>
                </a:lnTo>
                <a:lnTo>
                  <a:pt x="595" y="464"/>
                </a:lnTo>
                <a:lnTo>
                  <a:pt x="595" y="465"/>
                </a:lnTo>
                <a:lnTo>
                  <a:pt x="596" y="465"/>
                </a:lnTo>
                <a:lnTo>
                  <a:pt x="596" y="466"/>
                </a:lnTo>
                <a:lnTo>
                  <a:pt x="596" y="467"/>
                </a:lnTo>
                <a:lnTo>
                  <a:pt x="596" y="466"/>
                </a:lnTo>
                <a:lnTo>
                  <a:pt x="596" y="467"/>
                </a:lnTo>
                <a:lnTo>
                  <a:pt x="596" y="468"/>
                </a:lnTo>
                <a:lnTo>
                  <a:pt x="596" y="469"/>
                </a:lnTo>
                <a:lnTo>
                  <a:pt x="595" y="469"/>
                </a:lnTo>
                <a:lnTo>
                  <a:pt x="595" y="470"/>
                </a:lnTo>
                <a:lnTo>
                  <a:pt x="595" y="471"/>
                </a:lnTo>
                <a:lnTo>
                  <a:pt x="595" y="472"/>
                </a:lnTo>
                <a:lnTo>
                  <a:pt x="596" y="472"/>
                </a:lnTo>
                <a:lnTo>
                  <a:pt x="596" y="473"/>
                </a:lnTo>
                <a:lnTo>
                  <a:pt x="595" y="473"/>
                </a:lnTo>
                <a:lnTo>
                  <a:pt x="595" y="474"/>
                </a:lnTo>
                <a:lnTo>
                  <a:pt x="596" y="476"/>
                </a:lnTo>
                <a:lnTo>
                  <a:pt x="596" y="477"/>
                </a:lnTo>
                <a:lnTo>
                  <a:pt x="598" y="477"/>
                </a:lnTo>
                <a:lnTo>
                  <a:pt x="599" y="477"/>
                </a:lnTo>
                <a:lnTo>
                  <a:pt x="599" y="476"/>
                </a:lnTo>
                <a:lnTo>
                  <a:pt x="599" y="475"/>
                </a:lnTo>
                <a:lnTo>
                  <a:pt x="600" y="475"/>
                </a:lnTo>
                <a:lnTo>
                  <a:pt x="601" y="475"/>
                </a:lnTo>
                <a:lnTo>
                  <a:pt x="601" y="476"/>
                </a:lnTo>
                <a:lnTo>
                  <a:pt x="600" y="476"/>
                </a:lnTo>
                <a:lnTo>
                  <a:pt x="599" y="477"/>
                </a:lnTo>
                <a:lnTo>
                  <a:pt x="599" y="478"/>
                </a:lnTo>
                <a:lnTo>
                  <a:pt x="600" y="478"/>
                </a:lnTo>
                <a:lnTo>
                  <a:pt x="599" y="479"/>
                </a:lnTo>
                <a:lnTo>
                  <a:pt x="599" y="480"/>
                </a:lnTo>
                <a:lnTo>
                  <a:pt x="600" y="480"/>
                </a:lnTo>
                <a:lnTo>
                  <a:pt x="601" y="479"/>
                </a:lnTo>
                <a:lnTo>
                  <a:pt x="600" y="479"/>
                </a:lnTo>
                <a:lnTo>
                  <a:pt x="601" y="478"/>
                </a:lnTo>
                <a:lnTo>
                  <a:pt x="602" y="478"/>
                </a:lnTo>
                <a:lnTo>
                  <a:pt x="603" y="479"/>
                </a:lnTo>
                <a:lnTo>
                  <a:pt x="603" y="478"/>
                </a:lnTo>
                <a:lnTo>
                  <a:pt x="604" y="478"/>
                </a:lnTo>
                <a:lnTo>
                  <a:pt x="604" y="477"/>
                </a:lnTo>
                <a:lnTo>
                  <a:pt x="605" y="477"/>
                </a:lnTo>
                <a:lnTo>
                  <a:pt x="605" y="478"/>
                </a:lnTo>
                <a:lnTo>
                  <a:pt x="606" y="478"/>
                </a:lnTo>
                <a:lnTo>
                  <a:pt x="607" y="478"/>
                </a:lnTo>
                <a:lnTo>
                  <a:pt x="607" y="479"/>
                </a:lnTo>
                <a:lnTo>
                  <a:pt x="608" y="480"/>
                </a:lnTo>
                <a:lnTo>
                  <a:pt x="609" y="480"/>
                </a:lnTo>
                <a:lnTo>
                  <a:pt x="610" y="480"/>
                </a:lnTo>
                <a:lnTo>
                  <a:pt x="611" y="480"/>
                </a:lnTo>
                <a:lnTo>
                  <a:pt x="612" y="481"/>
                </a:lnTo>
                <a:lnTo>
                  <a:pt x="612" y="480"/>
                </a:lnTo>
                <a:lnTo>
                  <a:pt x="612" y="479"/>
                </a:lnTo>
                <a:lnTo>
                  <a:pt x="613" y="479"/>
                </a:lnTo>
                <a:lnTo>
                  <a:pt x="614" y="479"/>
                </a:lnTo>
                <a:lnTo>
                  <a:pt x="615" y="480"/>
                </a:lnTo>
                <a:lnTo>
                  <a:pt x="616" y="480"/>
                </a:lnTo>
                <a:lnTo>
                  <a:pt x="616" y="479"/>
                </a:lnTo>
                <a:lnTo>
                  <a:pt x="617" y="479"/>
                </a:lnTo>
                <a:lnTo>
                  <a:pt x="618" y="479"/>
                </a:lnTo>
                <a:lnTo>
                  <a:pt x="618" y="480"/>
                </a:lnTo>
                <a:lnTo>
                  <a:pt x="619" y="480"/>
                </a:lnTo>
                <a:lnTo>
                  <a:pt x="619" y="479"/>
                </a:lnTo>
                <a:lnTo>
                  <a:pt x="620" y="481"/>
                </a:lnTo>
                <a:lnTo>
                  <a:pt x="619" y="481"/>
                </a:lnTo>
                <a:lnTo>
                  <a:pt x="620" y="481"/>
                </a:lnTo>
                <a:lnTo>
                  <a:pt x="620" y="480"/>
                </a:lnTo>
                <a:lnTo>
                  <a:pt x="621" y="481"/>
                </a:lnTo>
                <a:lnTo>
                  <a:pt x="622" y="481"/>
                </a:lnTo>
                <a:lnTo>
                  <a:pt x="622" y="482"/>
                </a:lnTo>
                <a:lnTo>
                  <a:pt x="623" y="482"/>
                </a:lnTo>
                <a:lnTo>
                  <a:pt x="624" y="482"/>
                </a:lnTo>
                <a:lnTo>
                  <a:pt x="624" y="483"/>
                </a:lnTo>
                <a:lnTo>
                  <a:pt x="623" y="483"/>
                </a:lnTo>
                <a:lnTo>
                  <a:pt x="623" y="484"/>
                </a:lnTo>
                <a:lnTo>
                  <a:pt x="624" y="484"/>
                </a:lnTo>
                <a:lnTo>
                  <a:pt x="624" y="485"/>
                </a:lnTo>
                <a:lnTo>
                  <a:pt x="625" y="485"/>
                </a:lnTo>
                <a:lnTo>
                  <a:pt x="625" y="484"/>
                </a:lnTo>
                <a:lnTo>
                  <a:pt x="626" y="485"/>
                </a:lnTo>
                <a:lnTo>
                  <a:pt x="626" y="486"/>
                </a:lnTo>
                <a:lnTo>
                  <a:pt x="627" y="485"/>
                </a:lnTo>
                <a:lnTo>
                  <a:pt x="626" y="485"/>
                </a:lnTo>
                <a:lnTo>
                  <a:pt x="627" y="485"/>
                </a:lnTo>
                <a:lnTo>
                  <a:pt x="628" y="485"/>
                </a:lnTo>
                <a:lnTo>
                  <a:pt x="629" y="485"/>
                </a:lnTo>
                <a:lnTo>
                  <a:pt x="629" y="486"/>
                </a:lnTo>
                <a:lnTo>
                  <a:pt x="629" y="485"/>
                </a:lnTo>
                <a:lnTo>
                  <a:pt x="628" y="484"/>
                </a:lnTo>
                <a:lnTo>
                  <a:pt x="628" y="485"/>
                </a:lnTo>
                <a:lnTo>
                  <a:pt x="628" y="484"/>
                </a:lnTo>
                <a:lnTo>
                  <a:pt x="628" y="483"/>
                </a:lnTo>
                <a:lnTo>
                  <a:pt x="629" y="483"/>
                </a:lnTo>
                <a:lnTo>
                  <a:pt x="629" y="482"/>
                </a:lnTo>
                <a:lnTo>
                  <a:pt x="629" y="481"/>
                </a:lnTo>
                <a:lnTo>
                  <a:pt x="630" y="481"/>
                </a:lnTo>
                <a:lnTo>
                  <a:pt x="630" y="482"/>
                </a:lnTo>
                <a:lnTo>
                  <a:pt x="630" y="483"/>
                </a:lnTo>
                <a:lnTo>
                  <a:pt x="630" y="484"/>
                </a:lnTo>
                <a:lnTo>
                  <a:pt x="631" y="484"/>
                </a:lnTo>
                <a:lnTo>
                  <a:pt x="632" y="484"/>
                </a:lnTo>
                <a:lnTo>
                  <a:pt x="632" y="483"/>
                </a:lnTo>
                <a:lnTo>
                  <a:pt x="633" y="483"/>
                </a:lnTo>
                <a:lnTo>
                  <a:pt x="633" y="484"/>
                </a:lnTo>
                <a:lnTo>
                  <a:pt x="632" y="484"/>
                </a:lnTo>
                <a:lnTo>
                  <a:pt x="633" y="484"/>
                </a:lnTo>
                <a:lnTo>
                  <a:pt x="634" y="485"/>
                </a:lnTo>
                <a:lnTo>
                  <a:pt x="633" y="485"/>
                </a:lnTo>
                <a:lnTo>
                  <a:pt x="632" y="486"/>
                </a:lnTo>
                <a:lnTo>
                  <a:pt x="632" y="487"/>
                </a:lnTo>
                <a:lnTo>
                  <a:pt x="632" y="488"/>
                </a:lnTo>
                <a:lnTo>
                  <a:pt x="631" y="489"/>
                </a:lnTo>
                <a:lnTo>
                  <a:pt x="632" y="489"/>
                </a:lnTo>
                <a:lnTo>
                  <a:pt x="632" y="490"/>
                </a:lnTo>
                <a:lnTo>
                  <a:pt x="632" y="491"/>
                </a:lnTo>
                <a:lnTo>
                  <a:pt x="633" y="491"/>
                </a:lnTo>
                <a:lnTo>
                  <a:pt x="633" y="492"/>
                </a:lnTo>
                <a:lnTo>
                  <a:pt x="632" y="492"/>
                </a:lnTo>
                <a:lnTo>
                  <a:pt x="632" y="493"/>
                </a:lnTo>
                <a:lnTo>
                  <a:pt x="633" y="494"/>
                </a:lnTo>
                <a:lnTo>
                  <a:pt x="633" y="495"/>
                </a:lnTo>
                <a:lnTo>
                  <a:pt x="633" y="496"/>
                </a:lnTo>
                <a:lnTo>
                  <a:pt x="633" y="497"/>
                </a:lnTo>
                <a:lnTo>
                  <a:pt x="634" y="497"/>
                </a:lnTo>
                <a:lnTo>
                  <a:pt x="634" y="496"/>
                </a:lnTo>
                <a:lnTo>
                  <a:pt x="634" y="497"/>
                </a:lnTo>
                <a:lnTo>
                  <a:pt x="633" y="498"/>
                </a:lnTo>
                <a:lnTo>
                  <a:pt x="634" y="499"/>
                </a:lnTo>
                <a:lnTo>
                  <a:pt x="634" y="500"/>
                </a:lnTo>
                <a:lnTo>
                  <a:pt x="633" y="500"/>
                </a:lnTo>
                <a:lnTo>
                  <a:pt x="632" y="501"/>
                </a:lnTo>
                <a:lnTo>
                  <a:pt x="632" y="502"/>
                </a:lnTo>
                <a:lnTo>
                  <a:pt x="631" y="502"/>
                </a:lnTo>
                <a:lnTo>
                  <a:pt x="631" y="503"/>
                </a:lnTo>
                <a:lnTo>
                  <a:pt x="630" y="504"/>
                </a:lnTo>
                <a:lnTo>
                  <a:pt x="630" y="505"/>
                </a:lnTo>
                <a:lnTo>
                  <a:pt x="630" y="506"/>
                </a:lnTo>
                <a:lnTo>
                  <a:pt x="629" y="507"/>
                </a:lnTo>
                <a:lnTo>
                  <a:pt x="628" y="507"/>
                </a:lnTo>
                <a:lnTo>
                  <a:pt x="628" y="508"/>
                </a:lnTo>
                <a:lnTo>
                  <a:pt x="629" y="508"/>
                </a:lnTo>
                <a:lnTo>
                  <a:pt x="630" y="509"/>
                </a:lnTo>
                <a:lnTo>
                  <a:pt x="630" y="510"/>
                </a:lnTo>
                <a:lnTo>
                  <a:pt x="629" y="510"/>
                </a:lnTo>
                <a:lnTo>
                  <a:pt x="629" y="511"/>
                </a:lnTo>
                <a:lnTo>
                  <a:pt x="629" y="512"/>
                </a:lnTo>
                <a:lnTo>
                  <a:pt x="630" y="512"/>
                </a:lnTo>
                <a:lnTo>
                  <a:pt x="629" y="513"/>
                </a:lnTo>
                <a:lnTo>
                  <a:pt x="628" y="514"/>
                </a:lnTo>
                <a:lnTo>
                  <a:pt x="628" y="515"/>
                </a:lnTo>
                <a:lnTo>
                  <a:pt x="627" y="515"/>
                </a:lnTo>
                <a:lnTo>
                  <a:pt x="627" y="516"/>
                </a:lnTo>
                <a:lnTo>
                  <a:pt x="626" y="517"/>
                </a:lnTo>
                <a:lnTo>
                  <a:pt x="626" y="518"/>
                </a:lnTo>
                <a:lnTo>
                  <a:pt x="627" y="519"/>
                </a:lnTo>
                <a:lnTo>
                  <a:pt x="627" y="520"/>
                </a:lnTo>
                <a:lnTo>
                  <a:pt x="627" y="521"/>
                </a:lnTo>
                <a:lnTo>
                  <a:pt x="628" y="521"/>
                </a:lnTo>
                <a:lnTo>
                  <a:pt x="628" y="522"/>
                </a:lnTo>
                <a:lnTo>
                  <a:pt x="628" y="523"/>
                </a:lnTo>
                <a:lnTo>
                  <a:pt x="629" y="523"/>
                </a:lnTo>
                <a:lnTo>
                  <a:pt x="630" y="523"/>
                </a:lnTo>
                <a:lnTo>
                  <a:pt x="630" y="524"/>
                </a:lnTo>
                <a:lnTo>
                  <a:pt x="630" y="525"/>
                </a:lnTo>
                <a:lnTo>
                  <a:pt x="630" y="526"/>
                </a:lnTo>
                <a:lnTo>
                  <a:pt x="631" y="527"/>
                </a:lnTo>
                <a:lnTo>
                  <a:pt x="631" y="528"/>
                </a:lnTo>
                <a:lnTo>
                  <a:pt x="630" y="528"/>
                </a:lnTo>
                <a:lnTo>
                  <a:pt x="629" y="528"/>
                </a:lnTo>
                <a:lnTo>
                  <a:pt x="628" y="528"/>
                </a:lnTo>
                <a:lnTo>
                  <a:pt x="628" y="529"/>
                </a:lnTo>
                <a:lnTo>
                  <a:pt x="628" y="530"/>
                </a:lnTo>
                <a:lnTo>
                  <a:pt x="627" y="531"/>
                </a:lnTo>
                <a:lnTo>
                  <a:pt x="627" y="532"/>
                </a:lnTo>
                <a:lnTo>
                  <a:pt x="627" y="533"/>
                </a:lnTo>
                <a:lnTo>
                  <a:pt x="626" y="533"/>
                </a:lnTo>
                <a:lnTo>
                  <a:pt x="626" y="534"/>
                </a:lnTo>
                <a:lnTo>
                  <a:pt x="626" y="535"/>
                </a:lnTo>
                <a:lnTo>
                  <a:pt x="626" y="536"/>
                </a:lnTo>
                <a:lnTo>
                  <a:pt x="626" y="537"/>
                </a:lnTo>
                <a:lnTo>
                  <a:pt x="625" y="537"/>
                </a:lnTo>
                <a:lnTo>
                  <a:pt x="624" y="537"/>
                </a:lnTo>
                <a:lnTo>
                  <a:pt x="624" y="538"/>
                </a:lnTo>
                <a:lnTo>
                  <a:pt x="623" y="538"/>
                </a:lnTo>
                <a:lnTo>
                  <a:pt x="622" y="538"/>
                </a:lnTo>
                <a:lnTo>
                  <a:pt x="622" y="537"/>
                </a:lnTo>
                <a:lnTo>
                  <a:pt x="621" y="537"/>
                </a:lnTo>
                <a:lnTo>
                  <a:pt x="620" y="538"/>
                </a:lnTo>
                <a:lnTo>
                  <a:pt x="620" y="539"/>
                </a:lnTo>
                <a:lnTo>
                  <a:pt x="620" y="540"/>
                </a:lnTo>
                <a:lnTo>
                  <a:pt x="620" y="541"/>
                </a:lnTo>
                <a:lnTo>
                  <a:pt x="621" y="541"/>
                </a:lnTo>
                <a:lnTo>
                  <a:pt x="621" y="542"/>
                </a:lnTo>
                <a:lnTo>
                  <a:pt x="621" y="543"/>
                </a:lnTo>
                <a:lnTo>
                  <a:pt x="621" y="544"/>
                </a:lnTo>
                <a:lnTo>
                  <a:pt x="622" y="545"/>
                </a:lnTo>
                <a:lnTo>
                  <a:pt x="622" y="546"/>
                </a:lnTo>
                <a:lnTo>
                  <a:pt x="622" y="547"/>
                </a:lnTo>
                <a:lnTo>
                  <a:pt x="622" y="548"/>
                </a:lnTo>
                <a:lnTo>
                  <a:pt x="622" y="549"/>
                </a:lnTo>
                <a:lnTo>
                  <a:pt x="621" y="549"/>
                </a:lnTo>
                <a:lnTo>
                  <a:pt x="620" y="550"/>
                </a:lnTo>
                <a:lnTo>
                  <a:pt x="620" y="551"/>
                </a:lnTo>
                <a:lnTo>
                  <a:pt x="620" y="552"/>
                </a:lnTo>
                <a:lnTo>
                  <a:pt x="619" y="553"/>
                </a:lnTo>
                <a:lnTo>
                  <a:pt x="618" y="553"/>
                </a:lnTo>
                <a:lnTo>
                  <a:pt x="618" y="554"/>
                </a:lnTo>
                <a:lnTo>
                  <a:pt x="618" y="555"/>
                </a:lnTo>
                <a:lnTo>
                  <a:pt x="618" y="556"/>
                </a:lnTo>
                <a:lnTo>
                  <a:pt x="618" y="557"/>
                </a:lnTo>
                <a:lnTo>
                  <a:pt x="617" y="557"/>
                </a:lnTo>
                <a:lnTo>
                  <a:pt x="617" y="558"/>
                </a:lnTo>
                <a:lnTo>
                  <a:pt x="616" y="558"/>
                </a:lnTo>
                <a:lnTo>
                  <a:pt x="616" y="559"/>
                </a:lnTo>
                <a:lnTo>
                  <a:pt x="615" y="559"/>
                </a:lnTo>
                <a:lnTo>
                  <a:pt x="614" y="559"/>
                </a:lnTo>
                <a:lnTo>
                  <a:pt x="613" y="558"/>
                </a:lnTo>
                <a:lnTo>
                  <a:pt x="613" y="557"/>
                </a:lnTo>
                <a:lnTo>
                  <a:pt x="612" y="557"/>
                </a:lnTo>
                <a:lnTo>
                  <a:pt x="612" y="555"/>
                </a:lnTo>
                <a:lnTo>
                  <a:pt x="611" y="554"/>
                </a:lnTo>
                <a:lnTo>
                  <a:pt x="611" y="553"/>
                </a:lnTo>
                <a:lnTo>
                  <a:pt x="610" y="552"/>
                </a:lnTo>
                <a:lnTo>
                  <a:pt x="610" y="553"/>
                </a:lnTo>
                <a:lnTo>
                  <a:pt x="610" y="554"/>
                </a:lnTo>
                <a:lnTo>
                  <a:pt x="609" y="554"/>
                </a:lnTo>
                <a:lnTo>
                  <a:pt x="608" y="554"/>
                </a:lnTo>
                <a:lnTo>
                  <a:pt x="608" y="555"/>
                </a:lnTo>
                <a:lnTo>
                  <a:pt x="607" y="555"/>
                </a:lnTo>
                <a:lnTo>
                  <a:pt x="607" y="556"/>
                </a:lnTo>
                <a:lnTo>
                  <a:pt x="606" y="556"/>
                </a:lnTo>
                <a:lnTo>
                  <a:pt x="605" y="556"/>
                </a:lnTo>
                <a:lnTo>
                  <a:pt x="605" y="557"/>
                </a:lnTo>
                <a:lnTo>
                  <a:pt x="604" y="557"/>
                </a:lnTo>
                <a:lnTo>
                  <a:pt x="605" y="558"/>
                </a:lnTo>
                <a:lnTo>
                  <a:pt x="604" y="558"/>
                </a:lnTo>
                <a:lnTo>
                  <a:pt x="604" y="559"/>
                </a:lnTo>
                <a:lnTo>
                  <a:pt x="604" y="560"/>
                </a:lnTo>
                <a:lnTo>
                  <a:pt x="603" y="560"/>
                </a:lnTo>
                <a:lnTo>
                  <a:pt x="603" y="561"/>
                </a:lnTo>
                <a:lnTo>
                  <a:pt x="603" y="562"/>
                </a:lnTo>
                <a:lnTo>
                  <a:pt x="603" y="563"/>
                </a:lnTo>
                <a:lnTo>
                  <a:pt x="602" y="563"/>
                </a:lnTo>
                <a:lnTo>
                  <a:pt x="602" y="564"/>
                </a:lnTo>
                <a:lnTo>
                  <a:pt x="601" y="564"/>
                </a:lnTo>
                <a:lnTo>
                  <a:pt x="600" y="564"/>
                </a:lnTo>
                <a:lnTo>
                  <a:pt x="599" y="564"/>
                </a:lnTo>
                <a:lnTo>
                  <a:pt x="599" y="565"/>
                </a:lnTo>
                <a:lnTo>
                  <a:pt x="598" y="565"/>
                </a:lnTo>
                <a:lnTo>
                  <a:pt x="597" y="565"/>
                </a:lnTo>
                <a:lnTo>
                  <a:pt x="596" y="566"/>
                </a:lnTo>
                <a:lnTo>
                  <a:pt x="595" y="566"/>
                </a:lnTo>
                <a:lnTo>
                  <a:pt x="594" y="566"/>
                </a:lnTo>
                <a:lnTo>
                  <a:pt x="594" y="565"/>
                </a:lnTo>
                <a:lnTo>
                  <a:pt x="593" y="566"/>
                </a:lnTo>
                <a:lnTo>
                  <a:pt x="593" y="567"/>
                </a:lnTo>
                <a:lnTo>
                  <a:pt x="593" y="568"/>
                </a:lnTo>
                <a:lnTo>
                  <a:pt x="594" y="568"/>
                </a:lnTo>
                <a:lnTo>
                  <a:pt x="594" y="569"/>
                </a:lnTo>
                <a:lnTo>
                  <a:pt x="595" y="569"/>
                </a:lnTo>
                <a:lnTo>
                  <a:pt x="595" y="570"/>
                </a:lnTo>
                <a:lnTo>
                  <a:pt x="596" y="570"/>
                </a:lnTo>
                <a:lnTo>
                  <a:pt x="597" y="571"/>
                </a:lnTo>
                <a:lnTo>
                  <a:pt x="597" y="572"/>
                </a:lnTo>
                <a:lnTo>
                  <a:pt x="596" y="572"/>
                </a:lnTo>
                <a:lnTo>
                  <a:pt x="595" y="573"/>
                </a:lnTo>
                <a:lnTo>
                  <a:pt x="595" y="574"/>
                </a:lnTo>
                <a:lnTo>
                  <a:pt x="595" y="575"/>
                </a:lnTo>
                <a:lnTo>
                  <a:pt x="594" y="576"/>
                </a:lnTo>
                <a:lnTo>
                  <a:pt x="594" y="577"/>
                </a:lnTo>
                <a:lnTo>
                  <a:pt x="594" y="578"/>
                </a:lnTo>
                <a:lnTo>
                  <a:pt x="595" y="578"/>
                </a:lnTo>
                <a:lnTo>
                  <a:pt x="595" y="579"/>
                </a:lnTo>
                <a:lnTo>
                  <a:pt x="596" y="579"/>
                </a:lnTo>
                <a:lnTo>
                  <a:pt x="597" y="579"/>
                </a:lnTo>
                <a:lnTo>
                  <a:pt x="598" y="579"/>
                </a:lnTo>
                <a:lnTo>
                  <a:pt x="598" y="580"/>
                </a:lnTo>
                <a:lnTo>
                  <a:pt x="599" y="581"/>
                </a:lnTo>
                <a:lnTo>
                  <a:pt x="599" y="582"/>
                </a:lnTo>
                <a:lnTo>
                  <a:pt x="600" y="581"/>
                </a:lnTo>
                <a:lnTo>
                  <a:pt x="601" y="581"/>
                </a:lnTo>
                <a:lnTo>
                  <a:pt x="601" y="580"/>
                </a:lnTo>
                <a:lnTo>
                  <a:pt x="602" y="580"/>
                </a:lnTo>
                <a:lnTo>
                  <a:pt x="603" y="579"/>
                </a:lnTo>
                <a:lnTo>
                  <a:pt x="604" y="578"/>
                </a:lnTo>
                <a:lnTo>
                  <a:pt x="604" y="577"/>
                </a:lnTo>
                <a:lnTo>
                  <a:pt x="606" y="577"/>
                </a:lnTo>
                <a:lnTo>
                  <a:pt x="606" y="578"/>
                </a:lnTo>
                <a:lnTo>
                  <a:pt x="606" y="579"/>
                </a:lnTo>
                <a:lnTo>
                  <a:pt x="607" y="579"/>
                </a:lnTo>
                <a:lnTo>
                  <a:pt x="607" y="580"/>
                </a:lnTo>
                <a:lnTo>
                  <a:pt x="608" y="581"/>
                </a:lnTo>
                <a:lnTo>
                  <a:pt x="607" y="581"/>
                </a:lnTo>
                <a:lnTo>
                  <a:pt x="607" y="582"/>
                </a:lnTo>
                <a:lnTo>
                  <a:pt x="607" y="583"/>
                </a:lnTo>
                <a:lnTo>
                  <a:pt x="607" y="584"/>
                </a:lnTo>
                <a:lnTo>
                  <a:pt x="608" y="585"/>
                </a:lnTo>
                <a:lnTo>
                  <a:pt x="608" y="586"/>
                </a:lnTo>
                <a:lnTo>
                  <a:pt x="608" y="587"/>
                </a:lnTo>
                <a:lnTo>
                  <a:pt x="609" y="588"/>
                </a:lnTo>
                <a:lnTo>
                  <a:pt x="609" y="589"/>
                </a:lnTo>
                <a:lnTo>
                  <a:pt x="608" y="589"/>
                </a:lnTo>
                <a:lnTo>
                  <a:pt x="608" y="590"/>
                </a:lnTo>
                <a:lnTo>
                  <a:pt x="609" y="590"/>
                </a:lnTo>
                <a:lnTo>
                  <a:pt x="610" y="591"/>
                </a:lnTo>
                <a:lnTo>
                  <a:pt x="611" y="591"/>
                </a:lnTo>
                <a:lnTo>
                  <a:pt x="611" y="592"/>
                </a:lnTo>
                <a:lnTo>
                  <a:pt x="611" y="593"/>
                </a:lnTo>
                <a:lnTo>
                  <a:pt x="611" y="594"/>
                </a:lnTo>
                <a:lnTo>
                  <a:pt x="612" y="594"/>
                </a:lnTo>
                <a:lnTo>
                  <a:pt x="613" y="594"/>
                </a:lnTo>
                <a:lnTo>
                  <a:pt x="612" y="594"/>
                </a:lnTo>
                <a:lnTo>
                  <a:pt x="612" y="595"/>
                </a:lnTo>
                <a:lnTo>
                  <a:pt x="613" y="597"/>
                </a:lnTo>
                <a:lnTo>
                  <a:pt x="614" y="597"/>
                </a:lnTo>
                <a:lnTo>
                  <a:pt x="614" y="598"/>
                </a:lnTo>
                <a:lnTo>
                  <a:pt x="615" y="599"/>
                </a:lnTo>
                <a:lnTo>
                  <a:pt x="615" y="598"/>
                </a:lnTo>
                <a:lnTo>
                  <a:pt x="617" y="598"/>
                </a:lnTo>
                <a:lnTo>
                  <a:pt x="619" y="599"/>
                </a:lnTo>
                <a:lnTo>
                  <a:pt x="619" y="600"/>
                </a:lnTo>
                <a:lnTo>
                  <a:pt x="618" y="601"/>
                </a:lnTo>
                <a:lnTo>
                  <a:pt x="617" y="601"/>
                </a:lnTo>
                <a:lnTo>
                  <a:pt x="617" y="602"/>
                </a:lnTo>
                <a:lnTo>
                  <a:pt x="616" y="602"/>
                </a:lnTo>
                <a:lnTo>
                  <a:pt x="616" y="603"/>
                </a:lnTo>
                <a:lnTo>
                  <a:pt x="615" y="603"/>
                </a:lnTo>
                <a:lnTo>
                  <a:pt x="614" y="604"/>
                </a:lnTo>
                <a:lnTo>
                  <a:pt x="613" y="604"/>
                </a:lnTo>
                <a:lnTo>
                  <a:pt x="612" y="604"/>
                </a:lnTo>
                <a:lnTo>
                  <a:pt x="612" y="603"/>
                </a:lnTo>
                <a:lnTo>
                  <a:pt x="611" y="603"/>
                </a:lnTo>
                <a:lnTo>
                  <a:pt x="611" y="602"/>
                </a:lnTo>
                <a:lnTo>
                  <a:pt x="610" y="602"/>
                </a:lnTo>
                <a:lnTo>
                  <a:pt x="610" y="601"/>
                </a:lnTo>
                <a:lnTo>
                  <a:pt x="609" y="601"/>
                </a:lnTo>
                <a:lnTo>
                  <a:pt x="609" y="602"/>
                </a:lnTo>
                <a:lnTo>
                  <a:pt x="608" y="602"/>
                </a:lnTo>
                <a:lnTo>
                  <a:pt x="607" y="602"/>
                </a:lnTo>
                <a:lnTo>
                  <a:pt x="607" y="603"/>
                </a:lnTo>
                <a:lnTo>
                  <a:pt x="606" y="603"/>
                </a:lnTo>
                <a:lnTo>
                  <a:pt x="606" y="604"/>
                </a:lnTo>
                <a:lnTo>
                  <a:pt x="605" y="605"/>
                </a:lnTo>
                <a:lnTo>
                  <a:pt x="604" y="606"/>
                </a:lnTo>
                <a:lnTo>
                  <a:pt x="604" y="607"/>
                </a:lnTo>
                <a:lnTo>
                  <a:pt x="603" y="607"/>
                </a:lnTo>
                <a:lnTo>
                  <a:pt x="602" y="608"/>
                </a:lnTo>
                <a:lnTo>
                  <a:pt x="601" y="608"/>
                </a:lnTo>
                <a:lnTo>
                  <a:pt x="601" y="607"/>
                </a:lnTo>
                <a:lnTo>
                  <a:pt x="600" y="607"/>
                </a:lnTo>
                <a:lnTo>
                  <a:pt x="599" y="609"/>
                </a:lnTo>
                <a:lnTo>
                  <a:pt x="600" y="610"/>
                </a:lnTo>
                <a:lnTo>
                  <a:pt x="600" y="611"/>
                </a:lnTo>
                <a:lnTo>
                  <a:pt x="600" y="613"/>
                </a:lnTo>
                <a:lnTo>
                  <a:pt x="599" y="613"/>
                </a:lnTo>
                <a:lnTo>
                  <a:pt x="599" y="614"/>
                </a:lnTo>
                <a:lnTo>
                  <a:pt x="599" y="615"/>
                </a:lnTo>
                <a:lnTo>
                  <a:pt x="598" y="615"/>
                </a:lnTo>
                <a:lnTo>
                  <a:pt x="598" y="616"/>
                </a:lnTo>
                <a:lnTo>
                  <a:pt x="598" y="615"/>
                </a:lnTo>
                <a:lnTo>
                  <a:pt x="598" y="614"/>
                </a:lnTo>
                <a:lnTo>
                  <a:pt x="597" y="614"/>
                </a:lnTo>
                <a:lnTo>
                  <a:pt x="597" y="615"/>
                </a:lnTo>
                <a:lnTo>
                  <a:pt x="596" y="615"/>
                </a:lnTo>
                <a:lnTo>
                  <a:pt x="596" y="614"/>
                </a:lnTo>
                <a:lnTo>
                  <a:pt x="595" y="614"/>
                </a:lnTo>
                <a:lnTo>
                  <a:pt x="596" y="615"/>
                </a:lnTo>
                <a:lnTo>
                  <a:pt x="596" y="616"/>
                </a:lnTo>
                <a:lnTo>
                  <a:pt x="595" y="616"/>
                </a:lnTo>
                <a:lnTo>
                  <a:pt x="594" y="616"/>
                </a:lnTo>
                <a:lnTo>
                  <a:pt x="593" y="616"/>
                </a:lnTo>
                <a:lnTo>
                  <a:pt x="592" y="615"/>
                </a:lnTo>
                <a:lnTo>
                  <a:pt x="591" y="615"/>
                </a:lnTo>
                <a:lnTo>
                  <a:pt x="591" y="616"/>
                </a:lnTo>
                <a:lnTo>
                  <a:pt x="590" y="615"/>
                </a:lnTo>
                <a:lnTo>
                  <a:pt x="590" y="616"/>
                </a:lnTo>
                <a:lnTo>
                  <a:pt x="589" y="615"/>
                </a:lnTo>
                <a:lnTo>
                  <a:pt x="588" y="615"/>
                </a:lnTo>
                <a:lnTo>
                  <a:pt x="587" y="615"/>
                </a:lnTo>
                <a:lnTo>
                  <a:pt x="586" y="615"/>
                </a:lnTo>
                <a:lnTo>
                  <a:pt x="585" y="615"/>
                </a:lnTo>
                <a:lnTo>
                  <a:pt x="584" y="614"/>
                </a:lnTo>
                <a:lnTo>
                  <a:pt x="583" y="614"/>
                </a:lnTo>
                <a:lnTo>
                  <a:pt x="582" y="614"/>
                </a:lnTo>
                <a:lnTo>
                  <a:pt x="581" y="614"/>
                </a:lnTo>
                <a:lnTo>
                  <a:pt x="581" y="613"/>
                </a:lnTo>
                <a:lnTo>
                  <a:pt x="580" y="613"/>
                </a:lnTo>
                <a:lnTo>
                  <a:pt x="579" y="614"/>
                </a:lnTo>
                <a:lnTo>
                  <a:pt x="578" y="615"/>
                </a:lnTo>
                <a:lnTo>
                  <a:pt x="577" y="616"/>
                </a:lnTo>
                <a:lnTo>
                  <a:pt x="577" y="617"/>
                </a:lnTo>
                <a:lnTo>
                  <a:pt x="576" y="617"/>
                </a:lnTo>
                <a:lnTo>
                  <a:pt x="575" y="616"/>
                </a:lnTo>
                <a:lnTo>
                  <a:pt x="575" y="615"/>
                </a:lnTo>
                <a:lnTo>
                  <a:pt x="574" y="615"/>
                </a:lnTo>
                <a:lnTo>
                  <a:pt x="574" y="616"/>
                </a:lnTo>
                <a:lnTo>
                  <a:pt x="573" y="616"/>
                </a:lnTo>
                <a:lnTo>
                  <a:pt x="573" y="615"/>
                </a:lnTo>
                <a:lnTo>
                  <a:pt x="572" y="614"/>
                </a:lnTo>
                <a:lnTo>
                  <a:pt x="572" y="613"/>
                </a:lnTo>
                <a:lnTo>
                  <a:pt x="571" y="613"/>
                </a:lnTo>
                <a:lnTo>
                  <a:pt x="570" y="613"/>
                </a:lnTo>
                <a:lnTo>
                  <a:pt x="570" y="614"/>
                </a:lnTo>
                <a:lnTo>
                  <a:pt x="568" y="614"/>
                </a:lnTo>
                <a:lnTo>
                  <a:pt x="567" y="614"/>
                </a:lnTo>
                <a:lnTo>
                  <a:pt x="567" y="613"/>
                </a:lnTo>
                <a:lnTo>
                  <a:pt x="567" y="611"/>
                </a:lnTo>
                <a:lnTo>
                  <a:pt x="566" y="611"/>
                </a:lnTo>
                <a:lnTo>
                  <a:pt x="565" y="611"/>
                </a:lnTo>
                <a:lnTo>
                  <a:pt x="565" y="612"/>
                </a:lnTo>
                <a:lnTo>
                  <a:pt x="564" y="611"/>
                </a:lnTo>
                <a:lnTo>
                  <a:pt x="563" y="611"/>
                </a:lnTo>
                <a:lnTo>
                  <a:pt x="563" y="612"/>
                </a:lnTo>
                <a:lnTo>
                  <a:pt x="563" y="611"/>
                </a:lnTo>
                <a:lnTo>
                  <a:pt x="562" y="610"/>
                </a:lnTo>
                <a:lnTo>
                  <a:pt x="561" y="611"/>
                </a:lnTo>
                <a:lnTo>
                  <a:pt x="560" y="611"/>
                </a:lnTo>
                <a:lnTo>
                  <a:pt x="560" y="612"/>
                </a:lnTo>
                <a:lnTo>
                  <a:pt x="560" y="613"/>
                </a:lnTo>
                <a:lnTo>
                  <a:pt x="559" y="613"/>
                </a:lnTo>
                <a:lnTo>
                  <a:pt x="558" y="614"/>
                </a:lnTo>
                <a:lnTo>
                  <a:pt x="557" y="615"/>
                </a:lnTo>
                <a:lnTo>
                  <a:pt x="556" y="615"/>
                </a:lnTo>
                <a:lnTo>
                  <a:pt x="556" y="616"/>
                </a:lnTo>
                <a:lnTo>
                  <a:pt x="556" y="617"/>
                </a:lnTo>
                <a:lnTo>
                  <a:pt x="555" y="617"/>
                </a:lnTo>
                <a:lnTo>
                  <a:pt x="554" y="618"/>
                </a:lnTo>
                <a:lnTo>
                  <a:pt x="553" y="618"/>
                </a:lnTo>
                <a:lnTo>
                  <a:pt x="554" y="619"/>
                </a:lnTo>
                <a:lnTo>
                  <a:pt x="554" y="620"/>
                </a:lnTo>
                <a:lnTo>
                  <a:pt x="554" y="621"/>
                </a:lnTo>
                <a:lnTo>
                  <a:pt x="554" y="622"/>
                </a:lnTo>
                <a:lnTo>
                  <a:pt x="554" y="623"/>
                </a:lnTo>
                <a:lnTo>
                  <a:pt x="555" y="623"/>
                </a:lnTo>
                <a:lnTo>
                  <a:pt x="555" y="624"/>
                </a:lnTo>
                <a:lnTo>
                  <a:pt x="555" y="625"/>
                </a:lnTo>
                <a:lnTo>
                  <a:pt x="556" y="625"/>
                </a:lnTo>
                <a:lnTo>
                  <a:pt x="556" y="626"/>
                </a:lnTo>
                <a:lnTo>
                  <a:pt x="556" y="627"/>
                </a:lnTo>
                <a:lnTo>
                  <a:pt x="555" y="628"/>
                </a:lnTo>
                <a:lnTo>
                  <a:pt x="556" y="629"/>
                </a:lnTo>
                <a:lnTo>
                  <a:pt x="556" y="630"/>
                </a:lnTo>
                <a:lnTo>
                  <a:pt x="557" y="630"/>
                </a:lnTo>
                <a:lnTo>
                  <a:pt x="558" y="631"/>
                </a:lnTo>
                <a:lnTo>
                  <a:pt x="559" y="631"/>
                </a:lnTo>
                <a:lnTo>
                  <a:pt x="559" y="632"/>
                </a:lnTo>
                <a:lnTo>
                  <a:pt x="559" y="633"/>
                </a:lnTo>
                <a:lnTo>
                  <a:pt x="560" y="633"/>
                </a:lnTo>
                <a:lnTo>
                  <a:pt x="561" y="633"/>
                </a:lnTo>
                <a:lnTo>
                  <a:pt x="562" y="633"/>
                </a:lnTo>
                <a:lnTo>
                  <a:pt x="562" y="634"/>
                </a:lnTo>
                <a:lnTo>
                  <a:pt x="561" y="635"/>
                </a:lnTo>
                <a:lnTo>
                  <a:pt x="560" y="635"/>
                </a:lnTo>
                <a:lnTo>
                  <a:pt x="559" y="636"/>
                </a:lnTo>
                <a:lnTo>
                  <a:pt x="559" y="637"/>
                </a:lnTo>
                <a:lnTo>
                  <a:pt x="559" y="638"/>
                </a:lnTo>
                <a:lnTo>
                  <a:pt x="558" y="638"/>
                </a:lnTo>
                <a:lnTo>
                  <a:pt x="557" y="639"/>
                </a:lnTo>
                <a:lnTo>
                  <a:pt x="555" y="640"/>
                </a:lnTo>
                <a:lnTo>
                  <a:pt x="553" y="641"/>
                </a:lnTo>
                <a:lnTo>
                  <a:pt x="552" y="642"/>
                </a:lnTo>
                <a:lnTo>
                  <a:pt x="552" y="643"/>
                </a:lnTo>
                <a:lnTo>
                  <a:pt x="553" y="643"/>
                </a:lnTo>
                <a:lnTo>
                  <a:pt x="554" y="643"/>
                </a:lnTo>
                <a:lnTo>
                  <a:pt x="554" y="644"/>
                </a:lnTo>
                <a:lnTo>
                  <a:pt x="554" y="645"/>
                </a:lnTo>
                <a:lnTo>
                  <a:pt x="555" y="645"/>
                </a:lnTo>
                <a:lnTo>
                  <a:pt x="556" y="645"/>
                </a:lnTo>
                <a:lnTo>
                  <a:pt x="557" y="645"/>
                </a:lnTo>
                <a:lnTo>
                  <a:pt x="558" y="645"/>
                </a:lnTo>
                <a:lnTo>
                  <a:pt x="558" y="644"/>
                </a:lnTo>
                <a:lnTo>
                  <a:pt x="558" y="643"/>
                </a:lnTo>
                <a:lnTo>
                  <a:pt x="559" y="644"/>
                </a:lnTo>
                <a:lnTo>
                  <a:pt x="559" y="645"/>
                </a:lnTo>
                <a:lnTo>
                  <a:pt x="559" y="646"/>
                </a:lnTo>
                <a:lnTo>
                  <a:pt x="558" y="647"/>
                </a:lnTo>
                <a:lnTo>
                  <a:pt x="557" y="646"/>
                </a:lnTo>
                <a:lnTo>
                  <a:pt x="556" y="646"/>
                </a:lnTo>
                <a:lnTo>
                  <a:pt x="555" y="645"/>
                </a:lnTo>
                <a:lnTo>
                  <a:pt x="555" y="646"/>
                </a:lnTo>
                <a:lnTo>
                  <a:pt x="555" y="647"/>
                </a:lnTo>
                <a:lnTo>
                  <a:pt x="555" y="648"/>
                </a:lnTo>
                <a:lnTo>
                  <a:pt x="554" y="648"/>
                </a:lnTo>
                <a:lnTo>
                  <a:pt x="555" y="648"/>
                </a:lnTo>
                <a:lnTo>
                  <a:pt x="556" y="647"/>
                </a:lnTo>
                <a:lnTo>
                  <a:pt x="556" y="648"/>
                </a:lnTo>
                <a:lnTo>
                  <a:pt x="556" y="650"/>
                </a:lnTo>
                <a:lnTo>
                  <a:pt x="556" y="651"/>
                </a:lnTo>
                <a:lnTo>
                  <a:pt x="556" y="652"/>
                </a:lnTo>
                <a:lnTo>
                  <a:pt x="557" y="652"/>
                </a:lnTo>
                <a:lnTo>
                  <a:pt x="557" y="651"/>
                </a:lnTo>
                <a:lnTo>
                  <a:pt x="558" y="651"/>
                </a:lnTo>
                <a:lnTo>
                  <a:pt x="559" y="652"/>
                </a:lnTo>
                <a:lnTo>
                  <a:pt x="559" y="653"/>
                </a:lnTo>
                <a:lnTo>
                  <a:pt x="559" y="654"/>
                </a:lnTo>
                <a:lnTo>
                  <a:pt x="560" y="655"/>
                </a:lnTo>
                <a:lnTo>
                  <a:pt x="560" y="656"/>
                </a:lnTo>
                <a:lnTo>
                  <a:pt x="560" y="657"/>
                </a:lnTo>
                <a:lnTo>
                  <a:pt x="560" y="658"/>
                </a:lnTo>
                <a:lnTo>
                  <a:pt x="561" y="658"/>
                </a:lnTo>
                <a:lnTo>
                  <a:pt x="561" y="659"/>
                </a:lnTo>
                <a:lnTo>
                  <a:pt x="561" y="660"/>
                </a:lnTo>
                <a:lnTo>
                  <a:pt x="560" y="660"/>
                </a:lnTo>
                <a:lnTo>
                  <a:pt x="561" y="661"/>
                </a:lnTo>
                <a:lnTo>
                  <a:pt x="562" y="662"/>
                </a:lnTo>
                <a:lnTo>
                  <a:pt x="562" y="663"/>
                </a:lnTo>
                <a:lnTo>
                  <a:pt x="562" y="664"/>
                </a:lnTo>
                <a:lnTo>
                  <a:pt x="561" y="664"/>
                </a:lnTo>
                <a:lnTo>
                  <a:pt x="562" y="665"/>
                </a:lnTo>
                <a:lnTo>
                  <a:pt x="562" y="666"/>
                </a:lnTo>
                <a:lnTo>
                  <a:pt x="561" y="666"/>
                </a:lnTo>
                <a:lnTo>
                  <a:pt x="561" y="667"/>
                </a:lnTo>
                <a:lnTo>
                  <a:pt x="562" y="667"/>
                </a:lnTo>
                <a:lnTo>
                  <a:pt x="562" y="668"/>
                </a:lnTo>
                <a:lnTo>
                  <a:pt x="563" y="668"/>
                </a:lnTo>
                <a:lnTo>
                  <a:pt x="563" y="669"/>
                </a:lnTo>
                <a:lnTo>
                  <a:pt x="563" y="670"/>
                </a:lnTo>
                <a:lnTo>
                  <a:pt x="562" y="670"/>
                </a:lnTo>
                <a:lnTo>
                  <a:pt x="562" y="671"/>
                </a:lnTo>
                <a:lnTo>
                  <a:pt x="562" y="672"/>
                </a:lnTo>
                <a:lnTo>
                  <a:pt x="563" y="672"/>
                </a:lnTo>
                <a:lnTo>
                  <a:pt x="563" y="673"/>
                </a:lnTo>
                <a:lnTo>
                  <a:pt x="562" y="673"/>
                </a:lnTo>
                <a:lnTo>
                  <a:pt x="563" y="674"/>
                </a:lnTo>
                <a:lnTo>
                  <a:pt x="563" y="675"/>
                </a:lnTo>
                <a:lnTo>
                  <a:pt x="563" y="676"/>
                </a:lnTo>
                <a:lnTo>
                  <a:pt x="562" y="675"/>
                </a:lnTo>
                <a:lnTo>
                  <a:pt x="561" y="675"/>
                </a:lnTo>
                <a:lnTo>
                  <a:pt x="560" y="674"/>
                </a:lnTo>
                <a:lnTo>
                  <a:pt x="560" y="675"/>
                </a:lnTo>
                <a:lnTo>
                  <a:pt x="560" y="676"/>
                </a:lnTo>
                <a:lnTo>
                  <a:pt x="559" y="676"/>
                </a:lnTo>
                <a:lnTo>
                  <a:pt x="558" y="676"/>
                </a:lnTo>
                <a:lnTo>
                  <a:pt x="557" y="677"/>
                </a:lnTo>
                <a:lnTo>
                  <a:pt x="556" y="677"/>
                </a:lnTo>
                <a:lnTo>
                  <a:pt x="557" y="678"/>
                </a:lnTo>
                <a:lnTo>
                  <a:pt x="557" y="679"/>
                </a:lnTo>
                <a:lnTo>
                  <a:pt x="557" y="680"/>
                </a:lnTo>
                <a:lnTo>
                  <a:pt x="558" y="682"/>
                </a:lnTo>
                <a:lnTo>
                  <a:pt x="558" y="683"/>
                </a:lnTo>
                <a:lnTo>
                  <a:pt x="557" y="683"/>
                </a:lnTo>
                <a:lnTo>
                  <a:pt x="557" y="684"/>
                </a:lnTo>
                <a:lnTo>
                  <a:pt x="556" y="685"/>
                </a:lnTo>
                <a:lnTo>
                  <a:pt x="556" y="686"/>
                </a:lnTo>
                <a:lnTo>
                  <a:pt x="555" y="686"/>
                </a:lnTo>
                <a:lnTo>
                  <a:pt x="554" y="687"/>
                </a:lnTo>
                <a:lnTo>
                  <a:pt x="553" y="688"/>
                </a:lnTo>
                <a:lnTo>
                  <a:pt x="553" y="689"/>
                </a:lnTo>
                <a:lnTo>
                  <a:pt x="552" y="690"/>
                </a:lnTo>
                <a:lnTo>
                  <a:pt x="551" y="691"/>
                </a:lnTo>
                <a:lnTo>
                  <a:pt x="551" y="692"/>
                </a:lnTo>
                <a:lnTo>
                  <a:pt x="550" y="692"/>
                </a:lnTo>
                <a:lnTo>
                  <a:pt x="549" y="691"/>
                </a:lnTo>
                <a:lnTo>
                  <a:pt x="548" y="691"/>
                </a:lnTo>
                <a:lnTo>
                  <a:pt x="548" y="692"/>
                </a:lnTo>
                <a:lnTo>
                  <a:pt x="547" y="692"/>
                </a:lnTo>
                <a:lnTo>
                  <a:pt x="547" y="693"/>
                </a:lnTo>
                <a:lnTo>
                  <a:pt x="548" y="694"/>
                </a:lnTo>
                <a:lnTo>
                  <a:pt x="548" y="695"/>
                </a:lnTo>
                <a:lnTo>
                  <a:pt x="549" y="696"/>
                </a:lnTo>
                <a:lnTo>
                  <a:pt x="548" y="696"/>
                </a:lnTo>
                <a:lnTo>
                  <a:pt x="547" y="696"/>
                </a:lnTo>
                <a:lnTo>
                  <a:pt x="546" y="697"/>
                </a:lnTo>
                <a:lnTo>
                  <a:pt x="546" y="698"/>
                </a:lnTo>
                <a:lnTo>
                  <a:pt x="546" y="699"/>
                </a:lnTo>
                <a:lnTo>
                  <a:pt x="546" y="700"/>
                </a:lnTo>
                <a:lnTo>
                  <a:pt x="546" y="701"/>
                </a:lnTo>
                <a:lnTo>
                  <a:pt x="547" y="702"/>
                </a:lnTo>
                <a:lnTo>
                  <a:pt x="548" y="703"/>
                </a:lnTo>
                <a:lnTo>
                  <a:pt x="548" y="704"/>
                </a:lnTo>
                <a:lnTo>
                  <a:pt x="548" y="705"/>
                </a:lnTo>
                <a:lnTo>
                  <a:pt x="548" y="707"/>
                </a:lnTo>
                <a:lnTo>
                  <a:pt x="548" y="708"/>
                </a:lnTo>
                <a:lnTo>
                  <a:pt x="547" y="709"/>
                </a:lnTo>
                <a:lnTo>
                  <a:pt x="547" y="710"/>
                </a:lnTo>
                <a:lnTo>
                  <a:pt x="546" y="710"/>
                </a:lnTo>
                <a:lnTo>
                  <a:pt x="546" y="711"/>
                </a:lnTo>
                <a:lnTo>
                  <a:pt x="546" y="712"/>
                </a:lnTo>
                <a:lnTo>
                  <a:pt x="546" y="713"/>
                </a:lnTo>
                <a:lnTo>
                  <a:pt x="545" y="713"/>
                </a:lnTo>
                <a:lnTo>
                  <a:pt x="545" y="714"/>
                </a:lnTo>
                <a:lnTo>
                  <a:pt x="544" y="714"/>
                </a:lnTo>
                <a:lnTo>
                  <a:pt x="543" y="714"/>
                </a:lnTo>
                <a:lnTo>
                  <a:pt x="542" y="715"/>
                </a:lnTo>
                <a:lnTo>
                  <a:pt x="542" y="716"/>
                </a:lnTo>
                <a:lnTo>
                  <a:pt x="541" y="717"/>
                </a:lnTo>
                <a:lnTo>
                  <a:pt x="541" y="718"/>
                </a:lnTo>
                <a:lnTo>
                  <a:pt x="541" y="719"/>
                </a:lnTo>
                <a:lnTo>
                  <a:pt x="540" y="719"/>
                </a:lnTo>
                <a:lnTo>
                  <a:pt x="540" y="720"/>
                </a:lnTo>
                <a:lnTo>
                  <a:pt x="541" y="720"/>
                </a:lnTo>
                <a:lnTo>
                  <a:pt x="540" y="720"/>
                </a:lnTo>
                <a:lnTo>
                  <a:pt x="540" y="721"/>
                </a:lnTo>
                <a:lnTo>
                  <a:pt x="539" y="721"/>
                </a:lnTo>
                <a:lnTo>
                  <a:pt x="539" y="722"/>
                </a:lnTo>
                <a:lnTo>
                  <a:pt x="539" y="723"/>
                </a:lnTo>
                <a:lnTo>
                  <a:pt x="538" y="723"/>
                </a:lnTo>
                <a:lnTo>
                  <a:pt x="539" y="723"/>
                </a:lnTo>
                <a:lnTo>
                  <a:pt x="538" y="724"/>
                </a:lnTo>
                <a:lnTo>
                  <a:pt x="537" y="725"/>
                </a:lnTo>
                <a:lnTo>
                  <a:pt x="536" y="724"/>
                </a:lnTo>
                <a:lnTo>
                  <a:pt x="535" y="724"/>
                </a:lnTo>
                <a:lnTo>
                  <a:pt x="534" y="723"/>
                </a:lnTo>
                <a:lnTo>
                  <a:pt x="533" y="724"/>
                </a:lnTo>
                <a:lnTo>
                  <a:pt x="532" y="725"/>
                </a:lnTo>
                <a:lnTo>
                  <a:pt x="531" y="725"/>
                </a:lnTo>
                <a:lnTo>
                  <a:pt x="530" y="725"/>
                </a:lnTo>
                <a:lnTo>
                  <a:pt x="530" y="726"/>
                </a:lnTo>
                <a:lnTo>
                  <a:pt x="529" y="726"/>
                </a:lnTo>
                <a:lnTo>
                  <a:pt x="528" y="727"/>
                </a:lnTo>
                <a:lnTo>
                  <a:pt x="528" y="728"/>
                </a:lnTo>
                <a:lnTo>
                  <a:pt x="527" y="729"/>
                </a:lnTo>
                <a:lnTo>
                  <a:pt x="527" y="730"/>
                </a:lnTo>
                <a:lnTo>
                  <a:pt x="526" y="730"/>
                </a:lnTo>
                <a:lnTo>
                  <a:pt x="526" y="731"/>
                </a:lnTo>
                <a:lnTo>
                  <a:pt x="525" y="733"/>
                </a:lnTo>
                <a:lnTo>
                  <a:pt x="525" y="734"/>
                </a:lnTo>
                <a:lnTo>
                  <a:pt x="524" y="734"/>
                </a:lnTo>
                <a:lnTo>
                  <a:pt x="523" y="735"/>
                </a:lnTo>
                <a:lnTo>
                  <a:pt x="522" y="735"/>
                </a:lnTo>
                <a:lnTo>
                  <a:pt x="522" y="736"/>
                </a:lnTo>
                <a:lnTo>
                  <a:pt x="521" y="736"/>
                </a:lnTo>
                <a:lnTo>
                  <a:pt x="520" y="737"/>
                </a:lnTo>
                <a:lnTo>
                  <a:pt x="520" y="738"/>
                </a:lnTo>
                <a:lnTo>
                  <a:pt x="520" y="739"/>
                </a:lnTo>
                <a:lnTo>
                  <a:pt x="520" y="740"/>
                </a:lnTo>
                <a:lnTo>
                  <a:pt x="520" y="741"/>
                </a:lnTo>
                <a:lnTo>
                  <a:pt x="520" y="742"/>
                </a:lnTo>
                <a:lnTo>
                  <a:pt x="520" y="743"/>
                </a:lnTo>
                <a:lnTo>
                  <a:pt x="520" y="744"/>
                </a:lnTo>
                <a:lnTo>
                  <a:pt x="520" y="745"/>
                </a:lnTo>
                <a:lnTo>
                  <a:pt x="521" y="745"/>
                </a:lnTo>
                <a:lnTo>
                  <a:pt x="521" y="746"/>
                </a:lnTo>
                <a:lnTo>
                  <a:pt x="520" y="746"/>
                </a:lnTo>
                <a:lnTo>
                  <a:pt x="519" y="747"/>
                </a:lnTo>
                <a:lnTo>
                  <a:pt x="518" y="748"/>
                </a:lnTo>
                <a:lnTo>
                  <a:pt x="518" y="747"/>
                </a:lnTo>
                <a:lnTo>
                  <a:pt x="517" y="747"/>
                </a:lnTo>
                <a:lnTo>
                  <a:pt x="516" y="747"/>
                </a:lnTo>
                <a:lnTo>
                  <a:pt x="516" y="748"/>
                </a:lnTo>
                <a:lnTo>
                  <a:pt x="515" y="748"/>
                </a:lnTo>
                <a:lnTo>
                  <a:pt x="515" y="747"/>
                </a:lnTo>
                <a:lnTo>
                  <a:pt x="514" y="748"/>
                </a:lnTo>
                <a:lnTo>
                  <a:pt x="514" y="747"/>
                </a:lnTo>
                <a:lnTo>
                  <a:pt x="513" y="747"/>
                </a:lnTo>
                <a:lnTo>
                  <a:pt x="513" y="748"/>
                </a:lnTo>
                <a:lnTo>
                  <a:pt x="513" y="749"/>
                </a:lnTo>
                <a:lnTo>
                  <a:pt x="513" y="750"/>
                </a:lnTo>
                <a:lnTo>
                  <a:pt x="512" y="750"/>
                </a:lnTo>
                <a:lnTo>
                  <a:pt x="512" y="749"/>
                </a:lnTo>
                <a:lnTo>
                  <a:pt x="511" y="749"/>
                </a:lnTo>
                <a:lnTo>
                  <a:pt x="511" y="748"/>
                </a:lnTo>
                <a:lnTo>
                  <a:pt x="510" y="748"/>
                </a:lnTo>
                <a:lnTo>
                  <a:pt x="510" y="749"/>
                </a:lnTo>
                <a:lnTo>
                  <a:pt x="509" y="749"/>
                </a:lnTo>
                <a:lnTo>
                  <a:pt x="508" y="749"/>
                </a:lnTo>
                <a:lnTo>
                  <a:pt x="507" y="749"/>
                </a:lnTo>
                <a:lnTo>
                  <a:pt x="506" y="749"/>
                </a:lnTo>
                <a:lnTo>
                  <a:pt x="506" y="750"/>
                </a:lnTo>
                <a:lnTo>
                  <a:pt x="506" y="751"/>
                </a:lnTo>
                <a:lnTo>
                  <a:pt x="505" y="751"/>
                </a:lnTo>
                <a:lnTo>
                  <a:pt x="505" y="752"/>
                </a:lnTo>
                <a:lnTo>
                  <a:pt x="505" y="753"/>
                </a:lnTo>
                <a:lnTo>
                  <a:pt x="504" y="753"/>
                </a:lnTo>
                <a:lnTo>
                  <a:pt x="504" y="754"/>
                </a:lnTo>
                <a:lnTo>
                  <a:pt x="503" y="754"/>
                </a:lnTo>
                <a:lnTo>
                  <a:pt x="503" y="755"/>
                </a:lnTo>
                <a:lnTo>
                  <a:pt x="502" y="755"/>
                </a:lnTo>
                <a:lnTo>
                  <a:pt x="501" y="754"/>
                </a:lnTo>
                <a:lnTo>
                  <a:pt x="500" y="753"/>
                </a:lnTo>
                <a:lnTo>
                  <a:pt x="500" y="752"/>
                </a:lnTo>
                <a:lnTo>
                  <a:pt x="499" y="752"/>
                </a:lnTo>
                <a:lnTo>
                  <a:pt x="498" y="752"/>
                </a:lnTo>
                <a:lnTo>
                  <a:pt x="497" y="752"/>
                </a:lnTo>
                <a:lnTo>
                  <a:pt x="497" y="753"/>
                </a:lnTo>
                <a:lnTo>
                  <a:pt x="497" y="755"/>
                </a:lnTo>
                <a:lnTo>
                  <a:pt x="498" y="756"/>
                </a:lnTo>
                <a:lnTo>
                  <a:pt x="498" y="757"/>
                </a:lnTo>
                <a:lnTo>
                  <a:pt x="498" y="758"/>
                </a:lnTo>
                <a:lnTo>
                  <a:pt x="499" y="759"/>
                </a:lnTo>
                <a:lnTo>
                  <a:pt x="499" y="760"/>
                </a:lnTo>
                <a:lnTo>
                  <a:pt x="499" y="761"/>
                </a:lnTo>
                <a:lnTo>
                  <a:pt x="499" y="762"/>
                </a:lnTo>
                <a:lnTo>
                  <a:pt x="499" y="763"/>
                </a:lnTo>
                <a:lnTo>
                  <a:pt x="499" y="764"/>
                </a:lnTo>
                <a:lnTo>
                  <a:pt x="498" y="764"/>
                </a:lnTo>
                <a:lnTo>
                  <a:pt x="497" y="764"/>
                </a:lnTo>
                <a:lnTo>
                  <a:pt x="496" y="764"/>
                </a:lnTo>
                <a:lnTo>
                  <a:pt x="496" y="763"/>
                </a:lnTo>
                <a:lnTo>
                  <a:pt x="495" y="763"/>
                </a:lnTo>
                <a:lnTo>
                  <a:pt x="495" y="764"/>
                </a:lnTo>
                <a:lnTo>
                  <a:pt x="494" y="764"/>
                </a:lnTo>
                <a:lnTo>
                  <a:pt x="493" y="763"/>
                </a:lnTo>
                <a:lnTo>
                  <a:pt x="493" y="764"/>
                </a:lnTo>
                <a:lnTo>
                  <a:pt x="492" y="764"/>
                </a:lnTo>
                <a:lnTo>
                  <a:pt x="491" y="763"/>
                </a:lnTo>
                <a:lnTo>
                  <a:pt x="490" y="763"/>
                </a:lnTo>
                <a:lnTo>
                  <a:pt x="490" y="764"/>
                </a:lnTo>
                <a:lnTo>
                  <a:pt x="489" y="765"/>
                </a:lnTo>
                <a:lnTo>
                  <a:pt x="488" y="765"/>
                </a:lnTo>
                <a:lnTo>
                  <a:pt x="487" y="765"/>
                </a:lnTo>
                <a:lnTo>
                  <a:pt x="487" y="766"/>
                </a:lnTo>
                <a:lnTo>
                  <a:pt x="486" y="767"/>
                </a:lnTo>
                <a:lnTo>
                  <a:pt x="486" y="768"/>
                </a:lnTo>
                <a:lnTo>
                  <a:pt x="486" y="769"/>
                </a:lnTo>
                <a:lnTo>
                  <a:pt x="485" y="770"/>
                </a:lnTo>
                <a:lnTo>
                  <a:pt x="484" y="770"/>
                </a:lnTo>
                <a:lnTo>
                  <a:pt x="484" y="769"/>
                </a:lnTo>
                <a:lnTo>
                  <a:pt x="484" y="768"/>
                </a:lnTo>
                <a:lnTo>
                  <a:pt x="483" y="768"/>
                </a:lnTo>
                <a:lnTo>
                  <a:pt x="483" y="769"/>
                </a:lnTo>
                <a:lnTo>
                  <a:pt x="482" y="769"/>
                </a:lnTo>
                <a:lnTo>
                  <a:pt x="481" y="768"/>
                </a:lnTo>
                <a:lnTo>
                  <a:pt x="480" y="768"/>
                </a:lnTo>
                <a:lnTo>
                  <a:pt x="479" y="768"/>
                </a:lnTo>
                <a:lnTo>
                  <a:pt x="478" y="768"/>
                </a:lnTo>
                <a:lnTo>
                  <a:pt x="477" y="767"/>
                </a:lnTo>
                <a:lnTo>
                  <a:pt x="476" y="766"/>
                </a:lnTo>
                <a:lnTo>
                  <a:pt x="475" y="765"/>
                </a:lnTo>
                <a:lnTo>
                  <a:pt x="475" y="764"/>
                </a:lnTo>
                <a:lnTo>
                  <a:pt x="476" y="764"/>
                </a:lnTo>
                <a:lnTo>
                  <a:pt x="476" y="763"/>
                </a:lnTo>
                <a:lnTo>
                  <a:pt x="476" y="762"/>
                </a:lnTo>
                <a:lnTo>
                  <a:pt x="476" y="761"/>
                </a:lnTo>
                <a:lnTo>
                  <a:pt x="475" y="760"/>
                </a:lnTo>
                <a:lnTo>
                  <a:pt x="474" y="760"/>
                </a:lnTo>
                <a:lnTo>
                  <a:pt x="474" y="759"/>
                </a:lnTo>
                <a:lnTo>
                  <a:pt x="474" y="758"/>
                </a:lnTo>
                <a:lnTo>
                  <a:pt x="475" y="757"/>
                </a:lnTo>
                <a:lnTo>
                  <a:pt x="476" y="757"/>
                </a:lnTo>
                <a:lnTo>
                  <a:pt x="476" y="756"/>
                </a:lnTo>
                <a:lnTo>
                  <a:pt x="476" y="755"/>
                </a:lnTo>
                <a:lnTo>
                  <a:pt x="475" y="755"/>
                </a:lnTo>
                <a:lnTo>
                  <a:pt x="475" y="754"/>
                </a:lnTo>
                <a:lnTo>
                  <a:pt x="474" y="753"/>
                </a:lnTo>
                <a:lnTo>
                  <a:pt x="473" y="753"/>
                </a:lnTo>
                <a:lnTo>
                  <a:pt x="472" y="753"/>
                </a:lnTo>
                <a:lnTo>
                  <a:pt x="472" y="752"/>
                </a:lnTo>
                <a:lnTo>
                  <a:pt x="471" y="752"/>
                </a:lnTo>
                <a:lnTo>
                  <a:pt x="470" y="751"/>
                </a:lnTo>
                <a:lnTo>
                  <a:pt x="470" y="750"/>
                </a:lnTo>
                <a:lnTo>
                  <a:pt x="469" y="750"/>
                </a:lnTo>
                <a:lnTo>
                  <a:pt x="468" y="750"/>
                </a:lnTo>
                <a:lnTo>
                  <a:pt x="467" y="750"/>
                </a:lnTo>
                <a:lnTo>
                  <a:pt x="466" y="750"/>
                </a:lnTo>
                <a:lnTo>
                  <a:pt x="465" y="750"/>
                </a:lnTo>
                <a:lnTo>
                  <a:pt x="464" y="750"/>
                </a:lnTo>
                <a:lnTo>
                  <a:pt x="462" y="749"/>
                </a:lnTo>
                <a:lnTo>
                  <a:pt x="462" y="748"/>
                </a:lnTo>
                <a:lnTo>
                  <a:pt x="461" y="747"/>
                </a:lnTo>
                <a:lnTo>
                  <a:pt x="460" y="747"/>
                </a:lnTo>
                <a:lnTo>
                  <a:pt x="460" y="746"/>
                </a:lnTo>
                <a:lnTo>
                  <a:pt x="459" y="746"/>
                </a:lnTo>
                <a:lnTo>
                  <a:pt x="458" y="746"/>
                </a:lnTo>
                <a:lnTo>
                  <a:pt x="457" y="746"/>
                </a:lnTo>
                <a:lnTo>
                  <a:pt x="456" y="746"/>
                </a:lnTo>
                <a:lnTo>
                  <a:pt x="455" y="746"/>
                </a:lnTo>
                <a:lnTo>
                  <a:pt x="455" y="747"/>
                </a:lnTo>
                <a:lnTo>
                  <a:pt x="455" y="748"/>
                </a:lnTo>
                <a:lnTo>
                  <a:pt x="454" y="749"/>
                </a:lnTo>
                <a:lnTo>
                  <a:pt x="453" y="748"/>
                </a:lnTo>
                <a:lnTo>
                  <a:pt x="453" y="747"/>
                </a:lnTo>
                <a:lnTo>
                  <a:pt x="450" y="747"/>
                </a:lnTo>
                <a:lnTo>
                  <a:pt x="450" y="748"/>
                </a:lnTo>
                <a:lnTo>
                  <a:pt x="450" y="749"/>
                </a:lnTo>
                <a:lnTo>
                  <a:pt x="450" y="750"/>
                </a:lnTo>
                <a:lnTo>
                  <a:pt x="449" y="750"/>
                </a:lnTo>
                <a:lnTo>
                  <a:pt x="449" y="751"/>
                </a:lnTo>
                <a:lnTo>
                  <a:pt x="449" y="750"/>
                </a:lnTo>
                <a:lnTo>
                  <a:pt x="448" y="750"/>
                </a:lnTo>
                <a:lnTo>
                  <a:pt x="447" y="750"/>
                </a:lnTo>
                <a:lnTo>
                  <a:pt x="446" y="750"/>
                </a:lnTo>
                <a:lnTo>
                  <a:pt x="445" y="750"/>
                </a:lnTo>
                <a:lnTo>
                  <a:pt x="445" y="751"/>
                </a:lnTo>
                <a:lnTo>
                  <a:pt x="444" y="751"/>
                </a:lnTo>
                <a:lnTo>
                  <a:pt x="443" y="751"/>
                </a:lnTo>
                <a:lnTo>
                  <a:pt x="443" y="752"/>
                </a:lnTo>
                <a:lnTo>
                  <a:pt x="442" y="752"/>
                </a:lnTo>
                <a:lnTo>
                  <a:pt x="441" y="752"/>
                </a:lnTo>
                <a:lnTo>
                  <a:pt x="441" y="753"/>
                </a:lnTo>
                <a:lnTo>
                  <a:pt x="440" y="752"/>
                </a:lnTo>
                <a:lnTo>
                  <a:pt x="441" y="751"/>
                </a:lnTo>
                <a:lnTo>
                  <a:pt x="440" y="751"/>
                </a:lnTo>
                <a:lnTo>
                  <a:pt x="439" y="751"/>
                </a:lnTo>
                <a:lnTo>
                  <a:pt x="438" y="750"/>
                </a:lnTo>
                <a:lnTo>
                  <a:pt x="437" y="750"/>
                </a:lnTo>
                <a:lnTo>
                  <a:pt x="436" y="750"/>
                </a:lnTo>
                <a:lnTo>
                  <a:pt x="434" y="750"/>
                </a:lnTo>
                <a:lnTo>
                  <a:pt x="433" y="750"/>
                </a:lnTo>
                <a:lnTo>
                  <a:pt x="432" y="749"/>
                </a:lnTo>
                <a:lnTo>
                  <a:pt x="431" y="749"/>
                </a:lnTo>
                <a:lnTo>
                  <a:pt x="431" y="750"/>
                </a:lnTo>
                <a:lnTo>
                  <a:pt x="430" y="750"/>
                </a:lnTo>
                <a:lnTo>
                  <a:pt x="429" y="750"/>
                </a:lnTo>
                <a:lnTo>
                  <a:pt x="429" y="751"/>
                </a:lnTo>
                <a:lnTo>
                  <a:pt x="428" y="752"/>
                </a:lnTo>
                <a:lnTo>
                  <a:pt x="427" y="752"/>
                </a:lnTo>
                <a:lnTo>
                  <a:pt x="428" y="751"/>
                </a:lnTo>
                <a:lnTo>
                  <a:pt x="427" y="750"/>
                </a:lnTo>
                <a:lnTo>
                  <a:pt x="426" y="750"/>
                </a:lnTo>
                <a:lnTo>
                  <a:pt x="426" y="751"/>
                </a:lnTo>
                <a:lnTo>
                  <a:pt x="426" y="752"/>
                </a:lnTo>
                <a:lnTo>
                  <a:pt x="426" y="753"/>
                </a:lnTo>
                <a:lnTo>
                  <a:pt x="425" y="753"/>
                </a:lnTo>
                <a:lnTo>
                  <a:pt x="425" y="752"/>
                </a:lnTo>
                <a:lnTo>
                  <a:pt x="424" y="752"/>
                </a:lnTo>
                <a:lnTo>
                  <a:pt x="423" y="753"/>
                </a:lnTo>
                <a:lnTo>
                  <a:pt x="423" y="754"/>
                </a:lnTo>
                <a:lnTo>
                  <a:pt x="422" y="754"/>
                </a:lnTo>
                <a:lnTo>
                  <a:pt x="421" y="755"/>
                </a:lnTo>
                <a:lnTo>
                  <a:pt x="421" y="754"/>
                </a:lnTo>
                <a:lnTo>
                  <a:pt x="419" y="753"/>
                </a:lnTo>
                <a:lnTo>
                  <a:pt x="419" y="754"/>
                </a:lnTo>
                <a:lnTo>
                  <a:pt x="418" y="754"/>
                </a:lnTo>
                <a:lnTo>
                  <a:pt x="417" y="754"/>
                </a:lnTo>
                <a:lnTo>
                  <a:pt x="416" y="754"/>
                </a:lnTo>
                <a:lnTo>
                  <a:pt x="416" y="753"/>
                </a:lnTo>
                <a:lnTo>
                  <a:pt x="415" y="753"/>
                </a:lnTo>
                <a:lnTo>
                  <a:pt x="415" y="752"/>
                </a:lnTo>
                <a:lnTo>
                  <a:pt x="415" y="751"/>
                </a:lnTo>
                <a:lnTo>
                  <a:pt x="415" y="750"/>
                </a:lnTo>
                <a:lnTo>
                  <a:pt x="415" y="749"/>
                </a:lnTo>
                <a:lnTo>
                  <a:pt x="414" y="748"/>
                </a:lnTo>
                <a:lnTo>
                  <a:pt x="413" y="748"/>
                </a:lnTo>
                <a:lnTo>
                  <a:pt x="412" y="748"/>
                </a:lnTo>
                <a:lnTo>
                  <a:pt x="412" y="746"/>
                </a:lnTo>
                <a:lnTo>
                  <a:pt x="411" y="746"/>
                </a:lnTo>
                <a:lnTo>
                  <a:pt x="410" y="746"/>
                </a:lnTo>
                <a:lnTo>
                  <a:pt x="409" y="746"/>
                </a:lnTo>
                <a:lnTo>
                  <a:pt x="408" y="747"/>
                </a:lnTo>
                <a:lnTo>
                  <a:pt x="407" y="747"/>
                </a:lnTo>
                <a:lnTo>
                  <a:pt x="407" y="748"/>
                </a:lnTo>
                <a:lnTo>
                  <a:pt x="405" y="750"/>
                </a:lnTo>
                <a:lnTo>
                  <a:pt x="404" y="750"/>
                </a:lnTo>
                <a:lnTo>
                  <a:pt x="404" y="751"/>
                </a:lnTo>
                <a:lnTo>
                  <a:pt x="403" y="752"/>
                </a:lnTo>
                <a:lnTo>
                  <a:pt x="403" y="751"/>
                </a:lnTo>
                <a:lnTo>
                  <a:pt x="402" y="751"/>
                </a:lnTo>
                <a:lnTo>
                  <a:pt x="402" y="750"/>
                </a:lnTo>
                <a:lnTo>
                  <a:pt x="400" y="750"/>
                </a:lnTo>
                <a:lnTo>
                  <a:pt x="400" y="751"/>
                </a:lnTo>
                <a:lnTo>
                  <a:pt x="398" y="751"/>
                </a:lnTo>
                <a:lnTo>
                  <a:pt x="398" y="750"/>
                </a:lnTo>
                <a:lnTo>
                  <a:pt x="397" y="750"/>
                </a:lnTo>
                <a:lnTo>
                  <a:pt x="397" y="751"/>
                </a:lnTo>
                <a:lnTo>
                  <a:pt x="396" y="751"/>
                </a:lnTo>
                <a:lnTo>
                  <a:pt x="396" y="750"/>
                </a:lnTo>
                <a:lnTo>
                  <a:pt x="395" y="749"/>
                </a:lnTo>
                <a:lnTo>
                  <a:pt x="394" y="749"/>
                </a:lnTo>
                <a:lnTo>
                  <a:pt x="394" y="747"/>
                </a:lnTo>
                <a:lnTo>
                  <a:pt x="394" y="746"/>
                </a:lnTo>
                <a:lnTo>
                  <a:pt x="393" y="746"/>
                </a:lnTo>
                <a:lnTo>
                  <a:pt x="393" y="743"/>
                </a:lnTo>
                <a:lnTo>
                  <a:pt x="394" y="743"/>
                </a:lnTo>
                <a:lnTo>
                  <a:pt x="394" y="742"/>
                </a:lnTo>
                <a:lnTo>
                  <a:pt x="393" y="741"/>
                </a:lnTo>
                <a:lnTo>
                  <a:pt x="392" y="741"/>
                </a:lnTo>
                <a:lnTo>
                  <a:pt x="391" y="740"/>
                </a:lnTo>
                <a:lnTo>
                  <a:pt x="391" y="739"/>
                </a:lnTo>
                <a:lnTo>
                  <a:pt x="390" y="740"/>
                </a:lnTo>
                <a:lnTo>
                  <a:pt x="390" y="741"/>
                </a:lnTo>
                <a:lnTo>
                  <a:pt x="389" y="741"/>
                </a:lnTo>
                <a:lnTo>
                  <a:pt x="388" y="741"/>
                </a:lnTo>
                <a:lnTo>
                  <a:pt x="387" y="741"/>
                </a:lnTo>
                <a:lnTo>
                  <a:pt x="386" y="741"/>
                </a:lnTo>
                <a:lnTo>
                  <a:pt x="386" y="740"/>
                </a:lnTo>
                <a:lnTo>
                  <a:pt x="386" y="739"/>
                </a:lnTo>
                <a:lnTo>
                  <a:pt x="385" y="738"/>
                </a:lnTo>
                <a:lnTo>
                  <a:pt x="385" y="739"/>
                </a:lnTo>
                <a:lnTo>
                  <a:pt x="384" y="739"/>
                </a:lnTo>
                <a:lnTo>
                  <a:pt x="384" y="738"/>
                </a:lnTo>
                <a:lnTo>
                  <a:pt x="383" y="738"/>
                </a:lnTo>
                <a:lnTo>
                  <a:pt x="383" y="737"/>
                </a:lnTo>
                <a:lnTo>
                  <a:pt x="382" y="736"/>
                </a:lnTo>
                <a:lnTo>
                  <a:pt x="383" y="735"/>
                </a:lnTo>
                <a:lnTo>
                  <a:pt x="383" y="734"/>
                </a:lnTo>
                <a:lnTo>
                  <a:pt x="383" y="733"/>
                </a:lnTo>
                <a:lnTo>
                  <a:pt x="382" y="733"/>
                </a:lnTo>
                <a:lnTo>
                  <a:pt x="382" y="732"/>
                </a:lnTo>
                <a:lnTo>
                  <a:pt x="383" y="732"/>
                </a:lnTo>
                <a:lnTo>
                  <a:pt x="383" y="731"/>
                </a:lnTo>
                <a:lnTo>
                  <a:pt x="382" y="731"/>
                </a:lnTo>
                <a:lnTo>
                  <a:pt x="381" y="729"/>
                </a:lnTo>
                <a:lnTo>
                  <a:pt x="381" y="728"/>
                </a:lnTo>
                <a:lnTo>
                  <a:pt x="381" y="727"/>
                </a:lnTo>
                <a:lnTo>
                  <a:pt x="380" y="727"/>
                </a:lnTo>
                <a:lnTo>
                  <a:pt x="379" y="727"/>
                </a:lnTo>
                <a:lnTo>
                  <a:pt x="378" y="727"/>
                </a:lnTo>
                <a:lnTo>
                  <a:pt x="378" y="726"/>
                </a:lnTo>
                <a:lnTo>
                  <a:pt x="377" y="725"/>
                </a:lnTo>
                <a:lnTo>
                  <a:pt x="377" y="724"/>
                </a:lnTo>
                <a:lnTo>
                  <a:pt x="376" y="724"/>
                </a:lnTo>
                <a:lnTo>
                  <a:pt x="376" y="723"/>
                </a:lnTo>
                <a:lnTo>
                  <a:pt x="376" y="722"/>
                </a:lnTo>
                <a:lnTo>
                  <a:pt x="375" y="722"/>
                </a:lnTo>
                <a:lnTo>
                  <a:pt x="376" y="721"/>
                </a:lnTo>
                <a:lnTo>
                  <a:pt x="376" y="720"/>
                </a:lnTo>
                <a:lnTo>
                  <a:pt x="376" y="719"/>
                </a:lnTo>
                <a:lnTo>
                  <a:pt x="376" y="718"/>
                </a:lnTo>
                <a:lnTo>
                  <a:pt x="377" y="717"/>
                </a:lnTo>
                <a:lnTo>
                  <a:pt x="376" y="717"/>
                </a:lnTo>
                <a:lnTo>
                  <a:pt x="377" y="716"/>
                </a:lnTo>
                <a:lnTo>
                  <a:pt x="377" y="715"/>
                </a:lnTo>
                <a:lnTo>
                  <a:pt x="376" y="714"/>
                </a:lnTo>
                <a:lnTo>
                  <a:pt x="375" y="714"/>
                </a:lnTo>
                <a:lnTo>
                  <a:pt x="374" y="714"/>
                </a:lnTo>
                <a:lnTo>
                  <a:pt x="372" y="715"/>
                </a:lnTo>
                <a:lnTo>
                  <a:pt x="372" y="716"/>
                </a:lnTo>
                <a:lnTo>
                  <a:pt x="372" y="717"/>
                </a:lnTo>
                <a:lnTo>
                  <a:pt x="372" y="718"/>
                </a:lnTo>
                <a:lnTo>
                  <a:pt x="372" y="719"/>
                </a:lnTo>
                <a:lnTo>
                  <a:pt x="371" y="719"/>
                </a:lnTo>
                <a:lnTo>
                  <a:pt x="370" y="720"/>
                </a:lnTo>
                <a:lnTo>
                  <a:pt x="369" y="721"/>
                </a:lnTo>
                <a:lnTo>
                  <a:pt x="369" y="720"/>
                </a:lnTo>
                <a:lnTo>
                  <a:pt x="368" y="720"/>
                </a:lnTo>
                <a:lnTo>
                  <a:pt x="367" y="719"/>
                </a:lnTo>
                <a:lnTo>
                  <a:pt x="367" y="718"/>
                </a:lnTo>
                <a:lnTo>
                  <a:pt x="366" y="718"/>
                </a:lnTo>
                <a:lnTo>
                  <a:pt x="366" y="717"/>
                </a:lnTo>
                <a:lnTo>
                  <a:pt x="366" y="716"/>
                </a:lnTo>
                <a:lnTo>
                  <a:pt x="366" y="715"/>
                </a:lnTo>
                <a:lnTo>
                  <a:pt x="365" y="715"/>
                </a:lnTo>
                <a:lnTo>
                  <a:pt x="364" y="715"/>
                </a:lnTo>
                <a:lnTo>
                  <a:pt x="363" y="716"/>
                </a:lnTo>
                <a:lnTo>
                  <a:pt x="363" y="717"/>
                </a:lnTo>
                <a:lnTo>
                  <a:pt x="363" y="718"/>
                </a:lnTo>
                <a:lnTo>
                  <a:pt x="361" y="718"/>
                </a:lnTo>
                <a:lnTo>
                  <a:pt x="360" y="718"/>
                </a:lnTo>
                <a:lnTo>
                  <a:pt x="359" y="718"/>
                </a:lnTo>
                <a:lnTo>
                  <a:pt x="359" y="719"/>
                </a:lnTo>
                <a:lnTo>
                  <a:pt x="360" y="719"/>
                </a:lnTo>
                <a:lnTo>
                  <a:pt x="360" y="720"/>
                </a:lnTo>
                <a:lnTo>
                  <a:pt x="360" y="721"/>
                </a:lnTo>
                <a:lnTo>
                  <a:pt x="359" y="720"/>
                </a:lnTo>
                <a:lnTo>
                  <a:pt x="358" y="720"/>
                </a:lnTo>
                <a:lnTo>
                  <a:pt x="357" y="720"/>
                </a:lnTo>
                <a:lnTo>
                  <a:pt x="357" y="719"/>
                </a:lnTo>
                <a:lnTo>
                  <a:pt x="356" y="719"/>
                </a:lnTo>
                <a:lnTo>
                  <a:pt x="355" y="719"/>
                </a:lnTo>
                <a:lnTo>
                  <a:pt x="354" y="718"/>
                </a:lnTo>
                <a:lnTo>
                  <a:pt x="353" y="717"/>
                </a:lnTo>
                <a:lnTo>
                  <a:pt x="353" y="716"/>
                </a:lnTo>
                <a:lnTo>
                  <a:pt x="354" y="715"/>
                </a:lnTo>
                <a:lnTo>
                  <a:pt x="354" y="714"/>
                </a:lnTo>
                <a:lnTo>
                  <a:pt x="355" y="713"/>
                </a:lnTo>
                <a:lnTo>
                  <a:pt x="355" y="712"/>
                </a:lnTo>
                <a:lnTo>
                  <a:pt x="355" y="711"/>
                </a:lnTo>
                <a:lnTo>
                  <a:pt x="355" y="710"/>
                </a:lnTo>
                <a:lnTo>
                  <a:pt x="354" y="709"/>
                </a:lnTo>
                <a:lnTo>
                  <a:pt x="354" y="708"/>
                </a:lnTo>
                <a:lnTo>
                  <a:pt x="353" y="708"/>
                </a:lnTo>
                <a:lnTo>
                  <a:pt x="353" y="707"/>
                </a:lnTo>
                <a:lnTo>
                  <a:pt x="352" y="707"/>
                </a:lnTo>
                <a:lnTo>
                  <a:pt x="351" y="707"/>
                </a:lnTo>
                <a:lnTo>
                  <a:pt x="350" y="707"/>
                </a:lnTo>
                <a:lnTo>
                  <a:pt x="349" y="707"/>
                </a:lnTo>
                <a:lnTo>
                  <a:pt x="348" y="706"/>
                </a:lnTo>
                <a:lnTo>
                  <a:pt x="347" y="705"/>
                </a:lnTo>
                <a:lnTo>
                  <a:pt x="346" y="706"/>
                </a:lnTo>
                <a:lnTo>
                  <a:pt x="345" y="706"/>
                </a:lnTo>
                <a:lnTo>
                  <a:pt x="345" y="707"/>
                </a:lnTo>
                <a:lnTo>
                  <a:pt x="344" y="707"/>
                </a:lnTo>
                <a:lnTo>
                  <a:pt x="343" y="707"/>
                </a:lnTo>
                <a:lnTo>
                  <a:pt x="343" y="708"/>
                </a:lnTo>
                <a:lnTo>
                  <a:pt x="342" y="708"/>
                </a:lnTo>
                <a:lnTo>
                  <a:pt x="341" y="707"/>
                </a:lnTo>
                <a:lnTo>
                  <a:pt x="341" y="708"/>
                </a:lnTo>
                <a:lnTo>
                  <a:pt x="340" y="708"/>
                </a:lnTo>
                <a:lnTo>
                  <a:pt x="340" y="709"/>
                </a:lnTo>
                <a:lnTo>
                  <a:pt x="339" y="709"/>
                </a:lnTo>
                <a:lnTo>
                  <a:pt x="338" y="710"/>
                </a:lnTo>
                <a:lnTo>
                  <a:pt x="338" y="711"/>
                </a:lnTo>
                <a:lnTo>
                  <a:pt x="337" y="711"/>
                </a:lnTo>
                <a:lnTo>
                  <a:pt x="337" y="712"/>
                </a:lnTo>
                <a:lnTo>
                  <a:pt x="337" y="713"/>
                </a:lnTo>
                <a:lnTo>
                  <a:pt x="338" y="713"/>
                </a:lnTo>
                <a:lnTo>
                  <a:pt x="338" y="714"/>
                </a:lnTo>
                <a:lnTo>
                  <a:pt x="338" y="715"/>
                </a:lnTo>
                <a:lnTo>
                  <a:pt x="338" y="716"/>
                </a:lnTo>
                <a:lnTo>
                  <a:pt x="338" y="717"/>
                </a:lnTo>
                <a:lnTo>
                  <a:pt x="337" y="717"/>
                </a:lnTo>
                <a:lnTo>
                  <a:pt x="336" y="718"/>
                </a:lnTo>
                <a:lnTo>
                  <a:pt x="335" y="718"/>
                </a:lnTo>
                <a:lnTo>
                  <a:pt x="335" y="719"/>
                </a:lnTo>
                <a:lnTo>
                  <a:pt x="335" y="720"/>
                </a:lnTo>
                <a:lnTo>
                  <a:pt x="334" y="721"/>
                </a:lnTo>
                <a:lnTo>
                  <a:pt x="333" y="721"/>
                </a:lnTo>
                <a:lnTo>
                  <a:pt x="332" y="722"/>
                </a:lnTo>
                <a:lnTo>
                  <a:pt x="331" y="723"/>
                </a:lnTo>
                <a:lnTo>
                  <a:pt x="332" y="724"/>
                </a:lnTo>
                <a:lnTo>
                  <a:pt x="333" y="724"/>
                </a:lnTo>
                <a:lnTo>
                  <a:pt x="334" y="724"/>
                </a:lnTo>
                <a:lnTo>
                  <a:pt x="334" y="725"/>
                </a:lnTo>
                <a:lnTo>
                  <a:pt x="334" y="724"/>
                </a:lnTo>
                <a:lnTo>
                  <a:pt x="335" y="725"/>
                </a:lnTo>
                <a:lnTo>
                  <a:pt x="335" y="726"/>
                </a:lnTo>
                <a:lnTo>
                  <a:pt x="336" y="726"/>
                </a:lnTo>
                <a:lnTo>
                  <a:pt x="337" y="727"/>
                </a:lnTo>
                <a:lnTo>
                  <a:pt x="338" y="726"/>
                </a:lnTo>
                <a:lnTo>
                  <a:pt x="339" y="727"/>
                </a:lnTo>
                <a:lnTo>
                  <a:pt x="340" y="728"/>
                </a:lnTo>
                <a:lnTo>
                  <a:pt x="341" y="728"/>
                </a:lnTo>
                <a:lnTo>
                  <a:pt x="341" y="729"/>
                </a:lnTo>
                <a:lnTo>
                  <a:pt x="341" y="730"/>
                </a:lnTo>
                <a:lnTo>
                  <a:pt x="340" y="730"/>
                </a:lnTo>
                <a:lnTo>
                  <a:pt x="340" y="731"/>
                </a:lnTo>
                <a:lnTo>
                  <a:pt x="339" y="731"/>
                </a:lnTo>
                <a:lnTo>
                  <a:pt x="338" y="732"/>
                </a:lnTo>
                <a:lnTo>
                  <a:pt x="338" y="733"/>
                </a:lnTo>
                <a:lnTo>
                  <a:pt x="338" y="734"/>
                </a:lnTo>
                <a:lnTo>
                  <a:pt x="337" y="734"/>
                </a:lnTo>
                <a:lnTo>
                  <a:pt x="338" y="735"/>
                </a:lnTo>
                <a:lnTo>
                  <a:pt x="338" y="736"/>
                </a:lnTo>
                <a:lnTo>
                  <a:pt x="339" y="736"/>
                </a:lnTo>
                <a:lnTo>
                  <a:pt x="339" y="738"/>
                </a:lnTo>
                <a:lnTo>
                  <a:pt x="339" y="739"/>
                </a:lnTo>
                <a:lnTo>
                  <a:pt x="339" y="740"/>
                </a:lnTo>
                <a:lnTo>
                  <a:pt x="339" y="741"/>
                </a:lnTo>
                <a:lnTo>
                  <a:pt x="337" y="741"/>
                </a:lnTo>
                <a:lnTo>
                  <a:pt x="336" y="741"/>
                </a:lnTo>
                <a:lnTo>
                  <a:pt x="336" y="742"/>
                </a:lnTo>
                <a:lnTo>
                  <a:pt x="335" y="742"/>
                </a:lnTo>
                <a:lnTo>
                  <a:pt x="334" y="742"/>
                </a:lnTo>
                <a:lnTo>
                  <a:pt x="334" y="743"/>
                </a:lnTo>
                <a:lnTo>
                  <a:pt x="333" y="744"/>
                </a:lnTo>
                <a:lnTo>
                  <a:pt x="332" y="744"/>
                </a:lnTo>
                <a:lnTo>
                  <a:pt x="331" y="744"/>
                </a:lnTo>
                <a:lnTo>
                  <a:pt x="330" y="745"/>
                </a:lnTo>
                <a:lnTo>
                  <a:pt x="330" y="746"/>
                </a:lnTo>
                <a:lnTo>
                  <a:pt x="329" y="746"/>
                </a:lnTo>
                <a:lnTo>
                  <a:pt x="329" y="745"/>
                </a:lnTo>
                <a:lnTo>
                  <a:pt x="328" y="745"/>
                </a:lnTo>
                <a:lnTo>
                  <a:pt x="327" y="745"/>
                </a:lnTo>
                <a:lnTo>
                  <a:pt x="326" y="745"/>
                </a:lnTo>
                <a:lnTo>
                  <a:pt x="326" y="746"/>
                </a:lnTo>
                <a:lnTo>
                  <a:pt x="325" y="746"/>
                </a:lnTo>
                <a:lnTo>
                  <a:pt x="324" y="746"/>
                </a:lnTo>
                <a:lnTo>
                  <a:pt x="323" y="747"/>
                </a:lnTo>
                <a:lnTo>
                  <a:pt x="323" y="748"/>
                </a:lnTo>
                <a:lnTo>
                  <a:pt x="322" y="749"/>
                </a:lnTo>
                <a:lnTo>
                  <a:pt x="322" y="750"/>
                </a:lnTo>
                <a:lnTo>
                  <a:pt x="322" y="751"/>
                </a:lnTo>
                <a:lnTo>
                  <a:pt x="322" y="752"/>
                </a:lnTo>
                <a:lnTo>
                  <a:pt x="321" y="751"/>
                </a:lnTo>
                <a:lnTo>
                  <a:pt x="320" y="751"/>
                </a:lnTo>
                <a:lnTo>
                  <a:pt x="320" y="752"/>
                </a:lnTo>
                <a:lnTo>
                  <a:pt x="319" y="751"/>
                </a:lnTo>
                <a:lnTo>
                  <a:pt x="318" y="752"/>
                </a:lnTo>
                <a:lnTo>
                  <a:pt x="318" y="753"/>
                </a:lnTo>
                <a:lnTo>
                  <a:pt x="317" y="753"/>
                </a:lnTo>
                <a:lnTo>
                  <a:pt x="317" y="752"/>
                </a:lnTo>
                <a:lnTo>
                  <a:pt x="316" y="752"/>
                </a:lnTo>
                <a:lnTo>
                  <a:pt x="316" y="753"/>
                </a:lnTo>
                <a:lnTo>
                  <a:pt x="316" y="754"/>
                </a:lnTo>
                <a:lnTo>
                  <a:pt x="315" y="754"/>
                </a:lnTo>
                <a:lnTo>
                  <a:pt x="314" y="755"/>
                </a:lnTo>
                <a:lnTo>
                  <a:pt x="314" y="756"/>
                </a:lnTo>
                <a:lnTo>
                  <a:pt x="313" y="756"/>
                </a:lnTo>
                <a:lnTo>
                  <a:pt x="312" y="757"/>
                </a:lnTo>
                <a:lnTo>
                  <a:pt x="311" y="757"/>
                </a:lnTo>
                <a:lnTo>
                  <a:pt x="310" y="758"/>
                </a:lnTo>
                <a:lnTo>
                  <a:pt x="310" y="759"/>
                </a:lnTo>
                <a:lnTo>
                  <a:pt x="310" y="760"/>
                </a:lnTo>
                <a:lnTo>
                  <a:pt x="309" y="760"/>
                </a:lnTo>
                <a:lnTo>
                  <a:pt x="309" y="761"/>
                </a:lnTo>
                <a:lnTo>
                  <a:pt x="308" y="761"/>
                </a:lnTo>
                <a:lnTo>
                  <a:pt x="308" y="762"/>
                </a:lnTo>
                <a:lnTo>
                  <a:pt x="307" y="763"/>
                </a:lnTo>
                <a:lnTo>
                  <a:pt x="307" y="764"/>
                </a:lnTo>
                <a:lnTo>
                  <a:pt x="306" y="766"/>
                </a:lnTo>
                <a:lnTo>
                  <a:pt x="305" y="766"/>
                </a:lnTo>
                <a:lnTo>
                  <a:pt x="303" y="767"/>
                </a:lnTo>
                <a:lnTo>
                  <a:pt x="303" y="766"/>
                </a:lnTo>
                <a:lnTo>
                  <a:pt x="302" y="767"/>
                </a:lnTo>
                <a:lnTo>
                  <a:pt x="301" y="767"/>
                </a:lnTo>
                <a:lnTo>
                  <a:pt x="300" y="766"/>
                </a:lnTo>
                <a:lnTo>
                  <a:pt x="299" y="767"/>
                </a:lnTo>
                <a:lnTo>
                  <a:pt x="299" y="766"/>
                </a:lnTo>
                <a:lnTo>
                  <a:pt x="298" y="766"/>
                </a:lnTo>
                <a:lnTo>
                  <a:pt x="298" y="765"/>
                </a:lnTo>
                <a:lnTo>
                  <a:pt x="299" y="763"/>
                </a:lnTo>
                <a:lnTo>
                  <a:pt x="298" y="763"/>
                </a:lnTo>
                <a:lnTo>
                  <a:pt x="297" y="763"/>
                </a:lnTo>
                <a:lnTo>
                  <a:pt x="297" y="762"/>
                </a:lnTo>
                <a:lnTo>
                  <a:pt x="296" y="762"/>
                </a:lnTo>
                <a:lnTo>
                  <a:pt x="295" y="762"/>
                </a:lnTo>
                <a:lnTo>
                  <a:pt x="296" y="762"/>
                </a:lnTo>
                <a:lnTo>
                  <a:pt x="296" y="764"/>
                </a:lnTo>
                <a:lnTo>
                  <a:pt x="295" y="764"/>
                </a:lnTo>
                <a:lnTo>
                  <a:pt x="295" y="763"/>
                </a:lnTo>
                <a:lnTo>
                  <a:pt x="294" y="763"/>
                </a:lnTo>
                <a:lnTo>
                  <a:pt x="293" y="763"/>
                </a:lnTo>
                <a:lnTo>
                  <a:pt x="293" y="764"/>
                </a:lnTo>
                <a:lnTo>
                  <a:pt x="293" y="765"/>
                </a:lnTo>
                <a:lnTo>
                  <a:pt x="292" y="766"/>
                </a:lnTo>
                <a:lnTo>
                  <a:pt x="292" y="767"/>
                </a:lnTo>
                <a:lnTo>
                  <a:pt x="292" y="768"/>
                </a:lnTo>
                <a:lnTo>
                  <a:pt x="291" y="768"/>
                </a:lnTo>
                <a:lnTo>
                  <a:pt x="291" y="767"/>
                </a:lnTo>
                <a:lnTo>
                  <a:pt x="291" y="766"/>
                </a:lnTo>
                <a:lnTo>
                  <a:pt x="290" y="766"/>
                </a:lnTo>
                <a:lnTo>
                  <a:pt x="290" y="764"/>
                </a:lnTo>
                <a:lnTo>
                  <a:pt x="289" y="764"/>
                </a:lnTo>
                <a:lnTo>
                  <a:pt x="287" y="763"/>
                </a:lnTo>
                <a:lnTo>
                  <a:pt x="286" y="763"/>
                </a:lnTo>
                <a:lnTo>
                  <a:pt x="285" y="764"/>
                </a:lnTo>
                <a:lnTo>
                  <a:pt x="285" y="763"/>
                </a:lnTo>
                <a:lnTo>
                  <a:pt x="285" y="762"/>
                </a:lnTo>
                <a:lnTo>
                  <a:pt x="285" y="761"/>
                </a:lnTo>
                <a:lnTo>
                  <a:pt x="285" y="760"/>
                </a:lnTo>
                <a:lnTo>
                  <a:pt x="284" y="760"/>
                </a:lnTo>
                <a:lnTo>
                  <a:pt x="283" y="759"/>
                </a:lnTo>
                <a:lnTo>
                  <a:pt x="282" y="759"/>
                </a:lnTo>
                <a:lnTo>
                  <a:pt x="282" y="758"/>
                </a:lnTo>
                <a:lnTo>
                  <a:pt x="281" y="759"/>
                </a:lnTo>
                <a:lnTo>
                  <a:pt x="280" y="758"/>
                </a:lnTo>
                <a:lnTo>
                  <a:pt x="280" y="757"/>
                </a:lnTo>
                <a:lnTo>
                  <a:pt x="281" y="755"/>
                </a:lnTo>
                <a:lnTo>
                  <a:pt x="282" y="754"/>
                </a:lnTo>
                <a:lnTo>
                  <a:pt x="283" y="754"/>
                </a:lnTo>
                <a:lnTo>
                  <a:pt x="283" y="753"/>
                </a:lnTo>
                <a:lnTo>
                  <a:pt x="284" y="752"/>
                </a:lnTo>
                <a:lnTo>
                  <a:pt x="285" y="752"/>
                </a:lnTo>
                <a:lnTo>
                  <a:pt x="284" y="751"/>
                </a:lnTo>
                <a:lnTo>
                  <a:pt x="283" y="750"/>
                </a:lnTo>
                <a:lnTo>
                  <a:pt x="282" y="750"/>
                </a:lnTo>
                <a:lnTo>
                  <a:pt x="280" y="750"/>
                </a:lnTo>
                <a:lnTo>
                  <a:pt x="279" y="750"/>
                </a:lnTo>
                <a:lnTo>
                  <a:pt x="279" y="749"/>
                </a:lnTo>
                <a:lnTo>
                  <a:pt x="280" y="748"/>
                </a:lnTo>
                <a:lnTo>
                  <a:pt x="281" y="748"/>
                </a:lnTo>
                <a:lnTo>
                  <a:pt x="282" y="749"/>
                </a:lnTo>
                <a:lnTo>
                  <a:pt x="282" y="748"/>
                </a:lnTo>
                <a:lnTo>
                  <a:pt x="282" y="747"/>
                </a:lnTo>
                <a:lnTo>
                  <a:pt x="282" y="746"/>
                </a:lnTo>
                <a:lnTo>
                  <a:pt x="282" y="747"/>
                </a:lnTo>
                <a:lnTo>
                  <a:pt x="282" y="746"/>
                </a:lnTo>
                <a:lnTo>
                  <a:pt x="282" y="744"/>
                </a:lnTo>
                <a:lnTo>
                  <a:pt x="283" y="744"/>
                </a:lnTo>
                <a:lnTo>
                  <a:pt x="283" y="743"/>
                </a:lnTo>
                <a:lnTo>
                  <a:pt x="283" y="742"/>
                </a:lnTo>
                <a:lnTo>
                  <a:pt x="284" y="742"/>
                </a:lnTo>
                <a:lnTo>
                  <a:pt x="285" y="742"/>
                </a:lnTo>
                <a:lnTo>
                  <a:pt x="286" y="741"/>
                </a:lnTo>
                <a:lnTo>
                  <a:pt x="286" y="740"/>
                </a:lnTo>
                <a:lnTo>
                  <a:pt x="287" y="739"/>
                </a:lnTo>
                <a:lnTo>
                  <a:pt x="287" y="738"/>
                </a:lnTo>
                <a:lnTo>
                  <a:pt x="288" y="736"/>
                </a:lnTo>
                <a:lnTo>
                  <a:pt x="289" y="737"/>
                </a:lnTo>
                <a:lnTo>
                  <a:pt x="289" y="736"/>
                </a:lnTo>
                <a:lnTo>
                  <a:pt x="289" y="735"/>
                </a:lnTo>
                <a:lnTo>
                  <a:pt x="290" y="735"/>
                </a:lnTo>
                <a:lnTo>
                  <a:pt x="290" y="734"/>
                </a:lnTo>
                <a:lnTo>
                  <a:pt x="290" y="733"/>
                </a:lnTo>
                <a:lnTo>
                  <a:pt x="291" y="732"/>
                </a:lnTo>
                <a:lnTo>
                  <a:pt x="292" y="732"/>
                </a:lnTo>
                <a:lnTo>
                  <a:pt x="292" y="731"/>
                </a:lnTo>
                <a:lnTo>
                  <a:pt x="293" y="731"/>
                </a:lnTo>
                <a:lnTo>
                  <a:pt x="293" y="732"/>
                </a:lnTo>
                <a:lnTo>
                  <a:pt x="294" y="732"/>
                </a:lnTo>
                <a:lnTo>
                  <a:pt x="294" y="733"/>
                </a:lnTo>
                <a:lnTo>
                  <a:pt x="295" y="733"/>
                </a:lnTo>
                <a:lnTo>
                  <a:pt x="295" y="732"/>
                </a:lnTo>
                <a:lnTo>
                  <a:pt x="296" y="731"/>
                </a:lnTo>
                <a:lnTo>
                  <a:pt x="297" y="731"/>
                </a:lnTo>
                <a:lnTo>
                  <a:pt x="297" y="730"/>
                </a:lnTo>
                <a:lnTo>
                  <a:pt x="298" y="729"/>
                </a:lnTo>
                <a:lnTo>
                  <a:pt x="298" y="728"/>
                </a:lnTo>
                <a:lnTo>
                  <a:pt x="299" y="729"/>
                </a:lnTo>
                <a:lnTo>
                  <a:pt x="300" y="728"/>
                </a:lnTo>
                <a:lnTo>
                  <a:pt x="300" y="727"/>
                </a:lnTo>
                <a:lnTo>
                  <a:pt x="299" y="726"/>
                </a:lnTo>
                <a:lnTo>
                  <a:pt x="299" y="725"/>
                </a:lnTo>
                <a:lnTo>
                  <a:pt x="300" y="725"/>
                </a:lnTo>
                <a:lnTo>
                  <a:pt x="302" y="724"/>
                </a:lnTo>
                <a:lnTo>
                  <a:pt x="302" y="723"/>
                </a:lnTo>
                <a:lnTo>
                  <a:pt x="303" y="722"/>
                </a:lnTo>
                <a:lnTo>
                  <a:pt x="303" y="721"/>
                </a:lnTo>
                <a:lnTo>
                  <a:pt x="303" y="720"/>
                </a:lnTo>
                <a:lnTo>
                  <a:pt x="304" y="719"/>
                </a:lnTo>
                <a:lnTo>
                  <a:pt x="304" y="718"/>
                </a:lnTo>
                <a:lnTo>
                  <a:pt x="305" y="718"/>
                </a:lnTo>
                <a:lnTo>
                  <a:pt x="305" y="717"/>
                </a:lnTo>
                <a:lnTo>
                  <a:pt x="306" y="716"/>
                </a:lnTo>
                <a:lnTo>
                  <a:pt x="306" y="715"/>
                </a:lnTo>
                <a:lnTo>
                  <a:pt x="306" y="714"/>
                </a:lnTo>
                <a:lnTo>
                  <a:pt x="306" y="713"/>
                </a:lnTo>
                <a:lnTo>
                  <a:pt x="307" y="713"/>
                </a:lnTo>
                <a:lnTo>
                  <a:pt x="307" y="712"/>
                </a:lnTo>
                <a:lnTo>
                  <a:pt x="306" y="711"/>
                </a:lnTo>
                <a:lnTo>
                  <a:pt x="307" y="710"/>
                </a:lnTo>
                <a:lnTo>
                  <a:pt x="306" y="709"/>
                </a:lnTo>
                <a:lnTo>
                  <a:pt x="307" y="709"/>
                </a:lnTo>
                <a:lnTo>
                  <a:pt x="307" y="708"/>
                </a:lnTo>
                <a:lnTo>
                  <a:pt x="308" y="708"/>
                </a:lnTo>
                <a:lnTo>
                  <a:pt x="307" y="707"/>
                </a:lnTo>
                <a:lnTo>
                  <a:pt x="307" y="706"/>
                </a:lnTo>
                <a:lnTo>
                  <a:pt x="307" y="705"/>
                </a:lnTo>
                <a:lnTo>
                  <a:pt x="306" y="704"/>
                </a:lnTo>
                <a:lnTo>
                  <a:pt x="305" y="704"/>
                </a:lnTo>
                <a:lnTo>
                  <a:pt x="305" y="705"/>
                </a:lnTo>
                <a:lnTo>
                  <a:pt x="305" y="704"/>
                </a:lnTo>
                <a:lnTo>
                  <a:pt x="304" y="704"/>
                </a:lnTo>
                <a:lnTo>
                  <a:pt x="303" y="703"/>
                </a:lnTo>
                <a:lnTo>
                  <a:pt x="302" y="703"/>
                </a:lnTo>
                <a:lnTo>
                  <a:pt x="301" y="705"/>
                </a:lnTo>
                <a:lnTo>
                  <a:pt x="300" y="705"/>
                </a:lnTo>
                <a:lnTo>
                  <a:pt x="299" y="705"/>
                </a:lnTo>
                <a:lnTo>
                  <a:pt x="298" y="705"/>
                </a:lnTo>
                <a:lnTo>
                  <a:pt x="298" y="706"/>
                </a:lnTo>
                <a:lnTo>
                  <a:pt x="299" y="707"/>
                </a:lnTo>
                <a:lnTo>
                  <a:pt x="298" y="707"/>
                </a:lnTo>
                <a:lnTo>
                  <a:pt x="298" y="706"/>
                </a:lnTo>
                <a:lnTo>
                  <a:pt x="297" y="705"/>
                </a:lnTo>
                <a:lnTo>
                  <a:pt x="297" y="704"/>
                </a:lnTo>
                <a:lnTo>
                  <a:pt x="297" y="703"/>
                </a:lnTo>
                <a:lnTo>
                  <a:pt x="297" y="702"/>
                </a:lnTo>
                <a:lnTo>
                  <a:pt x="297" y="701"/>
                </a:lnTo>
                <a:lnTo>
                  <a:pt x="297" y="700"/>
                </a:lnTo>
                <a:lnTo>
                  <a:pt x="297" y="699"/>
                </a:lnTo>
                <a:lnTo>
                  <a:pt x="296" y="699"/>
                </a:lnTo>
                <a:lnTo>
                  <a:pt x="296" y="700"/>
                </a:lnTo>
                <a:lnTo>
                  <a:pt x="295" y="701"/>
                </a:lnTo>
                <a:lnTo>
                  <a:pt x="294" y="701"/>
                </a:lnTo>
                <a:lnTo>
                  <a:pt x="293" y="702"/>
                </a:lnTo>
                <a:lnTo>
                  <a:pt x="293" y="701"/>
                </a:lnTo>
                <a:lnTo>
                  <a:pt x="293" y="700"/>
                </a:lnTo>
                <a:lnTo>
                  <a:pt x="292" y="701"/>
                </a:lnTo>
                <a:lnTo>
                  <a:pt x="292" y="700"/>
                </a:lnTo>
                <a:lnTo>
                  <a:pt x="291" y="699"/>
                </a:lnTo>
                <a:lnTo>
                  <a:pt x="292" y="699"/>
                </a:lnTo>
                <a:lnTo>
                  <a:pt x="292" y="698"/>
                </a:lnTo>
                <a:lnTo>
                  <a:pt x="291" y="698"/>
                </a:lnTo>
                <a:lnTo>
                  <a:pt x="291" y="697"/>
                </a:lnTo>
                <a:lnTo>
                  <a:pt x="290" y="697"/>
                </a:lnTo>
                <a:lnTo>
                  <a:pt x="289" y="695"/>
                </a:lnTo>
                <a:lnTo>
                  <a:pt x="288" y="694"/>
                </a:lnTo>
                <a:lnTo>
                  <a:pt x="287" y="694"/>
                </a:lnTo>
                <a:lnTo>
                  <a:pt x="286" y="693"/>
                </a:lnTo>
                <a:lnTo>
                  <a:pt x="285" y="693"/>
                </a:lnTo>
                <a:lnTo>
                  <a:pt x="285" y="694"/>
                </a:lnTo>
                <a:lnTo>
                  <a:pt x="284" y="694"/>
                </a:lnTo>
                <a:lnTo>
                  <a:pt x="282" y="694"/>
                </a:lnTo>
                <a:lnTo>
                  <a:pt x="281" y="694"/>
                </a:lnTo>
                <a:lnTo>
                  <a:pt x="281" y="693"/>
                </a:lnTo>
                <a:lnTo>
                  <a:pt x="280" y="693"/>
                </a:lnTo>
                <a:lnTo>
                  <a:pt x="279" y="693"/>
                </a:lnTo>
                <a:lnTo>
                  <a:pt x="278" y="692"/>
                </a:lnTo>
                <a:lnTo>
                  <a:pt x="276" y="692"/>
                </a:lnTo>
                <a:lnTo>
                  <a:pt x="275" y="692"/>
                </a:lnTo>
                <a:lnTo>
                  <a:pt x="274" y="692"/>
                </a:lnTo>
                <a:lnTo>
                  <a:pt x="273" y="692"/>
                </a:lnTo>
                <a:lnTo>
                  <a:pt x="272" y="692"/>
                </a:lnTo>
                <a:lnTo>
                  <a:pt x="271" y="692"/>
                </a:lnTo>
                <a:lnTo>
                  <a:pt x="270" y="693"/>
                </a:lnTo>
                <a:lnTo>
                  <a:pt x="268" y="693"/>
                </a:lnTo>
                <a:lnTo>
                  <a:pt x="267" y="694"/>
                </a:lnTo>
                <a:lnTo>
                  <a:pt x="266" y="695"/>
                </a:lnTo>
                <a:lnTo>
                  <a:pt x="266" y="696"/>
                </a:lnTo>
                <a:lnTo>
                  <a:pt x="265" y="697"/>
                </a:lnTo>
                <a:lnTo>
                  <a:pt x="265" y="698"/>
                </a:lnTo>
                <a:lnTo>
                  <a:pt x="264" y="700"/>
                </a:lnTo>
                <a:lnTo>
                  <a:pt x="263" y="703"/>
                </a:lnTo>
                <a:lnTo>
                  <a:pt x="263" y="706"/>
                </a:lnTo>
                <a:lnTo>
                  <a:pt x="264" y="712"/>
                </a:lnTo>
                <a:lnTo>
                  <a:pt x="264" y="714"/>
                </a:lnTo>
                <a:lnTo>
                  <a:pt x="263" y="715"/>
                </a:lnTo>
                <a:lnTo>
                  <a:pt x="263" y="716"/>
                </a:lnTo>
                <a:lnTo>
                  <a:pt x="263" y="717"/>
                </a:lnTo>
                <a:lnTo>
                  <a:pt x="263" y="718"/>
                </a:lnTo>
                <a:lnTo>
                  <a:pt x="262" y="719"/>
                </a:lnTo>
                <a:lnTo>
                  <a:pt x="262" y="720"/>
                </a:lnTo>
                <a:lnTo>
                  <a:pt x="261" y="720"/>
                </a:lnTo>
                <a:lnTo>
                  <a:pt x="260" y="720"/>
                </a:lnTo>
                <a:lnTo>
                  <a:pt x="259" y="721"/>
                </a:lnTo>
                <a:lnTo>
                  <a:pt x="257" y="721"/>
                </a:lnTo>
                <a:lnTo>
                  <a:pt x="256" y="721"/>
                </a:lnTo>
                <a:lnTo>
                  <a:pt x="255" y="721"/>
                </a:lnTo>
                <a:lnTo>
                  <a:pt x="254" y="721"/>
                </a:lnTo>
                <a:lnTo>
                  <a:pt x="253" y="721"/>
                </a:lnTo>
                <a:lnTo>
                  <a:pt x="252" y="722"/>
                </a:lnTo>
                <a:lnTo>
                  <a:pt x="248" y="726"/>
                </a:lnTo>
                <a:lnTo>
                  <a:pt x="247" y="726"/>
                </a:lnTo>
                <a:lnTo>
                  <a:pt x="247" y="727"/>
                </a:lnTo>
                <a:lnTo>
                  <a:pt x="246" y="727"/>
                </a:lnTo>
                <a:lnTo>
                  <a:pt x="244" y="729"/>
                </a:lnTo>
                <a:lnTo>
                  <a:pt x="243" y="729"/>
                </a:lnTo>
                <a:lnTo>
                  <a:pt x="242" y="730"/>
                </a:lnTo>
                <a:lnTo>
                  <a:pt x="241" y="730"/>
                </a:lnTo>
                <a:lnTo>
                  <a:pt x="240" y="731"/>
                </a:lnTo>
                <a:lnTo>
                  <a:pt x="239" y="732"/>
                </a:lnTo>
                <a:lnTo>
                  <a:pt x="238" y="732"/>
                </a:lnTo>
                <a:lnTo>
                  <a:pt x="237" y="733"/>
                </a:lnTo>
                <a:lnTo>
                  <a:pt x="236" y="734"/>
                </a:lnTo>
                <a:lnTo>
                  <a:pt x="236" y="735"/>
                </a:lnTo>
                <a:lnTo>
                  <a:pt x="235" y="735"/>
                </a:lnTo>
                <a:lnTo>
                  <a:pt x="235" y="736"/>
                </a:lnTo>
                <a:lnTo>
                  <a:pt x="234" y="737"/>
                </a:lnTo>
                <a:lnTo>
                  <a:pt x="233" y="738"/>
                </a:lnTo>
                <a:lnTo>
                  <a:pt x="232" y="739"/>
                </a:lnTo>
                <a:lnTo>
                  <a:pt x="231" y="739"/>
                </a:lnTo>
                <a:lnTo>
                  <a:pt x="230" y="741"/>
                </a:lnTo>
                <a:lnTo>
                  <a:pt x="228" y="742"/>
                </a:lnTo>
                <a:lnTo>
                  <a:pt x="227" y="742"/>
                </a:lnTo>
                <a:lnTo>
                  <a:pt x="226" y="742"/>
                </a:lnTo>
                <a:lnTo>
                  <a:pt x="226" y="741"/>
                </a:lnTo>
                <a:lnTo>
                  <a:pt x="225" y="741"/>
                </a:lnTo>
                <a:lnTo>
                  <a:pt x="225" y="740"/>
                </a:lnTo>
                <a:lnTo>
                  <a:pt x="225" y="739"/>
                </a:lnTo>
                <a:lnTo>
                  <a:pt x="224" y="739"/>
                </a:lnTo>
                <a:lnTo>
                  <a:pt x="224" y="738"/>
                </a:lnTo>
                <a:lnTo>
                  <a:pt x="223" y="737"/>
                </a:lnTo>
                <a:lnTo>
                  <a:pt x="222" y="737"/>
                </a:lnTo>
                <a:lnTo>
                  <a:pt x="222" y="736"/>
                </a:lnTo>
                <a:lnTo>
                  <a:pt x="221" y="736"/>
                </a:lnTo>
                <a:lnTo>
                  <a:pt x="219" y="736"/>
                </a:lnTo>
                <a:lnTo>
                  <a:pt x="218" y="736"/>
                </a:lnTo>
                <a:lnTo>
                  <a:pt x="216" y="736"/>
                </a:lnTo>
                <a:lnTo>
                  <a:pt x="215" y="736"/>
                </a:lnTo>
                <a:lnTo>
                  <a:pt x="214" y="736"/>
                </a:lnTo>
                <a:lnTo>
                  <a:pt x="213" y="737"/>
                </a:lnTo>
                <a:lnTo>
                  <a:pt x="212" y="737"/>
                </a:lnTo>
                <a:lnTo>
                  <a:pt x="211" y="738"/>
                </a:lnTo>
                <a:lnTo>
                  <a:pt x="211" y="737"/>
                </a:lnTo>
                <a:lnTo>
                  <a:pt x="211" y="736"/>
                </a:lnTo>
                <a:lnTo>
                  <a:pt x="210" y="734"/>
                </a:lnTo>
                <a:lnTo>
                  <a:pt x="210" y="733"/>
                </a:lnTo>
                <a:lnTo>
                  <a:pt x="209" y="732"/>
                </a:lnTo>
                <a:lnTo>
                  <a:pt x="210" y="731"/>
                </a:lnTo>
                <a:lnTo>
                  <a:pt x="210" y="730"/>
                </a:lnTo>
                <a:lnTo>
                  <a:pt x="210" y="729"/>
                </a:lnTo>
                <a:lnTo>
                  <a:pt x="209" y="729"/>
                </a:lnTo>
                <a:lnTo>
                  <a:pt x="209" y="728"/>
                </a:lnTo>
                <a:lnTo>
                  <a:pt x="209" y="726"/>
                </a:lnTo>
                <a:lnTo>
                  <a:pt x="209" y="727"/>
                </a:lnTo>
                <a:lnTo>
                  <a:pt x="201" y="718"/>
                </a:lnTo>
                <a:lnTo>
                  <a:pt x="201" y="717"/>
                </a:lnTo>
                <a:lnTo>
                  <a:pt x="201" y="716"/>
                </a:lnTo>
                <a:lnTo>
                  <a:pt x="201" y="715"/>
                </a:lnTo>
                <a:lnTo>
                  <a:pt x="201" y="714"/>
                </a:lnTo>
                <a:lnTo>
                  <a:pt x="201" y="713"/>
                </a:lnTo>
                <a:lnTo>
                  <a:pt x="201" y="711"/>
                </a:lnTo>
                <a:lnTo>
                  <a:pt x="201" y="710"/>
                </a:lnTo>
                <a:lnTo>
                  <a:pt x="201" y="709"/>
                </a:lnTo>
                <a:lnTo>
                  <a:pt x="201" y="708"/>
                </a:lnTo>
                <a:lnTo>
                  <a:pt x="201" y="707"/>
                </a:lnTo>
                <a:lnTo>
                  <a:pt x="202" y="707"/>
                </a:lnTo>
                <a:lnTo>
                  <a:pt x="201" y="706"/>
                </a:lnTo>
                <a:lnTo>
                  <a:pt x="201" y="705"/>
                </a:lnTo>
                <a:lnTo>
                  <a:pt x="201" y="704"/>
                </a:lnTo>
                <a:lnTo>
                  <a:pt x="200" y="703"/>
                </a:lnTo>
                <a:lnTo>
                  <a:pt x="199" y="703"/>
                </a:lnTo>
                <a:lnTo>
                  <a:pt x="199" y="702"/>
                </a:lnTo>
                <a:lnTo>
                  <a:pt x="200" y="701"/>
                </a:lnTo>
                <a:lnTo>
                  <a:pt x="200" y="700"/>
                </a:lnTo>
                <a:lnTo>
                  <a:pt x="200" y="699"/>
                </a:lnTo>
                <a:lnTo>
                  <a:pt x="199" y="698"/>
                </a:lnTo>
                <a:lnTo>
                  <a:pt x="199" y="697"/>
                </a:lnTo>
                <a:lnTo>
                  <a:pt x="200" y="696"/>
                </a:lnTo>
                <a:lnTo>
                  <a:pt x="200" y="695"/>
                </a:lnTo>
                <a:lnTo>
                  <a:pt x="199" y="695"/>
                </a:lnTo>
                <a:lnTo>
                  <a:pt x="199" y="694"/>
                </a:lnTo>
                <a:lnTo>
                  <a:pt x="200" y="693"/>
                </a:lnTo>
                <a:lnTo>
                  <a:pt x="199" y="692"/>
                </a:lnTo>
                <a:lnTo>
                  <a:pt x="198" y="692"/>
                </a:lnTo>
                <a:lnTo>
                  <a:pt x="197" y="692"/>
                </a:lnTo>
                <a:lnTo>
                  <a:pt x="197" y="691"/>
                </a:lnTo>
                <a:lnTo>
                  <a:pt x="197" y="690"/>
                </a:lnTo>
                <a:lnTo>
                  <a:pt x="196" y="690"/>
                </a:lnTo>
                <a:lnTo>
                  <a:pt x="196" y="689"/>
                </a:lnTo>
                <a:lnTo>
                  <a:pt x="196" y="688"/>
                </a:lnTo>
                <a:lnTo>
                  <a:pt x="196" y="687"/>
                </a:lnTo>
                <a:lnTo>
                  <a:pt x="195" y="687"/>
                </a:lnTo>
                <a:lnTo>
                  <a:pt x="195" y="686"/>
                </a:lnTo>
                <a:lnTo>
                  <a:pt x="195" y="685"/>
                </a:lnTo>
                <a:lnTo>
                  <a:pt x="194" y="684"/>
                </a:lnTo>
                <a:lnTo>
                  <a:pt x="196" y="683"/>
                </a:lnTo>
                <a:lnTo>
                  <a:pt x="196" y="682"/>
                </a:lnTo>
                <a:lnTo>
                  <a:pt x="195" y="682"/>
                </a:lnTo>
                <a:lnTo>
                  <a:pt x="195" y="681"/>
                </a:lnTo>
                <a:lnTo>
                  <a:pt x="195" y="680"/>
                </a:lnTo>
                <a:lnTo>
                  <a:pt x="194" y="680"/>
                </a:lnTo>
                <a:lnTo>
                  <a:pt x="193" y="680"/>
                </a:lnTo>
                <a:lnTo>
                  <a:pt x="193" y="679"/>
                </a:lnTo>
                <a:lnTo>
                  <a:pt x="193" y="678"/>
                </a:lnTo>
                <a:lnTo>
                  <a:pt x="192" y="678"/>
                </a:lnTo>
                <a:lnTo>
                  <a:pt x="192" y="679"/>
                </a:lnTo>
                <a:lnTo>
                  <a:pt x="191" y="679"/>
                </a:lnTo>
                <a:lnTo>
                  <a:pt x="191" y="678"/>
                </a:lnTo>
                <a:lnTo>
                  <a:pt x="191" y="677"/>
                </a:lnTo>
                <a:lnTo>
                  <a:pt x="190" y="677"/>
                </a:lnTo>
                <a:lnTo>
                  <a:pt x="190" y="676"/>
                </a:lnTo>
                <a:lnTo>
                  <a:pt x="189" y="676"/>
                </a:lnTo>
                <a:lnTo>
                  <a:pt x="188" y="676"/>
                </a:lnTo>
                <a:lnTo>
                  <a:pt x="188" y="675"/>
                </a:lnTo>
                <a:lnTo>
                  <a:pt x="187" y="674"/>
                </a:lnTo>
                <a:lnTo>
                  <a:pt x="186" y="674"/>
                </a:lnTo>
                <a:lnTo>
                  <a:pt x="185" y="674"/>
                </a:lnTo>
                <a:lnTo>
                  <a:pt x="185" y="673"/>
                </a:lnTo>
                <a:lnTo>
                  <a:pt x="184" y="673"/>
                </a:lnTo>
                <a:lnTo>
                  <a:pt x="185" y="673"/>
                </a:lnTo>
                <a:lnTo>
                  <a:pt x="185" y="672"/>
                </a:lnTo>
                <a:lnTo>
                  <a:pt x="184" y="672"/>
                </a:lnTo>
                <a:lnTo>
                  <a:pt x="184" y="671"/>
                </a:lnTo>
                <a:lnTo>
                  <a:pt x="184" y="670"/>
                </a:lnTo>
                <a:lnTo>
                  <a:pt x="183" y="669"/>
                </a:lnTo>
                <a:lnTo>
                  <a:pt x="182" y="669"/>
                </a:lnTo>
                <a:lnTo>
                  <a:pt x="182" y="668"/>
                </a:lnTo>
                <a:lnTo>
                  <a:pt x="181" y="668"/>
                </a:lnTo>
                <a:lnTo>
                  <a:pt x="180" y="668"/>
                </a:lnTo>
                <a:lnTo>
                  <a:pt x="179" y="667"/>
                </a:lnTo>
                <a:lnTo>
                  <a:pt x="178" y="668"/>
                </a:lnTo>
                <a:lnTo>
                  <a:pt x="178" y="667"/>
                </a:lnTo>
                <a:lnTo>
                  <a:pt x="177" y="667"/>
                </a:lnTo>
                <a:lnTo>
                  <a:pt x="177" y="668"/>
                </a:lnTo>
                <a:lnTo>
                  <a:pt x="176" y="668"/>
                </a:lnTo>
                <a:lnTo>
                  <a:pt x="176" y="669"/>
                </a:lnTo>
                <a:lnTo>
                  <a:pt x="175" y="668"/>
                </a:lnTo>
                <a:lnTo>
                  <a:pt x="174" y="668"/>
                </a:lnTo>
                <a:lnTo>
                  <a:pt x="173" y="668"/>
                </a:lnTo>
                <a:lnTo>
                  <a:pt x="174" y="667"/>
                </a:lnTo>
                <a:lnTo>
                  <a:pt x="174" y="666"/>
                </a:lnTo>
                <a:lnTo>
                  <a:pt x="173" y="666"/>
                </a:lnTo>
                <a:lnTo>
                  <a:pt x="174" y="665"/>
                </a:lnTo>
                <a:lnTo>
                  <a:pt x="174" y="663"/>
                </a:lnTo>
                <a:lnTo>
                  <a:pt x="174" y="662"/>
                </a:lnTo>
                <a:lnTo>
                  <a:pt x="173" y="662"/>
                </a:lnTo>
                <a:lnTo>
                  <a:pt x="173" y="663"/>
                </a:lnTo>
                <a:lnTo>
                  <a:pt x="172" y="662"/>
                </a:lnTo>
                <a:lnTo>
                  <a:pt x="172" y="661"/>
                </a:lnTo>
                <a:lnTo>
                  <a:pt x="171" y="661"/>
                </a:lnTo>
                <a:lnTo>
                  <a:pt x="171" y="660"/>
                </a:lnTo>
                <a:lnTo>
                  <a:pt x="171" y="659"/>
                </a:lnTo>
                <a:lnTo>
                  <a:pt x="170" y="658"/>
                </a:lnTo>
                <a:lnTo>
                  <a:pt x="169" y="657"/>
                </a:lnTo>
                <a:lnTo>
                  <a:pt x="170" y="656"/>
                </a:lnTo>
                <a:lnTo>
                  <a:pt x="171" y="655"/>
                </a:lnTo>
                <a:lnTo>
                  <a:pt x="171" y="654"/>
                </a:lnTo>
                <a:lnTo>
                  <a:pt x="172" y="654"/>
                </a:lnTo>
                <a:lnTo>
                  <a:pt x="173" y="653"/>
                </a:lnTo>
                <a:lnTo>
                  <a:pt x="174" y="651"/>
                </a:lnTo>
                <a:lnTo>
                  <a:pt x="174" y="650"/>
                </a:lnTo>
                <a:lnTo>
                  <a:pt x="175" y="650"/>
                </a:lnTo>
                <a:lnTo>
                  <a:pt x="175" y="651"/>
                </a:lnTo>
                <a:lnTo>
                  <a:pt x="176" y="651"/>
                </a:lnTo>
                <a:lnTo>
                  <a:pt x="176" y="650"/>
                </a:lnTo>
                <a:lnTo>
                  <a:pt x="176" y="648"/>
                </a:lnTo>
                <a:lnTo>
                  <a:pt x="174" y="648"/>
                </a:lnTo>
                <a:lnTo>
                  <a:pt x="173" y="648"/>
                </a:lnTo>
                <a:lnTo>
                  <a:pt x="173" y="647"/>
                </a:lnTo>
                <a:lnTo>
                  <a:pt x="173" y="646"/>
                </a:lnTo>
                <a:lnTo>
                  <a:pt x="172" y="646"/>
                </a:lnTo>
                <a:lnTo>
                  <a:pt x="171" y="646"/>
                </a:lnTo>
                <a:lnTo>
                  <a:pt x="171" y="645"/>
                </a:lnTo>
                <a:lnTo>
                  <a:pt x="169" y="645"/>
                </a:lnTo>
                <a:lnTo>
                  <a:pt x="169" y="643"/>
                </a:lnTo>
                <a:lnTo>
                  <a:pt x="170" y="643"/>
                </a:lnTo>
                <a:lnTo>
                  <a:pt x="170" y="642"/>
                </a:lnTo>
                <a:lnTo>
                  <a:pt x="169" y="641"/>
                </a:lnTo>
                <a:lnTo>
                  <a:pt x="169" y="640"/>
                </a:lnTo>
                <a:lnTo>
                  <a:pt x="170" y="640"/>
                </a:lnTo>
                <a:lnTo>
                  <a:pt x="170" y="639"/>
                </a:lnTo>
                <a:lnTo>
                  <a:pt x="170" y="638"/>
                </a:lnTo>
                <a:lnTo>
                  <a:pt x="170" y="637"/>
                </a:lnTo>
                <a:lnTo>
                  <a:pt x="171" y="636"/>
                </a:lnTo>
                <a:lnTo>
                  <a:pt x="172" y="635"/>
                </a:lnTo>
                <a:lnTo>
                  <a:pt x="171" y="635"/>
                </a:lnTo>
                <a:lnTo>
                  <a:pt x="170" y="634"/>
                </a:lnTo>
                <a:lnTo>
                  <a:pt x="169" y="634"/>
                </a:lnTo>
                <a:lnTo>
                  <a:pt x="169" y="633"/>
                </a:lnTo>
                <a:lnTo>
                  <a:pt x="169" y="632"/>
                </a:lnTo>
                <a:lnTo>
                  <a:pt x="168" y="631"/>
                </a:lnTo>
                <a:lnTo>
                  <a:pt x="168" y="632"/>
                </a:lnTo>
                <a:lnTo>
                  <a:pt x="167" y="631"/>
                </a:lnTo>
                <a:lnTo>
                  <a:pt x="166" y="630"/>
                </a:lnTo>
                <a:lnTo>
                  <a:pt x="166" y="629"/>
                </a:lnTo>
                <a:lnTo>
                  <a:pt x="166" y="628"/>
                </a:lnTo>
                <a:lnTo>
                  <a:pt x="165" y="628"/>
                </a:lnTo>
                <a:lnTo>
                  <a:pt x="165" y="627"/>
                </a:lnTo>
                <a:lnTo>
                  <a:pt x="165" y="626"/>
                </a:lnTo>
                <a:lnTo>
                  <a:pt x="164" y="625"/>
                </a:lnTo>
                <a:lnTo>
                  <a:pt x="163" y="625"/>
                </a:lnTo>
                <a:lnTo>
                  <a:pt x="162" y="625"/>
                </a:lnTo>
                <a:lnTo>
                  <a:pt x="162" y="624"/>
                </a:lnTo>
                <a:lnTo>
                  <a:pt x="161" y="623"/>
                </a:lnTo>
                <a:lnTo>
                  <a:pt x="160" y="623"/>
                </a:lnTo>
                <a:lnTo>
                  <a:pt x="159" y="623"/>
                </a:lnTo>
                <a:lnTo>
                  <a:pt x="158" y="623"/>
                </a:lnTo>
                <a:lnTo>
                  <a:pt x="158" y="624"/>
                </a:lnTo>
                <a:lnTo>
                  <a:pt x="157" y="624"/>
                </a:lnTo>
                <a:lnTo>
                  <a:pt x="157" y="623"/>
                </a:lnTo>
                <a:lnTo>
                  <a:pt x="156" y="623"/>
                </a:lnTo>
                <a:lnTo>
                  <a:pt x="156" y="622"/>
                </a:lnTo>
                <a:lnTo>
                  <a:pt x="155" y="621"/>
                </a:lnTo>
                <a:lnTo>
                  <a:pt x="156" y="621"/>
                </a:lnTo>
                <a:lnTo>
                  <a:pt x="156" y="620"/>
                </a:lnTo>
                <a:lnTo>
                  <a:pt x="156" y="619"/>
                </a:lnTo>
                <a:lnTo>
                  <a:pt x="156" y="618"/>
                </a:lnTo>
                <a:lnTo>
                  <a:pt x="155" y="618"/>
                </a:lnTo>
                <a:lnTo>
                  <a:pt x="154" y="617"/>
                </a:lnTo>
                <a:lnTo>
                  <a:pt x="154" y="616"/>
                </a:lnTo>
                <a:lnTo>
                  <a:pt x="154" y="615"/>
                </a:lnTo>
                <a:lnTo>
                  <a:pt x="153" y="615"/>
                </a:lnTo>
                <a:lnTo>
                  <a:pt x="152" y="614"/>
                </a:lnTo>
                <a:lnTo>
                  <a:pt x="151" y="614"/>
                </a:lnTo>
                <a:lnTo>
                  <a:pt x="150" y="614"/>
                </a:lnTo>
                <a:lnTo>
                  <a:pt x="150" y="613"/>
                </a:lnTo>
                <a:lnTo>
                  <a:pt x="150" y="612"/>
                </a:lnTo>
                <a:lnTo>
                  <a:pt x="149" y="612"/>
                </a:lnTo>
                <a:lnTo>
                  <a:pt x="148" y="612"/>
                </a:lnTo>
                <a:lnTo>
                  <a:pt x="148" y="611"/>
                </a:lnTo>
                <a:lnTo>
                  <a:pt x="149" y="611"/>
                </a:lnTo>
                <a:lnTo>
                  <a:pt x="149" y="610"/>
                </a:lnTo>
                <a:lnTo>
                  <a:pt x="149" y="608"/>
                </a:lnTo>
                <a:lnTo>
                  <a:pt x="149" y="607"/>
                </a:lnTo>
                <a:lnTo>
                  <a:pt x="149" y="606"/>
                </a:lnTo>
                <a:lnTo>
                  <a:pt x="149" y="605"/>
                </a:lnTo>
                <a:lnTo>
                  <a:pt x="150" y="605"/>
                </a:lnTo>
                <a:lnTo>
                  <a:pt x="150" y="603"/>
                </a:lnTo>
                <a:lnTo>
                  <a:pt x="150" y="602"/>
                </a:lnTo>
                <a:lnTo>
                  <a:pt x="150" y="601"/>
                </a:lnTo>
                <a:lnTo>
                  <a:pt x="151" y="600"/>
                </a:lnTo>
                <a:lnTo>
                  <a:pt x="153" y="600"/>
                </a:lnTo>
                <a:lnTo>
                  <a:pt x="154" y="601"/>
                </a:lnTo>
                <a:lnTo>
                  <a:pt x="155" y="601"/>
                </a:lnTo>
                <a:lnTo>
                  <a:pt x="156" y="600"/>
                </a:lnTo>
                <a:lnTo>
                  <a:pt x="157" y="600"/>
                </a:lnTo>
                <a:lnTo>
                  <a:pt x="158" y="600"/>
                </a:lnTo>
                <a:lnTo>
                  <a:pt x="159" y="600"/>
                </a:lnTo>
                <a:lnTo>
                  <a:pt x="159" y="599"/>
                </a:lnTo>
                <a:lnTo>
                  <a:pt x="159" y="598"/>
                </a:lnTo>
                <a:lnTo>
                  <a:pt x="160" y="597"/>
                </a:lnTo>
                <a:lnTo>
                  <a:pt x="161" y="597"/>
                </a:lnTo>
                <a:lnTo>
                  <a:pt x="161" y="595"/>
                </a:lnTo>
                <a:lnTo>
                  <a:pt x="160" y="596"/>
                </a:lnTo>
                <a:lnTo>
                  <a:pt x="159" y="595"/>
                </a:lnTo>
                <a:lnTo>
                  <a:pt x="159" y="594"/>
                </a:lnTo>
                <a:lnTo>
                  <a:pt x="160" y="594"/>
                </a:lnTo>
                <a:lnTo>
                  <a:pt x="160" y="593"/>
                </a:lnTo>
                <a:lnTo>
                  <a:pt x="160" y="592"/>
                </a:lnTo>
                <a:lnTo>
                  <a:pt x="159" y="591"/>
                </a:lnTo>
                <a:lnTo>
                  <a:pt x="159" y="590"/>
                </a:lnTo>
                <a:lnTo>
                  <a:pt x="158" y="589"/>
                </a:lnTo>
                <a:lnTo>
                  <a:pt x="157" y="588"/>
                </a:lnTo>
                <a:lnTo>
                  <a:pt x="157" y="586"/>
                </a:lnTo>
                <a:lnTo>
                  <a:pt x="158" y="586"/>
                </a:lnTo>
                <a:lnTo>
                  <a:pt x="158" y="585"/>
                </a:lnTo>
                <a:lnTo>
                  <a:pt x="159" y="585"/>
                </a:lnTo>
                <a:lnTo>
                  <a:pt x="159" y="584"/>
                </a:lnTo>
                <a:lnTo>
                  <a:pt x="159" y="583"/>
                </a:lnTo>
                <a:lnTo>
                  <a:pt x="159" y="582"/>
                </a:lnTo>
                <a:lnTo>
                  <a:pt x="160" y="582"/>
                </a:lnTo>
                <a:lnTo>
                  <a:pt x="161" y="582"/>
                </a:lnTo>
                <a:lnTo>
                  <a:pt x="161" y="581"/>
                </a:lnTo>
                <a:lnTo>
                  <a:pt x="162" y="580"/>
                </a:lnTo>
                <a:lnTo>
                  <a:pt x="164" y="580"/>
                </a:lnTo>
                <a:lnTo>
                  <a:pt x="164" y="579"/>
                </a:lnTo>
                <a:lnTo>
                  <a:pt x="163" y="579"/>
                </a:lnTo>
                <a:lnTo>
                  <a:pt x="164" y="579"/>
                </a:lnTo>
                <a:lnTo>
                  <a:pt x="165" y="579"/>
                </a:lnTo>
                <a:lnTo>
                  <a:pt x="166" y="579"/>
                </a:lnTo>
                <a:lnTo>
                  <a:pt x="167" y="579"/>
                </a:lnTo>
                <a:lnTo>
                  <a:pt x="167" y="577"/>
                </a:lnTo>
                <a:lnTo>
                  <a:pt x="167" y="576"/>
                </a:lnTo>
                <a:lnTo>
                  <a:pt x="168" y="576"/>
                </a:lnTo>
                <a:lnTo>
                  <a:pt x="169" y="576"/>
                </a:lnTo>
                <a:lnTo>
                  <a:pt x="169" y="575"/>
                </a:lnTo>
                <a:lnTo>
                  <a:pt x="169" y="574"/>
                </a:lnTo>
                <a:lnTo>
                  <a:pt x="170" y="574"/>
                </a:lnTo>
                <a:lnTo>
                  <a:pt x="171" y="573"/>
                </a:lnTo>
                <a:lnTo>
                  <a:pt x="171" y="572"/>
                </a:lnTo>
                <a:lnTo>
                  <a:pt x="172" y="571"/>
                </a:lnTo>
                <a:lnTo>
                  <a:pt x="173" y="571"/>
                </a:lnTo>
                <a:lnTo>
                  <a:pt x="174" y="570"/>
                </a:lnTo>
                <a:lnTo>
                  <a:pt x="174" y="569"/>
                </a:lnTo>
                <a:lnTo>
                  <a:pt x="175" y="569"/>
                </a:lnTo>
                <a:lnTo>
                  <a:pt x="175" y="568"/>
                </a:lnTo>
                <a:lnTo>
                  <a:pt x="176" y="568"/>
                </a:lnTo>
                <a:lnTo>
                  <a:pt x="177" y="568"/>
                </a:lnTo>
                <a:lnTo>
                  <a:pt x="177" y="567"/>
                </a:lnTo>
                <a:lnTo>
                  <a:pt x="178" y="567"/>
                </a:lnTo>
                <a:lnTo>
                  <a:pt x="179" y="567"/>
                </a:lnTo>
                <a:lnTo>
                  <a:pt x="179" y="568"/>
                </a:lnTo>
                <a:lnTo>
                  <a:pt x="179" y="567"/>
                </a:lnTo>
                <a:lnTo>
                  <a:pt x="179" y="566"/>
                </a:lnTo>
                <a:lnTo>
                  <a:pt x="180" y="566"/>
                </a:lnTo>
                <a:lnTo>
                  <a:pt x="181" y="566"/>
                </a:lnTo>
                <a:lnTo>
                  <a:pt x="182" y="566"/>
                </a:lnTo>
                <a:lnTo>
                  <a:pt x="183" y="566"/>
                </a:lnTo>
                <a:lnTo>
                  <a:pt x="184" y="566"/>
                </a:lnTo>
                <a:lnTo>
                  <a:pt x="183" y="566"/>
                </a:lnTo>
                <a:lnTo>
                  <a:pt x="183" y="565"/>
                </a:lnTo>
                <a:lnTo>
                  <a:pt x="183" y="564"/>
                </a:lnTo>
                <a:lnTo>
                  <a:pt x="182" y="563"/>
                </a:lnTo>
                <a:lnTo>
                  <a:pt x="183" y="563"/>
                </a:lnTo>
                <a:lnTo>
                  <a:pt x="182" y="562"/>
                </a:lnTo>
                <a:lnTo>
                  <a:pt x="181" y="560"/>
                </a:lnTo>
                <a:lnTo>
                  <a:pt x="181" y="559"/>
                </a:lnTo>
                <a:lnTo>
                  <a:pt x="181" y="558"/>
                </a:lnTo>
                <a:lnTo>
                  <a:pt x="180" y="558"/>
                </a:lnTo>
                <a:lnTo>
                  <a:pt x="179" y="558"/>
                </a:lnTo>
                <a:lnTo>
                  <a:pt x="178" y="558"/>
                </a:lnTo>
                <a:lnTo>
                  <a:pt x="177" y="559"/>
                </a:lnTo>
                <a:lnTo>
                  <a:pt x="177" y="558"/>
                </a:lnTo>
                <a:lnTo>
                  <a:pt x="176" y="558"/>
                </a:lnTo>
                <a:lnTo>
                  <a:pt x="175" y="558"/>
                </a:lnTo>
                <a:lnTo>
                  <a:pt x="175" y="559"/>
                </a:lnTo>
                <a:lnTo>
                  <a:pt x="175" y="558"/>
                </a:lnTo>
                <a:lnTo>
                  <a:pt x="174" y="558"/>
                </a:lnTo>
                <a:lnTo>
                  <a:pt x="174" y="557"/>
                </a:lnTo>
                <a:lnTo>
                  <a:pt x="174" y="556"/>
                </a:lnTo>
                <a:lnTo>
                  <a:pt x="174" y="555"/>
                </a:lnTo>
                <a:lnTo>
                  <a:pt x="173" y="556"/>
                </a:lnTo>
                <a:lnTo>
                  <a:pt x="172" y="555"/>
                </a:lnTo>
                <a:lnTo>
                  <a:pt x="171" y="555"/>
                </a:lnTo>
                <a:lnTo>
                  <a:pt x="170" y="554"/>
                </a:lnTo>
                <a:lnTo>
                  <a:pt x="170" y="555"/>
                </a:lnTo>
                <a:lnTo>
                  <a:pt x="169" y="555"/>
                </a:lnTo>
                <a:lnTo>
                  <a:pt x="168" y="555"/>
                </a:lnTo>
                <a:lnTo>
                  <a:pt x="167" y="555"/>
                </a:lnTo>
                <a:lnTo>
                  <a:pt x="166" y="555"/>
                </a:lnTo>
                <a:lnTo>
                  <a:pt x="165" y="555"/>
                </a:lnTo>
                <a:lnTo>
                  <a:pt x="165" y="553"/>
                </a:lnTo>
                <a:lnTo>
                  <a:pt x="166" y="553"/>
                </a:lnTo>
                <a:lnTo>
                  <a:pt x="166" y="552"/>
                </a:lnTo>
                <a:lnTo>
                  <a:pt x="166" y="551"/>
                </a:lnTo>
                <a:lnTo>
                  <a:pt x="165" y="551"/>
                </a:lnTo>
                <a:lnTo>
                  <a:pt x="164" y="551"/>
                </a:lnTo>
                <a:lnTo>
                  <a:pt x="163" y="551"/>
                </a:lnTo>
                <a:lnTo>
                  <a:pt x="162" y="550"/>
                </a:lnTo>
                <a:lnTo>
                  <a:pt x="162" y="549"/>
                </a:lnTo>
                <a:lnTo>
                  <a:pt x="161" y="548"/>
                </a:lnTo>
                <a:lnTo>
                  <a:pt x="160" y="548"/>
                </a:lnTo>
                <a:lnTo>
                  <a:pt x="159" y="548"/>
                </a:lnTo>
                <a:lnTo>
                  <a:pt x="159" y="547"/>
                </a:lnTo>
                <a:lnTo>
                  <a:pt x="158" y="546"/>
                </a:lnTo>
                <a:lnTo>
                  <a:pt x="158" y="545"/>
                </a:lnTo>
                <a:lnTo>
                  <a:pt x="158" y="544"/>
                </a:lnTo>
                <a:lnTo>
                  <a:pt x="157" y="544"/>
                </a:lnTo>
                <a:lnTo>
                  <a:pt x="158" y="544"/>
                </a:lnTo>
                <a:lnTo>
                  <a:pt x="158" y="543"/>
                </a:lnTo>
                <a:lnTo>
                  <a:pt x="157" y="542"/>
                </a:lnTo>
                <a:lnTo>
                  <a:pt x="157" y="541"/>
                </a:lnTo>
                <a:lnTo>
                  <a:pt x="156" y="540"/>
                </a:lnTo>
                <a:lnTo>
                  <a:pt x="155" y="540"/>
                </a:lnTo>
                <a:lnTo>
                  <a:pt x="154" y="540"/>
                </a:lnTo>
                <a:lnTo>
                  <a:pt x="154" y="541"/>
                </a:lnTo>
                <a:lnTo>
                  <a:pt x="153" y="541"/>
                </a:lnTo>
                <a:lnTo>
                  <a:pt x="153" y="542"/>
                </a:lnTo>
                <a:lnTo>
                  <a:pt x="152" y="542"/>
                </a:lnTo>
                <a:lnTo>
                  <a:pt x="152" y="543"/>
                </a:lnTo>
                <a:lnTo>
                  <a:pt x="150" y="544"/>
                </a:lnTo>
                <a:lnTo>
                  <a:pt x="148" y="544"/>
                </a:lnTo>
                <a:lnTo>
                  <a:pt x="147" y="544"/>
                </a:lnTo>
                <a:lnTo>
                  <a:pt x="146" y="544"/>
                </a:lnTo>
                <a:lnTo>
                  <a:pt x="145" y="545"/>
                </a:lnTo>
                <a:lnTo>
                  <a:pt x="145" y="546"/>
                </a:lnTo>
                <a:lnTo>
                  <a:pt x="145" y="547"/>
                </a:lnTo>
                <a:lnTo>
                  <a:pt x="144" y="547"/>
                </a:lnTo>
                <a:lnTo>
                  <a:pt x="144" y="548"/>
                </a:lnTo>
                <a:lnTo>
                  <a:pt x="143" y="548"/>
                </a:lnTo>
                <a:lnTo>
                  <a:pt x="143" y="547"/>
                </a:lnTo>
                <a:lnTo>
                  <a:pt x="142" y="547"/>
                </a:lnTo>
                <a:lnTo>
                  <a:pt x="142" y="546"/>
                </a:lnTo>
                <a:lnTo>
                  <a:pt x="142" y="544"/>
                </a:lnTo>
                <a:lnTo>
                  <a:pt x="141" y="544"/>
                </a:lnTo>
                <a:lnTo>
                  <a:pt x="141" y="543"/>
                </a:lnTo>
                <a:lnTo>
                  <a:pt x="140" y="543"/>
                </a:lnTo>
                <a:lnTo>
                  <a:pt x="140" y="542"/>
                </a:lnTo>
                <a:lnTo>
                  <a:pt x="139" y="542"/>
                </a:lnTo>
                <a:lnTo>
                  <a:pt x="139" y="541"/>
                </a:lnTo>
                <a:lnTo>
                  <a:pt x="138" y="541"/>
                </a:lnTo>
                <a:lnTo>
                  <a:pt x="137" y="541"/>
                </a:lnTo>
                <a:lnTo>
                  <a:pt x="137" y="540"/>
                </a:lnTo>
                <a:lnTo>
                  <a:pt x="137" y="539"/>
                </a:lnTo>
                <a:lnTo>
                  <a:pt x="137" y="538"/>
                </a:lnTo>
                <a:lnTo>
                  <a:pt x="136" y="537"/>
                </a:lnTo>
                <a:lnTo>
                  <a:pt x="135" y="537"/>
                </a:lnTo>
                <a:lnTo>
                  <a:pt x="134" y="537"/>
                </a:lnTo>
                <a:lnTo>
                  <a:pt x="134" y="535"/>
                </a:lnTo>
                <a:lnTo>
                  <a:pt x="134" y="534"/>
                </a:lnTo>
                <a:lnTo>
                  <a:pt x="133" y="534"/>
                </a:lnTo>
                <a:lnTo>
                  <a:pt x="131" y="534"/>
                </a:lnTo>
                <a:lnTo>
                  <a:pt x="130" y="534"/>
                </a:lnTo>
                <a:lnTo>
                  <a:pt x="129" y="534"/>
                </a:lnTo>
                <a:lnTo>
                  <a:pt x="128" y="533"/>
                </a:lnTo>
                <a:lnTo>
                  <a:pt x="127" y="534"/>
                </a:lnTo>
                <a:lnTo>
                  <a:pt x="126" y="534"/>
                </a:lnTo>
                <a:lnTo>
                  <a:pt x="126" y="533"/>
                </a:lnTo>
                <a:lnTo>
                  <a:pt x="126" y="532"/>
                </a:lnTo>
                <a:lnTo>
                  <a:pt x="125" y="532"/>
                </a:lnTo>
                <a:lnTo>
                  <a:pt x="124" y="532"/>
                </a:lnTo>
                <a:lnTo>
                  <a:pt x="124" y="533"/>
                </a:lnTo>
                <a:lnTo>
                  <a:pt x="124" y="534"/>
                </a:lnTo>
                <a:lnTo>
                  <a:pt x="124" y="535"/>
                </a:lnTo>
                <a:lnTo>
                  <a:pt x="124" y="536"/>
                </a:lnTo>
                <a:lnTo>
                  <a:pt x="123" y="537"/>
                </a:lnTo>
                <a:lnTo>
                  <a:pt x="123" y="538"/>
                </a:lnTo>
                <a:lnTo>
                  <a:pt x="122" y="538"/>
                </a:lnTo>
                <a:lnTo>
                  <a:pt x="121" y="538"/>
                </a:lnTo>
                <a:lnTo>
                  <a:pt x="121" y="539"/>
                </a:lnTo>
                <a:lnTo>
                  <a:pt x="120" y="539"/>
                </a:lnTo>
                <a:lnTo>
                  <a:pt x="120" y="540"/>
                </a:lnTo>
                <a:lnTo>
                  <a:pt x="120" y="541"/>
                </a:lnTo>
                <a:lnTo>
                  <a:pt x="120" y="542"/>
                </a:lnTo>
                <a:lnTo>
                  <a:pt x="119" y="542"/>
                </a:lnTo>
                <a:lnTo>
                  <a:pt x="119" y="541"/>
                </a:lnTo>
                <a:lnTo>
                  <a:pt x="119" y="542"/>
                </a:lnTo>
                <a:lnTo>
                  <a:pt x="119" y="543"/>
                </a:lnTo>
                <a:lnTo>
                  <a:pt x="119" y="544"/>
                </a:lnTo>
                <a:lnTo>
                  <a:pt x="118" y="545"/>
                </a:lnTo>
                <a:lnTo>
                  <a:pt x="117" y="545"/>
                </a:lnTo>
                <a:lnTo>
                  <a:pt x="117" y="544"/>
                </a:lnTo>
                <a:lnTo>
                  <a:pt x="115" y="543"/>
                </a:lnTo>
                <a:lnTo>
                  <a:pt x="114" y="542"/>
                </a:lnTo>
                <a:lnTo>
                  <a:pt x="113" y="542"/>
                </a:lnTo>
                <a:lnTo>
                  <a:pt x="114" y="541"/>
                </a:lnTo>
                <a:lnTo>
                  <a:pt x="114" y="540"/>
                </a:lnTo>
                <a:lnTo>
                  <a:pt x="113" y="540"/>
                </a:lnTo>
                <a:lnTo>
                  <a:pt x="112" y="539"/>
                </a:lnTo>
                <a:lnTo>
                  <a:pt x="112" y="538"/>
                </a:lnTo>
                <a:lnTo>
                  <a:pt x="111" y="538"/>
                </a:lnTo>
                <a:lnTo>
                  <a:pt x="111" y="537"/>
                </a:lnTo>
                <a:lnTo>
                  <a:pt x="110" y="536"/>
                </a:lnTo>
                <a:lnTo>
                  <a:pt x="111" y="536"/>
                </a:lnTo>
                <a:lnTo>
                  <a:pt x="111" y="535"/>
                </a:lnTo>
                <a:lnTo>
                  <a:pt x="111" y="534"/>
                </a:lnTo>
                <a:lnTo>
                  <a:pt x="111" y="533"/>
                </a:lnTo>
                <a:lnTo>
                  <a:pt x="111" y="532"/>
                </a:lnTo>
                <a:lnTo>
                  <a:pt x="111" y="531"/>
                </a:lnTo>
                <a:lnTo>
                  <a:pt x="110" y="531"/>
                </a:lnTo>
                <a:lnTo>
                  <a:pt x="109" y="530"/>
                </a:lnTo>
                <a:lnTo>
                  <a:pt x="109" y="529"/>
                </a:lnTo>
                <a:lnTo>
                  <a:pt x="108" y="528"/>
                </a:lnTo>
                <a:lnTo>
                  <a:pt x="107" y="527"/>
                </a:lnTo>
                <a:lnTo>
                  <a:pt x="106" y="527"/>
                </a:lnTo>
                <a:lnTo>
                  <a:pt x="105" y="528"/>
                </a:lnTo>
                <a:lnTo>
                  <a:pt x="105" y="527"/>
                </a:lnTo>
                <a:lnTo>
                  <a:pt x="104" y="527"/>
                </a:lnTo>
                <a:lnTo>
                  <a:pt x="103" y="527"/>
                </a:lnTo>
                <a:lnTo>
                  <a:pt x="102" y="527"/>
                </a:lnTo>
                <a:lnTo>
                  <a:pt x="102" y="528"/>
                </a:lnTo>
                <a:lnTo>
                  <a:pt x="101" y="527"/>
                </a:lnTo>
                <a:lnTo>
                  <a:pt x="101" y="526"/>
                </a:lnTo>
                <a:lnTo>
                  <a:pt x="100" y="526"/>
                </a:lnTo>
                <a:lnTo>
                  <a:pt x="99" y="526"/>
                </a:lnTo>
                <a:lnTo>
                  <a:pt x="99" y="525"/>
                </a:lnTo>
                <a:lnTo>
                  <a:pt x="99" y="524"/>
                </a:lnTo>
                <a:lnTo>
                  <a:pt x="99" y="523"/>
                </a:lnTo>
                <a:lnTo>
                  <a:pt x="99" y="522"/>
                </a:lnTo>
                <a:lnTo>
                  <a:pt x="100" y="521"/>
                </a:lnTo>
                <a:lnTo>
                  <a:pt x="100" y="520"/>
                </a:lnTo>
                <a:lnTo>
                  <a:pt x="99" y="520"/>
                </a:lnTo>
                <a:lnTo>
                  <a:pt x="99" y="521"/>
                </a:lnTo>
                <a:lnTo>
                  <a:pt x="98" y="521"/>
                </a:lnTo>
                <a:lnTo>
                  <a:pt x="98" y="520"/>
                </a:lnTo>
                <a:lnTo>
                  <a:pt x="97" y="520"/>
                </a:lnTo>
                <a:lnTo>
                  <a:pt x="97" y="519"/>
                </a:lnTo>
                <a:lnTo>
                  <a:pt x="97" y="518"/>
                </a:lnTo>
                <a:lnTo>
                  <a:pt x="97" y="517"/>
                </a:lnTo>
                <a:lnTo>
                  <a:pt x="96" y="516"/>
                </a:lnTo>
                <a:lnTo>
                  <a:pt x="95" y="515"/>
                </a:lnTo>
                <a:lnTo>
                  <a:pt x="95" y="516"/>
                </a:lnTo>
                <a:lnTo>
                  <a:pt x="94" y="516"/>
                </a:lnTo>
                <a:lnTo>
                  <a:pt x="93" y="516"/>
                </a:lnTo>
                <a:lnTo>
                  <a:pt x="93" y="517"/>
                </a:lnTo>
                <a:lnTo>
                  <a:pt x="92" y="517"/>
                </a:lnTo>
                <a:lnTo>
                  <a:pt x="92" y="518"/>
                </a:lnTo>
                <a:lnTo>
                  <a:pt x="91" y="517"/>
                </a:lnTo>
                <a:lnTo>
                  <a:pt x="90" y="517"/>
                </a:lnTo>
                <a:lnTo>
                  <a:pt x="89" y="517"/>
                </a:lnTo>
                <a:lnTo>
                  <a:pt x="88" y="516"/>
                </a:lnTo>
                <a:lnTo>
                  <a:pt x="87" y="516"/>
                </a:lnTo>
                <a:lnTo>
                  <a:pt x="88" y="516"/>
                </a:lnTo>
                <a:lnTo>
                  <a:pt x="88" y="514"/>
                </a:lnTo>
                <a:lnTo>
                  <a:pt x="88" y="513"/>
                </a:lnTo>
                <a:lnTo>
                  <a:pt x="87" y="513"/>
                </a:lnTo>
                <a:lnTo>
                  <a:pt x="88" y="513"/>
                </a:lnTo>
                <a:lnTo>
                  <a:pt x="88" y="512"/>
                </a:lnTo>
                <a:lnTo>
                  <a:pt x="88" y="511"/>
                </a:lnTo>
                <a:lnTo>
                  <a:pt x="89" y="511"/>
                </a:lnTo>
                <a:lnTo>
                  <a:pt x="89" y="510"/>
                </a:lnTo>
                <a:lnTo>
                  <a:pt x="89" y="509"/>
                </a:lnTo>
                <a:lnTo>
                  <a:pt x="88" y="509"/>
                </a:lnTo>
                <a:lnTo>
                  <a:pt x="87" y="508"/>
                </a:lnTo>
                <a:lnTo>
                  <a:pt x="87" y="507"/>
                </a:lnTo>
                <a:lnTo>
                  <a:pt x="87" y="506"/>
                </a:lnTo>
                <a:lnTo>
                  <a:pt x="88" y="506"/>
                </a:lnTo>
                <a:lnTo>
                  <a:pt x="88" y="505"/>
                </a:lnTo>
                <a:lnTo>
                  <a:pt x="87" y="504"/>
                </a:lnTo>
                <a:lnTo>
                  <a:pt x="88" y="503"/>
                </a:lnTo>
                <a:lnTo>
                  <a:pt x="87" y="503"/>
                </a:lnTo>
                <a:lnTo>
                  <a:pt x="88" y="502"/>
                </a:lnTo>
                <a:lnTo>
                  <a:pt x="87" y="502"/>
                </a:lnTo>
                <a:lnTo>
                  <a:pt x="88" y="501"/>
                </a:lnTo>
                <a:lnTo>
                  <a:pt x="87" y="500"/>
                </a:lnTo>
                <a:lnTo>
                  <a:pt x="87" y="499"/>
                </a:lnTo>
                <a:lnTo>
                  <a:pt x="87" y="498"/>
                </a:lnTo>
                <a:lnTo>
                  <a:pt x="86" y="498"/>
                </a:lnTo>
                <a:lnTo>
                  <a:pt x="86" y="497"/>
                </a:lnTo>
                <a:lnTo>
                  <a:pt x="85" y="496"/>
                </a:lnTo>
                <a:lnTo>
                  <a:pt x="86" y="496"/>
                </a:lnTo>
                <a:lnTo>
                  <a:pt x="85" y="496"/>
                </a:lnTo>
                <a:lnTo>
                  <a:pt x="86" y="496"/>
                </a:lnTo>
                <a:lnTo>
                  <a:pt x="85" y="495"/>
                </a:lnTo>
                <a:lnTo>
                  <a:pt x="86" y="495"/>
                </a:lnTo>
                <a:lnTo>
                  <a:pt x="85" y="495"/>
                </a:lnTo>
                <a:lnTo>
                  <a:pt x="85" y="494"/>
                </a:lnTo>
                <a:lnTo>
                  <a:pt x="85" y="493"/>
                </a:lnTo>
                <a:lnTo>
                  <a:pt x="86" y="493"/>
                </a:lnTo>
                <a:lnTo>
                  <a:pt x="87" y="492"/>
                </a:lnTo>
                <a:lnTo>
                  <a:pt x="87" y="491"/>
                </a:lnTo>
                <a:lnTo>
                  <a:pt x="88" y="491"/>
                </a:lnTo>
                <a:lnTo>
                  <a:pt x="88" y="490"/>
                </a:lnTo>
                <a:lnTo>
                  <a:pt x="89" y="490"/>
                </a:lnTo>
                <a:lnTo>
                  <a:pt x="90" y="490"/>
                </a:lnTo>
                <a:lnTo>
                  <a:pt x="90" y="489"/>
                </a:lnTo>
                <a:lnTo>
                  <a:pt x="90" y="488"/>
                </a:lnTo>
                <a:lnTo>
                  <a:pt x="91" y="488"/>
                </a:lnTo>
                <a:lnTo>
                  <a:pt x="91" y="487"/>
                </a:lnTo>
                <a:lnTo>
                  <a:pt x="91" y="486"/>
                </a:lnTo>
                <a:lnTo>
                  <a:pt x="91" y="485"/>
                </a:lnTo>
                <a:lnTo>
                  <a:pt x="91" y="484"/>
                </a:lnTo>
                <a:lnTo>
                  <a:pt x="91" y="483"/>
                </a:lnTo>
                <a:lnTo>
                  <a:pt x="91" y="482"/>
                </a:lnTo>
                <a:lnTo>
                  <a:pt x="91" y="481"/>
                </a:lnTo>
                <a:lnTo>
                  <a:pt x="92" y="481"/>
                </a:lnTo>
                <a:lnTo>
                  <a:pt x="92" y="480"/>
                </a:lnTo>
                <a:lnTo>
                  <a:pt x="92" y="479"/>
                </a:lnTo>
                <a:lnTo>
                  <a:pt x="92" y="478"/>
                </a:lnTo>
                <a:lnTo>
                  <a:pt x="93" y="478"/>
                </a:lnTo>
                <a:lnTo>
                  <a:pt x="94" y="478"/>
                </a:lnTo>
                <a:lnTo>
                  <a:pt x="94" y="477"/>
                </a:lnTo>
                <a:lnTo>
                  <a:pt x="95" y="477"/>
                </a:lnTo>
                <a:lnTo>
                  <a:pt x="96" y="476"/>
                </a:lnTo>
                <a:lnTo>
                  <a:pt x="97" y="476"/>
                </a:lnTo>
                <a:lnTo>
                  <a:pt x="98" y="475"/>
                </a:lnTo>
                <a:lnTo>
                  <a:pt x="98" y="474"/>
                </a:lnTo>
                <a:lnTo>
                  <a:pt x="98" y="473"/>
                </a:lnTo>
                <a:lnTo>
                  <a:pt x="97" y="473"/>
                </a:lnTo>
                <a:lnTo>
                  <a:pt x="97" y="472"/>
                </a:lnTo>
                <a:lnTo>
                  <a:pt x="97" y="471"/>
                </a:lnTo>
                <a:lnTo>
                  <a:pt x="96" y="471"/>
                </a:lnTo>
                <a:lnTo>
                  <a:pt x="96" y="470"/>
                </a:lnTo>
                <a:lnTo>
                  <a:pt x="97" y="470"/>
                </a:lnTo>
                <a:lnTo>
                  <a:pt x="97" y="469"/>
                </a:lnTo>
                <a:lnTo>
                  <a:pt x="97" y="468"/>
                </a:lnTo>
                <a:lnTo>
                  <a:pt x="97" y="467"/>
                </a:lnTo>
                <a:lnTo>
                  <a:pt x="98" y="467"/>
                </a:lnTo>
                <a:lnTo>
                  <a:pt x="98" y="466"/>
                </a:lnTo>
                <a:lnTo>
                  <a:pt x="98" y="465"/>
                </a:lnTo>
                <a:lnTo>
                  <a:pt x="99" y="465"/>
                </a:lnTo>
                <a:lnTo>
                  <a:pt x="99" y="464"/>
                </a:lnTo>
                <a:lnTo>
                  <a:pt x="100" y="464"/>
                </a:lnTo>
                <a:lnTo>
                  <a:pt x="100" y="463"/>
                </a:lnTo>
                <a:lnTo>
                  <a:pt x="100" y="462"/>
                </a:lnTo>
                <a:lnTo>
                  <a:pt x="101" y="462"/>
                </a:lnTo>
                <a:lnTo>
                  <a:pt x="101" y="461"/>
                </a:lnTo>
                <a:lnTo>
                  <a:pt x="102" y="461"/>
                </a:lnTo>
                <a:lnTo>
                  <a:pt x="103" y="461"/>
                </a:lnTo>
                <a:lnTo>
                  <a:pt x="104" y="461"/>
                </a:lnTo>
                <a:lnTo>
                  <a:pt x="105" y="461"/>
                </a:lnTo>
                <a:lnTo>
                  <a:pt x="105" y="460"/>
                </a:lnTo>
                <a:lnTo>
                  <a:pt x="106" y="459"/>
                </a:lnTo>
                <a:lnTo>
                  <a:pt x="107" y="459"/>
                </a:lnTo>
                <a:lnTo>
                  <a:pt x="107" y="458"/>
                </a:lnTo>
                <a:lnTo>
                  <a:pt x="108" y="458"/>
                </a:lnTo>
                <a:lnTo>
                  <a:pt x="108" y="457"/>
                </a:lnTo>
                <a:lnTo>
                  <a:pt x="109" y="457"/>
                </a:lnTo>
                <a:lnTo>
                  <a:pt x="109" y="456"/>
                </a:lnTo>
                <a:lnTo>
                  <a:pt x="110" y="456"/>
                </a:lnTo>
                <a:lnTo>
                  <a:pt x="110" y="455"/>
                </a:lnTo>
                <a:lnTo>
                  <a:pt x="111" y="455"/>
                </a:lnTo>
                <a:lnTo>
                  <a:pt x="111" y="454"/>
                </a:lnTo>
                <a:lnTo>
                  <a:pt x="112" y="454"/>
                </a:lnTo>
                <a:lnTo>
                  <a:pt x="113" y="454"/>
                </a:lnTo>
                <a:lnTo>
                  <a:pt x="113" y="453"/>
                </a:lnTo>
                <a:lnTo>
                  <a:pt x="114" y="452"/>
                </a:lnTo>
                <a:lnTo>
                  <a:pt x="114" y="451"/>
                </a:lnTo>
                <a:lnTo>
                  <a:pt x="115" y="450"/>
                </a:lnTo>
                <a:lnTo>
                  <a:pt x="116" y="450"/>
                </a:lnTo>
                <a:lnTo>
                  <a:pt x="117" y="450"/>
                </a:lnTo>
                <a:lnTo>
                  <a:pt x="118" y="450"/>
                </a:lnTo>
                <a:lnTo>
                  <a:pt x="118" y="449"/>
                </a:lnTo>
                <a:lnTo>
                  <a:pt x="118" y="448"/>
                </a:lnTo>
                <a:lnTo>
                  <a:pt x="119" y="447"/>
                </a:lnTo>
                <a:lnTo>
                  <a:pt x="120" y="447"/>
                </a:lnTo>
                <a:lnTo>
                  <a:pt x="121" y="447"/>
                </a:lnTo>
                <a:lnTo>
                  <a:pt x="121" y="448"/>
                </a:lnTo>
                <a:lnTo>
                  <a:pt x="122" y="448"/>
                </a:lnTo>
                <a:lnTo>
                  <a:pt x="123" y="448"/>
                </a:lnTo>
                <a:lnTo>
                  <a:pt x="123" y="447"/>
                </a:lnTo>
                <a:lnTo>
                  <a:pt x="123" y="448"/>
                </a:lnTo>
                <a:lnTo>
                  <a:pt x="124" y="448"/>
                </a:lnTo>
                <a:lnTo>
                  <a:pt x="125" y="449"/>
                </a:lnTo>
                <a:lnTo>
                  <a:pt x="125" y="448"/>
                </a:lnTo>
                <a:lnTo>
                  <a:pt x="126" y="449"/>
                </a:lnTo>
                <a:lnTo>
                  <a:pt x="127" y="449"/>
                </a:lnTo>
                <a:lnTo>
                  <a:pt x="127" y="448"/>
                </a:lnTo>
                <a:lnTo>
                  <a:pt x="126" y="448"/>
                </a:lnTo>
                <a:lnTo>
                  <a:pt x="126" y="447"/>
                </a:lnTo>
                <a:lnTo>
                  <a:pt x="127" y="446"/>
                </a:lnTo>
                <a:lnTo>
                  <a:pt x="127" y="445"/>
                </a:lnTo>
                <a:lnTo>
                  <a:pt x="129" y="445"/>
                </a:lnTo>
                <a:lnTo>
                  <a:pt x="130" y="445"/>
                </a:lnTo>
                <a:lnTo>
                  <a:pt x="130" y="444"/>
                </a:lnTo>
                <a:lnTo>
                  <a:pt x="130" y="445"/>
                </a:lnTo>
                <a:lnTo>
                  <a:pt x="131" y="445"/>
                </a:lnTo>
                <a:lnTo>
                  <a:pt x="133" y="445"/>
                </a:lnTo>
                <a:lnTo>
                  <a:pt x="134" y="445"/>
                </a:lnTo>
                <a:lnTo>
                  <a:pt x="134" y="446"/>
                </a:lnTo>
                <a:lnTo>
                  <a:pt x="135" y="446"/>
                </a:lnTo>
                <a:lnTo>
                  <a:pt x="136" y="446"/>
                </a:lnTo>
                <a:lnTo>
                  <a:pt x="136" y="447"/>
                </a:lnTo>
                <a:lnTo>
                  <a:pt x="137" y="447"/>
                </a:lnTo>
                <a:lnTo>
                  <a:pt x="138" y="447"/>
                </a:lnTo>
                <a:lnTo>
                  <a:pt x="138" y="446"/>
                </a:lnTo>
                <a:lnTo>
                  <a:pt x="139" y="446"/>
                </a:lnTo>
                <a:lnTo>
                  <a:pt x="139" y="445"/>
                </a:lnTo>
                <a:lnTo>
                  <a:pt x="140" y="445"/>
                </a:lnTo>
                <a:lnTo>
                  <a:pt x="140" y="446"/>
                </a:lnTo>
                <a:lnTo>
                  <a:pt x="140" y="445"/>
                </a:lnTo>
                <a:lnTo>
                  <a:pt x="141" y="445"/>
                </a:lnTo>
                <a:lnTo>
                  <a:pt x="141" y="444"/>
                </a:lnTo>
                <a:lnTo>
                  <a:pt x="141" y="443"/>
                </a:lnTo>
                <a:lnTo>
                  <a:pt x="142" y="443"/>
                </a:lnTo>
                <a:lnTo>
                  <a:pt x="142" y="444"/>
                </a:lnTo>
                <a:lnTo>
                  <a:pt x="142" y="445"/>
                </a:lnTo>
                <a:lnTo>
                  <a:pt x="143" y="445"/>
                </a:lnTo>
                <a:lnTo>
                  <a:pt x="144" y="445"/>
                </a:lnTo>
                <a:lnTo>
                  <a:pt x="146" y="445"/>
                </a:lnTo>
                <a:lnTo>
                  <a:pt x="146" y="444"/>
                </a:lnTo>
                <a:lnTo>
                  <a:pt x="147" y="444"/>
                </a:lnTo>
                <a:lnTo>
                  <a:pt x="147" y="443"/>
                </a:lnTo>
                <a:lnTo>
                  <a:pt x="147" y="442"/>
                </a:lnTo>
                <a:lnTo>
                  <a:pt x="148" y="442"/>
                </a:lnTo>
                <a:lnTo>
                  <a:pt x="149" y="442"/>
                </a:lnTo>
                <a:lnTo>
                  <a:pt x="149" y="441"/>
                </a:lnTo>
                <a:lnTo>
                  <a:pt x="149" y="438"/>
                </a:lnTo>
                <a:lnTo>
                  <a:pt x="149" y="437"/>
                </a:lnTo>
                <a:lnTo>
                  <a:pt x="148" y="437"/>
                </a:lnTo>
                <a:lnTo>
                  <a:pt x="148" y="436"/>
                </a:lnTo>
                <a:lnTo>
                  <a:pt x="147" y="436"/>
                </a:lnTo>
                <a:lnTo>
                  <a:pt x="146" y="436"/>
                </a:lnTo>
                <a:lnTo>
                  <a:pt x="146" y="435"/>
                </a:lnTo>
                <a:lnTo>
                  <a:pt x="146" y="434"/>
                </a:lnTo>
                <a:lnTo>
                  <a:pt x="146" y="433"/>
                </a:lnTo>
                <a:lnTo>
                  <a:pt x="146" y="431"/>
                </a:lnTo>
                <a:lnTo>
                  <a:pt x="146" y="430"/>
                </a:lnTo>
                <a:lnTo>
                  <a:pt x="146" y="429"/>
                </a:lnTo>
                <a:lnTo>
                  <a:pt x="146" y="428"/>
                </a:lnTo>
                <a:lnTo>
                  <a:pt x="147" y="428"/>
                </a:lnTo>
                <a:lnTo>
                  <a:pt x="147" y="427"/>
                </a:lnTo>
                <a:lnTo>
                  <a:pt x="147" y="426"/>
                </a:lnTo>
                <a:lnTo>
                  <a:pt x="148" y="425"/>
                </a:lnTo>
                <a:lnTo>
                  <a:pt x="148" y="424"/>
                </a:lnTo>
                <a:lnTo>
                  <a:pt x="148" y="423"/>
                </a:lnTo>
                <a:lnTo>
                  <a:pt x="148" y="422"/>
                </a:lnTo>
                <a:lnTo>
                  <a:pt x="148" y="421"/>
                </a:lnTo>
                <a:lnTo>
                  <a:pt x="147" y="421"/>
                </a:lnTo>
                <a:lnTo>
                  <a:pt x="147" y="420"/>
                </a:lnTo>
                <a:lnTo>
                  <a:pt x="148" y="420"/>
                </a:lnTo>
                <a:lnTo>
                  <a:pt x="147" y="420"/>
                </a:lnTo>
                <a:lnTo>
                  <a:pt x="147" y="419"/>
                </a:lnTo>
                <a:lnTo>
                  <a:pt x="146" y="419"/>
                </a:lnTo>
                <a:lnTo>
                  <a:pt x="146" y="418"/>
                </a:lnTo>
                <a:lnTo>
                  <a:pt x="146" y="417"/>
                </a:lnTo>
                <a:lnTo>
                  <a:pt x="147" y="417"/>
                </a:lnTo>
                <a:lnTo>
                  <a:pt x="147" y="415"/>
                </a:lnTo>
                <a:lnTo>
                  <a:pt x="147" y="414"/>
                </a:lnTo>
                <a:lnTo>
                  <a:pt x="147" y="413"/>
                </a:lnTo>
                <a:lnTo>
                  <a:pt x="148" y="413"/>
                </a:lnTo>
                <a:lnTo>
                  <a:pt x="148" y="412"/>
                </a:lnTo>
                <a:lnTo>
                  <a:pt x="147" y="412"/>
                </a:lnTo>
                <a:lnTo>
                  <a:pt x="147" y="411"/>
                </a:lnTo>
                <a:lnTo>
                  <a:pt x="147" y="410"/>
                </a:lnTo>
                <a:lnTo>
                  <a:pt x="148" y="410"/>
                </a:lnTo>
                <a:lnTo>
                  <a:pt x="148" y="411"/>
                </a:lnTo>
                <a:lnTo>
                  <a:pt x="148" y="410"/>
                </a:lnTo>
                <a:lnTo>
                  <a:pt x="149" y="410"/>
                </a:lnTo>
                <a:lnTo>
                  <a:pt x="148" y="409"/>
                </a:lnTo>
                <a:lnTo>
                  <a:pt x="147" y="409"/>
                </a:lnTo>
                <a:lnTo>
                  <a:pt x="147" y="407"/>
                </a:lnTo>
                <a:lnTo>
                  <a:pt x="147" y="406"/>
                </a:lnTo>
                <a:lnTo>
                  <a:pt x="146" y="406"/>
                </a:lnTo>
                <a:lnTo>
                  <a:pt x="146" y="405"/>
                </a:lnTo>
                <a:lnTo>
                  <a:pt x="147" y="405"/>
                </a:lnTo>
                <a:lnTo>
                  <a:pt x="147" y="404"/>
                </a:lnTo>
                <a:lnTo>
                  <a:pt x="147" y="403"/>
                </a:lnTo>
                <a:lnTo>
                  <a:pt x="146" y="402"/>
                </a:lnTo>
                <a:lnTo>
                  <a:pt x="146" y="401"/>
                </a:lnTo>
                <a:lnTo>
                  <a:pt x="147" y="401"/>
                </a:lnTo>
                <a:lnTo>
                  <a:pt x="148" y="400"/>
                </a:lnTo>
                <a:lnTo>
                  <a:pt x="148" y="399"/>
                </a:lnTo>
                <a:lnTo>
                  <a:pt x="148" y="398"/>
                </a:lnTo>
                <a:lnTo>
                  <a:pt x="147" y="397"/>
                </a:lnTo>
                <a:lnTo>
                  <a:pt x="147" y="396"/>
                </a:lnTo>
                <a:lnTo>
                  <a:pt x="146" y="394"/>
                </a:lnTo>
                <a:lnTo>
                  <a:pt x="146" y="393"/>
                </a:lnTo>
                <a:lnTo>
                  <a:pt x="146" y="392"/>
                </a:lnTo>
                <a:lnTo>
                  <a:pt x="146" y="391"/>
                </a:lnTo>
                <a:lnTo>
                  <a:pt x="147" y="390"/>
                </a:lnTo>
                <a:lnTo>
                  <a:pt x="147" y="388"/>
                </a:lnTo>
                <a:lnTo>
                  <a:pt x="146" y="387"/>
                </a:lnTo>
                <a:lnTo>
                  <a:pt x="146" y="385"/>
                </a:lnTo>
                <a:lnTo>
                  <a:pt x="146" y="384"/>
                </a:lnTo>
                <a:lnTo>
                  <a:pt x="145" y="383"/>
                </a:lnTo>
                <a:lnTo>
                  <a:pt x="145" y="382"/>
                </a:lnTo>
                <a:lnTo>
                  <a:pt x="144" y="381"/>
                </a:lnTo>
                <a:lnTo>
                  <a:pt x="143" y="379"/>
                </a:lnTo>
                <a:lnTo>
                  <a:pt x="143" y="378"/>
                </a:lnTo>
                <a:lnTo>
                  <a:pt x="142" y="376"/>
                </a:lnTo>
                <a:lnTo>
                  <a:pt x="142" y="375"/>
                </a:lnTo>
                <a:lnTo>
                  <a:pt x="142" y="374"/>
                </a:lnTo>
                <a:lnTo>
                  <a:pt x="142" y="373"/>
                </a:lnTo>
                <a:lnTo>
                  <a:pt x="142" y="372"/>
                </a:lnTo>
                <a:lnTo>
                  <a:pt x="142" y="371"/>
                </a:lnTo>
                <a:lnTo>
                  <a:pt x="142" y="370"/>
                </a:lnTo>
                <a:lnTo>
                  <a:pt x="143" y="369"/>
                </a:lnTo>
                <a:lnTo>
                  <a:pt x="142" y="369"/>
                </a:lnTo>
                <a:lnTo>
                  <a:pt x="142" y="368"/>
                </a:lnTo>
                <a:lnTo>
                  <a:pt x="141" y="367"/>
                </a:lnTo>
                <a:lnTo>
                  <a:pt x="141" y="365"/>
                </a:lnTo>
                <a:lnTo>
                  <a:pt x="140" y="365"/>
                </a:lnTo>
                <a:lnTo>
                  <a:pt x="139" y="362"/>
                </a:lnTo>
                <a:lnTo>
                  <a:pt x="140" y="361"/>
                </a:lnTo>
                <a:lnTo>
                  <a:pt x="139" y="359"/>
                </a:lnTo>
                <a:lnTo>
                  <a:pt x="138" y="358"/>
                </a:lnTo>
                <a:lnTo>
                  <a:pt x="138" y="357"/>
                </a:lnTo>
                <a:lnTo>
                  <a:pt x="138" y="356"/>
                </a:lnTo>
                <a:lnTo>
                  <a:pt x="138" y="355"/>
                </a:lnTo>
                <a:lnTo>
                  <a:pt x="138" y="354"/>
                </a:lnTo>
                <a:lnTo>
                  <a:pt x="138" y="352"/>
                </a:lnTo>
                <a:lnTo>
                  <a:pt x="138" y="351"/>
                </a:lnTo>
                <a:lnTo>
                  <a:pt x="137" y="351"/>
                </a:lnTo>
                <a:lnTo>
                  <a:pt x="137" y="350"/>
                </a:lnTo>
                <a:lnTo>
                  <a:pt x="136" y="348"/>
                </a:lnTo>
                <a:lnTo>
                  <a:pt x="135" y="345"/>
                </a:lnTo>
                <a:lnTo>
                  <a:pt x="135" y="343"/>
                </a:lnTo>
                <a:lnTo>
                  <a:pt x="135" y="342"/>
                </a:lnTo>
                <a:lnTo>
                  <a:pt x="134" y="341"/>
                </a:lnTo>
                <a:lnTo>
                  <a:pt x="133" y="341"/>
                </a:lnTo>
                <a:lnTo>
                  <a:pt x="131" y="341"/>
                </a:lnTo>
                <a:lnTo>
                  <a:pt x="131" y="340"/>
                </a:lnTo>
                <a:lnTo>
                  <a:pt x="133" y="339"/>
                </a:lnTo>
                <a:lnTo>
                  <a:pt x="134" y="339"/>
                </a:lnTo>
                <a:lnTo>
                  <a:pt x="134" y="338"/>
                </a:lnTo>
                <a:lnTo>
                  <a:pt x="134" y="337"/>
                </a:lnTo>
                <a:lnTo>
                  <a:pt x="134" y="336"/>
                </a:lnTo>
                <a:lnTo>
                  <a:pt x="134" y="335"/>
                </a:lnTo>
                <a:lnTo>
                  <a:pt x="133" y="335"/>
                </a:lnTo>
                <a:lnTo>
                  <a:pt x="131" y="335"/>
                </a:lnTo>
                <a:lnTo>
                  <a:pt x="133" y="335"/>
                </a:lnTo>
                <a:lnTo>
                  <a:pt x="133" y="334"/>
                </a:lnTo>
                <a:lnTo>
                  <a:pt x="131" y="334"/>
                </a:lnTo>
                <a:lnTo>
                  <a:pt x="130" y="334"/>
                </a:lnTo>
                <a:lnTo>
                  <a:pt x="129" y="334"/>
                </a:lnTo>
                <a:lnTo>
                  <a:pt x="128" y="334"/>
                </a:lnTo>
                <a:lnTo>
                  <a:pt x="128" y="335"/>
                </a:lnTo>
                <a:lnTo>
                  <a:pt x="128" y="334"/>
                </a:lnTo>
                <a:lnTo>
                  <a:pt x="128" y="333"/>
                </a:lnTo>
                <a:lnTo>
                  <a:pt x="129" y="332"/>
                </a:lnTo>
                <a:lnTo>
                  <a:pt x="130" y="332"/>
                </a:lnTo>
                <a:lnTo>
                  <a:pt x="130" y="331"/>
                </a:lnTo>
                <a:lnTo>
                  <a:pt x="131" y="331"/>
                </a:lnTo>
                <a:lnTo>
                  <a:pt x="131" y="329"/>
                </a:lnTo>
                <a:lnTo>
                  <a:pt x="131" y="328"/>
                </a:lnTo>
                <a:lnTo>
                  <a:pt x="133" y="327"/>
                </a:lnTo>
                <a:lnTo>
                  <a:pt x="134" y="327"/>
                </a:lnTo>
                <a:lnTo>
                  <a:pt x="134" y="326"/>
                </a:lnTo>
                <a:lnTo>
                  <a:pt x="135" y="326"/>
                </a:lnTo>
                <a:lnTo>
                  <a:pt x="135" y="325"/>
                </a:lnTo>
                <a:lnTo>
                  <a:pt x="136" y="325"/>
                </a:lnTo>
                <a:lnTo>
                  <a:pt x="136" y="324"/>
                </a:lnTo>
                <a:lnTo>
                  <a:pt x="137" y="324"/>
                </a:lnTo>
                <a:lnTo>
                  <a:pt x="138" y="324"/>
                </a:lnTo>
                <a:lnTo>
                  <a:pt x="138" y="323"/>
                </a:lnTo>
                <a:lnTo>
                  <a:pt x="137" y="323"/>
                </a:lnTo>
                <a:lnTo>
                  <a:pt x="137" y="322"/>
                </a:lnTo>
                <a:lnTo>
                  <a:pt x="136" y="322"/>
                </a:lnTo>
                <a:lnTo>
                  <a:pt x="134" y="322"/>
                </a:lnTo>
                <a:lnTo>
                  <a:pt x="134" y="323"/>
                </a:lnTo>
                <a:lnTo>
                  <a:pt x="133" y="323"/>
                </a:lnTo>
                <a:lnTo>
                  <a:pt x="133" y="324"/>
                </a:lnTo>
                <a:lnTo>
                  <a:pt x="131" y="325"/>
                </a:lnTo>
                <a:lnTo>
                  <a:pt x="131" y="326"/>
                </a:lnTo>
                <a:lnTo>
                  <a:pt x="130" y="329"/>
                </a:lnTo>
                <a:lnTo>
                  <a:pt x="129" y="329"/>
                </a:lnTo>
                <a:lnTo>
                  <a:pt x="128" y="329"/>
                </a:lnTo>
                <a:lnTo>
                  <a:pt x="128" y="330"/>
                </a:lnTo>
                <a:lnTo>
                  <a:pt x="127" y="330"/>
                </a:lnTo>
                <a:lnTo>
                  <a:pt x="127" y="331"/>
                </a:lnTo>
                <a:lnTo>
                  <a:pt x="127" y="332"/>
                </a:lnTo>
                <a:lnTo>
                  <a:pt x="127" y="333"/>
                </a:lnTo>
                <a:lnTo>
                  <a:pt x="127" y="335"/>
                </a:lnTo>
                <a:lnTo>
                  <a:pt x="126" y="335"/>
                </a:lnTo>
                <a:lnTo>
                  <a:pt x="125" y="335"/>
                </a:lnTo>
                <a:lnTo>
                  <a:pt x="125" y="336"/>
                </a:lnTo>
                <a:lnTo>
                  <a:pt x="124" y="337"/>
                </a:lnTo>
                <a:lnTo>
                  <a:pt x="123" y="337"/>
                </a:lnTo>
                <a:lnTo>
                  <a:pt x="123" y="338"/>
                </a:lnTo>
                <a:lnTo>
                  <a:pt x="122" y="339"/>
                </a:lnTo>
                <a:lnTo>
                  <a:pt x="121" y="341"/>
                </a:lnTo>
                <a:lnTo>
                  <a:pt x="121" y="340"/>
                </a:lnTo>
                <a:lnTo>
                  <a:pt x="121" y="339"/>
                </a:lnTo>
                <a:lnTo>
                  <a:pt x="121" y="338"/>
                </a:lnTo>
                <a:lnTo>
                  <a:pt x="121" y="337"/>
                </a:lnTo>
                <a:lnTo>
                  <a:pt x="120" y="337"/>
                </a:lnTo>
                <a:lnTo>
                  <a:pt x="120" y="336"/>
                </a:lnTo>
                <a:lnTo>
                  <a:pt x="119" y="336"/>
                </a:lnTo>
                <a:lnTo>
                  <a:pt x="118" y="335"/>
                </a:lnTo>
                <a:lnTo>
                  <a:pt x="118" y="336"/>
                </a:lnTo>
                <a:lnTo>
                  <a:pt x="118" y="337"/>
                </a:lnTo>
                <a:lnTo>
                  <a:pt x="118" y="338"/>
                </a:lnTo>
                <a:lnTo>
                  <a:pt x="118" y="339"/>
                </a:lnTo>
                <a:lnTo>
                  <a:pt x="117" y="339"/>
                </a:lnTo>
                <a:lnTo>
                  <a:pt x="117" y="340"/>
                </a:lnTo>
                <a:lnTo>
                  <a:pt x="116" y="340"/>
                </a:lnTo>
                <a:lnTo>
                  <a:pt x="115" y="340"/>
                </a:lnTo>
                <a:lnTo>
                  <a:pt x="114" y="339"/>
                </a:lnTo>
                <a:lnTo>
                  <a:pt x="113" y="339"/>
                </a:lnTo>
                <a:lnTo>
                  <a:pt x="112" y="339"/>
                </a:lnTo>
                <a:lnTo>
                  <a:pt x="111" y="338"/>
                </a:lnTo>
                <a:lnTo>
                  <a:pt x="110" y="338"/>
                </a:lnTo>
                <a:lnTo>
                  <a:pt x="109" y="339"/>
                </a:lnTo>
                <a:lnTo>
                  <a:pt x="109" y="340"/>
                </a:lnTo>
                <a:lnTo>
                  <a:pt x="110" y="341"/>
                </a:lnTo>
                <a:lnTo>
                  <a:pt x="111" y="341"/>
                </a:lnTo>
                <a:lnTo>
                  <a:pt x="111" y="342"/>
                </a:lnTo>
                <a:lnTo>
                  <a:pt x="110" y="342"/>
                </a:lnTo>
                <a:lnTo>
                  <a:pt x="109" y="342"/>
                </a:lnTo>
                <a:lnTo>
                  <a:pt x="108" y="342"/>
                </a:lnTo>
                <a:lnTo>
                  <a:pt x="107" y="342"/>
                </a:lnTo>
                <a:lnTo>
                  <a:pt x="107" y="343"/>
                </a:lnTo>
                <a:lnTo>
                  <a:pt x="108" y="344"/>
                </a:lnTo>
                <a:lnTo>
                  <a:pt x="108" y="345"/>
                </a:lnTo>
                <a:lnTo>
                  <a:pt x="108" y="346"/>
                </a:lnTo>
                <a:lnTo>
                  <a:pt x="108" y="350"/>
                </a:lnTo>
                <a:lnTo>
                  <a:pt x="107" y="351"/>
                </a:lnTo>
                <a:lnTo>
                  <a:pt x="107" y="352"/>
                </a:lnTo>
                <a:lnTo>
                  <a:pt x="106" y="352"/>
                </a:lnTo>
                <a:lnTo>
                  <a:pt x="106" y="351"/>
                </a:lnTo>
                <a:lnTo>
                  <a:pt x="106" y="350"/>
                </a:lnTo>
                <a:lnTo>
                  <a:pt x="105" y="349"/>
                </a:lnTo>
                <a:lnTo>
                  <a:pt x="105" y="350"/>
                </a:lnTo>
                <a:lnTo>
                  <a:pt x="104" y="350"/>
                </a:lnTo>
                <a:lnTo>
                  <a:pt x="104" y="351"/>
                </a:lnTo>
                <a:lnTo>
                  <a:pt x="102" y="352"/>
                </a:lnTo>
                <a:lnTo>
                  <a:pt x="102" y="353"/>
                </a:lnTo>
                <a:lnTo>
                  <a:pt x="102" y="352"/>
                </a:lnTo>
                <a:lnTo>
                  <a:pt x="101" y="352"/>
                </a:lnTo>
                <a:lnTo>
                  <a:pt x="101" y="351"/>
                </a:lnTo>
                <a:lnTo>
                  <a:pt x="100" y="351"/>
                </a:lnTo>
                <a:lnTo>
                  <a:pt x="100" y="350"/>
                </a:lnTo>
                <a:lnTo>
                  <a:pt x="99" y="350"/>
                </a:lnTo>
                <a:lnTo>
                  <a:pt x="99" y="349"/>
                </a:lnTo>
                <a:lnTo>
                  <a:pt x="99" y="350"/>
                </a:lnTo>
                <a:lnTo>
                  <a:pt x="98" y="350"/>
                </a:lnTo>
                <a:lnTo>
                  <a:pt x="97" y="350"/>
                </a:lnTo>
                <a:lnTo>
                  <a:pt x="97" y="351"/>
                </a:lnTo>
                <a:lnTo>
                  <a:pt x="96" y="352"/>
                </a:lnTo>
                <a:lnTo>
                  <a:pt x="95" y="352"/>
                </a:lnTo>
                <a:lnTo>
                  <a:pt x="95" y="353"/>
                </a:lnTo>
                <a:lnTo>
                  <a:pt x="94" y="353"/>
                </a:lnTo>
                <a:lnTo>
                  <a:pt x="93" y="353"/>
                </a:lnTo>
                <a:lnTo>
                  <a:pt x="93" y="352"/>
                </a:lnTo>
                <a:lnTo>
                  <a:pt x="94" y="352"/>
                </a:lnTo>
                <a:lnTo>
                  <a:pt x="94" y="353"/>
                </a:lnTo>
                <a:lnTo>
                  <a:pt x="94" y="352"/>
                </a:lnTo>
                <a:lnTo>
                  <a:pt x="95" y="352"/>
                </a:lnTo>
                <a:lnTo>
                  <a:pt x="95" y="351"/>
                </a:lnTo>
                <a:lnTo>
                  <a:pt x="94" y="351"/>
                </a:lnTo>
                <a:lnTo>
                  <a:pt x="93" y="351"/>
                </a:lnTo>
                <a:lnTo>
                  <a:pt x="92" y="351"/>
                </a:lnTo>
                <a:lnTo>
                  <a:pt x="92" y="350"/>
                </a:lnTo>
                <a:lnTo>
                  <a:pt x="91" y="349"/>
                </a:lnTo>
                <a:lnTo>
                  <a:pt x="91" y="348"/>
                </a:lnTo>
                <a:lnTo>
                  <a:pt x="90" y="348"/>
                </a:lnTo>
                <a:lnTo>
                  <a:pt x="90" y="349"/>
                </a:lnTo>
                <a:lnTo>
                  <a:pt x="89" y="349"/>
                </a:lnTo>
                <a:lnTo>
                  <a:pt x="89" y="348"/>
                </a:lnTo>
                <a:lnTo>
                  <a:pt x="89" y="347"/>
                </a:lnTo>
                <a:lnTo>
                  <a:pt x="88" y="347"/>
                </a:lnTo>
                <a:lnTo>
                  <a:pt x="87" y="347"/>
                </a:lnTo>
                <a:lnTo>
                  <a:pt x="87" y="346"/>
                </a:lnTo>
                <a:lnTo>
                  <a:pt x="87" y="345"/>
                </a:lnTo>
                <a:lnTo>
                  <a:pt x="86" y="344"/>
                </a:lnTo>
                <a:lnTo>
                  <a:pt x="86" y="343"/>
                </a:lnTo>
                <a:lnTo>
                  <a:pt x="85" y="342"/>
                </a:lnTo>
                <a:lnTo>
                  <a:pt x="85" y="341"/>
                </a:lnTo>
                <a:lnTo>
                  <a:pt x="84" y="341"/>
                </a:lnTo>
                <a:lnTo>
                  <a:pt x="84" y="340"/>
                </a:lnTo>
                <a:lnTo>
                  <a:pt x="83" y="340"/>
                </a:lnTo>
                <a:lnTo>
                  <a:pt x="83" y="339"/>
                </a:lnTo>
                <a:lnTo>
                  <a:pt x="83" y="338"/>
                </a:lnTo>
                <a:lnTo>
                  <a:pt x="82" y="338"/>
                </a:lnTo>
                <a:lnTo>
                  <a:pt x="82" y="337"/>
                </a:lnTo>
                <a:lnTo>
                  <a:pt x="81" y="337"/>
                </a:lnTo>
                <a:lnTo>
                  <a:pt x="80" y="337"/>
                </a:lnTo>
                <a:lnTo>
                  <a:pt x="79" y="337"/>
                </a:lnTo>
                <a:lnTo>
                  <a:pt x="78" y="336"/>
                </a:lnTo>
                <a:lnTo>
                  <a:pt x="77" y="336"/>
                </a:lnTo>
                <a:lnTo>
                  <a:pt x="77" y="335"/>
                </a:lnTo>
                <a:lnTo>
                  <a:pt x="76" y="335"/>
                </a:lnTo>
                <a:lnTo>
                  <a:pt x="77" y="335"/>
                </a:lnTo>
                <a:lnTo>
                  <a:pt x="77" y="334"/>
                </a:lnTo>
                <a:lnTo>
                  <a:pt x="77" y="333"/>
                </a:lnTo>
                <a:lnTo>
                  <a:pt x="76" y="333"/>
                </a:lnTo>
                <a:lnTo>
                  <a:pt x="75" y="333"/>
                </a:lnTo>
                <a:lnTo>
                  <a:pt x="74" y="333"/>
                </a:lnTo>
                <a:lnTo>
                  <a:pt x="73" y="332"/>
                </a:lnTo>
                <a:lnTo>
                  <a:pt x="73" y="331"/>
                </a:lnTo>
                <a:lnTo>
                  <a:pt x="73" y="329"/>
                </a:lnTo>
                <a:lnTo>
                  <a:pt x="72" y="329"/>
                </a:lnTo>
                <a:lnTo>
                  <a:pt x="71" y="329"/>
                </a:lnTo>
                <a:lnTo>
                  <a:pt x="71" y="330"/>
                </a:lnTo>
                <a:lnTo>
                  <a:pt x="70" y="330"/>
                </a:lnTo>
                <a:lnTo>
                  <a:pt x="69" y="331"/>
                </a:lnTo>
                <a:lnTo>
                  <a:pt x="64" y="332"/>
                </a:lnTo>
                <a:lnTo>
                  <a:pt x="63" y="333"/>
                </a:lnTo>
                <a:lnTo>
                  <a:pt x="62" y="333"/>
                </a:lnTo>
                <a:lnTo>
                  <a:pt x="62" y="334"/>
                </a:lnTo>
                <a:lnTo>
                  <a:pt x="61" y="334"/>
                </a:lnTo>
                <a:lnTo>
                  <a:pt x="60" y="334"/>
                </a:lnTo>
                <a:lnTo>
                  <a:pt x="59" y="334"/>
                </a:lnTo>
                <a:lnTo>
                  <a:pt x="59" y="333"/>
                </a:lnTo>
                <a:lnTo>
                  <a:pt x="58" y="333"/>
                </a:lnTo>
                <a:lnTo>
                  <a:pt x="59" y="332"/>
                </a:lnTo>
                <a:lnTo>
                  <a:pt x="59" y="330"/>
                </a:lnTo>
                <a:lnTo>
                  <a:pt x="59" y="329"/>
                </a:lnTo>
                <a:lnTo>
                  <a:pt x="56" y="329"/>
                </a:lnTo>
                <a:lnTo>
                  <a:pt x="56" y="330"/>
                </a:lnTo>
                <a:lnTo>
                  <a:pt x="55" y="331"/>
                </a:lnTo>
                <a:lnTo>
                  <a:pt x="54" y="331"/>
                </a:lnTo>
                <a:lnTo>
                  <a:pt x="53" y="330"/>
                </a:lnTo>
                <a:lnTo>
                  <a:pt x="53" y="329"/>
                </a:lnTo>
                <a:lnTo>
                  <a:pt x="54" y="329"/>
                </a:lnTo>
                <a:lnTo>
                  <a:pt x="53" y="329"/>
                </a:lnTo>
                <a:lnTo>
                  <a:pt x="53" y="328"/>
                </a:lnTo>
                <a:lnTo>
                  <a:pt x="53" y="329"/>
                </a:lnTo>
                <a:lnTo>
                  <a:pt x="52" y="329"/>
                </a:lnTo>
                <a:lnTo>
                  <a:pt x="51" y="329"/>
                </a:lnTo>
                <a:lnTo>
                  <a:pt x="51" y="330"/>
                </a:lnTo>
                <a:lnTo>
                  <a:pt x="50" y="330"/>
                </a:lnTo>
                <a:lnTo>
                  <a:pt x="50" y="329"/>
                </a:lnTo>
                <a:lnTo>
                  <a:pt x="49" y="329"/>
                </a:lnTo>
                <a:lnTo>
                  <a:pt x="49" y="330"/>
                </a:lnTo>
                <a:lnTo>
                  <a:pt x="48" y="330"/>
                </a:lnTo>
                <a:lnTo>
                  <a:pt x="47" y="329"/>
                </a:lnTo>
                <a:lnTo>
                  <a:pt x="46" y="330"/>
                </a:lnTo>
                <a:lnTo>
                  <a:pt x="46" y="329"/>
                </a:lnTo>
                <a:lnTo>
                  <a:pt x="45" y="329"/>
                </a:lnTo>
                <a:lnTo>
                  <a:pt x="45" y="328"/>
                </a:lnTo>
                <a:lnTo>
                  <a:pt x="45" y="327"/>
                </a:lnTo>
                <a:lnTo>
                  <a:pt x="46" y="327"/>
                </a:lnTo>
                <a:lnTo>
                  <a:pt x="47" y="326"/>
                </a:lnTo>
                <a:lnTo>
                  <a:pt x="46" y="326"/>
                </a:lnTo>
                <a:lnTo>
                  <a:pt x="45" y="325"/>
                </a:lnTo>
                <a:lnTo>
                  <a:pt x="46" y="325"/>
                </a:lnTo>
                <a:lnTo>
                  <a:pt x="46" y="324"/>
                </a:lnTo>
                <a:lnTo>
                  <a:pt x="45" y="323"/>
                </a:lnTo>
                <a:lnTo>
                  <a:pt x="45" y="324"/>
                </a:lnTo>
                <a:lnTo>
                  <a:pt x="45" y="322"/>
                </a:lnTo>
                <a:lnTo>
                  <a:pt x="45" y="321"/>
                </a:lnTo>
                <a:lnTo>
                  <a:pt x="45" y="320"/>
                </a:lnTo>
                <a:lnTo>
                  <a:pt x="46" y="319"/>
                </a:lnTo>
                <a:lnTo>
                  <a:pt x="46" y="318"/>
                </a:lnTo>
                <a:lnTo>
                  <a:pt x="45" y="318"/>
                </a:lnTo>
                <a:lnTo>
                  <a:pt x="45" y="317"/>
                </a:lnTo>
                <a:lnTo>
                  <a:pt x="45" y="318"/>
                </a:lnTo>
                <a:lnTo>
                  <a:pt x="44" y="318"/>
                </a:lnTo>
                <a:lnTo>
                  <a:pt x="43" y="319"/>
                </a:lnTo>
                <a:lnTo>
                  <a:pt x="42" y="319"/>
                </a:lnTo>
                <a:lnTo>
                  <a:pt x="42" y="318"/>
                </a:lnTo>
                <a:lnTo>
                  <a:pt x="43" y="318"/>
                </a:lnTo>
                <a:lnTo>
                  <a:pt x="43" y="317"/>
                </a:lnTo>
                <a:lnTo>
                  <a:pt x="42" y="317"/>
                </a:lnTo>
                <a:lnTo>
                  <a:pt x="42" y="316"/>
                </a:lnTo>
                <a:lnTo>
                  <a:pt x="42" y="314"/>
                </a:lnTo>
                <a:lnTo>
                  <a:pt x="42" y="310"/>
                </a:lnTo>
                <a:lnTo>
                  <a:pt x="41" y="310"/>
                </a:lnTo>
                <a:lnTo>
                  <a:pt x="41" y="309"/>
                </a:lnTo>
                <a:lnTo>
                  <a:pt x="41" y="308"/>
                </a:lnTo>
                <a:lnTo>
                  <a:pt x="41" y="307"/>
                </a:lnTo>
                <a:lnTo>
                  <a:pt x="42" y="305"/>
                </a:lnTo>
                <a:lnTo>
                  <a:pt x="42" y="303"/>
                </a:lnTo>
                <a:lnTo>
                  <a:pt x="42" y="302"/>
                </a:lnTo>
                <a:lnTo>
                  <a:pt x="41" y="302"/>
                </a:lnTo>
                <a:lnTo>
                  <a:pt x="41" y="300"/>
                </a:lnTo>
                <a:lnTo>
                  <a:pt x="42" y="299"/>
                </a:lnTo>
                <a:lnTo>
                  <a:pt x="42" y="300"/>
                </a:lnTo>
                <a:lnTo>
                  <a:pt x="43" y="301"/>
                </a:lnTo>
                <a:lnTo>
                  <a:pt x="44" y="300"/>
                </a:lnTo>
                <a:lnTo>
                  <a:pt x="45" y="300"/>
                </a:lnTo>
                <a:lnTo>
                  <a:pt x="45" y="299"/>
                </a:lnTo>
                <a:lnTo>
                  <a:pt x="44" y="299"/>
                </a:lnTo>
                <a:lnTo>
                  <a:pt x="44" y="298"/>
                </a:lnTo>
                <a:lnTo>
                  <a:pt x="43" y="298"/>
                </a:lnTo>
                <a:lnTo>
                  <a:pt x="42" y="298"/>
                </a:lnTo>
                <a:lnTo>
                  <a:pt x="41" y="297"/>
                </a:lnTo>
                <a:lnTo>
                  <a:pt x="41" y="296"/>
                </a:lnTo>
                <a:lnTo>
                  <a:pt x="42" y="295"/>
                </a:lnTo>
                <a:lnTo>
                  <a:pt x="42" y="294"/>
                </a:lnTo>
                <a:lnTo>
                  <a:pt x="41" y="294"/>
                </a:lnTo>
                <a:lnTo>
                  <a:pt x="41" y="293"/>
                </a:lnTo>
                <a:lnTo>
                  <a:pt x="41" y="292"/>
                </a:lnTo>
                <a:lnTo>
                  <a:pt x="42" y="292"/>
                </a:lnTo>
                <a:lnTo>
                  <a:pt x="43" y="291"/>
                </a:lnTo>
                <a:lnTo>
                  <a:pt x="42" y="290"/>
                </a:lnTo>
                <a:lnTo>
                  <a:pt x="41" y="290"/>
                </a:lnTo>
                <a:lnTo>
                  <a:pt x="40" y="290"/>
                </a:lnTo>
                <a:lnTo>
                  <a:pt x="39" y="290"/>
                </a:lnTo>
                <a:lnTo>
                  <a:pt x="38" y="290"/>
                </a:lnTo>
                <a:lnTo>
                  <a:pt x="37" y="289"/>
                </a:lnTo>
                <a:lnTo>
                  <a:pt x="36" y="289"/>
                </a:lnTo>
                <a:lnTo>
                  <a:pt x="36" y="288"/>
                </a:lnTo>
                <a:lnTo>
                  <a:pt x="36" y="287"/>
                </a:lnTo>
                <a:lnTo>
                  <a:pt x="36" y="286"/>
                </a:lnTo>
                <a:lnTo>
                  <a:pt x="35" y="286"/>
                </a:lnTo>
                <a:lnTo>
                  <a:pt x="34" y="285"/>
                </a:lnTo>
                <a:lnTo>
                  <a:pt x="34" y="284"/>
                </a:lnTo>
                <a:lnTo>
                  <a:pt x="33" y="284"/>
                </a:lnTo>
                <a:lnTo>
                  <a:pt x="31" y="284"/>
                </a:lnTo>
                <a:lnTo>
                  <a:pt x="30" y="284"/>
                </a:lnTo>
                <a:lnTo>
                  <a:pt x="30" y="285"/>
                </a:lnTo>
                <a:lnTo>
                  <a:pt x="29" y="285"/>
                </a:lnTo>
                <a:lnTo>
                  <a:pt x="28" y="285"/>
                </a:lnTo>
                <a:lnTo>
                  <a:pt x="28" y="284"/>
                </a:lnTo>
                <a:lnTo>
                  <a:pt x="27" y="284"/>
                </a:lnTo>
                <a:lnTo>
                  <a:pt x="26" y="284"/>
                </a:lnTo>
                <a:lnTo>
                  <a:pt x="24" y="284"/>
                </a:lnTo>
                <a:lnTo>
                  <a:pt x="21" y="284"/>
                </a:lnTo>
                <a:lnTo>
                  <a:pt x="20" y="284"/>
                </a:lnTo>
                <a:lnTo>
                  <a:pt x="19" y="284"/>
                </a:lnTo>
                <a:lnTo>
                  <a:pt x="19" y="283"/>
                </a:lnTo>
                <a:lnTo>
                  <a:pt x="19" y="282"/>
                </a:lnTo>
                <a:lnTo>
                  <a:pt x="20" y="283"/>
                </a:lnTo>
                <a:lnTo>
                  <a:pt x="21" y="283"/>
                </a:lnTo>
                <a:lnTo>
                  <a:pt x="21" y="282"/>
                </a:lnTo>
                <a:lnTo>
                  <a:pt x="21" y="280"/>
                </a:lnTo>
                <a:lnTo>
                  <a:pt x="21" y="279"/>
                </a:lnTo>
                <a:lnTo>
                  <a:pt x="20" y="279"/>
                </a:lnTo>
                <a:lnTo>
                  <a:pt x="20" y="280"/>
                </a:lnTo>
                <a:lnTo>
                  <a:pt x="18" y="280"/>
                </a:lnTo>
                <a:lnTo>
                  <a:pt x="17" y="279"/>
                </a:lnTo>
                <a:lnTo>
                  <a:pt x="16" y="279"/>
                </a:lnTo>
                <a:lnTo>
                  <a:pt x="13" y="279"/>
                </a:lnTo>
                <a:lnTo>
                  <a:pt x="12" y="280"/>
                </a:lnTo>
                <a:lnTo>
                  <a:pt x="10" y="281"/>
                </a:lnTo>
                <a:lnTo>
                  <a:pt x="9" y="281"/>
                </a:lnTo>
                <a:lnTo>
                  <a:pt x="8" y="280"/>
                </a:lnTo>
                <a:lnTo>
                  <a:pt x="8" y="279"/>
                </a:lnTo>
                <a:lnTo>
                  <a:pt x="7" y="278"/>
                </a:lnTo>
                <a:lnTo>
                  <a:pt x="5" y="276"/>
                </a:lnTo>
                <a:lnTo>
                  <a:pt x="4" y="276"/>
                </a:lnTo>
                <a:lnTo>
                  <a:pt x="3" y="276"/>
                </a:lnTo>
                <a:lnTo>
                  <a:pt x="2" y="276"/>
                </a:lnTo>
                <a:lnTo>
                  <a:pt x="1" y="276"/>
                </a:lnTo>
                <a:lnTo>
                  <a:pt x="1" y="275"/>
                </a:lnTo>
                <a:lnTo>
                  <a:pt x="1" y="274"/>
                </a:lnTo>
                <a:lnTo>
                  <a:pt x="1" y="273"/>
                </a:lnTo>
                <a:lnTo>
                  <a:pt x="2" y="272"/>
                </a:lnTo>
                <a:lnTo>
                  <a:pt x="3" y="272"/>
                </a:lnTo>
                <a:lnTo>
                  <a:pt x="3" y="271"/>
                </a:lnTo>
                <a:lnTo>
                  <a:pt x="2" y="271"/>
                </a:lnTo>
                <a:lnTo>
                  <a:pt x="2" y="270"/>
                </a:lnTo>
                <a:lnTo>
                  <a:pt x="1" y="269"/>
                </a:lnTo>
                <a:lnTo>
                  <a:pt x="1" y="268"/>
                </a:lnTo>
                <a:lnTo>
                  <a:pt x="2" y="268"/>
                </a:lnTo>
                <a:lnTo>
                  <a:pt x="3" y="269"/>
                </a:lnTo>
                <a:lnTo>
                  <a:pt x="4" y="269"/>
                </a:lnTo>
                <a:lnTo>
                  <a:pt x="5" y="268"/>
                </a:lnTo>
                <a:lnTo>
                  <a:pt x="6" y="267"/>
                </a:lnTo>
                <a:lnTo>
                  <a:pt x="6" y="266"/>
                </a:lnTo>
                <a:lnTo>
                  <a:pt x="5" y="266"/>
                </a:lnTo>
                <a:lnTo>
                  <a:pt x="5" y="265"/>
                </a:lnTo>
                <a:lnTo>
                  <a:pt x="5" y="264"/>
                </a:lnTo>
                <a:lnTo>
                  <a:pt x="4" y="264"/>
                </a:lnTo>
                <a:lnTo>
                  <a:pt x="4" y="263"/>
                </a:lnTo>
                <a:lnTo>
                  <a:pt x="4" y="261"/>
                </a:lnTo>
                <a:lnTo>
                  <a:pt x="3" y="260"/>
                </a:lnTo>
                <a:lnTo>
                  <a:pt x="3" y="259"/>
                </a:lnTo>
                <a:lnTo>
                  <a:pt x="2" y="258"/>
                </a:lnTo>
                <a:lnTo>
                  <a:pt x="1" y="259"/>
                </a:lnTo>
                <a:lnTo>
                  <a:pt x="1" y="257"/>
                </a:lnTo>
                <a:lnTo>
                  <a:pt x="1" y="256"/>
                </a:lnTo>
                <a:lnTo>
                  <a:pt x="1" y="255"/>
                </a:lnTo>
                <a:lnTo>
                  <a:pt x="1" y="254"/>
                </a:lnTo>
                <a:lnTo>
                  <a:pt x="1" y="253"/>
                </a:lnTo>
                <a:lnTo>
                  <a:pt x="0" y="252"/>
                </a:lnTo>
                <a:lnTo>
                  <a:pt x="1" y="252"/>
                </a:lnTo>
                <a:lnTo>
                  <a:pt x="1" y="251"/>
                </a:lnTo>
                <a:lnTo>
                  <a:pt x="2" y="250"/>
                </a:lnTo>
                <a:lnTo>
                  <a:pt x="3" y="250"/>
                </a:lnTo>
                <a:lnTo>
                  <a:pt x="4" y="250"/>
                </a:lnTo>
                <a:lnTo>
                  <a:pt x="4" y="249"/>
                </a:lnTo>
                <a:lnTo>
                  <a:pt x="4" y="248"/>
                </a:lnTo>
                <a:lnTo>
                  <a:pt x="4" y="247"/>
                </a:lnTo>
                <a:lnTo>
                  <a:pt x="7" y="248"/>
                </a:lnTo>
                <a:lnTo>
                  <a:pt x="8" y="248"/>
                </a:lnTo>
                <a:lnTo>
                  <a:pt x="10" y="248"/>
                </a:lnTo>
                <a:lnTo>
                  <a:pt x="10" y="249"/>
                </a:lnTo>
                <a:lnTo>
                  <a:pt x="9" y="249"/>
                </a:lnTo>
                <a:lnTo>
                  <a:pt x="9" y="250"/>
                </a:lnTo>
                <a:lnTo>
                  <a:pt x="10" y="251"/>
                </a:lnTo>
                <a:lnTo>
                  <a:pt x="11" y="252"/>
                </a:lnTo>
                <a:lnTo>
                  <a:pt x="12" y="253"/>
                </a:lnTo>
                <a:lnTo>
                  <a:pt x="12" y="254"/>
                </a:lnTo>
                <a:lnTo>
                  <a:pt x="13" y="255"/>
                </a:lnTo>
                <a:lnTo>
                  <a:pt x="15" y="256"/>
                </a:lnTo>
                <a:lnTo>
                  <a:pt x="16" y="256"/>
                </a:lnTo>
                <a:lnTo>
                  <a:pt x="18" y="256"/>
                </a:lnTo>
                <a:lnTo>
                  <a:pt x="19" y="256"/>
                </a:lnTo>
                <a:lnTo>
                  <a:pt x="19" y="255"/>
                </a:lnTo>
                <a:lnTo>
                  <a:pt x="20" y="255"/>
                </a:lnTo>
                <a:lnTo>
                  <a:pt x="20" y="256"/>
                </a:lnTo>
                <a:lnTo>
                  <a:pt x="21" y="257"/>
                </a:lnTo>
                <a:lnTo>
                  <a:pt x="22" y="257"/>
                </a:lnTo>
                <a:lnTo>
                  <a:pt x="21" y="257"/>
                </a:lnTo>
                <a:lnTo>
                  <a:pt x="22" y="256"/>
                </a:lnTo>
                <a:lnTo>
                  <a:pt x="23" y="256"/>
                </a:lnTo>
                <a:lnTo>
                  <a:pt x="24" y="256"/>
                </a:lnTo>
                <a:lnTo>
                  <a:pt x="25" y="256"/>
                </a:lnTo>
                <a:lnTo>
                  <a:pt x="28" y="257"/>
                </a:lnTo>
                <a:lnTo>
                  <a:pt x="29" y="257"/>
                </a:lnTo>
                <a:lnTo>
                  <a:pt x="31" y="256"/>
                </a:lnTo>
                <a:lnTo>
                  <a:pt x="32" y="256"/>
                </a:lnTo>
                <a:lnTo>
                  <a:pt x="33" y="256"/>
                </a:lnTo>
                <a:lnTo>
                  <a:pt x="34" y="255"/>
                </a:lnTo>
                <a:lnTo>
                  <a:pt x="35" y="254"/>
                </a:lnTo>
                <a:lnTo>
                  <a:pt x="34" y="254"/>
                </a:lnTo>
                <a:lnTo>
                  <a:pt x="34" y="253"/>
                </a:lnTo>
                <a:lnTo>
                  <a:pt x="34" y="252"/>
                </a:lnTo>
                <a:lnTo>
                  <a:pt x="34" y="251"/>
                </a:lnTo>
                <a:lnTo>
                  <a:pt x="35" y="251"/>
                </a:lnTo>
                <a:lnTo>
                  <a:pt x="36" y="250"/>
                </a:lnTo>
                <a:lnTo>
                  <a:pt x="37" y="250"/>
                </a:lnTo>
                <a:lnTo>
                  <a:pt x="37" y="249"/>
                </a:lnTo>
                <a:lnTo>
                  <a:pt x="38" y="249"/>
                </a:lnTo>
                <a:lnTo>
                  <a:pt x="39" y="250"/>
                </a:lnTo>
                <a:lnTo>
                  <a:pt x="42" y="248"/>
                </a:lnTo>
                <a:lnTo>
                  <a:pt x="43" y="248"/>
                </a:lnTo>
                <a:lnTo>
                  <a:pt x="43" y="247"/>
                </a:lnTo>
                <a:lnTo>
                  <a:pt x="43" y="246"/>
                </a:lnTo>
                <a:lnTo>
                  <a:pt x="43" y="247"/>
                </a:lnTo>
                <a:lnTo>
                  <a:pt x="45" y="247"/>
                </a:lnTo>
                <a:lnTo>
                  <a:pt x="45" y="246"/>
                </a:lnTo>
                <a:lnTo>
                  <a:pt x="46" y="246"/>
                </a:lnTo>
                <a:lnTo>
                  <a:pt x="47" y="245"/>
                </a:lnTo>
                <a:lnTo>
                  <a:pt x="48" y="246"/>
                </a:lnTo>
                <a:lnTo>
                  <a:pt x="49" y="246"/>
                </a:lnTo>
                <a:lnTo>
                  <a:pt x="48" y="245"/>
                </a:lnTo>
                <a:lnTo>
                  <a:pt x="49" y="245"/>
                </a:lnTo>
                <a:lnTo>
                  <a:pt x="50" y="245"/>
                </a:lnTo>
                <a:lnTo>
                  <a:pt x="50" y="244"/>
                </a:lnTo>
                <a:lnTo>
                  <a:pt x="49" y="242"/>
                </a:lnTo>
                <a:lnTo>
                  <a:pt x="49" y="240"/>
                </a:lnTo>
                <a:lnTo>
                  <a:pt x="49" y="238"/>
                </a:lnTo>
                <a:lnTo>
                  <a:pt x="48" y="237"/>
                </a:lnTo>
                <a:lnTo>
                  <a:pt x="48" y="236"/>
                </a:lnTo>
                <a:lnTo>
                  <a:pt x="48" y="235"/>
                </a:lnTo>
                <a:lnTo>
                  <a:pt x="49" y="235"/>
                </a:lnTo>
                <a:lnTo>
                  <a:pt x="50" y="235"/>
                </a:lnTo>
                <a:lnTo>
                  <a:pt x="52" y="234"/>
                </a:lnTo>
                <a:lnTo>
                  <a:pt x="52" y="233"/>
                </a:lnTo>
                <a:lnTo>
                  <a:pt x="50" y="233"/>
                </a:lnTo>
                <a:lnTo>
                  <a:pt x="50" y="232"/>
                </a:lnTo>
                <a:lnTo>
                  <a:pt x="51" y="232"/>
                </a:lnTo>
                <a:lnTo>
                  <a:pt x="51" y="231"/>
                </a:lnTo>
                <a:lnTo>
                  <a:pt x="52" y="230"/>
                </a:lnTo>
                <a:lnTo>
                  <a:pt x="52" y="229"/>
                </a:lnTo>
                <a:lnTo>
                  <a:pt x="52" y="227"/>
                </a:lnTo>
                <a:lnTo>
                  <a:pt x="53" y="227"/>
                </a:lnTo>
                <a:lnTo>
                  <a:pt x="53" y="226"/>
                </a:lnTo>
                <a:lnTo>
                  <a:pt x="53" y="225"/>
                </a:lnTo>
                <a:lnTo>
                  <a:pt x="53" y="224"/>
                </a:lnTo>
                <a:lnTo>
                  <a:pt x="52" y="224"/>
                </a:lnTo>
                <a:lnTo>
                  <a:pt x="52" y="223"/>
                </a:lnTo>
                <a:lnTo>
                  <a:pt x="52" y="222"/>
                </a:lnTo>
                <a:lnTo>
                  <a:pt x="52" y="220"/>
                </a:lnTo>
                <a:lnTo>
                  <a:pt x="53" y="220"/>
                </a:lnTo>
                <a:lnTo>
                  <a:pt x="54" y="220"/>
                </a:lnTo>
                <a:lnTo>
                  <a:pt x="55" y="220"/>
                </a:lnTo>
                <a:lnTo>
                  <a:pt x="55" y="219"/>
                </a:lnTo>
                <a:lnTo>
                  <a:pt x="54" y="218"/>
                </a:lnTo>
                <a:lnTo>
                  <a:pt x="54" y="216"/>
                </a:lnTo>
                <a:lnTo>
                  <a:pt x="55" y="215"/>
                </a:lnTo>
                <a:lnTo>
                  <a:pt x="55" y="214"/>
                </a:lnTo>
                <a:lnTo>
                  <a:pt x="54" y="214"/>
                </a:lnTo>
                <a:lnTo>
                  <a:pt x="53" y="214"/>
                </a:lnTo>
                <a:lnTo>
                  <a:pt x="53" y="213"/>
                </a:lnTo>
                <a:lnTo>
                  <a:pt x="52" y="212"/>
                </a:lnTo>
                <a:lnTo>
                  <a:pt x="52" y="211"/>
                </a:lnTo>
                <a:lnTo>
                  <a:pt x="51" y="210"/>
                </a:lnTo>
                <a:lnTo>
                  <a:pt x="52" y="210"/>
                </a:lnTo>
                <a:lnTo>
                  <a:pt x="51" y="209"/>
                </a:lnTo>
                <a:lnTo>
                  <a:pt x="50" y="209"/>
                </a:lnTo>
                <a:lnTo>
                  <a:pt x="50" y="210"/>
                </a:lnTo>
                <a:lnTo>
                  <a:pt x="49" y="211"/>
                </a:lnTo>
                <a:lnTo>
                  <a:pt x="48" y="210"/>
                </a:lnTo>
                <a:lnTo>
                  <a:pt x="48" y="209"/>
                </a:lnTo>
                <a:lnTo>
                  <a:pt x="47" y="207"/>
                </a:lnTo>
                <a:lnTo>
                  <a:pt x="49" y="206"/>
                </a:lnTo>
                <a:lnTo>
                  <a:pt x="49" y="205"/>
                </a:lnTo>
                <a:lnTo>
                  <a:pt x="49" y="204"/>
                </a:lnTo>
                <a:lnTo>
                  <a:pt x="48" y="204"/>
                </a:lnTo>
                <a:lnTo>
                  <a:pt x="47" y="202"/>
                </a:lnTo>
                <a:lnTo>
                  <a:pt x="47" y="201"/>
                </a:lnTo>
                <a:lnTo>
                  <a:pt x="47" y="199"/>
                </a:lnTo>
                <a:lnTo>
                  <a:pt x="48" y="197"/>
                </a:lnTo>
                <a:lnTo>
                  <a:pt x="49" y="197"/>
                </a:lnTo>
                <a:lnTo>
                  <a:pt x="49" y="198"/>
                </a:lnTo>
                <a:lnTo>
                  <a:pt x="50" y="198"/>
                </a:lnTo>
                <a:lnTo>
                  <a:pt x="51" y="198"/>
                </a:lnTo>
                <a:lnTo>
                  <a:pt x="51" y="197"/>
                </a:lnTo>
                <a:lnTo>
                  <a:pt x="51" y="196"/>
                </a:lnTo>
                <a:lnTo>
                  <a:pt x="50" y="196"/>
                </a:lnTo>
                <a:lnTo>
                  <a:pt x="50" y="195"/>
                </a:lnTo>
                <a:lnTo>
                  <a:pt x="50" y="194"/>
                </a:lnTo>
                <a:lnTo>
                  <a:pt x="51" y="194"/>
                </a:lnTo>
                <a:lnTo>
                  <a:pt x="51" y="193"/>
                </a:lnTo>
                <a:lnTo>
                  <a:pt x="50" y="191"/>
                </a:lnTo>
                <a:lnTo>
                  <a:pt x="50" y="190"/>
                </a:lnTo>
                <a:lnTo>
                  <a:pt x="50" y="189"/>
                </a:lnTo>
                <a:lnTo>
                  <a:pt x="51" y="188"/>
                </a:lnTo>
                <a:lnTo>
                  <a:pt x="52" y="186"/>
                </a:lnTo>
                <a:lnTo>
                  <a:pt x="53" y="187"/>
                </a:lnTo>
                <a:lnTo>
                  <a:pt x="54" y="187"/>
                </a:lnTo>
                <a:lnTo>
                  <a:pt x="56" y="188"/>
                </a:lnTo>
                <a:lnTo>
                  <a:pt x="56" y="187"/>
                </a:lnTo>
                <a:lnTo>
                  <a:pt x="57" y="187"/>
                </a:lnTo>
                <a:lnTo>
                  <a:pt x="57" y="186"/>
                </a:lnTo>
                <a:lnTo>
                  <a:pt x="56" y="186"/>
                </a:lnTo>
                <a:lnTo>
                  <a:pt x="56" y="184"/>
                </a:lnTo>
                <a:lnTo>
                  <a:pt x="57" y="181"/>
                </a:lnTo>
                <a:lnTo>
                  <a:pt x="57" y="180"/>
                </a:lnTo>
                <a:lnTo>
                  <a:pt x="61" y="179"/>
                </a:lnTo>
                <a:lnTo>
                  <a:pt x="62" y="179"/>
                </a:lnTo>
                <a:lnTo>
                  <a:pt x="62" y="178"/>
                </a:lnTo>
                <a:lnTo>
                  <a:pt x="61" y="178"/>
                </a:lnTo>
                <a:lnTo>
                  <a:pt x="62" y="178"/>
                </a:lnTo>
                <a:lnTo>
                  <a:pt x="63" y="178"/>
                </a:lnTo>
                <a:lnTo>
                  <a:pt x="64" y="179"/>
                </a:lnTo>
                <a:lnTo>
                  <a:pt x="65" y="179"/>
                </a:lnTo>
                <a:lnTo>
                  <a:pt x="66" y="178"/>
                </a:lnTo>
                <a:lnTo>
                  <a:pt x="68" y="178"/>
                </a:lnTo>
                <a:lnTo>
                  <a:pt x="68" y="179"/>
                </a:lnTo>
                <a:lnTo>
                  <a:pt x="69" y="179"/>
                </a:lnTo>
                <a:lnTo>
                  <a:pt x="71" y="178"/>
                </a:lnTo>
                <a:lnTo>
                  <a:pt x="72" y="177"/>
                </a:lnTo>
                <a:lnTo>
                  <a:pt x="73" y="177"/>
                </a:lnTo>
                <a:lnTo>
                  <a:pt x="74" y="177"/>
                </a:lnTo>
                <a:lnTo>
                  <a:pt x="74" y="178"/>
                </a:lnTo>
                <a:lnTo>
                  <a:pt x="74" y="177"/>
                </a:lnTo>
                <a:lnTo>
                  <a:pt x="75" y="177"/>
                </a:lnTo>
                <a:lnTo>
                  <a:pt x="75" y="176"/>
                </a:lnTo>
                <a:lnTo>
                  <a:pt x="75" y="175"/>
                </a:lnTo>
                <a:lnTo>
                  <a:pt x="79" y="175"/>
                </a:lnTo>
                <a:lnTo>
                  <a:pt x="80" y="174"/>
                </a:lnTo>
                <a:lnTo>
                  <a:pt x="82" y="175"/>
                </a:lnTo>
                <a:lnTo>
                  <a:pt x="82" y="174"/>
                </a:lnTo>
                <a:lnTo>
                  <a:pt x="82" y="173"/>
                </a:lnTo>
                <a:lnTo>
                  <a:pt x="83" y="173"/>
                </a:lnTo>
                <a:lnTo>
                  <a:pt x="84" y="173"/>
                </a:lnTo>
                <a:lnTo>
                  <a:pt x="85" y="173"/>
                </a:lnTo>
                <a:lnTo>
                  <a:pt x="84" y="173"/>
                </a:lnTo>
                <a:lnTo>
                  <a:pt x="84" y="172"/>
                </a:lnTo>
                <a:lnTo>
                  <a:pt x="83" y="170"/>
                </a:lnTo>
                <a:lnTo>
                  <a:pt x="82" y="167"/>
                </a:lnTo>
                <a:lnTo>
                  <a:pt x="82" y="166"/>
                </a:lnTo>
                <a:lnTo>
                  <a:pt x="81" y="166"/>
                </a:lnTo>
                <a:lnTo>
                  <a:pt x="81" y="165"/>
                </a:lnTo>
                <a:lnTo>
                  <a:pt x="80" y="164"/>
                </a:lnTo>
                <a:lnTo>
                  <a:pt x="79" y="163"/>
                </a:lnTo>
                <a:lnTo>
                  <a:pt x="79" y="162"/>
                </a:lnTo>
                <a:lnTo>
                  <a:pt x="78" y="161"/>
                </a:lnTo>
                <a:lnTo>
                  <a:pt x="79" y="160"/>
                </a:lnTo>
                <a:lnTo>
                  <a:pt x="78" y="160"/>
                </a:lnTo>
                <a:lnTo>
                  <a:pt x="78" y="159"/>
                </a:lnTo>
                <a:lnTo>
                  <a:pt x="78" y="158"/>
                </a:lnTo>
                <a:lnTo>
                  <a:pt x="79" y="157"/>
                </a:lnTo>
                <a:lnTo>
                  <a:pt x="78" y="157"/>
                </a:lnTo>
                <a:lnTo>
                  <a:pt x="77" y="156"/>
                </a:lnTo>
                <a:lnTo>
                  <a:pt x="77" y="154"/>
                </a:lnTo>
                <a:lnTo>
                  <a:pt x="78" y="154"/>
                </a:lnTo>
                <a:lnTo>
                  <a:pt x="78" y="153"/>
                </a:lnTo>
                <a:lnTo>
                  <a:pt x="77" y="152"/>
                </a:lnTo>
                <a:lnTo>
                  <a:pt x="77" y="151"/>
                </a:lnTo>
                <a:lnTo>
                  <a:pt x="76" y="150"/>
                </a:lnTo>
                <a:lnTo>
                  <a:pt x="75" y="149"/>
                </a:lnTo>
                <a:lnTo>
                  <a:pt x="74" y="148"/>
                </a:lnTo>
                <a:lnTo>
                  <a:pt x="74" y="147"/>
                </a:lnTo>
                <a:lnTo>
                  <a:pt x="73" y="146"/>
                </a:lnTo>
                <a:lnTo>
                  <a:pt x="72" y="146"/>
                </a:lnTo>
                <a:lnTo>
                  <a:pt x="72" y="145"/>
                </a:lnTo>
                <a:lnTo>
                  <a:pt x="73" y="144"/>
                </a:lnTo>
                <a:lnTo>
                  <a:pt x="73" y="143"/>
                </a:lnTo>
                <a:lnTo>
                  <a:pt x="74" y="142"/>
                </a:lnTo>
                <a:lnTo>
                  <a:pt x="74" y="143"/>
                </a:lnTo>
                <a:lnTo>
                  <a:pt x="75" y="143"/>
                </a:lnTo>
                <a:lnTo>
                  <a:pt x="76" y="143"/>
                </a:lnTo>
                <a:lnTo>
                  <a:pt x="77" y="144"/>
                </a:lnTo>
                <a:lnTo>
                  <a:pt x="78" y="144"/>
                </a:lnTo>
                <a:lnTo>
                  <a:pt x="78" y="143"/>
                </a:lnTo>
                <a:lnTo>
                  <a:pt x="79" y="138"/>
                </a:lnTo>
                <a:lnTo>
                  <a:pt x="78" y="138"/>
                </a:lnTo>
                <a:lnTo>
                  <a:pt x="77" y="137"/>
                </a:lnTo>
                <a:lnTo>
                  <a:pt x="78" y="137"/>
                </a:lnTo>
                <a:lnTo>
                  <a:pt x="79" y="135"/>
                </a:lnTo>
                <a:lnTo>
                  <a:pt x="79" y="134"/>
                </a:lnTo>
                <a:lnTo>
                  <a:pt x="80" y="134"/>
                </a:lnTo>
                <a:lnTo>
                  <a:pt x="80" y="133"/>
                </a:lnTo>
                <a:lnTo>
                  <a:pt x="79" y="130"/>
                </a:lnTo>
                <a:lnTo>
                  <a:pt x="79" y="129"/>
                </a:lnTo>
                <a:lnTo>
                  <a:pt x="78" y="129"/>
                </a:lnTo>
                <a:lnTo>
                  <a:pt x="77" y="129"/>
                </a:lnTo>
                <a:lnTo>
                  <a:pt x="77" y="130"/>
                </a:lnTo>
                <a:lnTo>
                  <a:pt x="76" y="130"/>
                </a:lnTo>
                <a:lnTo>
                  <a:pt x="76" y="131"/>
                </a:lnTo>
                <a:lnTo>
                  <a:pt x="75" y="131"/>
                </a:lnTo>
                <a:lnTo>
                  <a:pt x="74" y="130"/>
                </a:lnTo>
                <a:lnTo>
                  <a:pt x="73" y="130"/>
                </a:lnTo>
                <a:lnTo>
                  <a:pt x="72" y="129"/>
                </a:lnTo>
                <a:lnTo>
                  <a:pt x="71" y="129"/>
                </a:lnTo>
                <a:lnTo>
                  <a:pt x="71" y="130"/>
                </a:lnTo>
                <a:lnTo>
                  <a:pt x="70" y="130"/>
                </a:lnTo>
                <a:lnTo>
                  <a:pt x="69" y="130"/>
                </a:lnTo>
                <a:lnTo>
                  <a:pt x="68" y="130"/>
                </a:lnTo>
                <a:lnTo>
                  <a:pt x="68" y="129"/>
                </a:lnTo>
                <a:lnTo>
                  <a:pt x="68" y="127"/>
                </a:lnTo>
                <a:lnTo>
                  <a:pt x="69" y="127"/>
                </a:lnTo>
                <a:lnTo>
                  <a:pt x="69" y="126"/>
                </a:lnTo>
                <a:lnTo>
                  <a:pt x="69" y="125"/>
                </a:lnTo>
                <a:lnTo>
                  <a:pt x="70" y="124"/>
                </a:lnTo>
                <a:lnTo>
                  <a:pt x="69" y="123"/>
                </a:lnTo>
                <a:lnTo>
                  <a:pt x="69" y="122"/>
                </a:lnTo>
                <a:lnTo>
                  <a:pt x="69" y="121"/>
                </a:lnTo>
                <a:lnTo>
                  <a:pt x="70" y="121"/>
                </a:lnTo>
                <a:lnTo>
                  <a:pt x="70" y="119"/>
                </a:lnTo>
                <a:lnTo>
                  <a:pt x="70" y="118"/>
                </a:lnTo>
                <a:lnTo>
                  <a:pt x="71" y="118"/>
                </a:lnTo>
                <a:lnTo>
                  <a:pt x="71" y="116"/>
                </a:lnTo>
                <a:lnTo>
                  <a:pt x="71" y="114"/>
                </a:lnTo>
                <a:lnTo>
                  <a:pt x="72" y="114"/>
                </a:lnTo>
                <a:lnTo>
                  <a:pt x="72" y="113"/>
                </a:lnTo>
                <a:lnTo>
                  <a:pt x="72" y="112"/>
                </a:lnTo>
                <a:lnTo>
                  <a:pt x="71" y="112"/>
                </a:lnTo>
                <a:lnTo>
                  <a:pt x="71" y="108"/>
                </a:lnTo>
                <a:lnTo>
                  <a:pt x="72" y="108"/>
                </a:lnTo>
                <a:lnTo>
                  <a:pt x="73" y="109"/>
                </a:lnTo>
                <a:lnTo>
                  <a:pt x="73" y="108"/>
                </a:lnTo>
                <a:lnTo>
                  <a:pt x="73" y="107"/>
                </a:lnTo>
                <a:lnTo>
                  <a:pt x="73" y="105"/>
                </a:lnTo>
                <a:lnTo>
                  <a:pt x="74" y="105"/>
                </a:lnTo>
                <a:lnTo>
                  <a:pt x="76" y="104"/>
                </a:lnTo>
                <a:lnTo>
                  <a:pt x="77" y="104"/>
                </a:lnTo>
                <a:lnTo>
                  <a:pt x="77" y="105"/>
                </a:lnTo>
                <a:lnTo>
                  <a:pt x="78" y="105"/>
                </a:lnTo>
                <a:lnTo>
                  <a:pt x="79" y="104"/>
                </a:lnTo>
                <a:lnTo>
                  <a:pt x="79" y="101"/>
                </a:lnTo>
                <a:lnTo>
                  <a:pt x="78" y="100"/>
                </a:lnTo>
                <a:lnTo>
                  <a:pt x="79" y="100"/>
                </a:lnTo>
                <a:lnTo>
                  <a:pt x="80" y="100"/>
                </a:lnTo>
                <a:lnTo>
                  <a:pt x="80" y="101"/>
                </a:lnTo>
                <a:lnTo>
                  <a:pt x="81" y="101"/>
                </a:lnTo>
                <a:lnTo>
                  <a:pt x="81" y="100"/>
                </a:lnTo>
                <a:lnTo>
                  <a:pt x="82" y="100"/>
                </a:lnTo>
                <a:lnTo>
                  <a:pt x="82" y="99"/>
                </a:lnTo>
                <a:lnTo>
                  <a:pt x="85" y="99"/>
                </a:lnTo>
                <a:lnTo>
                  <a:pt x="86" y="99"/>
                </a:lnTo>
                <a:lnTo>
                  <a:pt x="87" y="98"/>
                </a:lnTo>
                <a:lnTo>
                  <a:pt x="88" y="97"/>
                </a:lnTo>
                <a:lnTo>
                  <a:pt x="88" y="96"/>
                </a:lnTo>
                <a:lnTo>
                  <a:pt x="89" y="96"/>
                </a:lnTo>
                <a:lnTo>
                  <a:pt x="89" y="97"/>
                </a:lnTo>
                <a:lnTo>
                  <a:pt x="89" y="98"/>
                </a:lnTo>
                <a:lnTo>
                  <a:pt x="90" y="98"/>
                </a:lnTo>
                <a:lnTo>
                  <a:pt x="91" y="98"/>
                </a:lnTo>
                <a:lnTo>
                  <a:pt x="91" y="99"/>
                </a:lnTo>
                <a:lnTo>
                  <a:pt x="93" y="99"/>
                </a:lnTo>
                <a:lnTo>
                  <a:pt x="94" y="98"/>
                </a:lnTo>
                <a:lnTo>
                  <a:pt x="94" y="97"/>
                </a:lnTo>
                <a:lnTo>
                  <a:pt x="95" y="97"/>
                </a:lnTo>
                <a:lnTo>
                  <a:pt x="95" y="98"/>
                </a:lnTo>
                <a:lnTo>
                  <a:pt x="96" y="98"/>
                </a:lnTo>
                <a:lnTo>
                  <a:pt x="97" y="98"/>
                </a:lnTo>
                <a:lnTo>
                  <a:pt x="98" y="98"/>
                </a:lnTo>
                <a:lnTo>
                  <a:pt x="99" y="98"/>
                </a:lnTo>
                <a:lnTo>
                  <a:pt x="99" y="99"/>
                </a:lnTo>
                <a:lnTo>
                  <a:pt x="98" y="99"/>
                </a:lnTo>
                <a:lnTo>
                  <a:pt x="98" y="100"/>
                </a:lnTo>
                <a:lnTo>
                  <a:pt x="100" y="101"/>
                </a:lnTo>
                <a:lnTo>
                  <a:pt x="101" y="102"/>
                </a:lnTo>
                <a:lnTo>
                  <a:pt x="102" y="102"/>
                </a:lnTo>
                <a:lnTo>
                  <a:pt x="103" y="102"/>
                </a:lnTo>
                <a:lnTo>
                  <a:pt x="103" y="103"/>
                </a:lnTo>
                <a:lnTo>
                  <a:pt x="104" y="104"/>
                </a:lnTo>
                <a:lnTo>
                  <a:pt x="104" y="106"/>
                </a:lnTo>
                <a:lnTo>
                  <a:pt x="107" y="106"/>
                </a:lnTo>
                <a:lnTo>
                  <a:pt x="106" y="105"/>
                </a:lnTo>
                <a:lnTo>
                  <a:pt x="106" y="104"/>
                </a:lnTo>
                <a:lnTo>
                  <a:pt x="106" y="103"/>
                </a:lnTo>
                <a:lnTo>
                  <a:pt x="107" y="102"/>
                </a:lnTo>
                <a:lnTo>
                  <a:pt x="109" y="102"/>
                </a:lnTo>
                <a:lnTo>
                  <a:pt x="110" y="103"/>
                </a:lnTo>
                <a:lnTo>
                  <a:pt x="109" y="103"/>
                </a:lnTo>
                <a:lnTo>
                  <a:pt x="108" y="104"/>
                </a:lnTo>
                <a:lnTo>
                  <a:pt x="109" y="104"/>
                </a:lnTo>
                <a:lnTo>
                  <a:pt x="110" y="106"/>
                </a:lnTo>
                <a:lnTo>
                  <a:pt x="111" y="106"/>
                </a:lnTo>
                <a:lnTo>
                  <a:pt x="112" y="105"/>
                </a:lnTo>
                <a:lnTo>
                  <a:pt x="113" y="104"/>
                </a:lnTo>
                <a:lnTo>
                  <a:pt x="114" y="105"/>
                </a:lnTo>
                <a:lnTo>
                  <a:pt x="116" y="105"/>
                </a:lnTo>
                <a:lnTo>
                  <a:pt x="118" y="105"/>
                </a:lnTo>
                <a:lnTo>
                  <a:pt x="119" y="106"/>
                </a:lnTo>
                <a:lnTo>
                  <a:pt x="120" y="106"/>
                </a:lnTo>
                <a:lnTo>
                  <a:pt x="120" y="107"/>
                </a:lnTo>
                <a:lnTo>
                  <a:pt x="121" y="107"/>
                </a:lnTo>
                <a:lnTo>
                  <a:pt x="121" y="108"/>
                </a:lnTo>
                <a:lnTo>
                  <a:pt x="123" y="110"/>
                </a:lnTo>
                <a:lnTo>
                  <a:pt x="123" y="111"/>
                </a:lnTo>
                <a:lnTo>
                  <a:pt x="122" y="113"/>
                </a:lnTo>
                <a:lnTo>
                  <a:pt x="122" y="114"/>
                </a:lnTo>
                <a:lnTo>
                  <a:pt x="122" y="115"/>
                </a:lnTo>
                <a:lnTo>
                  <a:pt x="121" y="116"/>
                </a:lnTo>
                <a:lnTo>
                  <a:pt x="121" y="118"/>
                </a:lnTo>
                <a:lnTo>
                  <a:pt x="122" y="120"/>
                </a:lnTo>
                <a:lnTo>
                  <a:pt x="123" y="121"/>
                </a:lnTo>
                <a:lnTo>
                  <a:pt x="123" y="120"/>
                </a:lnTo>
                <a:lnTo>
                  <a:pt x="124" y="120"/>
                </a:lnTo>
                <a:lnTo>
                  <a:pt x="125" y="120"/>
                </a:lnTo>
                <a:lnTo>
                  <a:pt x="125" y="121"/>
                </a:lnTo>
                <a:lnTo>
                  <a:pt x="126" y="122"/>
                </a:lnTo>
                <a:lnTo>
                  <a:pt x="127" y="122"/>
                </a:lnTo>
                <a:lnTo>
                  <a:pt x="128" y="123"/>
                </a:lnTo>
                <a:lnTo>
                  <a:pt x="129" y="123"/>
                </a:lnTo>
                <a:lnTo>
                  <a:pt x="130" y="124"/>
                </a:lnTo>
                <a:lnTo>
                  <a:pt x="131" y="125"/>
                </a:lnTo>
                <a:lnTo>
                  <a:pt x="133" y="127"/>
                </a:lnTo>
                <a:lnTo>
                  <a:pt x="134" y="127"/>
                </a:lnTo>
                <a:lnTo>
                  <a:pt x="134" y="131"/>
                </a:lnTo>
                <a:lnTo>
                  <a:pt x="133" y="131"/>
                </a:lnTo>
                <a:lnTo>
                  <a:pt x="133" y="130"/>
                </a:lnTo>
                <a:lnTo>
                  <a:pt x="131" y="130"/>
                </a:lnTo>
                <a:lnTo>
                  <a:pt x="130" y="130"/>
                </a:lnTo>
                <a:lnTo>
                  <a:pt x="130" y="132"/>
                </a:lnTo>
                <a:lnTo>
                  <a:pt x="131" y="132"/>
                </a:lnTo>
                <a:lnTo>
                  <a:pt x="131" y="131"/>
                </a:lnTo>
                <a:lnTo>
                  <a:pt x="133" y="131"/>
                </a:lnTo>
                <a:lnTo>
                  <a:pt x="133" y="132"/>
                </a:lnTo>
                <a:lnTo>
                  <a:pt x="134" y="133"/>
                </a:lnTo>
                <a:lnTo>
                  <a:pt x="133" y="133"/>
                </a:lnTo>
                <a:lnTo>
                  <a:pt x="134" y="134"/>
                </a:lnTo>
                <a:lnTo>
                  <a:pt x="135" y="135"/>
                </a:lnTo>
                <a:lnTo>
                  <a:pt x="135" y="136"/>
                </a:lnTo>
                <a:lnTo>
                  <a:pt x="135" y="137"/>
                </a:lnTo>
                <a:lnTo>
                  <a:pt x="136" y="137"/>
                </a:lnTo>
                <a:lnTo>
                  <a:pt x="137" y="137"/>
                </a:lnTo>
                <a:lnTo>
                  <a:pt x="138" y="137"/>
                </a:lnTo>
                <a:lnTo>
                  <a:pt x="139" y="137"/>
                </a:lnTo>
                <a:lnTo>
                  <a:pt x="139" y="138"/>
                </a:lnTo>
                <a:lnTo>
                  <a:pt x="139" y="139"/>
                </a:lnTo>
                <a:lnTo>
                  <a:pt x="140" y="140"/>
                </a:lnTo>
                <a:lnTo>
                  <a:pt x="141" y="140"/>
                </a:lnTo>
                <a:lnTo>
                  <a:pt x="142" y="141"/>
                </a:lnTo>
                <a:lnTo>
                  <a:pt x="143" y="141"/>
                </a:lnTo>
                <a:lnTo>
                  <a:pt x="145" y="143"/>
                </a:lnTo>
                <a:lnTo>
                  <a:pt x="145" y="145"/>
                </a:lnTo>
                <a:lnTo>
                  <a:pt x="147" y="146"/>
                </a:lnTo>
                <a:lnTo>
                  <a:pt x="147" y="147"/>
                </a:lnTo>
                <a:lnTo>
                  <a:pt x="150" y="147"/>
                </a:lnTo>
                <a:lnTo>
                  <a:pt x="151" y="147"/>
                </a:lnTo>
                <a:lnTo>
                  <a:pt x="151" y="146"/>
                </a:lnTo>
                <a:lnTo>
                  <a:pt x="151" y="145"/>
                </a:lnTo>
                <a:lnTo>
                  <a:pt x="151" y="144"/>
                </a:lnTo>
                <a:lnTo>
                  <a:pt x="152" y="144"/>
                </a:lnTo>
                <a:lnTo>
                  <a:pt x="153" y="144"/>
                </a:lnTo>
                <a:lnTo>
                  <a:pt x="153" y="145"/>
                </a:lnTo>
                <a:lnTo>
                  <a:pt x="155" y="144"/>
                </a:lnTo>
                <a:lnTo>
                  <a:pt x="155" y="143"/>
                </a:lnTo>
                <a:lnTo>
                  <a:pt x="156" y="143"/>
                </a:lnTo>
                <a:lnTo>
                  <a:pt x="155" y="143"/>
                </a:lnTo>
                <a:lnTo>
                  <a:pt x="155" y="142"/>
                </a:lnTo>
                <a:lnTo>
                  <a:pt x="154" y="142"/>
                </a:lnTo>
                <a:lnTo>
                  <a:pt x="155" y="142"/>
                </a:lnTo>
                <a:lnTo>
                  <a:pt x="156" y="141"/>
                </a:lnTo>
                <a:lnTo>
                  <a:pt x="157" y="141"/>
                </a:lnTo>
                <a:lnTo>
                  <a:pt x="157" y="142"/>
                </a:lnTo>
                <a:lnTo>
                  <a:pt x="158" y="142"/>
                </a:lnTo>
                <a:lnTo>
                  <a:pt x="159" y="143"/>
                </a:lnTo>
                <a:lnTo>
                  <a:pt x="160" y="143"/>
                </a:lnTo>
                <a:lnTo>
                  <a:pt x="160" y="141"/>
                </a:lnTo>
                <a:lnTo>
                  <a:pt x="161" y="139"/>
                </a:lnTo>
                <a:lnTo>
                  <a:pt x="162" y="138"/>
                </a:lnTo>
                <a:lnTo>
                  <a:pt x="163" y="138"/>
                </a:lnTo>
                <a:lnTo>
                  <a:pt x="164" y="138"/>
                </a:lnTo>
                <a:lnTo>
                  <a:pt x="165" y="136"/>
                </a:lnTo>
                <a:lnTo>
                  <a:pt x="166" y="136"/>
                </a:lnTo>
                <a:lnTo>
                  <a:pt x="167" y="136"/>
                </a:lnTo>
                <a:lnTo>
                  <a:pt x="167" y="135"/>
                </a:lnTo>
                <a:lnTo>
                  <a:pt x="167" y="134"/>
                </a:lnTo>
                <a:lnTo>
                  <a:pt x="168" y="133"/>
                </a:lnTo>
                <a:lnTo>
                  <a:pt x="169" y="133"/>
                </a:lnTo>
                <a:lnTo>
                  <a:pt x="169" y="134"/>
                </a:lnTo>
                <a:lnTo>
                  <a:pt x="170" y="134"/>
                </a:lnTo>
                <a:lnTo>
                  <a:pt x="171" y="134"/>
                </a:lnTo>
                <a:lnTo>
                  <a:pt x="173" y="133"/>
                </a:lnTo>
                <a:lnTo>
                  <a:pt x="174" y="133"/>
                </a:lnTo>
                <a:lnTo>
                  <a:pt x="175" y="132"/>
                </a:lnTo>
                <a:lnTo>
                  <a:pt x="175" y="131"/>
                </a:lnTo>
                <a:lnTo>
                  <a:pt x="175" y="130"/>
                </a:lnTo>
                <a:lnTo>
                  <a:pt x="176" y="130"/>
                </a:lnTo>
                <a:lnTo>
                  <a:pt x="176" y="129"/>
                </a:lnTo>
                <a:lnTo>
                  <a:pt x="177" y="129"/>
                </a:lnTo>
                <a:lnTo>
                  <a:pt x="178" y="130"/>
                </a:lnTo>
                <a:lnTo>
                  <a:pt x="179" y="130"/>
                </a:lnTo>
                <a:lnTo>
                  <a:pt x="180" y="130"/>
                </a:lnTo>
                <a:lnTo>
                  <a:pt x="180" y="129"/>
                </a:lnTo>
                <a:lnTo>
                  <a:pt x="179" y="128"/>
                </a:lnTo>
                <a:lnTo>
                  <a:pt x="179" y="127"/>
                </a:lnTo>
                <a:lnTo>
                  <a:pt x="179" y="123"/>
                </a:lnTo>
                <a:lnTo>
                  <a:pt x="179" y="122"/>
                </a:lnTo>
                <a:lnTo>
                  <a:pt x="180" y="122"/>
                </a:lnTo>
                <a:lnTo>
                  <a:pt x="182" y="121"/>
                </a:lnTo>
                <a:lnTo>
                  <a:pt x="181" y="120"/>
                </a:lnTo>
                <a:lnTo>
                  <a:pt x="182" y="120"/>
                </a:lnTo>
                <a:lnTo>
                  <a:pt x="182" y="119"/>
                </a:lnTo>
                <a:lnTo>
                  <a:pt x="183" y="119"/>
                </a:lnTo>
                <a:lnTo>
                  <a:pt x="184" y="118"/>
                </a:lnTo>
                <a:lnTo>
                  <a:pt x="185" y="118"/>
                </a:lnTo>
                <a:lnTo>
                  <a:pt x="186" y="118"/>
                </a:lnTo>
                <a:lnTo>
                  <a:pt x="187" y="119"/>
                </a:lnTo>
                <a:lnTo>
                  <a:pt x="188" y="118"/>
                </a:lnTo>
                <a:lnTo>
                  <a:pt x="189" y="118"/>
                </a:lnTo>
                <a:lnTo>
                  <a:pt x="189" y="116"/>
                </a:lnTo>
                <a:lnTo>
                  <a:pt x="190" y="115"/>
                </a:lnTo>
                <a:lnTo>
                  <a:pt x="191" y="116"/>
                </a:lnTo>
                <a:lnTo>
                  <a:pt x="193" y="115"/>
                </a:lnTo>
                <a:lnTo>
                  <a:pt x="193" y="114"/>
                </a:lnTo>
                <a:lnTo>
                  <a:pt x="193" y="113"/>
                </a:lnTo>
                <a:lnTo>
                  <a:pt x="193" y="112"/>
                </a:lnTo>
                <a:lnTo>
                  <a:pt x="193" y="111"/>
                </a:lnTo>
                <a:lnTo>
                  <a:pt x="195" y="110"/>
                </a:lnTo>
                <a:lnTo>
                  <a:pt x="196" y="111"/>
                </a:lnTo>
                <a:lnTo>
                  <a:pt x="196" y="112"/>
                </a:lnTo>
                <a:lnTo>
                  <a:pt x="197" y="112"/>
                </a:lnTo>
                <a:lnTo>
                  <a:pt x="198" y="112"/>
                </a:lnTo>
                <a:lnTo>
                  <a:pt x="199" y="112"/>
                </a:lnTo>
                <a:lnTo>
                  <a:pt x="199" y="113"/>
                </a:lnTo>
                <a:lnTo>
                  <a:pt x="200" y="113"/>
                </a:lnTo>
                <a:lnTo>
                  <a:pt x="203" y="114"/>
                </a:lnTo>
                <a:lnTo>
                  <a:pt x="204" y="114"/>
                </a:lnTo>
                <a:lnTo>
                  <a:pt x="204" y="111"/>
                </a:lnTo>
                <a:lnTo>
                  <a:pt x="203" y="110"/>
                </a:lnTo>
                <a:lnTo>
                  <a:pt x="203" y="109"/>
                </a:lnTo>
                <a:lnTo>
                  <a:pt x="203" y="107"/>
                </a:lnTo>
                <a:lnTo>
                  <a:pt x="203" y="106"/>
                </a:lnTo>
                <a:lnTo>
                  <a:pt x="202" y="104"/>
                </a:lnTo>
                <a:lnTo>
                  <a:pt x="203" y="103"/>
                </a:lnTo>
                <a:lnTo>
                  <a:pt x="203" y="102"/>
                </a:lnTo>
                <a:lnTo>
                  <a:pt x="203" y="101"/>
                </a:lnTo>
                <a:lnTo>
                  <a:pt x="203" y="100"/>
                </a:lnTo>
                <a:lnTo>
                  <a:pt x="202" y="100"/>
                </a:lnTo>
                <a:lnTo>
                  <a:pt x="202" y="99"/>
                </a:lnTo>
                <a:lnTo>
                  <a:pt x="201" y="99"/>
                </a:lnTo>
                <a:lnTo>
                  <a:pt x="200" y="99"/>
                </a:lnTo>
                <a:lnTo>
                  <a:pt x="199" y="97"/>
                </a:lnTo>
                <a:lnTo>
                  <a:pt x="198" y="97"/>
                </a:lnTo>
                <a:lnTo>
                  <a:pt x="197" y="96"/>
                </a:lnTo>
                <a:lnTo>
                  <a:pt x="197" y="95"/>
                </a:lnTo>
                <a:lnTo>
                  <a:pt x="197" y="94"/>
                </a:lnTo>
                <a:lnTo>
                  <a:pt x="196" y="94"/>
                </a:lnTo>
                <a:lnTo>
                  <a:pt x="197" y="94"/>
                </a:lnTo>
                <a:lnTo>
                  <a:pt x="197" y="93"/>
                </a:lnTo>
                <a:lnTo>
                  <a:pt x="196" y="93"/>
                </a:lnTo>
                <a:lnTo>
                  <a:pt x="196" y="92"/>
                </a:lnTo>
                <a:lnTo>
                  <a:pt x="196" y="91"/>
                </a:lnTo>
                <a:lnTo>
                  <a:pt x="195" y="91"/>
                </a:lnTo>
                <a:lnTo>
                  <a:pt x="195" y="90"/>
                </a:lnTo>
                <a:lnTo>
                  <a:pt x="194" y="90"/>
                </a:lnTo>
                <a:lnTo>
                  <a:pt x="194" y="89"/>
                </a:lnTo>
                <a:lnTo>
                  <a:pt x="193" y="89"/>
                </a:lnTo>
                <a:lnTo>
                  <a:pt x="193" y="88"/>
                </a:lnTo>
                <a:lnTo>
                  <a:pt x="192" y="87"/>
                </a:lnTo>
                <a:lnTo>
                  <a:pt x="191" y="86"/>
                </a:lnTo>
                <a:lnTo>
                  <a:pt x="191" y="85"/>
                </a:lnTo>
                <a:lnTo>
                  <a:pt x="191" y="84"/>
                </a:lnTo>
                <a:lnTo>
                  <a:pt x="189" y="82"/>
                </a:lnTo>
                <a:lnTo>
                  <a:pt x="189" y="83"/>
                </a:lnTo>
                <a:lnTo>
                  <a:pt x="188" y="83"/>
                </a:lnTo>
                <a:lnTo>
                  <a:pt x="187" y="83"/>
                </a:lnTo>
                <a:lnTo>
                  <a:pt x="187" y="82"/>
                </a:lnTo>
                <a:lnTo>
                  <a:pt x="187" y="81"/>
                </a:lnTo>
                <a:lnTo>
                  <a:pt x="186" y="80"/>
                </a:lnTo>
                <a:lnTo>
                  <a:pt x="186" y="79"/>
                </a:lnTo>
                <a:lnTo>
                  <a:pt x="186" y="76"/>
                </a:lnTo>
                <a:lnTo>
                  <a:pt x="187" y="73"/>
                </a:lnTo>
                <a:lnTo>
                  <a:pt x="188" y="72"/>
                </a:lnTo>
                <a:lnTo>
                  <a:pt x="189" y="72"/>
                </a:lnTo>
                <a:lnTo>
                  <a:pt x="189" y="71"/>
                </a:lnTo>
                <a:lnTo>
                  <a:pt x="189" y="70"/>
                </a:lnTo>
                <a:lnTo>
                  <a:pt x="188" y="70"/>
                </a:lnTo>
                <a:lnTo>
                  <a:pt x="188" y="69"/>
                </a:lnTo>
                <a:lnTo>
                  <a:pt x="187" y="69"/>
                </a:lnTo>
                <a:lnTo>
                  <a:pt x="187" y="68"/>
                </a:lnTo>
                <a:lnTo>
                  <a:pt x="186" y="68"/>
                </a:lnTo>
                <a:lnTo>
                  <a:pt x="186" y="66"/>
                </a:lnTo>
                <a:lnTo>
                  <a:pt x="185" y="64"/>
                </a:lnTo>
                <a:lnTo>
                  <a:pt x="185" y="63"/>
                </a:lnTo>
                <a:lnTo>
                  <a:pt x="186" y="63"/>
                </a:lnTo>
                <a:lnTo>
                  <a:pt x="185" y="61"/>
                </a:lnTo>
                <a:lnTo>
                  <a:pt x="185" y="60"/>
                </a:lnTo>
                <a:lnTo>
                  <a:pt x="186" y="60"/>
                </a:lnTo>
                <a:lnTo>
                  <a:pt x="187" y="60"/>
                </a:lnTo>
                <a:lnTo>
                  <a:pt x="187" y="59"/>
                </a:lnTo>
                <a:lnTo>
                  <a:pt x="188" y="59"/>
                </a:lnTo>
                <a:lnTo>
                  <a:pt x="188" y="58"/>
                </a:lnTo>
                <a:lnTo>
                  <a:pt x="189" y="57"/>
                </a:lnTo>
                <a:lnTo>
                  <a:pt x="190" y="56"/>
                </a:lnTo>
                <a:lnTo>
                  <a:pt x="190" y="55"/>
                </a:lnTo>
                <a:lnTo>
                  <a:pt x="187" y="55"/>
                </a:lnTo>
                <a:lnTo>
                  <a:pt x="187" y="54"/>
                </a:lnTo>
                <a:lnTo>
                  <a:pt x="186" y="53"/>
                </a:lnTo>
                <a:lnTo>
                  <a:pt x="185" y="53"/>
                </a:lnTo>
                <a:lnTo>
                  <a:pt x="184" y="53"/>
                </a:lnTo>
                <a:lnTo>
                  <a:pt x="183" y="53"/>
                </a:lnTo>
                <a:lnTo>
                  <a:pt x="182" y="53"/>
                </a:lnTo>
                <a:lnTo>
                  <a:pt x="181" y="53"/>
                </a:lnTo>
                <a:lnTo>
                  <a:pt x="179" y="53"/>
                </a:lnTo>
                <a:lnTo>
                  <a:pt x="178" y="53"/>
                </a:lnTo>
                <a:lnTo>
                  <a:pt x="178" y="54"/>
                </a:lnTo>
                <a:lnTo>
                  <a:pt x="179" y="54"/>
                </a:lnTo>
                <a:lnTo>
                  <a:pt x="177" y="57"/>
                </a:lnTo>
                <a:lnTo>
                  <a:pt x="176" y="57"/>
                </a:lnTo>
                <a:lnTo>
                  <a:pt x="174" y="57"/>
                </a:lnTo>
                <a:lnTo>
                  <a:pt x="173" y="56"/>
                </a:lnTo>
                <a:lnTo>
                  <a:pt x="173" y="55"/>
                </a:lnTo>
                <a:lnTo>
                  <a:pt x="174" y="55"/>
                </a:lnTo>
                <a:lnTo>
                  <a:pt x="173" y="55"/>
                </a:lnTo>
                <a:lnTo>
                  <a:pt x="172" y="55"/>
                </a:lnTo>
                <a:lnTo>
                  <a:pt x="171" y="56"/>
                </a:lnTo>
                <a:lnTo>
                  <a:pt x="171" y="57"/>
                </a:lnTo>
                <a:lnTo>
                  <a:pt x="171" y="58"/>
                </a:lnTo>
                <a:lnTo>
                  <a:pt x="170" y="58"/>
                </a:lnTo>
                <a:lnTo>
                  <a:pt x="169" y="58"/>
                </a:lnTo>
                <a:lnTo>
                  <a:pt x="168" y="58"/>
                </a:lnTo>
                <a:lnTo>
                  <a:pt x="168" y="57"/>
                </a:lnTo>
                <a:lnTo>
                  <a:pt x="166" y="58"/>
                </a:lnTo>
                <a:lnTo>
                  <a:pt x="165" y="58"/>
                </a:lnTo>
                <a:lnTo>
                  <a:pt x="164" y="58"/>
                </a:lnTo>
                <a:lnTo>
                  <a:pt x="164" y="59"/>
                </a:lnTo>
                <a:lnTo>
                  <a:pt x="163" y="59"/>
                </a:lnTo>
                <a:lnTo>
                  <a:pt x="163" y="58"/>
                </a:lnTo>
                <a:lnTo>
                  <a:pt x="162" y="57"/>
                </a:lnTo>
                <a:lnTo>
                  <a:pt x="163" y="56"/>
                </a:lnTo>
                <a:lnTo>
                  <a:pt x="164" y="55"/>
                </a:lnTo>
                <a:lnTo>
                  <a:pt x="164" y="54"/>
                </a:lnTo>
                <a:lnTo>
                  <a:pt x="162" y="53"/>
                </a:lnTo>
                <a:lnTo>
                  <a:pt x="162" y="52"/>
                </a:lnTo>
                <a:lnTo>
                  <a:pt x="161" y="52"/>
                </a:lnTo>
                <a:lnTo>
                  <a:pt x="160" y="50"/>
                </a:lnTo>
                <a:lnTo>
                  <a:pt x="160" y="51"/>
                </a:lnTo>
                <a:lnTo>
                  <a:pt x="158" y="51"/>
                </a:lnTo>
                <a:lnTo>
                  <a:pt x="157" y="50"/>
                </a:lnTo>
                <a:lnTo>
                  <a:pt x="156" y="49"/>
                </a:lnTo>
                <a:lnTo>
                  <a:pt x="155" y="49"/>
                </a:lnTo>
                <a:lnTo>
                  <a:pt x="155" y="50"/>
                </a:lnTo>
                <a:lnTo>
                  <a:pt x="154" y="49"/>
                </a:lnTo>
                <a:lnTo>
                  <a:pt x="153" y="48"/>
                </a:lnTo>
                <a:lnTo>
                  <a:pt x="153" y="47"/>
                </a:lnTo>
                <a:lnTo>
                  <a:pt x="153" y="46"/>
                </a:lnTo>
                <a:lnTo>
                  <a:pt x="152" y="46"/>
                </a:lnTo>
                <a:lnTo>
                  <a:pt x="151" y="47"/>
                </a:lnTo>
                <a:lnTo>
                  <a:pt x="151" y="46"/>
                </a:lnTo>
                <a:lnTo>
                  <a:pt x="150" y="46"/>
                </a:lnTo>
                <a:lnTo>
                  <a:pt x="150" y="45"/>
                </a:lnTo>
                <a:lnTo>
                  <a:pt x="148" y="44"/>
                </a:lnTo>
                <a:lnTo>
                  <a:pt x="147" y="44"/>
                </a:lnTo>
                <a:lnTo>
                  <a:pt x="146" y="45"/>
                </a:lnTo>
                <a:lnTo>
                  <a:pt x="145" y="45"/>
                </a:lnTo>
                <a:lnTo>
                  <a:pt x="143" y="45"/>
                </a:lnTo>
                <a:lnTo>
                  <a:pt x="142" y="44"/>
                </a:lnTo>
                <a:lnTo>
                  <a:pt x="142" y="43"/>
                </a:lnTo>
                <a:lnTo>
                  <a:pt x="142" y="41"/>
                </a:lnTo>
                <a:lnTo>
                  <a:pt x="143" y="41"/>
                </a:lnTo>
                <a:lnTo>
                  <a:pt x="143" y="40"/>
                </a:lnTo>
                <a:lnTo>
                  <a:pt x="141" y="39"/>
                </a:lnTo>
                <a:lnTo>
                  <a:pt x="140" y="39"/>
                </a:lnTo>
                <a:lnTo>
                  <a:pt x="140" y="38"/>
                </a:lnTo>
                <a:lnTo>
                  <a:pt x="138" y="38"/>
                </a:lnTo>
                <a:lnTo>
                  <a:pt x="138" y="37"/>
                </a:lnTo>
                <a:lnTo>
                  <a:pt x="138" y="36"/>
                </a:lnTo>
                <a:lnTo>
                  <a:pt x="138" y="35"/>
                </a:lnTo>
                <a:lnTo>
                  <a:pt x="137" y="35"/>
                </a:lnTo>
                <a:lnTo>
                  <a:pt x="136" y="35"/>
                </a:lnTo>
                <a:lnTo>
                  <a:pt x="135" y="35"/>
                </a:lnTo>
                <a:lnTo>
                  <a:pt x="135" y="34"/>
                </a:lnTo>
                <a:lnTo>
                  <a:pt x="135" y="33"/>
                </a:lnTo>
                <a:lnTo>
                  <a:pt x="135" y="32"/>
                </a:lnTo>
                <a:lnTo>
                  <a:pt x="135" y="31"/>
                </a:lnTo>
                <a:lnTo>
                  <a:pt x="136" y="31"/>
                </a:lnTo>
                <a:lnTo>
                  <a:pt x="136" y="30"/>
                </a:lnTo>
                <a:lnTo>
                  <a:pt x="137" y="28"/>
                </a:lnTo>
                <a:lnTo>
                  <a:pt x="138" y="26"/>
                </a:lnTo>
                <a:lnTo>
                  <a:pt x="138" y="25"/>
                </a:lnTo>
                <a:lnTo>
                  <a:pt x="139" y="25"/>
                </a:lnTo>
                <a:lnTo>
                  <a:pt x="140" y="24"/>
                </a:lnTo>
                <a:lnTo>
                  <a:pt x="137" y="22"/>
                </a:lnTo>
                <a:lnTo>
                  <a:pt x="137" y="21"/>
                </a:lnTo>
                <a:lnTo>
                  <a:pt x="138" y="19"/>
                </a:lnTo>
                <a:lnTo>
                  <a:pt x="138" y="17"/>
                </a:lnTo>
                <a:lnTo>
                  <a:pt x="138" y="16"/>
                </a:lnTo>
                <a:lnTo>
                  <a:pt x="137" y="15"/>
                </a:lnTo>
                <a:lnTo>
                  <a:pt x="137" y="14"/>
                </a:lnTo>
                <a:lnTo>
                  <a:pt x="138" y="14"/>
                </a:lnTo>
                <a:lnTo>
                  <a:pt x="139" y="14"/>
                </a:lnTo>
                <a:lnTo>
                  <a:pt x="140" y="15"/>
                </a:lnTo>
                <a:lnTo>
                  <a:pt x="141" y="15"/>
                </a:lnTo>
                <a:lnTo>
                  <a:pt x="141" y="16"/>
                </a:lnTo>
                <a:lnTo>
                  <a:pt x="141" y="17"/>
                </a:lnTo>
                <a:lnTo>
                  <a:pt x="142" y="17"/>
                </a:lnTo>
                <a:lnTo>
                  <a:pt x="143" y="18"/>
                </a:lnTo>
                <a:lnTo>
                  <a:pt x="144" y="17"/>
                </a:lnTo>
                <a:lnTo>
                  <a:pt x="144" y="16"/>
                </a:lnTo>
                <a:lnTo>
                  <a:pt x="144" y="15"/>
                </a:lnTo>
                <a:lnTo>
                  <a:pt x="145" y="14"/>
                </a:lnTo>
                <a:lnTo>
                  <a:pt x="146" y="13"/>
                </a:lnTo>
                <a:lnTo>
                  <a:pt x="147" y="13"/>
                </a:lnTo>
                <a:lnTo>
                  <a:pt x="147" y="12"/>
                </a:lnTo>
                <a:lnTo>
                  <a:pt x="147" y="11"/>
                </a:lnTo>
                <a:lnTo>
                  <a:pt x="147" y="10"/>
                </a:lnTo>
                <a:lnTo>
                  <a:pt x="147" y="9"/>
                </a:lnTo>
                <a:lnTo>
                  <a:pt x="149" y="9"/>
                </a:lnTo>
                <a:lnTo>
                  <a:pt x="150" y="9"/>
                </a:lnTo>
                <a:lnTo>
                  <a:pt x="150" y="10"/>
                </a:lnTo>
                <a:lnTo>
                  <a:pt x="151" y="10"/>
                </a:lnTo>
                <a:lnTo>
                  <a:pt x="152" y="10"/>
                </a:lnTo>
                <a:lnTo>
                  <a:pt x="152" y="9"/>
                </a:lnTo>
                <a:lnTo>
                  <a:pt x="153" y="8"/>
                </a:lnTo>
                <a:lnTo>
                  <a:pt x="153" y="6"/>
                </a:lnTo>
                <a:lnTo>
                  <a:pt x="154" y="6"/>
                </a:lnTo>
                <a:lnTo>
                  <a:pt x="155" y="5"/>
                </a:lnTo>
                <a:lnTo>
                  <a:pt x="157" y="4"/>
                </a:lnTo>
                <a:lnTo>
                  <a:pt x="157" y="3"/>
                </a:lnTo>
                <a:lnTo>
                  <a:pt x="158" y="3"/>
                </a:lnTo>
                <a:lnTo>
                  <a:pt x="159" y="3"/>
                </a:lnTo>
                <a:lnTo>
                  <a:pt x="160" y="3"/>
                </a:lnTo>
                <a:lnTo>
                  <a:pt x="160" y="1"/>
                </a:lnTo>
                <a:lnTo>
                  <a:pt x="161" y="1"/>
                </a:lnTo>
                <a:lnTo>
                  <a:pt x="162" y="1"/>
                </a:lnTo>
                <a:lnTo>
                  <a:pt x="162" y="2"/>
                </a:lnTo>
                <a:lnTo>
                  <a:pt x="162" y="1"/>
                </a:lnTo>
                <a:lnTo>
                  <a:pt x="163" y="0"/>
                </a:lnTo>
                <a:lnTo>
                  <a:pt x="164" y="0"/>
                </a:lnTo>
                <a:lnTo>
                  <a:pt x="165" y="1"/>
                </a:lnTo>
                <a:lnTo>
                  <a:pt x="165" y="3"/>
                </a:lnTo>
                <a:lnTo>
                  <a:pt x="166" y="4"/>
                </a:lnTo>
                <a:lnTo>
                  <a:pt x="167" y="4"/>
                </a:lnTo>
                <a:lnTo>
                  <a:pt x="168" y="4"/>
                </a:lnTo>
                <a:lnTo>
                  <a:pt x="169" y="6"/>
                </a:lnTo>
                <a:lnTo>
                  <a:pt x="170" y="6"/>
                </a:lnTo>
                <a:lnTo>
                  <a:pt x="171" y="5"/>
                </a:lnTo>
                <a:lnTo>
                  <a:pt x="171" y="6"/>
                </a:lnTo>
                <a:lnTo>
                  <a:pt x="171" y="7"/>
                </a:lnTo>
                <a:lnTo>
                  <a:pt x="171" y="8"/>
                </a:lnTo>
                <a:lnTo>
                  <a:pt x="172" y="8"/>
                </a:lnTo>
                <a:lnTo>
                  <a:pt x="174" y="8"/>
                </a:lnTo>
                <a:lnTo>
                  <a:pt x="174" y="9"/>
                </a:lnTo>
                <a:lnTo>
                  <a:pt x="173" y="9"/>
                </a:lnTo>
                <a:lnTo>
                  <a:pt x="173" y="10"/>
                </a:lnTo>
                <a:lnTo>
                  <a:pt x="173" y="11"/>
                </a:lnTo>
                <a:lnTo>
                  <a:pt x="173" y="12"/>
                </a:lnTo>
                <a:lnTo>
                  <a:pt x="176" y="13"/>
                </a:lnTo>
                <a:lnTo>
                  <a:pt x="177" y="13"/>
                </a:lnTo>
                <a:lnTo>
                  <a:pt x="178" y="14"/>
                </a:lnTo>
                <a:lnTo>
                  <a:pt x="177" y="14"/>
                </a:lnTo>
                <a:lnTo>
                  <a:pt x="177" y="15"/>
                </a:lnTo>
                <a:lnTo>
                  <a:pt x="178" y="15"/>
                </a:lnTo>
                <a:lnTo>
                  <a:pt x="180" y="15"/>
                </a:lnTo>
                <a:lnTo>
                  <a:pt x="181" y="16"/>
                </a:lnTo>
                <a:lnTo>
                  <a:pt x="182" y="16"/>
                </a:lnTo>
                <a:lnTo>
                  <a:pt x="184" y="17"/>
                </a:lnTo>
                <a:lnTo>
                  <a:pt x="185" y="17"/>
                </a:lnTo>
                <a:lnTo>
                  <a:pt x="185" y="18"/>
                </a:lnTo>
                <a:lnTo>
                  <a:pt x="185" y="19"/>
                </a:lnTo>
                <a:lnTo>
                  <a:pt x="186" y="19"/>
                </a:lnTo>
                <a:lnTo>
                  <a:pt x="187" y="19"/>
                </a:lnTo>
                <a:lnTo>
                  <a:pt x="187" y="20"/>
                </a:lnTo>
                <a:lnTo>
                  <a:pt x="187" y="21"/>
                </a:lnTo>
                <a:lnTo>
                  <a:pt x="186" y="22"/>
                </a:lnTo>
                <a:lnTo>
                  <a:pt x="185" y="21"/>
                </a:lnTo>
                <a:lnTo>
                  <a:pt x="184" y="21"/>
                </a:lnTo>
                <a:lnTo>
                  <a:pt x="184" y="22"/>
                </a:lnTo>
                <a:lnTo>
                  <a:pt x="184" y="23"/>
                </a:lnTo>
                <a:lnTo>
                  <a:pt x="185" y="23"/>
                </a:lnTo>
                <a:lnTo>
                  <a:pt x="186" y="23"/>
                </a:lnTo>
                <a:lnTo>
                  <a:pt x="189" y="22"/>
                </a:lnTo>
                <a:lnTo>
                  <a:pt x="190" y="22"/>
                </a:lnTo>
                <a:lnTo>
                  <a:pt x="191" y="22"/>
                </a:lnTo>
                <a:lnTo>
                  <a:pt x="191" y="23"/>
                </a:lnTo>
                <a:lnTo>
                  <a:pt x="192" y="23"/>
                </a:lnTo>
                <a:lnTo>
                  <a:pt x="193" y="23"/>
                </a:lnTo>
                <a:lnTo>
                  <a:pt x="194" y="23"/>
                </a:lnTo>
                <a:lnTo>
                  <a:pt x="195" y="24"/>
                </a:lnTo>
                <a:lnTo>
                  <a:pt x="196" y="24"/>
                </a:lnTo>
                <a:lnTo>
                  <a:pt x="197" y="23"/>
                </a:lnTo>
                <a:lnTo>
                  <a:pt x="199" y="23"/>
                </a:lnTo>
                <a:lnTo>
                  <a:pt x="200" y="23"/>
                </a:lnTo>
                <a:lnTo>
                  <a:pt x="201" y="23"/>
                </a:lnTo>
                <a:lnTo>
                  <a:pt x="202" y="23"/>
                </a:lnTo>
                <a:lnTo>
                  <a:pt x="203" y="23"/>
                </a:lnTo>
                <a:lnTo>
                  <a:pt x="204" y="23"/>
                </a:lnTo>
                <a:lnTo>
                  <a:pt x="204" y="24"/>
                </a:lnTo>
                <a:lnTo>
                  <a:pt x="205" y="24"/>
                </a:lnTo>
                <a:lnTo>
                  <a:pt x="206" y="23"/>
                </a:lnTo>
                <a:lnTo>
                  <a:pt x="207" y="24"/>
                </a:lnTo>
                <a:lnTo>
                  <a:pt x="208" y="24"/>
                </a:lnTo>
                <a:lnTo>
                  <a:pt x="209" y="25"/>
                </a:lnTo>
                <a:lnTo>
                  <a:pt x="210" y="25"/>
                </a:lnTo>
                <a:lnTo>
                  <a:pt x="210" y="26"/>
                </a:lnTo>
                <a:lnTo>
                  <a:pt x="211" y="27"/>
                </a:lnTo>
                <a:lnTo>
                  <a:pt x="211" y="28"/>
                </a:lnTo>
                <a:lnTo>
                  <a:pt x="211" y="29"/>
                </a:lnTo>
                <a:lnTo>
                  <a:pt x="212" y="29"/>
                </a:lnTo>
                <a:lnTo>
                  <a:pt x="212" y="30"/>
                </a:lnTo>
                <a:lnTo>
                  <a:pt x="213" y="30"/>
                </a:lnTo>
                <a:lnTo>
                  <a:pt x="214" y="31"/>
                </a:lnTo>
                <a:lnTo>
                  <a:pt x="215" y="31"/>
                </a:lnTo>
                <a:lnTo>
                  <a:pt x="215" y="32"/>
                </a:lnTo>
                <a:lnTo>
                  <a:pt x="216" y="32"/>
                </a:lnTo>
                <a:lnTo>
                  <a:pt x="218" y="34"/>
                </a:lnTo>
                <a:lnTo>
                  <a:pt x="218" y="35"/>
                </a:lnTo>
                <a:lnTo>
                  <a:pt x="218" y="34"/>
                </a:lnTo>
                <a:lnTo>
                  <a:pt x="219" y="34"/>
                </a:lnTo>
                <a:lnTo>
                  <a:pt x="219" y="33"/>
                </a:lnTo>
                <a:lnTo>
                  <a:pt x="220" y="33"/>
                </a:lnTo>
                <a:lnTo>
                  <a:pt x="221" y="33"/>
                </a:lnTo>
                <a:lnTo>
                  <a:pt x="222" y="33"/>
                </a:lnTo>
                <a:lnTo>
                  <a:pt x="222" y="32"/>
                </a:lnTo>
                <a:lnTo>
                  <a:pt x="222" y="31"/>
                </a:lnTo>
                <a:lnTo>
                  <a:pt x="223" y="30"/>
                </a:lnTo>
                <a:lnTo>
                  <a:pt x="224" y="31"/>
                </a:lnTo>
                <a:lnTo>
                  <a:pt x="226" y="31"/>
                </a:lnTo>
                <a:lnTo>
                  <a:pt x="228" y="30"/>
                </a:lnTo>
                <a:lnTo>
                  <a:pt x="229" y="31"/>
                </a:lnTo>
                <a:lnTo>
                  <a:pt x="232" y="32"/>
                </a:lnTo>
                <a:lnTo>
                  <a:pt x="233" y="32"/>
                </a:lnTo>
                <a:lnTo>
                  <a:pt x="233" y="31"/>
                </a:lnTo>
                <a:lnTo>
                  <a:pt x="233" y="32"/>
                </a:lnTo>
                <a:lnTo>
                  <a:pt x="235" y="32"/>
                </a:lnTo>
                <a:lnTo>
                  <a:pt x="234" y="32"/>
                </a:lnTo>
                <a:lnTo>
                  <a:pt x="234" y="33"/>
                </a:lnTo>
                <a:lnTo>
                  <a:pt x="234" y="34"/>
                </a:lnTo>
                <a:lnTo>
                  <a:pt x="234" y="35"/>
                </a:lnTo>
                <a:lnTo>
                  <a:pt x="234" y="36"/>
                </a:lnTo>
                <a:lnTo>
                  <a:pt x="235" y="36"/>
                </a:lnTo>
                <a:lnTo>
                  <a:pt x="236" y="36"/>
                </a:lnTo>
                <a:lnTo>
                  <a:pt x="236" y="37"/>
                </a:lnTo>
                <a:lnTo>
                  <a:pt x="237" y="37"/>
                </a:lnTo>
                <a:lnTo>
                  <a:pt x="237" y="38"/>
                </a:lnTo>
                <a:lnTo>
                  <a:pt x="237" y="39"/>
                </a:lnTo>
                <a:lnTo>
                  <a:pt x="236" y="40"/>
                </a:lnTo>
                <a:lnTo>
                  <a:pt x="236" y="41"/>
                </a:lnTo>
                <a:lnTo>
                  <a:pt x="236" y="42"/>
                </a:lnTo>
                <a:lnTo>
                  <a:pt x="236" y="43"/>
                </a:lnTo>
                <a:lnTo>
                  <a:pt x="237" y="43"/>
                </a:lnTo>
                <a:lnTo>
                  <a:pt x="237" y="44"/>
                </a:lnTo>
                <a:lnTo>
                  <a:pt x="237" y="45"/>
                </a:lnTo>
                <a:lnTo>
                  <a:pt x="236" y="45"/>
                </a:lnTo>
                <a:lnTo>
                  <a:pt x="236" y="46"/>
                </a:lnTo>
                <a:lnTo>
                  <a:pt x="237" y="47"/>
                </a:lnTo>
                <a:lnTo>
                  <a:pt x="238" y="49"/>
                </a:lnTo>
                <a:lnTo>
                  <a:pt x="239" y="50"/>
                </a:lnTo>
                <a:lnTo>
                  <a:pt x="240" y="50"/>
                </a:lnTo>
                <a:lnTo>
                  <a:pt x="240" y="51"/>
                </a:lnTo>
                <a:lnTo>
                  <a:pt x="241" y="51"/>
                </a:lnTo>
                <a:lnTo>
                  <a:pt x="240" y="51"/>
                </a:lnTo>
                <a:lnTo>
                  <a:pt x="241" y="52"/>
                </a:lnTo>
                <a:lnTo>
                  <a:pt x="242" y="52"/>
                </a:lnTo>
                <a:lnTo>
                  <a:pt x="243" y="51"/>
                </a:lnTo>
                <a:lnTo>
                  <a:pt x="243" y="52"/>
                </a:lnTo>
                <a:lnTo>
                  <a:pt x="243" y="53"/>
                </a:lnTo>
                <a:lnTo>
                  <a:pt x="243" y="54"/>
                </a:lnTo>
                <a:lnTo>
                  <a:pt x="244" y="54"/>
                </a:lnTo>
                <a:lnTo>
                  <a:pt x="245" y="53"/>
                </a:lnTo>
                <a:lnTo>
                  <a:pt x="246" y="52"/>
                </a:lnTo>
                <a:lnTo>
                  <a:pt x="247" y="53"/>
                </a:lnTo>
                <a:lnTo>
                  <a:pt x="247" y="54"/>
                </a:lnTo>
                <a:lnTo>
                  <a:pt x="246" y="55"/>
                </a:lnTo>
                <a:lnTo>
                  <a:pt x="247" y="56"/>
                </a:lnTo>
                <a:lnTo>
                  <a:pt x="247" y="59"/>
                </a:lnTo>
                <a:lnTo>
                  <a:pt x="246" y="61"/>
                </a:lnTo>
                <a:lnTo>
                  <a:pt x="245" y="62"/>
                </a:lnTo>
                <a:lnTo>
                  <a:pt x="245" y="63"/>
                </a:lnTo>
                <a:lnTo>
                  <a:pt x="245" y="65"/>
                </a:lnTo>
                <a:lnTo>
                  <a:pt x="246" y="65"/>
                </a:lnTo>
                <a:lnTo>
                  <a:pt x="247" y="65"/>
                </a:lnTo>
                <a:lnTo>
                  <a:pt x="249" y="66"/>
                </a:lnTo>
                <a:lnTo>
                  <a:pt x="250" y="67"/>
                </a:lnTo>
                <a:lnTo>
                  <a:pt x="251" y="67"/>
                </a:lnTo>
                <a:lnTo>
                  <a:pt x="251" y="68"/>
                </a:lnTo>
                <a:lnTo>
                  <a:pt x="252" y="68"/>
                </a:lnTo>
                <a:lnTo>
                  <a:pt x="254" y="68"/>
                </a:lnTo>
                <a:lnTo>
                  <a:pt x="255" y="68"/>
                </a:lnTo>
                <a:lnTo>
                  <a:pt x="255" y="69"/>
                </a:lnTo>
                <a:lnTo>
                  <a:pt x="256" y="69"/>
                </a:lnTo>
                <a:lnTo>
                  <a:pt x="256" y="70"/>
                </a:lnTo>
                <a:lnTo>
                  <a:pt x="257" y="69"/>
                </a:lnTo>
                <a:lnTo>
                  <a:pt x="258" y="69"/>
                </a:lnTo>
                <a:lnTo>
                  <a:pt x="259" y="70"/>
                </a:lnTo>
                <a:lnTo>
                  <a:pt x="259" y="71"/>
                </a:lnTo>
                <a:lnTo>
                  <a:pt x="260" y="71"/>
                </a:lnTo>
                <a:lnTo>
                  <a:pt x="260" y="72"/>
                </a:lnTo>
                <a:lnTo>
                  <a:pt x="259" y="72"/>
                </a:lnTo>
                <a:lnTo>
                  <a:pt x="258" y="72"/>
                </a:lnTo>
                <a:lnTo>
                  <a:pt x="258" y="73"/>
                </a:lnTo>
                <a:lnTo>
                  <a:pt x="260" y="74"/>
                </a:lnTo>
                <a:lnTo>
                  <a:pt x="262" y="74"/>
                </a:lnTo>
                <a:lnTo>
                  <a:pt x="262" y="73"/>
                </a:lnTo>
                <a:lnTo>
                  <a:pt x="263" y="73"/>
                </a:lnTo>
                <a:lnTo>
                  <a:pt x="263" y="74"/>
                </a:lnTo>
                <a:lnTo>
                  <a:pt x="262" y="76"/>
                </a:lnTo>
                <a:lnTo>
                  <a:pt x="264" y="76"/>
                </a:lnTo>
                <a:lnTo>
                  <a:pt x="266" y="77"/>
                </a:lnTo>
                <a:lnTo>
                  <a:pt x="268" y="77"/>
                </a:lnTo>
                <a:lnTo>
                  <a:pt x="269" y="77"/>
                </a:lnTo>
                <a:lnTo>
                  <a:pt x="270" y="77"/>
                </a:lnTo>
                <a:lnTo>
                  <a:pt x="271" y="77"/>
                </a:lnTo>
                <a:lnTo>
                  <a:pt x="272" y="77"/>
                </a:lnTo>
                <a:lnTo>
                  <a:pt x="273" y="77"/>
                </a:lnTo>
                <a:lnTo>
                  <a:pt x="274" y="77"/>
                </a:lnTo>
                <a:lnTo>
                  <a:pt x="276" y="76"/>
                </a:lnTo>
                <a:lnTo>
                  <a:pt x="277" y="75"/>
                </a:lnTo>
                <a:lnTo>
                  <a:pt x="278" y="75"/>
                </a:lnTo>
                <a:lnTo>
                  <a:pt x="279" y="75"/>
                </a:lnTo>
                <a:lnTo>
                  <a:pt x="280" y="75"/>
                </a:lnTo>
                <a:lnTo>
                  <a:pt x="279" y="75"/>
                </a:lnTo>
                <a:lnTo>
                  <a:pt x="279" y="76"/>
                </a:lnTo>
                <a:lnTo>
                  <a:pt x="281" y="76"/>
                </a:lnTo>
                <a:lnTo>
                  <a:pt x="282" y="76"/>
                </a:lnTo>
                <a:lnTo>
                  <a:pt x="283" y="75"/>
                </a:lnTo>
                <a:lnTo>
                  <a:pt x="282" y="75"/>
                </a:lnTo>
                <a:lnTo>
                  <a:pt x="282" y="74"/>
                </a:lnTo>
                <a:lnTo>
                  <a:pt x="283" y="73"/>
                </a:lnTo>
                <a:lnTo>
                  <a:pt x="284" y="73"/>
                </a:lnTo>
                <a:lnTo>
                  <a:pt x="287" y="72"/>
                </a:lnTo>
                <a:lnTo>
                  <a:pt x="287" y="73"/>
                </a:lnTo>
                <a:lnTo>
                  <a:pt x="289" y="73"/>
                </a:lnTo>
                <a:lnTo>
                  <a:pt x="290" y="73"/>
                </a:lnTo>
                <a:lnTo>
                  <a:pt x="290" y="74"/>
                </a:lnTo>
                <a:lnTo>
                  <a:pt x="290" y="75"/>
                </a:lnTo>
                <a:lnTo>
                  <a:pt x="289" y="76"/>
                </a:lnTo>
                <a:lnTo>
                  <a:pt x="290" y="76"/>
                </a:lnTo>
                <a:lnTo>
                  <a:pt x="291" y="76"/>
                </a:lnTo>
                <a:lnTo>
                  <a:pt x="292" y="76"/>
                </a:lnTo>
                <a:lnTo>
                  <a:pt x="293" y="77"/>
                </a:lnTo>
                <a:lnTo>
                  <a:pt x="293" y="78"/>
                </a:lnTo>
                <a:lnTo>
                  <a:pt x="293" y="79"/>
                </a:lnTo>
                <a:lnTo>
                  <a:pt x="294" y="80"/>
                </a:lnTo>
                <a:lnTo>
                  <a:pt x="295" y="81"/>
                </a:lnTo>
                <a:lnTo>
                  <a:pt x="296" y="81"/>
                </a:lnTo>
                <a:lnTo>
                  <a:pt x="298" y="81"/>
                </a:lnTo>
                <a:lnTo>
                  <a:pt x="298" y="80"/>
                </a:lnTo>
                <a:lnTo>
                  <a:pt x="299" y="80"/>
                </a:lnTo>
                <a:lnTo>
                  <a:pt x="301" y="80"/>
                </a:lnTo>
                <a:lnTo>
                  <a:pt x="300" y="80"/>
                </a:lnTo>
                <a:lnTo>
                  <a:pt x="300" y="79"/>
                </a:lnTo>
                <a:lnTo>
                  <a:pt x="302" y="77"/>
                </a:lnTo>
                <a:lnTo>
                  <a:pt x="303" y="76"/>
                </a:lnTo>
                <a:lnTo>
                  <a:pt x="305" y="76"/>
                </a:lnTo>
                <a:lnTo>
                  <a:pt x="306" y="76"/>
                </a:lnTo>
                <a:lnTo>
                  <a:pt x="306" y="75"/>
                </a:lnTo>
                <a:lnTo>
                  <a:pt x="306" y="74"/>
                </a:lnTo>
                <a:lnTo>
                  <a:pt x="307" y="74"/>
                </a:lnTo>
                <a:lnTo>
                  <a:pt x="308" y="74"/>
                </a:lnTo>
                <a:lnTo>
                  <a:pt x="309" y="74"/>
                </a:lnTo>
                <a:lnTo>
                  <a:pt x="309" y="75"/>
                </a:lnTo>
                <a:lnTo>
                  <a:pt x="310" y="75"/>
                </a:lnTo>
                <a:lnTo>
                  <a:pt x="311" y="76"/>
                </a:lnTo>
                <a:lnTo>
                  <a:pt x="311" y="79"/>
                </a:lnTo>
                <a:lnTo>
                  <a:pt x="311" y="81"/>
                </a:lnTo>
                <a:lnTo>
                  <a:pt x="312" y="81"/>
                </a:lnTo>
                <a:lnTo>
                  <a:pt x="313" y="81"/>
                </a:lnTo>
                <a:lnTo>
                  <a:pt x="313" y="82"/>
                </a:lnTo>
                <a:lnTo>
                  <a:pt x="315" y="83"/>
                </a:lnTo>
                <a:lnTo>
                  <a:pt x="314" y="84"/>
                </a:lnTo>
                <a:lnTo>
                  <a:pt x="314" y="85"/>
                </a:lnTo>
                <a:lnTo>
                  <a:pt x="315" y="85"/>
                </a:lnTo>
                <a:lnTo>
                  <a:pt x="316" y="85"/>
                </a:lnTo>
                <a:lnTo>
                  <a:pt x="318" y="84"/>
                </a:lnTo>
                <a:lnTo>
                  <a:pt x="318" y="83"/>
                </a:lnTo>
                <a:lnTo>
                  <a:pt x="317" y="82"/>
                </a:lnTo>
                <a:lnTo>
                  <a:pt x="319" y="82"/>
                </a:lnTo>
                <a:lnTo>
                  <a:pt x="320" y="82"/>
                </a:lnTo>
                <a:lnTo>
                  <a:pt x="320" y="81"/>
                </a:lnTo>
                <a:lnTo>
                  <a:pt x="320" y="80"/>
                </a:lnTo>
                <a:lnTo>
                  <a:pt x="320" y="79"/>
                </a:lnTo>
                <a:lnTo>
                  <a:pt x="321" y="79"/>
                </a:lnTo>
                <a:lnTo>
                  <a:pt x="320" y="78"/>
                </a:lnTo>
                <a:lnTo>
                  <a:pt x="319" y="78"/>
                </a:lnTo>
                <a:lnTo>
                  <a:pt x="319" y="77"/>
                </a:lnTo>
                <a:lnTo>
                  <a:pt x="319" y="76"/>
                </a:lnTo>
                <a:lnTo>
                  <a:pt x="321" y="76"/>
                </a:lnTo>
                <a:lnTo>
                  <a:pt x="321" y="77"/>
                </a:lnTo>
                <a:lnTo>
                  <a:pt x="324" y="79"/>
                </a:lnTo>
                <a:lnTo>
                  <a:pt x="325" y="80"/>
                </a:lnTo>
                <a:lnTo>
                  <a:pt x="326" y="80"/>
                </a:lnTo>
                <a:lnTo>
                  <a:pt x="327" y="81"/>
                </a:lnTo>
                <a:lnTo>
                  <a:pt x="328" y="83"/>
                </a:lnTo>
                <a:lnTo>
                  <a:pt x="327" y="83"/>
                </a:lnTo>
                <a:lnTo>
                  <a:pt x="327" y="84"/>
                </a:lnTo>
                <a:lnTo>
                  <a:pt x="326" y="85"/>
                </a:lnTo>
                <a:lnTo>
                  <a:pt x="327" y="85"/>
                </a:lnTo>
                <a:lnTo>
                  <a:pt x="327" y="87"/>
                </a:lnTo>
                <a:lnTo>
                  <a:pt x="328" y="88"/>
                </a:lnTo>
                <a:lnTo>
                  <a:pt x="329" y="88"/>
                </a:lnTo>
                <a:lnTo>
                  <a:pt x="329" y="89"/>
                </a:lnTo>
                <a:lnTo>
                  <a:pt x="328" y="90"/>
                </a:lnTo>
                <a:lnTo>
                  <a:pt x="329" y="91"/>
                </a:lnTo>
                <a:lnTo>
                  <a:pt x="330" y="91"/>
                </a:lnTo>
                <a:lnTo>
                  <a:pt x="331" y="92"/>
                </a:lnTo>
                <a:lnTo>
                  <a:pt x="332" y="93"/>
                </a:lnTo>
                <a:lnTo>
                  <a:pt x="333" y="95"/>
                </a:lnTo>
                <a:lnTo>
                  <a:pt x="333" y="96"/>
                </a:lnTo>
                <a:lnTo>
                  <a:pt x="334" y="97"/>
                </a:lnTo>
                <a:lnTo>
                  <a:pt x="334" y="98"/>
                </a:lnTo>
                <a:lnTo>
                  <a:pt x="335" y="98"/>
                </a:lnTo>
                <a:lnTo>
                  <a:pt x="336" y="98"/>
                </a:lnTo>
                <a:lnTo>
                  <a:pt x="336" y="97"/>
                </a:lnTo>
                <a:lnTo>
                  <a:pt x="336" y="96"/>
                </a:lnTo>
                <a:lnTo>
                  <a:pt x="337" y="96"/>
                </a:lnTo>
                <a:lnTo>
                  <a:pt x="339" y="96"/>
                </a:lnTo>
                <a:lnTo>
                  <a:pt x="340" y="96"/>
                </a:lnTo>
                <a:lnTo>
                  <a:pt x="340" y="97"/>
                </a:lnTo>
                <a:lnTo>
                  <a:pt x="341" y="98"/>
                </a:lnTo>
                <a:lnTo>
                  <a:pt x="340" y="100"/>
                </a:lnTo>
                <a:lnTo>
                  <a:pt x="340" y="102"/>
                </a:lnTo>
                <a:lnTo>
                  <a:pt x="341" y="103"/>
                </a:lnTo>
                <a:lnTo>
                  <a:pt x="340" y="105"/>
                </a:lnTo>
                <a:lnTo>
                  <a:pt x="340" y="106"/>
                </a:lnTo>
                <a:lnTo>
                  <a:pt x="340" y="107"/>
                </a:lnTo>
                <a:lnTo>
                  <a:pt x="341" y="108"/>
                </a:lnTo>
                <a:lnTo>
                  <a:pt x="341" y="110"/>
                </a:lnTo>
                <a:lnTo>
                  <a:pt x="341" y="111"/>
                </a:lnTo>
                <a:lnTo>
                  <a:pt x="341" y="112"/>
                </a:lnTo>
                <a:lnTo>
                  <a:pt x="340" y="113"/>
                </a:lnTo>
                <a:lnTo>
                  <a:pt x="341" y="114"/>
                </a:lnTo>
                <a:lnTo>
                  <a:pt x="341" y="115"/>
                </a:lnTo>
                <a:lnTo>
                  <a:pt x="341" y="116"/>
                </a:lnTo>
                <a:lnTo>
                  <a:pt x="340" y="118"/>
                </a:lnTo>
                <a:lnTo>
                  <a:pt x="339" y="118"/>
                </a:lnTo>
                <a:lnTo>
                  <a:pt x="339" y="119"/>
                </a:lnTo>
                <a:lnTo>
                  <a:pt x="339" y="120"/>
                </a:lnTo>
                <a:lnTo>
                  <a:pt x="340" y="120"/>
                </a:lnTo>
                <a:lnTo>
                  <a:pt x="340" y="121"/>
                </a:lnTo>
                <a:lnTo>
                  <a:pt x="341" y="121"/>
                </a:lnTo>
                <a:lnTo>
                  <a:pt x="343" y="122"/>
                </a:lnTo>
                <a:lnTo>
                  <a:pt x="344" y="122"/>
                </a:lnTo>
                <a:lnTo>
                  <a:pt x="344" y="121"/>
                </a:lnTo>
                <a:lnTo>
                  <a:pt x="345" y="121"/>
                </a:lnTo>
                <a:lnTo>
                  <a:pt x="346" y="121"/>
                </a:lnTo>
                <a:lnTo>
                  <a:pt x="347" y="120"/>
                </a:lnTo>
                <a:lnTo>
                  <a:pt x="347" y="119"/>
                </a:lnTo>
                <a:lnTo>
                  <a:pt x="349" y="119"/>
                </a:lnTo>
                <a:lnTo>
                  <a:pt x="349" y="118"/>
                </a:lnTo>
                <a:lnTo>
                  <a:pt x="350" y="119"/>
                </a:lnTo>
                <a:lnTo>
                  <a:pt x="350" y="118"/>
                </a:lnTo>
                <a:lnTo>
                  <a:pt x="351" y="118"/>
                </a:lnTo>
                <a:lnTo>
                  <a:pt x="352" y="118"/>
                </a:lnTo>
                <a:lnTo>
                  <a:pt x="353" y="118"/>
                </a:lnTo>
                <a:lnTo>
                  <a:pt x="354" y="118"/>
                </a:lnTo>
                <a:lnTo>
                  <a:pt x="355" y="118"/>
                </a:lnTo>
                <a:lnTo>
                  <a:pt x="357" y="118"/>
                </a:lnTo>
                <a:lnTo>
                  <a:pt x="358" y="118"/>
                </a:lnTo>
                <a:lnTo>
                  <a:pt x="358" y="119"/>
                </a:lnTo>
                <a:lnTo>
                  <a:pt x="358" y="118"/>
                </a:lnTo>
                <a:lnTo>
                  <a:pt x="359" y="118"/>
                </a:lnTo>
                <a:lnTo>
                  <a:pt x="360" y="118"/>
                </a:lnTo>
                <a:lnTo>
                  <a:pt x="361" y="119"/>
                </a:lnTo>
                <a:lnTo>
                  <a:pt x="361" y="118"/>
                </a:lnTo>
                <a:lnTo>
                  <a:pt x="360" y="118"/>
                </a:lnTo>
                <a:lnTo>
                  <a:pt x="360" y="117"/>
                </a:lnTo>
                <a:lnTo>
                  <a:pt x="362" y="116"/>
                </a:lnTo>
                <a:lnTo>
                  <a:pt x="363" y="117"/>
                </a:lnTo>
                <a:lnTo>
                  <a:pt x="364" y="118"/>
                </a:lnTo>
                <a:lnTo>
                  <a:pt x="365" y="118"/>
                </a:lnTo>
                <a:lnTo>
                  <a:pt x="367" y="117"/>
                </a:lnTo>
                <a:lnTo>
                  <a:pt x="367" y="116"/>
                </a:lnTo>
                <a:lnTo>
                  <a:pt x="367" y="115"/>
                </a:lnTo>
                <a:lnTo>
                  <a:pt x="367" y="114"/>
                </a:lnTo>
                <a:lnTo>
                  <a:pt x="367" y="113"/>
                </a:lnTo>
                <a:lnTo>
                  <a:pt x="367" y="112"/>
                </a:lnTo>
                <a:lnTo>
                  <a:pt x="368" y="112"/>
                </a:lnTo>
                <a:lnTo>
                  <a:pt x="369" y="113"/>
                </a:lnTo>
                <a:lnTo>
                  <a:pt x="369" y="114"/>
                </a:lnTo>
                <a:lnTo>
                  <a:pt x="370" y="114"/>
                </a:lnTo>
                <a:lnTo>
                  <a:pt x="373" y="114"/>
                </a:lnTo>
                <a:lnTo>
                  <a:pt x="374" y="114"/>
                </a:lnTo>
                <a:lnTo>
                  <a:pt x="374" y="113"/>
                </a:lnTo>
                <a:lnTo>
                  <a:pt x="375" y="114"/>
                </a:lnTo>
                <a:lnTo>
                  <a:pt x="376" y="114"/>
                </a:lnTo>
                <a:lnTo>
                  <a:pt x="376" y="113"/>
                </a:lnTo>
                <a:lnTo>
                  <a:pt x="377" y="113"/>
                </a:lnTo>
                <a:lnTo>
                  <a:pt x="378" y="112"/>
                </a:lnTo>
                <a:lnTo>
                  <a:pt x="379" y="111"/>
                </a:lnTo>
                <a:lnTo>
                  <a:pt x="380" y="111"/>
                </a:lnTo>
                <a:lnTo>
                  <a:pt x="380" y="110"/>
                </a:lnTo>
                <a:lnTo>
                  <a:pt x="381" y="110"/>
                </a:lnTo>
                <a:lnTo>
                  <a:pt x="382" y="109"/>
                </a:lnTo>
                <a:lnTo>
                  <a:pt x="385" y="109"/>
                </a:lnTo>
                <a:lnTo>
                  <a:pt x="386" y="108"/>
                </a:lnTo>
                <a:lnTo>
                  <a:pt x="387" y="109"/>
                </a:lnTo>
                <a:lnTo>
                  <a:pt x="388" y="110"/>
                </a:lnTo>
                <a:lnTo>
                  <a:pt x="388" y="111"/>
                </a:lnTo>
                <a:lnTo>
                  <a:pt x="389" y="111"/>
                </a:lnTo>
                <a:lnTo>
                  <a:pt x="390" y="111"/>
                </a:lnTo>
                <a:lnTo>
                  <a:pt x="391" y="111"/>
                </a:lnTo>
                <a:lnTo>
                  <a:pt x="392" y="111"/>
                </a:lnTo>
                <a:lnTo>
                  <a:pt x="392" y="110"/>
                </a:lnTo>
                <a:lnTo>
                  <a:pt x="393" y="110"/>
                </a:lnTo>
                <a:lnTo>
                  <a:pt x="393" y="111"/>
                </a:lnTo>
                <a:lnTo>
                  <a:pt x="394" y="111"/>
                </a:lnTo>
                <a:lnTo>
                  <a:pt x="395" y="111"/>
                </a:lnTo>
                <a:lnTo>
                  <a:pt x="395" y="112"/>
                </a:lnTo>
                <a:lnTo>
                  <a:pt x="395" y="113"/>
                </a:lnTo>
                <a:lnTo>
                  <a:pt x="394" y="113"/>
                </a:lnTo>
                <a:lnTo>
                  <a:pt x="393" y="113"/>
                </a:lnTo>
                <a:lnTo>
                  <a:pt x="392" y="115"/>
                </a:lnTo>
                <a:lnTo>
                  <a:pt x="394" y="117"/>
                </a:lnTo>
                <a:lnTo>
                  <a:pt x="394" y="118"/>
                </a:lnTo>
                <a:lnTo>
                  <a:pt x="394" y="119"/>
                </a:lnTo>
                <a:lnTo>
                  <a:pt x="394" y="122"/>
                </a:lnTo>
                <a:lnTo>
                  <a:pt x="395" y="123"/>
                </a:lnTo>
                <a:lnTo>
                  <a:pt x="395" y="124"/>
                </a:lnTo>
                <a:lnTo>
                  <a:pt x="394" y="124"/>
                </a:lnTo>
                <a:lnTo>
                  <a:pt x="393" y="126"/>
                </a:lnTo>
                <a:lnTo>
                  <a:pt x="392" y="127"/>
                </a:lnTo>
                <a:lnTo>
                  <a:pt x="392" y="128"/>
                </a:lnTo>
                <a:lnTo>
                  <a:pt x="391" y="129"/>
                </a:lnTo>
                <a:lnTo>
                  <a:pt x="390" y="130"/>
                </a:lnTo>
                <a:lnTo>
                  <a:pt x="390" y="131"/>
                </a:lnTo>
                <a:lnTo>
                  <a:pt x="389" y="131"/>
                </a:lnTo>
                <a:lnTo>
                  <a:pt x="389" y="132"/>
                </a:lnTo>
                <a:lnTo>
                  <a:pt x="389" y="133"/>
                </a:lnTo>
                <a:lnTo>
                  <a:pt x="390" y="134"/>
                </a:lnTo>
                <a:lnTo>
                  <a:pt x="390" y="135"/>
                </a:lnTo>
                <a:lnTo>
                  <a:pt x="390" y="138"/>
                </a:lnTo>
                <a:lnTo>
                  <a:pt x="390" y="141"/>
                </a:lnTo>
                <a:lnTo>
                  <a:pt x="390" y="144"/>
                </a:lnTo>
                <a:lnTo>
                  <a:pt x="390" y="146"/>
                </a:lnTo>
                <a:lnTo>
                  <a:pt x="391" y="146"/>
                </a:lnTo>
                <a:lnTo>
                  <a:pt x="391" y="149"/>
                </a:lnTo>
                <a:lnTo>
                  <a:pt x="391" y="152"/>
                </a:lnTo>
                <a:lnTo>
                  <a:pt x="391" y="153"/>
                </a:lnTo>
                <a:lnTo>
                  <a:pt x="390" y="153"/>
                </a:lnTo>
                <a:lnTo>
                  <a:pt x="389" y="153"/>
                </a:lnTo>
                <a:lnTo>
                  <a:pt x="388" y="152"/>
                </a:lnTo>
                <a:lnTo>
                  <a:pt x="387" y="152"/>
                </a:lnTo>
                <a:lnTo>
                  <a:pt x="386" y="152"/>
                </a:lnTo>
                <a:lnTo>
                  <a:pt x="385" y="152"/>
                </a:lnTo>
                <a:lnTo>
                  <a:pt x="385" y="151"/>
                </a:lnTo>
                <a:lnTo>
                  <a:pt x="384" y="151"/>
                </a:lnTo>
                <a:lnTo>
                  <a:pt x="384" y="152"/>
                </a:lnTo>
                <a:lnTo>
                  <a:pt x="384" y="154"/>
                </a:lnTo>
                <a:lnTo>
                  <a:pt x="384" y="155"/>
                </a:lnTo>
                <a:lnTo>
                  <a:pt x="383" y="155"/>
                </a:lnTo>
                <a:lnTo>
                  <a:pt x="382" y="157"/>
                </a:lnTo>
                <a:lnTo>
                  <a:pt x="382" y="159"/>
                </a:lnTo>
                <a:lnTo>
                  <a:pt x="382" y="160"/>
                </a:lnTo>
                <a:lnTo>
                  <a:pt x="382" y="162"/>
                </a:lnTo>
                <a:lnTo>
                  <a:pt x="382" y="163"/>
                </a:lnTo>
                <a:lnTo>
                  <a:pt x="382" y="164"/>
                </a:lnTo>
                <a:lnTo>
                  <a:pt x="381" y="164"/>
                </a:lnTo>
                <a:lnTo>
                  <a:pt x="381" y="166"/>
                </a:lnTo>
                <a:lnTo>
                  <a:pt x="382" y="166"/>
                </a:lnTo>
                <a:lnTo>
                  <a:pt x="383" y="167"/>
                </a:lnTo>
                <a:lnTo>
                  <a:pt x="383" y="168"/>
                </a:lnTo>
                <a:lnTo>
                  <a:pt x="383" y="170"/>
                </a:lnTo>
                <a:lnTo>
                  <a:pt x="382" y="172"/>
                </a:lnTo>
                <a:lnTo>
                  <a:pt x="382" y="173"/>
                </a:lnTo>
                <a:lnTo>
                  <a:pt x="380" y="174"/>
                </a:lnTo>
                <a:lnTo>
                  <a:pt x="379" y="174"/>
                </a:lnTo>
                <a:lnTo>
                  <a:pt x="378" y="174"/>
                </a:lnTo>
                <a:lnTo>
                  <a:pt x="377" y="174"/>
                </a:lnTo>
                <a:lnTo>
                  <a:pt x="377" y="175"/>
                </a:lnTo>
                <a:lnTo>
                  <a:pt x="377" y="176"/>
                </a:lnTo>
                <a:lnTo>
                  <a:pt x="378" y="177"/>
                </a:lnTo>
                <a:lnTo>
                  <a:pt x="379" y="176"/>
                </a:lnTo>
                <a:lnTo>
                  <a:pt x="380" y="177"/>
                </a:lnTo>
                <a:lnTo>
                  <a:pt x="380" y="178"/>
                </a:lnTo>
                <a:lnTo>
                  <a:pt x="380" y="179"/>
                </a:lnTo>
                <a:lnTo>
                  <a:pt x="379" y="179"/>
                </a:lnTo>
                <a:lnTo>
                  <a:pt x="379" y="181"/>
                </a:lnTo>
                <a:lnTo>
                  <a:pt x="380" y="182"/>
                </a:lnTo>
                <a:lnTo>
                  <a:pt x="379" y="183"/>
                </a:lnTo>
                <a:lnTo>
                  <a:pt x="379" y="184"/>
                </a:lnTo>
                <a:lnTo>
                  <a:pt x="379" y="185"/>
                </a:lnTo>
                <a:lnTo>
                  <a:pt x="378" y="185"/>
                </a:lnTo>
                <a:lnTo>
                  <a:pt x="376" y="187"/>
                </a:lnTo>
                <a:lnTo>
                  <a:pt x="376" y="188"/>
                </a:lnTo>
                <a:lnTo>
                  <a:pt x="375" y="188"/>
                </a:lnTo>
                <a:lnTo>
                  <a:pt x="376" y="188"/>
                </a:lnTo>
                <a:lnTo>
                  <a:pt x="376" y="189"/>
                </a:lnTo>
                <a:lnTo>
                  <a:pt x="376" y="191"/>
                </a:lnTo>
                <a:lnTo>
                  <a:pt x="376" y="192"/>
                </a:lnTo>
                <a:lnTo>
                  <a:pt x="376" y="193"/>
                </a:lnTo>
                <a:lnTo>
                  <a:pt x="376" y="194"/>
                </a:lnTo>
                <a:lnTo>
                  <a:pt x="377" y="194"/>
                </a:lnTo>
                <a:lnTo>
                  <a:pt x="378" y="194"/>
                </a:lnTo>
                <a:lnTo>
                  <a:pt x="379" y="194"/>
                </a:lnTo>
                <a:lnTo>
                  <a:pt x="379" y="193"/>
                </a:lnTo>
                <a:lnTo>
                  <a:pt x="380" y="193"/>
                </a:lnTo>
                <a:lnTo>
                  <a:pt x="382" y="194"/>
                </a:lnTo>
                <a:lnTo>
                  <a:pt x="382" y="196"/>
                </a:lnTo>
                <a:lnTo>
                  <a:pt x="381" y="196"/>
                </a:lnTo>
                <a:lnTo>
                  <a:pt x="381" y="197"/>
                </a:lnTo>
                <a:lnTo>
                  <a:pt x="381" y="198"/>
                </a:lnTo>
                <a:lnTo>
                  <a:pt x="383" y="200"/>
                </a:lnTo>
                <a:lnTo>
                  <a:pt x="384" y="200"/>
                </a:lnTo>
                <a:lnTo>
                  <a:pt x="385" y="200"/>
                </a:lnTo>
                <a:lnTo>
                  <a:pt x="385" y="201"/>
                </a:lnTo>
                <a:lnTo>
                  <a:pt x="386" y="201"/>
                </a:lnTo>
                <a:lnTo>
                  <a:pt x="387" y="203"/>
                </a:lnTo>
                <a:lnTo>
                  <a:pt x="388" y="203"/>
                </a:lnTo>
                <a:lnTo>
                  <a:pt x="389" y="203"/>
                </a:lnTo>
                <a:lnTo>
                  <a:pt x="389" y="204"/>
                </a:lnTo>
                <a:lnTo>
                  <a:pt x="389" y="205"/>
                </a:lnTo>
                <a:lnTo>
                  <a:pt x="389" y="206"/>
                </a:lnTo>
                <a:lnTo>
                  <a:pt x="390" y="206"/>
                </a:lnTo>
                <a:lnTo>
                  <a:pt x="390" y="205"/>
                </a:lnTo>
                <a:lnTo>
                  <a:pt x="390" y="204"/>
                </a:lnTo>
                <a:lnTo>
                  <a:pt x="390" y="203"/>
                </a:lnTo>
                <a:lnTo>
                  <a:pt x="392" y="204"/>
                </a:lnTo>
                <a:lnTo>
                  <a:pt x="393" y="205"/>
                </a:lnTo>
                <a:lnTo>
                  <a:pt x="393" y="204"/>
                </a:lnTo>
                <a:lnTo>
                  <a:pt x="394" y="204"/>
                </a:lnTo>
                <a:lnTo>
                  <a:pt x="395" y="203"/>
                </a:lnTo>
                <a:lnTo>
                  <a:pt x="397" y="202"/>
                </a:lnTo>
                <a:lnTo>
                  <a:pt x="398" y="201"/>
                </a:lnTo>
                <a:lnTo>
                  <a:pt x="400" y="200"/>
                </a:lnTo>
                <a:lnTo>
                  <a:pt x="401" y="200"/>
                </a:lnTo>
                <a:lnTo>
                  <a:pt x="402" y="199"/>
                </a:lnTo>
                <a:lnTo>
                  <a:pt x="403" y="199"/>
                </a:lnTo>
                <a:lnTo>
                  <a:pt x="403" y="198"/>
                </a:lnTo>
                <a:lnTo>
                  <a:pt x="404" y="198"/>
                </a:lnTo>
                <a:lnTo>
                  <a:pt x="404" y="197"/>
                </a:lnTo>
                <a:lnTo>
                  <a:pt x="403" y="197"/>
                </a:lnTo>
                <a:lnTo>
                  <a:pt x="403" y="196"/>
                </a:lnTo>
                <a:lnTo>
                  <a:pt x="403" y="195"/>
                </a:lnTo>
                <a:lnTo>
                  <a:pt x="403" y="194"/>
                </a:lnTo>
                <a:lnTo>
                  <a:pt x="403" y="193"/>
                </a:lnTo>
                <a:lnTo>
                  <a:pt x="404" y="192"/>
                </a:lnTo>
                <a:lnTo>
                  <a:pt x="404" y="191"/>
                </a:lnTo>
                <a:lnTo>
                  <a:pt x="405" y="191"/>
                </a:lnTo>
                <a:lnTo>
                  <a:pt x="406" y="191"/>
                </a:lnTo>
                <a:lnTo>
                  <a:pt x="407" y="192"/>
                </a:lnTo>
                <a:lnTo>
                  <a:pt x="408" y="192"/>
                </a:lnTo>
                <a:lnTo>
                  <a:pt x="409" y="192"/>
                </a:lnTo>
                <a:lnTo>
                  <a:pt x="410" y="193"/>
                </a:lnTo>
                <a:lnTo>
                  <a:pt x="410" y="194"/>
                </a:lnTo>
                <a:lnTo>
                  <a:pt x="411" y="194"/>
                </a:lnTo>
                <a:lnTo>
                  <a:pt x="411" y="195"/>
                </a:lnTo>
                <a:lnTo>
                  <a:pt x="411" y="196"/>
                </a:lnTo>
                <a:lnTo>
                  <a:pt x="412" y="197"/>
                </a:lnTo>
                <a:lnTo>
                  <a:pt x="412" y="198"/>
                </a:lnTo>
                <a:lnTo>
                  <a:pt x="412" y="199"/>
                </a:lnTo>
                <a:lnTo>
                  <a:pt x="411" y="199"/>
                </a:lnTo>
                <a:lnTo>
                  <a:pt x="412" y="199"/>
                </a:lnTo>
                <a:lnTo>
                  <a:pt x="412" y="200"/>
                </a:lnTo>
                <a:lnTo>
                  <a:pt x="412" y="201"/>
                </a:lnTo>
                <a:lnTo>
                  <a:pt x="412" y="202"/>
                </a:lnTo>
                <a:lnTo>
                  <a:pt x="412" y="203"/>
                </a:lnTo>
                <a:lnTo>
                  <a:pt x="412" y="205"/>
                </a:lnTo>
                <a:lnTo>
                  <a:pt x="412" y="206"/>
                </a:lnTo>
                <a:lnTo>
                  <a:pt x="411" y="206"/>
                </a:lnTo>
                <a:lnTo>
                  <a:pt x="410" y="207"/>
                </a:lnTo>
                <a:lnTo>
                  <a:pt x="411" y="208"/>
                </a:lnTo>
                <a:lnTo>
                  <a:pt x="412" y="207"/>
                </a:lnTo>
                <a:lnTo>
                  <a:pt x="413" y="207"/>
                </a:lnTo>
                <a:lnTo>
                  <a:pt x="413" y="208"/>
                </a:lnTo>
                <a:lnTo>
                  <a:pt x="413" y="209"/>
                </a:lnTo>
                <a:lnTo>
                  <a:pt x="413" y="210"/>
                </a:lnTo>
                <a:lnTo>
                  <a:pt x="412" y="210"/>
                </a:lnTo>
                <a:lnTo>
                  <a:pt x="411" y="210"/>
                </a:lnTo>
                <a:lnTo>
                  <a:pt x="412" y="210"/>
                </a:lnTo>
                <a:lnTo>
                  <a:pt x="413" y="210"/>
                </a:lnTo>
                <a:lnTo>
                  <a:pt x="414" y="210"/>
                </a:lnTo>
                <a:lnTo>
                  <a:pt x="414" y="211"/>
                </a:lnTo>
                <a:lnTo>
                  <a:pt x="414" y="212"/>
                </a:lnTo>
                <a:lnTo>
                  <a:pt x="414" y="213"/>
                </a:lnTo>
                <a:lnTo>
                  <a:pt x="413" y="213"/>
                </a:lnTo>
                <a:lnTo>
                  <a:pt x="412" y="213"/>
                </a:lnTo>
                <a:lnTo>
                  <a:pt x="412" y="214"/>
                </a:lnTo>
                <a:lnTo>
                  <a:pt x="414" y="214"/>
                </a:lnTo>
                <a:lnTo>
                  <a:pt x="415" y="214"/>
                </a:lnTo>
                <a:lnTo>
                  <a:pt x="416" y="215"/>
                </a:lnTo>
                <a:lnTo>
                  <a:pt x="416" y="216"/>
                </a:lnTo>
                <a:lnTo>
                  <a:pt x="417" y="218"/>
                </a:lnTo>
                <a:lnTo>
                  <a:pt x="417" y="219"/>
                </a:lnTo>
                <a:lnTo>
                  <a:pt x="417" y="220"/>
                </a:lnTo>
                <a:lnTo>
                  <a:pt x="417" y="222"/>
                </a:lnTo>
                <a:lnTo>
                  <a:pt x="418" y="223"/>
                </a:lnTo>
                <a:lnTo>
                  <a:pt x="418" y="224"/>
                </a:lnTo>
                <a:lnTo>
                  <a:pt x="418" y="225"/>
                </a:lnTo>
                <a:lnTo>
                  <a:pt x="419" y="225"/>
                </a:lnTo>
                <a:lnTo>
                  <a:pt x="420" y="226"/>
                </a:lnTo>
                <a:lnTo>
                  <a:pt x="420" y="227"/>
                </a:lnTo>
                <a:lnTo>
                  <a:pt x="421" y="227"/>
                </a:lnTo>
                <a:lnTo>
                  <a:pt x="423" y="227"/>
                </a:lnTo>
                <a:lnTo>
                  <a:pt x="424" y="227"/>
                </a:lnTo>
                <a:lnTo>
                  <a:pt x="425" y="227"/>
                </a:lnTo>
                <a:lnTo>
                  <a:pt x="426" y="227"/>
                </a:lnTo>
                <a:lnTo>
                  <a:pt x="427" y="227"/>
                </a:lnTo>
                <a:lnTo>
                  <a:pt x="426" y="227"/>
                </a:lnTo>
                <a:lnTo>
                  <a:pt x="427" y="227"/>
                </a:lnTo>
                <a:lnTo>
                  <a:pt x="427" y="228"/>
                </a:lnTo>
                <a:lnTo>
                  <a:pt x="425" y="230"/>
                </a:lnTo>
                <a:lnTo>
                  <a:pt x="424" y="230"/>
                </a:lnTo>
                <a:lnTo>
                  <a:pt x="423" y="231"/>
                </a:lnTo>
                <a:lnTo>
                  <a:pt x="422" y="231"/>
                </a:lnTo>
                <a:lnTo>
                  <a:pt x="421" y="231"/>
                </a:lnTo>
                <a:lnTo>
                  <a:pt x="419" y="232"/>
                </a:lnTo>
                <a:lnTo>
                  <a:pt x="419" y="233"/>
                </a:lnTo>
                <a:lnTo>
                  <a:pt x="418" y="233"/>
                </a:lnTo>
                <a:lnTo>
                  <a:pt x="418" y="234"/>
                </a:lnTo>
                <a:lnTo>
                  <a:pt x="417" y="234"/>
                </a:lnTo>
                <a:lnTo>
                  <a:pt x="417" y="235"/>
                </a:lnTo>
                <a:lnTo>
                  <a:pt x="418" y="237"/>
                </a:lnTo>
                <a:lnTo>
                  <a:pt x="419" y="239"/>
                </a:lnTo>
                <a:lnTo>
                  <a:pt x="419" y="240"/>
                </a:lnTo>
                <a:lnTo>
                  <a:pt x="420" y="241"/>
                </a:lnTo>
                <a:lnTo>
                  <a:pt x="420" y="242"/>
                </a:lnTo>
                <a:lnTo>
                  <a:pt x="420" y="244"/>
                </a:lnTo>
                <a:lnTo>
                  <a:pt x="421" y="245"/>
                </a:lnTo>
                <a:lnTo>
                  <a:pt x="422" y="246"/>
                </a:lnTo>
                <a:lnTo>
                  <a:pt x="423" y="246"/>
                </a:lnTo>
                <a:lnTo>
                  <a:pt x="422" y="246"/>
                </a:lnTo>
                <a:lnTo>
                  <a:pt x="422" y="245"/>
                </a:lnTo>
                <a:lnTo>
                  <a:pt x="423" y="244"/>
                </a:lnTo>
                <a:lnTo>
                  <a:pt x="425" y="244"/>
                </a:lnTo>
                <a:lnTo>
                  <a:pt x="426" y="244"/>
                </a:lnTo>
                <a:lnTo>
                  <a:pt x="426" y="245"/>
                </a:lnTo>
                <a:lnTo>
                  <a:pt x="428" y="246"/>
                </a:lnTo>
                <a:lnTo>
                  <a:pt x="428" y="247"/>
                </a:lnTo>
                <a:lnTo>
                  <a:pt x="429" y="250"/>
                </a:lnTo>
                <a:lnTo>
                  <a:pt x="429" y="251"/>
                </a:lnTo>
                <a:lnTo>
                  <a:pt x="429" y="252"/>
                </a:lnTo>
                <a:lnTo>
                  <a:pt x="428" y="252"/>
                </a:lnTo>
                <a:lnTo>
                  <a:pt x="428" y="253"/>
                </a:lnTo>
                <a:lnTo>
                  <a:pt x="429" y="255"/>
                </a:lnTo>
                <a:lnTo>
                  <a:pt x="430" y="255"/>
                </a:lnTo>
                <a:lnTo>
                  <a:pt x="431" y="255"/>
                </a:lnTo>
                <a:lnTo>
                  <a:pt x="432" y="255"/>
                </a:lnTo>
                <a:lnTo>
                  <a:pt x="432" y="256"/>
                </a:lnTo>
                <a:lnTo>
                  <a:pt x="432" y="257"/>
                </a:lnTo>
                <a:lnTo>
                  <a:pt x="432" y="258"/>
                </a:lnTo>
                <a:lnTo>
                  <a:pt x="433" y="258"/>
                </a:lnTo>
                <a:lnTo>
                  <a:pt x="434" y="258"/>
                </a:lnTo>
                <a:lnTo>
                  <a:pt x="434" y="257"/>
                </a:lnTo>
                <a:lnTo>
                  <a:pt x="434" y="256"/>
                </a:lnTo>
                <a:lnTo>
                  <a:pt x="435" y="256"/>
                </a:lnTo>
                <a:lnTo>
                  <a:pt x="435" y="255"/>
                </a:lnTo>
                <a:lnTo>
                  <a:pt x="437" y="255"/>
                </a:lnTo>
                <a:lnTo>
                  <a:pt x="437" y="256"/>
                </a:lnTo>
                <a:lnTo>
                  <a:pt x="438" y="257"/>
                </a:lnTo>
                <a:lnTo>
                  <a:pt x="438" y="258"/>
                </a:lnTo>
                <a:lnTo>
                  <a:pt x="439" y="260"/>
                </a:lnTo>
                <a:lnTo>
                  <a:pt x="438" y="260"/>
                </a:lnTo>
                <a:lnTo>
                  <a:pt x="438" y="262"/>
                </a:lnTo>
                <a:lnTo>
                  <a:pt x="438" y="263"/>
                </a:lnTo>
                <a:lnTo>
                  <a:pt x="439" y="263"/>
                </a:lnTo>
                <a:lnTo>
                  <a:pt x="440" y="263"/>
                </a:lnTo>
                <a:lnTo>
                  <a:pt x="442" y="263"/>
                </a:lnTo>
                <a:lnTo>
                  <a:pt x="443" y="263"/>
                </a:lnTo>
                <a:lnTo>
                  <a:pt x="444" y="263"/>
                </a:lnTo>
                <a:lnTo>
                  <a:pt x="446" y="263"/>
                </a:lnTo>
                <a:lnTo>
                  <a:pt x="446" y="262"/>
                </a:lnTo>
                <a:lnTo>
                  <a:pt x="447" y="262"/>
                </a:lnTo>
                <a:lnTo>
                  <a:pt x="447" y="261"/>
                </a:lnTo>
                <a:lnTo>
                  <a:pt x="448" y="260"/>
                </a:lnTo>
                <a:lnTo>
                  <a:pt x="448" y="259"/>
                </a:lnTo>
                <a:lnTo>
                  <a:pt x="448" y="258"/>
                </a:lnTo>
                <a:lnTo>
                  <a:pt x="449" y="258"/>
                </a:lnTo>
                <a:lnTo>
                  <a:pt x="449" y="259"/>
                </a:lnTo>
                <a:lnTo>
                  <a:pt x="449" y="260"/>
                </a:lnTo>
                <a:lnTo>
                  <a:pt x="450" y="261"/>
                </a:lnTo>
                <a:lnTo>
                  <a:pt x="451" y="261"/>
                </a:lnTo>
                <a:lnTo>
                  <a:pt x="453" y="261"/>
                </a:lnTo>
                <a:lnTo>
                  <a:pt x="455" y="261"/>
                </a:lnTo>
                <a:lnTo>
                  <a:pt x="457" y="260"/>
                </a:lnTo>
                <a:lnTo>
                  <a:pt x="459" y="259"/>
                </a:lnTo>
                <a:lnTo>
                  <a:pt x="460" y="259"/>
                </a:lnTo>
                <a:lnTo>
                  <a:pt x="462" y="258"/>
                </a:lnTo>
                <a:lnTo>
                  <a:pt x="463" y="259"/>
                </a:lnTo>
                <a:lnTo>
                  <a:pt x="465" y="259"/>
                </a:lnTo>
                <a:lnTo>
                  <a:pt x="468" y="258"/>
                </a:lnTo>
                <a:lnTo>
                  <a:pt x="469" y="257"/>
                </a:lnTo>
                <a:lnTo>
                  <a:pt x="469" y="256"/>
                </a:lnTo>
                <a:lnTo>
                  <a:pt x="470" y="256"/>
                </a:lnTo>
                <a:lnTo>
                  <a:pt x="472" y="255"/>
                </a:lnTo>
                <a:lnTo>
                  <a:pt x="473" y="255"/>
                </a:lnTo>
                <a:lnTo>
                  <a:pt x="474" y="255"/>
                </a:lnTo>
                <a:lnTo>
                  <a:pt x="474" y="256"/>
                </a:lnTo>
                <a:lnTo>
                  <a:pt x="477" y="256"/>
                </a:lnTo>
                <a:lnTo>
                  <a:pt x="479" y="257"/>
                </a:lnTo>
                <a:lnTo>
                  <a:pt x="480" y="257"/>
                </a:lnTo>
                <a:lnTo>
                  <a:pt x="481" y="257"/>
                </a:lnTo>
                <a:lnTo>
                  <a:pt x="483" y="256"/>
                </a:lnTo>
                <a:lnTo>
                  <a:pt x="484" y="255"/>
                </a:lnTo>
                <a:lnTo>
                  <a:pt x="485" y="254"/>
                </a:lnTo>
                <a:lnTo>
                  <a:pt x="486" y="254"/>
                </a:lnTo>
                <a:lnTo>
                  <a:pt x="487" y="254"/>
                </a:lnTo>
                <a:lnTo>
                  <a:pt x="486" y="254"/>
                </a:lnTo>
                <a:lnTo>
                  <a:pt x="486" y="253"/>
                </a:lnTo>
                <a:lnTo>
                  <a:pt x="486" y="252"/>
                </a:lnTo>
                <a:lnTo>
                  <a:pt x="485" y="251"/>
                </a:lnTo>
                <a:lnTo>
                  <a:pt x="484" y="251"/>
                </a:lnTo>
                <a:lnTo>
                  <a:pt x="484" y="250"/>
                </a:lnTo>
                <a:lnTo>
                  <a:pt x="483" y="249"/>
                </a:lnTo>
                <a:lnTo>
                  <a:pt x="483" y="248"/>
                </a:lnTo>
                <a:lnTo>
                  <a:pt x="483" y="247"/>
                </a:lnTo>
                <a:lnTo>
                  <a:pt x="483" y="246"/>
                </a:lnTo>
                <a:lnTo>
                  <a:pt x="483" y="245"/>
                </a:lnTo>
                <a:lnTo>
                  <a:pt x="483" y="244"/>
                </a:lnTo>
                <a:lnTo>
                  <a:pt x="484" y="244"/>
                </a:lnTo>
                <a:lnTo>
                  <a:pt x="484" y="242"/>
                </a:lnTo>
                <a:lnTo>
                  <a:pt x="483" y="242"/>
                </a:lnTo>
                <a:lnTo>
                  <a:pt x="483" y="241"/>
                </a:lnTo>
                <a:lnTo>
                  <a:pt x="482" y="238"/>
                </a:lnTo>
                <a:lnTo>
                  <a:pt x="482" y="237"/>
                </a:lnTo>
                <a:lnTo>
                  <a:pt x="483" y="236"/>
                </a:lnTo>
                <a:lnTo>
                  <a:pt x="484" y="236"/>
                </a:lnTo>
                <a:lnTo>
                  <a:pt x="485" y="236"/>
                </a:lnTo>
                <a:lnTo>
                  <a:pt x="485" y="237"/>
                </a:lnTo>
                <a:lnTo>
                  <a:pt x="486" y="236"/>
                </a:lnTo>
                <a:lnTo>
                  <a:pt x="487" y="236"/>
                </a:lnTo>
                <a:lnTo>
                  <a:pt x="487" y="237"/>
                </a:lnTo>
                <a:lnTo>
                  <a:pt x="488" y="237"/>
                </a:lnTo>
                <a:lnTo>
                  <a:pt x="489" y="237"/>
                </a:lnTo>
                <a:lnTo>
                  <a:pt x="489" y="236"/>
                </a:lnTo>
                <a:lnTo>
                  <a:pt x="490" y="236"/>
                </a:lnTo>
                <a:lnTo>
                  <a:pt x="491" y="236"/>
                </a:lnTo>
                <a:lnTo>
                  <a:pt x="491" y="235"/>
                </a:lnTo>
                <a:lnTo>
                  <a:pt x="491" y="234"/>
                </a:lnTo>
                <a:lnTo>
                  <a:pt x="490" y="232"/>
                </a:lnTo>
                <a:lnTo>
                  <a:pt x="491" y="230"/>
                </a:lnTo>
                <a:lnTo>
                  <a:pt x="490" y="228"/>
                </a:lnTo>
                <a:lnTo>
                  <a:pt x="489" y="227"/>
                </a:lnTo>
                <a:lnTo>
                  <a:pt x="489" y="226"/>
                </a:lnTo>
                <a:lnTo>
                  <a:pt x="490" y="225"/>
                </a:lnTo>
                <a:lnTo>
                  <a:pt x="491" y="225"/>
                </a:lnTo>
                <a:lnTo>
                  <a:pt x="492" y="226"/>
                </a:lnTo>
                <a:lnTo>
                  <a:pt x="493" y="225"/>
                </a:lnTo>
                <a:lnTo>
                  <a:pt x="494" y="224"/>
                </a:lnTo>
                <a:lnTo>
                  <a:pt x="494" y="223"/>
                </a:lnTo>
                <a:lnTo>
                  <a:pt x="493" y="222"/>
                </a:lnTo>
                <a:lnTo>
                  <a:pt x="493" y="221"/>
                </a:lnTo>
                <a:lnTo>
                  <a:pt x="493" y="219"/>
                </a:lnTo>
                <a:lnTo>
                  <a:pt x="496" y="218"/>
                </a:lnTo>
                <a:lnTo>
                  <a:pt x="498" y="218"/>
                </a:lnTo>
                <a:lnTo>
                  <a:pt x="499" y="218"/>
                </a:lnTo>
                <a:lnTo>
                  <a:pt x="499" y="219"/>
                </a:lnTo>
                <a:lnTo>
                  <a:pt x="499" y="220"/>
                </a:lnTo>
                <a:lnTo>
                  <a:pt x="499" y="221"/>
                </a:lnTo>
                <a:lnTo>
                  <a:pt x="500" y="220"/>
                </a:lnTo>
                <a:lnTo>
                  <a:pt x="501" y="220"/>
                </a:lnTo>
                <a:lnTo>
                  <a:pt x="503" y="220"/>
                </a:lnTo>
                <a:lnTo>
                  <a:pt x="504" y="221"/>
                </a:lnTo>
                <a:lnTo>
                  <a:pt x="505" y="220"/>
                </a:lnTo>
                <a:lnTo>
                  <a:pt x="506" y="219"/>
                </a:lnTo>
                <a:lnTo>
                  <a:pt x="508" y="219"/>
                </a:lnTo>
                <a:lnTo>
                  <a:pt x="509" y="218"/>
                </a:lnTo>
                <a:lnTo>
                  <a:pt x="510" y="217"/>
                </a:lnTo>
                <a:lnTo>
                  <a:pt x="511" y="216"/>
                </a:lnTo>
                <a:lnTo>
                  <a:pt x="512" y="216"/>
                </a:lnTo>
                <a:lnTo>
                  <a:pt x="513" y="216"/>
                </a:lnTo>
                <a:lnTo>
                  <a:pt x="515" y="217"/>
                </a:lnTo>
                <a:lnTo>
                  <a:pt x="516" y="218"/>
                </a:lnTo>
                <a:lnTo>
                  <a:pt x="516" y="220"/>
                </a:lnTo>
                <a:lnTo>
                  <a:pt x="516" y="221"/>
                </a:lnTo>
                <a:lnTo>
                  <a:pt x="515" y="221"/>
                </a:lnTo>
                <a:lnTo>
                  <a:pt x="515" y="223"/>
                </a:lnTo>
                <a:lnTo>
                  <a:pt x="515" y="224"/>
                </a:lnTo>
                <a:lnTo>
                  <a:pt x="516" y="224"/>
                </a:lnTo>
                <a:lnTo>
                  <a:pt x="517" y="223"/>
                </a:lnTo>
                <a:lnTo>
                  <a:pt x="518" y="223"/>
                </a:lnTo>
                <a:lnTo>
                  <a:pt x="519" y="224"/>
                </a:lnTo>
                <a:lnTo>
                  <a:pt x="519" y="225"/>
                </a:lnTo>
                <a:lnTo>
                  <a:pt x="520" y="227"/>
                </a:lnTo>
                <a:lnTo>
                  <a:pt x="520" y="228"/>
                </a:lnTo>
                <a:lnTo>
                  <a:pt x="521" y="229"/>
                </a:lnTo>
                <a:lnTo>
                  <a:pt x="522" y="229"/>
                </a:lnTo>
                <a:lnTo>
                  <a:pt x="523" y="230"/>
                </a:lnTo>
                <a:lnTo>
                  <a:pt x="524" y="230"/>
                </a:lnTo>
                <a:lnTo>
                  <a:pt x="524" y="231"/>
                </a:lnTo>
                <a:lnTo>
                  <a:pt x="525" y="231"/>
                </a:lnTo>
                <a:lnTo>
                  <a:pt x="527" y="234"/>
                </a:lnTo>
                <a:lnTo>
                  <a:pt x="528" y="234"/>
                </a:lnTo>
                <a:lnTo>
                  <a:pt x="529" y="234"/>
                </a:lnTo>
                <a:lnTo>
                  <a:pt x="531" y="234"/>
                </a:lnTo>
                <a:lnTo>
                  <a:pt x="532" y="234"/>
                </a:lnTo>
                <a:lnTo>
                  <a:pt x="534" y="234"/>
                </a:lnTo>
                <a:lnTo>
                  <a:pt x="535" y="234"/>
                </a:lnTo>
                <a:lnTo>
                  <a:pt x="536" y="234"/>
                </a:lnTo>
                <a:lnTo>
                  <a:pt x="536" y="233"/>
                </a:lnTo>
                <a:lnTo>
                  <a:pt x="537" y="233"/>
                </a:lnTo>
                <a:lnTo>
                  <a:pt x="538" y="233"/>
                </a:lnTo>
                <a:lnTo>
                  <a:pt x="538" y="234"/>
                </a:lnTo>
                <a:lnTo>
                  <a:pt x="538" y="235"/>
                </a:lnTo>
                <a:lnTo>
                  <a:pt x="539" y="236"/>
                </a:lnTo>
                <a:lnTo>
                  <a:pt x="539" y="237"/>
                </a:lnTo>
                <a:lnTo>
                  <a:pt x="539" y="238"/>
                </a:lnTo>
                <a:lnTo>
                  <a:pt x="540" y="238"/>
                </a:lnTo>
                <a:lnTo>
                  <a:pt x="540" y="239"/>
                </a:lnTo>
                <a:lnTo>
                  <a:pt x="540" y="240"/>
                </a:lnTo>
                <a:lnTo>
                  <a:pt x="541" y="242"/>
                </a:lnTo>
                <a:lnTo>
                  <a:pt x="541" y="243"/>
                </a:lnTo>
                <a:lnTo>
                  <a:pt x="542" y="244"/>
                </a:lnTo>
                <a:lnTo>
                  <a:pt x="542" y="245"/>
                </a:lnTo>
                <a:lnTo>
                  <a:pt x="543" y="248"/>
                </a:lnTo>
                <a:lnTo>
                  <a:pt x="544" y="250"/>
                </a:lnTo>
                <a:lnTo>
                  <a:pt x="544" y="253"/>
                </a:lnTo>
                <a:lnTo>
                  <a:pt x="544" y="255"/>
                </a:lnTo>
                <a:lnTo>
                  <a:pt x="544" y="256"/>
                </a:lnTo>
                <a:lnTo>
                  <a:pt x="545" y="261"/>
                </a:lnTo>
                <a:lnTo>
                  <a:pt x="545" y="262"/>
                </a:lnTo>
                <a:lnTo>
                  <a:pt x="546" y="262"/>
                </a:lnTo>
                <a:lnTo>
                  <a:pt x="546" y="263"/>
                </a:lnTo>
                <a:lnTo>
                  <a:pt x="546" y="264"/>
                </a:lnTo>
                <a:lnTo>
                  <a:pt x="545" y="264"/>
                </a:lnTo>
                <a:lnTo>
                  <a:pt x="545" y="265"/>
                </a:lnTo>
                <a:lnTo>
                  <a:pt x="546" y="265"/>
                </a:lnTo>
                <a:lnTo>
                  <a:pt x="547" y="265"/>
                </a:lnTo>
                <a:lnTo>
                  <a:pt x="548" y="265"/>
                </a:lnTo>
                <a:lnTo>
                  <a:pt x="548" y="266"/>
                </a:lnTo>
                <a:lnTo>
                  <a:pt x="547" y="268"/>
                </a:lnTo>
                <a:lnTo>
                  <a:pt x="547" y="270"/>
                </a:lnTo>
                <a:lnTo>
                  <a:pt x="548" y="270"/>
                </a:lnTo>
                <a:lnTo>
                  <a:pt x="547" y="271"/>
                </a:lnTo>
                <a:lnTo>
                  <a:pt x="547" y="272"/>
                </a:lnTo>
                <a:lnTo>
                  <a:pt x="544" y="270"/>
                </a:lnTo>
                <a:lnTo>
                  <a:pt x="543" y="269"/>
                </a:lnTo>
                <a:lnTo>
                  <a:pt x="543" y="268"/>
                </a:lnTo>
                <a:lnTo>
                  <a:pt x="543" y="267"/>
                </a:lnTo>
                <a:lnTo>
                  <a:pt x="542" y="268"/>
                </a:lnTo>
                <a:lnTo>
                  <a:pt x="542" y="269"/>
                </a:lnTo>
                <a:lnTo>
                  <a:pt x="542" y="270"/>
                </a:lnTo>
                <a:lnTo>
                  <a:pt x="542" y="271"/>
                </a:lnTo>
                <a:lnTo>
                  <a:pt x="540" y="273"/>
                </a:lnTo>
                <a:lnTo>
                  <a:pt x="540" y="274"/>
                </a:lnTo>
                <a:lnTo>
                  <a:pt x="540" y="275"/>
                </a:lnTo>
                <a:lnTo>
                  <a:pt x="541" y="276"/>
                </a:lnTo>
                <a:lnTo>
                  <a:pt x="542" y="277"/>
                </a:lnTo>
                <a:lnTo>
                  <a:pt x="542" y="278"/>
                </a:lnTo>
                <a:lnTo>
                  <a:pt x="541" y="278"/>
                </a:lnTo>
                <a:lnTo>
                  <a:pt x="541" y="277"/>
                </a:lnTo>
                <a:lnTo>
                  <a:pt x="540" y="277"/>
                </a:lnTo>
                <a:lnTo>
                  <a:pt x="540" y="278"/>
                </a:lnTo>
                <a:lnTo>
                  <a:pt x="540" y="280"/>
                </a:lnTo>
                <a:lnTo>
                  <a:pt x="540" y="281"/>
                </a:lnTo>
                <a:lnTo>
                  <a:pt x="541" y="281"/>
                </a:lnTo>
                <a:lnTo>
                  <a:pt x="541" y="282"/>
                </a:lnTo>
                <a:lnTo>
                  <a:pt x="540" y="284"/>
                </a:lnTo>
                <a:lnTo>
                  <a:pt x="539" y="284"/>
                </a:lnTo>
                <a:lnTo>
                  <a:pt x="538" y="284"/>
                </a:lnTo>
                <a:lnTo>
                  <a:pt x="537" y="286"/>
                </a:lnTo>
                <a:lnTo>
                  <a:pt x="535" y="288"/>
                </a:lnTo>
                <a:lnTo>
                  <a:pt x="534" y="288"/>
                </a:lnTo>
                <a:lnTo>
                  <a:pt x="534" y="289"/>
                </a:lnTo>
                <a:lnTo>
                  <a:pt x="534" y="290"/>
                </a:lnTo>
                <a:lnTo>
                  <a:pt x="534" y="291"/>
                </a:lnTo>
                <a:lnTo>
                  <a:pt x="533" y="292"/>
                </a:lnTo>
                <a:lnTo>
                  <a:pt x="532" y="291"/>
                </a:lnTo>
                <a:lnTo>
                  <a:pt x="532" y="290"/>
                </a:lnTo>
                <a:lnTo>
                  <a:pt x="531" y="290"/>
                </a:lnTo>
                <a:lnTo>
                  <a:pt x="530" y="29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2512080" y="54824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4"/>
                </a:move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2513520" y="548172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2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2524320" y="547344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3"/>
                </a:move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2531880" y="547056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3" y="0"/>
                </a:lnTo>
                <a:lnTo>
                  <a:pt x="3" y="2"/>
                </a:lnTo>
                <a:lnTo>
                  <a:pt x="3" y="0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2530440" y="54702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2532600" y="546984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2529720" y="546948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3"/>
                </a:move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2534040" y="54680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2517120" y="54640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4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lnTo>
                  <a:pt x="4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2549520" y="54378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3"/>
                </a:moveTo>
                <a:lnTo>
                  <a:pt x="2" y="4"/>
                </a:lnTo>
                <a:lnTo>
                  <a:pt x="2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4" y="3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2545200" y="543564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3" y="3"/>
                </a:moveTo>
                <a:lnTo>
                  <a:pt x="3" y="4"/>
                </a:lnTo>
                <a:lnTo>
                  <a:pt x="2" y="3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5" y="1"/>
                </a:lnTo>
                <a:lnTo>
                  <a:pt x="5" y="3"/>
                </a:lnTo>
                <a:lnTo>
                  <a:pt x="3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2549880" y="543456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1" y="2"/>
                </a:moveTo>
                <a:lnTo>
                  <a:pt x="3" y="2"/>
                </a:lnTo>
                <a:lnTo>
                  <a:pt x="3" y="4"/>
                </a:lnTo>
                <a:lnTo>
                  <a:pt x="1" y="4"/>
                </a:lnTo>
                <a:lnTo>
                  <a:pt x="0" y="2"/>
                </a:lnTo>
                <a:lnTo>
                  <a:pt x="1" y="0"/>
                </a:lnTo>
                <a:lnTo>
                  <a:pt x="1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2537280" y="5435640"/>
            <a:ext cx="1800" cy="720"/>
          </a:xfrm>
          <a:custGeom>
            <a:avLst/>
            <a:gdLst/>
            <a:ahLst/>
            <a:rect l="0" t="0" r="r" b="b"/>
            <a:pathLst>
              <a:path w="5" h="2">
                <a:moveTo>
                  <a:pt x="3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3" y="0"/>
                </a:lnTo>
                <a:lnTo>
                  <a:pt x="5" y="0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2539080" y="5434920"/>
            <a:ext cx="2160" cy="1080"/>
          </a:xfrm>
          <a:custGeom>
            <a:avLst/>
            <a:gdLst/>
            <a:ahLst/>
            <a:rect l="0" t="0" r="r" b="b"/>
            <a:pathLst>
              <a:path w="6" h="3">
                <a:moveTo>
                  <a:pt x="3" y="3"/>
                </a:moveTo>
                <a:lnTo>
                  <a:pt x="1" y="3"/>
                </a:ln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lnTo>
                  <a:pt x="6" y="0"/>
                </a:lnTo>
                <a:lnTo>
                  <a:pt x="6" y="1"/>
                </a:lnTo>
                <a:lnTo>
                  <a:pt x="3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2552400" y="5430960"/>
            <a:ext cx="2880" cy="3240"/>
          </a:xfrm>
          <a:custGeom>
            <a:avLst/>
            <a:gdLst/>
            <a:ahLst/>
            <a:rect l="0" t="0" r="r" b="b"/>
            <a:pathLst>
              <a:path w="8" h="9">
                <a:moveTo>
                  <a:pt x="8" y="2"/>
                </a:moveTo>
                <a:lnTo>
                  <a:pt x="8" y="5"/>
                </a:lnTo>
                <a:lnTo>
                  <a:pt x="8" y="6"/>
                </a:lnTo>
                <a:lnTo>
                  <a:pt x="8" y="5"/>
                </a:lnTo>
                <a:lnTo>
                  <a:pt x="7" y="5"/>
                </a:lnTo>
                <a:lnTo>
                  <a:pt x="6" y="5"/>
                </a:lnTo>
                <a:lnTo>
                  <a:pt x="6" y="6"/>
                </a:lnTo>
                <a:lnTo>
                  <a:pt x="3" y="7"/>
                </a:lnTo>
                <a:lnTo>
                  <a:pt x="3" y="8"/>
                </a:lnTo>
                <a:lnTo>
                  <a:pt x="2" y="9"/>
                </a:lnTo>
                <a:lnTo>
                  <a:pt x="1" y="8"/>
                </a:lnTo>
                <a:lnTo>
                  <a:pt x="0" y="8"/>
                </a:lnTo>
                <a:lnTo>
                  <a:pt x="1" y="7"/>
                </a:lnTo>
                <a:lnTo>
                  <a:pt x="1" y="6"/>
                </a:lnTo>
                <a:lnTo>
                  <a:pt x="1" y="5"/>
                </a:lnTo>
                <a:lnTo>
                  <a:pt x="1" y="6"/>
                </a:lnTo>
                <a:lnTo>
                  <a:pt x="2" y="5"/>
                </a:lnTo>
                <a:lnTo>
                  <a:pt x="2" y="1"/>
                </a:lnTo>
                <a:lnTo>
                  <a:pt x="4" y="0"/>
                </a:lnTo>
                <a:lnTo>
                  <a:pt x="6" y="0"/>
                </a:ln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2544480" y="54320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3"/>
                </a:move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1"/>
                </a:lnTo>
                <a:lnTo>
                  <a:pt x="3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2536920" y="54320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1" y="0"/>
                </a:moveTo>
                <a:lnTo>
                  <a:pt x="3" y="0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lnTo>
                  <a:pt x="3" y="2"/>
                </a:lnTo>
                <a:lnTo>
                  <a:pt x="1" y="2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2555640" y="5425920"/>
            <a:ext cx="9720" cy="8640"/>
          </a:xfrm>
          <a:custGeom>
            <a:avLst/>
            <a:gdLst/>
            <a:ahLst/>
            <a:rect l="0" t="0" r="r" b="b"/>
            <a:pathLst>
              <a:path w="27" h="24">
                <a:moveTo>
                  <a:pt x="20" y="2"/>
                </a:moveTo>
                <a:lnTo>
                  <a:pt x="21" y="2"/>
                </a:lnTo>
                <a:lnTo>
                  <a:pt x="22" y="2"/>
                </a:lnTo>
                <a:lnTo>
                  <a:pt x="23" y="2"/>
                </a:lnTo>
                <a:lnTo>
                  <a:pt x="23" y="3"/>
                </a:lnTo>
                <a:lnTo>
                  <a:pt x="22" y="3"/>
                </a:lnTo>
                <a:lnTo>
                  <a:pt x="23" y="3"/>
                </a:lnTo>
                <a:lnTo>
                  <a:pt x="23" y="4"/>
                </a:lnTo>
                <a:lnTo>
                  <a:pt x="24" y="6"/>
                </a:lnTo>
                <a:lnTo>
                  <a:pt x="25" y="6"/>
                </a:lnTo>
                <a:lnTo>
                  <a:pt x="25" y="7"/>
                </a:lnTo>
                <a:lnTo>
                  <a:pt x="25" y="8"/>
                </a:lnTo>
                <a:lnTo>
                  <a:pt x="25" y="10"/>
                </a:lnTo>
                <a:lnTo>
                  <a:pt x="26" y="11"/>
                </a:lnTo>
                <a:lnTo>
                  <a:pt x="27" y="12"/>
                </a:lnTo>
                <a:lnTo>
                  <a:pt x="27" y="11"/>
                </a:lnTo>
                <a:lnTo>
                  <a:pt x="27" y="12"/>
                </a:lnTo>
                <a:lnTo>
                  <a:pt x="27" y="13"/>
                </a:lnTo>
                <a:lnTo>
                  <a:pt x="26" y="13"/>
                </a:lnTo>
                <a:lnTo>
                  <a:pt x="26" y="14"/>
                </a:lnTo>
                <a:lnTo>
                  <a:pt x="26" y="15"/>
                </a:lnTo>
                <a:lnTo>
                  <a:pt x="25" y="16"/>
                </a:lnTo>
                <a:lnTo>
                  <a:pt x="25" y="17"/>
                </a:lnTo>
                <a:lnTo>
                  <a:pt x="24" y="17"/>
                </a:lnTo>
                <a:lnTo>
                  <a:pt x="24" y="18"/>
                </a:lnTo>
                <a:lnTo>
                  <a:pt x="23" y="18"/>
                </a:lnTo>
                <a:lnTo>
                  <a:pt x="22" y="19"/>
                </a:lnTo>
                <a:lnTo>
                  <a:pt x="22" y="18"/>
                </a:lnTo>
                <a:lnTo>
                  <a:pt x="22" y="17"/>
                </a:lnTo>
                <a:lnTo>
                  <a:pt x="22" y="16"/>
                </a:lnTo>
                <a:lnTo>
                  <a:pt x="21" y="16"/>
                </a:lnTo>
                <a:lnTo>
                  <a:pt x="20" y="16"/>
                </a:lnTo>
                <a:lnTo>
                  <a:pt x="19" y="16"/>
                </a:lnTo>
                <a:lnTo>
                  <a:pt x="19" y="15"/>
                </a:lnTo>
                <a:lnTo>
                  <a:pt x="18" y="15"/>
                </a:lnTo>
                <a:lnTo>
                  <a:pt x="17" y="15"/>
                </a:lnTo>
                <a:lnTo>
                  <a:pt x="16" y="15"/>
                </a:lnTo>
                <a:lnTo>
                  <a:pt x="15" y="15"/>
                </a:lnTo>
                <a:lnTo>
                  <a:pt x="13" y="16"/>
                </a:lnTo>
                <a:lnTo>
                  <a:pt x="11" y="17"/>
                </a:lnTo>
                <a:lnTo>
                  <a:pt x="10" y="18"/>
                </a:lnTo>
                <a:lnTo>
                  <a:pt x="9" y="19"/>
                </a:lnTo>
                <a:lnTo>
                  <a:pt x="9" y="20"/>
                </a:lnTo>
                <a:lnTo>
                  <a:pt x="9" y="21"/>
                </a:lnTo>
                <a:lnTo>
                  <a:pt x="8" y="21"/>
                </a:lnTo>
                <a:lnTo>
                  <a:pt x="8" y="22"/>
                </a:lnTo>
                <a:lnTo>
                  <a:pt x="8" y="23"/>
                </a:lnTo>
                <a:lnTo>
                  <a:pt x="8" y="24"/>
                </a:lnTo>
                <a:lnTo>
                  <a:pt x="7" y="24"/>
                </a:lnTo>
                <a:lnTo>
                  <a:pt x="6" y="24"/>
                </a:lnTo>
                <a:lnTo>
                  <a:pt x="6" y="23"/>
                </a:lnTo>
                <a:lnTo>
                  <a:pt x="4" y="23"/>
                </a:lnTo>
                <a:lnTo>
                  <a:pt x="3" y="22"/>
                </a:lnTo>
                <a:lnTo>
                  <a:pt x="2" y="22"/>
                </a:lnTo>
                <a:lnTo>
                  <a:pt x="1" y="21"/>
                </a:lnTo>
                <a:lnTo>
                  <a:pt x="0" y="21"/>
                </a:lnTo>
                <a:lnTo>
                  <a:pt x="0" y="20"/>
                </a:lnTo>
                <a:lnTo>
                  <a:pt x="1" y="20"/>
                </a:lnTo>
                <a:lnTo>
                  <a:pt x="2" y="20"/>
                </a:lnTo>
                <a:lnTo>
                  <a:pt x="3" y="19"/>
                </a:lnTo>
                <a:lnTo>
                  <a:pt x="4" y="18"/>
                </a:lnTo>
                <a:lnTo>
                  <a:pt x="4" y="17"/>
                </a:lnTo>
                <a:lnTo>
                  <a:pt x="4" y="16"/>
                </a:lnTo>
                <a:lnTo>
                  <a:pt x="3" y="14"/>
                </a:lnTo>
                <a:lnTo>
                  <a:pt x="3" y="13"/>
                </a:lnTo>
                <a:lnTo>
                  <a:pt x="2" y="13"/>
                </a:lnTo>
                <a:lnTo>
                  <a:pt x="1" y="12"/>
                </a:lnTo>
                <a:lnTo>
                  <a:pt x="1" y="11"/>
                </a:lnTo>
                <a:lnTo>
                  <a:pt x="1" y="10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5" y="8"/>
                </a:lnTo>
                <a:lnTo>
                  <a:pt x="6" y="10"/>
                </a:lnTo>
                <a:lnTo>
                  <a:pt x="7" y="11"/>
                </a:lnTo>
                <a:lnTo>
                  <a:pt x="8" y="11"/>
                </a:lnTo>
                <a:lnTo>
                  <a:pt x="9" y="12"/>
                </a:lnTo>
                <a:lnTo>
                  <a:pt x="11" y="12"/>
                </a:lnTo>
                <a:lnTo>
                  <a:pt x="12" y="12"/>
                </a:lnTo>
                <a:lnTo>
                  <a:pt x="13" y="12"/>
                </a:lnTo>
                <a:lnTo>
                  <a:pt x="15" y="11"/>
                </a:lnTo>
                <a:lnTo>
                  <a:pt x="15" y="10"/>
                </a:lnTo>
                <a:lnTo>
                  <a:pt x="15" y="8"/>
                </a:lnTo>
                <a:lnTo>
                  <a:pt x="15" y="7"/>
                </a:lnTo>
                <a:lnTo>
                  <a:pt x="16" y="6"/>
                </a:lnTo>
                <a:lnTo>
                  <a:pt x="16" y="5"/>
                </a:lnTo>
                <a:lnTo>
                  <a:pt x="15" y="5"/>
                </a:lnTo>
                <a:lnTo>
                  <a:pt x="15" y="4"/>
                </a:lnTo>
                <a:lnTo>
                  <a:pt x="16" y="2"/>
                </a:lnTo>
                <a:lnTo>
                  <a:pt x="17" y="2"/>
                </a:lnTo>
                <a:lnTo>
                  <a:pt x="17" y="1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1"/>
                </a:lnTo>
                <a:lnTo>
                  <a:pt x="20" y="1"/>
                </a:lnTo>
                <a:lnTo>
                  <a:pt x="2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2544840" y="5425920"/>
            <a:ext cx="6840" cy="7920"/>
          </a:xfrm>
          <a:custGeom>
            <a:avLst/>
            <a:gdLst/>
            <a:ahLst/>
            <a:rect l="0" t="0" r="r" b="b"/>
            <a:pathLst>
              <a:path w="19" h="22">
                <a:moveTo>
                  <a:pt x="13" y="7"/>
                </a:moveTo>
                <a:lnTo>
                  <a:pt x="14" y="6"/>
                </a:lnTo>
                <a:lnTo>
                  <a:pt x="15" y="4"/>
                </a:lnTo>
                <a:lnTo>
                  <a:pt x="15" y="3"/>
                </a:lnTo>
                <a:lnTo>
                  <a:pt x="15" y="2"/>
                </a:lnTo>
                <a:lnTo>
                  <a:pt x="16" y="3"/>
                </a:lnTo>
                <a:lnTo>
                  <a:pt x="17" y="3"/>
                </a:lnTo>
                <a:lnTo>
                  <a:pt x="17" y="4"/>
                </a:lnTo>
                <a:lnTo>
                  <a:pt x="18" y="6"/>
                </a:lnTo>
                <a:lnTo>
                  <a:pt x="18" y="7"/>
                </a:lnTo>
                <a:lnTo>
                  <a:pt x="18" y="9"/>
                </a:lnTo>
                <a:lnTo>
                  <a:pt x="19" y="10"/>
                </a:lnTo>
                <a:lnTo>
                  <a:pt x="19" y="11"/>
                </a:lnTo>
                <a:lnTo>
                  <a:pt x="18" y="12"/>
                </a:lnTo>
                <a:lnTo>
                  <a:pt x="18" y="13"/>
                </a:lnTo>
                <a:lnTo>
                  <a:pt x="18" y="12"/>
                </a:lnTo>
                <a:lnTo>
                  <a:pt x="16" y="15"/>
                </a:lnTo>
                <a:lnTo>
                  <a:pt x="15" y="16"/>
                </a:lnTo>
                <a:lnTo>
                  <a:pt x="11" y="21"/>
                </a:lnTo>
                <a:lnTo>
                  <a:pt x="10" y="21"/>
                </a:lnTo>
                <a:lnTo>
                  <a:pt x="10" y="22"/>
                </a:lnTo>
                <a:lnTo>
                  <a:pt x="8" y="21"/>
                </a:lnTo>
                <a:lnTo>
                  <a:pt x="6" y="21"/>
                </a:lnTo>
                <a:lnTo>
                  <a:pt x="5" y="21"/>
                </a:lnTo>
                <a:lnTo>
                  <a:pt x="3" y="21"/>
                </a:lnTo>
                <a:lnTo>
                  <a:pt x="3" y="20"/>
                </a:lnTo>
                <a:lnTo>
                  <a:pt x="2" y="19"/>
                </a:lnTo>
                <a:lnTo>
                  <a:pt x="1" y="17"/>
                </a:lnTo>
                <a:lnTo>
                  <a:pt x="0" y="16"/>
                </a:lnTo>
                <a:lnTo>
                  <a:pt x="1" y="14"/>
                </a:lnTo>
                <a:lnTo>
                  <a:pt x="0" y="13"/>
                </a:lnTo>
                <a:lnTo>
                  <a:pt x="0" y="11"/>
                </a:lnTo>
                <a:lnTo>
                  <a:pt x="1" y="10"/>
                </a:lnTo>
                <a:lnTo>
                  <a:pt x="1" y="9"/>
                </a:lnTo>
                <a:lnTo>
                  <a:pt x="1" y="7"/>
                </a:lnTo>
                <a:lnTo>
                  <a:pt x="2" y="4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5" y="1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9" y="1"/>
                </a:lnTo>
                <a:lnTo>
                  <a:pt x="10" y="2"/>
                </a:lnTo>
                <a:lnTo>
                  <a:pt x="11" y="2"/>
                </a:lnTo>
                <a:lnTo>
                  <a:pt x="13" y="2"/>
                </a:lnTo>
                <a:lnTo>
                  <a:pt x="14" y="2"/>
                </a:lnTo>
                <a:lnTo>
                  <a:pt x="14" y="3"/>
                </a:lnTo>
                <a:lnTo>
                  <a:pt x="13" y="3"/>
                </a:lnTo>
                <a:lnTo>
                  <a:pt x="13" y="4"/>
                </a:lnTo>
                <a:lnTo>
                  <a:pt x="14" y="4"/>
                </a:lnTo>
                <a:lnTo>
                  <a:pt x="14" y="5"/>
                </a:lnTo>
                <a:lnTo>
                  <a:pt x="14" y="6"/>
                </a:lnTo>
                <a:lnTo>
                  <a:pt x="13" y="6"/>
                </a:lnTo>
                <a:lnTo>
                  <a:pt x="13" y="7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2555280" y="5424120"/>
            <a:ext cx="4320" cy="2160"/>
          </a:xfrm>
          <a:custGeom>
            <a:avLst/>
            <a:gdLst/>
            <a:ahLst/>
            <a:rect l="0" t="0" r="r" b="b"/>
            <a:pathLst>
              <a:path w="12" h="6">
                <a:moveTo>
                  <a:pt x="5" y="0"/>
                </a:moveTo>
                <a:lnTo>
                  <a:pt x="5" y="2"/>
                </a:lnTo>
                <a:lnTo>
                  <a:pt x="6" y="0"/>
                </a:lnTo>
                <a:lnTo>
                  <a:pt x="10" y="0"/>
                </a:lnTo>
                <a:lnTo>
                  <a:pt x="11" y="0"/>
                </a:lnTo>
                <a:lnTo>
                  <a:pt x="11" y="2"/>
                </a:lnTo>
                <a:lnTo>
                  <a:pt x="12" y="2"/>
                </a:lnTo>
                <a:lnTo>
                  <a:pt x="11" y="3"/>
                </a:lnTo>
                <a:lnTo>
                  <a:pt x="10" y="3"/>
                </a:lnTo>
                <a:lnTo>
                  <a:pt x="9" y="3"/>
                </a:ln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0" y="5"/>
                </a:lnTo>
                <a:lnTo>
                  <a:pt x="10" y="6"/>
                </a:lnTo>
                <a:lnTo>
                  <a:pt x="9" y="6"/>
                </a:lnTo>
                <a:lnTo>
                  <a:pt x="8" y="6"/>
                </a:lnTo>
                <a:lnTo>
                  <a:pt x="8" y="5"/>
                </a:lnTo>
                <a:lnTo>
                  <a:pt x="5" y="5"/>
                </a:ln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2576520" y="54072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2608560" y="539352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2"/>
                </a:moveTo>
                <a:lnTo>
                  <a:pt x="3" y="4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2587320" y="53942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2587680" y="539172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1"/>
                </a:moveTo>
                <a:lnTo>
                  <a:pt x="1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2590920" y="5389920"/>
            <a:ext cx="2880" cy="5040"/>
          </a:xfrm>
          <a:custGeom>
            <a:avLst/>
            <a:gdLst/>
            <a:ahLst/>
            <a:rect l="0" t="0" r="r" b="b"/>
            <a:pathLst>
              <a:path w="8" h="14">
                <a:moveTo>
                  <a:pt x="8" y="2"/>
                </a:moveTo>
                <a:lnTo>
                  <a:pt x="7" y="2"/>
                </a:lnTo>
                <a:lnTo>
                  <a:pt x="7" y="3"/>
                </a:lnTo>
                <a:lnTo>
                  <a:pt x="6" y="3"/>
                </a:lnTo>
                <a:lnTo>
                  <a:pt x="5" y="4"/>
                </a:lnTo>
                <a:lnTo>
                  <a:pt x="5" y="5"/>
                </a:lnTo>
                <a:lnTo>
                  <a:pt x="6" y="5"/>
                </a:lnTo>
                <a:lnTo>
                  <a:pt x="6" y="6"/>
                </a:lnTo>
                <a:lnTo>
                  <a:pt x="7" y="6"/>
                </a:lnTo>
                <a:lnTo>
                  <a:pt x="6" y="6"/>
                </a:lnTo>
                <a:lnTo>
                  <a:pt x="6" y="7"/>
                </a:lnTo>
                <a:lnTo>
                  <a:pt x="6" y="8"/>
                </a:lnTo>
                <a:lnTo>
                  <a:pt x="7" y="8"/>
                </a:lnTo>
                <a:lnTo>
                  <a:pt x="7" y="7"/>
                </a:lnTo>
                <a:lnTo>
                  <a:pt x="7" y="8"/>
                </a:lnTo>
                <a:lnTo>
                  <a:pt x="6" y="8"/>
                </a:lnTo>
                <a:lnTo>
                  <a:pt x="6" y="9"/>
                </a:lnTo>
                <a:lnTo>
                  <a:pt x="6" y="10"/>
                </a:lnTo>
                <a:lnTo>
                  <a:pt x="5" y="10"/>
                </a:lnTo>
                <a:lnTo>
                  <a:pt x="5" y="12"/>
                </a:lnTo>
                <a:lnTo>
                  <a:pt x="6" y="12"/>
                </a:lnTo>
                <a:lnTo>
                  <a:pt x="5" y="12"/>
                </a:lnTo>
                <a:lnTo>
                  <a:pt x="5" y="13"/>
                </a:lnTo>
                <a:lnTo>
                  <a:pt x="6" y="13"/>
                </a:lnTo>
                <a:lnTo>
                  <a:pt x="5" y="13"/>
                </a:lnTo>
                <a:lnTo>
                  <a:pt x="5" y="14"/>
                </a:lnTo>
                <a:lnTo>
                  <a:pt x="4" y="13"/>
                </a:lnTo>
                <a:lnTo>
                  <a:pt x="5" y="13"/>
                </a:lnTo>
                <a:lnTo>
                  <a:pt x="5" y="12"/>
                </a:lnTo>
                <a:lnTo>
                  <a:pt x="4" y="12"/>
                </a:lnTo>
                <a:lnTo>
                  <a:pt x="4" y="10"/>
                </a:lnTo>
                <a:lnTo>
                  <a:pt x="2" y="10"/>
                </a:lnTo>
                <a:lnTo>
                  <a:pt x="1" y="10"/>
                </a:lnTo>
                <a:lnTo>
                  <a:pt x="0" y="9"/>
                </a:lnTo>
                <a:lnTo>
                  <a:pt x="1" y="9"/>
                </a:lnTo>
                <a:lnTo>
                  <a:pt x="2" y="9"/>
                </a:lnTo>
                <a:lnTo>
                  <a:pt x="4" y="9"/>
                </a:lnTo>
                <a:lnTo>
                  <a:pt x="4" y="7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2" y="5"/>
                </a:lnTo>
                <a:lnTo>
                  <a:pt x="2" y="4"/>
                </a:lnTo>
                <a:lnTo>
                  <a:pt x="2" y="3"/>
                </a:lnTo>
                <a:lnTo>
                  <a:pt x="4" y="3"/>
                </a:lnTo>
                <a:lnTo>
                  <a:pt x="4" y="2"/>
                </a:lnTo>
                <a:lnTo>
                  <a:pt x="5" y="2"/>
                </a:lnTo>
                <a:lnTo>
                  <a:pt x="6" y="2"/>
                </a:lnTo>
                <a:lnTo>
                  <a:pt x="7" y="2"/>
                </a:lnTo>
                <a:lnTo>
                  <a:pt x="7" y="1"/>
                </a:lnTo>
                <a:lnTo>
                  <a:pt x="8" y="0"/>
                </a:lnTo>
                <a:lnTo>
                  <a:pt x="8" y="1"/>
                </a:lnTo>
                <a:lnTo>
                  <a:pt x="8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2603520" y="53870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2586240" y="53866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2584800" y="538632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2" y="3"/>
                </a:move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2" y="0"/>
                </a:lnTo>
                <a:lnTo>
                  <a:pt x="4" y="2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2613960" y="53820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2615760" y="537948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1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2613240" y="5379480"/>
            <a:ext cx="720" cy="0"/>
          </a:xfrm>
          <a:custGeom>
            <a:avLst/>
            <a:gdLst/>
            <a:ahLst/>
            <a:rect l="0" t="0" r="r" b="b"/>
            <a:pathLst>
              <a:path w="2" h="0">
                <a:moveTo>
                  <a:pt x="2" y="0"/>
                </a:move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2612880" y="53787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2"/>
                </a:move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2615040" y="53780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2606040" y="5379480"/>
            <a:ext cx="7200" cy="5040"/>
          </a:xfrm>
          <a:custGeom>
            <a:avLst/>
            <a:gdLst/>
            <a:ahLst/>
            <a:rect l="0" t="0" r="r" b="b"/>
            <a:pathLst>
              <a:path w="20" h="14">
                <a:moveTo>
                  <a:pt x="5" y="2"/>
                </a:moveTo>
                <a:lnTo>
                  <a:pt x="6" y="2"/>
                </a:lnTo>
                <a:lnTo>
                  <a:pt x="7" y="2"/>
                </a:lnTo>
                <a:lnTo>
                  <a:pt x="6" y="2"/>
                </a:lnTo>
                <a:lnTo>
                  <a:pt x="6" y="1"/>
                </a:lnTo>
                <a:lnTo>
                  <a:pt x="7" y="1"/>
                </a:lnTo>
                <a:lnTo>
                  <a:pt x="8" y="2"/>
                </a:lnTo>
                <a:lnTo>
                  <a:pt x="8" y="5"/>
                </a:lnTo>
                <a:lnTo>
                  <a:pt x="8" y="6"/>
                </a:lnTo>
                <a:lnTo>
                  <a:pt x="9" y="6"/>
                </a:lnTo>
                <a:lnTo>
                  <a:pt x="11" y="7"/>
                </a:lnTo>
                <a:lnTo>
                  <a:pt x="13" y="8"/>
                </a:lnTo>
                <a:lnTo>
                  <a:pt x="15" y="8"/>
                </a:lnTo>
                <a:lnTo>
                  <a:pt x="16" y="8"/>
                </a:lnTo>
                <a:lnTo>
                  <a:pt x="16" y="7"/>
                </a:lnTo>
                <a:lnTo>
                  <a:pt x="16" y="6"/>
                </a:lnTo>
                <a:lnTo>
                  <a:pt x="16" y="7"/>
                </a:lnTo>
                <a:lnTo>
                  <a:pt x="17" y="7"/>
                </a:lnTo>
                <a:lnTo>
                  <a:pt x="18" y="7"/>
                </a:lnTo>
                <a:lnTo>
                  <a:pt x="18" y="8"/>
                </a:lnTo>
                <a:lnTo>
                  <a:pt x="18" y="7"/>
                </a:lnTo>
                <a:lnTo>
                  <a:pt x="19" y="7"/>
                </a:lnTo>
                <a:lnTo>
                  <a:pt x="19" y="6"/>
                </a:lnTo>
                <a:lnTo>
                  <a:pt x="20" y="6"/>
                </a:lnTo>
                <a:lnTo>
                  <a:pt x="20" y="7"/>
                </a:lnTo>
                <a:lnTo>
                  <a:pt x="19" y="7"/>
                </a:lnTo>
                <a:lnTo>
                  <a:pt x="20" y="7"/>
                </a:lnTo>
                <a:lnTo>
                  <a:pt x="20" y="8"/>
                </a:lnTo>
                <a:lnTo>
                  <a:pt x="19" y="8"/>
                </a:lnTo>
                <a:lnTo>
                  <a:pt x="18" y="8"/>
                </a:lnTo>
                <a:lnTo>
                  <a:pt x="17" y="9"/>
                </a:lnTo>
                <a:lnTo>
                  <a:pt x="16" y="10"/>
                </a:lnTo>
                <a:lnTo>
                  <a:pt x="16" y="11"/>
                </a:lnTo>
                <a:lnTo>
                  <a:pt x="17" y="11"/>
                </a:lnTo>
                <a:lnTo>
                  <a:pt x="18" y="12"/>
                </a:lnTo>
                <a:lnTo>
                  <a:pt x="18" y="13"/>
                </a:lnTo>
                <a:lnTo>
                  <a:pt x="17" y="13"/>
                </a:lnTo>
                <a:lnTo>
                  <a:pt x="16" y="14"/>
                </a:lnTo>
                <a:lnTo>
                  <a:pt x="14" y="14"/>
                </a:lnTo>
                <a:lnTo>
                  <a:pt x="13" y="13"/>
                </a:lnTo>
                <a:lnTo>
                  <a:pt x="12" y="12"/>
                </a:lnTo>
                <a:lnTo>
                  <a:pt x="12" y="11"/>
                </a:lnTo>
                <a:lnTo>
                  <a:pt x="8" y="10"/>
                </a:lnTo>
                <a:lnTo>
                  <a:pt x="7" y="10"/>
                </a:lnTo>
                <a:lnTo>
                  <a:pt x="6" y="9"/>
                </a:lnTo>
                <a:lnTo>
                  <a:pt x="5" y="9"/>
                </a:lnTo>
                <a:lnTo>
                  <a:pt x="4" y="9"/>
                </a:lnTo>
                <a:lnTo>
                  <a:pt x="3" y="9"/>
                </a:lnTo>
                <a:lnTo>
                  <a:pt x="2" y="9"/>
                </a:lnTo>
                <a:lnTo>
                  <a:pt x="2" y="8"/>
                </a:lnTo>
                <a:lnTo>
                  <a:pt x="2" y="7"/>
                </a:lnTo>
                <a:lnTo>
                  <a:pt x="2" y="6"/>
                </a:lnTo>
                <a:lnTo>
                  <a:pt x="1" y="6"/>
                </a:lnTo>
                <a:lnTo>
                  <a:pt x="1" y="5"/>
                </a:lnTo>
                <a:lnTo>
                  <a:pt x="1" y="6"/>
                </a:lnTo>
                <a:lnTo>
                  <a:pt x="0" y="5"/>
                </a:lnTo>
                <a:lnTo>
                  <a:pt x="1" y="5"/>
                </a:lnTo>
                <a:lnTo>
                  <a:pt x="2" y="5"/>
                </a:lnTo>
                <a:lnTo>
                  <a:pt x="3" y="5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5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2612520" y="53780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2609280" y="537804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3" y="0"/>
                </a:moveTo>
                <a:lnTo>
                  <a:pt x="5" y="1"/>
                </a:lnTo>
                <a:lnTo>
                  <a:pt x="3" y="1"/>
                </a:lnTo>
                <a:lnTo>
                  <a:pt x="2" y="3"/>
                </a:lnTo>
                <a:lnTo>
                  <a:pt x="2" y="1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2621160" y="53748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2601360" y="5376240"/>
            <a:ext cx="1080" cy="360"/>
          </a:xfrm>
          <a:custGeom>
            <a:avLst/>
            <a:gdLst/>
            <a:ahLst/>
            <a:rect l="0" t="0" r="r" b="b"/>
            <a:pathLst>
              <a:path w="3" h="1">
                <a:moveTo>
                  <a:pt x="3" y="1"/>
                </a:moveTo>
                <a:lnTo>
                  <a:pt x="2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2617560" y="537336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2" y="0"/>
                </a:moveTo>
                <a:lnTo>
                  <a:pt x="2" y="1"/>
                </a:lnTo>
                <a:lnTo>
                  <a:pt x="1" y="1"/>
                </a:lnTo>
                <a:lnTo>
                  <a:pt x="1" y="3"/>
                </a:lnTo>
                <a:lnTo>
                  <a:pt x="2" y="4"/>
                </a:lnTo>
                <a:lnTo>
                  <a:pt x="4" y="4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2606760" y="537408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4"/>
                </a:moveTo>
                <a:lnTo>
                  <a:pt x="4" y="5"/>
                </a:lnTo>
                <a:lnTo>
                  <a:pt x="2" y="5"/>
                </a:lnTo>
                <a:lnTo>
                  <a:pt x="2" y="4"/>
                </a:lnTo>
                <a:lnTo>
                  <a:pt x="1" y="5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4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2596320" y="53755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2617560" y="537120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5" y="0"/>
                </a:moveTo>
                <a:lnTo>
                  <a:pt x="5" y="2"/>
                </a:lnTo>
                <a:lnTo>
                  <a:pt x="6" y="2"/>
                </a:ln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lnTo>
                  <a:pt x="3" y="6"/>
                </a:lnTo>
                <a:lnTo>
                  <a:pt x="1" y="4"/>
                </a:lnTo>
                <a:lnTo>
                  <a:pt x="0" y="3"/>
                </a:lnTo>
                <a:lnTo>
                  <a:pt x="1" y="3"/>
                </a:lnTo>
                <a:lnTo>
                  <a:pt x="3" y="3"/>
                </a:lnTo>
                <a:lnTo>
                  <a:pt x="3" y="2"/>
                </a:lnTo>
                <a:lnTo>
                  <a:pt x="1" y="2"/>
                </a:lnTo>
                <a:lnTo>
                  <a:pt x="3" y="2"/>
                </a:lnTo>
                <a:lnTo>
                  <a:pt x="4" y="2"/>
                </a:lnTo>
                <a:lnTo>
                  <a:pt x="4" y="0"/>
                </a:lnTo>
                <a:lnTo>
                  <a:pt x="5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2615400" y="53690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lnTo>
                  <a:pt x="2" y="3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2602080" y="53701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2622240" y="53668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2"/>
                </a:move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2624400" y="535752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5" y="2"/>
                </a:moveTo>
                <a:lnTo>
                  <a:pt x="5" y="4"/>
                </a:lnTo>
                <a:lnTo>
                  <a:pt x="5" y="5"/>
                </a:lnTo>
                <a:lnTo>
                  <a:pt x="2" y="4"/>
                </a:lnTo>
                <a:lnTo>
                  <a:pt x="2" y="5"/>
                </a:lnTo>
                <a:lnTo>
                  <a:pt x="0" y="4"/>
                </a:lnTo>
                <a:lnTo>
                  <a:pt x="0" y="1"/>
                </a:lnTo>
                <a:lnTo>
                  <a:pt x="1" y="1"/>
                </a:lnTo>
                <a:lnTo>
                  <a:pt x="1" y="2"/>
                </a:lnTo>
                <a:lnTo>
                  <a:pt x="2" y="2"/>
                </a:lnTo>
                <a:lnTo>
                  <a:pt x="2" y="1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5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2613960" y="5355720"/>
            <a:ext cx="2880" cy="2880"/>
          </a:xfrm>
          <a:custGeom>
            <a:avLst/>
            <a:gdLst/>
            <a:ahLst/>
            <a:rect l="0" t="0" r="r" b="b"/>
            <a:pathLst>
              <a:path w="8" h="8">
                <a:moveTo>
                  <a:pt x="8" y="3"/>
                </a:moveTo>
                <a:lnTo>
                  <a:pt x="8" y="4"/>
                </a:lnTo>
                <a:lnTo>
                  <a:pt x="8" y="5"/>
                </a:lnTo>
                <a:lnTo>
                  <a:pt x="8" y="6"/>
                </a:lnTo>
                <a:lnTo>
                  <a:pt x="7" y="6"/>
                </a:lnTo>
                <a:lnTo>
                  <a:pt x="7" y="5"/>
                </a:lnTo>
                <a:lnTo>
                  <a:pt x="6" y="5"/>
                </a:lnTo>
                <a:lnTo>
                  <a:pt x="5" y="6"/>
                </a:lnTo>
                <a:lnTo>
                  <a:pt x="4" y="6"/>
                </a:lnTo>
                <a:lnTo>
                  <a:pt x="3" y="6"/>
                </a:lnTo>
                <a:lnTo>
                  <a:pt x="1" y="8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1" y="4"/>
                </a:lnTo>
                <a:lnTo>
                  <a:pt x="1" y="5"/>
                </a:lnTo>
                <a:lnTo>
                  <a:pt x="3" y="5"/>
                </a:lnTo>
                <a:lnTo>
                  <a:pt x="4" y="4"/>
                </a:lnTo>
                <a:lnTo>
                  <a:pt x="5" y="3"/>
                </a:lnTo>
                <a:lnTo>
                  <a:pt x="6" y="3"/>
                </a:lnTo>
                <a:lnTo>
                  <a:pt x="7" y="2"/>
                </a:lnTo>
                <a:lnTo>
                  <a:pt x="7" y="0"/>
                </a:lnTo>
                <a:lnTo>
                  <a:pt x="8" y="0"/>
                </a:lnTo>
                <a:lnTo>
                  <a:pt x="8" y="2"/>
                </a:lnTo>
                <a:lnTo>
                  <a:pt x="8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2615400" y="5355360"/>
            <a:ext cx="10440" cy="14760"/>
          </a:xfrm>
          <a:custGeom>
            <a:avLst/>
            <a:gdLst/>
            <a:ahLst/>
            <a:rect l="0" t="0" r="r" b="b"/>
            <a:pathLst>
              <a:path w="29" h="41">
                <a:moveTo>
                  <a:pt x="11" y="2"/>
                </a:moveTo>
                <a:lnTo>
                  <a:pt x="11" y="3"/>
                </a:lnTo>
                <a:lnTo>
                  <a:pt x="10" y="4"/>
                </a:lnTo>
                <a:lnTo>
                  <a:pt x="11" y="5"/>
                </a:lnTo>
                <a:lnTo>
                  <a:pt x="11" y="6"/>
                </a:lnTo>
                <a:lnTo>
                  <a:pt x="14" y="8"/>
                </a:lnTo>
                <a:lnTo>
                  <a:pt x="15" y="8"/>
                </a:lnTo>
                <a:lnTo>
                  <a:pt x="16" y="7"/>
                </a:lnTo>
                <a:lnTo>
                  <a:pt x="17" y="6"/>
                </a:lnTo>
                <a:lnTo>
                  <a:pt x="18" y="7"/>
                </a:lnTo>
                <a:lnTo>
                  <a:pt x="21" y="8"/>
                </a:lnTo>
                <a:lnTo>
                  <a:pt x="21" y="9"/>
                </a:lnTo>
                <a:lnTo>
                  <a:pt x="22" y="9"/>
                </a:lnTo>
                <a:lnTo>
                  <a:pt x="21" y="9"/>
                </a:lnTo>
                <a:lnTo>
                  <a:pt x="21" y="10"/>
                </a:lnTo>
                <a:lnTo>
                  <a:pt x="20" y="11"/>
                </a:lnTo>
                <a:lnTo>
                  <a:pt x="20" y="12"/>
                </a:lnTo>
                <a:lnTo>
                  <a:pt x="21" y="12"/>
                </a:lnTo>
                <a:lnTo>
                  <a:pt x="22" y="13"/>
                </a:lnTo>
                <a:lnTo>
                  <a:pt x="23" y="14"/>
                </a:lnTo>
                <a:lnTo>
                  <a:pt x="26" y="14"/>
                </a:lnTo>
                <a:lnTo>
                  <a:pt x="27" y="13"/>
                </a:lnTo>
                <a:lnTo>
                  <a:pt x="28" y="12"/>
                </a:lnTo>
                <a:lnTo>
                  <a:pt x="28" y="13"/>
                </a:lnTo>
                <a:lnTo>
                  <a:pt x="29" y="13"/>
                </a:lnTo>
                <a:lnTo>
                  <a:pt x="28" y="16"/>
                </a:lnTo>
                <a:lnTo>
                  <a:pt x="27" y="16"/>
                </a:lnTo>
                <a:lnTo>
                  <a:pt x="26" y="17"/>
                </a:lnTo>
                <a:lnTo>
                  <a:pt x="25" y="18"/>
                </a:lnTo>
                <a:lnTo>
                  <a:pt x="25" y="17"/>
                </a:lnTo>
                <a:lnTo>
                  <a:pt x="25" y="16"/>
                </a:lnTo>
                <a:lnTo>
                  <a:pt x="24" y="16"/>
                </a:lnTo>
                <a:lnTo>
                  <a:pt x="23" y="16"/>
                </a:lnTo>
                <a:lnTo>
                  <a:pt x="22" y="16"/>
                </a:lnTo>
                <a:lnTo>
                  <a:pt x="21" y="17"/>
                </a:lnTo>
                <a:lnTo>
                  <a:pt x="20" y="18"/>
                </a:lnTo>
                <a:lnTo>
                  <a:pt x="19" y="18"/>
                </a:lnTo>
                <a:lnTo>
                  <a:pt x="19" y="19"/>
                </a:lnTo>
                <a:lnTo>
                  <a:pt x="19" y="20"/>
                </a:lnTo>
                <a:lnTo>
                  <a:pt x="19" y="21"/>
                </a:lnTo>
                <a:lnTo>
                  <a:pt x="19" y="22"/>
                </a:lnTo>
                <a:lnTo>
                  <a:pt x="19" y="23"/>
                </a:lnTo>
                <a:lnTo>
                  <a:pt x="19" y="24"/>
                </a:lnTo>
                <a:lnTo>
                  <a:pt x="19" y="26"/>
                </a:lnTo>
                <a:lnTo>
                  <a:pt x="20" y="26"/>
                </a:lnTo>
                <a:lnTo>
                  <a:pt x="21" y="26"/>
                </a:lnTo>
                <a:lnTo>
                  <a:pt x="22" y="26"/>
                </a:lnTo>
                <a:lnTo>
                  <a:pt x="22" y="27"/>
                </a:lnTo>
                <a:lnTo>
                  <a:pt x="22" y="28"/>
                </a:lnTo>
                <a:lnTo>
                  <a:pt x="23" y="28"/>
                </a:lnTo>
                <a:lnTo>
                  <a:pt x="24" y="27"/>
                </a:lnTo>
                <a:lnTo>
                  <a:pt x="25" y="27"/>
                </a:lnTo>
                <a:lnTo>
                  <a:pt x="26" y="27"/>
                </a:lnTo>
                <a:lnTo>
                  <a:pt x="27" y="27"/>
                </a:lnTo>
                <a:lnTo>
                  <a:pt x="27" y="28"/>
                </a:lnTo>
                <a:lnTo>
                  <a:pt x="27" y="29"/>
                </a:lnTo>
                <a:lnTo>
                  <a:pt x="27" y="30"/>
                </a:lnTo>
                <a:lnTo>
                  <a:pt x="27" y="31"/>
                </a:lnTo>
                <a:lnTo>
                  <a:pt x="26" y="31"/>
                </a:lnTo>
                <a:lnTo>
                  <a:pt x="25" y="30"/>
                </a:lnTo>
                <a:lnTo>
                  <a:pt x="24" y="29"/>
                </a:lnTo>
                <a:lnTo>
                  <a:pt x="23" y="29"/>
                </a:lnTo>
                <a:lnTo>
                  <a:pt x="22" y="29"/>
                </a:lnTo>
                <a:lnTo>
                  <a:pt x="21" y="30"/>
                </a:lnTo>
                <a:lnTo>
                  <a:pt x="21" y="31"/>
                </a:lnTo>
                <a:lnTo>
                  <a:pt x="20" y="31"/>
                </a:lnTo>
                <a:lnTo>
                  <a:pt x="19" y="32"/>
                </a:lnTo>
                <a:lnTo>
                  <a:pt x="18" y="32"/>
                </a:lnTo>
                <a:lnTo>
                  <a:pt x="17" y="34"/>
                </a:lnTo>
                <a:lnTo>
                  <a:pt x="15" y="35"/>
                </a:lnTo>
                <a:lnTo>
                  <a:pt x="14" y="35"/>
                </a:lnTo>
                <a:lnTo>
                  <a:pt x="13" y="37"/>
                </a:lnTo>
                <a:lnTo>
                  <a:pt x="13" y="38"/>
                </a:lnTo>
                <a:lnTo>
                  <a:pt x="14" y="39"/>
                </a:lnTo>
                <a:lnTo>
                  <a:pt x="15" y="39"/>
                </a:lnTo>
                <a:lnTo>
                  <a:pt x="16" y="39"/>
                </a:lnTo>
                <a:lnTo>
                  <a:pt x="15" y="38"/>
                </a:lnTo>
                <a:lnTo>
                  <a:pt x="16" y="38"/>
                </a:lnTo>
                <a:lnTo>
                  <a:pt x="17" y="39"/>
                </a:lnTo>
                <a:lnTo>
                  <a:pt x="18" y="39"/>
                </a:lnTo>
                <a:lnTo>
                  <a:pt x="17" y="40"/>
                </a:lnTo>
                <a:lnTo>
                  <a:pt x="17" y="41"/>
                </a:lnTo>
                <a:lnTo>
                  <a:pt x="16" y="41"/>
                </a:lnTo>
                <a:lnTo>
                  <a:pt x="14" y="41"/>
                </a:lnTo>
                <a:lnTo>
                  <a:pt x="13" y="40"/>
                </a:lnTo>
                <a:lnTo>
                  <a:pt x="13" y="39"/>
                </a:lnTo>
                <a:lnTo>
                  <a:pt x="11" y="39"/>
                </a:lnTo>
                <a:lnTo>
                  <a:pt x="10" y="39"/>
                </a:lnTo>
                <a:lnTo>
                  <a:pt x="8" y="39"/>
                </a:lnTo>
                <a:lnTo>
                  <a:pt x="8" y="38"/>
                </a:lnTo>
                <a:lnTo>
                  <a:pt x="7" y="37"/>
                </a:lnTo>
                <a:lnTo>
                  <a:pt x="6" y="37"/>
                </a:lnTo>
                <a:lnTo>
                  <a:pt x="6" y="36"/>
                </a:lnTo>
                <a:lnTo>
                  <a:pt x="6" y="35"/>
                </a:lnTo>
                <a:lnTo>
                  <a:pt x="6" y="34"/>
                </a:lnTo>
                <a:lnTo>
                  <a:pt x="5" y="34"/>
                </a:lnTo>
                <a:lnTo>
                  <a:pt x="5" y="35"/>
                </a:lnTo>
                <a:lnTo>
                  <a:pt x="5" y="36"/>
                </a:lnTo>
                <a:lnTo>
                  <a:pt x="4" y="36"/>
                </a:lnTo>
                <a:lnTo>
                  <a:pt x="3" y="36"/>
                </a:lnTo>
                <a:lnTo>
                  <a:pt x="3" y="35"/>
                </a:lnTo>
                <a:lnTo>
                  <a:pt x="3" y="36"/>
                </a:lnTo>
                <a:lnTo>
                  <a:pt x="3" y="35"/>
                </a:lnTo>
                <a:lnTo>
                  <a:pt x="2" y="35"/>
                </a:lnTo>
                <a:lnTo>
                  <a:pt x="3" y="35"/>
                </a:lnTo>
                <a:lnTo>
                  <a:pt x="3" y="34"/>
                </a:lnTo>
                <a:lnTo>
                  <a:pt x="3" y="33"/>
                </a:lnTo>
                <a:lnTo>
                  <a:pt x="3" y="32"/>
                </a:lnTo>
                <a:lnTo>
                  <a:pt x="4" y="32"/>
                </a:lnTo>
                <a:lnTo>
                  <a:pt x="4" y="31"/>
                </a:lnTo>
                <a:lnTo>
                  <a:pt x="4" y="30"/>
                </a:lnTo>
                <a:lnTo>
                  <a:pt x="4" y="31"/>
                </a:lnTo>
                <a:lnTo>
                  <a:pt x="3" y="31"/>
                </a:lnTo>
                <a:lnTo>
                  <a:pt x="3" y="32"/>
                </a:lnTo>
                <a:lnTo>
                  <a:pt x="2" y="33"/>
                </a:lnTo>
                <a:lnTo>
                  <a:pt x="1" y="33"/>
                </a:lnTo>
                <a:lnTo>
                  <a:pt x="1" y="32"/>
                </a:lnTo>
                <a:lnTo>
                  <a:pt x="1" y="31"/>
                </a:lnTo>
                <a:lnTo>
                  <a:pt x="1" y="30"/>
                </a:lnTo>
                <a:lnTo>
                  <a:pt x="2" y="29"/>
                </a:lnTo>
                <a:lnTo>
                  <a:pt x="1" y="29"/>
                </a:lnTo>
                <a:lnTo>
                  <a:pt x="1" y="28"/>
                </a:lnTo>
                <a:lnTo>
                  <a:pt x="2" y="27"/>
                </a:lnTo>
                <a:lnTo>
                  <a:pt x="3" y="27"/>
                </a:lnTo>
                <a:lnTo>
                  <a:pt x="4" y="27"/>
                </a:lnTo>
                <a:lnTo>
                  <a:pt x="3" y="26"/>
                </a:lnTo>
                <a:lnTo>
                  <a:pt x="4" y="24"/>
                </a:lnTo>
                <a:lnTo>
                  <a:pt x="5" y="24"/>
                </a:lnTo>
                <a:lnTo>
                  <a:pt x="6" y="26"/>
                </a:lnTo>
                <a:lnTo>
                  <a:pt x="7" y="24"/>
                </a:lnTo>
                <a:lnTo>
                  <a:pt x="8" y="24"/>
                </a:lnTo>
                <a:lnTo>
                  <a:pt x="8" y="26"/>
                </a:lnTo>
                <a:lnTo>
                  <a:pt x="9" y="26"/>
                </a:lnTo>
                <a:lnTo>
                  <a:pt x="10" y="26"/>
                </a:lnTo>
                <a:lnTo>
                  <a:pt x="10" y="24"/>
                </a:lnTo>
                <a:lnTo>
                  <a:pt x="9" y="24"/>
                </a:lnTo>
                <a:lnTo>
                  <a:pt x="9" y="23"/>
                </a:lnTo>
                <a:lnTo>
                  <a:pt x="8" y="23"/>
                </a:lnTo>
                <a:lnTo>
                  <a:pt x="7" y="23"/>
                </a:lnTo>
                <a:lnTo>
                  <a:pt x="5" y="23"/>
                </a:lnTo>
                <a:lnTo>
                  <a:pt x="5" y="22"/>
                </a:lnTo>
                <a:lnTo>
                  <a:pt x="5" y="21"/>
                </a:lnTo>
                <a:lnTo>
                  <a:pt x="5" y="19"/>
                </a:lnTo>
                <a:lnTo>
                  <a:pt x="5" y="18"/>
                </a:lnTo>
                <a:lnTo>
                  <a:pt x="4" y="16"/>
                </a:lnTo>
                <a:lnTo>
                  <a:pt x="3" y="15"/>
                </a:lnTo>
                <a:lnTo>
                  <a:pt x="2" y="14"/>
                </a:lnTo>
                <a:lnTo>
                  <a:pt x="1" y="14"/>
                </a:lnTo>
                <a:lnTo>
                  <a:pt x="1" y="13"/>
                </a:lnTo>
                <a:lnTo>
                  <a:pt x="0" y="12"/>
                </a:lnTo>
                <a:lnTo>
                  <a:pt x="0" y="11"/>
                </a:lnTo>
                <a:lnTo>
                  <a:pt x="0" y="12"/>
                </a:lnTo>
                <a:lnTo>
                  <a:pt x="0" y="11"/>
                </a:lnTo>
                <a:lnTo>
                  <a:pt x="1" y="11"/>
                </a:lnTo>
                <a:lnTo>
                  <a:pt x="2" y="9"/>
                </a:lnTo>
                <a:lnTo>
                  <a:pt x="2" y="8"/>
                </a:lnTo>
                <a:lnTo>
                  <a:pt x="3" y="8"/>
                </a:lnTo>
                <a:lnTo>
                  <a:pt x="3" y="7"/>
                </a:lnTo>
                <a:lnTo>
                  <a:pt x="3" y="8"/>
                </a:lnTo>
                <a:lnTo>
                  <a:pt x="4" y="8"/>
                </a:lnTo>
                <a:lnTo>
                  <a:pt x="4" y="7"/>
                </a:lnTo>
                <a:lnTo>
                  <a:pt x="4" y="6"/>
                </a:lnTo>
                <a:lnTo>
                  <a:pt x="6" y="4"/>
                </a:lnTo>
                <a:lnTo>
                  <a:pt x="7" y="5"/>
                </a:lnTo>
                <a:lnTo>
                  <a:pt x="7" y="6"/>
                </a:lnTo>
                <a:lnTo>
                  <a:pt x="8" y="6"/>
                </a:lnTo>
                <a:lnTo>
                  <a:pt x="7" y="5"/>
                </a:lnTo>
                <a:lnTo>
                  <a:pt x="7" y="4"/>
                </a:lnTo>
                <a:lnTo>
                  <a:pt x="8" y="3"/>
                </a:lnTo>
                <a:lnTo>
                  <a:pt x="9" y="2"/>
                </a:lnTo>
                <a:lnTo>
                  <a:pt x="9" y="1"/>
                </a:lnTo>
                <a:lnTo>
                  <a:pt x="13" y="0"/>
                </a:lnTo>
                <a:lnTo>
                  <a:pt x="11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2612880" y="535572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5" y="3"/>
                </a:move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3" y="1"/>
                </a:lnTo>
                <a:lnTo>
                  <a:pt x="5" y="1"/>
                </a:lnTo>
                <a:lnTo>
                  <a:pt x="5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2609280" y="535608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2" y="3"/>
                </a:moveTo>
                <a:lnTo>
                  <a:pt x="2" y="5"/>
                </a:lnTo>
                <a:lnTo>
                  <a:pt x="0" y="3"/>
                </a:lnTo>
                <a:lnTo>
                  <a:pt x="2" y="3"/>
                </a:lnTo>
                <a:lnTo>
                  <a:pt x="4" y="0"/>
                </a:lnTo>
                <a:lnTo>
                  <a:pt x="4" y="2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2608920" y="5355720"/>
            <a:ext cx="2880" cy="3240"/>
          </a:xfrm>
          <a:custGeom>
            <a:avLst/>
            <a:gdLst/>
            <a:ahLst/>
            <a:rect l="0" t="0" r="r" b="b"/>
            <a:pathLst>
              <a:path w="8" h="9">
                <a:moveTo>
                  <a:pt x="7" y="1"/>
                </a:moveTo>
                <a:lnTo>
                  <a:pt x="7" y="3"/>
                </a:lnTo>
                <a:lnTo>
                  <a:pt x="7" y="4"/>
                </a:lnTo>
                <a:lnTo>
                  <a:pt x="6" y="6"/>
                </a:lnTo>
                <a:lnTo>
                  <a:pt x="4" y="8"/>
                </a:lnTo>
                <a:lnTo>
                  <a:pt x="4" y="9"/>
                </a:lnTo>
                <a:lnTo>
                  <a:pt x="1" y="9"/>
                </a:lnTo>
                <a:lnTo>
                  <a:pt x="0" y="9"/>
                </a:lnTo>
                <a:lnTo>
                  <a:pt x="0" y="8"/>
                </a:lnTo>
                <a:lnTo>
                  <a:pt x="1" y="6"/>
                </a:lnTo>
                <a:lnTo>
                  <a:pt x="1" y="8"/>
                </a:lnTo>
                <a:lnTo>
                  <a:pt x="1" y="9"/>
                </a:lnTo>
                <a:lnTo>
                  <a:pt x="3" y="9"/>
                </a:lnTo>
                <a:lnTo>
                  <a:pt x="3" y="8"/>
                </a:lnTo>
                <a:lnTo>
                  <a:pt x="3" y="6"/>
                </a:lnTo>
                <a:lnTo>
                  <a:pt x="4" y="4"/>
                </a:lnTo>
                <a:lnTo>
                  <a:pt x="5" y="4"/>
                </a:lnTo>
                <a:lnTo>
                  <a:pt x="5" y="3"/>
                </a:lnTo>
                <a:lnTo>
                  <a:pt x="6" y="3"/>
                </a:lnTo>
                <a:lnTo>
                  <a:pt x="6" y="2"/>
                </a:lnTo>
                <a:lnTo>
                  <a:pt x="6" y="3"/>
                </a:lnTo>
                <a:lnTo>
                  <a:pt x="7" y="2"/>
                </a:lnTo>
                <a:lnTo>
                  <a:pt x="7" y="1"/>
                </a:lnTo>
                <a:lnTo>
                  <a:pt x="8" y="0"/>
                </a:lnTo>
                <a:lnTo>
                  <a:pt x="7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2612520" y="535536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0"/>
                </a:moveTo>
                <a:lnTo>
                  <a:pt x="1" y="2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2613240" y="53506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2625840" y="533736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3"/>
                </a:lnTo>
                <a:lnTo>
                  <a:pt x="2" y="5"/>
                </a:lnTo>
                <a:lnTo>
                  <a:pt x="0" y="5"/>
                </a:lnTo>
                <a:lnTo>
                  <a:pt x="2" y="2"/>
                </a:lnTo>
                <a:lnTo>
                  <a:pt x="2" y="1"/>
                </a:lnTo>
                <a:lnTo>
                  <a:pt x="3" y="0"/>
                </a:lnTo>
                <a:lnTo>
                  <a:pt x="3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2624040" y="533736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0"/>
                </a:moveTo>
                <a:lnTo>
                  <a:pt x="2" y="2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2608560" y="53319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2" y="2"/>
                </a:lnTo>
                <a:lnTo>
                  <a:pt x="0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2604600" y="5331600"/>
            <a:ext cx="5760" cy="4680"/>
          </a:xfrm>
          <a:custGeom>
            <a:avLst/>
            <a:gdLst/>
            <a:ahLst/>
            <a:rect l="0" t="0" r="r" b="b"/>
            <a:pathLst>
              <a:path w="16" h="13">
                <a:moveTo>
                  <a:pt x="8" y="1"/>
                </a:moveTo>
                <a:lnTo>
                  <a:pt x="9" y="1"/>
                </a:lnTo>
                <a:lnTo>
                  <a:pt x="11" y="3"/>
                </a:lnTo>
                <a:lnTo>
                  <a:pt x="13" y="3"/>
                </a:lnTo>
                <a:lnTo>
                  <a:pt x="13" y="4"/>
                </a:lnTo>
                <a:lnTo>
                  <a:pt x="14" y="6"/>
                </a:lnTo>
                <a:lnTo>
                  <a:pt x="14" y="7"/>
                </a:lnTo>
                <a:lnTo>
                  <a:pt x="15" y="6"/>
                </a:lnTo>
                <a:lnTo>
                  <a:pt x="16" y="9"/>
                </a:lnTo>
                <a:lnTo>
                  <a:pt x="15" y="10"/>
                </a:lnTo>
                <a:lnTo>
                  <a:pt x="14" y="11"/>
                </a:lnTo>
                <a:lnTo>
                  <a:pt x="12" y="11"/>
                </a:lnTo>
                <a:lnTo>
                  <a:pt x="11" y="11"/>
                </a:lnTo>
                <a:lnTo>
                  <a:pt x="9" y="11"/>
                </a:lnTo>
                <a:lnTo>
                  <a:pt x="8" y="12"/>
                </a:lnTo>
                <a:lnTo>
                  <a:pt x="7" y="12"/>
                </a:lnTo>
                <a:lnTo>
                  <a:pt x="6" y="13"/>
                </a:lnTo>
                <a:lnTo>
                  <a:pt x="5" y="13"/>
                </a:lnTo>
                <a:lnTo>
                  <a:pt x="4" y="12"/>
                </a:lnTo>
                <a:lnTo>
                  <a:pt x="4" y="11"/>
                </a:lnTo>
                <a:lnTo>
                  <a:pt x="2" y="11"/>
                </a:lnTo>
                <a:lnTo>
                  <a:pt x="1" y="11"/>
                </a:lnTo>
                <a:lnTo>
                  <a:pt x="1" y="10"/>
                </a:lnTo>
                <a:lnTo>
                  <a:pt x="0" y="10"/>
                </a:lnTo>
                <a:lnTo>
                  <a:pt x="2" y="4"/>
                </a:lnTo>
                <a:lnTo>
                  <a:pt x="4" y="3"/>
                </a:lnTo>
                <a:lnTo>
                  <a:pt x="6" y="1"/>
                </a:lnTo>
                <a:lnTo>
                  <a:pt x="7" y="1"/>
                </a:lnTo>
                <a:lnTo>
                  <a:pt x="6" y="1"/>
                </a:lnTo>
                <a:lnTo>
                  <a:pt x="7" y="0"/>
                </a:lnTo>
                <a:lnTo>
                  <a:pt x="7" y="1"/>
                </a:lnTo>
                <a:lnTo>
                  <a:pt x="8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2609640" y="533052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6" y="1"/>
                </a:moveTo>
                <a:lnTo>
                  <a:pt x="4" y="1"/>
                </a:lnTo>
                <a:lnTo>
                  <a:pt x="3" y="1"/>
                </a:lnTo>
                <a:lnTo>
                  <a:pt x="3" y="2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0" y="2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6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2606760" y="5329440"/>
            <a:ext cx="3240" cy="2160"/>
          </a:xfrm>
          <a:custGeom>
            <a:avLst/>
            <a:gdLst/>
            <a:ahLst/>
            <a:rect l="0" t="0" r="r" b="b"/>
            <a:pathLst>
              <a:path w="9" h="6">
                <a:moveTo>
                  <a:pt x="6" y="1"/>
                </a:moveTo>
                <a:lnTo>
                  <a:pt x="7" y="2"/>
                </a:lnTo>
                <a:lnTo>
                  <a:pt x="7" y="1"/>
                </a:lnTo>
                <a:lnTo>
                  <a:pt x="8" y="1"/>
                </a:lnTo>
                <a:lnTo>
                  <a:pt x="9" y="1"/>
                </a:lnTo>
                <a:lnTo>
                  <a:pt x="9" y="2"/>
                </a:lnTo>
                <a:lnTo>
                  <a:pt x="9" y="1"/>
                </a:lnTo>
                <a:lnTo>
                  <a:pt x="9" y="2"/>
                </a:lnTo>
                <a:lnTo>
                  <a:pt x="8" y="2"/>
                </a:lnTo>
                <a:lnTo>
                  <a:pt x="8" y="3"/>
                </a:lnTo>
                <a:lnTo>
                  <a:pt x="8" y="5"/>
                </a:lnTo>
                <a:lnTo>
                  <a:pt x="8" y="6"/>
                </a:lnTo>
                <a:lnTo>
                  <a:pt x="7" y="6"/>
                </a:lnTo>
                <a:lnTo>
                  <a:pt x="6" y="5"/>
                </a:lnTo>
                <a:lnTo>
                  <a:pt x="4" y="5"/>
                </a:lnTo>
                <a:lnTo>
                  <a:pt x="2" y="5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5" y="0"/>
                </a:lnTo>
                <a:lnTo>
                  <a:pt x="5" y="1"/>
                </a:lnTo>
                <a:lnTo>
                  <a:pt x="6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2621880" y="5327280"/>
            <a:ext cx="2880" cy="2160"/>
          </a:xfrm>
          <a:custGeom>
            <a:avLst/>
            <a:gdLst/>
            <a:ahLst/>
            <a:rect l="0" t="0" r="r" b="b"/>
            <a:pathLst>
              <a:path w="8" h="6">
                <a:moveTo>
                  <a:pt x="3" y="0"/>
                </a:move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4" y="2"/>
                </a:lnTo>
                <a:lnTo>
                  <a:pt x="5" y="1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7" y="2"/>
                </a:lnTo>
                <a:lnTo>
                  <a:pt x="5" y="4"/>
                </a:lnTo>
                <a:lnTo>
                  <a:pt x="4" y="4"/>
                </a:lnTo>
                <a:lnTo>
                  <a:pt x="4" y="6"/>
                </a:lnTo>
                <a:lnTo>
                  <a:pt x="3" y="6"/>
                </a:lnTo>
                <a:lnTo>
                  <a:pt x="3" y="4"/>
                </a:lnTo>
                <a:lnTo>
                  <a:pt x="2" y="6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2624040" y="5322960"/>
            <a:ext cx="2520" cy="3240"/>
          </a:xfrm>
          <a:custGeom>
            <a:avLst/>
            <a:gdLst/>
            <a:ahLst/>
            <a:rect l="0" t="0" r="r" b="b"/>
            <a:pathLst>
              <a:path w="7" h="9">
                <a:moveTo>
                  <a:pt x="5" y="1"/>
                </a:moveTo>
                <a:lnTo>
                  <a:pt x="6" y="1"/>
                </a:lnTo>
                <a:lnTo>
                  <a:pt x="6" y="3"/>
                </a:lnTo>
                <a:lnTo>
                  <a:pt x="7" y="3"/>
                </a:lnTo>
                <a:lnTo>
                  <a:pt x="7" y="4"/>
                </a:lnTo>
                <a:lnTo>
                  <a:pt x="7" y="5"/>
                </a:ln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1" y="7"/>
                </a:lnTo>
                <a:lnTo>
                  <a:pt x="1" y="8"/>
                </a:lnTo>
                <a:lnTo>
                  <a:pt x="1" y="9"/>
                </a:lnTo>
                <a:lnTo>
                  <a:pt x="0" y="9"/>
                </a:ln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1" y="4"/>
                </a:lnTo>
                <a:lnTo>
                  <a:pt x="2" y="4"/>
                </a:lnTo>
                <a:lnTo>
                  <a:pt x="3" y="1"/>
                </a:lnTo>
                <a:lnTo>
                  <a:pt x="5" y="0"/>
                </a:lnTo>
                <a:lnTo>
                  <a:pt x="5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2625120" y="53222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2624040" y="532080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2" y="5"/>
                </a:moveTo>
                <a:lnTo>
                  <a:pt x="0" y="3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2" y="5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2646720" y="5311800"/>
            <a:ext cx="2880" cy="2160"/>
          </a:xfrm>
          <a:custGeom>
            <a:avLst/>
            <a:gdLst/>
            <a:ahLst/>
            <a:rect l="0" t="0" r="r" b="b"/>
            <a:pathLst>
              <a:path w="8" h="6">
                <a:moveTo>
                  <a:pt x="3" y="0"/>
                </a:moveTo>
                <a:lnTo>
                  <a:pt x="3" y="2"/>
                </a:lnTo>
                <a:lnTo>
                  <a:pt x="3" y="3"/>
                </a:lnTo>
                <a:lnTo>
                  <a:pt x="4" y="3"/>
                </a:lnTo>
                <a:lnTo>
                  <a:pt x="4" y="2"/>
                </a:lnTo>
                <a:lnTo>
                  <a:pt x="5" y="0"/>
                </a:lnTo>
                <a:lnTo>
                  <a:pt x="5" y="2"/>
                </a:lnTo>
                <a:lnTo>
                  <a:pt x="6" y="2"/>
                </a:lnTo>
                <a:lnTo>
                  <a:pt x="8" y="3"/>
                </a:lnTo>
                <a:lnTo>
                  <a:pt x="6" y="3"/>
                </a:lnTo>
                <a:lnTo>
                  <a:pt x="5" y="4"/>
                </a:lnTo>
                <a:lnTo>
                  <a:pt x="4" y="6"/>
                </a:lnTo>
                <a:lnTo>
                  <a:pt x="3" y="6"/>
                </a:lnTo>
                <a:lnTo>
                  <a:pt x="3" y="4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2" y="2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2619360" y="531360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2" y="3"/>
                </a:move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2618280" y="53139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2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2629440" y="53082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2624400" y="5307120"/>
            <a:ext cx="2160" cy="2880"/>
          </a:xfrm>
          <a:custGeom>
            <a:avLst/>
            <a:gdLst/>
            <a:ahLst/>
            <a:rect l="0" t="0" r="r" b="b"/>
            <a:pathLst>
              <a:path w="6" h="8">
                <a:moveTo>
                  <a:pt x="6" y="2"/>
                </a:moveTo>
                <a:lnTo>
                  <a:pt x="6" y="3"/>
                </a:lnTo>
                <a:lnTo>
                  <a:pt x="6" y="4"/>
                </a:lnTo>
                <a:lnTo>
                  <a:pt x="6" y="5"/>
                </a:lnTo>
                <a:lnTo>
                  <a:pt x="5" y="6"/>
                </a:lnTo>
                <a:lnTo>
                  <a:pt x="5" y="5"/>
                </a:lnTo>
                <a:lnTo>
                  <a:pt x="4" y="5"/>
                </a:lnTo>
                <a:lnTo>
                  <a:pt x="2" y="6"/>
                </a:lnTo>
                <a:lnTo>
                  <a:pt x="2" y="8"/>
                </a:lnTo>
                <a:lnTo>
                  <a:pt x="1" y="8"/>
                </a:lnTo>
                <a:lnTo>
                  <a:pt x="0" y="6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2" y="3"/>
                </a:lnTo>
                <a:lnTo>
                  <a:pt x="2" y="2"/>
                </a:ln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5" y="2"/>
                </a:lnTo>
                <a:lnTo>
                  <a:pt x="5" y="0"/>
                </a:lnTo>
                <a:lnTo>
                  <a:pt x="6" y="0"/>
                </a:lnTo>
                <a:lnTo>
                  <a:pt x="6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2629440" y="530568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2"/>
                </a:move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2622600" y="53060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4"/>
                </a:moveTo>
                <a:lnTo>
                  <a:pt x="2" y="3"/>
                </a:lnTo>
                <a:lnTo>
                  <a:pt x="2" y="1"/>
                </a:lnTo>
                <a:lnTo>
                  <a:pt x="0" y="0"/>
                </a:lnTo>
                <a:lnTo>
                  <a:pt x="2" y="0"/>
                </a:lnTo>
                <a:lnTo>
                  <a:pt x="4" y="1"/>
                </a:lnTo>
                <a:lnTo>
                  <a:pt x="2" y="3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2629800" y="530460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1" y="2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lnTo>
                  <a:pt x="1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2612880" y="53064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0"/>
                </a:moveTo>
                <a:lnTo>
                  <a:pt x="4" y="2"/>
                </a:lnTo>
                <a:lnTo>
                  <a:pt x="4" y="4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2628360" y="5302080"/>
            <a:ext cx="2520" cy="3240"/>
          </a:xfrm>
          <a:custGeom>
            <a:avLst/>
            <a:gdLst/>
            <a:ahLst/>
            <a:rect l="0" t="0" r="r" b="b"/>
            <a:pathLst>
              <a:path w="7" h="9">
                <a:moveTo>
                  <a:pt x="6" y="6"/>
                </a:moveTo>
                <a:lnTo>
                  <a:pt x="5" y="6"/>
                </a:lnTo>
                <a:lnTo>
                  <a:pt x="3" y="6"/>
                </a:lnTo>
                <a:lnTo>
                  <a:pt x="3" y="7"/>
                </a:lnTo>
                <a:lnTo>
                  <a:pt x="3" y="8"/>
                </a:lnTo>
                <a:lnTo>
                  <a:pt x="2" y="9"/>
                </a:lnTo>
                <a:lnTo>
                  <a:pt x="1" y="9"/>
                </a:lnTo>
                <a:lnTo>
                  <a:pt x="0" y="8"/>
                </a:lnTo>
                <a:lnTo>
                  <a:pt x="0" y="7"/>
                </a:lnTo>
                <a:lnTo>
                  <a:pt x="1" y="6"/>
                </a:lnTo>
                <a:lnTo>
                  <a:pt x="2" y="6"/>
                </a:lnTo>
                <a:lnTo>
                  <a:pt x="2" y="5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5" y="0"/>
                </a:lnTo>
                <a:lnTo>
                  <a:pt x="6" y="0"/>
                </a:lnTo>
                <a:lnTo>
                  <a:pt x="7" y="1"/>
                </a:lnTo>
                <a:lnTo>
                  <a:pt x="7" y="2"/>
                </a:lnTo>
                <a:lnTo>
                  <a:pt x="7" y="3"/>
                </a:lnTo>
                <a:lnTo>
                  <a:pt x="6" y="5"/>
                </a:lnTo>
                <a:lnTo>
                  <a:pt x="6" y="6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2612520" y="53046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2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2610720" y="5303520"/>
            <a:ext cx="2880" cy="1800"/>
          </a:xfrm>
          <a:custGeom>
            <a:avLst/>
            <a:gdLst/>
            <a:ahLst/>
            <a:rect l="0" t="0" r="r" b="b"/>
            <a:pathLst>
              <a:path w="8" h="5">
                <a:moveTo>
                  <a:pt x="8" y="1"/>
                </a:moveTo>
                <a:lnTo>
                  <a:pt x="8" y="3"/>
                </a:lnTo>
                <a:lnTo>
                  <a:pt x="7" y="3"/>
                </a:lnTo>
                <a:lnTo>
                  <a:pt x="6" y="3"/>
                </a:lnTo>
                <a:lnTo>
                  <a:pt x="5" y="4"/>
                </a:lnTo>
                <a:lnTo>
                  <a:pt x="2" y="5"/>
                </a:lnTo>
                <a:lnTo>
                  <a:pt x="1" y="5"/>
                </a:lnTo>
                <a:lnTo>
                  <a:pt x="0" y="4"/>
                </a:lnTo>
                <a:lnTo>
                  <a:pt x="0" y="3"/>
                </a:lnTo>
                <a:lnTo>
                  <a:pt x="1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8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2638800" y="529848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3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2617920" y="53013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2" y="2"/>
                </a:lnTo>
                <a:lnTo>
                  <a:pt x="2" y="0"/>
                </a:lnTo>
                <a:lnTo>
                  <a:pt x="4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2637360" y="52981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2605320" y="5301360"/>
            <a:ext cx="5400" cy="3240"/>
          </a:xfrm>
          <a:custGeom>
            <a:avLst/>
            <a:gdLst/>
            <a:ahLst/>
            <a:rect l="0" t="0" r="r" b="b"/>
            <a:pathLst>
              <a:path w="15" h="9">
                <a:moveTo>
                  <a:pt x="15" y="0"/>
                </a:moveTo>
                <a:lnTo>
                  <a:pt x="14" y="2"/>
                </a:lnTo>
                <a:lnTo>
                  <a:pt x="13" y="2"/>
                </a:lnTo>
                <a:lnTo>
                  <a:pt x="12" y="3"/>
                </a:lnTo>
                <a:lnTo>
                  <a:pt x="10" y="3"/>
                </a:lnTo>
                <a:lnTo>
                  <a:pt x="10" y="4"/>
                </a:lnTo>
                <a:lnTo>
                  <a:pt x="9" y="5"/>
                </a:lnTo>
                <a:lnTo>
                  <a:pt x="9" y="7"/>
                </a:lnTo>
                <a:lnTo>
                  <a:pt x="8" y="7"/>
                </a:lnTo>
                <a:lnTo>
                  <a:pt x="5" y="8"/>
                </a:lnTo>
                <a:lnTo>
                  <a:pt x="3" y="8"/>
                </a:lnTo>
                <a:lnTo>
                  <a:pt x="2" y="9"/>
                </a:lnTo>
                <a:lnTo>
                  <a:pt x="2" y="8"/>
                </a:lnTo>
                <a:lnTo>
                  <a:pt x="1" y="8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2" y="2"/>
                </a:lnTo>
                <a:lnTo>
                  <a:pt x="4" y="2"/>
                </a:lnTo>
                <a:lnTo>
                  <a:pt x="7" y="2"/>
                </a:lnTo>
                <a:lnTo>
                  <a:pt x="9" y="2"/>
                </a:lnTo>
                <a:lnTo>
                  <a:pt x="10" y="1"/>
                </a:lnTo>
                <a:lnTo>
                  <a:pt x="10" y="0"/>
                </a:lnTo>
                <a:lnTo>
                  <a:pt x="13" y="0"/>
                </a:lnTo>
                <a:lnTo>
                  <a:pt x="14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2639880" y="52963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2611800" y="530028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6" y="1"/>
                </a:moveTo>
                <a:lnTo>
                  <a:pt x="6" y="3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0" y="1"/>
                </a:lnTo>
                <a:lnTo>
                  <a:pt x="2" y="0"/>
                </a:lnTo>
                <a:lnTo>
                  <a:pt x="6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2611080" y="53002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2617200" y="5298840"/>
            <a:ext cx="2520" cy="2160"/>
          </a:xfrm>
          <a:custGeom>
            <a:avLst/>
            <a:gdLst/>
            <a:ahLst/>
            <a:rect l="0" t="0" r="r" b="b"/>
            <a:pathLst>
              <a:path w="7" h="6">
                <a:moveTo>
                  <a:pt x="5" y="0"/>
                </a:moveTo>
                <a:lnTo>
                  <a:pt x="6" y="0"/>
                </a:lnTo>
                <a:lnTo>
                  <a:pt x="7" y="1"/>
                </a:lnTo>
                <a:lnTo>
                  <a:pt x="6" y="1"/>
                </a:lnTo>
                <a:lnTo>
                  <a:pt x="6" y="2"/>
                </a:lnTo>
                <a:lnTo>
                  <a:pt x="5" y="2"/>
                </a:lnTo>
                <a:lnTo>
                  <a:pt x="5" y="4"/>
                </a:lnTo>
                <a:lnTo>
                  <a:pt x="5" y="5"/>
                </a:lnTo>
                <a:lnTo>
                  <a:pt x="6" y="5"/>
                </a:lnTo>
                <a:lnTo>
                  <a:pt x="6" y="6"/>
                </a:lnTo>
                <a:lnTo>
                  <a:pt x="7" y="6"/>
                </a:lnTo>
                <a:lnTo>
                  <a:pt x="5" y="6"/>
                </a:lnTo>
                <a:lnTo>
                  <a:pt x="5" y="5"/>
                </a:lnTo>
                <a:lnTo>
                  <a:pt x="4" y="5"/>
                </a:lnTo>
                <a:lnTo>
                  <a:pt x="4" y="6"/>
                </a:lnTo>
                <a:lnTo>
                  <a:pt x="4" y="5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2627280" y="529740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3" y="4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3" y="0"/>
                </a:lnTo>
                <a:lnTo>
                  <a:pt x="5" y="2"/>
                </a:lnTo>
                <a:lnTo>
                  <a:pt x="3" y="2"/>
                </a:lnTo>
                <a:lnTo>
                  <a:pt x="3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2638080" y="529524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1"/>
                </a:moveTo>
                <a:lnTo>
                  <a:pt x="2" y="1"/>
                </a:lnTo>
                <a:lnTo>
                  <a:pt x="1" y="1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2603520" y="529920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6" y="1"/>
                </a:moveTo>
                <a:lnTo>
                  <a:pt x="5" y="1"/>
                </a:lnTo>
                <a:lnTo>
                  <a:pt x="3" y="3"/>
                </a:lnTo>
                <a:lnTo>
                  <a:pt x="4" y="3"/>
                </a:lnTo>
                <a:lnTo>
                  <a:pt x="5" y="1"/>
                </a:lnTo>
                <a:lnTo>
                  <a:pt x="5" y="3"/>
                </a:lnTo>
                <a:lnTo>
                  <a:pt x="5" y="4"/>
                </a:lnTo>
                <a:lnTo>
                  <a:pt x="5" y="5"/>
                </a:lnTo>
                <a:lnTo>
                  <a:pt x="3" y="5"/>
                </a:lnTo>
                <a:lnTo>
                  <a:pt x="3" y="4"/>
                </a:lnTo>
                <a:lnTo>
                  <a:pt x="1" y="4"/>
                </a:lnTo>
                <a:lnTo>
                  <a:pt x="1" y="3"/>
                </a:lnTo>
                <a:lnTo>
                  <a:pt x="1" y="4"/>
                </a:lnTo>
                <a:lnTo>
                  <a:pt x="1" y="5"/>
                </a:lnTo>
                <a:lnTo>
                  <a:pt x="0" y="4"/>
                </a:lnTo>
                <a:lnTo>
                  <a:pt x="1" y="3"/>
                </a:lnTo>
                <a:lnTo>
                  <a:pt x="1" y="1"/>
                </a:lnTo>
                <a:lnTo>
                  <a:pt x="3" y="0"/>
                </a:lnTo>
                <a:lnTo>
                  <a:pt x="4" y="0"/>
                </a:lnTo>
                <a:lnTo>
                  <a:pt x="5" y="1"/>
                </a:lnTo>
                <a:lnTo>
                  <a:pt x="6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2603880" y="52984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0"/>
                </a:move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2604240" y="52977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2601000" y="529704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6" y="0"/>
                </a:moveTo>
                <a:lnTo>
                  <a:pt x="4" y="1"/>
                </a:lnTo>
                <a:lnTo>
                  <a:pt x="4" y="2"/>
                </a:lnTo>
                <a:lnTo>
                  <a:pt x="4" y="3"/>
                </a:lnTo>
                <a:lnTo>
                  <a:pt x="3" y="5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6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2627280" y="52912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2625840" y="5290200"/>
            <a:ext cx="1800" cy="720"/>
          </a:xfrm>
          <a:custGeom>
            <a:avLst/>
            <a:gdLst/>
            <a:ahLst/>
            <a:rect l="0" t="0" r="r" b="b"/>
            <a:pathLst>
              <a:path w="5" h="2">
                <a:moveTo>
                  <a:pt x="5" y="0"/>
                </a:moveTo>
                <a:lnTo>
                  <a:pt x="3" y="0"/>
                </a:lnTo>
                <a:lnTo>
                  <a:pt x="3" y="2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2630160" y="528660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3"/>
                </a:moveTo>
                <a:lnTo>
                  <a:pt x="2" y="3"/>
                </a:lnTo>
                <a:lnTo>
                  <a:pt x="0" y="1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4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2631240" y="52837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2"/>
                </a:move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  <a:lnTo>
                  <a:pt x="3" y="3"/>
                </a:ln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2633040" y="528300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5" y="4"/>
                </a:moveTo>
                <a:lnTo>
                  <a:pt x="2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6" y="1"/>
                </a:lnTo>
                <a:lnTo>
                  <a:pt x="5" y="1"/>
                </a:lnTo>
                <a:lnTo>
                  <a:pt x="5" y="3"/>
                </a:lnTo>
                <a:lnTo>
                  <a:pt x="5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2637360" y="5281560"/>
            <a:ext cx="720" cy="0"/>
          </a:xfrm>
          <a:custGeom>
            <a:avLst/>
            <a:gdLst/>
            <a:ahLst/>
            <a:rect l="0" t="0" r="r" b="b"/>
            <a:pathLst>
              <a:path w="2" h="0">
                <a:moveTo>
                  <a:pt x="2" y="0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2634840" y="5281200"/>
            <a:ext cx="3960" cy="2880"/>
          </a:xfrm>
          <a:custGeom>
            <a:avLst/>
            <a:gdLst/>
            <a:ahLst/>
            <a:rect l="0" t="0" r="r" b="b"/>
            <a:pathLst>
              <a:path w="11" h="8">
                <a:moveTo>
                  <a:pt x="4" y="0"/>
                </a:moveTo>
                <a:lnTo>
                  <a:pt x="4" y="1"/>
                </a:lnTo>
                <a:lnTo>
                  <a:pt x="5" y="1"/>
                </a:lnTo>
                <a:lnTo>
                  <a:pt x="7" y="1"/>
                </a:lnTo>
                <a:lnTo>
                  <a:pt x="8" y="2"/>
                </a:lnTo>
                <a:lnTo>
                  <a:pt x="8" y="4"/>
                </a:lnTo>
                <a:lnTo>
                  <a:pt x="9" y="4"/>
                </a:lnTo>
                <a:lnTo>
                  <a:pt x="10" y="4"/>
                </a:lnTo>
                <a:lnTo>
                  <a:pt x="11" y="4"/>
                </a:lnTo>
                <a:lnTo>
                  <a:pt x="11" y="5"/>
                </a:lnTo>
                <a:lnTo>
                  <a:pt x="10" y="5"/>
                </a:lnTo>
                <a:lnTo>
                  <a:pt x="9" y="5"/>
                </a:lnTo>
                <a:lnTo>
                  <a:pt x="8" y="7"/>
                </a:lnTo>
                <a:lnTo>
                  <a:pt x="7" y="8"/>
                </a:lnTo>
                <a:lnTo>
                  <a:pt x="5" y="8"/>
                </a:lnTo>
                <a:lnTo>
                  <a:pt x="3" y="8"/>
                </a:lnTo>
                <a:lnTo>
                  <a:pt x="3" y="7"/>
                </a:lnTo>
                <a:lnTo>
                  <a:pt x="1" y="7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1" y="1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2653200" y="52772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1"/>
                </a:lnTo>
                <a:lnTo>
                  <a:pt x="0" y="1"/>
                </a:lnTo>
                <a:lnTo>
                  <a:pt x="0" y="3"/>
                </a:lnTo>
                <a:lnTo>
                  <a:pt x="2" y="3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2652120" y="52765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3"/>
                </a:move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2637360" y="527328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5" y="0"/>
                </a:moveTo>
                <a:lnTo>
                  <a:pt x="5" y="2"/>
                </a:lnTo>
                <a:lnTo>
                  <a:pt x="3" y="2"/>
                </a:lnTo>
                <a:lnTo>
                  <a:pt x="2" y="4"/>
                </a:lnTo>
                <a:lnTo>
                  <a:pt x="0" y="4"/>
                </a:lnTo>
                <a:lnTo>
                  <a:pt x="2" y="2"/>
                </a:lnTo>
                <a:lnTo>
                  <a:pt x="3" y="0"/>
                </a:lnTo>
                <a:lnTo>
                  <a:pt x="5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2635920" y="5267520"/>
            <a:ext cx="2880" cy="3240"/>
          </a:xfrm>
          <a:custGeom>
            <a:avLst/>
            <a:gdLst/>
            <a:ahLst/>
            <a:rect l="0" t="0" r="r" b="b"/>
            <a:pathLst>
              <a:path w="8" h="9">
                <a:moveTo>
                  <a:pt x="1" y="0"/>
                </a:moveTo>
                <a:lnTo>
                  <a:pt x="2" y="1"/>
                </a:lnTo>
                <a:lnTo>
                  <a:pt x="2" y="3"/>
                </a:lnTo>
                <a:lnTo>
                  <a:pt x="3" y="4"/>
                </a:lnTo>
                <a:lnTo>
                  <a:pt x="5" y="5"/>
                </a:lnTo>
                <a:lnTo>
                  <a:pt x="6" y="5"/>
                </a:lnTo>
                <a:lnTo>
                  <a:pt x="6" y="6"/>
                </a:lnTo>
                <a:lnTo>
                  <a:pt x="6" y="7"/>
                </a:lnTo>
                <a:lnTo>
                  <a:pt x="7" y="7"/>
                </a:lnTo>
                <a:lnTo>
                  <a:pt x="8" y="7"/>
                </a:lnTo>
                <a:lnTo>
                  <a:pt x="8" y="8"/>
                </a:lnTo>
                <a:lnTo>
                  <a:pt x="7" y="8"/>
                </a:lnTo>
                <a:lnTo>
                  <a:pt x="7" y="9"/>
                </a:lnTo>
                <a:lnTo>
                  <a:pt x="6" y="9"/>
                </a:lnTo>
                <a:lnTo>
                  <a:pt x="6" y="7"/>
                </a:lnTo>
                <a:lnTo>
                  <a:pt x="6" y="6"/>
                </a:lnTo>
                <a:lnTo>
                  <a:pt x="5" y="6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2630160" y="5266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2431440" y="5220000"/>
            <a:ext cx="207720" cy="264600"/>
          </a:xfrm>
          <a:custGeom>
            <a:avLst/>
            <a:gdLst/>
            <a:ahLst/>
            <a:rect l="0" t="0" r="r" b="b"/>
            <a:pathLst>
              <a:path w="577" h="735">
                <a:moveTo>
                  <a:pt x="324" y="0"/>
                </a:moveTo>
                <a:lnTo>
                  <a:pt x="325" y="1"/>
                </a:lnTo>
                <a:lnTo>
                  <a:pt x="325" y="2"/>
                </a:lnTo>
                <a:lnTo>
                  <a:pt x="325" y="3"/>
                </a:lnTo>
                <a:lnTo>
                  <a:pt x="325" y="4"/>
                </a:lnTo>
                <a:lnTo>
                  <a:pt x="325" y="5"/>
                </a:lnTo>
                <a:lnTo>
                  <a:pt x="326" y="5"/>
                </a:lnTo>
                <a:lnTo>
                  <a:pt x="327" y="5"/>
                </a:lnTo>
                <a:lnTo>
                  <a:pt x="328" y="6"/>
                </a:lnTo>
                <a:lnTo>
                  <a:pt x="327" y="7"/>
                </a:lnTo>
                <a:lnTo>
                  <a:pt x="327" y="8"/>
                </a:lnTo>
                <a:lnTo>
                  <a:pt x="326" y="9"/>
                </a:lnTo>
                <a:lnTo>
                  <a:pt x="327" y="9"/>
                </a:lnTo>
                <a:lnTo>
                  <a:pt x="327" y="8"/>
                </a:lnTo>
                <a:lnTo>
                  <a:pt x="328" y="8"/>
                </a:lnTo>
                <a:lnTo>
                  <a:pt x="329" y="9"/>
                </a:lnTo>
                <a:lnTo>
                  <a:pt x="330" y="9"/>
                </a:lnTo>
                <a:lnTo>
                  <a:pt x="330" y="10"/>
                </a:lnTo>
                <a:lnTo>
                  <a:pt x="331" y="11"/>
                </a:lnTo>
                <a:lnTo>
                  <a:pt x="332" y="11"/>
                </a:lnTo>
                <a:lnTo>
                  <a:pt x="332" y="10"/>
                </a:lnTo>
                <a:lnTo>
                  <a:pt x="334" y="9"/>
                </a:lnTo>
                <a:lnTo>
                  <a:pt x="335" y="9"/>
                </a:lnTo>
                <a:lnTo>
                  <a:pt x="336" y="9"/>
                </a:lnTo>
                <a:lnTo>
                  <a:pt x="336" y="10"/>
                </a:lnTo>
                <a:lnTo>
                  <a:pt x="337" y="10"/>
                </a:lnTo>
                <a:lnTo>
                  <a:pt x="336" y="11"/>
                </a:lnTo>
                <a:lnTo>
                  <a:pt x="337" y="11"/>
                </a:lnTo>
                <a:lnTo>
                  <a:pt x="338" y="11"/>
                </a:lnTo>
                <a:lnTo>
                  <a:pt x="338" y="12"/>
                </a:lnTo>
                <a:lnTo>
                  <a:pt x="337" y="13"/>
                </a:lnTo>
                <a:lnTo>
                  <a:pt x="337" y="14"/>
                </a:lnTo>
                <a:lnTo>
                  <a:pt x="336" y="14"/>
                </a:lnTo>
                <a:lnTo>
                  <a:pt x="336" y="15"/>
                </a:lnTo>
                <a:lnTo>
                  <a:pt x="335" y="15"/>
                </a:lnTo>
                <a:lnTo>
                  <a:pt x="335" y="16"/>
                </a:lnTo>
                <a:lnTo>
                  <a:pt x="335" y="17"/>
                </a:lnTo>
                <a:lnTo>
                  <a:pt x="334" y="17"/>
                </a:lnTo>
                <a:lnTo>
                  <a:pt x="333" y="18"/>
                </a:lnTo>
                <a:lnTo>
                  <a:pt x="333" y="19"/>
                </a:lnTo>
                <a:lnTo>
                  <a:pt x="332" y="19"/>
                </a:lnTo>
                <a:lnTo>
                  <a:pt x="332" y="20"/>
                </a:lnTo>
                <a:lnTo>
                  <a:pt x="333" y="20"/>
                </a:lnTo>
                <a:lnTo>
                  <a:pt x="332" y="21"/>
                </a:lnTo>
                <a:lnTo>
                  <a:pt x="333" y="21"/>
                </a:lnTo>
                <a:lnTo>
                  <a:pt x="334" y="21"/>
                </a:lnTo>
                <a:lnTo>
                  <a:pt x="335" y="20"/>
                </a:lnTo>
                <a:lnTo>
                  <a:pt x="336" y="20"/>
                </a:lnTo>
                <a:lnTo>
                  <a:pt x="336" y="21"/>
                </a:lnTo>
                <a:lnTo>
                  <a:pt x="336" y="20"/>
                </a:lnTo>
                <a:lnTo>
                  <a:pt x="337" y="20"/>
                </a:lnTo>
                <a:lnTo>
                  <a:pt x="337" y="21"/>
                </a:lnTo>
                <a:lnTo>
                  <a:pt x="338" y="22"/>
                </a:lnTo>
                <a:lnTo>
                  <a:pt x="338" y="23"/>
                </a:lnTo>
                <a:lnTo>
                  <a:pt x="339" y="23"/>
                </a:lnTo>
                <a:lnTo>
                  <a:pt x="339" y="24"/>
                </a:lnTo>
                <a:lnTo>
                  <a:pt x="339" y="25"/>
                </a:lnTo>
                <a:lnTo>
                  <a:pt x="338" y="25"/>
                </a:lnTo>
                <a:lnTo>
                  <a:pt x="338" y="26"/>
                </a:lnTo>
                <a:lnTo>
                  <a:pt x="339" y="27"/>
                </a:lnTo>
                <a:lnTo>
                  <a:pt x="339" y="28"/>
                </a:lnTo>
                <a:lnTo>
                  <a:pt x="338" y="29"/>
                </a:lnTo>
                <a:lnTo>
                  <a:pt x="337" y="29"/>
                </a:lnTo>
                <a:lnTo>
                  <a:pt x="336" y="29"/>
                </a:lnTo>
                <a:lnTo>
                  <a:pt x="335" y="29"/>
                </a:lnTo>
                <a:lnTo>
                  <a:pt x="335" y="30"/>
                </a:lnTo>
                <a:lnTo>
                  <a:pt x="334" y="31"/>
                </a:lnTo>
                <a:lnTo>
                  <a:pt x="334" y="32"/>
                </a:lnTo>
                <a:lnTo>
                  <a:pt x="333" y="33"/>
                </a:lnTo>
                <a:lnTo>
                  <a:pt x="332" y="33"/>
                </a:lnTo>
                <a:lnTo>
                  <a:pt x="332" y="34"/>
                </a:lnTo>
                <a:lnTo>
                  <a:pt x="331" y="34"/>
                </a:lnTo>
                <a:lnTo>
                  <a:pt x="331" y="35"/>
                </a:lnTo>
                <a:lnTo>
                  <a:pt x="331" y="36"/>
                </a:lnTo>
                <a:lnTo>
                  <a:pt x="330" y="36"/>
                </a:lnTo>
                <a:lnTo>
                  <a:pt x="330" y="37"/>
                </a:lnTo>
                <a:lnTo>
                  <a:pt x="329" y="37"/>
                </a:lnTo>
                <a:lnTo>
                  <a:pt x="329" y="38"/>
                </a:lnTo>
                <a:lnTo>
                  <a:pt x="329" y="39"/>
                </a:lnTo>
                <a:lnTo>
                  <a:pt x="329" y="40"/>
                </a:lnTo>
                <a:lnTo>
                  <a:pt x="329" y="42"/>
                </a:lnTo>
                <a:lnTo>
                  <a:pt x="330" y="42"/>
                </a:lnTo>
                <a:lnTo>
                  <a:pt x="331" y="41"/>
                </a:lnTo>
                <a:lnTo>
                  <a:pt x="332" y="42"/>
                </a:lnTo>
                <a:lnTo>
                  <a:pt x="332" y="43"/>
                </a:lnTo>
                <a:lnTo>
                  <a:pt x="331" y="44"/>
                </a:lnTo>
                <a:lnTo>
                  <a:pt x="331" y="45"/>
                </a:lnTo>
                <a:lnTo>
                  <a:pt x="331" y="47"/>
                </a:lnTo>
                <a:lnTo>
                  <a:pt x="332" y="47"/>
                </a:lnTo>
                <a:lnTo>
                  <a:pt x="332" y="48"/>
                </a:lnTo>
                <a:lnTo>
                  <a:pt x="332" y="50"/>
                </a:lnTo>
                <a:lnTo>
                  <a:pt x="332" y="51"/>
                </a:lnTo>
                <a:lnTo>
                  <a:pt x="333" y="52"/>
                </a:lnTo>
                <a:lnTo>
                  <a:pt x="335" y="53"/>
                </a:lnTo>
                <a:lnTo>
                  <a:pt x="335" y="54"/>
                </a:lnTo>
                <a:lnTo>
                  <a:pt x="336" y="54"/>
                </a:lnTo>
                <a:lnTo>
                  <a:pt x="336" y="55"/>
                </a:lnTo>
                <a:lnTo>
                  <a:pt x="337" y="55"/>
                </a:lnTo>
                <a:lnTo>
                  <a:pt x="338" y="55"/>
                </a:lnTo>
                <a:lnTo>
                  <a:pt x="339" y="55"/>
                </a:lnTo>
                <a:lnTo>
                  <a:pt x="340" y="55"/>
                </a:lnTo>
                <a:lnTo>
                  <a:pt x="341" y="56"/>
                </a:lnTo>
                <a:lnTo>
                  <a:pt x="342" y="56"/>
                </a:lnTo>
                <a:lnTo>
                  <a:pt x="343" y="57"/>
                </a:lnTo>
                <a:lnTo>
                  <a:pt x="343" y="58"/>
                </a:lnTo>
                <a:lnTo>
                  <a:pt x="344" y="58"/>
                </a:lnTo>
                <a:lnTo>
                  <a:pt x="345" y="58"/>
                </a:lnTo>
                <a:lnTo>
                  <a:pt x="345" y="59"/>
                </a:lnTo>
                <a:lnTo>
                  <a:pt x="346" y="59"/>
                </a:lnTo>
                <a:lnTo>
                  <a:pt x="346" y="60"/>
                </a:lnTo>
                <a:lnTo>
                  <a:pt x="346" y="61"/>
                </a:lnTo>
                <a:lnTo>
                  <a:pt x="347" y="62"/>
                </a:lnTo>
                <a:lnTo>
                  <a:pt x="348" y="62"/>
                </a:lnTo>
                <a:lnTo>
                  <a:pt x="347" y="62"/>
                </a:lnTo>
                <a:lnTo>
                  <a:pt x="347" y="63"/>
                </a:lnTo>
                <a:lnTo>
                  <a:pt x="347" y="64"/>
                </a:lnTo>
                <a:lnTo>
                  <a:pt x="348" y="64"/>
                </a:lnTo>
                <a:lnTo>
                  <a:pt x="348" y="65"/>
                </a:lnTo>
                <a:lnTo>
                  <a:pt x="349" y="65"/>
                </a:lnTo>
                <a:lnTo>
                  <a:pt x="348" y="66"/>
                </a:lnTo>
                <a:lnTo>
                  <a:pt x="348" y="67"/>
                </a:lnTo>
                <a:lnTo>
                  <a:pt x="348" y="68"/>
                </a:lnTo>
                <a:lnTo>
                  <a:pt x="349" y="69"/>
                </a:lnTo>
                <a:lnTo>
                  <a:pt x="349" y="70"/>
                </a:lnTo>
                <a:lnTo>
                  <a:pt x="349" y="71"/>
                </a:lnTo>
                <a:lnTo>
                  <a:pt x="350" y="71"/>
                </a:lnTo>
                <a:lnTo>
                  <a:pt x="350" y="72"/>
                </a:lnTo>
                <a:lnTo>
                  <a:pt x="351" y="73"/>
                </a:lnTo>
                <a:lnTo>
                  <a:pt x="352" y="73"/>
                </a:lnTo>
                <a:lnTo>
                  <a:pt x="351" y="74"/>
                </a:lnTo>
                <a:lnTo>
                  <a:pt x="351" y="75"/>
                </a:lnTo>
                <a:lnTo>
                  <a:pt x="352" y="75"/>
                </a:lnTo>
                <a:lnTo>
                  <a:pt x="352" y="76"/>
                </a:lnTo>
                <a:lnTo>
                  <a:pt x="351" y="76"/>
                </a:lnTo>
                <a:lnTo>
                  <a:pt x="351" y="77"/>
                </a:lnTo>
                <a:lnTo>
                  <a:pt x="351" y="78"/>
                </a:lnTo>
                <a:lnTo>
                  <a:pt x="352" y="78"/>
                </a:lnTo>
                <a:lnTo>
                  <a:pt x="353" y="78"/>
                </a:lnTo>
                <a:lnTo>
                  <a:pt x="353" y="79"/>
                </a:lnTo>
                <a:lnTo>
                  <a:pt x="353" y="80"/>
                </a:lnTo>
                <a:lnTo>
                  <a:pt x="354" y="80"/>
                </a:lnTo>
                <a:lnTo>
                  <a:pt x="354" y="81"/>
                </a:lnTo>
                <a:lnTo>
                  <a:pt x="355" y="82"/>
                </a:lnTo>
                <a:lnTo>
                  <a:pt x="355" y="83"/>
                </a:lnTo>
                <a:lnTo>
                  <a:pt x="356" y="84"/>
                </a:lnTo>
                <a:lnTo>
                  <a:pt x="357" y="84"/>
                </a:lnTo>
                <a:lnTo>
                  <a:pt x="357" y="85"/>
                </a:lnTo>
                <a:lnTo>
                  <a:pt x="358" y="85"/>
                </a:lnTo>
                <a:lnTo>
                  <a:pt x="358" y="86"/>
                </a:lnTo>
                <a:lnTo>
                  <a:pt x="359" y="86"/>
                </a:lnTo>
                <a:lnTo>
                  <a:pt x="360" y="86"/>
                </a:lnTo>
                <a:lnTo>
                  <a:pt x="359" y="87"/>
                </a:lnTo>
                <a:lnTo>
                  <a:pt x="360" y="87"/>
                </a:lnTo>
                <a:lnTo>
                  <a:pt x="360" y="88"/>
                </a:lnTo>
                <a:lnTo>
                  <a:pt x="359" y="88"/>
                </a:lnTo>
                <a:lnTo>
                  <a:pt x="357" y="89"/>
                </a:lnTo>
                <a:lnTo>
                  <a:pt x="358" y="90"/>
                </a:lnTo>
                <a:lnTo>
                  <a:pt x="358" y="91"/>
                </a:lnTo>
                <a:lnTo>
                  <a:pt x="357" y="92"/>
                </a:lnTo>
                <a:lnTo>
                  <a:pt x="358" y="92"/>
                </a:lnTo>
                <a:lnTo>
                  <a:pt x="358" y="93"/>
                </a:lnTo>
                <a:lnTo>
                  <a:pt x="359" y="95"/>
                </a:lnTo>
                <a:lnTo>
                  <a:pt x="360" y="95"/>
                </a:lnTo>
                <a:lnTo>
                  <a:pt x="361" y="95"/>
                </a:lnTo>
                <a:lnTo>
                  <a:pt x="361" y="96"/>
                </a:lnTo>
                <a:lnTo>
                  <a:pt x="362" y="97"/>
                </a:lnTo>
                <a:lnTo>
                  <a:pt x="362" y="98"/>
                </a:lnTo>
                <a:lnTo>
                  <a:pt x="362" y="99"/>
                </a:lnTo>
                <a:lnTo>
                  <a:pt x="362" y="100"/>
                </a:lnTo>
                <a:lnTo>
                  <a:pt x="363" y="100"/>
                </a:lnTo>
                <a:lnTo>
                  <a:pt x="364" y="101"/>
                </a:lnTo>
                <a:lnTo>
                  <a:pt x="364" y="102"/>
                </a:lnTo>
                <a:lnTo>
                  <a:pt x="363" y="103"/>
                </a:lnTo>
                <a:lnTo>
                  <a:pt x="363" y="104"/>
                </a:lnTo>
                <a:lnTo>
                  <a:pt x="364" y="104"/>
                </a:lnTo>
                <a:lnTo>
                  <a:pt x="363" y="104"/>
                </a:lnTo>
                <a:lnTo>
                  <a:pt x="363" y="105"/>
                </a:lnTo>
                <a:lnTo>
                  <a:pt x="363" y="106"/>
                </a:lnTo>
                <a:lnTo>
                  <a:pt x="363" y="107"/>
                </a:lnTo>
                <a:lnTo>
                  <a:pt x="364" y="108"/>
                </a:lnTo>
                <a:lnTo>
                  <a:pt x="365" y="108"/>
                </a:lnTo>
                <a:lnTo>
                  <a:pt x="364" y="108"/>
                </a:lnTo>
                <a:lnTo>
                  <a:pt x="363" y="108"/>
                </a:lnTo>
                <a:lnTo>
                  <a:pt x="363" y="109"/>
                </a:lnTo>
                <a:lnTo>
                  <a:pt x="363" y="110"/>
                </a:lnTo>
                <a:lnTo>
                  <a:pt x="363" y="111"/>
                </a:lnTo>
                <a:lnTo>
                  <a:pt x="362" y="112"/>
                </a:lnTo>
                <a:lnTo>
                  <a:pt x="362" y="113"/>
                </a:lnTo>
                <a:lnTo>
                  <a:pt x="361" y="113"/>
                </a:lnTo>
                <a:lnTo>
                  <a:pt x="360" y="113"/>
                </a:lnTo>
                <a:lnTo>
                  <a:pt x="359" y="114"/>
                </a:lnTo>
                <a:lnTo>
                  <a:pt x="359" y="115"/>
                </a:lnTo>
                <a:lnTo>
                  <a:pt x="359" y="116"/>
                </a:lnTo>
                <a:lnTo>
                  <a:pt x="359" y="117"/>
                </a:lnTo>
                <a:lnTo>
                  <a:pt x="359" y="118"/>
                </a:lnTo>
                <a:lnTo>
                  <a:pt x="359" y="117"/>
                </a:lnTo>
                <a:lnTo>
                  <a:pt x="360" y="117"/>
                </a:lnTo>
                <a:lnTo>
                  <a:pt x="361" y="117"/>
                </a:lnTo>
                <a:lnTo>
                  <a:pt x="361" y="118"/>
                </a:lnTo>
                <a:lnTo>
                  <a:pt x="362" y="119"/>
                </a:lnTo>
                <a:lnTo>
                  <a:pt x="363" y="119"/>
                </a:lnTo>
                <a:lnTo>
                  <a:pt x="363" y="120"/>
                </a:lnTo>
                <a:lnTo>
                  <a:pt x="364" y="120"/>
                </a:lnTo>
                <a:lnTo>
                  <a:pt x="364" y="121"/>
                </a:lnTo>
                <a:lnTo>
                  <a:pt x="363" y="121"/>
                </a:lnTo>
                <a:lnTo>
                  <a:pt x="363" y="122"/>
                </a:lnTo>
                <a:lnTo>
                  <a:pt x="364" y="122"/>
                </a:lnTo>
                <a:lnTo>
                  <a:pt x="365" y="122"/>
                </a:lnTo>
                <a:lnTo>
                  <a:pt x="365" y="123"/>
                </a:lnTo>
                <a:lnTo>
                  <a:pt x="366" y="123"/>
                </a:lnTo>
                <a:lnTo>
                  <a:pt x="365" y="124"/>
                </a:lnTo>
                <a:lnTo>
                  <a:pt x="366" y="124"/>
                </a:lnTo>
                <a:lnTo>
                  <a:pt x="367" y="124"/>
                </a:lnTo>
                <a:lnTo>
                  <a:pt x="368" y="124"/>
                </a:lnTo>
                <a:lnTo>
                  <a:pt x="370" y="124"/>
                </a:lnTo>
                <a:lnTo>
                  <a:pt x="371" y="124"/>
                </a:lnTo>
                <a:lnTo>
                  <a:pt x="372" y="124"/>
                </a:lnTo>
                <a:lnTo>
                  <a:pt x="373" y="125"/>
                </a:lnTo>
                <a:lnTo>
                  <a:pt x="373" y="124"/>
                </a:lnTo>
                <a:lnTo>
                  <a:pt x="374" y="124"/>
                </a:lnTo>
                <a:lnTo>
                  <a:pt x="374" y="123"/>
                </a:lnTo>
                <a:lnTo>
                  <a:pt x="373" y="122"/>
                </a:lnTo>
                <a:lnTo>
                  <a:pt x="374" y="122"/>
                </a:lnTo>
                <a:lnTo>
                  <a:pt x="375" y="121"/>
                </a:lnTo>
                <a:lnTo>
                  <a:pt x="376" y="121"/>
                </a:lnTo>
                <a:lnTo>
                  <a:pt x="377" y="120"/>
                </a:lnTo>
                <a:lnTo>
                  <a:pt x="377" y="119"/>
                </a:lnTo>
                <a:lnTo>
                  <a:pt x="376" y="118"/>
                </a:lnTo>
                <a:lnTo>
                  <a:pt x="375" y="118"/>
                </a:lnTo>
                <a:lnTo>
                  <a:pt x="376" y="117"/>
                </a:lnTo>
                <a:lnTo>
                  <a:pt x="377" y="117"/>
                </a:lnTo>
                <a:lnTo>
                  <a:pt x="378" y="118"/>
                </a:lnTo>
                <a:lnTo>
                  <a:pt x="378" y="117"/>
                </a:lnTo>
                <a:lnTo>
                  <a:pt x="379" y="117"/>
                </a:lnTo>
                <a:lnTo>
                  <a:pt x="380" y="117"/>
                </a:lnTo>
                <a:lnTo>
                  <a:pt x="379" y="117"/>
                </a:lnTo>
                <a:lnTo>
                  <a:pt x="380" y="117"/>
                </a:lnTo>
                <a:lnTo>
                  <a:pt x="381" y="117"/>
                </a:lnTo>
                <a:lnTo>
                  <a:pt x="381" y="118"/>
                </a:lnTo>
                <a:lnTo>
                  <a:pt x="382" y="118"/>
                </a:lnTo>
                <a:lnTo>
                  <a:pt x="383" y="119"/>
                </a:lnTo>
                <a:lnTo>
                  <a:pt x="384" y="119"/>
                </a:lnTo>
                <a:lnTo>
                  <a:pt x="386" y="119"/>
                </a:lnTo>
                <a:lnTo>
                  <a:pt x="386" y="120"/>
                </a:lnTo>
                <a:lnTo>
                  <a:pt x="387" y="121"/>
                </a:lnTo>
                <a:lnTo>
                  <a:pt x="387" y="120"/>
                </a:lnTo>
                <a:lnTo>
                  <a:pt x="388" y="120"/>
                </a:lnTo>
                <a:lnTo>
                  <a:pt x="389" y="120"/>
                </a:lnTo>
                <a:lnTo>
                  <a:pt x="389" y="121"/>
                </a:lnTo>
                <a:lnTo>
                  <a:pt x="390" y="121"/>
                </a:lnTo>
                <a:lnTo>
                  <a:pt x="390" y="120"/>
                </a:lnTo>
                <a:lnTo>
                  <a:pt x="391" y="120"/>
                </a:lnTo>
                <a:lnTo>
                  <a:pt x="391" y="119"/>
                </a:lnTo>
                <a:lnTo>
                  <a:pt x="392" y="118"/>
                </a:lnTo>
                <a:lnTo>
                  <a:pt x="393" y="118"/>
                </a:lnTo>
                <a:lnTo>
                  <a:pt x="393" y="117"/>
                </a:lnTo>
                <a:lnTo>
                  <a:pt x="395" y="117"/>
                </a:lnTo>
                <a:lnTo>
                  <a:pt x="395" y="118"/>
                </a:lnTo>
                <a:lnTo>
                  <a:pt x="396" y="119"/>
                </a:lnTo>
                <a:lnTo>
                  <a:pt x="396" y="120"/>
                </a:lnTo>
                <a:lnTo>
                  <a:pt x="395" y="120"/>
                </a:lnTo>
                <a:lnTo>
                  <a:pt x="394" y="120"/>
                </a:lnTo>
                <a:lnTo>
                  <a:pt x="394" y="121"/>
                </a:lnTo>
                <a:lnTo>
                  <a:pt x="395" y="121"/>
                </a:lnTo>
                <a:lnTo>
                  <a:pt x="395" y="122"/>
                </a:lnTo>
                <a:lnTo>
                  <a:pt x="396" y="122"/>
                </a:lnTo>
                <a:lnTo>
                  <a:pt x="395" y="122"/>
                </a:lnTo>
                <a:lnTo>
                  <a:pt x="395" y="124"/>
                </a:lnTo>
                <a:lnTo>
                  <a:pt x="396" y="125"/>
                </a:lnTo>
                <a:lnTo>
                  <a:pt x="397" y="125"/>
                </a:lnTo>
                <a:lnTo>
                  <a:pt x="397" y="124"/>
                </a:lnTo>
                <a:lnTo>
                  <a:pt x="398" y="124"/>
                </a:lnTo>
                <a:lnTo>
                  <a:pt x="399" y="125"/>
                </a:lnTo>
                <a:lnTo>
                  <a:pt x="400" y="125"/>
                </a:lnTo>
                <a:lnTo>
                  <a:pt x="401" y="125"/>
                </a:lnTo>
                <a:lnTo>
                  <a:pt x="402" y="125"/>
                </a:lnTo>
                <a:lnTo>
                  <a:pt x="403" y="124"/>
                </a:lnTo>
                <a:lnTo>
                  <a:pt x="404" y="125"/>
                </a:lnTo>
                <a:lnTo>
                  <a:pt x="405" y="125"/>
                </a:lnTo>
                <a:lnTo>
                  <a:pt x="406" y="125"/>
                </a:lnTo>
                <a:lnTo>
                  <a:pt x="407" y="125"/>
                </a:lnTo>
                <a:lnTo>
                  <a:pt x="408" y="125"/>
                </a:lnTo>
                <a:lnTo>
                  <a:pt x="409" y="125"/>
                </a:lnTo>
                <a:lnTo>
                  <a:pt x="410" y="125"/>
                </a:lnTo>
                <a:lnTo>
                  <a:pt x="410" y="124"/>
                </a:lnTo>
                <a:lnTo>
                  <a:pt x="411" y="125"/>
                </a:lnTo>
                <a:lnTo>
                  <a:pt x="412" y="124"/>
                </a:lnTo>
                <a:lnTo>
                  <a:pt x="411" y="124"/>
                </a:lnTo>
                <a:lnTo>
                  <a:pt x="411" y="123"/>
                </a:lnTo>
                <a:lnTo>
                  <a:pt x="412" y="123"/>
                </a:lnTo>
                <a:lnTo>
                  <a:pt x="412" y="124"/>
                </a:lnTo>
                <a:lnTo>
                  <a:pt x="413" y="124"/>
                </a:lnTo>
                <a:lnTo>
                  <a:pt x="414" y="124"/>
                </a:lnTo>
                <a:lnTo>
                  <a:pt x="415" y="124"/>
                </a:lnTo>
                <a:lnTo>
                  <a:pt x="415" y="123"/>
                </a:lnTo>
                <a:lnTo>
                  <a:pt x="416" y="121"/>
                </a:lnTo>
                <a:lnTo>
                  <a:pt x="416" y="120"/>
                </a:lnTo>
                <a:lnTo>
                  <a:pt x="416" y="118"/>
                </a:lnTo>
                <a:lnTo>
                  <a:pt x="416" y="119"/>
                </a:lnTo>
                <a:lnTo>
                  <a:pt x="417" y="118"/>
                </a:lnTo>
                <a:lnTo>
                  <a:pt x="417" y="117"/>
                </a:lnTo>
                <a:lnTo>
                  <a:pt x="418" y="116"/>
                </a:lnTo>
                <a:lnTo>
                  <a:pt x="418" y="117"/>
                </a:lnTo>
                <a:lnTo>
                  <a:pt x="419" y="116"/>
                </a:lnTo>
                <a:lnTo>
                  <a:pt x="420" y="116"/>
                </a:lnTo>
                <a:lnTo>
                  <a:pt x="421" y="115"/>
                </a:lnTo>
                <a:lnTo>
                  <a:pt x="421" y="113"/>
                </a:lnTo>
                <a:lnTo>
                  <a:pt x="421" y="114"/>
                </a:lnTo>
                <a:lnTo>
                  <a:pt x="422" y="113"/>
                </a:lnTo>
                <a:lnTo>
                  <a:pt x="423" y="113"/>
                </a:lnTo>
                <a:lnTo>
                  <a:pt x="423" y="112"/>
                </a:lnTo>
                <a:lnTo>
                  <a:pt x="424" y="112"/>
                </a:lnTo>
                <a:lnTo>
                  <a:pt x="424" y="111"/>
                </a:lnTo>
                <a:lnTo>
                  <a:pt x="423" y="110"/>
                </a:lnTo>
                <a:lnTo>
                  <a:pt x="422" y="109"/>
                </a:lnTo>
                <a:lnTo>
                  <a:pt x="422" y="108"/>
                </a:lnTo>
                <a:lnTo>
                  <a:pt x="423" y="108"/>
                </a:lnTo>
                <a:lnTo>
                  <a:pt x="423" y="107"/>
                </a:lnTo>
                <a:lnTo>
                  <a:pt x="424" y="107"/>
                </a:lnTo>
                <a:lnTo>
                  <a:pt x="425" y="107"/>
                </a:lnTo>
                <a:lnTo>
                  <a:pt x="425" y="106"/>
                </a:lnTo>
                <a:lnTo>
                  <a:pt x="426" y="105"/>
                </a:lnTo>
                <a:lnTo>
                  <a:pt x="427" y="105"/>
                </a:lnTo>
                <a:lnTo>
                  <a:pt x="428" y="104"/>
                </a:lnTo>
                <a:lnTo>
                  <a:pt x="429" y="104"/>
                </a:lnTo>
                <a:lnTo>
                  <a:pt x="430" y="104"/>
                </a:lnTo>
                <a:lnTo>
                  <a:pt x="431" y="104"/>
                </a:lnTo>
                <a:lnTo>
                  <a:pt x="432" y="104"/>
                </a:lnTo>
                <a:lnTo>
                  <a:pt x="433" y="104"/>
                </a:lnTo>
                <a:lnTo>
                  <a:pt x="434" y="105"/>
                </a:lnTo>
                <a:lnTo>
                  <a:pt x="434" y="107"/>
                </a:lnTo>
                <a:lnTo>
                  <a:pt x="435" y="107"/>
                </a:lnTo>
                <a:lnTo>
                  <a:pt x="436" y="107"/>
                </a:lnTo>
                <a:lnTo>
                  <a:pt x="437" y="107"/>
                </a:lnTo>
                <a:lnTo>
                  <a:pt x="437" y="106"/>
                </a:lnTo>
                <a:lnTo>
                  <a:pt x="438" y="105"/>
                </a:lnTo>
                <a:lnTo>
                  <a:pt x="439" y="105"/>
                </a:lnTo>
                <a:lnTo>
                  <a:pt x="439" y="104"/>
                </a:lnTo>
                <a:lnTo>
                  <a:pt x="439" y="103"/>
                </a:lnTo>
                <a:lnTo>
                  <a:pt x="439" y="102"/>
                </a:lnTo>
                <a:lnTo>
                  <a:pt x="440" y="101"/>
                </a:lnTo>
                <a:lnTo>
                  <a:pt x="441" y="100"/>
                </a:lnTo>
                <a:lnTo>
                  <a:pt x="441" y="99"/>
                </a:lnTo>
                <a:lnTo>
                  <a:pt x="441" y="98"/>
                </a:lnTo>
                <a:lnTo>
                  <a:pt x="441" y="97"/>
                </a:lnTo>
                <a:lnTo>
                  <a:pt x="440" y="96"/>
                </a:lnTo>
                <a:lnTo>
                  <a:pt x="440" y="95"/>
                </a:lnTo>
                <a:lnTo>
                  <a:pt x="441" y="95"/>
                </a:lnTo>
                <a:lnTo>
                  <a:pt x="441" y="94"/>
                </a:lnTo>
                <a:lnTo>
                  <a:pt x="440" y="94"/>
                </a:lnTo>
                <a:lnTo>
                  <a:pt x="440" y="93"/>
                </a:lnTo>
                <a:lnTo>
                  <a:pt x="441" y="91"/>
                </a:lnTo>
                <a:lnTo>
                  <a:pt x="442" y="91"/>
                </a:lnTo>
                <a:lnTo>
                  <a:pt x="442" y="90"/>
                </a:lnTo>
                <a:lnTo>
                  <a:pt x="441" y="90"/>
                </a:lnTo>
                <a:lnTo>
                  <a:pt x="441" y="89"/>
                </a:lnTo>
                <a:lnTo>
                  <a:pt x="441" y="88"/>
                </a:lnTo>
                <a:lnTo>
                  <a:pt x="441" y="87"/>
                </a:lnTo>
                <a:lnTo>
                  <a:pt x="441" y="86"/>
                </a:lnTo>
                <a:lnTo>
                  <a:pt x="441" y="85"/>
                </a:lnTo>
                <a:lnTo>
                  <a:pt x="442" y="84"/>
                </a:lnTo>
                <a:lnTo>
                  <a:pt x="443" y="85"/>
                </a:lnTo>
                <a:lnTo>
                  <a:pt x="443" y="84"/>
                </a:lnTo>
                <a:lnTo>
                  <a:pt x="443" y="83"/>
                </a:lnTo>
                <a:lnTo>
                  <a:pt x="444" y="83"/>
                </a:lnTo>
                <a:lnTo>
                  <a:pt x="445" y="83"/>
                </a:lnTo>
                <a:lnTo>
                  <a:pt x="445" y="82"/>
                </a:lnTo>
                <a:lnTo>
                  <a:pt x="447" y="82"/>
                </a:lnTo>
                <a:lnTo>
                  <a:pt x="445" y="81"/>
                </a:lnTo>
                <a:lnTo>
                  <a:pt x="445" y="80"/>
                </a:lnTo>
                <a:lnTo>
                  <a:pt x="447" y="80"/>
                </a:lnTo>
                <a:lnTo>
                  <a:pt x="448" y="81"/>
                </a:lnTo>
                <a:lnTo>
                  <a:pt x="448" y="82"/>
                </a:lnTo>
                <a:lnTo>
                  <a:pt x="449" y="82"/>
                </a:lnTo>
                <a:lnTo>
                  <a:pt x="449" y="81"/>
                </a:lnTo>
                <a:lnTo>
                  <a:pt x="450" y="81"/>
                </a:lnTo>
                <a:lnTo>
                  <a:pt x="450" y="82"/>
                </a:lnTo>
                <a:lnTo>
                  <a:pt x="450" y="81"/>
                </a:lnTo>
                <a:lnTo>
                  <a:pt x="451" y="81"/>
                </a:lnTo>
                <a:lnTo>
                  <a:pt x="451" y="80"/>
                </a:lnTo>
                <a:lnTo>
                  <a:pt x="452" y="81"/>
                </a:lnTo>
                <a:lnTo>
                  <a:pt x="453" y="81"/>
                </a:lnTo>
                <a:lnTo>
                  <a:pt x="454" y="80"/>
                </a:lnTo>
                <a:lnTo>
                  <a:pt x="455" y="79"/>
                </a:lnTo>
                <a:lnTo>
                  <a:pt x="456" y="79"/>
                </a:lnTo>
                <a:lnTo>
                  <a:pt x="457" y="79"/>
                </a:lnTo>
                <a:lnTo>
                  <a:pt x="457" y="80"/>
                </a:lnTo>
                <a:lnTo>
                  <a:pt x="458" y="80"/>
                </a:lnTo>
                <a:lnTo>
                  <a:pt x="458" y="79"/>
                </a:lnTo>
                <a:lnTo>
                  <a:pt x="459" y="80"/>
                </a:lnTo>
                <a:lnTo>
                  <a:pt x="460" y="80"/>
                </a:lnTo>
                <a:lnTo>
                  <a:pt x="460" y="81"/>
                </a:lnTo>
                <a:lnTo>
                  <a:pt x="460" y="82"/>
                </a:lnTo>
                <a:lnTo>
                  <a:pt x="461" y="83"/>
                </a:lnTo>
                <a:lnTo>
                  <a:pt x="461" y="84"/>
                </a:lnTo>
                <a:lnTo>
                  <a:pt x="461" y="85"/>
                </a:lnTo>
                <a:lnTo>
                  <a:pt x="461" y="86"/>
                </a:lnTo>
                <a:lnTo>
                  <a:pt x="460" y="86"/>
                </a:lnTo>
                <a:lnTo>
                  <a:pt x="459" y="87"/>
                </a:lnTo>
                <a:lnTo>
                  <a:pt x="459" y="88"/>
                </a:lnTo>
                <a:lnTo>
                  <a:pt x="459" y="89"/>
                </a:lnTo>
                <a:lnTo>
                  <a:pt x="459" y="90"/>
                </a:lnTo>
                <a:lnTo>
                  <a:pt x="460" y="91"/>
                </a:lnTo>
                <a:lnTo>
                  <a:pt x="460" y="92"/>
                </a:lnTo>
                <a:lnTo>
                  <a:pt x="460" y="93"/>
                </a:lnTo>
                <a:lnTo>
                  <a:pt x="461" y="93"/>
                </a:lnTo>
                <a:lnTo>
                  <a:pt x="462" y="92"/>
                </a:lnTo>
                <a:lnTo>
                  <a:pt x="462" y="93"/>
                </a:lnTo>
                <a:lnTo>
                  <a:pt x="463" y="93"/>
                </a:lnTo>
                <a:lnTo>
                  <a:pt x="464" y="93"/>
                </a:lnTo>
                <a:lnTo>
                  <a:pt x="465" y="93"/>
                </a:lnTo>
                <a:lnTo>
                  <a:pt x="466" y="93"/>
                </a:lnTo>
                <a:lnTo>
                  <a:pt x="466" y="94"/>
                </a:lnTo>
                <a:lnTo>
                  <a:pt x="466" y="95"/>
                </a:lnTo>
                <a:lnTo>
                  <a:pt x="466" y="96"/>
                </a:lnTo>
                <a:lnTo>
                  <a:pt x="465" y="96"/>
                </a:lnTo>
                <a:lnTo>
                  <a:pt x="465" y="97"/>
                </a:lnTo>
                <a:lnTo>
                  <a:pt x="465" y="98"/>
                </a:lnTo>
                <a:lnTo>
                  <a:pt x="466" y="99"/>
                </a:lnTo>
                <a:lnTo>
                  <a:pt x="467" y="98"/>
                </a:lnTo>
                <a:lnTo>
                  <a:pt x="469" y="98"/>
                </a:lnTo>
                <a:lnTo>
                  <a:pt x="470" y="100"/>
                </a:lnTo>
                <a:lnTo>
                  <a:pt x="471" y="101"/>
                </a:lnTo>
                <a:lnTo>
                  <a:pt x="472" y="101"/>
                </a:lnTo>
                <a:lnTo>
                  <a:pt x="472" y="102"/>
                </a:lnTo>
                <a:lnTo>
                  <a:pt x="471" y="102"/>
                </a:lnTo>
                <a:lnTo>
                  <a:pt x="471" y="103"/>
                </a:lnTo>
                <a:lnTo>
                  <a:pt x="472" y="104"/>
                </a:lnTo>
                <a:lnTo>
                  <a:pt x="473" y="105"/>
                </a:lnTo>
                <a:lnTo>
                  <a:pt x="472" y="105"/>
                </a:lnTo>
                <a:lnTo>
                  <a:pt x="472" y="106"/>
                </a:lnTo>
                <a:lnTo>
                  <a:pt x="473" y="107"/>
                </a:lnTo>
                <a:lnTo>
                  <a:pt x="473" y="108"/>
                </a:lnTo>
                <a:lnTo>
                  <a:pt x="473" y="109"/>
                </a:lnTo>
                <a:lnTo>
                  <a:pt x="473" y="110"/>
                </a:lnTo>
                <a:lnTo>
                  <a:pt x="473" y="111"/>
                </a:lnTo>
                <a:lnTo>
                  <a:pt x="473" y="112"/>
                </a:lnTo>
                <a:lnTo>
                  <a:pt x="472" y="113"/>
                </a:lnTo>
                <a:lnTo>
                  <a:pt x="471" y="113"/>
                </a:lnTo>
                <a:lnTo>
                  <a:pt x="470" y="113"/>
                </a:lnTo>
                <a:lnTo>
                  <a:pt x="471" y="113"/>
                </a:lnTo>
                <a:lnTo>
                  <a:pt x="471" y="114"/>
                </a:lnTo>
                <a:lnTo>
                  <a:pt x="472" y="114"/>
                </a:lnTo>
                <a:lnTo>
                  <a:pt x="473" y="114"/>
                </a:lnTo>
                <a:lnTo>
                  <a:pt x="473" y="115"/>
                </a:lnTo>
                <a:lnTo>
                  <a:pt x="473" y="116"/>
                </a:lnTo>
                <a:lnTo>
                  <a:pt x="474" y="116"/>
                </a:lnTo>
                <a:lnTo>
                  <a:pt x="474" y="117"/>
                </a:lnTo>
                <a:lnTo>
                  <a:pt x="475" y="118"/>
                </a:lnTo>
                <a:lnTo>
                  <a:pt x="476" y="118"/>
                </a:lnTo>
                <a:lnTo>
                  <a:pt x="477" y="118"/>
                </a:lnTo>
                <a:lnTo>
                  <a:pt x="477" y="119"/>
                </a:lnTo>
                <a:lnTo>
                  <a:pt x="478" y="119"/>
                </a:lnTo>
                <a:lnTo>
                  <a:pt x="478" y="120"/>
                </a:lnTo>
                <a:lnTo>
                  <a:pt x="479" y="120"/>
                </a:lnTo>
                <a:lnTo>
                  <a:pt x="479" y="121"/>
                </a:lnTo>
                <a:lnTo>
                  <a:pt x="480" y="121"/>
                </a:lnTo>
                <a:lnTo>
                  <a:pt x="481" y="121"/>
                </a:lnTo>
                <a:lnTo>
                  <a:pt x="481" y="122"/>
                </a:lnTo>
                <a:lnTo>
                  <a:pt x="480" y="122"/>
                </a:lnTo>
                <a:lnTo>
                  <a:pt x="479" y="123"/>
                </a:lnTo>
                <a:lnTo>
                  <a:pt x="480" y="123"/>
                </a:lnTo>
                <a:lnTo>
                  <a:pt x="480" y="124"/>
                </a:lnTo>
                <a:lnTo>
                  <a:pt x="481" y="125"/>
                </a:lnTo>
                <a:lnTo>
                  <a:pt x="482" y="125"/>
                </a:lnTo>
                <a:lnTo>
                  <a:pt x="483" y="125"/>
                </a:lnTo>
                <a:lnTo>
                  <a:pt x="484" y="125"/>
                </a:lnTo>
                <a:lnTo>
                  <a:pt x="484" y="126"/>
                </a:lnTo>
                <a:lnTo>
                  <a:pt x="484" y="127"/>
                </a:lnTo>
                <a:lnTo>
                  <a:pt x="485" y="127"/>
                </a:lnTo>
                <a:lnTo>
                  <a:pt x="486" y="128"/>
                </a:lnTo>
                <a:lnTo>
                  <a:pt x="485" y="129"/>
                </a:lnTo>
                <a:lnTo>
                  <a:pt x="485" y="128"/>
                </a:lnTo>
                <a:lnTo>
                  <a:pt x="484" y="128"/>
                </a:lnTo>
                <a:lnTo>
                  <a:pt x="485" y="129"/>
                </a:lnTo>
                <a:lnTo>
                  <a:pt x="485" y="130"/>
                </a:lnTo>
                <a:lnTo>
                  <a:pt x="484" y="131"/>
                </a:lnTo>
                <a:lnTo>
                  <a:pt x="485" y="131"/>
                </a:lnTo>
                <a:lnTo>
                  <a:pt x="486" y="131"/>
                </a:lnTo>
                <a:lnTo>
                  <a:pt x="487" y="131"/>
                </a:lnTo>
                <a:lnTo>
                  <a:pt x="488" y="130"/>
                </a:lnTo>
                <a:lnTo>
                  <a:pt x="489" y="130"/>
                </a:lnTo>
                <a:lnTo>
                  <a:pt x="490" y="131"/>
                </a:lnTo>
                <a:lnTo>
                  <a:pt x="491" y="132"/>
                </a:lnTo>
                <a:lnTo>
                  <a:pt x="492" y="131"/>
                </a:lnTo>
                <a:lnTo>
                  <a:pt x="494" y="131"/>
                </a:lnTo>
                <a:lnTo>
                  <a:pt x="494" y="130"/>
                </a:lnTo>
                <a:lnTo>
                  <a:pt x="494" y="129"/>
                </a:lnTo>
                <a:lnTo>
                  <a:pt x="493" y="129"/>
                </a:lnTo>
                <a:lnTo>
                  <a:pt x="493" y="128"/>
                </a:lnTo>
                <a:lnTo>
                  <a:pt x="494" y="127"/>
                </a:lnTo>
                <a:lnTo>
                  <a:pt x="495" y="127"/>
                </a:lnTo>
                <a:lnTo>
                  <a:pt x="495" y="128"/>
                </a:lnTo>
                <a:lnTo>
                  <a:pt x="496" y="128"/>
                </a:lnTo>
                <a:lnTo>
                  <a:pt x="497" y="128"/>
                </a:lnTo>
                <a:lnTo>
                  <a:pt x="498" y="128"/>
                </a:lnTo>
                <a:lnTo>
                  <a:pt x="497" y="129"/>
                </a:lnTo>
                <a:lnTo>
                  <a:pt x="498" y="130"/>
                </a:lnTo>
                <a:lnTo>
                  <a:pt x="499" y="130"/>
                </a:lnTo>
                <a:lnTo>
                  <a:pt x="499" y="129"/>
                </a:lnTo>
                <a:lnTo>
                  <a:pt x="499" y="128"/>
                </a:lnTo>
                <a:lnTo>
                  <a:pt x="500" y="128"/>
                </a:lnTo>
                <a:lnTo>
                  <a:pt x="501" y="128"/>
                </a:lnTo>
                <a:lnTo>
                  <a:pt x="501" y="127"/>
                </a:lnTo>
                <a:lnTo>
                  <a:pt x="502" y="127"/>
                </a:lnTo>
                <a:lnTo>
                  <a:pt x="503" y="126"/>
                </a:lnTo>
                <a:lnTo>
                  <a:pt x="503" y="127"/>
                </a:lnTo>
                <a:lnTo>
                  <a:pt x="505" y="127"/>
                </a:lnTo>
                <a:lnTo>
                  <a:pt x="505" y="126"/>
                </a:lnTo>
                <a:lnTo>
                  <a:pt x="506" y="126"/>
                </a:lnTo>
                <a:lnTo>
                  <a:pt x="507" y="126"/>
                </a:lnTo>
                <a:lnTo>
                  <a:pt x="508" y="126"/>
                </a:lnTo>
                <a:lnTo>
                  <a:pt x="507" y="125"/>
                </a:lnTo>
                <a:lnTo>
                  <a:pt x="506" y="124"/>
                </a:lnTo>
                <a:lnTo>
                  <a:pt x="507" y="124"/>
                </a:lnTo>
                <a:lnTo>
                  <a:pt x="507" y="123"/>
                </a:lnTo>
                <a:lnTo>
                  <a:pt x="506" y="123"/>
                </a:lnTo>
                <a:lnTo>
                  <a:pt x="506" y="124"/>
                </a:lnTo>
                <a:lnTo>
                  <a:pt x="506" y="123"/>
                </a:lnTo>
                <a:lnTo>
                  <a:pt x="507" y="123"/>
                </a:lnTo>
                <a:lnTo>
                  <a:pt x="507" y="122"/>
                </a:lnTo>
                <a:lnTo>
                  <a:pt x="508" y="122"/>
                </a:lnTo>
                <a:lnTo>
                  <a:pt x="507" y="122"/>
                </a:lnTo>
                <a:lnTo>
                  <a:pt x="507" y="121"/>
                </a:lnTo>
                <a:lnTo>
                  <a:pt x="508" y="121"/>
                </a:lnTo>
                <a:lnTo>
                  <a:pt x="509" y="120"/>
                </a:lnTo>
                <a:lnTo>
                  <a:pt x="509" y="119"/>
                </a:lnTo>
                <a:lnTo>
                  <a:pt x="508" y="119"/>
                </a:lnTo>
                <a:lnTo>
                  <a:pt x="508" y="120"/>
                </a:lnTo>
                <a:lnTo>
                  <a:pt x="508" y="119"/>
                </a:lnTo>
                <a:lnTo>
                  <a:pt x="509" y="118"/>
                </a:lnTo>
                <a:lnTo>
                  <a:pt x="510" y="117"/>
                </a:lnTo>
                <a:lnTo>
                  <a:pt x="511" y="117"/>
                </a:lnTo>
                <a:lnTo>
                  <a:pt x="512" y="117"/>
                </a:lnTo>
                <a:lnTo>
                  <a:pt x="512" y="116"/>
                </a:lnTo>
                <a:lnTo>
                  <a:pt x="513" y="116"/>
                </a:lnTo>
                <a:lnTo>
                  <a:pt x="514" y="116"/>
                </a:lnTo>
                <a:lnTo>
                  <a:pt x="515" y="116"/>
                </a:lnTo>
                <a:lnTo>
                  <a:pt x="514" y="117"/>
                </a:lnTo>
                <a:lnTo>
                  <a:pt x="515" y="117"/>
                </a:lnTo>
                <a:lnTo>
                  <a:pt x="515" y="118"/>
                </a:lnTo>
                <a:lnTo>
                  <a:pt x="516" y="118"/>
                </a:lnTo>
                <a:lnTo>
                  <a:pt x="517" y="119"/>
                </a:lnTo>
                <a:lnTo>
                  <a:pt x="518" y="120"/>
                </a:lnTo>
                <a:lnTo>
                  <a:pt x="519" y="120"/>
                </a:lnTo>
                <a:lnTo>
                  <a:pt x="519" y="121"/>
                </a:lnTo>
                <a:lnTo>
                  <a:pt x="520" y="121"/>
                </a:lnTo>
                <a:lnTo>
                  <a:pt x="521" y="121"/>
                </a:lnTo>
                <a:lnTo>
                  <a:pt x="521" y="120"/>
                </a:lnTo>
                <a:lnTo>
                  <a:pt x="521" y="119"/>
                </a:lnTo>
                <a:lnTo>
                  <a:pt x="522" y="119"/>
                </a:lnTo>
                <a:lnTo>
                  <a:pt x="522" y="118"/>
                </a:lnTo>
                <a:lnTo>
                  <a:pt x="523" y="117"/>
                </a:lnTo>
                <a:lnTo>
                  <a:pt x="523" y="116"/>
                </a:lnTo>
                <a:lnTo>
                  <a:pt x="524" y="115"/>
                </a:lnTo>
                <a:lnTo>
                  <a:pt x="525" y="115"/>
                </a:lnTo>
                <a:lnTo>
                  <a:pt x="526" y="114"/>
                </a:lnTo>
                <a:lnTo>
                  <a:pt x="526" y="113"/>
                </a:lnTo>
                <a:lnTo>
                  <a:pt x="526" y="112"/>
                </a:lnTo>
                <a:lnTo>
                  <a:pt x="527" y="111"/>
                </a:lnTo>
                <a:lnTo>
                  <a:pt x="528" y="111"/>
                </a:lnTo>
                <a:lnTo>
                  <a:pt x="529" y="111"/>
                </a:lnTo>
                <a:lnTo>
                  <a:pt x="530" y="111"/>
                </a:lnTo>
                <a:lnTo>
                  <a:pt x="531" y="110"/>
                </a:lnTo>
                <a:lnTo>
                  <a:pt x="531" y="109"/>
                </a:lnTo>
                <a:lnTo>
                  <a:pt x="530" y="109"/>
                </a:lnTo>
                <a:lnTo>
                  <a:pt x="529" y="108"/>
                </a:lnTo>
                <a:lnTo>
                  <a:pt x="530" y="107"/>
                </a:lnTo>
                <a:lnTo>
                  <a:pt x="530" y="106"/>
                </a:lnTo>
                <a:lnTo>
                  <a:pt x="532" y="106"/>
                </a:lnTo>
                <a:lnTo>
                  <a:pt x="533" y="106"/>
                </a:lnTo>
                <a:lnTo>
                  <a:pt x="533" y="105"/>
                </a:lnTo>
                <a:lnTo>
                  <a:pt x="534" y="105"/>
                </a:lnTo>
                <a:lnTo>
                  <a:pt x="535" y="106"/>
                </a:lnTo>
                <a:lnTo>
                  <a:pt x="536" y="106"/>
                </a:lnTo>
                <a:lnTo>
                  <a:pt x="537" y="105"/>
                </a:lnTo>
                <a:lnTo>
                  <a:pt x="539" y="104"/>
                </a:lnTo>
                <a:lnTo>
                  <a:pt x="540" y="105"/>
                </a:lnTo>
                <a:lnTo>
                  <a:pt x="541" y="105"/>
                </a:lnTo>
                <a:lnTo>
                  <a:pt x="542" y="104"/>
                </a:lnTo>
                <a:lnTo>
                  <a:pt x="543" y="104"/>
                </a:lnTo>
                <a:lnTo>
                  <a:pt x="545" y="103"/>
                </a:lnTo>
                <a:lnTo>
                  <a:pt x="545" y="102"/>
                </a:lnTo>
                <a:lnTo>
                  <a:pt x="545" y="101"/>
                </a:lnTo>
                <a:lnTo>
                  <a:pt x="545" y="102"/>
                </a:lnTo>
                <a:lnTo>
                  <a:pt x="546" y="102"/>
                </a:lnTo>
                <a:lnTo>
                  <a:pt x="547" y="103"/>
                </a:lnTo>
                <a:lnTo>
                  <a:pt x="547" y="104"/>
                </a:lnTo>
                <a:lnTo>
                  <a:pt x="547" y="105"/>
                </a:lnTo>
                <a:lnTo>
                  <a:pt x="547" y="106"/>
                </a:lnTo>
                <a:lnTo>
                  <a:pt x="548" y="107"/>
                </a:lnTo>
                <a:lnTo>
                  <a:pt x="548" y="108"/>
                </a:lnTo>
                <a:lnTo>
                  <a:pt x="549" y="109"/>
                </a:lnTo>
                <a:lnTo>
                  <a:pt x="550" y="109"/>
                </a:lnTo>
                <a:lnTo>
                  <a:pt x="550" y="108"/>
                </a:lnTo>
                <a:lnTo>
                  <a:pt x="551" y="108"/>
                </a:lnTo>
                <a:lnTo>
                  <a:pt x="551" y="107"/>
                </a:lnTo>
                <a:lnTo>
                  <a:pt x="552" y="107"/>
                </a:lnTo>
                <a:lnTo>
                  <a:pt x="553" y="107"/>
                </a:lnTo>
                <a:lnTo>
                  <a:pt x="554" y="107"/>
                </a:lnTo>
                <a:lnTo>
                  <a:pt x="554" y="106"/>
                </a:lnTo>
                <a:lnTo>
                  <a:pt x="554" y="105"/>
                </a:lnTo>
                <a:lnTo>
                  <a:pt x="555" y="105"/>
                </a:lnTo>
                <a:lnTo>
                  <a:pt x="555" y="106"/>
                </a:lnTo>
                <a:lnTo>
                  <a:pt x="556" y="106"/>
                </a:lnTo>
                <a:lnTo>
                  <a:pt x="557" y="106"/>
                </a:lnTo>
                <a:lnTo>
                  <a:pt x="558" y="106"/>
                </a:lnTo>
                <a:lnTo>
                  <a:pt x="559" y="106"/>
                </a:lnTo>
                <a:lnTo>
                  <a:pt x="559" y="108"/>
                </a:lnTo>
                <a:lnTo>
                  <a:pt x="559" y="109"/>
                </a:lnTo>
                <a:lnTo>
                  <a:pt x="559" y="110"/>
                </a:lnTo>
                <a:lnTo>
                  <a:pt x="559" y="111"/>
                </a:lnTo>
                <a:lnTo>
                  <a:pt x="560" y="111"/>
                </a:lnTo>
                <a:lnTo>
                  <a:pt x="560" y="112"/>
                </a:lnTo>
                <a:lnTo>
                  <a:pt x="561" y="112"/>
                </a:lnTo>
                <a:lnTo>
                  <a:pt x="561" y="113"/>
                </a:lnTo>
                <a:lnTo>
                  <a:pt x="560" y="113"/>
                </a:lnTo>
                <a:lnTo>
                  <a:pt x="560" y="114"/>
                </a:lnTo>
                <a:lnTo>
                  <a:pt x="561" y="114"/>
                </a:lnTo>
                <a:lnTo>
                  <a:pt x="562" y="115"/>
                </a:lnTo>
                <a:lnTo>
                  <a:pt x="563" y="115"/>
                </a:lnTo>
                <a:lnTo>
                  <a:pt x="563" y="116"/>
                </a:lnTo>
                <a:lnTo>
                  <a:pt x="564" y="116"/>
                </a:lnTo>
                <a:lnTo>
                  <a:pt x="565" y="117"/>
                </a:lnTo>
                <a:lnTo>
                  <a:pt x="565" y="118"/>
                </a:lnTo>
                <a:lnTo>
                  <a:pt x="566" y="118"/>
                </a:lnTo>
                <a:lnTo>
                  <a:pt x="567" y="118"/>
                </a:lnTo>
                <a:lnTo>
                  <a:pt x="567" y="119"/>
                </a:lnTo>
                <a:lnTo>
                  <a:pt x="568" y="120"/>
                </a:lnTo>
                <a:lnTo>
                  <a:pt x="569" y="121"/>
                </a:lnTo>
                <a:lnTo>
                  <a:pt x="569" y="122"/>
                </a:lnTo>
                <a:lnTo>
                  <a:pt x="570" y="123"/>
                </a:lnTo>
                <a:lnTo>
                  <a:pt x="571" y="124"/>
                </a:lnTo>
                <a:lnTo>
                  <a:pt x="572" y="124"/>
                </a:lnTo>
                <a:lnTo>
                  <a:pt x="573" y="125"/>
                </a:lnTo>
                <a:lnTo>
                  <a:pt x="572" y="126"/>
                </a:lnTo>
                <a:lnTo>
                  <a:pt x="571" y="126"/>
                </a:lnTo>
                <a:lnTo>
                  <a:pt x="570" y="125"/>
                </a:lnTo>
                <a:lnTo>
                  <a:pt x="569" y="127"/>
                </a:lnTo>
                <a:lnTo>
                  <a:pt x="569" y="128"/>
                </a:lnTo>
                <a:lnTo>
                  <a:pt x="570" y="128"/>
                </a:lnTo>
                <a:lnTo>
                  <a:pt x="571" y="129"/>
                </a:lnTo>
                <a:lnTo>
                  <a:pt x="571" y="131"/>
                </a:lnTo>
                <a:lnTo>
                  <a:pt x="570" y="131"/>
                </a:lnTo>
                <a:lnTo>
                  <a:pt x="570" y="132"/>
                </a:lnTo>
                <a:lnTo>
                  <a:pt x="571" y="132"/>
                </a:lnTo>
                <a:lnTo>
                  <a:pt x="570" y="132"/>
                </a:lnTo>
                <a:lnTo>
                  <a:pt x="570" y="131"/>
                </a:lnTo>
                <a:lnTo>
                  <a:pt x="570" y="130"/>
                </a:lnTo>
                <a:lnTo>
                  <a:pt x="569" y="130"/>
                </a:lnTo>
                <a:lnTo>
                  <a:pt x="569" y="129"/>
                </a:lnTo>
                <a:lnTo>
                  <a:pt x="568" y="129"/>
                </a:lnTo>
                <a:lnTo>
                  <a:pt x="568" y="130"/>
                </a:lnTo>
                <a:lnTo>
                  <a:pt x="567" y="130"/>
                </a:lnTo>
                <a:lnTo>
                  <a:pt x="567" y="129"/>
                </a:lnTo>
                <a:lnTo>
                  <a:pt x="568" y="129"/>
                </a:lnTo>
                <a:lnTo>
                  <a:pt x="567" y="129"/>
                </a:lnTo>
                <a:lnTo>
                  <a:pt x="566" y="129"/>
                </a:lnTo>
                <a:lnTo>
                  <a:pt x="566" y="128"/>
                </a:lnTo>
                <a:lnTo>
                  <a:pt x="565" y="128"/>
                </a:lnTo>
                <a:lnTo>
                  <a:pt x="564" y="129"/>
                </a:lnTo>
                <a:lnTo>
                  <a:pt x="563" y="129"/>
                </a:lnTo>
                <a:lnTo>
                  <a:pt x="563" y="130"/>
                </a:lnTo>
                <a:lnTo>
                  <a:pt x="562" y="131"/>
                </a:lnTo>
                <a:lnTo>
                  <a:pt x="561" y="131"/>
                </a:lnTo>
                <a:lnTo>
                  <a:pt x="561" y="130"/>
                </a:lnTo>
                <a:lnTo>
                  <a:pt x="560" y="129"/>
                </a:lnTo>
                <a:lnTo>
                  <a:pt x="560" y="130"/>
                </a:lnTo>
                <a:lnTo>
                  <a:pt x="560" y="131"/>
                </a:lnTo>
                <a:lnTo>
                  <a:pt x="559" y="131"/>
                </a:lnTo>
                <a:lnTo>
                  <a:pt x="558" y="132"/>
                </a:lnTo>
                <a:lnTo>
                  <a:pt x="557" y="132"/>
                </a:lnTo>
                <a:lnTo>
                  <a:pt x="556" y="131"/>
                </a:lnTo>
                <a:lnTo>
                  <a:pt x="556" y="130"/>
                </a:lnTo>
                <a:lnTo>
                  <a:pt x="557" y="129"/>
                </a:lnTo>
                <a:lnTo>
                  <a:pt x="556" y="129"/>
                </a:lnTo>
                <a:lnTo>
                  <a:pt x="556" y="128"/>
                </a:lnTo>
                <a:lnTo>
                  <a:pt x="555" y="128"/>
                </a:lnTo>
                <a:lnTo>
                  <a:pt x="556" y="127"/>
                </a:lnTo>
                <a:lnTo>
                  <a:pt x="556" y="126"/>
                </a:lnTo>
                <a:lnTo>
                  <a:pt x="557" y="126"/>
                </a:lnTo>
                <a:lnTo>
                  <a:pt x="557" y="125"/>
                </a:lnTo>
                <a:lnTo>
                  <a:pt x="558" y="125"/>
                </a:lnTo>
                <a:lnTo>
                  <a:pt x="558" y="124"/>
                </a:lnTo>
                <a:lnTo>
                  <a:pt x="559" y="123"/>
                </a:lnTo>
                <a:lnTo>
                  <a:pt x="559" y="122"/>
                </a:lnTo>
                <a:lnTo>
                  <a:pt x="559" y="123"/>
                </a:lnTo>
                <a:lnTo>
                  <a:pt x="558" y="123"/>
                </a:lnTo>
                <a:lnTo>
                  <a:pt x="557" y="124"/>
                </a:lnTo>
                <a:lnTo>
                  <a:pt x="556" y="126"/>
                </a:lnTo>
                <a:lnTo>
                  <a:pt x="555" y="126"/>
                </a:lnTo>
                <a:lnTo>
                  <a:pt x="555" y="125"/>
                </a:lnTo>
                <a:lnTo>
                  <a:pt x="555" y="124"/>
                </a:lnTo>
                <a:lnTo>
                  <a:pt x="556" y="124"/>
                </a:lnTo>
                <a:lnTo>
                  <a:pt x="555" y="124"/>
                </a:lnTo>
                <a:lnTo>
                  <a:pt x="555" y="123"/>
                </a:lnTo>
                <a:lnTo>
                  <a:pt x="554" y="123"/>
                </a:lnTo>
                <a:lnTo>
                  <a:pt x="553" y="123"/>
                </a:lnTo>
                <a:lnTo>
                  <a:pt x="553" y="124"/>
                </a:lnTo>
                <a:lnTo>
                  <a:pt x="553" y="125"/>
                </a:lnTo>
                <a:lnTo>
                  <a:pt x="553" y="126"/>
                </a:lnTo>
                <a:lnTo>
                  <a:pt x="554" y="126"/>
                </a:lnTo>
                <a:lnTo>
                  <a:pt x="555" y="126"/>
                </a:lnTo>
                <a:lnTo>
                  <a:pt x="555" y="127"/>
                </a:lnTo>
                <a:lnTo>
                  <a:pt x="554" y="127"/>
                </a:lnTo>
                <a:lnTo>
                  <a:pt x="554" y="128"/>
                </a:lnTo>
                <a:lnTo>
                  <a:pt x="553" y="129"/>
                </a:lnTo>
                <a:lnTo>
                  <a:pt x="552" y="128"/>
                </a:lnTo>
                <a:lnTo>
                  <a:pt x="551" y="128"/>
                </a:lnTo>
                <a:lnTo>
                  <a:pt x="551" y="127"/>
                </a:lnTo>
                <a:lnTo>
                  <a:pt x="551" y="126"/>
                </a:lnTo>
                <a:lnTo>
                  <a:pt x="552" y="125"/>
                </a:lnTo>
                <a:lnTo>
                  <a:pt x="551" y="125"/>
                </a:lnTo>
                <a:lnTo>
                  <a:pt x="550" y="124"/>
                </a:lnTo>
                <a:lnTo>
                  <a:pt x="550" y="123"/>
                </a:lnTo>
                <a:lnTo>
                  <a:pt x="549" y="123"/>
                </a:lnTo>
                <a:lnTo>
                  <a:pt x="548" y="122"/>
                </a:lnTo>
                <a:lnTo>
                  <a:pt x="548" y="121"/>
                </a:lnTo>
                <a:lnTo>
                  <a:pt x="547" y="121"/>
                </a:lnTo>
                <a:lnTo>
                  <a:pt x="546" y="121"/>
                </a:lnTo>
                <a:lnTo>
                  <a:pt x="546" y="122"/>
                </a:lnTo>
                <a:lnTo>
                  <a:pt x="547" y="122"/>
                </a:lnTo>
                <a:lnTo>
                  <a:pt x="546" y="122"/>
                </a:lnTo>
                <a:lnTo>
                  <a:pt x="547" y="123"/>
                </a:lnTo>
                <a:lnTo>
                  <a:pt x="548" y="122"/>
                </a:lnTo>
                <a:lnTo>
                  <a:pt x="548" y="123"/>
                </a:lnTo>
                <a:lnTo>
                  <a:pt x="548" y="124"/>
                </a:lnTo>
                <a:lnTo>
                  <a:pt x="549" y="124"/>
                </a:lnTo>
                <a:lnTo>
                  <a:pt x="549" y="125"/>
                </a:lnTo>
                <a:lnTo>
                  <a:pt x="549" y="124"/>
                </a:lnTo>
                <a:lnTo>
                  <a:pt x="550" y="124"/>
                </a:lnTo>
                <a:lnTo>
                  <a:pt x="550" y="125"/>
                </a:lnTo>
                <a:lnTo>
                  <a:pt x="550" y="126"/>
                </a:lnTo>
                <a:lnTo>
                  <a:pt x="550" y="128"/>
                </a:lnTo>
                <a:lnTo>
                  <a:pt x="549" y="128"/>
                </a:lnTo>
                <a:lnTo>
                  <a:pt x="549" y="129"/>
                </a:lnTo>
                <a:lnTo>
                  <a:pt x="548" y="130"/>
                </a:lnTo>
                <a:lnTo>
                  <a:pt x="547" y="130"/>
                </a:lnTo>
                <a:lnTo>
                  <a:pt x="546" y="130"/>
                </a:lnTo>
                <a:lnTo>
                  <a:pt x="546" y="129"/>
                </a:lnTo>
                <a:lnTo>
                  <a:pt x="547" y="129"/>
                </a:lnTo>
                <a:lnTo>
                  <a:pt x="547" y="128"/>
                </a:lnTo>
                <a:lnTo>
                  <a:pt x="546" y="128"/>
                </a:lnTo>
                <a:lnTo>
                  <a:pt x="545" y="128"/>
                </a:lnTo>
                <a:lnTo>
                  <a:pt x="545" y="127"/>
                </a:lnTo>
                <a:lnTo>
                  <a:pt x="544" y="126"/>
                </a:lnTo>
                <a:lnTo>
                  <a:pt x="544" y="125"/>
                </a:lnTo>
                <a:lnTo>
                  <a:pt x="543" y="125"/>
                </a:lnTo>
                <a:lnTo>
                  <a:pt x="543" y="124"/>
                </a:lnTo>
                <a:lnTo>
                  <a:pt x="543" y="125"/>
                </a:lnTo>
                <a:lnTo>
                  <a:pt x="543" y="126"/>
                </a:lnTo>
                <a:lnTo>
                  <a:pt x="543" y="127"/>
                </a:lnTo>
                <a:lnTo>
                  <a:pt x="542" y="127"/>
                </a:lnTo>
                <a:lnTo>
                  <a:pt x="541" y="128"/>
                </a:lnTo>
                <a:lnTo>
                  <a:pt x="542" y="129"/>
                </a:lnTo>
                <a:lnTo>
                  <a:pt x="543" y="130"/>
                </a:lnTo>
                <a:lnTo>
                  <a:pt x="543" y="131"/>
                </a:lnTo>
                <a:lnTo>
                  <a:pt x="543" y="132"/>
                </a:lnTo>
                <a:lnTo>
                  <a:pt x="542" y="132"/>
                </a:lnTo>
                <a:lnTo>
                  <a:pt x="542" y="133"/>
                </a:lnTo>
                <a:lnTo>
                  <a:pt x="542" y="134"/>
                </a:lnTo>
                <a:lnTo>
                  <a:pt x="542" y="135"/>
                </a:lnTo>
                <a:lnTo>
                  <a:pt x="542" y="136"/>
                </a:lnTo>
                <a:lnTo>
                  <a:pt x="542" y="137"/>
                </a:lnTo>
                <a:lnTo>
                  <a:pt x="542" y="138"/>
                </a:lnTo>
                <a:lnTo>
                  <a:pt x="543" y="137"/>
                </a:lnTo>
                <a:lnTo>
                  <a:pt x="544" y="138"/>
                </a:lnTo>
                <a:lnTo>
                  <a:pt x="543" y="139"/>
                </a:lnTo>
                <a:lnTo>
                  <a:pt x="544" y="139"/>
                </a:lnTo>
                <a:lnTo>
                  <a:pt x="544" y="138"/>
                </a:lnTo>
                <a:lnTo>
                  <a:pt x="545" y="135"/>
                </a:lnTo>
                <a:lnTo>
                  <a:pt x="544" y="134"/>
                </a:lnTo>
                <a:lnTo>
                  <a:pt x="545" y="133"/>
                </a:lnTo>
                <a:lnTo>
                  <a:pt x="545" y="132"/>
                </a:lnTo>
                <a:lnTo>
                  <a:pt x="546" y="131"/>
                </a:lnTo>
                <a:lnTo>
                  <a:pt x="547" y="131"/>
                </a:lnTo>
                <a:lnTo>
                  <a:pt x="549" y="131"/>
                </a:lnTo>
                <a:lnTo>
                  <a:pt x="550" y="131"/>
                </a:lnTo>
                <a:lnTo>
                  <a:pt x="550" y="130"/>
                </a:lnTo>
                <a:lnTo>
                  <a:pt x="551" y="130"/>
                </a:lnTo>
                <a:lnTo>
                  <a:pt x="551" y="129"/>
                </a:lnTo>
                <a:lnTo>
                  <a:pt x="552" y="129"/>
                </a:lnTo>
                <a:lnTo>
                  <a:pt x="553" y="130"/>
                </a:lnTo>
                <a:lnTo>
                  <a:pt x="553" y="131"/>
                </a:lnTo>
                <a:lnTo>
                  <a:pt x="554" y="132"/>
                </a:lnTo>
                <a:lnTo>
                  <a:pt x="555" y="132"/>
                </a:lnTo>
                <a:lnTo>
                  <a:pt x="556" y="132"/>
                </a:lnTo>
                <a:lnTo>
                  <a:pt x="557" y="132"/>
                </a:lnTo>
                <a:lnTo>
                  <a:pt x="557" y="133"/>
                </a:lnTo>
                <a:lnTo>
                  <a:pt x="556" y="133"/>
                </a:lnTo>
                <a:lnTo>
                  <a:pt x="557" y="134"/>
                </a:lnTo>
                <a:lnTo>
                  <a:pt x="557" y="135"/>
                </a:lnTo>
                <a:lnTo>
                  <a:pt x="559" y="135"/>
                </a:lnTo>
                <a:lnTo>
                  <a:pt x="560" y="135"/>
                </a:lnTo>
                <a:lnTo>
                  <a:pt x="560" y="134"/>
                </a:lnTo>
                <a:lnTo>
                  <a:pt x="560" y="133"/>
                </a:lnTo>
                <a:lnTo>
                  <a:pt x="560" y="132"/>
                </a:lnTo>
                <a:lnTo>
                  <a:pt x="561" y="132"/>
                </a:lnTo>
                <a:lnTo>
                  <a:pt x="562" y="132"/>
                </a:lnTo>
                <a:lnTo>
                  <a:pt x="563" y="132"/>
                </a:lnTo>
                <a:lnTo>
                  <a:pt x="563" y="131"/>
                </a:lnTo>
                <a:lnTo>
                  <a:pt x="564" y="130"/>
                </a:lnTo>
                <a:lnTo>
                  <a:pt x="565" y="130"/>
                </a:lnTo>
                <a:lnTo>
                  <a:pt x="566" y="131"/>
                </a:lnTo>
                <a:lnTo>
                  <a:pt x="567" y="132"/>
                </a:lnTo>
                <a:lnTo>
                  <a:pt x="567" y="133"/>
                </a:lnTo>
                <a:lnTo>
                  <a:pt x="567" y="134"/>
                </a:lnTo>
                <a:lnTo>
                  <a:pt x="568" y="135"/>
                </a:lnTo>
                <a:lnTo>
                  <a:pt x="568" y="136"/>
                </a:lnTo>
                <a:lnTo>
                  <a:pt x="568" y="137"/>
                </a:lnTo>
                <a:lnTo>
                  <a:pt x="569" y="138"/>
                </a:lnTo>
                <a:lnTo>
                  <a:pt x="569" y="137"/>
                </a:lnTo>
                <a:lnTo>
                  <a:pt x="570" y="138"/>
                </a:lnTo>
                <a:lnTo>
                  <a:pt x="569" y="138"/>
                </a:lnTo>
                <a:lnTo>
                  <a:pt x="569" y="139"/>
                </a:lnTo>
                <a:lnTo>
                  <a:pt x="570" y="139"/>
                </a:lnTo>
                <a:lnTo>
                  <a:pt x="571" y="139"/>
                </a:lnTo>
                <a:lnTo>
                  <a:pt x="572" y="140"/>
                </a:lnTo>
                <a:lnTo>
                  <a:pt x="573" y="141"/>
                </a:lnTo>
                <a:lnTo>
                  <a:pt x="573" y="142"/>
                </a:lnTo>
                <a:lnTo>
                  <a:pt x="574" y="142"/>
                </a:lnTo>
                <a:lnTo>
                  <a:pt x="575" y="142"/>
                </a:lnTo>
                <a:lnTo>
                  <a:pt x="576" y="142"/>
                </a:lnTo>
                <a:lnTo>
                  <a:pt x="576" y="141"/>
                </a:lnTo>
                <a:lnTo>
                  <a:pt x="577" y="141"/>
                </a:lnTo>
                <a:lnTo>
                  <a:pt x="577" y="142"/>
                </a:lnTo>
                <a:lnTo>
                  <a:pt x="576" y="143"/>
                </a:lnTo>
                <a:lnTo>
                  <a:pt x="576" y="144"/>
                </a:lnTo>
                <a:lnTo>
                  <a:pt x="575" y="143"/>
                </a:lnTo>
                <a:lnTo>
                  <a:pt x="574" y="143"/>
                </a:lnTo>
                <a:lnTo>
                  <a:pt x="573" y="144"/>
                </a:lnTo>
                <a:lnTo>
                  <a:pt x="572" y="144"/>
                </a:lnTo>
                <a:lnTo>
                  <a:pt x="570" y="144"/>
                </a:lnTo>
                <a:lnTo>
                  <a:pt x="570" y="145"/>
                </a:lnTo>
                <a:lnTo>
                  <a:pt x="571" y="145"/>
                </a:lnTo>
                <a:lnTo>
                  <a:pt x="572" y="145"/>
                </a:lnTo>
                <a:lnTo>
                  <a:pt x="574" y="146"/>
                </a:lnTo>
                <a:lnTo>
                  <a:pt x="575" y="146"/>
                </a:lnTo>
                <a:lnTo>
                  <a:pt x="574" y="146"/>
                </a:lnTo>
                <a:lnTo>
                  <a:pt x="573" y="146"/>
                </a:lnTo>
                <a:lnTo>
                  <a:pt x="572" y="147"/>
                </a:lnTo>
                <a:lnTo>
                  <a:pt x="571" y="147"/>
                </a:lnTo>
                <a:lnTo>
                  <a:pt x="570" y="147"/>
                </a:lnTo>
                <a:lnTo>
                  <a:pt x="569" y="147"/>
                </a:lnTo>
                <a:lnTo>
                  <a:pt x="569" y="148"/>
                </a:lnTo>
                <a:lnTo>
                  <a:pt x="569" y="149"/>
                </a:lnTo>
                <a:lnTo>
                  <a:pt x="570" y="149"/>
                </a:lnTo>
                <a:lnTo>
                  <a:pt x="570" y="150"/>
                </a:lnTo>
                <a:lnTo>
                  <a:pt x="569" y="150"/>
                </a:lnTo>
                <a:lnTo>
                  <a:pt x="570" y="151"/>
                </a:lnTo>
                <a:lnTo>
                  <a:pt x="571" y="151"/>
                </a:lnTo>
                <a:lnTo>
                  <a:pt x="572" y="151"/>
                </a:lnTo>
                <a:lnTo>
                  <a:pt x="572" y="150"/>
                </a:lnTo>
                <a:lnTo>
                  <a:pt x="573" y="150"/>
                </a:lnTo>
                <a:lnTo>
                  <a:pt x="573" y="151"/>
                </a:lnTo>
                <a:lnTo>
                  <a:pt x="572" y="152"/>
                </a:lnTo>
                <a:lnTo>
                  <a:pt x="571" y="152"/>
                </a:lnTo>
                <a:lnTo>
                  <a:pt x="569" y="152"/>
                </a:lnTo>
                <a:lnTo>
                  <a:pt x="568" y="152"/>
                </a:lnTo>
                <a:lnTo>
                  <a:pt x="567" y="152"/>
                </a:lnTo>
                <a:lnTo>
                  <a:pt x="564" y="152"/>
                </a:lnTo>
                <a:lnTo>
                  <a:pt x="563" y="151"/>
                </a:lnTo>
                <a:lnTo>
                  <a:pt x="562" y="151"/>
                </a:lnTo>
                <a:lnTo>
                  <a:pt x="561" y="151"/>
                </a:lnTo>
                <a:lnTo>
                  <a:pt x="561" y="152"/>
                </a:lnTo>
                <a:lnTo>
                  <a:pt x="560" y="152"/>
                </a:lnTo>
                <a:lnTo>
                  <a:pt x="559" y="152"/>
                </a:lnTo>
                <a:lnTo>
                  <a:pt x="558" y="151"/>
                </a:lnTo>
                <a:lnTo>
                  <a:pt x="557" y="152"/>
                </a:lnTo>
                <a:lnTo>
                  <a:pt x="556" y="152"/>
                </a:lnTo>
                <a:lnTo>
                  <a:pt x="556" y="151"/>
                </a:lnTo>
                <a:lnTo>
                  <a:pt x="556" y="150"/>
                </a:lnTo>
                <a:lnTo>
                  <a:pt x="555" y="150"/>
                </a:lnTo>
                <a:lnTo>
                  <a:pt x="554" y="150"/>
                </a:lnTo>
                <a:lnTo>
                  <a:pt x="554" y="151"/>
                </a:lnTo>
                <a:lnTo>
                  <a:pt x="554" y="152"/>
                </a:lnTo>
                <a:lnTo>
                  <a:pt x="554" y="153"/>
                </a:lnTo>
                <a:lnTo>
                  <a:pt x="555" y="153"/>
                </a:lnTo>
                <a:lnTo>
                  <a:pt x="555" y="154"/>
                </a:lnTo>
                <a:lnTo>
                  <a:pt x="556" y="153"/>
                </a:lnTo>
                <a:lnTo>
                  <a:pt x="557" y="153"/>
                </a:lnTo>
                <a:lnTo>
                  <a:pt x="557" y="154"/>
                </a:lnTo>
                <a:lnTo>
                  <a:pt x="558" y="155"/>
                </a:lnTo>
                <a:lnTo>
                  <a:pt x="558" y="156"/>
                </a:lnTo>
                <a:lnTo>
                  <a:pt x="558" y="157"/>
                </a:lnTo>
                <a:lnTo>
                  <a:pt x="558" y="158"/>
                </a:lnTo>
                <a:lnTo>
                  <a:pt x="558" y="159"/>
                </a:lnTo>
                <a:lnTo>
                  <a:pt x="559" y="159"/>
                </a:lnTo>
                <a:lnTo>
                  <a:pt x="560" y="159"/>
                </a:lnTo>
                <a:lnTo>
                  <a:pt x="560" y="160"/>
                </a:lnTo>
                <a:lnTo>
                  <a:pt x="560" y="161"/>
                </a:lnTo>
                <a:lnTo>
                  <a:pt x="559" y="161"/>
                </a:lnTo>
                <a:lnTo>
                  <a:pt x="558" y="161"/>
                </a:lnTo>
                <a:lnTo>
                  <a:pt x="558" y="160"/>
                </a:lnTo>
                <a:lnTo>
                  <a:pt x="557" y="159"/>
                </a:lnTo>
                <a:lnTo>
                  <a:pt x="555" y="158"/>
                </a:lnTo>
                <a:lnTo>
                  <a:pt x="555" y="159"/>
                </a:lnTo>
                <a:lnTo>
                  <a:pt x="556" y="159"/>
                </a:lnTo>
                <a:lnTo>
                  <a:pt x="555" y="159"/>
                </a:lnTo>
                <a:lnTo>
                  <a:pt x="555" y="160"/>
                </a:lnTo>
                <a:lnTo>
                  <a:pt x="555" y="161"/>
                </a:lnTo>
                <a:lnTo>
                  <a:pt x="556" y="161"/>
                </a:lnTo>
                <a:lnTo>
                  <a:pt x="555" y="161"/>
                </a:lnTo>
                <a:lnTo>
                  <a:pt x="554" y="161"/>
                </a:lnTo>
                <a:lnTo>
                  <a:pt x="554" y="162"/>
                </a:lnTo>
                <a:lnTo>
                  <a:pt x="555" y="162"/>
                </a:lnTo>
                <a:lnTo>
                  <a:pt x="554" y="162"/>
                </a:lnTo>
                <a:lnTo>
                  <a:pt x="554" y="163"/>
                </a:lnTo>
                <a:lnTo>
                  <a:pt x="555" y="163"/>
                </a:lnTo>
                <a:lnTo>
                  <a:pt x="556" y="163"/>
                </a:lnTo>
                <a:lnTo>
                  <a:pt x="557" y="163"/>
                </a:lnTo>
                <a:lnTo>
                  <a:pt x="558" y="165"/>
                </a:lnTo>
                <a:lnTo>
                  <a:pt x="558" y="166"/>
                </a:lnTo>
                <a:lnTo>
                  <a:pt x="557" y="167"/>
                </a:lnTo>
                <a:lnTo>
                  <a:pt x="558" y="167"/>
                </a:lnTo>
                <a:lnTo>
                  <a:pt x="558" y="168"/>
                </a:lnTo>
                <a:lnTo>
                  <a:pt x="558" y="169"/>
                </a:lnTo>
                <a:lnTo>
                  <a:pt x="557" y="169"/>
                </a:lnTo>
                <a:lnTo>
                  <a:pt x="556" y="169"/>
                </a:lnTo>
                <a:lnTo>
                  <a:pt x="555" y="169"/>
                </a:lnTo>
                <a:lnTo>
                  <a:pt x="556" y="169"/>
                </a:lnTo>
                <a:lnTo>
                  <a:pt x="556" y="170"/>
                </a:lnTo>
                <a:lnTo>
                  <a:pt x="555" y="170"/>
                </a:lnTo>
                <a:lnTo>
                  <a:pt x="555" y="171"/>
                </a:lnTo>
                <a:lnTo>
                  <a:pt x="554" y="171"/>
                </a:lnTo>
                <a:lnTo>
                  <a:pt x="553" y="171"/>
                </a:lnTo>
                <a:lnTo>
                  <a:pt x="552" y="171"/>
                </a:lnTo>
                <a:lnTo>
                  <a:pt x="552" y="172"/>
                </a:lnTo>
                <a:lnTo>
                  <a:pt x="551" y="172"/>
                </a:lnTo>
                <a:lnTo>
                  <a:pt x="550" y="171"/>
                </a:lnTo>
                <a:lnTo>
                  <a:pt x="549" y="171"/>
                </a:lnTo>
                <a:lnTo>
                  <a:pt x="549" y="172"/>
                </a:lnTo>
                <a:lnTo>
                  <a:pt x="547" y="172"/>
                </a:lnTo>
                <a:lnTo>
                  <a:pt x="548" y="173"/>
                </a:lnTo>
                <a:lnTo>
                  <a:pt x="549" y="173"/>
                </a:lnTo>
                <a:lnTo>
                  <a:pt x="550" y="173"/>
                </a:lnTo>
                <a:lnTo>
                  <a:pt x="549" y="173"/>
                </a:lnTo>
                <a:lnTo>
                  <a:pt x="548" y="174"/>
                </a:lnTo>
                <a:lnTo>
                  <a:pt x="549" y="175"/>
                </a:lnTo>
                <a:lnTo>
                  <a:pt x="548" y="175"/>
                </a:lnTo>
                <a:lnTo>
                  <a:pt x="550" y="175"/>
                </a:lnTo>
                <a:lnTo>
                  <a:pt x="551" y="175"/>
                </a:lnTo>
                <a:lnTo>
                  <a:pt x="553" y="173"/>
                </a:lnTo>
                <a:lnTo>
                  <a:pt x="554" y="173"/>
                </a:lnTo>
                <a:lnTo>
                  <a:pt x="555" y="173"/>
                </a:lnTo>
                <a:lnTo>
                  <a:pt x="556" y="173"/>
                </a:lnTo>
                <a:lnTo>
                  <a:pt x="555" y="174"/>
                </a:lnTo>
                <a:lnTo>
                  <a:pt x="555" y="175"/>
                </a:lnTo>
                <a:lnTo>
                  <a:pt x="555" y="176"/>
                </a:lnTo>
                <a:lnTo>
                  <a:pt x="555" y="177"/>
                </a:lnTo>
                <a:lnTo>
                  <a:pt x="556" y="177"/>
                </a:lnTo>
                <a:lnTo>
                  <a:pt x="556" y="179"/>
                </a:lnTo>
                <a:lnTo>
                  <a:pt x="555" y="179"/>
                </a:lnTo>
                <a:lnTo>
                  <a:pt x="555" y="180"/>
                </a:lnTo>
                <a:lnTo>
                  <a:pt x="555" y="181"/>
                </a:lnTo>
                <a:lnTo>
                  <a:pt x="554" y="181"/>
                </a:lnTo>
                <a:lnTo>
                  <a:pt x="554" y="180"/>
                </a:lnTo>
                <a:lnTo>
                  <a:pt x="553" y="180"/>
                </a:lnTo>
                <a:lnTo>
                  <a:pt x="553" y="181"/>
                </a:lnTo>
                <a:lnTo>
                  <a:pt x="552" y="181"/>
                </a:lnTo>
                <a:lnTo>
                  <a:pt x="552" y="180"/>
                </a:lnTo>
                <a:lnTo>
                  <a:pt x="551" y="180"/>
                </a:lnTo>
                <a:lnTo>
                  <a:pt x="550" y="181"/>
                </a:lnTo>
                <a:lnTo>
                  <a:pt x="549" y="181"/>
                </a:lnTo>
                <a:lnTo>
                  <a:pt x="549" y="180"/>
                </a:lnTo>
                <a:lnTo>
                  <a:pt x="548" y="180"/>
                </a:lnTo>
                <a:lnTo>
                  <a:pt x="547" y="180"/>
                </a:lnTo>
                <a:lnTo>
                  <a:pt x="546" y="180"/>
                </a:lnTo>
                <a:lnTo>
                  <a:pt x="545" y="180"/>
                </a:lnTo>
                <a:lnTo>
                  <a:pt x="544" y="181"/>
                </a:lnTo>
                <a:lnTo>
                  <a:pt x="542" y="181"/>
                </a:lnTo>
                <a:lnTo>
                  <a:pt x="542" y="182"/>
                </a:lnTo>
                <a:lnTo>
                  <a:pt x="541" y="183"/>
                </a:lnTo>
                <a:lnTo>
                  <a:pt x="541" y="182"/>
                </a:lnTo>
                <a:lnTo>
                  <a:pt x="541" y="181"/>
                </a:lnTo>
                <a:lnTo>
                  <a:pt x="540" y="181"/>
                </a:lnTo>
                <a:lnTo>
                  <a:pt x="539" y="181"/>
                </a:lnTo>
                <a:lnTo>
                  <a:pt x="539" y="182"/>
                </a:lnTo>
                <a:lnTo>
                  <a:pt x="539" y="183"/>
                </a:lnTo>
                <a:lnTo>
                  <a:pt x="538" y="183"/>
                </a:lnTo>
                <a:lnTo>
                  <a:pt x="539" y="184"/>
                </a:lnTo>
                <a:lnTo>
                  <a:pt x="540" y="185"/>
                </a:lnTo>
                <a:lnTo>
                  <a:pt x="540" y="186"/>
                </a:lnTo>
                <a:lnTo>
                  <a:pt x="540" y="187"/>
                </a:lnTo>
                <a:lnTo>
                  <a:pt x="539" y="188"/>
                </a:lnTo>
                <a:lnTo>
                  <a:pt x="538" y="189"/>
                </a:lnTo>
                <a:lnTo>
                  <a:pt x="537" y="189"/>
                </a:lnTo>
                <a:lnTo>
                  <a:pt x="536" y="189"/>
                </a:lnTo>
                <a:lnTo>
                  <a:pt x="535" y="189"/>
                </a:lnTo>
                <a:lnTo>
                  <a:pt x="535" y="188"/>
                </a:lnTo>
                <a:lnTo>
                  <a:pt x="536" y="188"/>
                </a:lnTo>
                <a:lnTo>
                  <a:pt x="536" y="187"/>
                </a:lnTo>
                <a:lnTo>
                  <a:pt x="535" y="187"/>
                </a:lnTo>
                <a:lnTo>
                  <a:pt x="534" y="188"/>
                </a:lnTo>
                <a:lnTo>
                  <a:pt x="532" y="187"/>
                </a:lnTo>
                <a:lnTo>
                  <a:pt x="532" y="188"/>
                </a:lnTo>
                <a:lnTo>
                  <a:pt x="531" y="188"/>
                </a:lnTo>
                <a:lnTo>
                  <a:pt x="531" y="189"/>
                </a:lnTo>
                <a:lnTo>
                  <a:pt x="532" y="189"/>
                </a:lnTo>
                <a:lnTo>
                  <a:pt x="533" y="189"/>
                </a:lnTo>
                <a:lnTo>
                  <a:pt x="534" y="189"/>
                </a:lnTo>
                <a:lnTo>
                  <a:pt x="534" y="190"/>
                </a:lnTo>
                <a:lnTo>
                  <a:pt x="534" y="191"/>
                </a:lnTo>
                <a:lnTo>
                  <a:pt x="533" y="191"/>
                </a:lnTo>
                <a:lnTo>
                  <a:pt x="536" y="198"/>
                </a:lnTo>
                <a:lnTo>
                  <a:pt x="537" y="198"/>
                </a:lnTo>
                <a:lnTo>
                  <a:pt x="538" y="198"/>
                </a:lnTo>
                <a:lnTo>
                  <a:pt x="538" y="199"/>
                </a:lnTo>
                <a:lnTo>
                  <a:pt x="538" y="200"/>
                </a:lnTo>
                <a:lnTo>
                  <a:pt x="539" y="201"/>
                </a:lnTo>
                <a:lnTo>
                  <a:pt x="540" y="202"/>
                </a:lnTo>
                <a:lnTo>
                  <a:pt x="541" y="202"/>
                </a:lnTo>
                <a:lnTo>
                  <a:pt x="541" y="201"/>
                </a:lnTo>
                <a:lnTo>
                  <a:pt x="542" y="201"/>
                </a:lnTo>
                <a:lnTo>
                  <a:pt x="543" y="200"/>
                </a:lnTo>
                <a:lnTo>
                  <a:pt x="543" y="201"/>
                </a:lnTo>
                <a:lnTo>
                  <a:pt x="542" y="201"/>
                </a:lnTo>
                <a:lnTo>
                  <a:pt x="542" y="202"/>
                </a:lnTo>
                <a:lnTo>
                  <a:pt x="543" y="202"/>
                </a:lnTo>
                <a:lnTo>
                  <a:pt x="543" y="201"/>
                </a:lnTo>
                <a:lnTo>
                  <a:pt x="544" y="201"/>
                </a:lnTo>
                <a:lnTo>
                  <a:pt x="544" y="200"/>
                </a:lnTo>
                <a:lnTo>
                  <a:pt x="545" y="200"/>
                </a:lnTo>
                <a:lnTo>
                  <a:pt x="545" y="201"/>
                </a:lnTo>
                <a:lnTo>
                  <a:pt x="543" y="202"/>
                </a:lnTo>
                <a:lnTo>
                  <a:pt x="543" y="203"/>
                </a:lnTo>
                <a:lnTo>
                  <a:pt x="542" y="204"/>
                </a:lnTo>
                <a:lnTo>
                  <a:pt x="542" y="205"/>
                </a:lnTo>
                <a:lnTo>
                  <a:pt x="542" y="206"/>
                </a:lnTo>
                <a:lnTo>
                  <a:pt x="541" y="206"/>
                </a:lnTo>
                <a:lnTo>
                  <a:pt x="540" y="206"/>
                </a:lnTo>
                <a:lnTo>
                  <a:pt x="540" y="207"/>
                </a:lnTo>
                <a:lnTo>
                  <a:pt x="541" y="208"/>
                </a:lnTo>
                <a:lnTo>
                  <a:pt x="541" y="209"/>
                </a:lnTo>
                <a:lnTo>
                  <a:pt x="542" y="209"/>
                </a:lnTo>
                <a:lnTo>
                  <a:pt x="542" y="210"/>
                </a:lnTo>
                <a:lnTo>
                  <a:pt x="543" y="210"/>
                </a:lnTo>
                <a:lnTo>
                  <a:pt x="545" y="210"/>
                </a:lnTo>
                <a:lnTo>
                  <a:pt x="545" y="209"/>
                </a:lnTo>
                <a:lnTo>
                  <a:pt x="546" y="209"/>
                </a:lnTo>
                <a:lnTo>
                  <a:pt x="547" y="209"/>
                </a:lnTo>
                <a:lnTo>
                  <a:pt x="547" y="210"/>
                </a:lnTo>
                <a:lnTo>
                  <a:pt x="546" y="210"/>
                </a:lnTo>
                <a:lnTo>
                  <a:pt x="546" y="211"/>
                </a:lnTo>
                <a:lnTo>
                  <a:pt x="548" y="210"/>
                </a:lnTo>
                <a:lnTo>
                  <a:pt x="549" y="210"/>
                </a:lnTo>
                <a:lnTo>
                  <a:pt x="549" y="211"/>
                </a:lnTo>
                <a:lnTo>
                  <a:pt x="549" y="212"/>
                </a:lnTo>
                <a:lnTo>
                  <a:pt x="548" y="212"/>
                </a:lnTo>
                <a:lnTo>
                  <a:pt x="547" y="213"/>
                </a:lnTo>
                <a:lnTo>
                  <a:pt x="546" y="213"/>
                </a:lnTo>
                <a:lnTo>
                  <a:pt x="546" y="214"/>
                </a:lnTo>
                <a:lnTo>
                  <a:pt x="545" y="214"/>
                </a:lnTo>
                <a:lnTo>
                  <a:pt x="544" y="214"/>
                </a:lnTo>
                <a:lnTo>
                  <a:pt x="543" y="216"/>
                </a:lnTo>
                <a:lnTo>
                  <a:pt x="543" y="217"/>
                </a:lnTo>
                <a:lnTo>
                  <a:pt x="544" y="218"/>
                </a:lnTo>
                <a:lnTo>
                  <a:pt x="544" y="219"/>
                </a:lnTo>
                <a:lnTo>
                  <a:pt x="544" y="220"/>
                </a:lnTo>
                <a:lnTo>
                  <a:pt x="544" y="221"/>
                </a:lnTo>
                <a:lnTo>
                  <a:pt x="545" y="222"/>
                </a:lnTo>
                <a:lnTo>
                  <a:pt x="545" y="223"/>
                </a:lnTo>
                <a:lnTo>
                  <a:pt x="544" y="223"/>
                </a:lnTo>
                <a:lnTo>
                  <a:pt x="545" y="224"/>
                </a:lnTo>
                <a:lnTo>
                  <a:pt x="546" y="223"/>
                </a:lnTo>
                <a:lnTo>
                  <a:pt x="547" y="223"/>
                </a:lnTo>
                <a:lnTo>
                  <a:pt x="548" y="222"/>
                </a:lnTo>
                <a:lnTo>
                  <a:pt x="548" y="223"/>
                </a:lnTo>
                <a:lnTo>
                  <a:pt x="548" y="224"/>
                </a:lnTo>
                <a:lnTo>
                  <a:pt x="547" y="224"/>
                </a:lnTo>
                <a:lnTo>
                  <a:pt x="547" y="225"/>
                </a:lnTo>
                <a:lnTo>
                  <a:pt x="545" y="226"/>
                </a:lnTo>
                <a:lnTo>
                  <a:pt x="544" y="226"/>
                </a:lnTo>
                <a:lnTo>
                  <a:pt x="544" y="228"/>
                </a:lnTo>
                <a:lnTo>
                  <a:pt x="543" y="228"/>
                </a:lnTo>
                <a:lnTo>
                  <a:pt x="541" y="227"/>
                </a:lnTo>
                <a:lnTo>
                  <a:pt x="542" y="226"/>
                </a:lnTo>
                <a:lnTo>
                  <a:pt x="542" y="225"/>
                </a:lnTo>
                <a:lnTo>
                  <a:pt x="542" y="224"/>
                </a:lnTo>
                <a:lnTo>
                  <a:pt x="541" y="224"/>
                </a:lnTo>
                <a:lnTo>
                  <a:pt x="539" y="225"/>
                </a:lnTo>
                <a:lnTo>
                  <a:pt x="539" y="226"/>
                </a:lnTo>
                <a:lnTo>
                  <a:pt x="539" y="227"/>
                </a:lnTo>
                <a:lnTo>
                  <a:pt x="537" y="228"/>
                </a:lnTo>
                <a:lnTo>
                  <a:pt x="536" y="228"/>
                </a:lnTo>
                <a:lnTo>
                  <a:pt x="534" y="230"/>
                </a:lnTo>
                <a:lnTo>
                  <a:pt x="533" y="230"/>
                </a:lnTo>
                <a:lnTo>
                  <a:pt x="533" y="231"/>
                </a:lnTo>
                <a:lnTo>
                  <a:pt x="533" y="232"/>
                </a:lnTo>
                <a:lnTo>
                  <a:pt x="532" y="232"/>
                </a:lnTo>
                <a:lnTo>
                  <a:pt x="531" y="232"/>
                </a:lnTo>
                <a:lnTo>
                  <a:pt x="530" y="232"/>
                </a:lnTo>
                <a:lnTo>
                  <a:pt x="528" y="232"/>
                </a:lnTo>
                <a:lnTo>
                  <a:pt x="526" y="232"/>
                </a:lnTo>
                <a:lnTo>
                  <a:pt x="525" y="233"/>
                </a:lnTo>
                <a:lnTo>
                  <a:pt x="524" y="234"/>
                </a:lnTo>
                <a:lnTo>
                  <a:pt x="524" y="235"/>
                </a:lnTo>
                <a:lnTo>
                  <a:pt x="524" y="236"/>
                </a:lnTo>
                <a:lnTo>
                  <a:pt x="523" y="236"/>
                </a:lnTo>
                <a:lnTo>
                  <a:pt x="523" y="237"/>
                </a:lnTo>
                <a:lnTo>
                  <a:pt x="524" y="238"/>
                </a:lnTo>
                <a:lnTo>
                  <a:pt x="525" y="238"/>
                </a:lnTo>
                <a:lnTo>
                  <a:pt x="525" y="239"/>
                </a:lnTo>
                <a:lnTo>
                  <a:pt x="524" y="239"/>
                </a:lnTo>
                <a:lnTo>
                  <a:pt x="523" y="239"/>
                </a:lnTo>
                <a:lnTo>
                  <a:pt x="523" y="240"/>
                </a:lnTo>
                <a:lnTo>
                  <a:pt x="524" y="240"/>
                </a:lnTo>
                <a:lnTo>
                  <a:pt x="524" y="241"/>
                </a:lnTo>
                <a:lnTo>
                  <a:pt x="523" y="241"/>
                </a:lnTo>
                <a:lnTo>
                  <a:pt x="522" y="241"/>
                </a:lnTo>
                <a:lnTo>
                  <a:pt x="521" y="242"/>
                </a:lnTo>
                <a:lnTo>
                  <a:pt x="520" y="244"/>
                </a:lnTo>
                <a:lnTo>
                  <a:pt x="519" y="244"/>
                </a:lnTo>
                <a:lnTo>
                  <a:pt x="520" y="244"/>
                </a:lnTo>
                <a:lnTo>
                  <a:pt x="519" y="245"/>
                </a:lnTo>
                <a:lnTo>
                  <a:pt x="519" y="246"/>
                </a:lnTo>
                <a:lnTo>
                  <a:pt x="518" y="247"/>
                </a:lnTo>
                <a:lnTo>
                  <a:pt x="517" y="247"/>
                </a:lnTo>
                <a:lnTo>
                  <a:pt x="516" y="247"/>
                </a:lnTo>
                <a:lnTo>
                  <a:pt x="516" y="248"/>
                </a:lnTo>
                <a:lnTo>
                  <a:pt x="515" y="248"/>
                </a:lnTo>
                <a:lnTo>
                  <a:pt x="515" y="247"/>
                </a:lnTo>
                <a:lnTo>
                  <a:pt x="514" y="247"/>
                </a:lnTo>
                <a:lnTo>
                  <a:pt x="513" y="247"/>
                </a:lnTo>
                <a:lnTo>
                  <a:pt x="512" y="247"/>
                </a:lnTo>
                <a:lnTo>
                  <a:pt x="511" y="247"/>
                </a:lnTo>
                <a:lnTo>
                  <a:pt x="512" y="247"/>
                </a:lnTo>
                <a:lnTo>
                  <a:pt x="512" y="246"/>
                </a:lnTo>
                <a:lnTo>
                  <a:pt x="512" y="245"/>
                </a:lnTo>
                <a:lnTo>
                  <a:pt x="511" y="246"/>
                </a:lnTo>
                <a:lnTo>
                  <a:pt x="510" y="246"/>
                </a:lnTo>
                <a:lnTo>
                  <a:pt x="511" y="246"/>
                </a:lnTo>
                <a:lnTo>
                  <a:pt x="511" y="245"/>
                </a:lnTo>
                <a:lnTo>
                  <a:pt x="511" y="244"/>
                </a:lnTo>
                <a:lnTo>
                  <a:pt x="512" y="244"/>
                </a:lnTo>
                <a:lnTo>
                  <a:pt x="511" y="244"/>
                </a:lnTo>
                <a:lnTo>
                  <a:pt x="510" y="244"/>
                </a:lnTo>
                <a:lnTo>
                  <a:pt x="511" y="243"/>
                </a:lnTo>
                <a:lnTo>
                  <a:pt x="512" y="242"/>
                </a:lnTo>
                <a:lnTo>
                  <a:pt x="511" y="242"/>
                </a:lnTo>
                <a:lnTo>
                  <a:pt x="510" y="242"/>
                </a:lnTo>
                <a:lnTo>
                  <a:pt x="510" y="241"/>
                </a:lnTo>
                <a:lnTo>
                  <a:pt x="511" y="241"/>
                </a:lnTo>
                <a:lnTo>
                  <a:pt x="511" y="240"/>
                </a:lnTo>
                <a:lnTo>
                  <a:pt x="512" y="240"/>
                </a:lnTo>
                <a:lnTo>
                  <a:pt x="512" y="239"/>
                </a:lnTo>
                <a:lnTo>
                  <a:pt x="512" y="238"/>
                </a:lnTo>
                <a:lnTo>
                  <a:pt x="513" y="239"/>
                </a:lnTo>
                <a:lnTo>
                  <a:pt x="513" y="238"/>
                </a:lnTo>
                <a:lnTo>
                  <a:pt x="512" y="238"/>
                </a:lnTo>
                <a:lnTo>
                  <a:pt x="511" y="238"/>
                </a:lnTo>
                <a:lnTo>
                  <a:pt x="512" y="237"/>
                </a:lnTo>
                <a:lnTo>
                  <a:pt x="512" y="236"/>
                </a:lnTo>
                <a:lnTo>
                  <a:pt x="513" y="235"/>
                </a:lnTo>
                <a:lnTo>
                  <a:pt x="514" y="235"/>
                </a:lnTo>
                <a:lnTo>
                  <a:pt x="515" y="234"/>
                </a:lnTo>
                <a:lnTo>
                  <a:pt x="515" y="233"/>
                </a:lnTo>
                <a:lnTo>
                  <a:pt x="518" y="231"/>
                </a:lnTo>
                <a:lnTo>
                  <a:pt x="519" y="231"/>
                </a:lnTo>
                <a:lnTo>
                  <a:pt x="520" y="231"/>
                </a:lnTo>
                <a:lnTo>
                  <a:pt x="521" y="230"/>
                </a:lnTo>
                <a:lnTo>
                  <a:pt x="521" y="231"/>
                </a:lnTo>
                <a:lnTo>
                  <a:pt x="522" y="231"/>
                </a:lnTo>
                <a:lnTo>
                  <a:pt x="522" y="232"/>
                </a:lnTo>
                <a:lnTo>
                  <a:pt x="523" y="231"/>
                </a:lnTo>
                <a:lnTo>
                  <a:pt x="522" y="231"/>
                </a:lnTo>
                <a:lnTo>
                  <a:pt x="522" y="230"/>
                </a:lnTo>
                <a:lnTo>
                  <a:pt x="523" y="230"/>
                </a:lnTo>
                <a:lnTo>
                  <a:pt x="523" y="231"/>
                </a:lnTo>
                <a:lnTo>
                  <a:pt x="523" y="232"/>
                </a:lnTo>
                <a:lnTo>
                  <a:pt x="524" y="231"/>
                </a:lnTo>
                <a:lnTo>
                  <a:pt x="525" y="231"/>
                </a:lnTo>
                <a:lnTo>
                  <a:pt x="525" y="230"/>
                </a:lnTo>
                <a:lnTo>
                  <a:pt x="524" y="230"/>
                </a:lnTo>
                <a:lnTo>
                  <a:pt x="524" y="229"/>
                </a:lnTo>
                <a:lnTo>
                  <a:pt x="525" y="229"/>
                </a:lnTo>
                <a:lnTo>
                  <a:pt x="526" y="228"/>
                </a:lnTo>
                <a:lnTo>
                  <a:pt x="526" y="227"/>
                </a:lnTo>
                <a:lnTo>
                  <a:pt x="526" y="226"/>
                </a:lnTo>
                <a:lnTo>
                  <a:pt x="525" y="226"/>
                </a:lnTo>
                <a:lnTo>
                  <a:pt x="525" y="225"/>
                </a:lnTo>
                <a:lnTo>
                  <a:pt x="526" y="226"/>
                </a:lnTo>
                <a:lnTo>
                  <a:pt x="527" y="224"/>
                </a:lnTo>
                <a:lnTo>
                  <a:pt x="527" y="223"/>
                </a:lnTo>
                <a:lnTo>
                  <a:pt x="527" y="222"/>
                </a:lnTo>
                <a:lnTo>
                  <a:pt x="528" y="222"/>
                </a:lnTo>
                <a:lnTo>
                  <a:pt x="528" y="221"/>
                </a:lnTo>
                <a:lnTo>
                  <a:pt x="529" y="220"/>
                </a:lnTo>
                <a:lnTo>
                  <a:pt x="528" y="220"/>
                </a:lnTo>
                <a:lnTo>
                  <a:pt x="528" y="221"/>
                </a:lnTo>
                <a:lnTo>
                  <a:pt x="526" y="220"/>
                </a:lnTo>
                <a:lnTo>
                  <a:pt x="527" y="218"/>
                </a:lnTo>
                <a:lnTo>
                  <a:pt x="527" y="217"/>
                </a:lnTo>
                <a:lnTo>
                  <a:pt x="529" y="216"/>
                </a:lnTo>
                <a:lnTo>
                  <a:pt x="529" y="217"/>
                </a:lnTo>
                <a:lnTo>
                  <a:pt x="529" y="216"/>
                </a:lnTo>
                <a:lnTo>
                  <a:pt x="530" y="216"/>
                </a:lnTo>
                <a:lnTo>
                  <a:pt x="530" y="215"/>
                </a:lnTo>
                <a:lnTo>
                  <a:pt x="529" y="215"/>
                </a:lnTo>
                <a:lnTo>
                  <a:pt x="528" y="215"/>
                </a:lnTo>
                <a:lnTo>
                  <a:pt x="528" y="214"/>
                </a:lnTo>
                <a:lnTo>
                  <a:pt x="529" y="214"/>
                </a:lnTo>
                <a:lnTo>
                  <a:pt x="531" y="214"/>
                </a:lnTo>
                <a:lnTo>
                  <a:pt x="532" y="213"/>
                </a:lnTo>
                <a:lnTo>
                  <a:pt x="532" y="212"/>
                </a:lnTo>
                <a:lnTo>
                  <a:pt x="531" y="212"/>
                </a:lnTo>
                <a:lnTo>
                  <a:pt x="532" y="211"/>
                </a:lnTo>
                <a:lnTo>
                  <a:pt x="533" y="211"/>
                </a:lnTo>
                <a:lnTo>
                  <a:pt x="534" y="210"/>
                </a:lnTo>
                <a:lnTo>
                  <a:pt x="535" y="210"/>
                </a:lnTo>
                <a:lnTo>
                  <a:pt x="535" y="209"/>
                </a:lnTo>
                <a:lnTo>
                  <a:pt x="534" y="209"/>
                </a:lnTo>
                <a:lnTo>
                  <a:pt x="534" y="208"/>
                </a:lnTo>
                <a:lnTo>
                  <a:pt x="535" y="207"/>
                </a:lnTo>
                <a:lnTo>
                  <a:pt x="536" y="207"/>
                </a:lnTo>
                <a:lnTo>
                  <a:pt x="537" y="206"/>
                </a:lnTo>
                <a:lnTo>
                  <a:pt x="537" y="205"/>
                </a:lnTo>
                <a:lnTo>
                  <a:pt x="538" y="205"/>
                </a:lnTo>
                <a:lnTo>
                  <a:pt x="538" y="204"/>
                </a:lnTo>
                <a:lnTo>
                  <a:pt x="538" y="203"/>
                </a:lnTo>
                <a:lnTo>
                  <a:pt x="537" y="201"/>
                </a:lnTo>
                <a:lnTo>
                  <a:pt x="536" y="201"/>
                </a:lnTo>
                <a:lnTo>
                  <a:pt x="536" y="202"/>
                </a:lnTo>
                <a:lnTo>
                  <a:pt x="535" y="202"/>
                </a:lnTo>
                <a:lnTo>
                  <a:pt x="534" y="202"/>
                </a:lnTo>
                <a:lnTo>
                  <a:pt x="533" y="203"/>
                </a:lnTo>
                <a:lnTo>
                  <a:pt x="532" y="203"/>
                </a:lnTo>
                <a:lnTo>
                  <a:pt x="531" y="203"/>
                </a:lnTo>
                <a:lnTo>
                  <a:pt x="531" y="204"/>
                </a:lnTo>
                <a:lnTo>
                  <a:pt x="530" y="204"/>
                </a:lnTo>
                <a:lnTo>
                  <a:pt x="528" y="204"/>
                </a:lnTo>
                <a:lnTo>
                  <a:pt x="527" y="204"/>
                </a:lnTo>
                <a:lnTo>
                  <a:pt x="526" y="205"/>
                </a:lnTo>
                <a:lnTo>
                  <a:pt x="524" y="206"/>
                </a:lnTo>
                <a:lnTo>
                  <a:pt x="523" y="206"/>
                </a:lnTo>
                <a:lnTo>
                  <a:pt x="523" y="205"/>
                </a:lnTo>
                <a:lnTo>
                  <a:pt x="523" y="204"/>
                </a:lnTo>
                <a:lnTo>
                  <a:pt x="521" y="205"/>
                </a:lnTo>
                <a:lnTo>
                  <a:pt x="520" y="205"/>
                </a:lnTo>
                <a:lnTo>
                  <a:pt x="520" y="204"/>
                </a:lnTo>
                <a:lnTo>
                  <a:pt x="519" y="205"/>
                </a:lnTo>
                <a:lnTo>
                  <a:pt x="518" y="206"/>
                </a:lnTo>
                <a:lnTo>
                  <a:pt x="517" y="207"/>
                </a:lnTo>
                <a:lnTo>
                  <a:pt x="517" y="208"/>
                </a:lnTo>
                <a:lnTo>
                  <a:pt x="517" y="209"/>
                </a:lnTo>
                <a:lnTo>
                  <a:pt x="518" y="210"/>
                </a:lnTo>
                <a:lnTo>
                  <a:pt x="519" y="211"/>
                </a:lnTo>
                <a:lnTo>
                  <a:pt x="519" y="212"/>
                </a:lnTo>
                <a:lnTo>
                  <a:pt x="519" y="213"/>
                </a:lnTo>
                <a:lnTo>
                  <a:pt x="519" y="214"/>
                </a:lnTo>
                <a:lnTo>
                  <a:pt x="518" y="215"/>
                </a:lnTo>
                <a:lnTo>
                  <a:pt x="517" y="216"/>
                </a:lnTo>
                <a:lnTo>
                  <a:pt x="516" y="217"/>
                </a:lnTo>
                <a:lnTo>
                  <a:pt x="516" y="218"/>
                </a:lnTo>
                <a:lnTo>
                  <a:pt x="515" y="220"/>
                </a:lnTo>
                <a:lnTo>
                  <a:pt x="515" y="221"/>
                </a:lnTo>
                <a:lnTo>
                  <a:pt x="516" y="222"/>
                </a:lnTo>
                <a:lnTo>
                  <a:pt x="515" y="222"/>
                </a:lnTo>
                <a:lnTo>
                  <a:pt x="515" y="223"/>
                </a:lnTo>
                <a:lnTo>
                  <a:pt x="515" y="224"/>
                </a:lnTo>
                <a:lnTo>
                  <a:pt x="516" y="224"/>
                </a:lnTo>
                <a:lnTo>
                  <a:pt x="517" y="224"/>
                </a:lnTo>
                <a:lnTo>
                  <a:pt x="517" y="225"/>
                </a:lnTo>
                <a:lnTo>
                  <a:pt x="516" y="226"/>
                </a:lnTo>
                <a:lnTo>
                  <a:pt x="515" y="226"/>
                </a:lnTo>
                <a:lnTo>
                  <a:pt x="515" y="227"/>
                </a:lnTo>
                <a:lnTo>
                  <a:pt x="514" y="227"/>
                </a:lnTo>
                <a:lnTo>
                  <a:pt x="513" y="228"/>
                </a:lnTo>
                <a:lnTo>
                  <a:pt x="512" y="227"/>
                </a:lnTo>
                <a:lnTo>
                  <a:pt x="512" y="226"/>
                </a:lnTo>
                <a:lnTo>
                  <a:pt x="512" y="225"/>
                </a:lnTo>
                <a:lnTo>
                  <a:pt x="513" y="224"/>
                </a:lnTo>
                <a:lnTo>
                  <a:pt x="512" y="223"/>
                </a:lnTo>
                <a:lnTo>
                  <a:pt x="511" y="222"/>
                </a:lnTo>
                <a:lnTo>
                  <a:pt x="510" y="222"/>
                </a:lnTo>
                <a:lnTo>
                  <a:pt x="508" y="221"/>
                </a:lnTo>
                <a:lnTo>
                  <a:pt x="508" y="220"/>
                </a:lnTo>
                <a:lnTo>
                  <a:pt x="508" y="219"/>
                </a:lnTo>
                <a:lnTo>
                  <a:pt x="507" y="219"/>
                </a:lnTo>
                <a:lnTo>
                  <a:pt x="506" y="219"/>
                </a:lnTo>
                <a:lnTo>
                  <a:pt x="505" y="220"/>
                </a:lnTo>
                <a:lnTo>
                  <a:pt x="505" y="221"/>
                </a:lnTo>
                <a:lnTo>
                  <a:pt x="506" y="221"/>
                </a:lnTo>
                <a:lnTo>
                  <a:pt x="506" y="222"/>
                </a:lnTo>
                <a:lnTo>
                  <a:pt x="504" y="222"/>
                </a:lnTo>
                <a:lnTo>
                  <a:pt x="503" y="223"/>
                </a:lnTo>
                <a:lnTo>
                  <a:pt x="502" y="222"/>
                </a:lnTo>
                <a:lnTo>
                  <a:pt x="501" y="220"/>
                </a:lnTo>
                <a:lnTo>
                  <a:pt x="501" y="219"/>
                </a:lnTo>
                <a:lnTo>
                  <a:pt x="503" y="218"/>
                </a:lnTo>
                <a:lnTo>
                  <a:pt x="503" y="217"/>
                </a:lnTo>
                <a:lnTo>
                  <a:pt x="502" y="216"/>
                </a:lnTo>
                <a:lnTo>
                  <a:pt x="502" y="215"/>
                </a:lnTo>
                <a:lnTo>
                  <a:pt x="502" y="214"/>
                </a:lnTo>
                <a:lnTo>
                  <a:pt x="501" y="214"/>
                </a:lnTo>
                <a:lnTo>
                  <a:pt x="502" y="212"/>
                </a:lnTo>
                <a:lnTo>
                  <a:pt x="501" y="211"/>
                </a:lnTo>
                <a:lnTo>
                  <a:pt x="502" y="210"/>
                </a:lnTo>
                <a:lnTo>
                  <a:pt x="503" y="209"/>
                </a:lnTo>
                <a:lnTo>
                  <a:pt x="505" y="209"/>
                </a:lnTo>
                <a:lnTo>
                  <a:pt x="506" y="209"/>
                </a:lnTo>
                <a:lnTo>
                  <a:pt x="507" y="209"/>
                </a:lnTo>
                <a:lnTo>
                  <a:pt x="508" y="209"/>
                </a:lnTo>
                <a:lnTo>
                  <a:pt x="508" y="208"/>
                </a:lnTo>
                <a:lnTo>
                  <a:pt x="507" y="207"/>
                </a:lnTo>
                <a:lnTo>
                  <a:pt x="507" y="205"/>
                </a:lnTo>
                <a:lnTo>
                  <a:pt x="507" y="204"/>
                </a:lnTo>
                <a:lnTo>
                  <a:pt x="507" y="203"/>
                </a:lnTo>
                <a:lnTo>
                  <a:pt x="506" y="203"/>
                </a:lnTo>
                <a:lnTo>
                  <a:pt x="506" y="204"/>
                </a:lnTo>
                <a:lnTo>
                  <a:pt x="505" y="204"/>
                </a:lnTo>
                <a:lnTo>
                  <a:pt x="505" y="205"/>
                </a:lnTo>
                <a:lnTo>
                  <a:pt x="505" y="206"/>
                </a:lnTo>
                <a:lnTo>
                  <a:pt x="504" y="206"/>
                </a:lnTo>
                <a:lnTo>
                  <a:pt x="503" y="207"/>
                </a:lnTo>
                <a:lnTo>
                  <a:pt x="502" y="207"/>
                </a:lnTo>
                <a:lnTo>
                  <a:pt x="500" y="208"/>
                </a:lnTo>
                <a:lnTo>
                  <a:pt x="500" y="209"/>
                </a:lnTo>
                <a:lnTo>
                  <a:pt x="499" y="209"/>
                </a:lnTo>
                <a:lnTo>
                  <a:pt x="498" y="207"/>
                </a:lnTo>
                <a:lnTo>
                  <a:pt x="498" y="205"/>
                </a:lnTo>
                <a:lnTo>
                  <a:pt x="499" y="204"/>
                </a:lnTo>
                <a:lnTo>
                  <a:pt x="500" y="203"/>
                </a:lnTo>
                <a:lnTo>
                  <a:pt x="500" y="202"/>
                </a:lnTo>
                <a:lnTo>
                  <a:pt x="503" y="202"/>
                </a:lnTo>
                <a:lnTo>
                  <a:pt x="505" y="200"/>
                </a:lnTo>
                <a:lnTo>
                  <a:pt x="505" y="199"/>
                </a:lnTo>
                <a:lnTo>
                  <a:pt x="507" y="198"/>
                </a:lnTo>
                <a:lnTo>
                  <a:pt x="506" y="198"/>
                </a:lnTo>
                <a:lnTo>
                  <a:pt x="505" y="198"/>
                </a:lnTo>
                <a:lnTo>
                  <a:pt x="505" y="197"/>
                </a:lnTo>
                <a:lnTo>
                  <a:pt x="505" y="198"/>
                </a:lnTo>
                <a:lnTo>
                  <a:pt x="504" y="199"/>
                </a:lnTo>
                <a:lnTo>
                  <a:pt x="502" y="201"/>
                </a:lnTo>
                <a:lnTo>
                  <a:pt x="501" y="201"/>
                </a:lnTo>
                <a:lnTo>
                  <a:pt x="500" y="201"/>
                </a:lnTo>
                <a:lnTo>
                  <a:pt x="499" y="199"/>
                </a:lnTo>
                <a:lnTo>
                  <a:pt x="500" y="199"/>
                </a:lnTo>
                <a:lnTo>
                  <a:pt x="500" y="198"/>
                </a:lnTo>
                <a:lnTo>
                  <a:pt x="499" y="199"/>
                </a:lnTo>
                <a:lnTo>
                  <a:pt x="499" y="198"/>
                </a:lnTo>
                <a:lnTo>
                  <a:pt x="499" y="199"/>
                </a:lnTo>
                <a:lnTo>
                  <a:pt x="499" y="200"/>
                </a:lnTo>
                <a:lnTo>
                  <a:pt x="499" y="201"/>
                </a:lnTo>
                <a:lnTo>
                  <a:pt x="498" y="202"/>
                </a:lnTo>
                <a:lnTo>
                  <a:pt x="497" y="203"/>
                </a:lnTo>
                <a:lnTo>
                  <a:pt x="497" y="204"/>
                </a:lnTo>
                <a:lnTo>
                  <a:pt x="497" y="205"/>
                </a:lnTo>
                <a:lnTo>
                  <a:pt x="496" y="206"/>
                </a:lnTo>
                <a:lnTo>
                  <a:pt x="495" y="207"/>
                </a:lnTo>
                <a:lnTo>
                  <a:pt x="495" y="208"/>
                </a:lnTo>
                <a:lnTo>
                  <a:pt x="495" y="209"/>
                </a:lnTo>
                <a:lnTo>
                  <a:pt x="497" y="211"/>
                </a:lnTo>
                <a:lnTo>
                  <a:pt x="497" y="212"/>
                </a:lnTo>
                <a:lnTo>
                  <a:pt x="497" y="213"/>
                </a:lnTo>
                <a:lnTo>
                  <a:pt x="496" y="213"/>
                </a:lnTo>
                <a:lnTo>
                  <a:pt x="497" y="213"/>
                </a:lnTo>
                <a:lnTo>
                  <a:pt x="497" y="214"/>
                </a:lnTo>
                <a:lnTo>
                  <a:pt x="497" y="215"/>
                </a:lnTo>
                <a:lnTo>
                  <a:pt x="496" y="216"/>
                </a:lnTo>
                <a:lnTo>
                  <a:pt x="495" y="217"/>
                </a:lnTo>
                <a:lnTo>
                  <a:pt x="494" y="217"/>
                </a:lnTo>
                <a:lnTo>
                  <a:pt x="492" y="217"/>
                </a:lnTo>
                <a:lnTo>
                  <a:pt x="492" y="216"/>
                </a:lnTo>
                <a:lnTo>
                  <a:pt x="492" y="215"/>
                </a:lnTo>
                <a:lnTo>
                  <a:pt x="492" y="214"/>
                </a:lnTo>
                <a:lnTo>
                  <a:pt x="490" y="210"/>
                </a:lnTo>
                <a:lnTo>
                  <a:pt x="488" y="208"/>
                </a:lnTo>
                <a:lnTo>
                  <a:pt x="488" y="207"/>
                </a:lnTo>
                <a:lnTo>
                  <a:pt x="487" y="206"/>
                </a:lnTo>
                <a:lnTo>
                  <a:pt x="486" y="206"/>
                </a:lnTo>
                <a:lnTo>
                  <a:pt x="485" y="205"/>
                </a:lnTo>
                <a:lnTo>
                  <a:pt x="485" y="206"/>
                </a:lnTo>
                <a:lnTo>
                  <a:pt x="485" y="207"/>
                </a:lnTo>
                <a:lnTo>
                  <a:pt x="486" y="208"/>
                </a:lnTo>
                <a:lnTo>
                  <a:pt x="486" y="209"/>
                </a:lnTo>
                <a:lnTo>
                  <a:pt x="486" y="211"/>
                </a:lnTo>
                <a:lnTo>
                  <a:pt x="487" y="212"/>
                </a:lnTo>
                <a:lnTo>
                  <a:pt x="486" y="212"/>
                </a:lnTo>
                <a:lnTo>
                  <a:pt x="486" y="213"/>
                </a:lnTo>
                <a:lnTo>
                  <a:pt x="486" y="212"/>
                </a:lnTo>
                <a:lnTo>
                  <a:pt x="485" y="212"/>
                </a:lnTo>
                <a:lnTo>
                  <a:pt x="485" y="213"/>
                </a:lnTo>
                <a:lnTo>
                  <a:pt x="486" y="213"/>
                </a:lnTo>
                <a:lnTo>
                  <a:pt x="486" y="214"/>
                </a:lnTo>
                <a:lnTo>
                  <a:pt x="486" y="215"/>
                </a:lnTo>
                <a:lnTo>
                  <a:pt x="486" y="216"/>
                </a:lnTo>
                <a:lnTo>
                  <a:pt x="486" y="215"/>
                </a:lnTo>
                <a:lnTo>
                  <a:pt x="487" y="215"/>
                </a:lnTo>
                <a:lnTo>
                  <a:pt x="486" y="216"/>
                </a:lnTo>
                <a:lnTo>
                  <a:pt x="487" y="216"/>
                </a:lnTo>
                <a:lnTo>
                  <a:pt x="487" y="217"/>
                </a:lnTo>
                <a:lnTo>
                  <a:pt x="488" y="217"/>
                </a:lnTo>
                <a:lnTo>
                  <a:pt x="489" y="217"/>
                </a:lnTo>
                <a:lnTo>
                  <a:pt x="490" y="217"/>
                </a:lnTo>
                <a:lnTo>
                  <a:pt x="490" y="218"/>
                </a:lnTo>
                <a:lnTo>
                  <a:pt x="490" y="217"/>
                </a:lnTo>
                <a:lnTo>
                  <a:pt x="491" y="217"/>
                </a:lnTo>
                <a:lnTo>
                  <a:pt x="492" y="217"/>
                </a:lnTo>
                <a:lnTo>
                  <a:pt x="492" y="218"/>
                </a:lnTo>
                <a:lnTo>
                  <a:pt x="494" y="219"/>
                </a:lnTo>
                <a:lnTo>
                  <a:pt x="494" y="220"/>
                </a:lnTo>
                <a:lnTo>
                  <a:pt x="493" y="221"/>
                </a:lnTo>
                <a:lnTo>
                  <a:pt x="493" y="222"/>
                </a:lnTo>
                <a:lnTo>
                  <a:pt x="492" y="222"/>
                </a:lnTo>
                <a:lnTo>
                  <a:pt x="491" y="222"/>
                </a:lnTo>
                <a:lnTo>
                  <a:pt x="490" y="222"/>
                </a:lnTo>
                <a:lnTo>
                  <a:pt x="489" y="222"/>
                </a:lnTo>
                <a:lnTo>
                  <a:pt x="487" y="221"/>
                </a:lnTo>
                <a:lnTo>
                  <a:pt x="487" y="220"/>
                </a:lnTo>
                <a:lnTo>
                  <a:pt x="486" y="220"/>
                </a:lnTo>
                <a:lnTo>
                  <a:pt x="485" y="220"/>
                </a:lnTo>
                <a:lnTo>
                  <a:pt x="485" y="219"/>
                </a:lnTo>
                <a:lnTo>
                  <a:pt x="484" y="220"/>
                </a:lnTo>
                <a:lnTo>
                  <a:pt x="484" y="219"/>
                </a:lnTo>
                <a:lnTo>
                  <a:pt x="484" y="218"/>
                </a:lnTo>
                <a:lnTo>
                  <a:pt x="483" y="217"/>
                </a:lnTo>
                <a:lnTo>
                  <a:pt x="483" y="216"/>
                </a:lnTo>
                <a:lnTo>
                  <a:pt x="482" y="216"/>
                </a:lnTo>
                <a:lnTo>
                  <a:pt x="482" y="215"/>
                </a:lnTo>
                <a:lnTo>
                  <a:pt x="481" y="216"/>
                </a:lnTo>
                <a:lnTo>
                  <a:pt x="480" y="216"/>
                </a:lnTo>
                <a:lnTo>
                  <a:pt x="478" y="217"/>
                </a:lnTo>
                <a:lnTo>
                  <a:pt x="477" y="217"/>
                </a:lnTo>
                <a:lnTo>
                  <a:pt x="477" y="216"/>
                </a:lnTo>
                <a:lnTo>
                  <a:pt x="476" y="216"/>
                </a:lnTo>
                <a:lnTo>
                  <a:pt x="477" y="215"/>
                </a:lnTo>
                <a:lnTo>
                  <a:pt x="477" y="214"/>
                </a:lnTo>
                <a:lnTo>
                  <a:pt x="478" y="213"/>
                </a:lnTo>
                <a:lnTo>
                  <a:pt x="477" y="210"/>
                </a:lnTo>
                <a:lnTo>
                  <a:pt x="475" y="211"/>
                </a:lnTo>
                <a:lnTo>
                  <a:pt x="475" y="212"/>
                </a:lnTo>
                <a:lnTo>
                  <a:pt x="474" y="213"/>
                </a:lnTo>
                <a:lnTo>
                  <a:pt x="473" y="213"/>
                </a:lnTo>
                <a:lnTo>
                  <a:pt x="472" y="213"/>
                </a:lnTo>
                <a:lnTo>
                  <a:pt x="472" y="212"/>
                </a:lnTo>
                <a:lnTo>
                  <a:pt x="471" y="212"/>
                </a:lnTo>
                <a:lnTo>
                  <a:pt x="470" y="211"/>
                </a:lnTo>
                <a:lnTo>
                  <a:pt x="469" y="212"/>
                </a:lnTo>
                <a:lnTo>
                  <a:pt x="470" y="212"/>
                </a:lnTo>
                <a:lnTo>
                  <a:pt x="471" y="212"/>
                </a:lnTo>
                <a:lnTo>
                  <a:pt x="471" y="213"/>
                </a:lnTo>
                <a:lnTo>
                  <a:pt x="472" y="213"/>
                </a:lnTo>
                <a:lnTo>
                  <a:pt x="471" y="214"/>
                </a:lnTo>
                <a:lnTo>
                  <a:pt x="471" y="215"/>
                </a:lnTo>
                <a:lnTo>
                  <a:pt x="470" y="217"/>
                </a:lnTo>
                <a:lnTo>
                  <a:pt x="469" y="218"/>
                </a:lnTo>
                <a:lnTo>
                  <a:pt x="469" y="217"/>
                </a:lnTo>
                <a:lnTo>
                  <a:pt x="469" y="219"/>
                </a:lnTo>
                <a:lnTo>
                  <a:pt x="470" y="219"/>
                </a:lnTo>
                <a:lnTo>
                  <a:pt x="470" y="220"/>
                </a:lnTo>
                <a:lnTo>
                  <a:pt x="470" y="221"/>
                </a:lnTo>
                <a:lnTo>
                  <a:pt x="470" y="220"/>
                </a:lnTo>
                <a:lnTo>
                  <a:pt x="470" y="221"/>
                </a:lnTo>
                <a:lnTo>
                  <a:pt x="471" y="220"/>
                </a:lnTo>
                <a:lnTo>
                  <a:pt x="474" y="218"/>
                </a:lnTo>
                <a:lnTo>
                  <a:pt x="475" y="219"/>
                </a:lnTo>
                <a:lnTo>
                  <a:pt x="475" y="218"/>
                </a:lnTo>
                <a:lnTo>
                  <a:pt x="476" y="218"/>
                </a:lnTo>
                <a:lnTo>
                  <a:pt x="476" y="219"/>
                </a:lnTo>
                <a:lnTo>
                  <a:pt x="477" y="218"/>
                </a:lnTo>
                <a:lnTo>
                  <a:pt x="478" y="218"/>
                </a:lnTo>
                <a:lnTo>
                  <a:pt x="478" y="217"/>
                </a:lnTo>
                <a:lnTo>
                  <a:pt x="479" y="218"/>
                </a:lnTo>
                <a:lnTo>
                  <a:pt x="480" y="218"/>
                </a:lnTo>
                <a:lnTo>
                  <a:pt x="480" y="219"/>
                </a:lnTo>
                <a:lnTo>
                  <a:pt x="480" y="220"/>
                </a:lnTo>
                <a:lnTo>
                  <a:pt x="481" y="220"/>
                </a:lnTo>
                <a:lnTo>
                  <a:pt x="480" y="221"/>
                </a:lnTo>
                <a:lnTo>
                  <a:pt x="479" y="221"/>
                </a:lnTo>
                <a:lnTo>
                  <a:pt x="479" y="222"/>
                </a:lnTo>
                <a:lnTo>
                  <a:pt x="479" y="221"/>
                </a:lnTo>
                <a:lnTo>
                  <a:pt x="479" y="220"/>
                </a:lnTo>
                <a:lnTo>
                  <a:pt x="479" y="221"/>
                </a:lnTo>
                <a:lnTo>
                  <a:pt x="479" y="222"/>
                </a:lnTo>
                <a:lnTo>
                  <a:pt x="479" y="224"/>
                </a:lnTo>
                <a:lnTo>
                  <a:pt x="478" y="224"/>
                </a:lnTo>
                <a:lnTo>
                  <a:pt x="478" y="223"/>
                </a:lnTo>
                <a:lnTo>
                  <a:pt x="477" y="223"/>
                </a:lnTo>
                <a:lnTo>
                  <a:pt x="476" y="222"/>
                </a:lnTo>
                <a:lnTo>
                  <a:pt x="476" y="223"/>
                </a:lnTo>
                <a:lnTo>
                  <a:pt x="475" y="223"/>
                </a:lnTo>
                <a:lnTo>
                  <a:pt x="476" y="223"/>
                </a:lnTo>
                <a:lnTo>
                  <a:pt x="477" y="223"/>
                </a:lnTo>
                <a:lnTo>
                  <a:pt x="478" y="224"/>
                </a:lnTo>
                <a:lnTo>
                  <a:pt x="480" y="225"/>
                </a:lnTo>
                <a:lnTo>
                  <a:pt x="480" y="226"/>
                </a:lnTo>
                <a:lnTo>
                  <a:pt x="481" y="226"/>
                </a:lnTo>
                <a:lnTo>
                  <a:pt x="481" y="228"/>
                </a:lnTo>
                <a:lnTo>
                  <a:pt x="480" y="227"/>
                </a:lnTo>
                <a:lnTo>
                  <a:pt x="479" y="227"/>
                </a:lnTo>
                <a:lnTo>
                  <a:pt x="478" y="226"/>
                </a:lnTo>
                <a:lnTo>
                  <a:pt x="478" y="227"/>
                </a:lnTo>
                <a:lnTo>
                  <a:pt x="479" y="227"/>
                </a:lnTo>
                <a:lnTo>
                  <a:pt x="479" y="228"/>
                </a:lnTo>
                <a:lnTo>
                  <a:pt x="478" y="228"/>
                </a:lnTo>
                <a:lnTo>
                  <a:pt x="478" y="227"/>
                </a:lnTo>
                <a:lnTo>
                  <a:pt x="477" y="227"/>
                </a:lnTo>
                <a:lnTo>
                  <a:pt x="478" y="228"/>
                </a:lnTo>
                <a:lnTo>
                  <a:pt x="477" y="229"/>
                </a:lnTo>
                <a:lnTo>
                  <a:pt x="478" y="229"/>
                </a:lnTo>
                <a:lnTo>
                  <a:pt x="479" y="229"/>
                </a:lnTo>
                <a:lnTo>
                  <a:pt x="480" y="229"/>
                </a:lnTo>
                <a:lnTo>
                  <a:pt x="479" y="231"/>
                </a:lnTo>
                <a:lnTo>
                  <a:pt x="479" y="232"/>
                </a:lnTo>
                <a:lnTo>
                  <a:pt x="478" y="233"/>
                </a:lnTo>
                <a:lnTo>
                  <a:pt x="477" y="233"/>
                </a:lnTo>
                <a:lnTo>
                  <a:pt x="475" y="232"/>
                </a:lnTo>
                <a:lnTo>
                  <a:pt x="474" y="233"/>
                </a:lnTo>
                <a:lnTo>
                  <a:pt x="474" y="234"/>
                </a:lnTo>
                <a:lnTo>
                  <a:pt x="473" y="235"/>
                </a:lnTo>
                <a:lnTo>
                  <a:pt x="472" y="236"/>
                </a:lnTo>
                <a:lnTo>
                  <a:pt x="473" y="239"/>
                </a:lnTo>
                <a:lnTo>
                  <a:pt x="474" y="239"/>
                </a:lnTo>
                <a:lnTo>
                  <a:pt x="475" y="240"/>
                </a:lnTo>
                <a:lnTo>
                  <a:pt x="476" y="240"/>
                </a:lnTo>
                <a:lnTo>
                  <a:pt x="478" y="241"/>
                </a:lnTo>
                <a:lnTo>
                  <a:pt x="478" y="242"/>
                </a:lnTo>
                <a:lnTo>
                  <a:pt x="479" y="243"/>
                </a:lnTo>
                <a:lnTo>
                  <a:pt x="479" y="244"/>
                </a:lnTo>
                <a:lnTo>
                  <a:pt x="479" y="245"/>
                </a:lnTo>
                <a:lnTo>
                  <a:pt x="479" y="246"/>
                </a:lnTo>
                <a:lnTo>
                  <a:pt x="480" y="246"/>
                </a:lnTo>
                <a:lnTo>
                  <a:pt x="479" y="246"/>
                </a:lnTo>
                <a:lnTo>
                  <a:pt x="479" y="245"/>
                </a:lnTo>
                <a:lnTo>
                  <a:pt x="479" y="244"/>
                </a:lnTo>
                <a:lnTo>
                  <a:pt x="480" y="244"/>
                </a:lnTo>
                <a:lnTo>
                  <a:pt x="480" y="243"/>
                </a:lnTo>
                <a:lnTo>
                  <a:pt x="480" y="242"/>
                </a:lnTo>
                <a:lnTo>
                  <a:pt x="481" y="241"/>
                </a:lnTo>
                <a:lnTo>
                  <a:pt x="481" y="240"/>
                </a:lnTo>
                <a:lnTo>
                  <a:pt x="482" y="240"/>
                </a:lnTo>
                <a:lnTo>
                  <a:pt x="483" y="240"/>
                </a:lnTo>
                <a:lnTo>
                  <a:pt x="483" y="239"/>
                </a:lnTo>
                <a:lnTo>
                  <a:pt x="484" y="239"/>
                </a:lnTo>
                <a:lnTo>
                  <a:pt x="485" y="238"/>
                </a:lnTo>
                <a:lnTo>
                  <a:pt x="486" y="238"/>
                </a:lnTo>
                <a:lnTo>
                  <a:pt x="486" y="237"/>
                </a:lnTo>
                <a:lnTo>
                  <a:pt x="487" y="237"/>
                </a:lnTo>
                <a:lnTo>
                  <a:pt x="487" y="236"/>
                </a:lnTo>
                <a:lnTo>
                  <a:pt x="488" y="236"/>
                </a:lnTo>
                <a:lnTo>
                  <a:pt x="489" y="237"/>
                </a:lnTo>
                <a:lnTo>
                  <a:pt x="491" y="237"/>
                </a:lnTo>
                <a:lnTo>
                  <a:pt x="493" y="236"/>
                </a:lnTo>
                <a:lnTo>
                  <a:pt x="494" y="236"/>
                </a:lnTo>
                <a:lnTo>
                  <a:pt x="496" y="236"/>
                </a:lnTo>
                <a:lnTo>
                  <a:pt x="497" y="237"/>
                </a:lnTo>
                <a:lnTo>
                  <a:pt x="498" y="238"/>
                </a:lnTo>
                <a:lnTo>
                  <a:pt x="499" y="238"/>
                </a:lnTo>
                <a:lnTo>
                  <a:pt x="500" y="238"/>
                </a:lnTo>
                <a:lnTo>
                  <a:pt x="501" y="238"/>
                </a:lnTo>
                <a:lnTo>
                  <a:pt x="501" y="239"/>
                </a:lnTo>
                <a:lnTo>
                  <a:pt x="502" y="239"/>
                </a:lnTo>
                <a:lnTo>
                  <a:pt x="503" y="239"/>
                </a:lnTo>
                <a:lnTo>
                  <a:pt x="504" y="240"/>
                </a:lnTo>
                <a:lnTo>
                  <a:pt x="503" y="241"/>
                </a:lnTo>
                <a:lnTo>
                  <a:pt x="503" y="242"/>
                </a:lnTo>
                <a:lnTo>
                  <a:pt x="504" y="242"/>
                </a:lnTo>
                <a:lnTo>
                  <a:pt x="505" y="243"/>
                </a:lnTo>
                <a:lnTo>
                  <a:pt x="506" y="244"/>
                </a:lnTo>
                <a:lnTo>
                  <a:pt x="505" y="244"/>
                </a:lnTo>
                <a:lnTo>
                  <a:pt x="505" y="243"/>
                </a:lnTo>
                <a:lnTo>
                  <a:pt x="504" y="243"/>
                </a:lnTo>
                <a:lnTo>
                  <a:pt x="503" y="242"/>
                </a:lnTo>
                <a:lnTo>
                  <a:pt x="502" y="242"/>
                </a:lnTo>
                <a:lnTo>
                  <a:pt x="502" y="243"/>
                </a:lnTo>
                <a:lnTo>
                  <a:pt x="502" y="244"/>
                </a:lnTo>
                <a:lnTo>
                  <a:pt x="501" y="245"/>
                </a:lnTo>
                <a:lnTo>
                  <a:pt x="502" y="245"/>
                </a:lnTo>
                <a:lnTo>
                  <a:pt x="503" y="245"/>
                </a:lnTo>
                <a:lnTo>
                  <a:pt x="504" y="245"/>
                </a:lnTo>
                <a:lnTo>
                  <a:pt x="504" y="246"/>
                </a:lnTo>
                <a:lnTo>
                  <a:pt x="504" y="247"/>
                </a:lnTo>
                <a:lnTo>
                  <a:pt x="504" y="248"/>
                </a:lnTo>
                <a:lnTo>
                  <a:pt x="503" y="249"/>
                </a:lnTo>
                <a:lnTo>
                  <a:pt x="504" y="249"/>
                </a:lnTo>
                <a:lnTo>
                  <a:pt x="505" y="249"/>
                </a:lnTo>
                <a:lnTo>
                  <a:pt x="506" y="249"/>
                </a:lnTo>
                <a:lnTo>
                  <a:pt x="505" y="250"/>
                </a:lnTo>
                <a:lnTo>
                  <a:pt x="506" y="250"/>
                </a:lnTo>
                <a:lnTo>
                  <a:pt x="507" y="249"/>
                </a:lnTo>
                <a:lnTo>
                  <a:pt x="507" y="250"/>
                </a:lnTo>
                <a:lnTo>
                  <a:pt x="507" y="251"/>
                </a:lnTo>
                <a:lnTo>
                  <a:pt x="506" y="250"/>
                </a:lnTo>
                <a:lnTo>
                  <a:pt x="506" y="251"/>
                </a:lnTo>
                <a:lnTo>
                  <a:pt x="505" y="251"/>
                </a:lnTo>
                <a:lnTo>
                  <a:pt x="504" y="252"/>
                </a:lnTo>
                <a:lnTo>
                  <a:pt x="505" y="252"/>
                </a:lnTo>
                <a:lnTo>
                  <a:pt x="506" y="252"/>
                </a:lnTo>
                <a:lnTo>
                  <a:pt x="507" y="253"/>
                </a:lnTo>
                <a:lnTo>
                  <a:pt x="507" y="252"/>
                </a:lnTo>
                <a:lnTo>
                  <a:pt x="508" y="252"/>
                </a:lnTo>
                <a:lnTo>
                  <a:pt x="508" y="253"/>
                </a:lnTo>
                <a:lnTo>
                  <a:pt x="509" y="253"/>
                </a:lnTo>
                <a:lnTo>
                  <a:pt x="509" y="254"/>
                </a:lnTo>
                <a:lnTo>
                  <a:pt x="508" y="255"/>
                </a:lnTo>
                <a:lnTo>
                  <a:pt x="509" y="255"/>
                </a:lnTo>
                <a:lnTo>
                  <a:pt x="510" y="255"/>
                </a:lnTo>
                <a:lnTo>
                  <a:pt x="510" y="256"/>
                </a:lnTo>
                <a:lnTo>
                  <a:pt x="509" y="257"/>
                </a:lnTo>
                <a:lnTo>
                  <a:pt x="510" y="257"/>
                </a:lnTo>
                <a:lnTo>
                  <a:pt x="511" y="257"/>
                </a:lnTo>
                <a:lnTo>
                  <a:pt x="511" y="258"/>
                </a:lnTo>
                <a:lnTo>
                  <a:pt x="511" y="259"/>
                </a:lnTo>
                <a:lnTo>
                  <a:pt x="511" y="258"/>
                </a:lnTo>
                <a:lnTo>
                  <a:pt x="512" y="258"/>
                </a:lnTo>
                <a:lnTo>
                  <a:pt x="512" y="259"/>
                </a:lnTo>
                <a:lnTo>
                  <a:pt x="510" y="260"/>
                </a:lnTo>
                <a:lnTo>
                  <a:pt x="509" y="260"/>
                </a:lnTo>
                <a:lnTo>
                  <a:pt x="508" y="261"/>
                </a:lnTo>
                <a:lnTo>
                  <a:pt x="509" y="261"/>
                </a:lnTo>
                <a:lnTo>
                  <a:pt x="508" y="262"/>
                </a:lnTo>
                <a:lnTo>
                  <a:pt x="508" y="263"/>
                </a:lnTo>
                <a:lnTo>
                  <a:pt x="508" y="264"/>
                </a:lnTo>
                <a:lnTo>
                  <a:pt x="508" y="263"/>
                </a:lnTo>
                <a:lnTo>
                  <a:pt x="508" y="264"/>
                </a:lnTo>
                <a:lnTo>
                  <a:pt x="507" y="265"/>
                </a:lnTo>
                <a:lnTo>
                  <a:pt x="506" y="265"/>
                </a:lnTo>
                <a:lnTo>
                  <a:pt x="505" y="265"/>
                </a:lnTo>
                <a:lnTo>
                  <a:pt x="505" y="266"/>
                </a:lnTo>
                <a:lnTo>
                  <a:pt x="504" y="266"/>
                </a:lnTo>
                <a:lnTo>
                  <a:pt x="504" y="265"/>
                </a:lnTo>
                <a:lnTo>
                  <a:pt x="504" y="264"/>
                </a:lnTo>
                <a:lnTo>
                  <a:pt x="505" y="264"/>
                </a:lnTo>
                <a:lnTo>
                  <a:pt x="505" y="263"/>
                </a:lnTo>
                <a:lnTo>
                  <a:pt x="505" y="262"/>
                </a:lnTo>
                <a:lnTo>
                  <a:pt x="505" y="261"/>
                </a:lnTo>
                <a:lnTo>
                  <a:pt x="503" y="260"/>
                </a:lnTo>
                <a:lnTo>
                  <a:pt x="501" y="259"/>
                </a:lnTo>
                <a:lnTo>
                  <a:pt x="500" y="259"/>
                </a:lnTo>
                <a:lnTo>
                  <a:pt x="500" y="260"/>
                </a:lnTo>
                <a:lnTo>
                  <a:pt x="501" y="261"/>
                </a:lnTo>
                <a:lnTo>
                  <a:pt x="498" y="261"/>
                </a:lnTo>
                <a:lnTo>
                  <a:pt x="497" y="261"/>
                </a:lnTo>
                <a:lnTo>
                  <a:pt x="495" y="260"/>
                </a:lnTo>
                <a:lnTo>
                  <a:pt x="493" y="259"/>
                </a:lnTo>
                <a:lnTo>
                  <a:pt x="492" y="258"/>
                </a:lnTo>
                <a:lnTo>
                  <a:pt x="491" y="257"/>
                </a:lnTo>
                <a:lnTo>
                  <a:pt x="488" y="257"/>
                </a:lnTo>
                <a:lnTo>
                  <a:pt x="486" y="257"/>
                </a:lnTo>
                <a:lnTo>
                  <a:pt x="485" y="258"/>
                </a:lnTo>
                <a:lnTo>
                  <a:pt x="484" y="259"/>
                </a:lnTo>
                <a:lnTo>
                  <a:pt x="483" y="260"/>
                </a:lnTo>
                <a:lnTo>
                  <a:pt x="483" y="261"/>
                </a:lnTo>
                <a:lnTo>
                  <a:pt x="484" y="262"/>
                </a:lnTo>
                <a:lnTo>
                  <a:pt x="485" y="263"/>
                </a:lnTo>
                <a:lnTo>
                  <a:pt x="485" y="264"/>
                </a:lnTo>
                <a:lnTo>
                  <a:pt x="486" y="264"/>
                </a:lnTo>
                <a:lnTo>
                  <a:pt x="487" y="263"/>
                </a:lnTo>
                <a:lnTo>
                  <a:pt x="488" y="262"/>
                </a:lnTo>
                <a:lnTo>
                  <a:pt x="488" y="263"/>
                </a:lnTo>
                <a:lnTo>
                  <a:pt x="489" y="263"/>
                </a:lnTo>
                <a:lnTo>
                  <a:pt x="490" y="265"/>
                </a:lnTo>
                <a:lnTo>
                  <a:pt x="491" y="265"/>
                </a:lnTo>
                <a:lnTo>
                  <a:pt x="491" y="266"/>
                </a:lnTo>
                <a:lnTo>
                  <a:pt x="491" y="267"/>
                </a:lnTo>
                <a:lnTo>
                  <a:pt x="491" y="268"/>
                </a:lnTo>
                <a:lnTo>
                  <a:pt x="491" y="269"/>
                </a:lnTo>
                <a:lnTo>
                  <a:pt x="490" y="269"/>
                </a:lnTo>
                <a:lnTo>
                  <a:pt x="490" y="271"/>
                </a:lnTo>
                <a:lnTo>
                  <a:pt x="490" y="272"/>
                </a:lnTo>
                <a:lnTo>
                  <a:pt x="491" y="272"/>
                </a:lnTo>
                <a:lnTo>
                  <a:pt x="492" y="272"/>
                </a:lnTo>
                <a:lnTo>
                  <a:pt x="492" y="274"/>
                </a:lnTo>
                <a:lnTo>
                  <a:pt x="493" y="275"/>
                </a:lnTo>
                <a:lnTo>
                  <a:pt x="494" y="277"/>
                </a:lnTo>
                <a:lnTo>
                  <a:pt x="496" y="277"/>
                </a:lnTo>
                <a:lnTo>
                  <a:pt x="497" y="276"/>
                </a:lnTo>
                <a:lnTo>
                  <a:pt x="498" y="275"/>
                </a:lnTo>
                <a:lnTo>
                  <a:pt x="499" y="274"/>
                </a:lnTo>
                <a:lnTo>
                  <a:pt x="500" y="274"/>
                </a:lnTo>
                <a:lnTo>
                  <a:pt x="501" y="274"/>
                </a:lnTo>
                <a:lnTo>
                  <a:pt x="501" y="273"/>
                </a:lnTo>
                <a:lnTo>
                  <a:pt x="502" y="273"/>
                </a:lnTo>
                <a:lnTo>
                  <a:pt x="502" y="274"/>
                </a:lnTo>
                <a:lnTo>
                  <a:pt x="501" y="274"/>
                </a:lnTo>
                <a:lnTo>
                  <a:pt x="501" y="275"/>
                </a:lnTo>
                <a:lnTo>
                  <a:pt x="502" y="275"/>
                </a:lnTo>
                <a:lnTo>
                  <a:pt x="503" y="274"/>
                </a:lnTo>
                <a:lnTo>
                  <a:pt x="503" y="273"/>
                </a:lnTo>
                <a:lnTo>
                  <a:pt x="504" y="272"/>
                </a:lnTo>
                <a:lnTo>
                  <a:pt x="505" y="271"/>
                </a:lnTo>
                <a:lnTo>
                  <a:pt x="506" y="270"/>
                </a:lnTo>
                <a:lnTo>
                  <a:pt x="507" y="271"/>
                </a:lnTo>
                <a:lnTo>
                  <a:pt x="507" y="270"/>
                </a:lnTo>
                <a:lnTo>
                  <a:pt x="507" y="269"/>
                </a:lnTo>
                <a:lnTo>
                  <a:pt x="507" y="268"/>
                </a:lnTo>
                <a:lnTo>
                  <a:pt x="508" y="268"/>
                </a:lnTo>
                <a:lnTo>
                  <a:pt x="508" y="267"/>
                </a:lnTo>
                <a:lnTo>
                  <a:pt x="509" y="267"/>
                </a:lnTo>
                <a:lnTo>
                  <a:pt x="509" y="266"/>
                </a:lnTo>
                <a:lnTo>
                  <a:pt x="510" y="265"/>
                </a:lnTo>
                <a:lnTo>
                  <a:pt x="510" y="266"/>
                </a:lnTo>
                <a:lnTo>
                  <a:pt x="510" y="265"/>
                </a:lnTo>
                <a:lnTo>
                  <a:pt x="511" y="264"/>
                </a:lnTo>
                <a:lnTo>
                  <a:pt x="511" y="263"/>
                </a:lnTo>
                <a:lnTo>
                  <a:pt x="512" y="262"/>
                </a:lnTo>
                <a:lnTo>
                  <a:pt x="513" y="262"/>
                </a:lnTo>
                <a:lnTo>
                  <a:pt x="514" y="262"/>
                </a:lnTo>
                <a:lnTo>
                  <a:pt x="513" y="264"/>
                </a:lnTo>
                <a:lnTo>
                  <a:pt x="514" y="264"/>
                </a:lnTo>
                <a:lnTo>
                  <a:pt x="515" y="264"/>
                </a:lnTo>
                <a:lnTo>
                  <a:pt x="516" y="264"/>
                </a:lnTo>
                <a:lnTo>
                  <a:pt x="517" y="265"/>
                </a:lnTo>
                <a:lnTo>
                  <a:pt x="516" y="266"/>
                </a:lnTo>
                <a:lnTo>
                  <a:pt x="515" y="267"/>
                </a:lnTo>
                <a:lnTo>
                  <a:pt x="516" y="268"/>
                </a:lnTo>
                <a:lnTo>
                  <a:pt x="517" y="268"/>
                </a:lnTo>
                <a:lnTo>
                  <a:pt x="517" y="267"/>
                </a:lnTo>
                <a:lnTo>
                  <a:pt x="518" y="267"/>
                </a:lnTo>
                <a:lnTo>
                  <a:pt x="519" y="269"/>
                </a:lnTo>
                <a:lnTo>
                  <a:pt x="520" y="268"/>
                </a:lnTo>
                <a:lnTo>
                  <a:pt x="520" y="269"/>
                </a:lnTo>
                <a:lnTo>
                  <a:pt x="519" y="270"/>
                </a:lnTo>
                <a:lnTo>
                  <a:pt x="518" y="270"/>
                </a:lnTo>
                <a:lnTo>
                  <a:pt x="518" y="271"/>
                </a:lnTo>
                <a:lnTo>
                  <a:pt x="518" y="272"/>
                </a:lnTo>
                <a:lnTo>
                  <a:pt x="519" y="272"/>
                </a:lnTo>
                <a:lnTo>
                  <a:pt x="520" y="272"/>
                </a:lnTo>
                <a:lnTo>
                  <a:pt x="521" y="272"/>
                </a:lnTo>
                <a:lnTo>
                  <a:pt x="522" y="272"/>
                </a:lnTo>
                <a:lnTo>
                  <a:pt x="522" y="271"/>
                </a:lnTo>
                <a:lnTo>
                  <a:pt x="523" y="271"/>
                </a:lnTo>
                <a:lnTo>
                  <a:pt x="523" y="272"/>
                </a:lnTo>
                <a:lnTo>
                  <a:pt x="523" y="273"/>
                </a:lnTo>
                <a:lnTo>
                  <a:pt x="524" y="273"/>
                </a:lnTo>
                <a:lnTo>
                  <a:pt x="525" y="272"/>
                </a:lnTo>
                <a:lnTo>
                  <a:pt x="525" y="271"/>
                </a:lnTo>
                <a:lnTo>
                  <a:pt x="526" y="270"/>
                </a:lnTo>
                <a:lnTo>
                  <a:pt x="527" y="269"/>
                </a:lnTo>
                <a:lnTo>
                  <a:pt x="528" y="269"/>
                </a:lnTo>
                <a:lnTo>
                  <a:pt x="529" y="268"/>
                </a:lnTo>
                <a:lnTo>
                  <a:pt x="530" y="267"/>
                </a:lnTo>
                <a:lnTo>
                  <a:pt x="531" y="267"/>
                </a:lnTo>
                <a:lnTo>
                  <a:pt x="531" y="268"/>
                </a:lnTo>
                <a:lnTo>
                  <a:pt x="530" y="268"/>
                </a:lnTo>
                <a:lnTo>
                  <a:pt x="530" y="269"/>
                </a:lnTo>
                <a:lnTo>
                  <a:pt x="530" y="270"/>
                </a:lnTo>
                <a:lnTo>
                  <a:pt x="529" y="270"/>
                </a:lnTo>
                <a:lnTo>
                  <a:pt x="528" y="271"/>
                </a:lnTo>
                <a:lnTo>
                  <a:pt x="528" y="272"/>
                </a:lnTo>
                <a:lnTo>
                  <a:pt x="527" y="273"/>
                </a:lnTo>
                <a:lnTo>
                  <a:pt x="526" y="273"/>
                </a:lnTo>
                <a:lnTo>
                  <a:pt x="526" y="274"/>
                </a:lnTo>
                <a:lnTo>
                  <a:pt x="525" y="275"/>
                </a:lnTo>
                <a:lnTo>
                  <a:pt x="524" y="275"/>
                </a:lnTo>
                <a:lnTo>
                  <a:pt x="524" y="276"/>
                </a:lnTo>
                <a:lnTo>
                  <a:pt x="525" y="276"/>
                </a:lnTo>
                <a:lnTo>
                  <a:pt x="525" y="277"/>
                </a:lnTo>
                <a:lnTo>
                  <a:pt x="524" y="277"/>
                </a:lnTo>
                <a:lnTo>
                  <a:pt x="523" y="277"/>
                </a:lnTo>
                <a:lnTo>
                  <a:pt x="522" y="277"/>
                </a:lnTo>
                <a:lnTo>
                  <a:pt x="523" y="276"/>
                </a:lnTo>
                <a:lnTo>
                  <a:pt x="522" y="276"/>
                </a:lnTo>
                <a:lnTo>
                  <a:pt x="520" y="278"/>
                </a:lnTo>
                <a:lnTo>
                  <a:pt x="520" y="277"/>
                </a:lnTo>
                <a:lnTo>
                  <a:pt x="520" y="276"/>
                </a:lnTo>
                <a:lnTo>
                  <a:pt x="519" y="276"/>
                </a:lnTo>
                <a:lnTo>
                  <a:pt x="518" y="276"/>
                </a:lnTo>
                <a:lnTo>
                  <a:pt x="517" y="276"/>
                </a:lnTo>
                <a:lnTo>
                  <a:pt x="517" y="275"/>
                </a:lnTo>
                <a:lnTo>
                  <a:pt x="516" y="275"/>
                </a:lnTo>
                <a:lnTo>
                  <a:pt x="515" y="276"/>
                </a:lnTo>
                <a:lnTo>
                  <a:pt x="515" y="277"/>
                </a:lnTo>
                <a:lnTo>
                  <a:pt x="513" y="277"/>
                </a:lnTo>
                <a:lnTo>
                  <a:pt x="510" y="280"/>
                </a:lnTo>
                <a:lnTo>
                  <a:pt x="510" y="281"/>
                </a:lnTo>
                <a:lnTo>
                  <a:pt x="510" y="282"/>
                </a:lnTo>
                <a:lnTo>
                  <a:pt x="511" y="282"/>
                </a:lnTo>
                <a:lnTo>
                  <a:pt x="513" y="282"/>
                </a:lnTo>
                <a:lnTo>
                  <a:pt x="513" y="281"/>
                </a:lnTo>
                <a:lnTo>
                  <a:pt x="513" y="282"/>
                </a:lnTo>
                <a:lnTo>
                  <a:pt x="513" y="283"/>
                </a:lnTo>
                <a:lnTo>
                  <a:pt x="512" y="285"/>
                </a:lnTo>
                <a:lnTo>
                  <a:pt x="511" y="285"/>
                </a:lnTo>
                <a:lnTo>
                  <a:pt x="510" y="284"/>
                </a:lnTo>
                <a:lnTo>
                  <a:pt x="510" y="283"/>
                </a:lnTo>
                <a:lnTo>
                  <a:pt x="510" y="282"/>
                </a:lnTo>
                <a:lnTo>
                  <a:pt x="509" y="282"/>
                </a:lnTo>
                <a:lnTo>
                  <a:pt x="507" y="282"/>
                </a:lnTo>
                <a:lnTo>
                  <a:pt x="506" y="282"/>
                </a:lnTo>
                <a:lnTo>
                  <a:pt x="505" y="283"/>
                </a:lnTo>
                <a:lnTo>
                  <a:pt x="506" y="283"/>
                </a:lnTo>
                <a:lnTo>
                  <a:pt x="505" y="284"/>
                </a:lnTo>
                <a:lnTo>
                  <a:pt x="504" y="284"/>
                </a:lnTo>
                <a:lnTo>
                  <a:pt x="503" y="285"/>
                </a:lnTo>
                <a:lnTo>
                  <a:pt x="503" y="286"/>
                </a:lnTo>
                <a:lnTo>
                  <a:pt x="502" y="286"/>
                </a:lnTo>
                <a:lnTo>
                  <a:pt x="501" y="286"/>
                </a:lnTo>
                <a:lnTo>
                  <a:pt x="500" y="286"/>
                </a:lnTo>
                <a:lnTo>
                  <a:pt x="498" y="286"/>
                </a:lnTo>
                <a:lnTo>
                  <a:pt x="497" y="287"/>
                </a:lnTo>
                <a:lnTo>
                  <a:pt x="495" y="288"/>
                </a:lnTo>
                <a:lnTo>
                  <a:pt x="493" y="288"/>
                </a:lnTo>
                <a:lnTo>
                  <a:pt x="492" y="288"/>
                </a:lnTo>
                <a:lnTo>
                  <a:pt x="491" y="289"/>
                </a:lnTo>
                <a:lnTo>
                  <a:pt x="490" y="291"/>
                </a:lnTo>
                <a:lnTo>
                  <a:pt x="490" y="292"/>
                </a:lnTo>
                <a:lnTo>
                  <a:pt x="491" y="291"/>
                </a:lnTo>
                <a:lnTo>
                  <a:pt x="492" y="290"/>
                </a:lnTo>
                <a:lnTo>
                  <a:pt x="493" y="291"/>
                </a:lnTo>
                <a:lnTo>
                  <a:pt x="494" y="291"/>
                </a:lnTo>
                <a:lnTo>
                  <a:pt x="494" y="292"/>
                </a:lnTo>
                <a:lnTo>
                  <a:pt x="493" y="292"/>
                </a:lnTo>
                <a:lnTo>
                  <a:pt x="494" y="292"/>
                </a:lnTo>
                <a:lnTo>
                  <a:pt x="496" y="293"/>
                </a:lnTo>
                <a:lnTo>
                  <a:pt x="496" y="294"/>
                </a:lnTo>
                <a:lnTo>
                  <a:pt x="495" y="294"/>
                </a:lnTo>
                <a:lnTo>
                  <a:pt x="494" y="295"/>
                </a:lnTo>
                <a:lnTo>
                  <a:pt x="494" y="296"/>
                </a:lnTo>
                <a:lnTo>
                  <a:pt x="495" y="297"/>
                </a:lnTo>
                <a:lnTo>
                  <a:pt x="495" y="298"/>
                </a:lnTo>
                <a:lnTo>
                  <a:pt x="494" y="298"/>
                </a:lnTo>
                <a:lnTo>
                  <a:pt x="494" y="299"/>
                </a:lnTo>
                <a:lnTo>
                  <a:pt x="493" y="299"/>
                </a:lnTo>
                <a:lnTo>
                  <a:pt x="491" y="299"/>
                </a:lnTo>
                <a:lnTo>
                  <a:pt x="491" y="300"/>
                </a:lnTo>
                <a:lnTo>
                  <a:pt x="491" y="301"/>
                </a:lnTo>
                <a:lnTo>
                  <a:pt x="491" y="302"/>
                </a:lnTo>
                <a:lnTo>
                  <a:pt x="490" y="303"/>
                </a:lnTo>
                <a:lnTo>
                  <a:pt x="489" y="302"/>
                </a:lnTo>
                <a:lnTo>
                  <a:pt x="488" y="303"/>
                </a:lnTo>
                <a:lnTo>
                  <a:pt x="488" y="304"/>
                </a:lnTo>
                <a:lnTo>
                  <a:pt x="488" y="305"/>
                </a:lnTo>
                <a:lnTo>
                  <a:pt x="488" y="307"/>
                </a:lnTo>
                <a:lnTo>
                  <a:pt x="489" y="308"/>
                </a:lnTo>
                <a:lnTo>
                  <a:pt x="489" y="309"/>
                </a:lnTo>
                <a:lnTo>
                  <a:pt x="488" y="310"/>
                </a:lnTo>
                <a:lnTo>
                  <a:pt x="486" y="310"/>
                </a:lnTo>
                <a:lnTo>
                  <a:pt x="484" y="311"/>
                </a:lnTo>
                <a:lnTo>
                  <a:pt x="483" y="311"/>
                </a:lnTo>
                <a:lnTo>
                  <a:pt x="483" y="312"/>
                </a:lnTo>
                <a:lnTo>
                  <a:pt x="482" y="313"/>
                </a:lnTo>
                <a:lnTo>
                  <a:pt x="482" y="314"/>
                </a:lnTo>
                <a:lnTo>
                  <a:pt x="480" y="318"/>
                </a:lnTo>
                <a:lnTo>
                  <a:pt x="479" y="319"/>
                </a:lnTo>
                <a:lnTo>
                  <a:pt x="478" y="321"/>
                </a:lnTo>
                <a:lnTo>
                  <a:pt x="478" y="323"/>
                </a:lnTo>
                <a:lnTo>
                  <a:pt x="478" y="324"/>
                </a:lnTo>
                <a:lnTo>
                  <a:pt x="478" y="327"/>
                </a:lnTo>
                <a:lnTo>
                  <a:pt x="477" y="328"/>
                </a:lnTo>
                <a:lnTo>
                  <a:pt x="476" y="330"/>
                </a:lnTo>
                <a:lnTo>
                  <a:pt x="477" y="330"/>
                </a:lnTo>
                <a:lnTo>
                  <a:pt x="478" y="329"/>
                </a:lnTo>
                <a:lnTo>
                  <a:pt x="478" y="328"/>
                </a:lnTo>
                <a:lnTo>
                  <a:pt x="479" y="327"/>
                </a:lnTo>
                <a:lnTo>
                  <a:pt x="479" y="326"/>
                </a:lnTo>
                <a:lnTo>
                  <a:pt x="478" y="326"/>
                </a:lnTo>
                <a:lnTo>
                  <a:pt x="478" y="324"/>
                </a:lnTo>
                <a:lnTo>
                  <a:pt x="479" y="323"/>
                </a:lnTo>
                <a:lnTo>
                  <a:pt x="480" y="322"/>
                </a:lnTo>
                <a:lnTo>
                  <a:pt x="480" y="321"/>
                </a:lnTo>
                <a:lnTo>
                  <a:pt x="481" y="320"/>
                </a:lnTo>
                <a:lnTo>
                  <a:pt x="482" y="320"/>
                </a:lnTo>
                <a:lnTo>
                  <a:pt x="483" y="320"/>
                </a:lnTo>
                <a:lnTo>
                  <a:pt x="483" y="321"/>
                </a:lnTo>
                <a:lnTo>
                  <a:pt x="484" y="322"/>
                </a:lnTo>
                <a:lnTo>
                  <a:pt x="485" y="323"/>
                </a:lnTo>
                <a:lnTo>
                  <a:pt x="487" y="323"/>
                </a:lnTo>
                <a:lnTo>
                  <a:pt x="488" y="323"/>
                </a:lnTo>
                <a:lnTo>
                  <a:pt x="489" y="323"/>
                </a:lnTo>
                <a:lnTo>
                  <a:pt x="490" y="323"/>
                </a:lnTo>
                <a:lnTo>
                  <a:pt x="492" y="323"/>
                </a:lnTo>
                <a:lnTo>
                  <a:pt x="492" y="324"/>
                </a:lnTo>
                <a:lnTo>
                  <a:pt x="493" y="325"/>
                </a:lnTo>
                <a:lnTo>
                  <a:pt x="494" y="325"/>
                </a:lnTo>
                <a:lnTo>
                  <a:pt x="495" y="325"/>
                </a:lnTo>
                <a:lnTo>
                  <a:pt x="500" y="326"/>
                </a:lnTo>
                <a:lnTo>
                  <a:pt x="501" y="326"/>
                </a:lnTo>
                <a:lnTo>
                  <a:pt x="502" y="325"/>
                </a:lnTo>
                <a:lnTo>
                  <a:pt x="504" y="324"/>
                </a:lnTo>
                <a:lnTo>
                  <a:pt x="505" y="324"/>
                </a:lnTo>
                <a:lnTo>
                  <a:pt x="506" y="325"/>
                </a:lnTo>
                <a:lnTo>
                  <a:pt x="507" y="325"/>
                </a:lnTo>
                <a:lnTo>
                  <a:pt x="507" y="326"/>
                </a:lnTo>
                <a:lnTo>
                  <a:pt x="507" y="327"/>
                </a:lnTo>
                <a:lnTo>
                  <a:pt x="507" y="328"/>
                </a:lnTo>
                <a:lnTo>
                  <a:pt x="507" y="331"/>
                </a:lnTo>
                <a:lnTo>
                  <a:pt x="506" y="333"/>
                </a:lnTo>
                <a:lnTo>
                  <a:pt x="505" y="334"/>
                </a:lnTo>
                <a:lnTo>
                  <a:pt x="505" y="335"/>
                </a:lnTo>
                <a:lnTo>
                  <a:pt x="505" y="336"/>
                </a:lnTo>
                <a:lnTo>
                  <a:pt x="505" y="338"/>
                </a:lnTo>
                <a:lnTo>
                  <a:pt x="505" y="340"/>
                </a:lnTo>
                <a:lnTo>
                  <a:pt x="504" y="342"/>
                </a:lnTo>
                <a:lnTo>
                  <a:pt x="503" y="342"/>
                </a:lnTo>
                <a:lnTo>
                  <a:pt x="501" y="342"/>
                </a:lnTo>
                <a:lnTo>
                  <a:pt x="500" y="343"/>
                </a:lnTo>
                <a:lnTo>
                  <a:pt x="499" y="343"/>
                </a:lnTo>
                <a:lnTo>
                  <a:pt x="498" y="344"/>
                </a:lnTo>
                <a:lnTo>
                  <a:pt x="497" y="346"/>
                </a:lnTo>
                <a:lnTo>
                  <a:pt x="497" y="348"/>
                </a:lnTo>
                <a:lnTo>
                  <a:pt x="496" y="350"/>
                </a:lnTo>
                <a:lnTo>
                  <a:pt x="496" y="352"/>
                </a:lnTo>
                <a:lnTo>
                  <a:pt x="497" y="353"/>
                </a:lnTo>
                <a:lnTo>
                  <a:pt x="498" y="353"/>
                </a:lnTo>
                <a:lnTo>
                  <a:pt x="497" y="353"/>
                </a:lnTo>
                <a:lnTo>
                  <a:pt x="496" y="356"/>
                </a:lnTo>
                <a:lnTo>
                  <a:pt x="497" y="357"/>
                </a:lnTo>
                <a:lnTo>
                  <a:pt x="497" y="358"/>
                </a:lnTo>
                <a:lnTo>
                  <a:pt x="498" y="359"/>
                </a:lnTo>
                <a:lnTo>
                  <a:pt x="498" y="360"/>
                </a:lnTo>
                <a:lnTo>
                  <a:pt x="498" y="361"/>
                </a:lnTo>
                <a:lnTo>
                  <a:pt x="499" y="362"/>
                </a:lnTo>
                <a:lnTo>
                  <a:pt x="498" y="363"/>
                </a:lnTo>
                <a:lnTo>
                  <a:pt x="499" y="363"/>
                </a:lnTo>
                <a:lnTo>
                  <a:pt x="499" y="364"/>
                </a:lnTo>
                <a:lnTo>
                  <a:pt x="500" y="365"/>
                </a:lnTo>
                <a:lnTo>
                  <a:pt x="501" y="365"/>
                </a:lnTo>
                <a:lnTo>
                  <a:pt x="501" y="366"/>
                </a:lnTo>
                <a:lnTo>
                  <a:pt x="501" y="367"/>
                </a:lnTo>
                <a:lnTo>
                  <a:pt x="500" y="367"/>
                </a:lnTo>
                <a:lnTo>
                  <a:pt x="500" y="369"/>
                </a:lnTo>
                <a:lnTo>
                  <a:pt x="499" y="369"/>
                </a:lnTo>
                <a:lnTo>
                  <a:pt x="498" y="370"/>
                </a:lnTo>
                <a:lnTo>
                  <a:pt x="498" y="371"/>
                </a:lnTo>
                <a:lnTo>
                  <a:pt x="498" y="372"/>
                </a:lnTo>
                <a:lnTo>
                  <a:pt x="498" y="373"/>
                </a:lnTo>
                <a:lnTo>
                  <a:pt x="499" y="374"/>
                </a:lnTo>
                <a:lnTo>
                  <a:pt x="498" y="376"/>
                </a:lnTo>
                <a:lnTo>
                  <a:pt x="497" y="377"/>
                </a:lnTo>
                <a:lnTo>
                  <a:pt x="496" y="377"/>
                </a:lnTo>
                <a:lnTo>
                  <a:pt x="495" y="377"/>
                </a:lnTo>
                <a:lnTo>
                  <a:pt x="492" y="376"/>
                </a:lnTo>
                <a:lnTo>
                  <a:pt x="492" y="377"/>
                </a:lnTo>
                <a:lnTo>
                  <a:pt x="487" y="378"/>
                </a:lnTo>
                <a:lnTo>
                  <a:pt x="488" y="378"/>
                </a:lnTo>
                <a:lnTo>
                  <a:pt x="487" y="379"/>
                </a:lnTo>
                <a:lnTo>
                  <a:pt x="485" y="380"/>
                </a:lnTo>
                <a:lnTo>
                  <a:pt x="484" y="380"/>
                </a:lnTo>
                <a:lnTo>
                  <a:pt x="483" y="379"/>
                </a:lnTo>
                <a:lnTo>
                  <a:pt x="483" y="380"/>
                </a:lnTo>
                <a:lnTo>
                  <a:pt x="483" y="381"/>
                </a:lnTo>
                <a:lnTo>
                  <a:pt x="483" y="382"/>
                </a:lnTo>
                <a:lnTo>
                  <a:pt x="482" y="382"/>
                </a:lnTo>
                <a:lnTo>
                  <a:pt x="482" y="381"/>
                </a:lnTo>
                <a:lnTo>
                  <a:pt x="481" y="381"/>
                </a:lnTo>
                <a:lnTo>
                  <a:pt x="481" y="382"/>
                </a:lnTo>
                <a:lnTo>
                  <a:pt x="480" y="383"/>
                </a:lnTo>
                <a:lnTo>
                  <a:pt x="481" y="385"/>
                </a:lnTo>
                <a:lnTo>
                  <a:pt x="481" y="386"/>
                </a:lnTo>
                <a:lnTo>
                  <a:pt x="481" y="385"/>
                </a:lnTo>
                <a:lnTo>
                  <a:pt x="482" y="385"/>
                </a:lnTo>
                <a:lnTo>
                  <a:pt x="482" y="386"/>
                </a:lnTo>
                <a:lnTo>
                  <a:pt x="482" y="387"/>
                </a:lnTo>
                <a:lnTo>
                  <a:pt x="483" y="388"/>
                </a:lnTo>
                <a:lnTo>
                  <a:pt x="484" y="387"/>
                </a:lnTo>
                <a:lnTo>
                  <a:pt x="485" y="388"/>
                </a:lnTo>
                <a:lnTo>
                  <a:pt x="486" y="388"/>
                </a:lnTo>
                <a:lnTo>
                  <a:pt x="487" y="387"/>
                </a:lnTo>
                <a:lnTo>
                  <a:pt x="490" y="387"/>
                </a:lnTo>
                <a:lnTo>
                  <a:pt x="490" y="386"/>
                </a:lnTo>
                <a:lnTo>
                  <a:pt x="491" y="386"/>
                </a:lnTo>
                <a:lnTo>
                  <a:pt x="491" y="387"/>
                </a:lnTo>
                <a:lnTo>
                  <a:pt x="492" y="388"/>
                </a:lnTo>
                <a:lnTo>
                  <a:pt x="492" y="389"/>
                </a:lnTo>
                <a:lnTo>
                  <a:pt x="492" y="390"/>
                </a:lnTo>
                <a:lnTo>
                  <a:pt x="491" y="392"/>
                </a:lnTo>
                <a:lnTo>
                  <a:pt x="492" y="393"/>
                </a:lnTo>
                <a:lnTo>
                  <a:pt x="493" y="393"/>
                </a:lnTo>
                <a:lnTo>
                  <a:pt x="495" y="393"/>
                </a:lnTo>
                <a:lnTo>
                  <a:pt x="497" y="393"/>
                </a:lnTo>
                <a:lnTo>
                  <a:pt x="498" y="392"/>
                </a:lnTo>
                <a:lnTo>
                  <a:pt x="499" y="391"/>
                </a:lnTo>
                <a:lnTo>
                  <a:pt x="500" y="391"/>
                </a:lnTo>
                <a:lnTo>
                  <a:pt x="499" y="392"/>
                </a:lnTo>
                <a:lnTo>
                  <a:pt x="500" y="394"/>
                </a:lnTo>
                <a:lnTo>
                  <a:pt x="501" y="395"/>
                </a:lnTo>
                <a:lnTo>
                  <a:pt x="501" y="394"/>
                </a:lnTo>
                <a:lnTo>
                  <a:pt x="502" y="394"/>
                </a:lnTo>
                <a:lnTo>
                  <a:pt x="503" y="395"/>
                </a:lnTo>
                <a:lnTo>
                  <a:pt x="503" y="396"/>
                </a:lnTo>
                <a:lnTo>
                  <a:pt x="502" y="397"/>
                </a:lnTo>
                <a:lnTo>
                  <a:pt x="503" y="398"/>
                </a:lnTo>
                <a:lnTo>
                  <a:pt x="504" y="399"/>
                </a:lnTo>
                <a:lnTo>
                  <a:pt x="503" y="400"/>
                </a:lnTo>
                <a:lnTo>
                  <a:pt x="502" y="399"/>
                </a:lnTo>
                <a:lnTo>
                  <a:pt x="501" y="401"/>
                </a:lnTo>
                <a:lnTo>
                  <a:pt x="502" y="402"/>
                </a:lnTo>
                <a:lnTo>
                  <a:pt x="503" y="403"/>
                </a:lnTo>
                <a:lnTo>
                  <a:pt x="503" y="404"/>
                </a:lnTo>
                <a:lnTo>
                  <a:pt x="503" y="405"/>
                </a:lnTo>
                <a:lnTo>
                  <a:pt x="505" y="405"/>
                </a:lnTo>
                <a:lnTo>
                  <a:pt x="505" y="406"/>
                </a:lnTo>
                <a:lnTo>
                  <a:pt x="504" y="406"/>
                </a:lnTo>
                <a:lnTo>
                  <a:pt x="503" y="407"/>
                </a:lnTo>
                <a:lnTo>
                  <a:pt x="504" y="409"/>
                </a:lnTo>
                <a:lnTo>
                  <a:pt x="505" y="410"/>
                </a:lnTo>
                <a:lnTo>
                  <a:pt x="507" y="409"/>
                </a:lnTo>
                <a:lnTo>
                  <a:pt x="508" y="409"/>
                </a:lnTo>
                <a:lnTo>
                  <a:pt x="509" y="408"/>
                </a:lnTo>
                <a:lnTo>
                  <a:pt x="508" y="408"/>
                </a:lnTo>
                <a:lnTo>
                  <a:pt x="509" y="408"/>
                </a:lnTo>
                <a:lnTo>
                  <a:pt x="509" y="411"/>
                </a:lnTo>
                <a:lnTo>
                  <a:pt x="509" y="412"/>
                </a:lnTo>
                <a:lnTo>
                  <a:pt x="508" y="412"/>
                </a:lnTo>
                <a:lnTo>
                  <a:pt x="507" y="412"/>
                </a:lnTo>
                <a:lnTo>
                  <a:pt x="505" y="413"/>
                </a:lnTo>
                <a:lnTo>
                  <a:pt x="505" y="414"/>
                </a:lnTo>
                <a:lnTo>
                  <a:pt x="505" y="415"/>
                </a:lnTo>
                <a:lnTo>
                  <a:pt x="506" y="415"/>
                </a:lnTo>
                <a:lnTo>
                  <a:pt x="506" y="414"/>
                </a:lnTo>
                <a:lnTo>
                  <a:pt x="507" y="414"/>
                </a:lnTo>
                <a:lnTo>
                  <a:pt x="508" y="415"/>
                </a:lnTo>
                <a:lnTo>
                  <a:pt x="509" y="414"/>
                </a:lnTo>
                <a:lnTo>
                  <a:pt x="510" y="414"/>
                </a:lnTo>
                <a:lnTo>
                  <a:pt x="511" y="415"/>
                </a:lnTo>
                <a:lnTo>
                  <a:pt x="512" y="416"/>
                </a:lnTo>
                <a:lnTo>
                  <a:pt x="512" y="417"/>
                </a:lnTo>
                <a:lnTo>
                  <a:pt x="512" y="419"/>
                </a:lnTo>
                <a:lnTo>
                  <a:pt x="512" y="420"/>
                </a:lnTo>
                <a:lnTo>
                  <a:pt x="512" y="421"/>
                </a:lnTo>
                <a:lnTo>
                  <a:pt x="512" y="422"/>
                </a:lnTo>
                <a:lnTo>
                  <a:pt x="512" y="421"/>
                </a:lnTo>
                <a:lnTo>
                  <a:pt x="513" y="421"/>
                </a:lnTo>
                <a:lnTo>
                  <a:pt x="513" y="422"/>
                </a:lnTo>
                <a:lnTo>
                  <a:pt x="514" y="422"/>
                </a:lnTo>
                <a:lnTo>
                  <a:pt x="513" y="422"/>
                </a:lnTo>
                <a:lnTo>
                  <a:pt x="513" y="423"/>
                </a:lnTo>
                <a:lnTo>
                  <a:pt x="513" y="422"/>
                </a:lnTo>
                <a:lnTo>
                  <a:pt x="512" y="422"/>
                </a:lnTo>
                <a:lnTo>
                  <a:pt x="512" y="423"/>
                </a:lnTo>
                <a:lnTo>
                  <a:pt x="511" y="424"/>
                </a:lnTo>
                <a:lnTo>
                  <a:pt x="510" y="424"/>
                </a:lnTo>
                <a:lnTo>
                  <a:pt x="509" y="424"/>
                </a:lnTo>
                <a:lnTo>
                  <a:pt x="508" y="425"/>
                </a:lnTo>
                <a:lnTo>
                  <a:pt x="510" y="426"/>
                </a:lnTo>
                <a:lnTo>
                  <a:pt x="511" y="425"/>
                </a:lnTo>
                <a:lnTo>
                  <a:pt x="513" y="424"/>
                </a:lnTo>
                <a:lnTo>
                  <a:pt x="513" y="423"/>
                </a:lnTo>
                <a:lnTo>
                  <a:pt x="513" y="424"/>
                </a:lnTo>
                <a:lnTo>
                  <a:pt x="513" y="425"/>
                </a:lnTo>
                <a:lnTo>
                  <a:pt x="513" y="426"/>
                </a:lnTo>
                <a:lnTo>
                  <a:pt x="512" y="426"/>
                </a:lnTo>
                <a:lnTo>
                  <a:pt x="511" y="427"/>
                </a:lnTo>
                <a:lnTo>
                  <a:pt x="510" y="427"/>
                </a:lnTo>
                <a:lnTo>
                  <a:pt x="509" y="428"/>
                </a:lnTo>
                <a:lnTo>
                  <a:pt x="508" y="427"/>
                </a:lnTo>
                <a:lnTo>
                  <a:pt x="507" y="427"/>
                </a:lnTo>
                <a:lnTo>
                  <a:pt x="506" y="428"/>
                </a:lnTo>
                <a:lnTo>
                  <a:pt x="505" y="428"/>
                </a:lnTo>
                <a:lnTo>
                  <a:pt x="505" y="427"/>
                </a:lnTo>
                <a:lnTo>
                  <a:pt x="506" y="427"/>
                </a:lnTo>
                <a:lnTo>
                  <a:pt x="506" y="426"/>
                </a:lnTo>
                <a:lnTo>
                  <a:pt x="506" y="425"/>
                </a:lnTo>
                <a:lnTo>
                  <a:pt x="505" y="425"/>
                </a:lnTo>
                <a:lnTo>
                  <a:pt x="504" y="424"/>
                </a:lnTo>
                <a:lnTo>
                  <a:pt x="503" y="424"/>
                </a:lnTo>
                <a:lnTo>
                  <a:pt x="503" y="423"/>
                </a:lnTo>
                <a:lnTo>
                  <a:pt x="503" y="422"/>
                </a:lnTo>
                <a:lnTo>
                  <a:pt x="504" y="422"/>
                </a:lnTo>
                <a:lnTo>
                  <a:pt x="504" y="421"/>
                </a:lnTo>
                <a:lnTo>
                  <a:pt x="503" y="421"/>
                </a:lnTo>
                <a:lnTo>
                  <a:pt x="503" y="420"/>
                </a:lnTo>
                <a:lnTo>
                  <a:pt x="503" y="419"/>
                </a:lnTo>
                <a:lnTo>
                  <a:pt x="503" y="418"/>
                </a:lnTo>
                <a:lnTo>
                  <a:pt x="502" y="417"/>
                </a:lnTo>
                <a:lnTo>
                  <a:pt x="502" y="416"/>
                </a:lnTo>
                <a:lnTo>
                  <a:pt x="501" y="414"/>
                </a:lnTo>
                <a:lnTo>
                  <a:pt x="502" y="413"/>
                </a:lnTo>
                <a:lnTo>
                  <a:pt x="502" y="412"/>
                </a:lnTo>
                <a:lnTo>
                  <a:pt x="501" y="411"/>
                </a:lnTo>
                <a:lnTo>
                  <a:pt x="498" y="411"/>
                </a:lnTo>
                <a:lnTo>
                  <a:pt x="498" y="412"/>
                </a:lnTo>
                <a:lnTo>
                  <a:pt x="498" y="414"/>
                </a:lnTo>
                <a:lnTo>
                  <a:pt x="498" y="415"/>
                </a:lnTo>
                <a:lnTo>
                  <a:pt x="497" y="415"/>
                </a:lnTo>
                <a:lnTo>
                  <a:pt x="497" y="414"/>
                </a:lnTo>
                <a:lnTo>
                  <a:pt x="496" y="414"/>
                </a:lnTo>
                <a:lnTo>
                  <a:pt x="495" y="414"/>
                </a:lnTo>
                <a:lnTo>
                  <a:pt x="496" y="415"/>
                </a:lnTo>
                <a:lnTo>
                  <a:pt x="495" y="415"/>
                </a:lnTo>
                <a:lnTo>
                  <a:pt x="495" y="416"/>
                </a:lnTo>
                <a:lnTo>
                  <a:pt x="495" y="417"/>
                </a:lnTo>
                <a:lnTo>
                  <a:pt x="496" y="416"/>
                </a:lnTo>
                <a:lnTo>
                  <a:pt x="496" y="417"/>
                </a:lnTo>
                <a:lnTo>
                  <a:pt x="497" y="417"/>
                </a:lnTo>
                <a:lnTo>
                  <a:pt x="497" y="418"/>
                </a:lnTo>
                <a:lnTo>
                  <a:pt x="498" y="418"/>
                </a:lnTo>
                <a:lnTo>
                  <a:pt x="498" y="417"/>
                </a:lnTo>
                <a:lnTo>
                  <a:pt x="498" y="416"/>
                </a:lnTo>
                <a:lnTo>
                  <a:pt x="499" y="416"/>
                </a:lnTo>
                <a:lnTo>
                  <a:pt x="499" y="417"/>
                </a:lnTo>
                <a:lnTo>
                  <a:pt x="499" y="418"/>
                </a:lnTo>
                <a:lnTo>
                  <a:pt x="500" y="418"/>
                </a:lnTo>
                <a:lnTo>
                  <a:pt x="501" y="419"/>
                </a:lnTo>
                <a:lnTo>
                  <a:pt x="501" y="420"/>
                </a:lnTo>
                <a:lnTo>
                  <a:pt x="500" y="420"/>
                </a:lnTo>
                <a:lnTo>
                  <a:pt x="500" y="421"/>
                </a:lnTo>
                <a:lnTo>
                  <a:pt x="500" y="422"/>
                </a:lnTo>
                <a:lnTo>
                  <a:pt x="498" y="422"/>
                </a:lnTo>
                <a:lnTo>
                  <a:pt x="498" y="423"/>
                </a:lnTo>
                <a:lnTo>
                  <a:pt x="498" y="424"/>
                </a:lnTo>
                <a:lnTo>
                  <a:pt x="497" y="424"/>
                </a:lnTo>
                <a:lnTo>
                  <a:pt x="498" y="425"/>
                </a:lnTo>
                <a:lnTo>
                  <a:pt x="497" y="426"/>
                </a:lnTo>
                <a:lnTo>
                  <a:pt x="496" y="426"/>
                </a:lnTo>
                <a:lnTo>
                  <a:pt x="497" y="425"/>
                </a:lnTo>
                <a:lnTo>
                  <a:pt x="496" y="424"/>
                </a:lnTo>
                <a:lnTo>
                  <a:pt x="495" y="424"/>
                </a:lnTo>
                <a:lnTo>
                  <a:pt x="494" y="424"/>
                </a:lnTo>
                <a:lnTo>
                  <a:pt x="493" y="424"/>
                </a:lnTo>
                <a:lnTo>
                  <a:pt x="492" y="425"/>
                </a:lnTo>
                <a:lnTo>
                  <a:pt x="491" y="426"/>
                </a:lnTo>
                <a:lnTo>
                  <a:pt x="491" y="427"/>
                </a:lnTo>
                <a:lnTo>
                  <a:pt x="490" y="427"/>
                </a:lnTo>
                <a:lnTo>
                  <a:pt x="490" y="426"/>
                </a:lnTo>
                <a:lnTo>
                  <a:pt x="491" y="425"/>
                </a:lnTo>
                <a:lnTo>
                  <a:pt x="491" y="424"/>
                </a:lnTo>
                <a:lnTo>
                  <a:pt x="492" y="424"/>
                </a:lnTo>
                <a:lnTo>
                  <a:pt x="493" y="423"/>
                </a:lnTo>
                <a:lnTo>
                  <a:pt x="493" y="422"/>
                </a:lnTo>
                <a:lnTo>
                  <a:pt x="492" y="420"/>
                </a:lnTo>
                <a:lnTo>
                  <a:pt x="491" y="419"/>
                </a:lnTo>
                <a:lnTo>
                  <a:pt x="489" y="418"/>
                </a:lnTo>
                <a:lnTo>
                  <a:pt x="489" y="417"/>
                </a:lnTo>
                <a:lnTo>
                  <a:pt x="489" y="415"/>
                </a:lnTo>
                <a:lnTo>
                  <a:pt x="490" y="413"/>
                </a:lnTo>
                <a:lnTo>
                  <a:pt x="490" y="412"/>
                </a:lnTo>
                <a:lnTo>
                  <a:pt x="489" y="412"/>
                </a:lnTo>
                <a:lnTo>
                  <a:pt x="489" y="413"/>
                </a:lnTo>
                <a:lnTo>
                  <a:pt x="488" y="413"/>
                </a:lnTo>
                <a:lnTo>
                  <a:pt x="488" y="414"/>
                </a:lnTo>
                <a:lnTo>
                  <a:pt x="487" y="414"/>
                </a:lnTo>
                <a:lnTo>
                  <a:pt x="487" y="413"/>
                </a:lnTo>
                <a:lnTo>
                  <a:pt x="486" y="413"/>
                </a:lnTo>
                <a:lnTo>
                  <a:pt x="485" y="413"/>
                </a:lnTo>
                <a:lnTo>
                  <a:pt x="485" y="414"/>
                </a:lnTo>
                <a:lnTo>
                  <a:pt x="484" y="415"/>
                </a:lnTo>
                <a:lnTo>
                  <a:pt x="484" y="416"/>
                </a:lnTo>
                <a:lnTo>
                  <a:pt x="482" y="418"/>
                </a:lnTo>
                <a:lnTo>
                  <a:pt x="481" y="417"/>
                </a:lnTo>
                <a:lnTo>
                  <a:pt x="483" y="416"/>
                </a:lnTo>
                <a:lnTo>
                  <a:pt x="483" y="414"/>
                </a:lnTo>
                <a:lnTo>
                  <a:pt x="483" y="413"/>
                </a:lnTo>
                <a:lnTo>
                  <a:pt x="482" y="412"/>
                </a:lnTo>
                <a:lnTo>
                  <a:pt x="482" y="411"/>
                </a:lnTo>
                <a:lnTo>
                  <a:pt x="483" y="410"/>
                </a:lnTo>
                <a:lnTo>
                  <a:pt x="484" y="408"/>
                </a:lnTo>
                <a:lnTo>
                  <a:pt x="483" y="407"/>
                </a:lnTo>
                <a:lnTo>
                  <a:pt x="483" y="406"/>
                </a:lnTo>
                <a:lnTo>
                  <a:pt x="482" y="407"/>
                </a:lnTo>
                <a:lnTo>
                  <a:pt x="481" y="407"/>
                </a:lnTo>
                <a:lnTo>
                  <a:pt x="480" y="407"/>
                </a:lnTo>
                <a:lnTo>
                  <a:pt x="479" y="407"/>
                </a:lnTo>
                <a:lnTo>
                  <a:pt x="479" y="409"/>
                </a:lnTo>
                <a:lnTo>
                  <a:pt x="475" y="408"/>
                </a:lnTo>
                <a:lnTo>
                  <a:pt x="476" y="406"/>
                </a:lnTo>
                <a:lnTo>
                  <a:pt x="473" y="406"/>
                </a:lnTo>
                <a:lnTo>
                  <a:pt x="473" y="405"/>
                </a:lnTo>
                <a:lnTo>
                  <a:pt x="472" y="405"/>
                </a:lnTo>
                <a:lnTo>
                  <a:pt x="471" y="405"/>
                </a:lnTo>
                <a:lnTo>
                  <a:pt x="470" y="405"/>
                </a:lnTo>
                <a:lnTo>
                  <a:pt x="469" y="405"/>
                </a:lnTo>
                <a:lnTo>
                  <a:pt x="469" y="404"/>
                </a:lnTo>
                <a:lnTo>
                  <a:pt x="469" y="403"/>
                </a:lnTo>
                <a:lnTo>
                  <a:pt x="469" y="402"/>
                </a:lnTo>
                <a:lnTo>
                  <a:pt x="469" y="401"/>
                </a:lnTo>
                <a:lnTo>
                  <a:pt x="468" y="401"/>
                </a:lnTo>
                <a:lnTo>
                  <a:pt x="468" y="403"/>
                </a:lnTo>
                <a:lnTo>
                  <a:pt x="467" y="404"/>
                </a:lnTo>
                <a:lnTo>
                  <a:pt x="468" y="405"/>
                </a:lnTo>
                <a:lnTo>
                  <a:pt x="468" y="407"/>
                </a:lnTo>
                <a:lnTo>
                  <a:pt x="468" y="408"/>
                </a:lnTo>
                <a:lnTo>
                  <a:pt x="467" y="409"/>
                </a:lnTo>
                <a:lnTo>
                  <a:pt x="467" y="410"/>
                </a:lnTo>
                <a:lnTo>
                  <a:pt x="466" y="412"/>
                </a:lnTo>
                <a:lnTo>
                  <a:pt x="466" y="413"/>
                </a:lnTo>
                <a:lnTo>
                  <a:pt x="467" y="414"/>
                </a:lnTo>
                <a:lnTo>
                  <a:pt x="467" y="415"/>
                </a:lnTo>
                <a:lnTo>
                  <a:pt x="467" y="416"/>
                </a:lnTo>
                <a:lnTo>
                  <a:pt x="468" y="417"/>
                </a:lnTo>
                <a:lnTo>
                  <a:pt x="469" y="418"/>
                </a:lnTo>
                <a:lnTo>
                  <a:pt x="470" y="419"/>
                </a:lnTo>
                <a:lnTo>
                  <a:pt x="469" y="420"/>
                </a:lnTo>
                <a:lnTo>
                  <a:pt x="469" y="419"/>
                </a:lnTo>
                <a:lnTo>
                  <a:pt x="467" y="419"/>
                </a:lnTo>
                <a:lnTo>
                  <a:pt x="466" y="423"/>
                </a:lnTo>
                <a:lnTo>
                  <a:pt x="464" y="422"/>
                </a:lnTo>
                <a:lnTo>
                  <a:pt x="464" y="423"/>
                </a:lnTo>
                <a:lnTo>
                  <a:pt x="463" y="424"/>
                </a:lnTo>
                <a:lnTo>
                  <a:pt x="461" y="423"/>
                </a:lnTo>
                <a:lnTo>
                  <a:pt x="462" y="421"/>
                </a:lnTo>
                <a:lnTo>
                  <a:pt x="461" y="421"/>
                </a:lnTo>
                <a:lnTo>
                  <a:pt x="461" y="420"/>
                </a:lnTo>
                <a:lnTo>
                  <a:pt x="460" y="420"/>
                </a:lnTo>
                <a:lnTo>
                  <a:pt x="459" y="420"/>
                </a:lnTo>
                <a:lnTo>
                  <a:pt x="458" y="420"/>
                </a:lnTo>
                <a:lnTo>
                  <a:pt x="458" y="419"/>
                </a:lnTo>
                <a:lnTo>
                  <a:pt x="458" y="417"/>
                </a:lnTo>
                <a:lnTo>
                  <a:pt x="458" y="416"/>
                </a:lnTo>
                <a:lnTo>
                  <a:pt x="459" y="416"/>
                </a:lnTo>
                <a:lnTo>
                  <a:pt x="459" y="415"/>
                </a:lnTo>
                <a:lnTo>
                  <a:pt x="459" y="414"/>
                </a:lnTo>
                <a:lnTo>
                  <a:pt x="459" y="413"/>
                </a:lnTo>
                <a:lnTo>
                  <a:pt x="460" y="413"/>
                </a:lnTo>
                <a:lnTo>
                  <a:pt x="459" y="413"/>
                </a:lnTo>
                <a:lnTo>
                  <a:pt x="458" y="413"/>
                </a:lnTo>
                <a:lnTo>
                  <a:pt x="458" y="414"/>
                </a:lnTo>
                <a:lnTo>
                  <a:pt x="457" y="413"/>
                </a:lnTo>
                <a:lnTo>
                  <a:pt x="457" y="411"/>
                </a:lnTo>
                <a:lnTo>
                  <a:pt x="456" y="412"/>
                </a:lnTo>
                <a:lnTo>
                  <a:pt x="454" y="413"/>
                </a:lnTo>
                <a:lnTo>
                  <a:pt x="453" y="415"/>
                </a:lnTo>
                <a:lnTo>
                  <a:pt x="453" y="416"/>
                </a:lnTo>
                <a:lnTo>
                  <a:pt x="452" y="416"/>
                </a:lnTo>
                <a:lnTo>
                  <a:pt x="451" y="416"/>
                </a:lnTo>
                <a:lnTo>
                  <a:pt x="450" y="417"/>
                </a:lnTo>
                <a:lnTo>
                  <a:pt x="448" y="418"/>
                </a:lnTo>
                <a:lnTo>
                  <a:pt x="448" y="419"/>
                </a:lnTo>
                <a:lnTo>
                  <a:pt x="447" y="419"/>
                </a:lnTo>
                <a:lnTo>
                  <a:pt x="445" y="420"/>
                </a:lnTo>
                <a:lnTo>
                  <a:pt x="444" y="420"/>
                </a:lnTo>
                <a:lnTo>
                  <a:pt x="443" y="421"/>
                </a:lnTo>
                <a:lnTo>
                  <a:pt x="443" y="422"/>
                </a:lnTo>
                <a:lnTo>
                  <a:pt x="441" y="424"/>
                </a:lnTo>
                <a:lnTo>
                  <a:pt x="441" y="426"/>
                </a:lnTo>
                <a:lnTo>
                  <a:pt x="441" y="427"/>
                </a:lnTo>
                <a:lnTo>
                  <a:pt x="440" y="428"/>
                </a:lnTo>
                <a:lnTo>
                  <a:pt x="439" y="427"/>
                </a:lnTo>
                <a:lnTo>
                  <a:pt x="439" y="428"/>
                </a:lnTo>
                <a:lnTo>
                  <a:pt x="440" y="429"/>
                </a:lnTo>
                <a:lnTo>
                  <a:pt x="441" y="430"/>
                </a:lnTo>
                <a:lnTo>
                  <a:pt x="441" y="431"/>
                </a:lnTo>
                <a:lnTo>
                  <a:pt x="442" y="431"/>
                </a:lnTo>
                <a:lnTo>
                  <a:pt x="443" y="432"/>
                </a:lnTo>
                <a:lnTo>
                  <a:pt x="445" y="431"/>
                </a:lnTo>
                <a:lnTo>
                  <a:pt x="449" y="432"/>
                </a:lnTo>
                <a:lnTo>
                  <a:pt x="451" y="432"/>
                </a:lnTo>
                <a:lnTo>
                  <a:pt x="452" y="433"/>
                </a:lnTo>
                <a:lnTo>
                  <a:pt x="452" y="432"/>
                </a:lnTo>
                <a:lnTo>
                  <a:pt x="453" y="432"/>
                </a:lnTo>
                <a:lnTo>
                  <a:pt x="453" y="433"/>
                </a:lnTo>
                <a:lnTo>
                  <a:pt x="454" y="433"/>
                </a:lnTo>
                <a:lnTo>
                  <a:pt x="454" y="434"/>
                </a:lnTo>
                <a:lnTo>
                  <a:pt x="454" y="435"/>
                </a:lnTo>
                <a:lnTo>
                  <a:pt x="455" y="436"/>
                </a:lnTo>
                <a:lnTo>
                  <a:pt x="455" y="437"/>
                </a:lnTo>
                <a:lnTo>
                  <a:pt x="456" y="438"/>
                </a:lnTo>
                <a:lnTo>
                  <a:pt x="457" y="438"/>
                </a:lnTo>
                <a:lnTo>
                  <a:pt x="457" y="439"/>
                </a:lnTo>
                <a:lnTo>
                  <a:pt x="457" y="440"/>
                </a:lnTo>
                <a:lnTo>
                  <a:pt x="459" y="441"/>
                </a:lnTo>
                <a:lnTo>
                  <a:pt x="460" y="441"/>
                </a:lnTo>
                <a:lnTo>
                  <a:pt x="460" y="440"/>
                </a:lnTo>
                <a:lnTo>
                  <a:pt x="460" y="438"/>
                </a:lnTo>
                <a:lnTo>
                  <a:pt x="459" y="437"/>
                </a:lnTo>
                <a:lnTo>
                  <a:pt x="460" y="437"/>
                </a:lnTo>
                <a:lnTo>
                  <a:pt x="461" y="438"/>
                </a:lnTo>
                <a:lnTo>
                  <a:pt x="462" y="439"/>
                </a:lnTo>
                <a:lnTo>
                  <a:pt x="463" y="439"/>
                </a:lnTo>
                <a:lnTo>
                  <a:pt x="464" y="438"/>
                </a:lnTo>
                <a:lnTo>
                  <a:pt x="465" y="437"/>
                </a:lnTo>
                <a:lnTo>
                  <a:pt x="464" y="437"/>
                </a:lnTo>
                <a:lnTo>
                  <a:pt x="464" y="436"/>
                </a:lnTo>
                <a:lnTo>
                  <a:pt x="465" y="436"/>
                </a:lnTo>
                <a:lnTo>
                  <a:pt x="465" y="437"/>
                </a:lnTo>
                <a:lnTo>
                  <a:pt x="467" y="438"/>
                </a:lnTo>
                <a:lnTo>
                  <a:pt x="467" y="439"/>
                </a:lnTo>
                <a:lnTo>
                  <a:pt x="466" y="439"/>
                </a:lnTo>
                <a:lnTo>
                  <a:pt x="467" y="440"/>
                </a:lnTo>
                <a:lnTo>
                  <a:pt x="469" y="441"/>
                </a:lnTo>
                <a:lnTo>
                  <a:pt x="470" y="441"/>
                </a:lnTo>
                <a:lnTo>
                  <a:pt x="471" y="441"/>
                </a:lnTo>
                <a:lnTo>
                  <a:pt x="471" y="442"/>
                </a:lnTo>
                <a:lnTo>
                  <a:pt x="472" y="442"/>
                </a:lnTo>
                <a:lnTo>
                  <a:pt x="473" y="443"/>
                </a:lnTo>
                <a:lnTo>
                  <a:pt x="474" y="443"/>
                </a:lnTo>
                <a:lnTo>
                  <a:pt x="475" y="443"/>
                </a:lnTo>
                <a:lnTo>
                  <a:pt x="476" y="444"/>
                </a:lnTo>
                <a:lnTo>
                  <a:pt x="476" y="443"/>
                </a:lnTo>
                <a:lnTo>
                  <a:pt x="477" y="443"/>
                </a:lnTo>
                <a:lnTo>
                  <a:pt x="476" y="445"/>
                </a:lnTo>
                <a:lnTo>
                  <a:pt x="476" y="446"/>
                </a:lnTo>
                <a:lnTo>
                  <a:pt x="475" y="446"/>
                </a:lnTo>
                <a:lnTo>
                  <a:pt x="472" y="448"/>
                </a:lnTo>
                <a:lnTo>
                  <a:pt x="472" y="449"/>
                </a:lnTo>
                <a:lnTo>
                  <a:pt x="471" y="449"/>
                </a:lnTo>
                <a:lnTo>
                  <a:pt x="470" y="448"/>
                </a:lnTo>
                <a:lnTo>
                  <a:pt x="469" y="449"/>
                </a:lnTo>
                <a:lnTo>
                  <a:pt x="468" y="449"/>
                </a:lnTo>
                <a:lnTo>
                  <a:pt x="467" y="449"/>
                </a:lnTo>
                <a:lnTo>
                  <a:pt x="466" y="450"/>
                </a:lnTo>
                <a:lnTo>
                  <a:pt x="467" y="451"/>
                </a:lnTo>
                <a:lnTo>
                  <a:pt x="467" y="453"/>
                </a:lnTo>
                <a:lnTo>
                  <a:pt x="468" y="455"/>
                </a:lnTo>
                <a:lnTo>
                  <a:pt x="469" y="455"/>
                </a:lnTo>
                <a:lnTo>
                  <a:pt x="469" y="456"/>
                </a:lnTo>
                <a:lnTo>
                  <a:pt x="469" y="457"/>
                </a:lnTo>
                <a:lnTo>
                  <a:pt x="467" y="457"/>
                </a:lnTo>
                <a:lnTo>
                  <a:pt x="467" y="458"/>
                </a:lnTo>
                <a:lnTo>
                  <a:pt x="466" y="459"/>
                </a:lnTo>
                <a:lnTo>
                  <a:pt x="466" y="460"/>
                </a:lnTo>
                <a:lnTo>
                  <a:pt x="465" y="460"/>
                </a:lnTo>
                <a:lnTo>
                  <a:pt x="465" y="459"/>
                </a:lnTo>
                <a:lnTo>
                  <a:pt x="465" y="458"/>
                </a:lnTo>
                <a:lnTo>
                  <a:pt x="464" y="458"/>
                </a:lnTo>
                <a:lnTo>
                  <a:pt x="463" y="458"/>
                </a:lnTo>
                <a:lnTo>
                  <a:pt x="462" y="459"/>
                </a:lnTo>
                <a:lnTo>
                  <a:pt x="462" y="458"/>
                </a:lnTo>
                <a:lnTo>
                  <a:pt x="461" y="457"/>
                </a:lnTo>
                <a:lnTo>
                  <a:pt x="460" y="457"/>
                </a:lnTo>
                <a:lnTo>
                  <a:pt x="458" y="458"/>
                </a:lnTo>
                <a:lnTo>
                  <a:pt x="457" y="458"/>
                </a:lnTo>
                <a:lnTo>
                  <a:pt x="456" y="459"/>
                </a:lnTo>
                <a:lnTo>
                  <a:pt x="455" y="460"/>
                </a:lnTo>
                <a:lnTo>
                  <a:pt x="454" y="460"/>
                </a:lnTo>
                <a:lnTo>
                  <a:pt x="453" y="460"/>
                </a:lnTo>
                <a:lnTo>
                  <a:pt x="451" y="459"/>
                </a:lnTo>
                <a:lnTo>
                  <a:pt x="450" y="458"/>
                </a:lnTo>
                <a:lnTo>
                  <a:pt x="449" y="457"/>
                </a:lnTo>
                <a:lnTo>
                  <a:pt x="448" y="457"/>
                </a:lnTo>
                <a:lnTo>
                  <a:pt x="447" y="455"/>
                </a:lnTo>
                <a:lnTo>
                  <a:pt x="448" y="454"/>
                </a:lnTo>
                <a:lnTo>
                  <a:pt x="447" y="453"/>
                </a:lnTo>
                <a:lnTo>
                  <a:pt x="445" y="453"/>
                </a:lnTo>
                <a:lnTo>
                  <a:pt x="444" y="453"/>
                </a:lnTo>
                <a:lnTo>
                  <a:pt x="443" y="453"/>
                </a:lnTo>
                <a:lnTo>
                  <a:pt x="443" y="454"/>
                </a:lnTo>
                <a:lnTo>
                  <a:pt x="443" y="455"/>
                </a:lnTo>
                <a:lnTo>
                  <a:pt x="443" y="456"/>
                </a:lnTo>
                <a:lnTo>
                  <a:pt x="442" y="456"/>
                </a:lnTo>
                <a:lnTo>
                  <a:pt x="442" y="457"/>
                </a:lnTo>
                <a:lnTo>
                  <a:pt x="442" y="458"/>
                </a:lnTo>
                <a:lnTo>
                  <a:pt x="441" y="459"/>
                </a:lnTo>
                <a:lnTo>
                  <a:pt x="443" y="462"/>
                </a:lnTo>
                <a:lnTo>
                  <a:pt x="443" y="463"/>
                </a:lnTo>
                <a:lnTo>
                  <a:pt x="444" y="462"/>
                </a:lnTo>
                <a:lnTo>
                  <a:pt x="444" y="463"/>
                </a:lnTo>
                <a:lnTo>
                  <a:pt x="445" y="463"/>
                </a:lnTo>
                <a:lnTo>
                  <a:pt x="447" y="463"/>
                </a:lnTo>
                <a:lnTo>
                  <a:pt x="447" y="462"/>
                </a:lnTo>
                <a:lnTo>
                  <a:pt x="448" y="463"/>
                </a:lnTo>
                <a:lnTo>
                  <a:pt x="448" y="464"/>
                </a:lnTo>
                <a:lnTo>
                  <a:pt x="447" y="464"/>
                </a:lnTo>
                <a:lnTo>
                  <a:pt x="447" y="465"/>
                </a:lnTo>
                <a:lnTo>
                  <a:pt x="447" y="466"/>
                </a:lnTo>
                <a:lnTo>
                  <a:pt x="449" y="466"/>
                </a:lnTo>
                <a:lnTo>
                  <a:pt x="450" y="466"/>
                </a:lnTo>
                <a:lnTo>
                  <a:pt x="449" y="466"/>
                </a:lnTo>
                <a:lnTo>
                  <a:pt x="450" y="465"/>
                </a:lnTo>
                <a:lnTo>
                  <a:pt x="451" y="465"/>
                </a:lnTo>
                <a:lnTo>
                  <a:pt x="451" y="466"/>
                </a:lnTo>
                <a:lnTo>
                  <a:pt x="451" y="467"/>
                </a:lnTo>
                <a:lnTo>
                  <a:pt x="450" y="468"/>
                </a:lnTo>
                <a:lnTo>
                  <a:pt x="451" y="468"/>
                </a:lnTo>
                <a:lnTo>
                  <a:pt x="451" y="469"/>
                </a:lnTo>
                <a:lnTo>
                  <a:pt x="450" y="469"/>
                </a:lnTo>
                <a:lnTo>
                  <a:pt x="450" y="468"/>
                </a:lnTo>
                <a:lnTo>
                  <a:pt x="444" y="471"/>
                </a:lnTo>
                <a:lnTo>
                  <a:pt x="443" y="472"/>
                </a:lnTo>
                <a:lnTo>
                  <a:pt x="442" y="472"/>
                </a:lnTo>
                <a:lnTo>
                  <a:pt x="440" y="472"/>
                </a:lnTo>
                <a:lnTo>
                  <a:pt x="439" y="473"/>
                </a:lnTo>
                <a:lnTo>
                  <a:pt x="439" y="474"/>
                </a:lnTo>
                <a:lnTo>
                  <a:pt x="438" y="474"/>
                </a:lnTo>
                <a:lnTo>
                  <a:pt x="438" y="473"/>
                </a:lnTo>
                <a:lnTo>
                  <a:pt x="439" y="472"/>
                </a:lnTo>
                <a:lnTo>
                  <a:pt x="437" y="472"/>
                </a:lnTo>
                <a:lnTo>
                  <a:pt x="437" y="473"/>
                </a:lnTo>
                <a:lnTo>
                  <a:pt x="436" y="473"/>
                </a:lnTo>
                <a:lnTo>
                  <a:pt x="436" y="472"/>
                </a:lnTo>
                <a:lnTo>
                  <a:pt x="434" y="471"/>
                </a:lnTo>
                <a:lnTo>
                  <a:pt x="433" y="471"/>
                </a:lnTo>
                <a:lnTo>
                  <a:pt x="432" y="470"/>
                </a:lnTo>
                <a:lnTo>
                  <a:pt x="432" y="469"/>
                </a:lnTo>
                <a:lnTo>
                  <a:pt x="432" y="467"/>
                </a:lnTo>
                <a:lnTo>
                  <a:pt x="432" y="465"/>
                </a:lnTo>
                <a:lnTo>
                  <a:pt x="432" y="464"/>
                </a:lnTo>
                <a:lnTo>
                  <a:pt x="433" y="464"/>
                </a:lnTo>
                <a:lnTo>
                  <a:pt x="433" y="465"/>
                </a:lnTo>
                <a:lnTo>
                  <a:pt x="435" y="465"/>
                </a:lnTo>
                <a:lnTo>
                  <a:pt x="436" y="464"/>
                </a:lnTo>
                <a:lnTo>
                  <a:pt x="436" y="462"/>
                </a:lnTo>
                <a:lnTo>
                  <a:pt x="437" y="462"/>
                </a:lnTo>
                <a:lnTo>
                  <a:pt x="437" y="461"/>
                </a:lnTo>
                <a:lnTo>
                  <a:pt x="437" y="460"/>
                </a:lnTo>
                <a:lnTo>
                  <a:pt x="437" y="459"/>
                </a:lnTo>
                <a:lnTo>
                  <a:pt x="436" y="459"/>
                </a:lnTo>
                <a:lnTo>
                  <a:pt x="437" y="458"/>
                </a:lnTo>
                <a:lnTo>
                  <a:pt x="437" y="456"/>
                </a:lnTo>
                <a:lnTo>
                  <a:pt x="437" y="457"/>
                </a:lnTo>
                <a:lnTo>
                  <a:pt x="435" y="458"/>
                </a:lnTo>
                <a:lnTo>
                  <a:pt x="435" y="457"/>
                </a:lnTo>
                <a:lnTo>
                  <a:pt x="436" y="456"/>
                </a:lnTo>
                <a:lnTo>
                  <a:pt x="436" y="455"/>
                </a:lnTo>
                <a:lnTo>
                  <a:pt x="434" y="456"/>
                </a:lnTo>
                <a:lnTo>
                  <a:pt x="431" y="457"/>
                </a:lnTo>
                <a:lnTo>
                  <a:pt x="429" y="458"/>
                </a:lnTo>
                <a:lnTo>
                  <a:pt x="428" y="457"/>
                </a:lnTo>
                <a:lnTo>
                  <a:pt x="429" y="456"/>
                </a:lnTo>
                <a:lnTo>
                  <a:pt x="431" y="455"/>
                </a:lnTo>
                <a:lnTo>
                  <a:pt x="434" y="454"/>
                </a:lnTo>
                <a:lnTo>
                  <a:pt x="433" y="454"/>
                </a:lnTo>
                <a:lnTo>
                  <a:pt x="432" y="454"/>
                </a:lnTo>
                <a:lnTo>
                  <a:pt x="431" y="455"/>
                </a:lnTo>
                <a:lnTo>
                  <a:pt x="430" y="456"/>
                </a:lnTo>
                <a:lnTo>
                  <a:pt x="428" y="456"/>
                </a:lnTo>
                <a:lnTo>
                  <a:pt x="428" y="457"/>
                </a:lnTo>
                <a:lnTo>
                  <a:pt x="427" y="459"/>
                </a:lnTo>
                <a:lnTo>
                  <a:pt x="426" y="459"/>
                </a:lnTo>
                <a:lnTo>
                  <a:pt x="425" y="459"/>
                </a:lnTo>
                <a:lnTo>
                  <a:pt x="424" y="459"/>
                </a:lnTo>
                <a:lnTo>
                  <a:pt x="424" y="458"/>
                </a:lnTo>
                <a:lnTo>
                  <a:pt x="423" y="457"/>
                </a:lnTo>
                <a:lnTo>
                  <a:pt x="424" y="456"/>
                </a:lnTo>
                <a:lnTo>
                  <a:pt x="424" y="455"/>
                </a:lnTo>
                <a:lnTo>
                  <a:pt x="424" y="454"/>
                </a:lnTo>
                <a:lnTo>
                  <a:pt x="424" y="453"/>
                </a:lnTo>
                <a:lnTo>
                  <a:pt x="425" y="453"/>
                </a:lnTo>
                <a:lnTo>
                  <a:pt x="425" y="452"/>
                </a:lnTo>
                <a:lnTo>
                  <a:pt x="425" y="451"/>
                </a:lnTo>
                <a:lnTo>
                  <a:pt x="426" y="452"/>
                </a:lnTo>
                <a:lnTo>
                  <a:pt x="427" y="452"/>
                </a:lnTo>
                <a:lnTo>
                  <a:pt x="428" y="452"/>
                </a:lnTo>
                <a:lnTo>
                  <a:pt x="429" y="451"/>
                </a:lnTo>
                <a:lnTo>
                  <a:pt x="429" y="450"/>
                </a:lnTo>
                <a:lnTo>
                  <a:pt x="430" y="449"/>
                </a:lnTo>
                <a:lnTo>
                  <a:pt x="428" y="448"/>
                </a:lnTo>
                <a:lnTo>
                  <a:pt x="427" y="448"/>
                </a:lnTo>
                <a:lnTo>
                  <a:pt x="425" y="448"/>
                </a:lnTo>
                <a:lnTo>
                  <a:pt x="424" y="448"/>
                </a:lnTo>
                <a:lnTo>
                  <a:pt x="423" y="448"/>
                </a:lnTo>
                <a:lnTo>
                  <a:pt x="423" y="449"/>
                </a:lnTo>
                <a:lnTo>
                  <a:pt x="422" y="450"/>
                </a:lnTo>
                <a:lnTo>
                  <a:pt x="421" y="450"/>
                </a:lnTo>
                <a:lnTo>
                  <a:pt x="421" y="449"/>
                </a:lnTo>
                <a:lnTo>
                  <a:pt x="421" y="450"/>
                </a:lnTo>
                <a:lnTo>
                  <a:pt x="420" y="450"/>
                </a:lnTo>
                <a:lnTo>
                  <a:pt x="419" y="451"/>
                </a:lnTo>
                <a:lnTo>
                  <a:pt x="415" y="453"/>
                </a:lnTo>
                <a:lnTo>
                  <a:pt x="414" y="453"/>
                </a:lnTo>
                <a:lnTo>
                  <a:pt x="413" y="454"/>
                </a:lnTo>
                <a:lnTo>
                  <a:pt x="414" y="454"/>
                </a:lnTo>
                <a:lnTo>
                  <a:pt x="414" y="455"/>
                </a:lnTo>
                <a:lnTo>
                  <a:pt x="413" y="455"/>
                </a:lnTo>
                <a:lnTo>
                  <a:pt x="412" y="455"/>
                </a:lnTo>
                <a:lnTo>
                  <a:pt x="412" y="456"/>
                </a:lnTo>
                <a:lnTo>
                  <a:pt x="410" y="457"/>
                </a:lnTo>
                <a:lnTo>
                  <a:pt x="409" y="456"/>
                </a:lnTo>
                <a:lnTo>
                  <a:pt x="409" y="457"/>
                </a:lnTo>
                <a:lnTo>
                  <a:pt x="410" y="457"/>
                </a:lnTo>
                <a:lnTo>
                  <a:pt x="412" y="456"/>
                </a:lnTo>
                <a:lnTo>
                  <a:pt x="413" y="457"/>
                </a:lnTo>
                <a:lnTo>
                  <a:pt x="413" y="456"/>
                </a:lnTo>
                <a:lnTo>
                  <a:pt x="415" y="456"/>
                </a:lnTo>
                <a:lnTo>
                  <a:pt x="415" y="457"/>
                </a:lnTo>
                <a:lnTo>
                  <a:pt x="416" y="457"/>
                </a:lnTo>
                <a:lnTo>
                  <a:pt x="417" y="458"/>
                </a:lnTo>
                <a:lnTo>
                  <a:pt x="417" y="459"/>
                </a:lnTo>
                <a:lnTo>
                  <a:pt x="417" y="458"/>
                </a:lnTo>
                <a:lnTo>
                  <a:pt x="418" y="458"/>
                </a:lnTo>
                <a:lnTo>
                  <a:pt x="418" y="459"/>
                </a:lnTo>
                <a:lnTo>
                  <a:pt x="418" y="460"/>
                </a:lnTo>
                <a:lnTo>
                  <a:pt x="419" y="461"/>
                </a:lnTo>
                <a:lnTo>
                  <a:pt x="420" y="461"/>
                </a:lnTo>
                <a:lnTo>
                  <a:pt x="421" y="461"/>
                </a:lnTo>
                <a:lnTo>
                  <a:pt x="421" y="460"/>
                </a:lnTo>
                <a:lnTo>
                  <a:pt x="422" y="460"/>
                </a:lnTo>
                <a:lnTo>
                  <a:pt x="423" y="460"/>
                </a:lnTo>
                <a:lnTo>
                  <a:pt x="423" y="461"/>
                </a:lnTo>
                <a:lnTo>
                  <a:pt x="424" y="461"/>
                </a:lnTo>
                <a:lnTo>
                  <a:pt x="425" y="461"/>
                </a:lnTo>
                <a:lnTo>
                  <a:pt x="425" y="462"/>
                </a:lnTo>
                <a:lnTo>
                  <a:pt x="424" y="464"/>
                </a:lnTo>
                <a:lnTo>
                  <a:pt x="425" y="465"/>
                </a:lnTo>
                <a:lnTo>
                  <a:pt x="425" y="466"/>
                </a:lnTo>
                <a:lnTo>
                  <a:pt x="424" y="467"/>
                </a:lnTo>
                <a:lnTo>
                  <a:pt x="424" y="466"/>
                </a:lnTo>
                <a:lnTo>
                  <a:pt x="423" y="467"/>
                </a:lnTo>
                <a:lnTo>
                  <a:pt x="423" y="468"/>
                </a:lnTo>
                <a:lnTo>
                  <a:pt x="421" y="468"/>
                </a:lnTo>
                <a:lnTo>
                  <a:pt x="420" y="471"/>
                </a:lnTo>
                <a:lnTo>
                  <a:pt x="421" y="472"/>
                </a:lnTo>
                <a:lnTo>
                  <a:pt x="422" y="473"/>
                </a:lnTo>
                <a:lnTo>
                  <a:pt x="423" y="473"/>
                </a:lnTo>
                <a:lnTo>
                  <a:pt x="424" y="473"/>
                </a:lnTo>
                <a:lnTo>
                  <a:pt x="424" y="474"/>
                </a:lnTo>
                <a:lnTo>
                  <a:pt x="423" y="474"/>
                </a:lnTo>
                <a:lnTo>
                  <a:pt x="422" y="475"/>
                </a:lnTo>
                <a:lnTo>
                  <a:pt x="421" y="476"/>
                </a:lnTo>
                <a:lnTo>
                  <a:pt x="419" y="476"/>
                </a:lnTo>
                <a:lnTo>
                  <a:pt x="417" y="476"/>
                </a:lnTo>
                <a:lnTo>
                  <a:pt x="417" y="477"/>
                </a:lnTo>
                <a:lnTo>
                  <a:pt x="417" y="478"/>
                </a:lnTo>
                <a:lnTo>
                  <a:pt x="415" y="478"/>
                </a:lnTo>
                <a:lnTo>
                  <a:pt x="414" y="478"/>
                </a:lnTo>
                <a:lnTo>
                  <a:pt x="412" y="479"/>
                </a:lnTo>
                <a:lnTo>
                  <a:pt x="410" y="480"/>
                </a:lnTo>
                <a:lnTo>
                  <a:pt x="410" y="481"/>
                </a:lnTo>
                <a:lnTo>
                  <a:pt x="411" y="481"/>
                </a:lnTo>
                <a:lnTo>
                  <a:pt x="412" y="481"/>
                </a:lnTo>
                <a:lnTo>
                  <a:pt x="414" y="481"/>
                </a:lnTo>
                <a:lnTo>
                  <a:pt x="414" y="480"/>
                </a:lnTo>
                <a:lnTo>
                  <a:pt x="414" y="481"/>
                </a:lnTo>
                <a:lnTo>
                  <a:pt x="416" y="482"/>
                </a:lnTo>
                <a:lnTo>
                  <a:pt x="417" y="482"/>
                </a:lnTo>
                <a:lnTo>
                  <a:pt x="420" y="485"/>
                </a:lnTo>
                <a:lnTo>
                  <a:pt x="421" y="485"/>
                </a:lnTo>
                <a:lnTo>
                  <a:pt x="422" y="485"/>
                </a:lnTo>
                <a:lnTo>
                  <a:pt x="422" y="486"/>
                </a:lnTo>
                <a:lnTo>
                  <a:pt x="423" y="486"/>
                </a:lnTo>
                <a:lnTo>
                  <a:pt x="424" y="486"/>
                </a:lnTo>
                <a:lnTo>
                  <a:pt x="425" y="487"/>
                </a:lnTo>
                <a:lnTo>
                  <a:pt x="426" y="487"/>
                </a:lnTo>
                <a:lnTo>
                  <a:pt x="427" y="488"/>
                </a:lnTo>
                <a:lnTo>
                  <a:pt x="428" y="488"/>
                </a:lnTo>
                <a:lnTo>
                  <a:pt x="429" y="488"/>
                </a:lnTo>
                <a:lnTo>
                  <a:pt x="430" y="487"/>
                </a:lnTo>
                <a:lnTo>
                  <a:pt x="429" y="486"/>
                </a:lnTo>
                <a:lnTo>
                  <a:pt x="429" y="485"/>
                </a:lnTo>
                <a:lnTo>
                  <a:pt x="428" y="485"/>
                </a:lnTo>
                <a:lnTo>
                  <a:pt x="429" y="485"/>
                </a:lnTo>
                <a:lnTo>
                  <a:pt x="430" y="484"/>
                </a:lnTo>
                <a:lnTo>
                  <a:pt x="429" y="484"/>
                </a:lnTo>
                <a:lnTo>
                  <a:pt x="430" y="483"/>
                </a:lnTo>
                <a:lnTo>
                  <a:pt x="431" y="482"/>
                </a:lnTo>
                <a:lnTo>
                  <a:pt x="432" y="482"/>
                </a:lnTo>
                <a:lnTo>
                  <a:pt x="433" y="482"/>
                </a:lnTo>
                <a:lnTo>
                  <a:pt x="433" y="483"/>
                </a:lnTo>
                <a:lnTo>
                  <a:pt x="432" y="484"/>
                </a:lnTo>
                <a:lnTo>
                  <a:pt x="432" y="485"/>
                </a:lnTo>
                <a:lnTo>
                  <a:pt x="431" y="485"/>
                </a:lnTo>
                <a:lnTo>
                  <a:pt x="431" y="486"/>
                </a:lnTo>
                <a:lnTo>
                  <a:pt x="431" y="489"/>
                </a:lnTo>
                <a:lnTo>
                  <a:pt x="430" y="490"/>
                </a:lnTo>
                <a:lnTo>
                  <a:pt x="429" y="490"/>
                </a:lnTo>
                <a:lnTo>
                  <a:pt x="429" y="491"/>
                </a:lnTo>
                <a:lnTo>
                  <a:pt x="429" y="492"/>
                </a:lnTo>
                <a:lnTo>
                  <a:pt x="429" y="493"/>
                </a:lnTo>
                <a:lnTo>
                  <a:pt x="430" y="494"/>
                </a:lnTo>
                <a:lnTo>
                  <a:pt x="430" y="495"/>
                </a:lnTo>
                <a:lnTo>
                  <a:pt x="431" y="496"/>
                </a:lnTo>
                <a:lnTo>
                  <a:pt x="432" y="496"/>
                </a:lnTo>
                <a:lnTo>
                  <a:pt x="432" y="495"/>
                </a:lnTo>
                <a:lnTo>
                  <a:pt x="433" y="495"/>
                </a:lnTo>
                <a:lnTo>
                  <a:pt x="432" y="496"/>
                </a:lnTo>
                <a:lnTo>
                  <a:pt x="433" y="497"/>
                </a:lnTo>
                <a:lnTo>
                  <a:pt x="435" y="496"/>
                </a:lnTo>
                <a:lnTo>
                  <a:pt x="436" y="496"/>
                </a:lnTo>
                <a:lnTo>
                  <a:pt x="435" y="497"/>
                </a:lnTo>
                <a:lnTo>
                  <a:pt x="434" y="497"/>
                </a:lnTo>
                <a:lnTo>
                  <a:pt x="434" y="498"/>
                </a:lnTo>
                <a:lnTo>
                  <a:pt x="433" y="498"/>
                </a:lnTo>
                <a:lnTo>
                  <a:pt x="431" y="499"/>
                </a:lnTo>
                <a:lnTo>
                  <a:pt x="430" y="499"/>
                </a:lnTo>
                <a:lnTo>
                  <a:pt x="430" y="497"/>
                </a:lnTo>
                <a:lnTo>
                  <a:pt x="429" y="497"/>
                </a:lnTo>
                <a:lnTo>
                  <a:pt x="428" y="497"/>
                </a:lnTo>
                <a:lnTo>
                  <a:pt x="427" y="497"/>
                </a:lnTo>
                <a:lnTo>
                  <a:pt x="426" y="497"/>
                </a:lnTo>
                <a:lnTo>
                  <a:pt x="425" y="497"/>
                </a:lnTo>
                <a:lnTo>
                  <a:pt x="425" y="498"/>
                </a:lnTo>
                <a:lnTo>
                  <a:pt x="424" y="498"/>
                </a:lnTo>
                <a:lnTo>
                  <a:pt x="423" y="498"/>
                </a:lnTo>
                <a:lnTo>
                  <a:pt x="423" y="497"/>
                </a:lnTo>
                <a:lnTo>
                  <a:pt x="421" y="498"/>
                </a:lnTo>
                <a:lnTo>
                  <a:pt x="419" y="501"/>
                </a:lnTo>
                <a:lnTo>
                  <a:pt x="419" y="502"/>
                </a:lnTo>
                <a:lnTo>
                  <a:pt x="420" y="502"/>
                </a:lnTo>
                <a:lnTo>
                  <a:pt x="421" y="502"/>
                </a:lnTo>
                <a:lnTo>
                  <a:pt x="420" y="503"/>
                </a:lnTo>
                <a:lnTo>
                  <a:pt x="421" y="505"/>
                </a:lnTo>
                <a:lnTo>
                  <a:pt x="422" y="505"/>
                </a:lnTo>
                <a:lnTo>
                  <a:pt x="422" y="506"/>
                </a:lnTo>
                <a:lnTo>
                  <a:pt x="423" y="506"/>
                </a:lnTo>
                <a:lnTo>
                  <a:pt x="423" y="507"/>
                </a:lnTo>
                <a:lnTo>
                  <a:pt x="424" y="507"/>
                </a:lnTo>
                <a:lnTo>
                  <a:pt x="425" y="507"/>
                </a:lnTo>
                <a:lnTo>
                  <a:pt x="429" y="506"/>
                </a:lnTo>
                <a:lnTo>
                  <a:pt x="430" y="506"/>
                </a:lnTo>
                <a:lnTo>
                  <a:pt x="431" y="506"/>
                </a:lnTo>
                <a:lnTo>
                  <a:pt x="431" y="507"/>
                </a:lnTo>
                <a:lnTo>
                  <a:pt x="432" y="508"/>
                </a:lnTo>
                <a:lnTo>
                  <a:pt x="431" y="509"/>
                </a:lnTo>
                <a:lnTo>
                  <a:pt x="430" y="509"/>
                </a:lnTo>
                <a:lnTo>
                  <a:pt x="429" y="509"/>
                </a:lnTo>
                <a:lnTo>
                  <a:pt x="428" y="509"/>
                </a:lnTo>
                <a:lnTo>
                  <a:pt x="426" y="510"/>
                </a:lnTo>
                <a:lnTo>
                  <a:pt x="425" y="510"/>
                </a:lnTo>
                <a:lnTo>
                  <a:pt x="425" y="511"/>
                </a:lnTo>
                <a:lnTo>
                  <a:pt x="424" y="511"/>
                </a:lnTo>
                <a:lnTo>
                  <a:pt x="422" y="510"/>
                </a:lnTo>
                <a:lnTo>
                  <a:pt x="420" y="510"/>
                </a:lnTo>
                <a:lnTo>
                  <a:pt x="420" y="509"/>
                </a:lnTo>
                <a:lnTo>
                  <a:pt x="418" y="508"/>
                </a:lnTo>
                <a:lnTo>
                  <a:pt x="416" y="509"/>
                </a:lnTo>
                <a:lnTo>
                  <a:pt x="415" y="509"/>
                </a:lnTo>
                <a:lnTo>
                  <a:pt x="414" y="510"/>
                </a:lnTo>
                <a:lnTo>
                  <a:pt x="414" y="511"/>
                </a:lnTo>
                <a:lnTo>
                  <a:pt x="413" y="512"/>
                </a:lnTo>
                <a:lnTo>
                  <a:pt x="411" y="511"/>
                </a:lnTo>
                <a:lnTo>
                  <a:pt x="411" y="513"/>
                </a:lnTo>
                <a:lnTo>
                  <a:pt x="410" y="513"/>
                </a:lnTo>
                <a:lnTo>
                  <a:pt x="409" y="513"/>
                </a:lnTo>
                <a:lnTo>
                  <a:pt x="408" y="513"/>
                </a:lnTo>
                <a:lnTo>
                  <a:pt x="407" y="513"/>
                </a:lnTo>
                <a:lnTo>
                  <a:pt x="406" y="514"/>
                </a:lnTo>
                <a:lnTo>
                  <a:pt x="406" y="515"/>
                </a:lnTo>
                <a:lnTo>
                  <a:pt x="405" y="515"/>
                </a:lnTo>
                <a:lnTo>
                  <a:pt x="404" y="516"/>
                </a:lnTo>
                <a:lnTo>
                  <a:pt x="403" y="516"/>
                </a:lnTo>
                <a:lnTo>
                  <a:pt x="401" y="516"/>
                </a:lnTo>
                <a:lnTo>
                  <a:pt x="400" y="517"/>
                </a:lnTo>
                <a:lnTo>
                  <a:pt x="400" y="518"/>
                </a:lnTo>
                <a:lnTo>
                  <a:pt x="399" y="518"/>
                </a:lnTo>
                <a:lnTo>
                  <a:pt x="398" y="518"/>
                </a:lnTo>
                <a:lnTo>
                  <a:pt x="396" y="519"/>
                </a:lnTo>
                <a:lnTo>
                  <a:pt x="395" y="518"/>
                </a:lnTo>
                <a:lnTo>
                  <a:pt x="394" y="519"/>
                </a:lnTo>
                <a:lnTo>
                  <a:pt x="394" y="518"/>
                </a:lnTo>
                <a:lnTo>
                  <a:pt x="393" y="518"/>
                </a:lnTo>
                <a:lnTo>
                  <a:pt x="394" y="517"/>
                </a:lnTo>
                <a:lnTo>
                  <a:pt x="394" y="516"/>
                </a:lnTo>
                <a:lnTo>
                  <a:pt x="394" y="515"/>
                </a:lnTo>
                <a:lnTo>
                  <a:pt x="393" y="515"/>
                </a:lnTo>
                <a:lnTo>
                  <a:pt x="393" y="514"/>
                </a:lnTo>
                <a:lnTo>
                  <a:pt x="393" y="513"/>
                </a:lnTo>
                <a:lnTo>
                  <a:pt x="392" y="513"/>
                </a:lnTo>
                <a:lnTo>
                  <a:pt x="392" y="512"/>
                </a:lnTo>
                <a:lnTo>
                  <a:pt x="391" y="512"/>
                </a:lnTo>
                <a:lnTo>
                  <a:pt x="390" y="511"/>
                </a:lnTo>
                <a:lnTo>
                  <a:pt x="390" y="510"/>
                </a:lnTo>
                <a:lnTo>
                  <a:pt x="391" y="509"/>
                </a:lnTo>
                <a:lnTo>
                  <a:pt x="391" y="508"/>
                </a:lnTo>
                <a:lnTo>
                  <a:pt x="392" y="507"/>
                </a:lnTo>
                <a:lnTo>
                  <a:pt x="392" y="506"/>
                </a:lnTo>
                <a:lnTo>
                  <a:pt x="391" y="505"/>
                </a:lnTo>
                <a:lnTo>
                  <a:pt x="391" y="504"/>
                </a:lnTo>
                <a:lnTo>
                  <a:pt x="391" y="503"/>
                </a:lnTo>
                <a:lnTo>
                  <a:pt x="390" y="503"/>
                </a:lnTo>
                <a:lnTo>
                  <a:pt x="389" y="503"/>
                </a:lnTo>
                <a:lnTo>
                  <a:pt x="388" y="503"/>
                </a:lnTo>
                <a:lnTo>
                  <a:pt x="388" y="504"/>
                </a:lnTo>
                <a:lnTo>
                  <a:pt x="389" y="504"/>
                </a:lnTo>
                <a:lnTo>
                  <a:pt x="389" y="505"/>
                </a:lnTo>
                <a:lnTo>
                  <a:pt x="388" y="505"/>
                </a:lnTo>
                <a:lnTo>
                  <a:pt x="389" y="505"/>
                </a:lnTo>
                <a:lnTo>
                  <a:pt x="389" y="506"/>
                </a:lnTo>
                <a:lnTo>
                  <a:pt x="388" y="506"/>
                </a:lnTo>
                <a:lnTo>
                  <a:pt x="388" y="507"/>
                </a:lnTo>
                <a:lnTo>
                  <a:pt x="389" y="507"/>
                </a:lnTo>
                <a:lnTo>
                  <a:pt x="389" y="508"/>
                </a:lnTo>
                <a:lnTo>
                  <a:pt x="390" y="508"/>
                </a:lnTo>
                <a:lnTo>
                  <a:pt x="389" y="508"/>
                </a:lnTo>
                <a:lnTo>
                  <a:pt x="387" y="509"/>
                </a:lnTo>
                <a:lnTo>
                  <a:pt x="387" y="510"/>
                </a:lnTo>
                <a:lnTo>
                  <a:pt x="386" y="510"/>
                </a:lnTo>
                <a:lnTo>
                  <a:pt x="386" y="511"/>
                </a:lnTo>
                <a:lnTo>
                  <a:pt x="387" y="512"/>
                </a:lnTo>
                <a:lnTo>
                  <a:pt x="388" y="512"/>
                </a:lnTo>
                <a:lnTo>
                  <a:pt x="389" y="512"/>
                </a:lnTo>
                <a:lnTo>
                  <a:pt x="391" y="514"/>
                </a:lnTo>
                <a:lnTo>
                  <a:pt x="391" y="515"/>
                </a:lnTo>
                <a:lnTo>
                  <a:pt x="391" y="516"/>
                </a:lnTo>
                <a:lnTo>
                  <a:pt x="391" y="517"/>
                </a:lnTo>
                <a:lnTo>
                  <a:pt x="391" y="518"/>
                </a:lnTo>
                <a:lnTo>
                  <a:pt x="390" y="518"/>
                </a:lnTo>
                <a:lnTo>
                  <a:pt x="389" y="518"/>
                </a:lnTo>
                <a:lnTo>
                  <a:pt x="387" y="519"/>
                </a:lnTo>
                <a:lnTo>
                  <a:pt x="386" y="519"/>
                </a:lnTo>
                <a:lnTo>
                  <a:pt x="386" y="521"/>
                </a:lnTo>
                <a:lnTo>
                  <a:pt x="386" y="523"/>
                </a:lnTo>
                <a:lnTo>
                  <a:pt x="387" y="525"/>
                </a:lnTo>
                <a:lnTo>
                  <a:pt x="388" y="526"/>
                </a:lnTo>
                <a:lnTo>
                  <a:pt x="389" y="526"/>
                </a:lnTo>
                <a:lnTo>
                  <a:pt x="389" y="528"/>
                </a:lnTo>
                <a:lnTo>
                  <a:pt x="389" y="529"/>
                </a:lnTo>
                <a:lnTo>
                  <a:pt x="388" y="529"/>
                </a:lnTo>
                <a:lnTo>
                  <a:pt x="388" y="530"/>
                </a:lnTo>
                <a:lnTo>
                  <a:pt x="389" y="530"/>
                </a:lnTo>
                <a:lnTo>
                  <a:pt x="393" y="528"/>
                </a:lnTo>
                <a:lnTo>
                  <a:pt x="394" y="528"/>
                </a:lnTo>
                <a:lnTo>
                  <a:pt x="395" y="528"/>
                </a:lnTo>
                <a:lnTo>
                  <a:pt x="396" y="526"/>
                </a:lnTo>
                <a:lnTo>
                  <a:pt x="397" y="526"/>
                </a:lnTo>
                <a:lnTo>
                  <a:pt x="396" y="525"/>
                </a:lnTo>
                <a:lnTo>
                  <a:pt x="397" y="523"/>
                </a:lnTo>
                <a:lnTo>
                  <a:pt x="398" y="523"/>
                </a:lnTo>
                <a:lnTo>
                  <a:pt x="398" y="524"/>
                </a:lnTo>
                <a:lnTo>
                  <a:pt x="398" y="525"/>
                </a:lnTo>
                <a:lnTo>
                  <a:pt x="397" y="525"/>
                </a:lnTo>
                <a:lnTo>
                  <a:pt x="397" y="526"/>
                </a:lnTo>
                <a:lnTo>
                  <a:pt x="398" y="529"/>
                </a:lnTo>
                <a:lnTo>
                  <a:pt x="399" y="530"/>
                </a:lnTo>
                <a:lnTo>
                  <a:pt x="400" y="530"/>
                </a:lnTo>
                <a:lnTo>
                  <a:pt x="401" y="531"/>
                </a:lnTo>
                <a:lnTo>
                  <a:pt x="402" y="530"/>
                </a:lnTo>
                <a:lnTo>
                  <a:pt x="401" y="530"/>
                </a:lnTo>
                <a:lnTo>
                  <a:pt x="402" y="530"/>
                </a:lnTo>
                <a:lnTo>
                  <a:pt x="402" y="529"/>
                </a:lnTo>
                <a:lnTo>
                  <a:pt x="403" y="529"/>
                </a:lnTo>
                <a:lnTo>
                  <a:pt x="404" y="530"/>
                </a:lnTo>
                <a:lnTo>
                  <a:pt x="405" y="530"/>
                </a:lnTo>
                <a:lnTo>
                  <a:pt x="405" y="529"/>
                </a:lnTo>
                <a:lnTo>
                  <a:pt x="406" y="529"/>
                </a:lnTo>
                <a:lnTo>
                  <a:pt x="406" y="530"/>
                </a:lnTo>
                <a:lnTo>
                  <a:pt x="406" y="531"/>
                </a:lnTo>
                <a:lnTo>
                  <a:pt x="406" y="532"/>
                </a:lnTo>
                <a:lnTo>
                  <a:pt x="406" y="533"/>
                </a:lnTo>
                <a:lnTo>
                  <a:pt x="406" y="534"/>
                </a:lnTo>
                <a:lnTo>
                  <a:pt x="405" y="534"/>
                </a:lnTo>
                <a:lnTo>
                  <a:pt x="404" y="534"/>
                </a:lnTo>
                <a:lnTo>
                  <a:pt x="404" y="535"/>
                </a:lnTo>
                <a:lnTo>
                  <a:pt x="404" y="536"/>
                </a:lnTo>
                <a:lnTo>
                  <a:pt x="404" y="537"/>
                </a:lnTo>
                <a:lnTo>
                  <a:pt x="403" y="538"/>
                </a:lnTo>
                <a:lnTo>
                  <a:pt x="402" y="537"/>
                </a:lnTo>
                <a:lnTo>
                  <a:pt x="403" y="537"/>
                </a:lnTo>
                <a:lnTo>
                  <a:pt x="402" y="537"/>
                </a:lnTo>
                <a:lnTo>
                  <a:pt x="401" y="538"/>
                </a:lnTo>
                <a:lnTo>
                  <a:pt x="401" y="540"/>
                </a:lnTo>
                <a:lnTo>
                  <a:pt x="401" y="541"/>
                </a:lnTo>
                <a:lnTo>
                  <a:pt x="401" y="542"/>
                </a:lnTo>
                <a:lnTo>
                  <a:pt x="400" y="542"/>
                </a:lnTo>
                <a:lnTo>
                  <a:pt x="399" y="543"/>
                </a:lnTo>
                <a:lnTo>
                  <a:pt x="399" y="545"/>
                </a:lnTo>
                <a:lnTo>
                  <a:pt x="398" y="546"/>
                </a:lnTo>
                <a:lnTo>
                  <a:pt x="397" y="547"/>
                </a:lnTo>
                <a:lnTo>
                  <a:pt x="395" y="547"/>
                </a:lnTo>
                <a:lnTo>
                  <a:pt x="394" y="546"/>
                </a:lnTo>
                <a:lnTo>
                  <a:pt x="394" y="544"/>
                </a:lnTo>
                <a:lnTo>
                  <a:pt x="393" y="544"/>
                </a:lnTo>
                <a:lnTo>
                  <a:pt x="392" y="545"/>
                </a:lnTo>
                <a:lnTo>
                  <a:pt x="391" y="545"/>
                </a:lnTo>
                <a:lnTo>
                  <a:pt x="390" y="546"/>
                </a:lnTo>
                <a:lnTo>
                  <a:pt x="390" y="550"/>
                </a:lnTo>
                <a:lnTo>
                  <a:pt x="390" y="551"/>
                </a:lnTo>
                <a:lnTo>
                  <a:pt x="391" y="552"/>
                </a:lnTo>
                <a:lnTo>
                  <a:pt x="392" y="554"/>
                </a:lnTo>
                <a:lnTo>
                  <a:pt x="393" y="555"/>
                </a:lnTo>
                <a:lnTo>
                  <a:pt x="394" y="555"/>
                </a:lnTo>
                <a:lnTo>
                  <a:pt x="394" y="554"/>
                </a:lnTo>
                <a:lnTo>
                  <a:pt x="394" y="553"/>
                </a:lnTo>
                <a:lnTo>
                  <a:pt x="395" y="553"/>
                </a:lnTo>
                <a:lnTo>
                  <a:pt x="396" y="553"/>
                </a:lnTo>
                <a:lnTo>
                  <a:pt x="396" y="554"/>
                </a:lnTo>
                <a:lnTo>
                  <a:pt x="397" y="556"/>
                </a:lnTo>
                <a:lnTo>
                  <a:pt x="396" y="556"/>
                </a:lnTo>
                <a:lnTo>
                  <a:pt x="396" y="557"/>
                </a:lnTo>
                <a:lnTo>
                  <a:pt x="395" y="557"/>
                </a:lnTo>
                <a:lnTo>
                  <a:pt x="395" y="558"/>
                </a:lnTo>
                <a:lnTo>
                  <a:pt x="395" y="559"/>
                </a:lnTo>
                <a:lnTo>
                  <a:pt x="395" y="560"/>
                </a:lnTo>
                <a:lnTo>
                  <a:pt x="395" y="561"/>
                </a:lnTo>
                <a:lnTo>
                  <a:pt x="394" y="561"/>
                </a:lnTo>
                <a:lnTo>
                  <a:pt x="393" y="563"/>
                </a:lnTo>
                <a:lnTo>
                  <a:pt x="393" y="564"/>
                </a:lnTo>
                <a:lnTo>
                  <a:pt x="394" y="564"/>
                </a:lnTo>
                <a:lnTo>
                  <a:pt x="393" y="564"/>
                </a:lnTo>
                <a:lnTo>
                  <a:pt x="392" y="564"/>
                </a:lnTo>
                <a:lnTo>
                  <a:pt x="391" y="564"/>
                </a:lnTo>
                <a:lnTo>
                  <a:pt x="391" y="565"/>
                </a:lnTo>
                <a:lnTo>
                  <a:pt x="391" y="566"/>
                </a:lnTo>
                <a:lnTo>
                  <a:pt x="390" y="566"/>
                </a:lnTo>
                <a:lnTo>
                  <a:pt x="389" y="567"/>
                </a:lnTo>
                <a:lnTo>
                  <a:pt x="389" y="568"/>
                </a:lnTo>
                <a:lnTo>
                  <a:pt x="388" y="568"/>
                </a:lnTo>
                <a:lnTo>
                  <a:pt x="388" y="569"/>
                </a:lnTo>
                <a:lnTo>
                  <a:pt x="387" y="569"/>
                </a:lnTo>
                <a:lnTo>
                  <a:pt x="385" y="569"/>
                </a:lnTo>
                <a:lnTo>
                  <a:pt x="385" y="570"/>
                </a:lnTo>
                <a:lnTo>
                  <a:pt x="384" y="571"/>
                </a:lnTo>
                <a:lnTo>
                  <a:pt x="383" y="571"/>
                </a:lnTo>
                <a:lnTo>
                  <a:pt x="384" y="572"/>
                </a:lnTo>
                <a:lnTo>
                  <a:pt x="383" y="572"/>
                </a:lnTo>
                <a:lnTo>
                  <a:pt x="383" y="570"/>
                </a:lnTo>
                <a:lnTo>
                  <a:pt x="383" y="569"/>
                </a:lnTo>
                <a:lnTo>
                  <a:pt x="383" y="567"/>
                </a:lnTo>
                <a:lnTo>
                  <a:pt x="383" y="566"/>
                </a:lnTo>
                <a:lnTo>
                  <a:pt x="382" y="563"/>
                </a:lnTo>
                <a:lnTo>
                  <a:pt x="382" y="562"/>
                </a:lnTo>
                <a:lnTo>
                  <a:pt x="378" y="560"/>
                </a:lnTo>
                <a:lnTo>
                  <a:pt x="377" y="559"/>
                </a:lnTo>
                <a:lnTo>
                  <a:pt x="376" y="559"/>
                </a:lnTo>
                <a:lnTo>
                  <a:pt x="374" y="558"/>
                </a:lnTo>
                <a:lnTo>
                  <a:pt x="373" y="558"/>
                </a:lnTo>
                <a:lnTo>
                  <a:pt x="372" y="558"/>
                </a:lnTo>
                <a:lnTo>
                  <a:pt x="371" y="557"/>
                </a:lnTo>
                <a:lnTo>
                  <a:pt x="370" y="557"/>
                </a:lnTo>
                <a:lnTo>
                  <a:pt x="369" y="557"/>
                </a:lnTo>
                <a:lnTo>
                  <a:pt x="368" y="557"/>
                </a:lnTo>
                <a:lnTo>
                  <a:pt x="366" y="557"/>
                </a:lnTo>
                <a:lnTo>
                  <a:pt x="364" y="557"/>
                </a:lnTo>
                <a:lnTo>
                  <a:pt x="363" y="558"/>
                </a:lnTo>
                <a:lnTo>
                  <a:pt x="363" y="557"/>
                </a:lnTo>
                <a:lnTo>
                  <a:pt x="364" y="557"/>
                </a:lnTo>
                <a:lnTo>
                  <a:pt x="363" y="556"/>
                </a:lnTo>
                <a:lnTo>
                  <a:pt x="363" y="555"/>
                </a:lnTo>
                <a:lnTo>
                  <a:pt x="363" y="554"/>
                </a:lnTo>
                <a:lnTo>
                  <a:pt x="363" y="552"/>
                </a:lnTo>
                <a:lnTo>
                  <a:pt x="363" y="551"/>
                </a:lnTo>
                <a:lnTo>
                  <a:pt x="364" y="551"/>
                </a:lnTo>
                <a:lnTo>
                  <a:pt x="364" y="550"/>
                </a:lnTo>
                <a:lnTo>
                  <a:pt x="363" y="550"/>
                </a:lnTo>
                <a:lnTo>
                  <a:pt x="362" y="549"/>
                </a:lnTo>
                <a:lnTo>
                  <a:pt x="362" y="548"/>
                </a:lnTo>
                <a:lnTo>
                  <a:pt x="362" y="547"/>
                </a:lnTo>
                <a:lnTo>
                  <a:pt x="361" y="547"/>
                </a:lnTo>
                <a:lnTo>
                  <a:pt x="361" y="548"/>
                </a:lnTo>
                <a:lnTo>
                  <a:pt x="361" y="549"/>
                </a:lnTo>
                <a:lnTo>
                  <a:pt x="361" y="550"/>
                </a:lnTo>
                <a:lnTo>
                  <a:pt x="362" y="550"/>
                </a:lnTo>
                <a:lnTo>
                  <a:pt x="362" y="551"/>
                </a:lnTo>
                <a:lnTo>
                  <a:pt x="362" y="552"/>
                </a:lnTo>
                <a:lnTo>
                  <a:pt x="361" y="551"/>
                </a:lnTo>
                <a:lnTo>
                  <a:pt x="361" y="552"/>
                </a:lnTo>
                <a:lnTo>
                  <a:pt x="361" y="553"/>
                </a:lnTo>
                <a:lnTo>
                  <a:pt x="360" y="555"/>
                </a:lnTo>
                <a:lnTo>
                  <a:pt x="361" y="555"/>
                </a:lnTo>
                <a:lnTo>
                  <a:pt x="361" y="557"/>
                </a:lnTo>
                <a:lnTo>
                  <a:pt x="362" y="558"/>
                </a:lnTo>
                <a:lnTo>
                  <a:pt x="362" y="559"/>
                </a:lnTo>
                <a:lnTo>
                  <a:pt x="361" y="561"/>
                </a:lnTo>
                <a:lnTo>
                  <a:pt x="360" y="562"/>
                </a:lnTo>
                <a:lnTo>
                  <a:pt x="359" y="562"/>
                </a:lnTo>
                <a:lnTo>
                  <a:pt x="358" y="562"/>
                </a:lnTo>
                <a:lnTo>
                  <a:pt x="358" y="563"/>
                </a:lnTo>
                <a:lnTo>
                  <a:pt x="356" y="563"/>
                </a:lnTo>
                <a:lnTo>
                  <a:pt x="357" y="564"/>
                </a:lnTo>
                <a:lnTo>
                  <a:pt x="355" y="565"/>
                </a:lnTo>
                <a:lnTo>
                  <a:pt x="354" y="566"/>
                </a:lnTo>
                <a:lnTo>
                  <a:pt x="353" y="566"/>
                </a:lnTo>
                <a:lnTo>
                  <a:pt x="352" y="566"/>
                </a:lnTo>
                <a:lnTo>
                  <a:pt x="350" y="567"/>
                </a:lnTo>
                <a:lnTo>
                  <a:pt x="349" y="567"/>
                </a:lnTo>
                <a:lnTo>
                  <a:pt x="348" y="567"/>
                </a:lnTo>
                <a:lnTo>
                  <a:pt x="346" y="567"/>
                </a:lnTo>
                <a:lnTo>
                  <a:pt x="345" y="567"/>
                </a:lnTo>
                <a:lnTo>
                  <a:pt x="344" y="567"/>
                </a:lnTo>
                <a:lnTo>
                  <a:pt x="343" y="567"/>
                </a:lnTo>
                <a:lnTo>
                  <a:pt x="343" y="568"/>
                </a:lnTo>
                <a:lnTo>
                  <a:pt x="344" y="568"/>
                </a:lnTo>
                <a:lnTo>
                  <a:pt x="343" y="569"/>
                </a:lnTo>
                <a:lnTo>
                  <a:pt x="341" y="571"/>
                </a:lnTo>
                <a:lnTo>
                  <a:pt x="339" y="572"/>
                </a:lnTo>
                <a:lnTo>
                  <a:pt x="339" y="573"/>
                </a:lnTo>
                <a:lnTo>
                  <a:pt x="339" y="574"/>
                </a:lnTo>
                <a:lnTo>
                  <a:pt x="338" y="575"/>
                </a:lnTo>
                <a:lnTo>
                  <a:pt x="336" y="575"/>
                </a:lnTo>
                <a:lnTo>
                  <a:pt x="335" y="574"/>
                </a:lnTo>
                <a:lnTo>
                  <a:pt x="333" y="573"/>
                </a:lnTo>
                <a:lnTo>
                  <a:pt x="332" y="572"/>
                </a:lnTo>
                <a:lnTo>
                  <a:pt x="330" y="571"/>
                </a:lnTo>
                <a:lnTo>
                  <a:pt x="330" y="570"/>
                </a:lnTo>
                <a:lnTo>
                  <a:pt x="330" y="569"/>
                </a:lnTo>
                <a:lnTo>
                  <a:pt x="330" y="567"/>
                </a:lnTo>
                <a:lnTo>
                  <a:pt x="329" y="567"/>
                </a:lnTo>
                <a:lnTo>
                  <a:pt x="329" y="566"/>
                </a:lnTo>
                <a:lnTo>
                  <a:pt x="330" y="566"/>
                </a:lnTo>
                <a:lnTo>
                  <a:pt x="329" y="563"/>
                </a:lnTo>
                <a:lnTo>
                  <a:pt x="328" y="563"/>
                </a:lnTo>
                <a:lnTo>
                  <a:pt x="327" y="563"/>
                </a:lnTo>
                <a:lnTo>
                  <a:pt x="327" y="562"/>
                </a:lnTo>
                <a:lnTo>
                  <a:pt x="328" y="562"/>
                </a:lnTo>
                <a:lnTo>
                  <a:pt x="328" y="561"/>
                </a:lnTo>
                <a:lnTo>
                  <a:pt x="329" y="560"/>
                </a:lnTo>
                <a:lnTo>
                  <a:pt x="330" y="559"/>
                </a:lnTo>
                <a:lnTo>
                  <a:pt x="330" y="558"/>
                </a:lnTo>
                <a:lnTo>
                  <a:pt x="329" y="559"/>
                </a:lnTo>
                <a:lnTo>
                  <a:pt x="328" y="558"/>
                </a:lnTo>
                <a:lnTo>
                  <a:pt x="328" y="557"/>
                </a:lnTo>
                <a:lnTo>
                  <a:pt x="327" y="557"/>
                </a:lnTo>
                <a:lnTo>
                  <a:pt x="327" y="558"/>
                </a:lnTo>
                <a:lnTo>
                  <a:pt x="327" y="559"/>
                </a:lnTo>
                <a:lnTo>
                  <a:pt x="327" y="560"/>
                </a:lnTo>
                <a:lnTo>
                  <a:pt x="326" y="562"/>
                </a:lnTo>
                <a:lnTo>
                  <a:pt x="325" y="561"/>
                </a:lnTo>
                <a:lnTo>
                  <a:pt x="323" y="561"/>
                </a:lnTo>
                <a:lnTo>
                  <a:pt x="324" y="561"/>
                </a:lnTo>
                <a:lnTo>
                  <a:pt x="323" y="562"/>
                </a:lnTo>
                <a:lnTo>
                  <a:pt x="323" y="563"/>
                </a:lnTo>
                <a:lnTo>
                  <a:pt x="323" y="564"/>
                </a:lnTo>
                <a:lnTo>
                  <a:pt x="322" y="565"/>
                </a:lnTo>
                <a:lnTo>
                  <a:pt x="322" y="566"/>
                </a:lnTo>
                <a:lnTo>
                  <a:pt x="321" y="568"/>
                </a:lnTo>
                <a:lnTo>
                  <a:pt x="320" y="568"/>
                </a:lnTo>
                <a:lnTo>
                  <a:pt x="319" y="570"/>
                </a:lnTo>
                <a:lnTo>
                  <a:pt x="319" y="571"/>
                </a:lnTo>
                <a:lnTo>
                  <a:pt x="319" y="572"/>
                </a:lnTo>
                <a:lnTo>
                  <a:pt x="318" y="573"/>
                </a:lnTo>
                <a:lnTo>
                  <a:pt x="316" y="573"/>
                </a:lnTo>
                <a:lnTo>
                  <a:pt x="313" y="573"/>
                </a:lnTo>
                <a:lnTo>
                  <a:pt x="313" y="574"/>
                </a:lnTo>
                <a:lnTo>
                  <a:pt x="312" y="576"/>
                </a:lnTo>
                <a:lnTo>
                  <a:pt x="311" y="575"/>
                </a:lnTo>
                <a:lnTo>
                  <a:pt x="308" y="577"/>
                </a:lnTo>
                <a:lnTo>
                  <a:pt x="309" y="577"/>
                </a:lnTo>
                <a:lnTo>
                  <a:pt x="309" y="578"/>
                </a:lnTo>
                <a:lnTo>
                  <a:pt x="309" y="579"/>
                </a:lnTo>
                <a:lnTo>
                  <a:pt x="310" y="579"/>
                </a:lnTo>
                <a:lnTo>
                  <a:pt x="311" y="579"/>
                </a:lnTo>
                <a:lnTo>
                  <a:pt x="315" y="582"/>
                </a:lnTo>
                <a:lnTo>
                  <a:pt x="315" y="583"/>
                </a:lnTo>
                <a:lnTo>
                  <a:pt x="313" y="584"/>
                </a:lnTo>
                <a:lnTo>
                  <a:pt x="312" y="586"/>
                </a:lnTo>
                <a:lnTo>
                  <a:pt x="311" y="587"/>
                </a:lnTo>
                <a:lnTo>
                  <a:pt x="311" y="588"/>
                </a:lnTo>
                <a:lnTo>
                  <a:pt x="311" y="589"/>
                </a:lnTo>
                <a:lnTo>
                  <a:pt x="312" y="590"/>
                </a:lnTo>
                <a:lnTo>
                  <a:pt x="312" y="592"/>
                </a:lnTo>
                <a:lnTo>
                  <a:pt x="312" y="593"/>
                </a:lnTo>
                <a:lnTo>
                  <a:pt x="310" y="593"/>
                </a:lnTo>
                <a:lnTo>
                  <a:pt x="309" y="593"/>
                </a:lnTo>
                <a:lnTo>
                  <a:pt x="303" y="592"/>
                </a:lnTo>
                <a:lnTo>
                  <a:pt x="301" y="592"/>
                </a:lnTo>
                <a:lnTo>
                  <a:pt x="300" y="591"/>
                </a:lnTo>
                <a:lnTo>
                  <a:pt x="299" y="591"/>
                </a:lnTo>
                <a:lnTo>
                  <a:pt x="296" y="590"/>
                </a:lnTo>
                <a:lnTo>
                  <a:pt x="295" y="590"/>
                </a:lnTo>
                <a:lnTo>
                  <a:pt x="294" y="589"/>
                </a:lnTo>
                <a:lnTo>
                  <a:pt x="293" y="589"/>
                </a:lnTo>
                <a:lnTo>
                  <a:pt x="293" y="590"/>
                </a:lnTo>
                <a:lnTo>
                  <a:pt x="293" y="591"/>
                </a:lnTo>
                <a:lnTo>
                  <a:pt x="294" y="592"/>
                </a:lnTo>
                <a:lnTo>
                  <a:pt x="294" y="593"/>
                </a:lnTo>
                <a:lnTo>
                  <a:pt x="294" y="594"/>
                </a:lnTo>
                <a:lnTo>
                  <a:pt x="294" y="596"/>
                </a:lnTo>
                <a:lnTo>
                  <a:pt x="293" y="596"/>
                </a:lnTo>
                <a:lnTo>
                  <a:pt x="291" y="597"/>
                </a:lnTo>
                <a:lnTo>
                  <a:pt x="290" y="597"/>
                </a:lnTo>
                <a:lnTo>
                  <a:pt x="291" y="597"/>
                </a:lnTo>
                <a:lnTo>
                  <a:pt x="293" y="598"/>
                </a:lnTo>
                <a:lnTo>
                  <a:pt x="294" y="599"/>
                </a:lnTo>
                <a:lnTo>
                  <a:pt x="294" y="600"/>
                </a:lnTo>
                <a:lnTo>
                  <a:pt x="293" y="600"/>
                </a:lnTo>
                <a:lnTo>
                  <a:pt x="292" y="600"/>
                </a:lnTo>
                <a:lnTo>
                  <a:pt x="293" y="601"/>
                </a:lnTo>
                <a:lnTo>
                  <a:pt x="294" y="601"/>
                </a:lnTo>
                <a:lnTo>
                  <a:pt x="295" y="602"/>
                </a:lnTo>
                <a:lnTo>
                  <a:pt x="297" y="602"/>
                </a:lnTo>
                <a:lnTo>
                  <a:pt x="299" y="601"/>
                </a:lnTo>
                <a:lnTo>
                  <a:pt x="300" y="601"/>
                </a:lnTo>
                <a:lnTo>
                  <a:pt x="301" y="601"/>
                </a:lnTo>
                <a:lnTo>
                  <a:pt x="302" y="601"/>
                </a:lnTo>
                <a:lnTo>
                  <a:pt x="302" y="600"/>
                </a:lnTo>
                <a:lnTo>
                  <a:pt x="305" y="600"/>
                </a:lnTo>
                <a:lnTo>
                  <a:pt x="305" y="599"/>
                </a:lnTo>
                <a:lnTo>
                  <a:pt x="306" y="599"/>
                </a:lnTo>
                <a:lnTo>
                  <a:pt x="307" y="598"/>
                </a:lnTo>
                <a:lnTo>
                  <a:pt x="308" y="598"/>
                </a:lnTo>
                <a:lnTo>
                  <a:pt x="309" y="597"/>
                </a:lnTo>
                <a:lnTo>
                  <a:pt x="312" y="597"/>
                </a:lnTo>
                <a:lnTo>
                  <a:pt x="314" y="597"/>
                </a:lnTo>
                <a:lnTo>
                  <a:pt x="316" y="597"/>
                </a:lnTo>
                <a:lnTo>
                  <a:pt x="317" y="597"/>
                </a:lnTo>
                <a:lnTo>
                  <a:pt x="317" y="598"/>
                </a:lnTo>
                <a:lnTo>
                  <a:pt x="317" y="600"/>
                </a:lnTo>
                <a:lnTo>
                  <a:pt x="316" y="600"/>
                </a:lnTo>
                <a:lnTo>
                  <a:pt x="315" y="600"/>
                </a:lnTo>
                <a:lnTo>
                  <a:pt x="315" y="601"/>
                </a:lnTo>
                <a:lnTo>
                  <a:pt x="315" y="603"/>
                </a:lnTo>
                <a:lnTo>
                  <a:pt x="316" y="603"/>
                </a:lnTo>
                <a:lnTo>
                  <a:pt x="316" y="604"/>
                </a:lnTo>
                <a:lnTo>
                  <a:pt x="315" y="604"/>
                </a:lnTo>
                <a:lnTo>
                  <a:pt x="315" y="605"/>
                </a:lnTo>
                <a:lnTo>
                  <a:pt x="314" y="606"/>
                </a:lnTo>
                <a:lnTo>
                  <a:pt x="314" y="607"/>
                </a:lnTo>
                <a:lnTo>
                  <a:pt x="315" y="607"/>
                </a:lnTo>
                <a:lnTo>
                  <a:pt x="315" y="606"/>
                </a:lnTo>
                <a:lnTo>
                  <a:pt x="315" y="605"/>
                </a:lnTo>
                <a:lnTo>
                  <a:pt x="316" y="605"/>
                </a:lnTo>
                <a:lnTo>
                  <a:pt x="319" y="605"/>
                </a:lnTo>
                <a:lnTo>
                  <a:pt x="319" y="604"/>
                </a:lnTo>
                <a:lnTo>
                  <a:pt x="320" y="604"/>
                </a:lnTo>
                <a:lnTo>
                  <a:pt x="321" y="604"/>
                </a:lnTo>
                <a:lnTo>
                  <a:pt x="322" y="604"/>
                </a:lnTo>
                <a:lnTo>
                  <a:pt x="323" y="605"/>
                </a:lnTo>
                <a:lnTo>
                  <a:pt x="323" y="606"/>
                </a:lnTo>
                <a:lnTo>
                  <a:pt x="324" y="607"/>
                </a:lnTo>
                <a:lnTo>
                  <a:pt x="325" y="608"/>
                </a:lnTo>
                <a:lnTo>
                  <a:pt x="324" y="609"/>
                </a:lnTo>
                <a:lnTo>
                  <a:pt x="325" y="610"/>
                </a:lnTo>
                <a:lnTo>
                  <a:pt x="327" y="610"/>
                </a:lnTo>
                <a:lnTo>
                  <a:pt x="328" y="611"/>
                </a:lnTo>
                <a:lnTo>
                  <a:pt x="327" y="612"/>
                </a:lnTo>
                <a:lnTo>
                  <a:pt x="327" y="614"/>
                </a:lnTo>
                <a:lnTo>
                  <a:pt x="328" y="615"/>
                </a:lnTo>
                <a:lnTo>
                  <a:pt x="329" y="616"/>
                </a:lnTo>
                <a:lnTo>
                  <a:pt x="329" y="617"/>
                </a:lnTo>
                <a:lnTo>
                  <a:pt x="328" y="617"/>
                </a:lnTo>
                <a:lnTo>
                  <a:pt x="327" y="617"/>
                </a:lnTo>
                <a:lnTo>
                  <a:pt x="325" y="617"/>
                </a:lnTo>
                <a:lnTo>
                  <a:pt x="324" y="618"/>
                </a:lnTo>
                <a:lnTo>
                  <a:pt x="324" y="619"/>
                </a:lnTo>
                <a:lnTo>
                  <a:pt x="324" y="620"/>
                </a:lnTo>
                <a:lnTo>
                  <a:pt x="323" y="620"/>
                </a:lnTo>
                <a:lnTo>
                  <a:pt x="322" y="619"/>
                </a:lnTo>
                <a:lnTo>
                  <a:pt x="321" y="620"/>
                </a:lnTo>
                <a:lnTo>
                  <a:pt x="320" y="620"/>
                </a:lnTo>
                <a:lnTo>
                  <a:pt x="319" y="621"/>
                </a:lnTo>
                <a:lnTo>
                  <a:pt x="319" y="622"/>
                </a:lnTo>
                <a:lnTo>
                  <a:pt x="319" y="623"/>
                </a:lnTo>
                <a:lnTo>
                  <a:pt x="318" y="623"/>
                </a:lnTo>
                <a:lnTo>
                  <a:pt x="317" y="623"/>
                </a:lnTo>
                <a:lnTo>
                  <a:pt x="317" y="624"/>
                </a:lnTo>
                <a:lnTo>
                  <a:pt x="317" y="625"/>
                </a:lnTo>
                <a:lnTo>
                  <a:pt x="316" y="626"/>
                </a:lnTo>
                <a:lnTo>
                  <a:pt x="315" y="627"/>
                </a:lnTo>
                <a:lnTo>
                  <a:pt x="314" y="628"/>
                </a:lnTo>
                <a:lnTo>
                  <a:pt x="313" y="628"/>
                </a:lnTo>
                <a:lnTo>
                  <a:pt x="312" y="628"/>
                </a:lnTo>
                <a:lnTo>
                  <a:pt x="311" y="629"/>
                </a:lnTo>
                <a:lnTo>
                  <a:pt x="311" y="630"/>
                </a:lnTo>
                <a:lnTo>
                  <a:pt x="311" y="631"/>
                </a:lnTo>
                <a:lnTo>
                  <a:pt x="310" y="632"/>
                </a:lnTo>
                <a:lnTo>
                  <a:pt x="309" y="633"/>
                </a:lnTo>
                <a:lnTo>
                  <a:pt x="309" y="634"/>
                </a:lnTo>
                <a:lnTo>
                  <a:pt x="310" y="635"/>
                </a:lnTo>
                <a:lnTo>
                  <a:pt x="308" y="637"/>
                </a:lnTo>
                <a:lnTo>
                  <a:pt x="308" y="636"/>
                </a:lnTo>
                <a:lnTo>
                  <a:pt x="308" y="635"/>
                </a:lnTo>
                <a:lnTo>
                  <a:pt x="308" y="634"/>
                </a:lnTo>
                <a:lnTo>
                  <a:pt x="308" y="633"/>
                </a:lnTo>
                <a:lnTo>
                  <a:pt x="308" y="632"/>
                </a:lnTo>
                <a:lnTo>
                  <a:pt x="308" y="631"/>
                </a:lnTo>
                <a:lnTo>
                  <a:pt x="307" y="631"/>
                </a:lnTo>
                <a:lnTo>
                  <a:pt x="308" y="632"/>
                </a:lnTo>
                <a:lnTo>
                  <a:pt x="307" y="632"/>
                </a:lnTo>
                <a:lnTo>
                  <a:pt x="307" y="633"/>
                </a:lnTo>
                <a:lnTo>
                  <a:pt x="306" y="632"/>
                </a:lnTo>
                <a:lnTo>
                  <a:pt x="307" y="631"/>
                </a:lnTo>
                <a:lnTo>
                  <a:pt x="306" y="631"/>
                </a:lnTo>
                <a:lnTo>
                  <a:pt x="305" y="630"/>
                </a:lnTo>
                <a:lnTo>
                  <a:pt x="306" y="629"/>
                </a:lnTo>
                <a:lnTo>
                  <a:pt x="305" y="629"/>
                </a:lnTo>
                <a:lnTo>
                  <a:pt x="304" y="630"/>
                </a:lnTo>
                <a:lnTo>
                  <a:pt x="304" y="631"/>
                </a:lnTo>
                <a:lnTo>
                  <a:pt x="305" y="632"/>
                </a:lnTo>
                <a:lnTo>
                  <a:pt x="307" y="633"/>
                </a:lnTo>
                <a:lnTo>
                  <a:pt x="307" y="634"/>
                </a:lnTo>
                <a:lnTo>
                  <a:pt x="306" y="634"/>
                </a:lnTo>
                <a:lnTo>
                  <a:pt x="305" y="634"/>
                </a:lnTo>
                <a:lnTo>
                  <a:pt x="305" y="633"/>
                </a:lnTo>
                <a:lnTo>
                  <a:pt x="304" y="632"/>
                </a:lnTo>
                <a:lnTo>
                  <a:pt x="304" y="633"/>
                </a:lnTo>
                <a:lnTo>
                  <a:pt x="304" y="634"/>
                </a:lnTo>
                <a:lnTo>
                  <a:pt x="303" y="633"/>
                </a:lnTo>
                <a:lnTo>
                  <a:pt x="305" y="635"/>
                </a:lnTo>
                <a:lnTo>
                  <a:pt x="306" y="635"/>
                </a:lnTo>
                <a:lnTo>
                  <a:pt x="306" y="636"/>
                </a:lnTo>
                <a:lnTo>
                  <a:pt x="305" y="636"/>
                </a:lnTo>
                <a:lnTo>
                  <a:pt x="305" y="637"/>
                </a:lnTo>
                <a:lnTo>
                  <a:pt x="305" y="638"/>
                </a:lnTo>
                <a:lnTo>
                  <a:pt x="304" y="639"/>
                </a:lnTo>
                <a:lnTo>
                  <a:pt x="303" y="641"/>
                </a:lnTo>
                <a:lnTo>
                  <a:pt x="303" y="642"/>
                </a:lnTo>
                <a:lnTo>
                  <a:pt x="302" y="642"/>
                </a:lnTo>
                <a:lnTo>
                  <a:pt x="301" y="643"/>
                </a:lnTo>
                <a:lnTo>
                  <a:pt x="300" y="644"/>
                </a:lnTo>
                <a:lnTo>
                  <a:pt x="300" y="645"/>
                </a:lnTo>
                <a:lnTo>
                  <a:pt x="300" y="647"/>
                </a:lnTo>
                <a:lnTo>
                  <a:pt x="300" y="648"/>
                </a:lnTo>
                <a:lnTo>
                  <a:pt x="300" y="650"/>
                </a:lnTo>
                <a:lnTo>
                  <a:pt x="300" y="653"/>
                </a:lnTo>
                <a:lnTo>
                  <a:pt x="300" y="654"/>
                </a:lnTo>
                <a:lnTo>
                  <a:pt x="301" y="655"/>
                </a:lnTo>
                <a:lnTo>
                  <a:pt x="301" y="656"/>
                </a:lnTo>
                <a:lnTo>
                  <a:pt x="300" y="656"/>
                </a:lnTo>
                <a:lnTo>
                  <a:pt x="300" y="657"/>
                </a:lnTo>
                <a:lnTo>
                  <a:pt x="299" y="656"/>
                </a:lnTo>
                <a:lnTo>
                  <a:pt x="298" y="656"/>
                </a:lnTo>
                <a:lnTo>
                  <a:pt x="298" y="657"/>
                </a:lnTo>
                <a:lnTo>
                  <a:pt x="298" y="656"/>
                </a:lnTo>
                <a:lnTo>
                  <a:pt x="297" y="656"/>
                </a:lnTo>
                <a:lnTo>
                  <a:pt x="296" y="657"/>
                </a:lnTo>
                <a:lnTo>
                  <a:pt x="294" y="657"/>
                </a:lnTo>
                <a:lnTo>
                  <a:pt x="293" y="658"/>
                </a:lnTo>
                <a:lnTo>
                  <a:pt x="292" y="659"/>
                </a:lnTo>
                <a:lnTo>
                  <a:pt x="292" y="660"/>
                </a:lnTo>
                <a:lnTo>
                  <a:pt x="291" y="662"/>
                </a:lnTo>
                <a:lnTo>
                  <a:pt x="291" y="663"/>
                </a:lnTo>
                <a:lnTo>
                  <a:pt x="291" y="662"/>
                </a:lnTo>
                <a:lnTo>
                  <a:pt x="290" y="662"/>
                </a:lnTo>
                <a:lnTo>
                  <a:pt x="289" y="663"/>
                </a:lnTo>
                <a:lnTo>
                  <a:pt x="288" y="664"/>
                </a:lnTo>
                <a:lnTo>
                  <a:pt x="288" y="665"/>
                </a:lnTo>
                <a:lnTo>
                  <a:pt x="288" y="666"/>
                </a:lnTo>
                <a:lnTo>
                  <a:pt x="288" y="667"/>
                </a:lnTo>
                <a:lnTo>
                  <a:pt x="288" y="668"/>
                </a:lnTo>
                <a:lnTo>
                  <a:pt x="289" y="668"/>
                </a:lnTo>
                <a:lnTo>
                  <a:pt x="289" y="669"/>
                </a:lnTo>
                <a:lnTo>
                  <a:pt x="288" y="669"/>
                </a:lnTo>
                <a:lnTo>
                  <a:pt x="287" y="668"/>
                </a:lnTo>
                <a:lnTo>
                  <a:pt x="286" y="668"/>
                </a:lnTo>
                <a:lnTo>
                  <a:pt x="285" y="669"/>
                </a:lnTo>
                <a:lnTo>
                  <a:pt x="285" y="670"/>
                </a:lnTo>
                <a:lnTo>
                  <a:pt x="285" y="671"/>
                </a:lnTo>
                <a:lnTo>
                  <a:pt x="285" y="672"/>
                </a:lnTo>
                <a:lnTo>
                  <a:pt x="285" y="673"/>
                </a:lnTo>
                <a:lnTo>
                  <a:pt x="285" y="674"/>
                </a:lnTo>
                <a:lnTo>
                  <a:pt x="285" y="675"/>
                </a:lnTo>
                <a:lnTo>
                  <a:pt x="285" y="676"/>
                </a:lnTo>
                <a:lnTo>
                  <a:pt x="284" y="676"/>
                </a:lnTo>
                <a:lnTo>
                  <a:pt x="283" y="676"/>
                </a:lnTo>
                <a:lnTo>
                  <a:pt x="283" y="677"/>
                </a:lnTo>
                <a:lnTo>
                  <a:pt x="282" y="677"/>
                </a:lnTo>
                <a:lnTo>
                  <a:pt x="282" y="678"/>
                </a:lnTo>
                <a:lnTo>
                  <a:pt x="281" y="677"/>
                </a:lnTo>
                <a:lnTo>
                  <a:pt x="281" y="676"/>
                </a:lnTo>
                <a:lnTo>
                  <a:pt x="280" y="674"/>
                </a:lnTo>
                <a:lnTo>
                  <a:pt x="280" y="673"/>
                </a:lnTo>
                <a:lnTo>
                  <a:pt x="281" y="673"/>
                </a:lnTo>
                <a:lnTo>
                  <a:pt x="282" y="671"/>
                </a:lnTo>
                <a:lnTo>
                  <a:pt x="283" y="670"/>
                </a:lnTo>
                <a:lnTo>
                  <a:pt x="282" y="670"/>
                </a:lnTo>
                <a:lnTo>
                  <a:pt x="283" y="669"/>
                </a:lnTo>
                <a:lnTo>
                  <a:pt x="284" y="668"/>
                </a:lnTo>
                <a:lnTo>
                  <a:pt x="284" y="667"/>
                </a:lnTo>
                <a:lnTo>
                  <a:pt x="284" y="666"/>
                </a:lnTo>
                <a:lnTo>
                  <a:pt x="284" y="665"/>
                </a:lnTo>
                <a:lnTo>
                  <a:pt x="285" y="665"/>
                </a:lnTo>
                <a:lnTo>
                  <a:pt x="285" y="664"/>
                </a:lnTo>
                <a:lnTo>
                  <a:pt x="286" y="665"/>
                </a:lnTo>
                <a:lnTo>
                  <a:pt x="286" y="664"/>
                </a:lnTo>
                <a:lnTo>
                  <a:pt x="287" y="663"/>
                </a:lnTo>
                <a:lnTo>
                  <a:pt x="286" y="663"/>
                </a:lnTo>
                <a:lnTo>
                  <a:pt x="286" y="662"/>
                </a:lnTo>
                <a:lnTo>
                  <a:pt x="286" y="663"/>
                </a:lnTo>
                <a:lnTo>
                  <a:pt x="285" y="664"/>
                </a:lnTo>
                <a:lnTo>
                  <a:pt x="285" y="663"/>
                </a:lnTo>
                <a:lnTo>
                  <a:pt x="284" y="663"/>
                </a:lnTo>
                <a:lnTo>
                  <a:pt x="284" y="664"/>
                </a:lnTo>
                <a:lnTo>
                  <a:pt x="283" y="664"/>
                </a:lnTo>
                <a:lnTo>
                  <a:pt x="283" y="663"/>
                </a:lnTo>
                <a:lnTo>
                  <a:pt x="284" y="663"/>
                </a:lnTo>
                <a:lnTo>
                  <a:pt x="284" y="662"/>
                </a:lnTo>
                <a:lnTo>
                  <a:pt x="283" y="662"/>
                </a:lnTo>
                <a:lnTo>
                  <a:pt x="282" y="661"/>
                </a:lnTo>
                <a:lnTo>
                  <a:pt x="282" y="660"/>
                </a:lnTo>
                <a:lnTo>
                  <a:pt x="282" y="659"/>
                </a:lnTo>
                <a:lnTo>
                  <a:pt x="283" y="658"/>
                </a:lnTo>
                <a:lnTo>
                  <a:pt x="283" y="657"/>
                </a:lnTo>
                <a:lnTo>
                  <a:pt x="282" y="658"/>
                </a:lnTo>
                <a:lnTo>
                  <a:pt x="281" y="659"/>
                </a:lnTo>
                <a:lnTo>
                  <a:pt x="281" y="660"/>
                </a:lnTo>
                <a:lnTo>
                  <a:pt x="281" y="661"/>
                </a:lnTo>
                <a:lnTo>
                  <a:pt x="280" y="662"/>
                </a:lnTo>
                <a:lnTo>
                  <a:pt x="279" y="661"/>
                </a:lnTo>
                <a:lnTo>
                  <a:pt x="277" y="660"/>
                </a:lnTo>
                <a:lnTo>
                  <a:pt x="276" y="660"/>
                </a:lnTo>
                <a:lnTo>
                  <a:pt x="275" y="660"/>
                </a:lnTo>
                <a:lnTo>
                  <a:pt x="275" y="659"/>
                </a:lnTo>
                <a:lnTo>
                  <a:pt x="275" y="658"/>
                </a:lnTo>
                <a:lnTo>
                  <a:pt x="274" y="658"/>
                </a:lnTo>
                <a:lnTo>
                  <a:pt x="273" y="658"/>
                </a:lnTo>
                <a:lnTo>
                  <a:pt x="274" y="658"/>
                </a:lnTo>
                <a:lnTo>
                  <a:pt x="274" y="659"/>
                </a:lnTo>
                <a:lnTo>
                  <a:pt x="275" y="659"/>
                </a:lnTo>
                <a:lnTo>
                  <a:pt x="275" y="660"/>
                </a:lnTo>
                <a:lnTo>
                  <a:pt x="275" y="661"/>
                </a:lnTo>
                <a:lnTo>
                  <a:pt x="275" y="662"/>
                </a:lnTo>
                <a:lnTo>
                  <a:pt x="274" y="664"/>
                </a:lnTo>
                <a:lnTo>
                  <a:pt x="273" y="665"/>
                </a:lnTo>
                <a:lnTo>
                  <a:pt x="274" y="665"/>
                </a:lnTo>
                <a:lnTo>
                  <a:pt x="273" y="665"/>
                </a:lnTo>
                <a:lnTo>
                  <a:pt x="273" y="666"/>
                </a:lnTo>
                <a:lnTo>
                  <a:pt x="273" y="667"/>
                </a:lnTo>
                <a:lnTo>
                  <a:pt x="274" y="668"/>
                </a:lnTo>
                <a:lnTo>
                  <a:pt x="275" y="669"/>
                </a:lnTo>
                <a:lnTo>
                  <a:pt x="275" y="670"/>
                </a:lnTo>
                <a:lnTo>
                  <a:pt x="276" y="671"/>
                </a:lnTo>
                <a:lnTo>
                  <a:pt x="276" y="672"/>
                </a:lnTo>
                <a:lnTo>
                  <a:pt x="274" y="672"/>
                </a:lnTo>
                <a:lnTo>
                  <a:pt x="274" y="673"/>
                </a:lnTo>
                <a:lnTo>
                  <a:pt x="273" y="673"/>
                </a:lnTo>
                <a:lnTo>
                  <a:pt x="273" y="674"/>
                </a:lnTo>
                <a:lnTo>
                  <a:pt x="272" y="674"/>
                </a:lnTo>
                <a:lnTo>
                  <a:pt x="271" y="675"/>
                </a:lnTo>
                <a:lnTo>
                  <a:pt x="269" y="677"/>
                </a:lnTo>
                <a:lnTo>
                  <a:pt x="269" y="678"/>
                </a:lnTo>
                <a:lnTo>
                  <a:pt x="268" y="680"/>
                </a:lnTo>
                <a:lnTo>
                  <a:pt x="267" y="681"/>
                </a:lnTo>
                <a:lnTo>
                  <a:pt x="267" y="682"/>
                </a:lnTo>
                <a:lnTo>
                  <a:pt x="267" y="683"/>
                </a:lnTo>
                <a:lnTo>
                  <a:pt x="267" y="684"/>
                </a:lnTo>
                <a:lnTo>
                  <a:pt x="267" y="686"/>
                </a:lnTo>
                <a:lnTo>
                  <a:pt x="266" y="687"/>
                </a:lnTo>
                <a:lnTo>
                  <a:pt x="267" y="689"/>
                </a:lnTo>
                <a:lnTo>
                  <a:pt x="267" y="690"/>
                </a:lnTo>
                <a:lnTo>
                  <a:pt x="267" y="691"/>
                </a:lnTo>
                <a:lnTo>
                  <a:pt x="267" y="692"/>
                </a:lnTo>
                <a:lnTo>
                  <a:pt x="267" y="693"/>
                </a:lnTo>
                <a:lnTo>
                  <a:pt x="268" y="694"/>
                </a:lnTo>
                <a:lnTo>
                  <a:pt x="268" y="695"/>
                </a:lnTo>
                <a:lnTo>
                  <a:pt x="269" y="696"/>
                </a:lnTo>
                <a:lnTo>
                  <a:pt x="270" y="696"/>
                </a:lnTo>
                <a:lnTo>
                  <a:pt x="270" y="697"/>
                </a:lnTo>
                <a:lnTo>
                  <a:pt x="269" y="697"/>
                </a:lnTo>
                <a:lnTo>
                  <a:pt x="269" y="698"/>
                </a:lnTo>
                <a:lnTo>
                  <a:pt x="268" y="699"/>
                </a:lnTo>
                <a:lnTo>
                  <a:pt x="268" y="700"/>
                </a:lnTo>
                <a:lnTo>
                  <a:pt x="268" y="701"/>
                </a:lnTo>
                <a:lnTo>
                  <a:pt x="267" y="701"/>
                </a:lnTo>
                <a:lnTo>
                  <a:pt x="267" y="702"/>
                </a:lnTo>
                <a:lnTo>
                  <a:pt x="267" y="703"/>
                </a:lnTo>
                <a:lnTo>
                  <a:pt x="266" y="704"/>
                </a:lnTo>
                <a:lnTo>
                  <a:pt x="265" y="704"/>
                </a:lnTo>
                <a:lnTo>
                  <a:pt x="265" y="705"/>
                </a:lnTo>
                <a:lnTo>
                  <a:pt x="264" y="705"/>
                </a:lnTo>
                <a:lnTo>
                  <a:pt x="264" y="706"/>
                </a:lnTo>
                <a:lnTo>
                  <a:pt x="265" y="706"/>
                </a:lnTo>
                <a:lnTo>
                  <a:pt x="265" y="708"/>
                </a:lnTo>
                <a:lnTo>
                  <a:pt x="264" y="708"/>
                </a:lnTo>
                <a:lnTo>
                  <a:pt x="263" y="708"/>
                </a:lnTo>
                <a:lnTo>
                  <a:pt x="263" y="707"/>
                </a:lnTo>
                <a:lnTo>
                  <a:pt x="263" y="706"/>
                </a:lnTo>
                <a:lnTo>
                  <a:pt x="263" y="705"/>
                </a:lnTo>
                <a:lnTo>
                  <a:pt x="264" y="705"/>
                </a:lnTo>
                <a:lnTo>
                  <a:pt x="265" y="704"/>
                </a:lnTo>
                <a:lnTo>
                  <a:pt x="265" y="702"/>
                </a:lnTo>
                <a:lnTo>
                  <a:pt x="264" y="702"/>
                </a:lnTo>
                <a:lnTo>
                  <a:pt x="263" y="701"/>
                </a:lnTo>
                <a:lnTo>
                  <a:pt x="263" y="700"/>
                </a:lnTo>
                <a:lnTo>
                  <a:pt x="264" y="699"/>
                </a:lnTo>
                <a:lnTo>
                  <a:pt x="263" y="699"/>
                </a:lnTo>
                <a:lnTo>
                  <a:pt x="264" y="698"/>
                </a:lnTo>
                <a:lnTo>
                  <a:pt x="264" y="697"/>
                </a:lnTo>
                <a:lnTo>
                  <a:pt x="265" y="697"/>
                </a:lnTo>
                <a:lnTo>
                  <a:pt x="265" y="696"/>
                </a:lnTo>
                <a:lnTo>
                  <a:pt x="266" y="696"/>
                </a:lnTo>
                <a:lnTo>
                  <a:pt x="266" y="695"/>
                </a:lnTo>
                <a:lnTo>
                  <a:pt x="266" y="693"/>
                </a:lnTo>
                <a:lnTo>
                  <a:pt x="266" y="692"/>
                </a:lnTo>
                <a:lnTo>
                  <a:pt x="265" y="691"/>
                </a:lnTo>
                <a:lnTo>
                  <a:pt x="265" y="690"/>
                </a:lnTo>
                <a:lnTo>
                  <a:pt x="264" y="690"/>
                </a:lnTo>
                <a:lnTo>
                  <a:pt x="264" y="689"/>
                </a:lnTo>
                <a:lnTo>
                  <a:pt x="264" y="688"/>
                </a:lnTo>
                <a:lnTo>
                  <a:pt x="263" y="688"/>
                </a:lnTo>
                <a:lnTo>
                  <a:pt x="263" y="687"/>
                </a:lnTo>
                <a:lnTo>
                  <a:pt x="263" y="686"/>
                </a:lnTo>
                <a:lnTo>
                  <a:pt x="262" y="686"/>
                </a:lnTo>
                <a:lnTo>
                  <a:pt x="262" y="685"/>
                </a:lnTo>
                <a:lnTo>
                  <a:pt x="262" y="684"/>
                </a:lnTo>
                <a:lnTo>
                  <a:pt x="261" y="684"/>
                </a:lnTo>
                <a:lnTo>
                  <a:pt x="260" y="684"/>
                </a:lnTo>
                <a:lnTo>
                  <a:pt x="258" y="684"/>
                </a:lnTo>
                <a:lnTo>
                  <a:pt x="258" y="683"/>
                </a:lnTo>
                <a:lnTo>
                  <a:pt x="259" y="683"/>
                </a:lnTo>
                <a:lnTo>
                  <a:pt x="258" y="682"/>
                </a:lnTo>
                <a:lnTo>
                  <a:pt x="258" y="681"/>
                </a:lnTo>
                <a:lnTo>
                  <a:pt x="258" y="682"/>
                </a:lnTo>
                <a:lnTo>
                  <a:pt x="258" y="683"/>
                </a:lnTo>
                <a:lnTo>
                  <a:pt x="257" y="683"/>
                </a:lnTo>
                <a:lnTo>
                  <a:pt x="257" y="682"/>
                </a:lnTo>
                <a:lnTo>
                  <a:pt x="255" y="682"/>
                </a:lnTo>
                <a:lnTo>
                  <a:pt x="255" y="681"/>
                </a:lnTo>
                <a:lnTo>
                  <a:pt x="254" y="681"/>
                </a:lnTo>
                <a:lnTo>
                  <a:pt x="253" y="681"/>
                </a:lnTo>
                <a:lnTo>
                  <a:pt x="251" y="680"/>
                </a:lnTo>
                <a:lnTo>
                  <a:pt x="250" y="680"/>
                </a:lnTo>
                <a:lnTo>
                  <a:pt x="249" y="680"/>
                </a:lnTo>
                <a:lnTo>
                  <a:pt x="248" y="680"/>
                </a:lnTo>
                <a:lnTo>
                  <a:pt x="247" y="680"/>
                </a:lnTo>
                <a:lnTo>
                  <a:pt x="246" y="680"/>
                </a:lnTo>
                <a:lnTo>
                  <a:pt x="243" y="680"/>
                </a:lnTo>
                <a:lnTo>
                  <a:pt x="242" y="680"/>
                </a:lnTo>
                <a:lnTo>
                  <a:pt x="242" y="679"/>
                </a:lnTo>
                <a:lnTo>
                  <a:pt x="242" y="680"/>
                </a:lnTo>
                <a:lnTo>
                  <a:pt x="242" y="679"/>
                </a:lnTo>
                <a:lnTo>
                  <a:pt x="241" y="679"/>
                </a:lnTo>
                <a:lnTo>
                  <a:pt x="241" y="678"/>
                </a:lnTo>
                <a:lnTo>
                  <a:pt x="240" y="678"/>
                </a:lnTo>
                <a:lnTo>
                  <a:pt x="239" y="678"/>
                </a:lnTo>
                <a:lnTo>
                  <a:pt x="239" y="677"/>
                </a:lnTo>
                <a:lnTo>
                  <a:pt x="238" y="677"/>
                </a:lnTo>
                <a:lnTo>
                  <a:pt x="238" y="678"/>
                </a:lnTo>
                <a:lnTo>
                  <a:pt x="237" y="678"/>
                </a:lnTo>
                <a:lnTo>
                  <a:pt x="236" y="678"/>
                </a:lnTo>
                <a:lnTo>
                  <a:pt x="235" y="678"/>
                </a:lnTo>
                <a:lnTo>
                  <a:pt x="234" y="679"/>
                </a:lnTo>
                <a:lnTo>
                  <a:pt x="235" y="679"/>
                </a:lnTo>
                <a:lnTo>
                  <a:pt x="236" y="679"/>
                </a:lnTo>
                <a:lnTo>
                  <a:pt x="236" y="680"/>
                </a:lnTo>
                <a:lnTo>
                  <a:pt x="236" y="681"/>
                </a:lnTo>
                <a:lnTo>
                  <a:pt x="237" y="681"/>
                </a:lnTo>
                <a:lnTo>
                  <a:pt x="237" y="682"/>
                </a:lnTo>
                <a:lnTo>
                  <a:pt x="238" y="682"/>
                </a:lnTo>
                <a:lnTo>
                  <a:pt x="239" y="682"/>
                </a:lnTo>
                <a:lnTo>
                  <a:pt x="242" y="682"/>
                </a:lnTo>
                <a:lnTo>
                  <a:pt x="243" y="682"/>
                </a:lnTo>
                <a:lnTo>
                  <a:pt x="244" y="682"/>
                </a:lnTo>
                <a:lnTo>
                  <a:pt x="244" y="681"/>
                </a:lnTo>
                <a:lnTo>
                  <a:pt x="245" y="681"/>
                </a:lnTo>
                <a:lnTo>
                  <a:pt x="245" y="682"/>
                </a:lnTo>
                <a:lnTo>
                  <a:pt x="246" y="682"/>
                </a:lnTo>
                <a:lnTo>
                  <a:pt x="247" y="683"/>
                </a:lnTo>
                <a:lnTo>
                  <a:pt x="248" y="684"/>
                </a:lnTo>
                <a:lnTo>
                  <a:pt x="247" y="684"/>
                </a:lnTo>
                <a:lnTo>
                  <a:pt x="247" y="685"/>
                </a:lnTo>
                <a:lnTo>
                  <a:pt x="248" y="686"/>
                </a:lnTo>
                <a:lnTo>
                  <a:pt x="249" y="687"/>
                </a:lnTo>
                <a:lnTo>
                  <a:pt x="250" y="688"/>
                </a:lnTo>
                <a:lnTo>
                  <a:pt x="249" y="688"/>
                </a:lnTo>
                <a:lnTo>
                  <a:pt x="249" y="690"/>
                </a:lnTo>
                <a:lnTo>
                  <a:pt x="248" y="691"/>
                </a:lnTo>
                <a:lnTo>
                  <a:pt x="248" y="692"/>
                </a:lnTo>
                <a:lnTo>
                  <a:pt x="248" y="693"/>
                </a:lnTo>
                <a:lnTo>
                  <a:pt x="249" y="693"/>
                </a:lnTo>
                <a:lnTo>
                  <a:pt x="249" y="694"/>
                </a:lnTo>
                <a:lnTo>
                  <a:pt x="248" y="693"/>
                </a:lnTo>
                <a:lnTo>
                  <a:pt x="248" y="694"/>
                </a:lnTo>
                <a:lnTo>
                  <a:pt x="247" y="695"/>
                </a:lnTo>
                <a:lnTo>
                  <a:pt x="246" y="695"/>
                </a:lnTo>
                <a:lnTo>
                  <a:pt x="246" y="696"/>
                </a:lnTo>
                <a:lnTo>
                  <a:pt x="246" y="697"/>
                </a:lnTo>
                <a:lnTo>
                  <a:pt x="246" y="698"/>
                </a:lnTo>
                <a:lnTo>
                  <a:pt x="247" y="698"/>
                </a:lnTo>
                <a:lnTo>
                  <a:pt x="246" y="699"/>
                </a:lnTo>
                <a:lnTo>
                  <a:pt x="245" y="700"/>
                </a:lnTo>
                <a:lnTo>
                  <a:pt x="244" y="700"/>
                </a:lnTo>
                <a:lnTo>
                  <a:pt x="244" y="702"/>
                </a:lnTo>
                <a:lnTo>
                  <a:pt x="243" y="704"/>
                </a:lnTo>
                <a:lnTo>
                  <a:pt x="243" y="705"/>
                </a:lnTo>
                <a:lnTo>
                  <a:pt x="242" y="705"/>
                </a:lnTo>
                <a:lnTo>
                  <a:pt x="241" y="704"/>
                </a:lnTo>
                <a:lnTo>
                  <a:pt x="239" y="703"/>
                </a:lnTo>
                <a:lnTo>
                  <a:pt x="238" y="703"/>
                </a:lnTo>
                <a:lnTo>
                  <a:pt x="238" y="704"/>
                </a:lnTo>
                <a:lnTo>
                  <a:pt x="239" y="704"/>
                </a:lnTo>
                <a:lnTo>
                  <a:pt x="240" y="704"/>
                </a:lnTo>
                <a:lnTo>
                  <a:pt x="241" y="705"/>
                </a:lnTo>
                <a:lnTo>
                  <a:pt x="242" y="706"/>
                </a:lnTo>
                <a:lnTo>
                  <a:pt x="242" y="707"/>
                </a:lnTo>
                <a:lnTo>
                  <a:pt x="243" y="708"/>
                </a:lnTo>
                <a:lnTo>
                  <a:pt x="244" y="707"/>
                </a:lnTo>
                <a:lnTo>
                  <a:pt x="245" y="706"/>
                </a:lnTo>
                <a:lnTo>
                  <a:pt x="245" y="707"/>
                </a:lnTo>
                <a:lnTo>
                  <a:pt x="246" y="707"/>
                </a:lnTo>
                <a:lnTo>
                  <a:pt x="247" y="706"/>
                </a:lnTo>
                <a:lnTo>
                  <a:pt x="247" y="705"/>
                </a:lnTo>
                <a:lnTo>
                  <a:pt x="248" y="705"/>
                </a:lnTo>
                <a:lnTo>
                  <a:pt x="249" y="705"/>
                </a:lnTo>
                <a:lnTo>
                  <a:pt x="249" y="704"/>
                </a:lnTo>
                <a:lnTo>
                  <a:pt x="250" y="703"/>
                </a:lnTo>
                <a:lnTo>
                  <a:pt x="251" y="703"/>
                </a:lnTo>
                <a:lnTo>
                  <a:pt x="251" y="704"/>
                </a:lnTo>
                <a:lnTo>
                  <a:pt x="251" y="705"/>
                </a:lnTo>
                <a:lnTo>
                  <a:pt x="252" y="705"/>
                </a:lnTo>
                <a:lnTo>
                  <a:pt x="253" y="705"/>
                </a:lnTo>
                <a:lnTo>
                  <a:pt x="254" y="706"/>
                </a:lnTo>
                <a:lnTo>
                  <a:pt x="255" y="706"/>
                </a:lnTo>
                <a:lnTo>
                  <a:pt x="256" y="706"/>
                </a:lnTo>
                <a:lnTo>
                  <a:pt x="257" y="706"/>
                </a:lnTo>
                <a:lnTo>
                  <a:pt x="256" y="707"/>
                </a:lnTo>
                <a:lnTo>
                  <a:pt x="255" y="707"/>
                </a:lnTo>
                <a:lnTo>
                  <a:pt x="254" y="708"/>
                </a:lnTo>
                <a:lnTo>
                  <a:pt x="254" y="709"/>
                </a:lnTo>
                <a:lnTo>
                  <a:pt x="254" y="710"/>
                </a:lnTo>
                <a:lnTo>
                  <a:pt x="253" y="710"/>
                </a:lnTo>
                <a:lnTo>
                  <a:pt x="253" y="709"/>
                </a:lnTo>
                <a:lnTo>
                  <a:pt x="252" y="709"/>
                </a:lnTo>
                <a:lnTo>
                  <a:pt x="252" y="708"/>
                </a:lnTo>
                <a:lnTo>
                  <a:pt x="251" y="709"/>
                </a:lnTo>
                <a:lnTo>
                  <a:pt x="250" y="709"/>
                </a:lnTo>
                <a:lnTo>
                  <a:pt x="250" y="710"/>
                </a:lnTo>
                <a:lnTo>
                  <a:pt x="250" y="711"/>
                </a:lnTo>
                <a:lnTo>
                  <a:pt x="249" y="713"/>
                </a:lnTo>
                <a:lnTo>
                  <a:pt x="249" y="714"/>
                </a:lnTo>
                <a:lnTo>
                  <a:pt x="249" y="715"/>
                </a:lnTo>
                <a:lnTo>
                  <a:pt x="249" y="716"/>
                </a:lnTo>
                <a:lnTo>
                  <a:pt x="249" y="717"/>
                </a:lnTo>
                <a:lnTo>
                  <a:pt x="250" y="717"/>
                </a:lnTo>
                <a:lnTo>
                  <a:pt x="252" y="718"/>
                </a:lnTo>
                <a:lnTo>
                  <a:pt x="252" y="719"/>
                </a:lnTo>
                <a:lnTo>
                  <a:pt x="251" y="719"/>
                </a:lnTo>
                <a:lnTo>
                  <a:pt x="250" y="719"/>
                </a:lnTo>
                <a:lnTo>
                  <a:pt x="250" y="720"/>
                </a:lnTo>
                <a:lnTo>
                  <a:pt x="250" y="719"/>
                </a:lnTo>
                <a:lnTo>
                  <a:pt x="249" y="719"/>
                </a:lnTo>
                <a:lnTo>
                  <a:pt x="249" y="720"/>
                </a:lnTo>
                <a:lnTo>
                  <a:pt x="248" y="720"/>
                </a:lnTo>
                <a:lnTo>
                  <a:pt x="247" y="720"/>
                </a:lnTo>
                <a:lnTo>
                  <a:pt x="247" y="719"/>
                </a:lnTo>
                <a:lnTo>
                  <a:pt x="246" y="719"/>
                </a:lnTo>
                <a:lnTo>
                  <a:pt x="245" y="719"/>
                </a:lnTo>
                <a:lnTo>
                  <a:pt x="244" y="719"/>
                </a:lnTo>
                <a:lnTo>
                  <a:pt x="243" y="719"/>
                </a:lnTo>
                <a:lnTo>
                  <a:pt x="243" y="720"/>
                </a:lnTo>
                <a:lnTo>
                  <a:pt x="243" y="721"/>
                </a:lnTo>
                <a:lnTo>
                  <a:pt x="242" y="722"/>
                </a:lnTo>
                <a:lnTo>
                  <a:pt x="242" y="723"/>
                </a:lnTo>
                <a:lnTo>
                  <a:pt x="242" y="725"/>
                </a:lnTo>
                <a:lnTo>
                  <a:pt x="242" y="726"/>
                </a:lnTo>
                <a:lnTo>
                  <a:pt x="242" y="727"/>
                </a:lnTo>
                <a:lnTo>
                  <a:pt x="242" y="728"/>
                </a:lnTo>
                <a:lnTo>
                  <a:pt x="243" y="729"/>
                </a:lnTo>
                <a:lnTo>
                  <a:pt x="244" y="730"/>
                </a:lnTo>
                <a:lnTo>
                  <a:pt x="244" y="729"/>
                </a:lnTo>
                <a:lnTo>
                  <a:pt x="245" y="729"/>
                </a:lnTo>
                <a:lnTo>
                  <a:pt x="246" y="729"/>
                </a:lnTo>
                <a:lnTo>
                  <a:pt x="246" y="730"/>
                </a:lnTo>
                <a:lnTo>
                  <a:pt x="246" y="729"/>
                </a:lnTo>
                <a:lnTo>
                  <a:pt x="246" y="730"/>
                </a:lnTo>
                <a:lnTo>
                  <a:pt x="246" y="731"/>
                </a:lnTo>
                <a:lnTo>
                  <a:pt x="245" y="731"/>
                </a:lnTo>
                <a:lnTo>
                  <a:pt x="245" y="730"/>
                </a:lnTo>
                <a:lnTo>
                  <a:pt x="244" y="730"/>
                </a:lnTo>
                <a:lnTo>
                  <a:pt x="243" y="731"/>
                </a:lnTo>
                <a:lnTo>
                  <a:pt x="242" y="731"/>
                </a:lnTo>
                <a:lnTo>
                  <a:pt x="241" y="732"/>
                </a:lnTo>
                <a:lnTo>
                  <a:pt x="240" y="732"/>
                </a:lnTo>
                <a:lnTo>
                  <a:pt x="239" y="732"/>
                </a:lnTo>
                <a:lnTo>
                  <a:pt x="238" y="733"/>
                </a:lnTo>
                <a:lnTo>
                  <a:pt x="237" y="734"/>
                </a:lnTo>
                <a:lnTo>
                  <a:pt x="236" y="734"/>
                </a:lnTo>
                <a:lnTo>
                  <a:pt x="237" y="734"/>
                </a:lnTo>
                <a:lnTo>
                  <a:pt x="237" y="733"/>
                </a:lnTo>
                <a:lnTo>
                  <a:pt x="236" y="733"/>
                </a:lnTo>
                <a:lnTo>
                  <a:pt x="236" y="732"/>
                </a:lnTo>
                <a:lnTo>
                  <a:pt x="235" y="732"/>
                </a:lnTo>
                <a:lnTo>
                  <a:pt x="234" y="732"/>
                </a:lnTo>
                <a:lnTo>
                  <a:pt x="233" y="733"/>
                </a:lnTo>
                <a:lnTo>
                  <a:pt x="232" y="733"/>
                </a:lnTo>
                <a:lnTo>
                  <a:pt x="231" y="734"/>
                </a:lnTo>
                <a:lnTo>
                  <a:pt x="230" y="735"/>
                </a:lnTo>
                <a:lnTo>
                  <a:pt x="229" y="734"/>
                </a:lnTo>
                <a:lnTo>
                  <a:pt x="230" y="733"/>
                </a:lnTo>
                <a:lnTo>
                  <a:pt x="230" y="732"/>
                </a:lnTo>
                <a:lnTo>
                  <a:pt x="231" y="732"/>
                </a:lnTo>
                <a:lnTo>
                  <a:pt x="231" y="731"/>
                </a:lnTo>
                <a:lnTo>
                  <a:pt x="232" y="731"/>
                </a:lnTo>
                <a:lnTo>
                  <a:pt x="232" y="730"/>
                </a:lnTo>
                <a:lnTo>
                  <a:pt x="232" y="729"/>
                </a:lnTo>
                <a:lnTo>
                  <a:pt x="233" y="729"/>
                </a:lnTo>
                <a:lnTo>
                  <a:pt x="234" y="728"/>
                </a:lnTo>
                <a:lnTo>
                  <a:pt x="235" y="727"/>
                </a:lnTo>
                <a:lnTo>
                  <a:pt x="236" y="724"/>
                </a:lnTo>
                <a:lnTo>
                  <a:pt x="234" y="719"/>
                </a:lnTo>
                <a:lnTo>
                  <a:pt x="233" y="719"/>
                </a:lnTo>
                <a:lnTo>
                  <a:pt x="232" y="719"/>
                </a:lnTo>
                <a:lnTo>
                  <a:pt x="231" y="718"/>
                </a:lnTo>
                <a:lnTo>
                  <a:pt x="231" y="717"/>
                </a:lnTo>
                <a:lnTo>
                  <a:pt x="230" y="717"/>
                </a:lnTo>
                <a:lnTo>
                  <a:pt x="230" y="716"/>
                </a:lnTo>
                <a:lnTo>
                  <a:pt x="231" y="715"/>
                </a:lnTo>
                <a:lnTo>
                  <a:pt x="232" y="715"/>
                </a:lnTo>
                <a:lnTo>
                  <a:pt x="232" y="714"/>
                </a:lnTo>
                <a:lnTo>
                  <a:pt x="233" y="713"/>
                </a:lnTo>
                <a:lnTo>
                  <a:pt x="233" y="712"/>
                </a:lnTo>
                <a:lnTo>
                  <a:pt x="232" y="710"/>
                </a:lnTo>
                <a:lnTo>
                  <a:pt x="231" y="710"/>
                </a:lnTo>
                <a:lnTo>
                  <a:pt x="230" y="709"/>
                </a:lnTo>
                <a:lnTo>
                  <a:pt x="230" y="708"/>
                </a:lnTo>
                <a:lnTo>
                  <a:pt x="231" y="708"/>
                </a:lnTo>
                <a:lnTo>
                  <a:pt x="231" y="707"/>
                </a:lnTo>
                <a:lnTo>
                  <a:pt x="233" y="706"/>
                </a:lnTo>
                <a:lnTo>
                  <a:pt x="233" y="705"/>
                </a:lnTo>
                <a:lnTo>
                  <a:pt x="233" y="704"/>
                </a:lnTo>
                <a:lnTo>
                  <a:pt x="234" y="703"/>
                </a:lnTo>
                <a:lnTo>
                  <a:pt x="235" y="702"/>
                </a:lnTo>
                <a:lnTo>
                  <a:pt x="236" y="702"/>
                </a:lnTo>
                <a:lnTo>
                  <a:pt x="237" y="702"/>
                </a:lnTo>
                <a:lnTo>
                  <a:pt x="237" y="703"/>
                </a:lnTo>
                <a:lnTo>
                  <a:pt x="238" y="703"/>
                </a:lnTo>
                <a:lnTo>
                  <a:pt x="237" y="702"/>
                </a:lnTo>
                <a:lnTo>
                  <a:pt x="236" y="701"/>
                </a:lnTo>
                <a:lnTo>
                  <a:pt x="235" y="701"/>
                </a:lnTo>
                <a:lnTo>
                  <a:pt x="235" y="702"/>
                </a:lnTo>
                <a:lnTo>
                  <a:pt x="234" y="702"/>
                </a:lnTo>
                <a:lnTo>
                  <a:pt x="233" y="703"/>
                </a:lnTo>
                <a:lnTo>
                  <a:pt x="232" y="704"/>
                </a:lnTo>
                <a:lnTo>
                  <a:pt x="232" y="705"/>
                </a:lnTo>
                <a:lnTo>
                  <a:pt x="231" y="706"/>
                </a:lnTo>
                <a:lnTo>
                  <a:pt x="230" y="707"/>
                </a:lnTo>
                <a:lnTo>
                  <a:pt x="229" y="707"/>
                </a:lnTo>
                <a:lnTo>
                  <a:pt x="228" y="707"/>
                </a:lnTo>
                <a:lnTo>
                  <a:pt x="227" y="708"/>
                </a:lnTo>
                <a:lnTo>
                  <a:pt x="226" y="707"/>
                </a:lnTo>
                <a:lnTo>
                  <a:pt x="225" y="707"/>
                </a:lnTo>
                <a:lnTo>
                  <a:pt x="226" y="709"/>
                </a:lnTo>
                <a:lnTo>
                  <a:pt x="225" y="709"/>
                </a:lnTo>
                <a:lnTo>
                  <a:pt x="224" y="709"/>
                </a:lnTo>
                <a:lnTo>
                  <a:pt x="222" y="710"/>
                </a:lnTo>
                <a:lnTo>
                  <a:pt x="221" y="711"/>
                </a:lnTo>
                <a:lnTo>
                  <a:pt x="220" y="712"/>
                </a:lnTo>
                <a:lnTo>
                  <a:pt x="220" y="713"/>
                </a:lnTo>
                <a:lnTo>
                  <a:pt x="220" y="714"/>
                </a:lnTo>
                <a:lnTo>
                  <a:pt x="221" y="715"/>
                </a:lnTo>
                <a:lnTo>
                  <a:pt x="221" y="717"/>
                </a:lnTo>
                <a:lnTo>
                  <a:pt x="222" y="718"/>
                </a:lnTo>
                <a:lnTo>
                  <a:pt x="222" y="719"/>
                </a:lnTo>
                <a:lnTo>
                  <a:pt x="222" y="720"/>
                </a:lnTo>
                <a:lnTo>
                  <a:pt x="221" y="720"/>
                </a:lnTo>
                <a:lnTo>
                  <a:pt x="221" y="721"/>
                </a:lnTo>
                <a:lnTo>
                  <a:pt x="221" y="722"/>
                </a:lnTo>
                <a:lnTo>
                  <a:pt x="221" y="723"/>
                </a:lnTo>
                <a:lnTo>
                  <a:pt x="221" y="724"/>
                </a:lnTo>
                <a:lnTo>
                  <a:pt x="222" y="724"/>
                </a:lnTo>
                <a:lnTo>
                  <a:pt x="222" y="725"/>
                </a:lnTo>
                <a:lnTo>
                  <a:pt x="223" y="725"/>
                </a:lnTo>
                <a:lnTo>
                  <a:pt x="223" y="726"/>
                </a:lnTo>
                <a:lnTo>
                  <a:pt x="223" y="727"/>
                </a:lnTo>
                <a:lnTo>
                  <a:pt x="222" y="727"/>
                </a:lnTo>
                <a:lnTo>
                  <a:pt x="221" y="728"/>
                </a:lnTo>
                <a:lnTo>
                  <a:pt x="220" y="728"/>
                </a:lnTo>
                <a:lnTo>
                  <a:pt x="220" y="729"/>
                </a:lnTo>
                <a:lnTo>
                  <a:pt x="220" y="730"/>
                </a:lnTo>
                <a:lnTo>
                  <a:pt x="219" y="730"/>
                </a:lnTo>
                <a:lnTo>
                  <a:pt x="219" y="731"/>
                </a:lnTo>
                <a:lnTo>
                  <a:pt x="217" y="731"/>
                </a:lnTo>
                <a:lnTo>
                  <a:pt x="217" y="732"/>
                </a:lnTo>
                <a:lnTo>
                  <a:pt x="217" y="731"/>
                </a:lnTo>
                <a:lnTo>
                  <a:pt x="217" y="730"/>
                </a:lnTo>
                <a:lnTo>
                  <a:pt x="217" y="729"/>
                </a:lnTo>
                <a:lnTo>
                  <a:pt x="216" y="728"/>
                </a:lnTo>
                <a:lnTo>
                  <a:pt x="216" y="727"/>
                </a:lnTo>
                <a:lnTo>
                  <a:pt x="217" y="726"/>
                </a:lnTo>
                <a:lnTo>
                  <a:pt x="217" y="725"/>
                </a:lnTo>
                <a:lnTo>
                  <a:pt x="217" y="724"/>
                </a:lnTo>
                <a:lnTo>
                  <a:pt x="217" y="723"/>
                </a:lnTo>
                <a:lnTo>
                  <a:pt x="218" y="722"/>
                </a:lnTo>
                <a:lnTo>
                  <a:pt x="218" y="721"/>
                </a:lnTo>
                <a:lnTo>
                  <a:pt x="217" y="720"/>
                </a:lnTo>
                <a:lnTo>
                  <a:pt x="217" y="719"/>
                </a:lnTo>
                <a:lnTo>
                  <a:pt x="216" y="719"/>
                </a:lnTo>
                <a:lnTo>
                  <a:pt x="215" y="718"/>
                </a:lnTo>
                <a:lnTo>
                  <a:pt x="215" y="719"/>
                </a:lnTo>
                <a:lnTo>
                  <a:pt x="216" y="719"/>
                </a:lnTo>
                <a:lnTo>
                  <a:pt x="217" y="720"/>
                </a:lnTo>
                <a:lnTo>
                  <a:pt x="217" y="721"/>
                </a:lnTo>
                <a:lnTo>
                  <a:pt x="216" y="721"/>
                </a:lnTo>
                <a:lnTo>
                  <a:pt x="216" y="722"/>
                </a:lnTo>
                <a:lnTo>
                  <a:pt x="216" y="723"/>
                </a:lnTo>
                <a:lnTo>
                  <a:pt x="215" y="723"/>
                </a:lnTo>
                <a:lnTo>
                  <a:pt x="215" y="722"/>
                </a:lnTo>
                <a:lnTo>
                  <a:pt x="215" y="721"/>
                </a:lnTo>
                <a:lnTo>
                  <a:pt x="214" y="721"/>
                </a:lnTo>
                <a:lnTo>
                  <a:pt x="213" y="720"/>
                </a:lnTo>
                <a:lnTo>
                  <a:pt x="212" y="720"/>
                </a:lnTo>
                <a:lnTo>
                  <a:pt x="213" y="721"/>
                </a:lnTo>
                <a:lnTo>
                  <a:pt x="214" y="722"/>
                </a:lnTo>
                <a:lnTo>
                  <a:pt x="214" y="723"/>
                </a:lnTo>
                <a:lnTo>
                  <a:pt x="213" y="723"/>
                </a:lnTo>
                <a:lnTo>
                  <a:pt x="214" y="724"/>
                </a:lnTo>
                <a:lnTo>
                  <a:pt x="215" y="725"/>
                </a:lnTo>
                <a:lnTo>
                  <a:pt x="215" y="726"/>
                </a:lnTo>
                <a:lnTo>
                  <a:pt x="216" y="727"/>
                </a:lnTo>
                <a:lnTo>
                  <a:pt x="216" y="728"/>
                </a:lnTo>
                <a:lnTo>
                  <a:pt x="215" y="729"/>
                </a:lnTo>
                <a:lnTo>
                  <a:pt x="214" y="729"/>
                </a:lnTo>
                <a:lnTo>
                  <a:pt x="213" y="729"/>
                </a:lnTo>
                <a:lnTo>
                  <a:pt x="212" y="729"/>
                </a:lnTo>
                <a:lnTo>
                  <a:pt x="211" y="730"/>
                </a:lnTo>
                <a:lnTo>
                  <a:pt x="211" y="729"/>
                </a:lnTo>
                <a:lnTo>
                  <a:pt x="210" y="728"/>
                </a:lnTo>
                <a:lnTo>
                  <a:pt x="208" y="727"/>
                </a:lnTo>
                <a:lnTo>
                  <a:pt x="206" y="727"/>
                </a:lnTo>
                <a:lnTo>
                  <a:pt x="205" y="727"/>
                </a:lnTo>
                <a:lnTo>
                  <a:pt x="204" y="726"/>
                </a:lnTo>
                <a:lnTo>
                  <a:pt x="204" y="725"/>
                </a:lnTo>
                <a:lnTo>
                  <a:pt x="203" y="725"/>
                </a:lnTo>
                <a:lnTo>
                  <a:pt x="202" y="726"/>
                </a:lnTo>
                <a:lnTo>
                  <a:pt x="201" y="727"/>
                </a:lnTo>
                <a:lnTo>
                  <a:pt x="200" y="726"/>
                </a:lnTo>
                <a:lnTo>
                  <a:pt x="200" y="725"/>
                </a:lnTo>
                <a:lnTo>
                  <a:pt x="197" y="725"/>
                </a:lnTo>
                <a:lnTo>
                  <a:pt x="197" y="724"/>
                </a:lnTo>
                <a:lnTo>
                  <a:pt x="196" y="724"/>
                </a:lnTo>
                <a:lnTo>
                  <a:pt x="196" y="725"/>
                </a:lnTo>
                <a:lnTo>
                  <a:pt x="195" y="723"/>
                </a:lnTo>
                <a:lnTo>
                  <a:pt x="194" y="722"/>
                </a:lnTo>
                <a:lnTo>
                  <a:pt x="193" y="723"/>
                </a:lnTo>
                <a:lnTo>
                  <a:pt x="193" y="722"/>
                </a:lnTo>
                <a:lnTo>
                  <a:pt x="192" y="722"/>
                </a:lnTo>
                <a:lnTo>
                  <a:pt x="191" y="722"/>
                </a:lnTo>
                <a:lnTo>
                  <a:pt x="190" y="720"/>
                </a:lnTo>
                <a:lnTo>
                  <a:pt x="189" y="718"/>
                </a:lnTo>
                <a:lnTo>
                  <a:pt x="190" y="717"/>
                </a:lnTo>
                <a:lnTo>
                  <a:pt x="189" y="717"/>
                </a:lnTo>
                <a:lnTo>
                  <a:pt x="189" y="716"/>
                </a:lnTo>
                <a:lnTo>
                  <a:pt x="189" y="715"/>
                </a:lnTo>
                <a:lnTo>
                  <a:pt x="188" y="713"/>
                </a:lnTo>
                <a:lnTo>
                  <a:pt x="188" y="712"/>
                </a:lnTo>
                <a:lnTo>
                  <a:pt x="187" y="710"/>
                </a:lnTo>
                <a:lnTo>
                  <a:pt x="186" y="708"/>
                </a:lnTo>
                <a:lnTo>
                  <a:pt x="186" y="707"/>
                </a:lnTo>
                <a:lnTo>
                  <a:pt x="186" y="706"/>
                </a:lnTo>
                <a:lnTo>
                  <a:pt x="185" y="706"/>
                </a:lnTo>
                <a:lnTo>
                  <a:pt x="184" y="705"/>
                </a:lnTo>
                <a:lnTo>
                  <a:pt x="184" y="704"/>
                </a:lnTo>
                <a:lnTo>
                  <a:pt x="185" y="703"/>
                </a:lnTo>
                <a:lnTo>
                  <a:pt x="185" y="702"/>
                </a:lnTo>
                <a:lnTo>
                  <a:pt x="185" y="701"/>
                </a:lnTo>
                <a:lnTo>
                  <a:pt x="184" y="702"/>
                </a:lnTo>
                <a:lnTo>
                  <a:pt x="184" y="701"/>
                </a:lnTo>
                <a:lnTo>
                  <a:pt x="183" y="699"/>
                </a:lnTo>
                <a:lnTo>
                  <a:pt x="181" y="697"/>
                </a:lnTo>
                <a:lnTo>
                  <a:pt x="180" y="697"/>
                </a:lnTo>
                <a:lnTo>
                  <a:pt x="179" y="697"/>
                </a:lnTo>
                <a:lnTo>
                  <a:pt x="178" y="697"/>
                </a:lnTo>
                <a:lnTo>
                  <a:pt x="177" y="697"/>
                </a:lnTo>
                <a:lnTo>
                  <a:pt x="177" y="698"/>
                </a:lnTo>
                <a:lnTo>
                  <a:pt x="176" y="698"/>
                </a:lnTo>
                <a:lnTo>
                  <a:pt x="175" y="698"/>
                </a:lnTo>
                <a:lnTo>
                  <a:pt x="175" y="697"/>
                </a:lnTo>
                <a:lnTo>
                  <a:pt x="174" y="697"/>
                </a:lnTo>
                <a:lnTo>
                  <a:pt x="174" y="696"/>
                </a:lnTo>
                <a:lnTo>
                  <a:pt x="175" y="696"/>
                </a:lnTo>
                <a:lnTo>
                  <a:pt x="176" y="696"/>
                </a:lnTo>
                <a:lnTo>
                  <a:pt x="176" y="694"/>
                </a:lnTo>
                <a:lnTo>
                  <a:pt x="176" y="693"/>
                </a:lnTo>
                <a:lnTo>
                  <a:pt x="176" y="692"/>
                </a:lnTo>
                <a:lnTo>
                  <a:pt x="174" y="691"/>
                </a:lnTo>
                <a:lnTo>
                  <a:pt x="173" y="691"/>
                </a:lnTo>
                <a:lnTo>
                  <a:pt x="174" y="690"/>
                </a:lnTo>
                <a:lnTo>
                  <a:pt x="173" y="690"/>
                </a:lnTo>
                <a:lnTo>
                  <a:pt x="173" y="689"/>
                </a:lnTo>
                <a:lnTo>
                  <a:pt x="172" y="689"/>
                </a:lnTo>
                <a:lnTo>
                  <a:pt x="173" y="688"/>
                </a:lnTo>
                <a:lnTo>
                  <a:pt x="174" y="688"/>
                </a:lnTo>
                <a:lnTo>
                  <a:pt x="175" y="687"/>
                </a:lnTo>
                <a:lnTo>
                  <a:pt x="176" y="686"/>
                </a:lnTo>
                <a:lnTo>
                  <a:pt x="176" y="684"/>
                </a:lnTo>
                <a:lnTo>
                  <a:pt x="176" y="683"/>
                </a:lnTo>
                <a:lnTo>
                  <a:pt x="175" y="682"/>
                </a:lnTo>
                <a:lnTo>
                  <a:pt x="175" y="681"/>
                </a:lnTo>
                <a:lnTo>
                  <a:pt x="174" y="681"/>
                </a:lnTo>
                <a:lnTo>
                  <a:pt x="174" y="679"/>
                </a:lnTo>
                <a:lnTo>
                  <a:pt x="174" y="678"/>
                </a:lnTo>
                <a:lnTo>
                  <a:pt x="175" y="677"/>
                </a:lnTo>
                <a:lnTo>
                  <a:pt x="175" y="676"/>
                </a:lnTo>
                <a:lnTo>
                  <a:pt x="174" y="676"/>
                </a:lnTo>
                <a:lnTo>
                  <a:pt x="172" y="675"/>
                </a:lnTo>
                <a:lnTo>
                  <a:pt x="171" y="676"/>
                </a:lnTo>
                <a:lnTo>
                  <a:pt x="171" y="675"/>
                </a:lnTo>
                <a:lnTo>
                  <a:pt x="171" y="674"/>
                </a:lnTo>
                <a:lnTo>
                  <a:pt x="170" y="673"/>
                </a:lnTo>
                <a:lnTo>
                  <a:pt x="169" y="673"/>
                </a:lnTo>
                <a:lnTo>
                  <a:pt x="169" y="672"/>
                </a:lnTo>
                <a:lnTo>
                  <a:pt x="170" y="671"/>
                </a:lnTo>
                <a:lnTo>
                  <a:pt x="170" y="669"/>
                </a:lnTo>
                <a:lnTo>
                  <a:pt x="169" y="669"/>
                </a:lnTo>
                <a:lnTo>
                  <a:pt x="168" y="669"/>
                </a:lnTo>
                <a:lnTo>
                  <a:pt x="167" y="669"/>
                </a:lnTo>
                <a:lnTo>
                  <a:pt x="168" y="668"/>
                </a:lnTo>
                <a:lnTo>
                  <a:pt x="167" y="668"/>
                </a:lnTo>
                <a:lnTo>
                  <a:pt x="167" y="667"/>
                </a:lnTo>
                <a:lnTo>
                  <a:pt x="166" y="666"/>
                </a:lnTo>
                <a:lnTo>
                  <a:pt x="166" y="664"/>
                </a:lnTo>
                <a:lnTo>
                  <a:pt x="166" y="663"/>
                </a:lnTo>
                <a:lnTo>
                  <a:pt x="165" y="663"/>
                </a:lnTo>
                <a:lnTo>
                  <a:pt x="165" y="662"/>
                </a:lnTo>
                <a:lnTo>
                  <a:pt x="166" y="661"/>
                </a:lnTo>
                <a:lnTo>
                  <a:pt x="166" y="660"/>
                </a:lnTo>
                <a:lnTo>
                  <a:pt x="166" y="659"/>
                </a:lnTo>
                <a:lnTo>
                  <a:pt x="166" y="658"/>
                </a:lnTo>
                <a:lnTo>
                  <a:pt x="167" y="658"/>
                </a:lnTo>
                <a:lnTo>
                  <a:pt x="167" y="657"/>
                </a:lnTo>
                <a:lnTo>
                  <a:pt x="167" y="656"/>
                </a:lnTo>
                <a:lnTo>
                  <a:pt x="168" y="656"/>
                </a:lnTo>
                <a:lnTo>
                  <a:pt x="168" y="655"/>
                </a:lnTo>
                <a:lnTo>
                  <a:pt x="169" y="655"/>
                </a:lnTo>
                <a:lnTo>
                  <a:pt x="169" y="654"/>
                </a:lnTo>
                <a:lnTo>
                  <a:pt x="170" y="654"/>
                </a:lnTo>
                <a:lnTo>
                  <a:pt x="171" y="653"/>
                </a:lnTo>
                <a:lnTo>
                  <a:pt x="171" y="652"/>
                </a:lnTo>
                <a:lnTo>
                  <a:pt x="172" y="652"/>
                </a:lnTo>
                <a:lnTo>
                  <a:pt x="172" y="651"/>
                </a:lnTo>
                <a:lnTo>
                  <a:pt x="173" y="651"/>
                </a:lnTo>
                <a:lnTo>
                  <a:pt x="173" y="650"/>
                </a:lnTo>
                <a:lnTo>
                  <a:pt x="173" y="649"/>
                </a:lnTo>
                <a:lnTo>
                  <a:pt x="174" y="649"/>
                </a:lnTo>
                <a:lnTo>
                  <a:pt x="173" y="648"/>
                </a:lnTo>
                <a:lnTo>
                  <a:pt x="173" y="649"/>
                </a:lnTo>
                <a:lnTo>
                  <a:pt x="173" y="648"/>
                </a:lnTo>
                <a:lnTo>
                  <a:pt x="172" y="648"/>
                </a:lnTo>
                <a:lnTo>
                  <a:pt x="172" y="647"/>
                </a:lnTo>
                <a:lnTo>
                  <a:pt x="171" y="647"/>
                </a:lnTo>
                <a:lnTo>
                  <a:pt x="170" y="647"/>
                </a:lnTo>
                <a:lnTo>
                  <a:pt x="169" y="647"/>
                </a:lnTo>
                <a:lnTo>
                  <a:pt x="169" y="646"/>
                </a:lnTo>
                <a:lnTo>
                  <a:pt x="168" y="645"/>
                </a:lnTo>
                <a:lnTo>
                  <a:pt x="167" y="645"/>
                </a:lnTo>
                <a:lnTo>
                  <a:pt x="166" y="645"/>
                </a:lnTo>
                <a:lnTo>
                  <a:pt x="165" y="645"/>
                </a:lnTo>
                <a:lnTo>
                  <a:pt x="164" y="645"/>
                </a:lnTo>
                <a:lnTo>
                  <a:pt x="164" y="644"/>
                </a:lnTo>
                <a:lnTo>
                  <a:pt x="164" y="643"/>
                </a:lnTo>
                <a:lnTo>
                  <a:pt x="165" y="642"/>
                </a:lnTo>
                <a:lnTo>
                  <a:pt x="164" y="641"/>
                </a:lnTo>
                <a:lnTo>
                  <a:pt x="164" y="640"/>
                </a:lnTo>
                <a:lnTo>
                  <a:pt x="164" y="639"/>
                </a:lnTo>
                <a:lnTo>
                  <a:pt x="164" y="638"/>
                </a:lnTo>
                <a:lnTo>
                  <a:pt x="164" y="637"/>
                </a:lnTo>
                <a:lnTo>
                  <a:pt x="164" y="636"/>
                </a:lnTo>
                <a:lnTo>
                  <a:pt x="164" y="635"/>
                </a:lnTo>
                <a:lnTo>
                  <a:pt x="163" y="635"/>
                </a:lnTo>
                <a:lnTo>
                  <a:pt x="162" y="635"/>
                </a:lnTo>
                <a:lnTo>
                  <a:pt x="161" y="635"/>
                </a:lnTo>
                <a:lnTo>
                  <a:pt x="160" y="635"/>
                </a:lnTo>
                <a:lnTo>
                  <a:pt x="161" y="635"/>
                </a:lnTo>
                <a:lnTo>
                  <a:pt x="161" y="634"/>
                </a:lnTo>
                <a:lnTo>
                  <a:pt x="160" y="634"/>
                </a:lnTo>
                <a:lnTo>
                  <a:pt x="160" y="633"/>
                </a:lnTo>
                <a:lnTo>
                  <a:pt x="160" y="632"/>
                </a:lnTo>
                <a:lnTo>
                  <a:pt x="160" y="631"/>
                </a:lnTo>
                <a:lnTo>
                  <a:pt x="160" y="630"/>
                </a:lnTo>
                <a:lnTo>
                  <a:pt x="161" y="630"/>
                </a:lnTo>
                <a:lnTo>
                  <a:pt x="160" y="629"/>
                </a:lnTo>
                <a:lnTo>
                  <a:pt x="159" y="628"/>
                </a:lnTo>
                <a:lnTo>
                  <a:pt x="159" y="627"/>
                </a:lnTo>
                <a:lnTo>
                  <a:pt x="158" y="627"/>
                </a:lnTo>
                <a:lnTo>
                  <a:pt x="158" y="626"/>
                </a:lnTo>
                <a:lnTo>
                  <a:pt x="157" y="626"/>
                </a:lnTo>
                <a:lnTo>
                  <a:pt x="156" y="625"/>
                </a:lnTo>
                <a:lnTo>
                  <a:pt x="157" y="625"/>
                </a:lnTo>
                <a:lnTo>
                  <a:pt x="157" y="624"/>
                </a:lnTo>
                <a:lnTo>
                  <a:pt x="156" y="624"/>
                </a:lnTo>
                <a:lnTo>
                  <a:pt x="157" y="623"/>
                </a:lnTo>
                <a:lnTo>
                  <a:pt x="157" y="622"/>
                </a:lnTo>
                <a:lnTo>
                  <a:pt x="157" y="621"/>
                </a:lnTo>
                <a:lnTo>
                  <a:pt x="156" y="620"/>
                </a:lnTo>
                <a:lnTo>
                  <a:pt x="155" y="620"/>
                </a:lnTo>
                <a:lnTo>
                  <a:pt x="154" y="619"/>
                </a:lnTo>
                <a:lnTo>
                  <a:pt x="153" y="620"/>
                </a:lnTo>
                <a:lnTo>
                  <a:pt x="152" y="619"/>
                </a:lnTo>
                <a:lnTo>
                  <a:pt x="152" y="618"/>
                </a:lnTo>
                <a:lnTo>
                  <a:pt x="152" y="617"/>
                </a:lnTo>
                <a:lnTo>
                  <a:pt x="151" y="618"/>
                </a:lnTo>
                <a:lnTo>
                  <a:pt x="151" y="617"/>
                </a:lnTo>
                <a:lnTo>
                  <a:pt x="150" y="616"/>
                </a:lnTo>
                <a:lnTo>
                  <a:pt x="149" y="615"/>
                </a:lnTo>
                <a:lnTo>
                  <a:pt x="148" y="614"/>
                </a:lnTo>
                <a:lnTo>
                  <a:pt x="147" y="613"/>
                </a:lnTo>
                <a:lnTo>
                  <a:pt x="147" y="612"/>
                </a:lnTo>
                <a:lnTo>
                  <a:pt x="148" y="611"/>
                </a:lnTo>
                <a:lnTo>
                  <a:pt x="149" y="611"/>
                </a:lnTo>
                <a:lnTo>
                  <a:pt x="150" y="610"/>
                </a:lnTo>
                <a:lnTo>
                  <a:pt x="149" y="608"/>
                </a:lnTo>
                <a:lnTo>
                  <a:pt x="148" y="608"/>
                </a:lnTo>
                <a:lnTo>
                  <a:pt x="148" y="607"/>
                </a:lnTo>
                <a:lnTo>
                  <a:pt x="146" y="606"/>
                </a:lnTo>
                <a:lnTo>
                  <a:pt x="145" y="605"/>
                </a:lnTo>
                <a:lnTo>
                  <a:pt x="144" y="606"/>
                </a:lnTo>
                <a:lnTo>
                  <a:pt x="144" y="607"/>
                </a:lnTo>
                <a:lnTo>
                  <a:pt x="143" y="607"/>
                </a:lnTo>
                <a:lnTo>
                  <a:pt x="143" y="606"/>
                </a:lnTo>
                <a:lnTo>
                  <a:pt x="142" y="606"/>
                </a:lnTo>
                <a:lnTo>
                  <a:pt x="141" y="605"/>
                </a:lnTo>
                <a:lnTo>
                  <a:pt x="139" y="604"/>
                </a:lnTo>
                <a:lnTo>
                  <a:pt x="139" y="603"/>
                </a:lnTo>
                <a:lnTo>
                  <a:pt x="138" y="602"/>
                </a:lnTo>
                <a:lnTo>
                  <a:pt x="137" y="601"/>
                </a:lnTo>
                <a:lnTo>
                  <a:pt x="137" y="600"/>
                </a:lnTo>
                <a:lnTo>
                  <a:pt x="136" y="600"/>
                </a:lnTo>
                <a:lnTo>
                  <a:pt x="135" y="600"/>
                </a:lnTo>
                <a:lnTo>
                  <a:pt x="135" y="599"/>
                </a:lnTo>
                <a:lnTo>
                  <a:pt x="134" y="599"/>
                </a:lnTo>
                <a:lnTo>
                  <a:pt x="134" y="598"/>
                </a:lnTo>
                <a:lnTo>
                  <a:pt x="134" y="597"/>
                </a:lnTo>
                <a:lnTo>
                  <a:pt x="134" y="596"/>
                </a:lnTo>
                <a:lnTo>
                  <a:pt x="135" y="596"/>
                </a:lnTo>
                <a:lnTo>
                  <a:pt x="135" y="595"/>
                </a:lnTo>
                <a:lnTo>
                  <a:pt x="135" y="594"/>
                </a:lnTo>
                <a:lnTo>
                  <a:pt x="134" y="594"/>
                </a:lnTo>
                <a:lnTo>
                  <a:pt x="134" y="593"/>
                </a:lnTo>
                <a:lnTo>
                  <a:pt x="135" y="593"/>
                </a:lnTo>
                <a:lnTo>
                  <a:pt x="135" y="592"/>
                </a:lnTo>
                <a:lnTo>
                  <a:pt x="136" y="591"/>
                </a:lnTo>
                <a:lnTo>
                  <a:pt x="136" y="590"/>
                </a:lnTo>
                <a:lnTo>
                  <a:pt x="137" y="588"/>
                </a:lnTo>
                <a:lnTo>
                  <a:pt x="138" y="588"/>
                </a:lnTo>
                <a:lnTo>
                  <a:pt x="138" y="587"/>
                </a:lnTo>
                <a:lnTo>
                  <a:pt x="138" y="586"/>
                </a:lnTo>
                <a:lnTo>
                  <a:pt x="138" y="585"/>
                </a:lnTo>
                <a:lnTo>
                  <a:pt x="138" y="584"/>
                </a:lnTo>
                <a:lnTo>
                  <a:pt x="139" y="584"/>
                </a:lnTo>
                <a:lnTo>
                  <a:pt x="140" y="583"/>
                </a:lnTo>
                <a:lnTo>
                  <a:pt x="140" y="582"/>
                </a:lnTo>
                <a:lnTo>
                  <a:pt x="140" y="581"/>
                </a:lnTo>
                <a:lnTo>
                  <a:pt x="139" y="580"/>
                </a:lnTo>
                <a:lnTo>
                  <a:pt x="139" y="579"/>
                </a:lnTo>
                <a:lnTo>
                  <a:pt x="138" y="578"/>
                </a:lnTo>
                <a:lnTo>
                  <a:pt x="137" y="579"/>
                </a:lnTo>
                <a:lnTo>
                  <a:pt x="136" y="578"/>
                </a:lnTo>
                <a:lnTo>
                  <a:pt x="135" y="579"/>
                </a:lnTo>
                <a:lnTo>
                  <a:pt x="134" y="579"/>
                </a:lnTo>
                <a:lnTo>
                  <a:pt x="134" y="580"/>
                </a:lnTo>
                <a:lnTo>
                  <a:pt x="134" y="581"/>
                </a:lnTo>
                <a:lnTo>
                  <a:pt x="133" y="581"/>
                </a:lnTo>
                <a:lnTo>
                  <a:pt x="132" y="581"/>
                </a:lnTo>
                <a:lnTo>
                  <a:pt x="132" y="582"/>
                </a:lnTo>
                <a:lnTo>
                  <a:pt x="132" y="583"/>
                </a:lnTo>
                <a:lnTo>
                  <a:pt x="131" y="582"/>
                </a:lnTo>
                <a:lnTo>
                  <a:pt x="130" y="581"/>
                </a:lnTo>
                <a:lnTo>
                  <a:pt x="129" y="581"/>
                </a:lnTo>
                <a:lnTo>
                  <a:pt x="128" y="581"/>
                </a:lnTo>
                <a:lnTo>
                  <a:pt x="127" y="582"/>
                </a:lnTo>
                <a:lnTo>
                  <a:pt x="126" y="582"/>
                </a:lnTo>
                <a:lnTo>
                  <a:pt x="125" y="582"/>
                </a:lnTo>
                <a:lnTo>
                  <a:pt x="125" y="583"/>
                </a:lnTo>
                <a:lnTo>
                  <a:pt x="124" y="583"/>
                </a:lnTo>
                <a:lnTo>
                  <a:pt x="123" y="583"/>
                </a:lnTo>
                <a:lnTo>
                  <a:pt x="122" y="583"/>
                </a:lnTo>
                <a:lnTo>
                  <a:pt x="121" y="583"/>
                </a:lnTo>
                <a:lnTo>
                  <a:pt x="120" y="584"/>
                </a:lnTo>
                <a:lnTo>
                  <a:pt x="119" y="584"/>
                </a:lnTo>
                <a:lnTo>
                  <a:pt x="118" y="585"/>
                </a:lnTo>
                <a:lnTo>
                  <a:pt x="117" y="585"/>
                </a:lnTo>
                <a:lnTo>
                  <a:pt x="116" y="586"/>
                </a:lnTo>
                <a:lnTo>
                  <a:pt x="115" y="586"/>
                </a:lnTo>
                <a:lnTo>
                  <a:pt x="115" y="587"/>
                </a:lnTo>
                <a:lnTo>
                  <a:pt x="114" y="587"/>
                </a:lnTo>
                <a:lnTo>
                  <a:pt x="114" y="586"/>
                </a:lnTo>
                <a:lnTo>
                  <a:pt x="113" y="586"/>
                </a:lnTo>
                <a:lnTo>
                  <a:pt x="112" y="586"/>
                </a:lnTo>
                <a:lnTo>
                  <a:pt x="111" y="585"/>
                </a:lnTo>
                <a:lnTo>
                  <a:pt x="110" y="585"/>
                </a:lnTo>
                <a:lnTo>
                  <a:pt x="110" y="586"/>
                </a:lnTo>
                <a:lnTo>
                  <a:pt x="110" y="587"/>
                </a:lnTo>
                <a:lnTo>
                  <a:pt x="109" y="588"/>
                </a:lnTo>
                <a:lnTo>
                  <a:pt x="108" y="589"/>
                </a:lnTo>
                <a:lnTo>
                  <a:pt x="107" y="590"/>
                </a:lnTo>
                <a:lnTo>
                  <a:pt x="107" y="591"/>
                </a:lnTo>
                <a:lnTo>
                  <a:pt x="106" y="591"/>
                </a:lnTo>
                <a:lnTo>
                  <a:pt x="106" y="592"/>
                </a:lnTo>
                <a:lnTo>
                  <a:pt x="105" y="593"/>
                </a:lnTo>
                <a:lnTo>
                  <a:pt x="105" y="592"/>
                </a:lnTo>
                <a:lnTo>
                  <a:pt x="104" y="592"/>
                </a:lnTo>
                <a:lnTo>
                  <a:pt x="103" y="593"/>
                </a:lnTo>
                <a:lnTo>
                  <a:pt x="102" y="594"/>
                </a:lnTo>
                <a:lnTo>
                  <a:pt x="101" y="593"/>
                </a:lnTo>
                <a:lnTo>
                  <a:pt x="100" y="593"/>
                </a:lnTo>
                <a:lnTo>
                  <a:pt x="99" y="593"/>
                </a:lnTo>
                <a:lnTo>
                  <a:pt x="98" y="592"/>
                </a:lnTo>
                <a:lnTo>
                  <a:pt x="99" y="591"/>
                </a:lnTo>
                <a:lnTo>
                  <a:pt x="99" y="590"/>
                </a:lnTo>
                <a:lnTo>
                  <a:pt x="99" y="589"/>
                </a:lnTo>
                <a:lnTo>
                  <a:pt x="99" y="588"/>
                </a:lnTo>
                <a:lnTo>
                  <a:pt x="99" y="587"/>
                </a:lnTo>
                <a:lnTo>
                  <a:pt x="99" y="586"/>
                </a:lnTo>
                <a:lnTo>
                  <a:pt x="98" y="585"/>
                </a:lnTo>
                <a:lnTo>
                  <a:pt x="97" y="584"/>
                </a:lnTo>
                <a:lnTo>
                  <a:pt x="97" y="583"/>
                </a:lnTo>
                <a:lnTo>
                  <a:pt x="97" y="582"/>
                </a:lnTo>
                <a:lnTo>
                  <a:pt x="97" y="581"/>
                </a:lnTo>
                <a:lnTo>
                  <a:pt x="97" y="580"/>
                </a:lnTo>
                <a:lnTo>
                  <a:pt x="95" y="579"/>
                </a:lnTo>
                <a:lnTo>
                  <a:pt x="95" y="578"/>
                </a:lnTo>
                <a:lnTo>
                  <a:pt x="94" y="577"/>
                </a:lnTo>
                <a:lnTo>
                  <a:pt x="93" y="578"/>
                </a:lnTo>
                <a:lnTo>
                  <a:pt x="92" y="578"/>
                </a:lnTo>
                <a:lnTo>
                  <a:pt x="91" y="578"/>
                </a:lnTo>
                <a:lnTo>
                  <a:pt x="90" y="578"/>
                </a:lnTo>
                <a:lnTo>
                  <a:pt x="90" y="579"/>
                </a:lnTo>
                <a:lnTo>
                  <a:pt x="89" y="578"/>
                </a:lnTo>
                <a:lnTo>
                  <a:pt x="88" y="578"/>
                </a:lnTo>
                <a:lnTo>
                  <a:pt x="88" y="577"/>
                </a:lnTo>
                <a:lnTo>
                  <a:pt x="88" y="576"/>
                </a:lnTo>
                <a:lnTo>
                  <a:pt x="87" y="576"/>
                </a:lnTo>
                <a:lnTo>
                  <a:pt x="86" y="576"/>
                </a:lnTo>
                <a:lnTo>
                  <a:pt x="86" y="575"/>
                </a:lnTo>
                <a:lnTo>
                  <a:pt x="85" y="575"/>
                </a:lnTo>
                <a:lnTo>
                  <a:pt x="84" y="575"/>
                </a:lnTo>
                <a:lnTo>
                  <a:pt x="84" y="574"/>
                </a:lnTo>
                <a:lnTo>
                  <a:pt x="84" y="573"/>
                </a:lnTo>
                <a:lnTo>
                  <a:pt x="84" y="572"/>
                </a:lnTo>
                <a:lnTo>
                  <a:pt x="84" y="571"/>
                </a:lnTo>
                <a:lnTo>
                  <a:pt x="82" y="570"/>
                </a:lnTo>
                <a:lnTo>
                  <a:pt x="82" y="569"/>
                </a:lnTo>
                <a:lnTo>
                  <a:pt x="81" y="568"/>
                </a:lnTo>
                <a:lnTo>
                  <a:pt x="81" y="567"/>
                </a:lnTo>
                <a:lnTo>
                  <a:pt x="81" y="568"/>
                </a:lnTo>
                <a:lnTo>
                  <a:pt x="80" y="568"/>
                </a:lnTo>
                <a:lnTo>
                  <a:pt x="79" y="568"/>
                </a:lnTo>
                <a:lnTo>
                  <a:pt x="78" y="568"/>
                </a:lnTo>
                <a:lnTo>
                  <a:pt x="79" y="568"/>
                </a:lnTo>
                <a:lnTo>
                  <a:pt x="79" y="567"/>
                </a:lnTo>
                <a:lnTo>
                  <a:pt x="78" y="567"/>
                </a:lnTo>
                <a:lnTo>
                  <a:pt x="77" y="566"/>
                </a:lnTo>
                <a:lnTo>
                  <a:pt x="77" y="564"/>
                </a:lnTo>
                <a:lnTo>
                  <a:pt x="78" y="564"/>
                </a:lnTo>
                <a:lnTo>
                  <a:pt x="78" y="563"/>
                </a:lnTo>
                <a:lnTo>
                  <a:pt x="79" y="563"/>
                </a:lnTo>
                <a:lnTo>
                  <a:pt x="79" y="562"/>
                </a:lnTo>
                <a:lnTo>
                  <a:pt x="80" y="562"/>
                </a:lnTo>
                <a:lnTo>
                  <a:pt x="81" y="562"/>
                </a:lnTo>
                <a:lnTo>
                  <a:pt x="82" y="561"/>
                </a:lnTo>
                <a:lnTo>
                  <a:pt x="83" y="560"/>
                </a:lnTo>
                <a:lnTo>
                  <a:pt x="82" y="559"/>
                </a:lnTo>
                <a:lnTo>
                  <a:pt x="81" y="559"/>
                </a:lnTo>
                <a:lnTo>
                  <a:pt x="80" y="559"/>
                </a:lnTo>
                <a:lnTo>
                  <a:pt x="79" y="558"/>
                </a:lnTo>
                <a:lnTo>
                  <a:pt x="79" y="557"/>
                </a:lnTo>
                <a:lnTo>
                  <a:pt x="79" y="556"/>
                </a:lnTo>
                <a:lnTo>
                  <a:pt x="79" y="555"/>
                </a:lnTo>
                <a:lnTo>
                  <a:pt x="78" y="555"/>
                </a:lnTo>
                <a:lnTo>
                  <a:pt x="77" y="555"/>
                </a:lnTo>
                <a:lnTo>
                  <a:pt x="76" y="556"/>
                </a:lnTo>
                <a:lnTo>
                  <a:pt x="77" y="557"/>
                </a:lnTo>
                <a:lnTo>
                  <a:pt x="76" y="557"/>
                </a:lnTo>
                <a:lnTo>
                  <a:pt x="75" y="557"/>
                </a:lnTo>
                <a:lnTo>
                  <a:pt x="74" y="558"/>
                </a:lnTo>
                <a:lnTo>
                  <a:pt x="74" y="559"/>
                </a:lnTo>
                <a:lnTo>
                  <a:pt x="73" y="559"/>
                </a:lnTo>
                <a:lnTo>
                  <a:pt x="73" y="560"/>
                </a:lnTo>
                <a:lnTo>
                  <a:pt x="74" y="561"/>
                </a:lnTo>
                <a:lnTo>
                  <a:pt x="74" y="562"/>
                </a:lnTo>
                <a:lnTo>
                  <a:pt x="74" y="563"/>
                </a:lnTo>
                <a:lnTo>
                  <a:pt x="73" y="564"/>
                </a:lnTo>
                <a:lnTo>
                  <a:pt x="72" y="564"/>
                </a:lnTo>
                <a:lnTo>
                  <a:pt x="71" y="564"/>
                </a:lnTo>
                <a:lnTo>
                  <a:pt x="70" y="565"/>
                </a:lnTo>
                <a:lnTo>
                  <a:pt x="69" y="566"/>
                </a:lnTo>
                <a:lnTo>
                  <a:pt x="68" y="567"/>
                </a:lnTo>
                <a:lnTo>
                  <a:pt x="67" y="568"/>
                </a:lnTo>
                <a:lnTo>
                  <a:pt x="66" y="568"/>
                </a:lnTo>
                <a:lnTo>
                  <a:pt x="65" y="569"/>
                </a:lnTo>
                <a:lnTo>
                  <a:pt x="64" y="569"/>
                </a:lnTo>
                <a:lnTo>
                  <a:pt x="63" y="569"/>
                </a:lnTo>
                <a:lnTo>
                  <a:pt x="62" y="569"/>
                </a:lnTo>
                <a:lnTo>
                  <a:pt x="61" y="570"/>
                </a:lnTo>
                <a:lnTo>
                  <a:pt x="60" y="570"/>
                </a:lnTo>
                <a:lnTo>
                  <a:pt x="59" y="569"/>
                </a:lnTo>
                <a:lnTo>
                  <a:pt x="58" y="569"/>
                </a:lnTo>
                <a:lnTo>
                  <a:pt x="59" y="567"/>
                </a:lnTo>
                <a:lnTo>
                  <a:pt x="60" y="566"/>
                </a:lnTo>
                <a:lnTo>
                  <a:pt x="60" y="564"/>
                </a:lnTo>
                <a:lnTo>
                  <a:pt x="59" y="564"/>
                </a:lnTo>
                <a:lnTo>
                  <a:pt x="58" y="565"/>
                </a:lnTo>
                <a:lnTo>
                  <a:pt x="57" y="565"/>
                </a:lnTo>
                <a:lnTo>
                  <a:pt x="56" y="565"/>
                </a:lnTo>
                <a:lnTo>
                  <a:pt x="55" y="564"/>
                </a:lnTo>
                <a:lnTo>
                  <a:pt x="56" y="563"/>
                </a:lnTo>
                <a:lnTo>
                  <a:pt x="55" y="563"/>
                </a:lnTo>
                <a:lnTo>
                  <a:pt x="55" y="562"/>
                </a:lnTo>
                <a:lnTo>
                  <a:pt x="53" y="561"/>
                </a:lnTo>
                <a:lnTo>
                  <a:pt x="52" y="560"/>
                </a:lnTo>
                <a:lnTo>
                  <a:pt x="52" y="559"/>
                </a:lnTo>
                <a:lnTo>
                  <a:pt x="52" y="560"/>
                </a:lnTo>
                <a:lnTo>
                  <a:pt x="51" y="560"/>
                </a:lnTo>
                <a:lnTo>
                  <a:pt x="51" y="558"/>
                </a:lnTo>
                <a:lnTo>
                  <a:pt x="50" y="559"/>
                </a:lnTo>
                <a:lnTo>
                  <a:pt x="49" y="559"/>
                </a:lnTo>
                <a:lnTo>
                  <a:pt x="49" y="560"/>
                </a:lnTo>
                <a:lnTo>
                  <a:pt x="48" y="561"/>
                </a:lnTo>
                <a:lnTo>
                  <a:pt x="48" y="562"/>
                </a:lnTo>
                <a:lnTo>
                  <a:pt x="47" y="562"/>
                </a:lnTo>
                <a:lnTo>
                  <a:pt x="47" y="563"/>
                </a:lnTo>
                <a:lnTo>
                  <a:pt x="47" y="564"/>
                </a:lnTo>
                <a:lnTo>
                  <a:pt x="46" y="564"/>
                </a:lnTo>
                <a:lnTo>
                  <a:pt x="45" y="564"/>
                </a:lnTo>
                <a:lnTo>
                  <a:pt x="44" y="564"/>
                </a:lnTo>
                <a:lnTo>
                  <a:pt x="43" y="564"/>
                </a:lnTo>
                <a:lnTo>
                  <a:pt x="42" y="564"/>
                </a:lnTo>
                <a:lnTo>
                  <a:pt x="41" y="564"/>
                </a:lnTo>
                <a:lnTo>
                  <a:pt x="40" y="564"/>
                </a:lnTo>
                <a:lnTo>
                  <a:pt x="39" y="564"/>
                </a:lnTo>
                <a:lnTo>
                  <a:pt x="38" y="564"/>
                </a:lnTo>
                <a:lnTo>
                  <a:pt x="39" y="565"/>
                </a:lnTo>
                <a:lnTo>
                  <a:pt x="39" y="566"/>
                </a:lnTo>
                <a:lnTo>
                  <a:pt x="38" y="566"/>
                </a:lnTo>
                <a:lnTo>
                  <a:pt x="37" y="566"/>
                </a:lnTo>
                <a:lnTo>
                  <a:pt x="37" y="565"/>
                </a:lnTo>
                <a:lnTo>
                  <a:pt x="38" y="565"/>
                </a:lnTo>
                <a:lnTo>
                  <a:pt x="37" y="564"/>
                </a:lnTo>
                <a:lnTo>
                  <a:pt x="36" y="564"/>
                </a:lnTo>
                <a:lnTo>
                  <a:pt x="35" y="564"/>
                </a:lnTo>
                <a:lnTo>
                  <a:pt x="34" y="563"/>
                </a:lnTo>
                <a:lnTo>
                  <a:pt x="33" y="563"/>
                </a:lnTo>
                <a:lnTo>
                  <a:pt x="32" y="563"/>
                </a:lnTo>
                <a:lnTo>
                  <a:pt x="32" y="562"/>
                </a:lnTo>
                <a:lnTo>
                  <a:pt x="32" y="561"/>
                </a:lnTo>
                <a:lnTo>
                  <a:pt x="31" y="561"/>
                </a:lnTo>
                <a:lnTo>
                  <a:pt x="31" y="560"/>
                </a:lnTo>
                <a:lnTo>
                  <a:pt x="30" y="559"/>
                </a:lnTo>
                <a:lnTo>
                  <a:pt x="29" y="558"/>
                </a:lnTo>
                <a:lnTo>
                  <a:pt x="28" y="558"/>
                </a:lnTo>
                <a:lnTo>
                  <a:pt x="28" y="557"/>
                </a:lnTo>
                <a:lnTo>
                  <a:pt x="27" y="557"/>
                </a:lnTo>
                <a:lnTo>
                  <a:pt x="26" y="557"/>
                </a:lnTo>
                <a:lnTo>
                  <a:pt x="26" y="558"/>
                </a:lnTo>
                <a:lnTo>
                  <a:pt x="25" y="558"/>
                </a:lnTo>
                <a:lnTo>
                  <a:pt x="24" y="558"/>
                </a:lnTo>
                <a:lnTo>
                  <a:pt x="23" y="558"/>
                </a:lnTo>
                <a:lnTo>
                  <a:pt x="22" y="556"/>
                </a:lnTo>
                <a:lnTo>
                  <a:pt x="21" y="556"/>
                </a:lnTo>
                <a:lnTo>
                  <a:pt x="20" y="556"/>
                </a:lnTo>
                <a:lnTo>
                  <a:pt x="20" y="557"/>
                </a:lnTo>
                <a:lnTo>
                  <a:pt x="18" y="556"/>
                </a:lnTo>
                <a:lnTo>
                  <a:pt x="17" y="556"/>
                </a:lnTo>
                <a:lnTo>
                  <a:pt x="15" y="556"/>
                </a:lnTo>
                <a:lnTo>
                  <a:pt x="14" y="556"/>
                </a:lnTo>
                <a:lnTo>
                  <a:pt x="13" y="555"/>
                </a:lnTo>
                <a:lnTo>
                  <a:pt x="12" y="555"/>
                </a:lnTo>
                <a:lnTo>
                  <a:pt x="12" y="556"/>
                </a:lnTo>
                <a:lnTo>
                  <a:pt x="11" y="555"/>
                </a:lnTo>
                <a:lnTo>
                  <a:pt x="11" y="554"/>
                </a:lnTo>
                <a:lnTo>
                  <a:pt x="10" y="554"/>
                </a:lnTo>
                <a:lnTo>
                  <a:pt x="9" y="554"/>
                </a:lnTo>
                <a:lnTo>
                  <a:pt x="9" y="553"/>
                </a:lnTo>
                <a:lnTo>
                  <a:pt x="9" y="552"/>
                </a:lnTo>
                <a:lnTo>
                  <a:pt x="8" y="552"/>
                </a:lnTo>
                <a:lnTo>
                  <a:pt x="7" y="552"/>
                </a:lnTo>
                <a:lnTo>
                  <a:pt x="6" y="552"/>
                </a:lnTo>
                <a:lnTo>
                  <a:pt x="6" y="550"/>
                </a:lnTo>
                <a:lnTo>
                  <a:pt x="6" y="549"/>
                </a:lnTo>
                <a:lnTo>
                  <a:pt x="8" y="548"/>
                </a:lnTo>
                <a:lnTo>
                  <a:pt x="9" y="549"/>
                </a:lnTo>
                <a:lnTo>
                  <a:pt x="9" y="550"/>
                </a:lnTo>
                <a:lnTo>
                  <a:pt x="10" y="550"/>
                </a:lnTo>
                <a:lnTo>
                  <a:pt x="11" y="550"/>
                </a:lnTo>
                <a:lnTo>
                  <a:pt x="12" y="550"/>
                </a:lnTo>
                <a:lnTo>
                  <a:pt x="13" y="550"/>
                </a:lnTo>
                <a:lnTo>
                  <a:pt x="12" y="549"/>
                </a:lnTo>
                <a:lnTo>
                  <a:pt x="12" y="548"/>
                </a:lnTo>
                <a:lnTo>
                  <a:pt x="11" y="547"/>
                </a:lnTo>
                <a:lnTo>
                  <a:pt x="10" y="546"/>
                </a:lnTo>
                <a:lnTo>
                  <a:pt x="9" y="546"/>
                </a:lnTo>
                <a:lnTo>
                  <a:pt x="8" y="545"/>
                </a:lnTo>
                <a:lnTo>
                  <a:pt x="7" y="545"/>
                </a:lnTo>
                <a:lnTo>
                  <a:pt x="6" y="544"/>
                </a:lnTo>
                <a:lnTo>
                  <a:pt x="6" y="543"/>
                </a:lnTo>
                <a:lnTo>
                  <a:pt x="6" y="542"/>
                </a:lnTo>
                <a:lnTo>
                  <a:pt x="6" y="541"/>
                </a:lnTo>
                <a:lnTo>
                  <a:pt x="7" y="541"/>
                </a:lnTo>
                <a:lnTo>
                  <a:pt x="8" y="541"/>
                </a:lnTo>
                <a:lnTo>
                  <a:pt x="8" y="540"/>
                </a:lnTo>
                <a:lnTo>
                  <a:pt x="9" y="539"/>
                </a:lnTo>
                <a:lnTo>
                  <a:pt x="9" y="538"/>
                </a:lnTo>
                <a:lnTo>
                  <a:pt x="11" y="538"/>
                </a:lnTo>
                <a:lnTo>
                  <a:pt x="12" y="538"/>
                </a:lnTo>
                <a:lnTo>
                  <a:pt x="12" y="537"/>
                </a:lnTo>
                <a:lnTo>
                  <a:pt x="13" y="537"/>
                </a:lnTo>
                <a:lnTo>
                  <a:pt x="12" y="536"/>
                </a:lnTo>
                <a:lnTo>
                  <a:pt x="11" y="536"/>
                </a:lnTo>
                <a:lnTo>
                  <a:pt x="11" y="535"/>
                </a:lnTo>
                <a:lnTo>
                  <a:pt x="10" y="535"/>
                </a:lnTo>
                <a:lnTo>
                  <a:pt x="10" y="534"/>
                </a:lnTo>
                <a:lnTo>
                  <a:pt x="11" y="534"/>
                </a:lnTo>
                <a:lnTo>
                  <a:pt x="10" y="533"/>
                </a:lnTo>
                <a:lnTo>
                  <a:pt x="10" y="532"/>
                </a:lnTo>
                <a:lnTo>
                  <a:pt x="9" y="532"/>
                </a:lnTo>
                <a:lnTo>
                  <a:pt x="8" y="532"/>
                </a:lnTo>
                <a:lnTo>
                  <a:pt x="8" y="531"/>
                </a:lnTo>
                <a:lnTo>
                  <a:pt x="7" y="531"/>
                </a:lnTo>
                <a:lnTo>
                  <a:pt x="6" y="531"/>
                </a:lnTo>
                <a:lnTo>
                  <a:pt x="5" y="531"/>
                </a:lnTo>
                <a:lnTo>
                  <a:pt x="5" y="530"/>
                </a:lnTo>
                <a:lnTo>
                  <a:pt x="6" y="529"/>
                </a:lnTo>
                <a:lnTo>
                  <a:pt x="5" y="529"/>
                </a:lnTo>
                <a:lnTo>
                  <a:pt x="5" y="528"/>
                </a:lnTo>
                <a:lnTo>
                  <a:pt x="4" y="528"/>
                </a:lnTo>
                <a:lnTo>
                  <a:pt x="4" y="526"/>
                </a:lnTo>
                <a:lnTo>
                  <a:pt x="4" y="525"/>
                </a:lnTo>
                <a:lnTo>
                  <a:pt x="5" y="525"/>
                </a:lnTo>
                <a:lnTo>
                  <a:pt x="6" y="525"/>
                </a:lnTo>
                <a:lnTo>
                  <a:pt x="6" y="524"/>
                </a:lnTo>
                <a:lnTo>
                  <a:pt x="5" y="523"/>
                </a:lnTo>
                <a:lnTo>
                  <a:pt x="5" y="522"/>
                </a:lnTo>
                <a:lnTo>
                  <a:pt x="5" y="521"/>
                </a:lnTo>
                <a:lnTo>
                  <a:pt x="4" y="521"/>
                </a:lnTo>
                <a:lnTo>
                  <a:pt x="3" y="521"/>
                </a:lnTo>
                <a:lnTo>
                  <a:pt x="3" y="522"/>
                </a:lnTo>
                <a:lnTo>
                  <a:pt x="2" y="522"/>
                </a:lnTo>
                <a:lnTo>
                  <a:pt x="2" y="521"/>
                </a:lnTo>
                <a:lnTo>
                  <a:pt x="1" y="521"/>
                </a:lnTo>
                <a:lnTo>
                  <a:pt x="0" y="521"/>
                </a:lnTo>
                <a:lnTo>
                  <a:pt x="0" y="520"/>
                </a:lnTo>
                <a:lnTo>
                  <a:pt x="0" y="519"/>
                </a:lnTo>
                <a:lnTo>
                  <a:pt x="1" y="519"/>
                </a:lnTo>
                <a:lnTo>
                  <a:pt x="1" y="518"/>
                </a:lnTo>
                <a:lnTo>
                  <a:pt x="0" y="518"/>
                </a:lnTo>
                <a:lnTo>
                  <a:pt x="1" y="517"/>
                </a:lnTo>
                <a:lnTo>
                  <a:pt x="1" y="516"/>
                </a:lnTo>
                <a:lnTo>
                  <a:pt x="0" y="515"/>
                </a:lnTo>
                <a:lnTo>
                  <a:pt x="0" y="514"/>
                </a:lnTo>
                <a:lnTo>
                  <a:pt x="0" y="513"/>
                </a:lnTo>
                <a:lnTo>
                  <a:pt x="1" y="512"/>
                </a:lnTo>
                <a:lnTo>
                  <a:pt x="1" y="511"/>
                </a:lnTo>
                <a:lnTo>
                  <a:pt x="2" y="511"/>
                </a:lnTo>
                <a:lnTo>
                  <a:pt x="3" y="512"/>
                </a:lnTo>
                <a:lnTo>
                  <a:pt x="4" y="511"/>
                </a:lnTo>
                <a:lnTo>
                  <a:pt x="5" y="511"/>
                </a:lnTo>
                <a:lnTo>
                  <a:pt x="6" y="509"/>
                </a:lnTo>
                <a:lnTo>
                  <a:pt x="7" y="508"/>
                </a:lnTo>
                <a:lnTo>
                  <a:pt x="8" y="508"/>
                </a:lnTo>
                <a:lnTo>
                  <a:pt x="8" y="509"/>
                </a:lnTo>
                <a:lnTo>
                  <a:pt x="9" y="508"/>
                </a:lnTo>
                <a:lnTo>
                  <a:pt x="10" y="508"/>
                </a:lnTo>
                <a:lnTo>
                  <a:pt x="10" y="507"/>
                </a:lnTo>
                <a:lnTo>
                  <a:pt x="10" y="506"/>
                </a:lnTo>
                <a:lnTo>
                  <a:pt x="11" y="505"/>
                </a:lnTo>
                <a:lnTo>
                  <a:pt x="12" y="502"/>
                </a:lnTo>
                <a:lnTo>
                  <a:pt x="12" y="501"/>
                </a:lnTo>
                <a:lnTo>
                  <a:pt x="11" y="500"/>
                </a:lnTo>
                <a:lnTo>
                  <a:pt x="11" y="499"/>
                </a:lnTo>
                <a:lnTo>
                  <a:pt x="12" y="499"/>
                </a:lnTo>
                <a:lnTo>
                  <a:pt x="13" y="499"/>
                </a:lnTo>
                <a:lnTo>
                  <a:pt x="14" y="500"/>
                </a:lnTo>
                <a:lnTo>
                  <a:pt x="15" y="500"/>
                </a:lnTo>
                <a:lnTo>
                  <a:pt x="15" y="499"/>
                </a:lnTo>
                <a:lnTo>
                  <a:pt x="15" y="498"/>
                </a:lnTo>
                <a:lnTo>
                  <a:pt x="16" y="498"/>
                </a:lnTo>
                <a:lnTo>
                  <a:pt x="17" y="499"/>
                </a:lnTo>
                <a:lnTo>
                  <a:pt x="17" y="498"/>
                </a:lnTo>
                <a:lnTo>
                  <a:pt x="18" y="497"/>
                </a:lnTo>
                <a:lnTo>
                  <a:pt x="18" y="496"/>
                </a:lnTo>
                <a:lnTo>
                  <a:pt x="19" y="494"/>
                </a:lnTo>
                <a:lnTo>
                  <a:pt x="18" y="494"/>
                </a:lnTo>
                <a:lnTo>
                  <a:pt x="18" y="493"/>
                </a:lnTo>
                <a:lnTo>
                  <a:pt x="19" y="493"/>
                </a:lnTo>
                <a:lnTo>
                  <a:pt x="19" y="492"/>
                </a:lnTo>
                <a:lnTo>
                  <a:pt x="18" y="491"/>
                </a:lnTo>
                <a:lnTo>
                  <a:pt x="17" y="490"/>
                </a:lnTo>
                <a:lnTo>
                  <a:pt x="16" y="491"/>
                </a:lnTo>
                <a:lnTo>
                  <a:pt x="16" y="490"/>
                </a:lnTo>
                <a:lnTo>
                  <a:pt x="17" y="490"/>
                </a:lnTo>
                <a:lnTo>
                  <a:pt x="17" y="489"/>
                </a:lnTo>
                <a:lnTo>
                  <a:pt x="17" y="488"/>
                </a:lnTo>
                <a:lnTo>
                  <a:pt x="17" y="487"/>
                </a:lnTo>
                <a:lnTo>
                  <a:pt x="16" y="486"/>
                </a:lnTo>
                <a:lnTo>
                  <a:pt x="17" y="484"/>
                </a:lnTo>
                <a:lnTo>
                  <a:pt x="17" y="483"/>
                </a:lnTo>
                <a:lnTo>
                  <a:pt x="18" y="483"/>
                </a:lnTo>
                <a:lnTo>
                  <a:pt x="17" y="482"/>
                </a:lnTo>
                <a:lnTo>
                  <a:pt x="17" y="481"/>
                </a:lnTo>
                <a:lnTo>
                  <a:pt x="17" y="480"/>
                </a:lnTo>
                <a:lnTo>
                  <a:pt x="18" y="480"/>
                </a:lnTo>
                <a:lnTo>
                  <a:pt x="19" y="480"/>
                </a:lnTo>
                <a:lnTo>
                  <a:pt x="19" y="479"/>
                </a:lnTo>
                <a:lnTo>
                  <a:pt x="19" y="478"/>
                </a:lnTo>
                <a:lnTo>
                  <a:pt x="19" y="477"/>
                </a:lnTo>
                <a:lnTo>
                  <a:pt x="19" y="476"/>
                </a:lnTo>
                <a:lnTo>
                  <a:pt x="18" y="475"/>
                </a:lnTo>
                <a:lnTo>
                  <a:pt x="18" y="474"/>
                </a:lnTo>
                <a:lnTo>
                  <a:pt x="17" y="474"/>
                </a:lnTo>
                <a:lnTo>
                  <a:pt x="17" y="473"/>
                </a:lnTo>
                <a:lnTo>
                  <a:pt x="17" y="471"/>
                </a:lnTo>
                <a:lnTo>
                  <a:pt x="18" y="471"/>
                </a:lnTo>
                <a:lnTo>
                  <a:pt x="17" y="471"/>
                </a:lnTo>
                <a:lnTo>
                  <a:pt x="16" y="471"/>
                </a:lnTo>
                <a:lnTo>
                  <a:pt x="16" y="470"/>
                </a:lnTo>
                <a:lnTo>
                  <a:pt x="16" y="469"/>
                </a:lnTo>
                <a:lnTo>
                  <a:pt x="16" y="468"/>
                </a:lnTo>
                <a:lnTo>
                  <a:pt x="17" y="467"/>
                </a:lnTo>
                <a:lnTo>
                  <a:pt x="17" y="466"/>
                </a:lnTo>
                <a:lnTo>
                  <a:pt x="17" y="465"/>
                </a:lnTo>
                <a:lnTo>
                  <a:pt x="18" y="465"/>
                </a:lnTo>
                <a:lnTo>
                  <a:pt x="19" y="465"/>
                </a:lnTo>
                <a:lnTo>
                  <a:pt x="20" y="465"/>
                </a:lnTo>
                <a:lnTo>
                  <a:pt x="20" y="464"/>
                </a:lnTo>
                <a:lnTo>
                  <a:pt x="19" y="464"/>
                </a:lnTo>
                <a:lnTo>
                  <a:pt x="19" y="462"/>
                </a:lnTo>
                <a:lnTo>
                  <a:pt x="19" y="461"/>
                </a:lnTo>
                <a:lnTo>
                  <a:pt x="19" y="459"/>
                </a:lnTo>
                <a:lnTo>
                  <a:pt x="20" y="459"/>
                </a:lnTo>
                <a:lnTo>
                  <a:pt x="21" y="459"/>
                </a:lnTo>
                <a:lnTo>
                  <a:pt x="22" y="459"/>
                </a:lnTo>
                <a:lnTo>
                  <a:pt x="22" y="458"/>
                </a:lnTo>
                <a:lnTo>
                  <a:pt x="22" y="457"/>
                </a:lnTo>
                <a:lnTo>
                  <a:pt x="22" y="456"/>
                </a:lnTo>
                <a:lnTo>
                  <a:pt x="21" y="456"/>
                </a:lnTo>
                <a:lnTo>
                  <a:pt x="21" y="455"/>
                </a:lnTo>
                <a:lnTo>
                  <a:pt x="21" y="454"/>
                </a:lnTo>
                <a:lnTo>
                  <a:pt x="21" y="453"/>
                </a:lnTo>
                <a:lnTo>
                  <a:pt x="20" y="452"/>
                </a:lnTo>
                <a:lnTo>
                  <a:pt x="20" y="451"/>
                </a:lnTo>
                <a:lnTo>
                  <a:pt x="19" y="451"/>
                </a:lnTo>
                <a:lnTo>
                  <a:pt x="19" y="450"/>
                </a:lnTo>
                <a:lnTo>
                  <a:pt x="19" y="449"/>
                </a:lnTo>
                <a:lnTo>
                  <a:pt x="18" y="448"/>
                </a:lnTo>
                <a:lnTo>
                  <a:pt x="19" y="448"/>
                </a:lnTo>
                <a:lnTo>
                  <a:pt x="19" y="447"/>
                </a:lnTo>
                <a:lnTo>
                  <a:pt x="20" y="447"/>
                </a:lnTo>
                <a:lnTo>
                  <a:pt x="20" y="446"/>
                </a:lnTo>
                <a:lnTo>
                  <a:pt x="20" y="445"/>
                </a:lnTo>
                <a:lnTo>
                  <a:pt x="21" y="445"/>
                </a:lnTo>
                <a:lnTo>
                  <a:pt x="21" y="446"/>
                </a:lnTo>
                <a:lnTo>
                  <a:pt x="22" y="446"/>
                </a:lnTo>
                <a:lnTo>
                  <a:pt x="22" y="444"/>
                </a:lnTo>
                <a:lnTo>
                  <a:pt x="21" y="443"/>
                </a:lnTo>
                <a:lnTo>
                  <a:pt x="20" y="443"/>
                </a:lnTo>
                <a:lnTo>
                  <a:pt x="20" y="442"/>
                </a:lnTo>
                <a:lnTo>
                  <a:pt x="20" y="441"/>
                </a:lnTo>
                <a:lnTo>
                  <a:pt x="20" y="440"/>
                </a:lnTo>
                <a:lnTo>
                  <a:pt x="21" y="440"/>
                </a:lnTo>
                <a:lnTo>
                  <a:pt x="20" y="440"/>
                </a:lnTo>
                <a:lnTo>
                  <a:pt x="20" y="439"/>
                </a:lnTo>
                <a:lnTo>
                  <a:pt x="19" y="439"/>
                </a:lnTo>
                <a:lnTo>
                  <a:pt x="20" y="439"/>
                </a:lnTo>
                <a:lnTo>
                  <a:pt x="20" y="438"/>
                </a:lnTo>
                <a:lnTo>
                  <a:pt x="19" y="438"/>
                </a:lnTo>
                <a:lnTo>
                  <a:pt x="20" y="437"/>
                </a:lnTo>
                <a:lnTo>
                  <a:pt x="20" y="438"/>
                </a:lnTo>
                <a:lnTo>
                  <a:pt x="21" y="438"/>
                </a:lnTo>
                <a:lnTo>
                  <a:pt x="21" y="437"/>
                </a:lnTo>
                <a:lnTo>
                  <a:pt x="20" y="436"/>
                </a:lnTo>
                <a:lnTo>
                  <a:pt x="21" y="435"/>
                </a:lnTo>
                <a:lnTo>
                  <a:pt x="21" y="436"/>
                </a:lnTo>
                <a:lnTo>
                  <a:pt x="23" y="436"/>
                </a:lnTo>
                <a:lnTo>
                  <a:pt x="24" y="436"/>
                </a:lnTo>
                <a:lnTo>
                  <a:pt x="25" y="436"/>
                </a:lnTo>
                <a:lnTo>
                  <a:pt x="26" y="436"/>
                </a:lnTo>
                <a:lnTo>
                  <a:pt x="26" y="435"/>
                </a:lnTo>
                <a:lnTo>
                  <a:pt x="26" y="434"/>
                </a:lnTo>
                <a:lnTo>
                  <a:pt x="26" y="433"/>
                </a:lnTo>
                <a:lnTo>
                  <a:pt x="26" y="432"/>
                </a:lnTo>
                <a:lnTo>
                  <a:pt x="26" y="431"/>
                </a:lnTo>
                <a:lnTo>
                  <a:pt x="27" y="431"/>
                </a:lnTo>
                <a:lnTo>
                  <a:pt x="27" y="430"/>
                </a:lnTo>
                <a:lnTo>
                  <a:pt x="27" y="429"/>
                </a:lnTo>
                <a:lnTo>
                  <a:pt x="27" y="428"/>
                </a:lnTo>
                <a:lnTo>
                  <a:pt x="28" y="428"/>
                </a:lnTo>
                <a:lnTo>
                  <a:pt x="28" y="427"/>
                </a:lnTo>
                <a:lnTo>
                  <a:pt x="28" y="426"/>
                </a:lnTo>
                <a:lnTo>
                  <a:pt x="29" y="426"/>
                </a:lnTo>
                <a:lnTo>
                  <a:pt x="31" y="426"/>
                </a:lnTo>
                <a:lnTo>
                  <a:pt x="32" y="425"/>
                </a:lnTo>
                <a:lnTo>
                  <a:pt x="33" y="425"/>
                </a:lnTo>
                <a:lnTo>
                  <a:pt x="33" y="426"/>
                </a:lnTo>
                <a:lnTo>
                  <a:pt x="33" y="427"/>
                </a:lnTo>
                <a:lnTo>
                  <a:pt x="33" y="428"/>
                </a:lnTo>
                <a:lnTo>
                  <a:pt x="34" y="428"/>
                </a:lnTo>
                <a:lnTo>
                  <a:pt x="34" y="427"/>
                </a:lnTo>
                <a:lnTo>
                  <a:pt x="35" y="427"/>
                </a:lnTo>
                <a:lnTo>
                  <a:pt x="35" y="426"/>
                </a:lnTo>
                <a:lnTo>
                  <a:pt x="34" y="425"/>
                </a:lnTo>
                <a:lnTo>
                  <a:pt x="34" y="424"/>
                </a:lnTo>
                <a:lnTo>
                  <a:pt x="35" y="423"/>
                </a:lnTo>
                <a:lnTo>
                  <a:pt x="34" y="421"/>
                </a:lnTo>
                <a:lnTo>
                  <a:pt x="33" y="421"/>
                </a:lnTo>
                <a:lnTo>
                  <a:pt x="32" y="420"/>
                </a:lnTo>
                <a:lnTo>
                  <a:pt x="31" y="420"/>
                </a:lnTo>
                <a:lnTo>
                  <a:pt x="31" y="419"/>
                </a:lnTo>
                <a:lnTo>
                  <a:pt x="31" y="418"/>
                </a:lnTo>
                <a:lnTo>
                  <a:pt x="30" y="417"/>
                </a:lnTo>
                <a:lnTo>
                  <a:pt x="29" y="417"/>
                </a:lnTo>
                <a:lnTo>
                  <a:pt x="28" y="417"/>
                </a:lnTo>
                <a:lnTo>
                  <a:pt x="28" y="416"/>
                </a:lnTo>
                <a:lnTo>
                  <a:pt x="28" y="417"/>
                </a:lnTo>
                <a:lnTo>
                  <a:pt x="27" y="416"/>
                </a:lnTo>
                <a:lnTo>
                  <a:pt x="27" y="415"/>
                </a:lnTo>
                <a:lnTo>
                  <a:pt x="27" y="414"/>
                </a:lnTo>
                <a:lnTo>
                  <a:pt x="27" y="413"/>
                </a:lnTo>
                <a:lnTo>
                  <a:pt x="26" y="412"/>
                </a:lnTo>
                <a:lnTo>
                  <a:pt x="27" y="412"/>
                </a:lnTo>
                <a:lnTo>
                  <a:pt x="27" y="411"/>
                </a:lnTo>
                <a:lnTo>
                  <a:pt x="28" y="410"/>
                </a:lnTo>
                <a:lnTo>
                  <a:pt x="28" y="409"/>
                </a:lnTo>
                <a:lnTo>
                  <a:pt x="29" y="408"/>
                </a:lnTo>
                <a:lnTo>
                  <a:pt x="30" y="408"/>
                </a:lnTo>
                <a:lnTo>
                  <a:pt x="31" y="408"/>
                </a:lnTo>
                <a:lnTo>
                  <a:pt x="32" y="408"/>
                </a:lnTo>
                <a:lnTo>
                  <a:pt x="31" y="407"/>
                </a:lnTo>
                <a:lnTo>
                  <a:pt x="32" y="406"/>
                </a:lnTo>
                <a:lnTo>
                  <a:pt x="32" y="405"/>
                </a:lnTo>
                <a:lnTo>
                  <a:pt x="33" y="405"/>
                </a:lnTo>
                <a:lnTo>
                  <a:pt x="33" y="404"/>
                </a:lnTo>
                <a:lnTo>
                  <a:pt x="34" y="404"/>
                </a:lnTo>
                <a:lnTo>
                  <a:pt x="35" y="404"/>
                </a:lnTo>
                <a:lnTo>
                  <a:pt x="36" y="404"/>
                </a:lnTo>
                <a:lnTo>
                  <a:pt x="36" y="403"/>
                </a:lnTo>
                <a:lnTo>
                  <a:pt x="37" y="403"/>
                </a:lnTo>
                <a:lnTo>
                  <a:pt x="38" y="403"/>
                </a:lnTo>
                <a:lnTo>
                  <a:pt x="39" y="403"/>
                </a:lnTo>
                <a:lnTo>
                  <a:pt x="39" y="404"/>
                </a:lnTo>
                <a:lnTo>
                  <a:pt x="40" y="404"/>
                </a:lnTo>
                <a:lnTo>
                  <a:pt x="40" y="403"/>
                </a:lnTo>
                <a:lnTo>
                  <a:pt x="41" y="403"/>
                </a:lnTo>
                <a:lnTo>
                  <a:pt x="42" y="403"/>
                </a:lnTo>
                <a:lnTo>
                  <a:pt x="43" y="403"/>
                </a:lnTo>
                <a:lnTo>
                  <a:pt x="43" y="402"/>
                </a:lnTo>
                <a:lnTo>
                  <a:pt x="43" y="401"/>
                </a:lnTo>
                <a:lnTo>
                  <a:pt x="44" y="401"/>
                </a:lnTo>
                <a:lnTo>
                  <a:pt x="46" y="401"/>
                </a:lnTo>
                <a:lnTo>
                  <a:pt x="47" y="400"/>
                </a:lnTo>
                <a:lnTo>
                  <a:pt x="48" y="399"/>
                </a:lnTo>
                <a:lnTo>
                  <a:pt x="49" y="399"/>
                </a:lnTo>
                <a:lnTo>
                  <a:pt x="49" y="398"/>
                </a:lnTo>
                <a:lnTo>
                  <a:pt x="49" y="397"/>
                </a:lnTo>
                <a:lnTo>
                  <a:pt x="51" y="396"/>
                </a:lnTo>
                <a:lnTo>
                  <a:pt x="51" y="395"/>
                </a:lnTo>
                <a:lnTo>
                  <a:pt x="51" y="394"/>
                </a:lnTo>
                <a:lnTo>
                  <a:pt x="52" y="394"/>
                </a:lnTo>
                <a:lnTo>
                  <a:pt x="53" y="393"/>
                </a:lnTo>
                <a:lnTo>
                  <a:pt x="54" y="393"/>
                </a:lnTo>
                <a:lnTo>
                  <a:pt x="55" y="393"/>
                </a:lnTo>
                <a:lnTo>
                  <a:pt x="56" y="393"/>
                </a:lnTo>
                <a:lnTo>
                  <a:pt x="57" y="393"/>
                </a:lnTo>
                <a:lnTo>
                  <a:pt x="57" y="392"/>
                </a:lnTo>
                <a:lnTo>
                  <a:pt x="57" y="391"/>
                </a:lnTo>
                <a:lnTo>
                  <a:pt x="56" y="390"/>
                </a:lnTo>
                <a:lnTo>
                  <a:pt x="55" y="388"/>
                </a:lnTo>
                <a:lnTo>
                  <a:pt x="55" y="387"/>
                </a:lnTo>
                <a:lnTo>
                  <a:pt x="55" y="386"/>
                </a:lnTo>
                <a:lnTo>
                  <a:pt x="56" y="386"/>
                </a:lnTo>
                <a:lnTo>
                  <a:pt x="57" y="384"/>
                </a:lnTo>
                <a:lnTo>
                  <a:pt x="57" y="383"/>
                </a:lnTo>
                <a:lnTo>
                  <a:pt x="58" y="382"/>
                </a:lnTo>
                <a:lnTo>
                  <a:pt x="59" y="382"/>
                </a:lnTo>
                <a:lnTo>
                  <a:pt x="59" y="381"/>
                </a:lnTo>
                <a:lnTo>
                  <a:pt x="59" y="380"/>
                </a:lnTo>
                <a:lnTo>
                  <a:pt x="59" y="381"/>
                </a:lnTo>
                <a:lnTo>
                  <a:pt x="59" y="382"/>
                </a:lnTo>
                <a:lnTo>
                  <a:pt x="60" y="381"/>
                </a:lnTo>
                <a:lnTo>
                  <a:pt x="60" y="380"/>
                </a:lnTo>
                <a:lnTo>
                  <a:pt x="60" y="379"/>
                </a:lnTo>
                <a:lnTo>
                  <a:pt x="61" y="379"/>
                </a:lnTo>
                <a:lnTo>
                  <a:pt x="61" y="378"/>
                </a:lnTo>
                <a:lnTo>
                  <a:pt x="60" y="378"/>
                </a:lnTo>
                <a:lnTo>
                  <a:pt x="61" y="378"/>
                </a:lnTo>
                <a:lnTo>
                  <a:pt x="62" y="378"/>
                </a:lnTo>
                <a:lnTo>
                  <a:pt x="62" y="376"/>
                </a:lnTo>
                <a:lnTo>
                  <a:pt x="63" y="375"/>
                </a:lnTo>
                <a:lnTo>
                  <a:pt x="64" y="374"/>
                </a:lnTo>
                <a:lnTo>
                  <a:pt x="65" y="374"/>
                </a:lnTo>
                <a:lnTo>
                  <a:pt x="65" y="373"/>
                </a:lnTo>
                <a:lnTo>
                  <a:pt x="66" y="372"/>
                </a:lnTo>
                <a:lnTo>
                  <a:pt x="67" y="371"/>
                </a:lnTo>
                <a:lnTo>
                  <a:pt x="68" y="370"/>
                </a:lnTo>
                <a:lnTo>
                  <a:pt x="69" y="369"/>
                </a:lnTo>
                <a:lnTo>
                  <a:pt x="70" y="368"/>
                </a:lnTo>
                <a:lnTo>
                  <a:pt x="70" y="367"/>
                </a:lnTo>
                <a:lnTo>
                  <a:pt x="71" y="367"/>
                </a:lnTo>
                <a:lnTo>
                  <a:pt x="70" y="365"/>
                </a:lnTo>
                <a:lnTo>
                  <a:pt x="69" y="365"/>
                </a:lnTo>
                <a:lnTo>
                  <a:pt x="69" y="364"/>
                </a:lnTo>
                <a:lnTo>
                  <a:pt x="69" y="363"/>
                </a:lnTo>
                <a:lnTo>
                  <a:pt x="69" y="362"/>
                </a:lnTo>
                <a:lnTo>
                  <a:pt x="68" y="362"/>
                </a:lnTo>
                <a:lnTo>
                  <a:pt x="68" y="361"/>
                </a:lnTo>
                <a:lnTo>
                  <a:pt x="68" y="360"/>
                </a:lnTo>
                <a:lnTo>
                  <a:pt x="67" y="360"/>
                </a:lnTo>
                <a:lnTo>
                  <a:pt x="67" y="359"/>
                </a:lnTo>
                <a:lnTo>
                  <a:pt x="68" y="359"/>
                </a:lnTo>
                <a:lnTo>
                  <a:pt x="67" y="359"/>
                </a:lnTo>
                <a:lnTo>
                  <a:pt x="66" y="359"/>
                </a:lnTo>
                <a:lnTo>
                  <a:pt x="65" y="360"/>
                </a:lnTo>
                <a:lnTo>
                  <a:pt x="63" y="361"/>
                </a:lnTo>
                <a:lnTo>
                  <a:pt x="63" y="362"/>
                </a:lnTo>
                <a:lnTo>
                  <a:pt x="61" y="362"/>
                </a:lnTo>
                <a:lnTo>
                  <a:pt x="60" y="362"/>
                </a:lnTo>
                <a:lnTo>
                  <a:pt x="60" y="361"/>
                </a:lnTo>
                <a:lnTo>
                  <a:pt x="61" y="361"/>
                </a:lnTo>
                <a:lnTo>
                  <a:pt x="60" y="361"/>
                </a:lnTo>
                <a:lnTo>
                  <a:pt x="60" y="362"/>
                </a:lnTo>
                <a:lnTo>
                  <a:pt x="59" y="362"/>
                </a:lnTo>
                <a:lnTo>
                  <a:pt x="58" y="361"/>
                </a:lnTo>
                <a:lnTo>
                  <a:pt x="57" y="361"/>
                </a:lnTo>
                <a:lnTo>
                  <a:pt x="56" y="361"/>
                </a:lnTo>
                <a:lnTo>
                  <a:pt x="56" y="360"/>
                </a:lnTo>
                <a:lnTo>
                  <a:pt x="57" y="359"/>
                </a:lnTo>
                <a:lnTo>
                  <a:pt x="57" y="358"/>
                </a:lnTo>
                <a:lnTo>
                  <a:pt x="56" y="357"/>
                </a:lnTo>
                <a:lnTo>
                  <a:pt x="56" y="356"/>
                </a:lnTo>
                <a:lnTo>
                  <a:pt x="57" y="356"/>
                </a:lnTo>
                <a:lnTo>
                  <a:pt x="56" y="355"/>
                </a:lnTo>
                <a:lnTo>
                  <a:pt x="55" y="355"/>
                </a:lnTo>
                <a:lnTo>
                  <a:pt x="56" y="355"/>
                </a:lnTo>
                <a:lnTo>
                  <a:pt x="56" y="356"/>
                </a:lnTo>
                <a:lnTo>
                  <a:pt x="55" y="356"/>
                </a:lnTo>
                <a:lnTo>
                  <a:pt x="54" y="355"/>
                </a:lnTo>
                <a:lnTo>
                  <a:pt x="55" y="355"/>
                </a:lnTo>
                <a:lnTo>
                  <a:pt x="55" y="353"/>
                </a:lnTo>
                <a:lnTo>
                  <a:pt x="55" y="352"/>
                </a:lnTo>
                <a:lnTo>
                  <a:pt x="54" y="351"/>
                </a:lnTo>
                <a:lnTo>
                  <a:pt x="55" y="350"/>
                </a:lnTo>
                <a:lnTo>
                  <a:pt x="56" y="350"/>
                </a:lnTo>
                <a:lnTo>
                  <a:pt x="55" y="349"/>
                </a:lnTo>
                <a:lnTo>
                  <a:pt x="55" y="348"/>
                </a:lnTo>
                <a:lnTo>
                  <a:pt x="55" y="347"/>
                </a:lnTo>
                <a:lnTo>
                  <a:pt x="55" y="346"/>
                </a:lnTo>
                <a:lnTo>
                  <a:pt x="55" y="345"/>
                </a:lnTo>
                <a:lnTo>
                  <a:pt x="56" y="345"/>
                </a:lnTo>
                <a:lnTo>
                  <a:pt x="57" y="344"/>
                </a:lnTo>
                <a:lnTo>
                  <a:pt x="58" y="344"/>
                </a:lnTo>
                <a:lnTo>
                  <a:pt x="59" y="342"/>
                </a:lnTo>
                <a:lnTo>
                  <a:pt x="58" y="342"/>
                </a:lnTo>
                <a:lnTo>
                  <a:pt x="57" y="342"/>
                </a:lnTo>
                <a:lnTo>
                  <a:pt x="57" y="341"/>
                </a:lnTo>
                <a:lnTo>
                  <a:pt x="58" y="341"/>
                </a:lnTo>
                <a:lnTo>
                  <a:pt x="59" y="340"/>
                </a:lnTo>
                <a:lnTo>
                  <a:pt x="60" y="340"/>
                </a:lnTo>
                <a:lnTo>
                  <a:pt x="60" y="339"/>
                </a:lnTo>
                <a:lnTo>
                  <a:pt x="61" y="339"/>
                </a:lnTo>
                <a:lnTo>
                  <a:pt x="60" y="339"/>
                </a:lnTo>
                <a:lnTo>
                  <a:pt x="60" y="338"/>
                </a:lnTo>
                <a:lnTo>
                  <a:pt x="60" y="337"/>
                </a:lnTo>
                <a:lnTo>
                  <a:pt x="61" y="337"/>
                </a:lnTo>
                <a:lnTo>
                  <a:pt x="62" y="335"/>
                </a:lnTo>
                <a:lnTo>
                  <a:pt x="63" y="334"/>
                </a:lnTo>
                <a:lnTo>
                  <a:pt x="62" y="334"/>
                </a:lnTo>
                <a:lnTo>
                  <a:pt x="62" y="333"/>
                </a:lnTo>
                <a:lnTo>
                  <a:pt x="63" y="333"/>
                </a:lnTo>
                <a:lnTo>
                  <a:pt x="64" y="333"/>
                </a:lnTo>
                <a:lnTo>
                  <a:pt x="64" y="332"/>
                </a:lnTo>
                <a:lnTo>
                  <a:pt x="65" y="332"/>
                </a:lnTo>
                <a:lnTo>
                  <a:pt x="66" y="331"/>
                </a:lnTo>
                <a:lnTo>
                  <a:pt x="67" y="331"/>
                </a:lnTo>
                <a:lnTo>
                  <a:pt x="68" y="330"/>
                </a:lnTo>
                <a:lnTo>
                  <a:pt x="67" y="330"/>
                </a:lnTo>
                <a:lnTo>
                  <a:pt x="67" y="329"/>
                </a:lnTo>
                <a:lnTo>
                  <a:pt x="67" y="327"/>
                </a:lnTo>
                <a:lnTo>
                  <a:pt x="67" y="326"/>
                </a:lnTo>
                <a:lnTo>
                  <a:pt x="68" y="326"/>
                </a:lnTo>
                <a:lnTo>
                  <a:pt x="68" y="327"/>
                </a:lnTo>
                <a:lnTo>
                  <a:pt x="69" y="325"/>
                </a:lnTo>
                <a:lnTo>
                  <a:pt x="69" y="324"/>
                </a:lnTo>
                <a:lnTo>
                  <a:pt x="68" y="324"/>
                </a:lnTo>
                <a:lnTo>
                  <a:pt x="68" y="323"/>
                </a:lnTo>
                <a:lnTo>
                  <a:pt x="69" y="323"/>
                </a:lnTo>
                <a:lnTo>
                  <a:pt x="70" y="323"/>
                </a:lnTo>
                <a:lnTo>
                  <a:pt x="71" y="323"/>
                </a:lnTo>
                <a:lnTo>
                  <a:pt x="71" y="324"/>
                </a:lnTo>
                <a:lnTo>
                  <a:pt x="72" y="324"/>
                </a:lnTo>
                <a:lnTo>
                  <a:pt x="73" y="324"/>
                </a:lnTo>
                <a:lnTo>
                  <a:pt x="74" y="324"/>
                </a:lnTo>
                <a:lnTo>
                  <a:pt x="75" y="325"/>
                </a:lnTo>
                <a:lnTo>
                  <a:pt x="75" y="326"/>
                </a:lnTo>
                <a:lnTo>
                  <a:pt x="75" y="327"/>
                </a:lnTo>
                <a:lnTo>
                  <a:pt x="75" y="328"/>
                </a:lnTo>
                <a:lnTo>
                  <a:pt x="75" y="329"/>
                </a:lnTo>
                <a:lnTo>
                  <a:pt x="74" y="329"/>
                </a:lnTo>
                <a:lnTo>
                  <a:pt x="75" y="329"/>
                </a:lnTo>
                <a:lnTo>
                  <a:pt x="76" y="328"/>
                </a:lnTo>
                <a:lnTo>
                  <a:pt x="77" y="328"/>
                </a:lnTo>
                <a:lnTo>
                  <a:pt x="77" y="327"/>
                </a:lnTo>
                <a:lnTo>
                  <a:pt x="78" y="328"/>
                </a:lnTo>
                <a:lnTo>
                  <a:pt x="79" y="328"/>
                </a:lnTo>
                <a:lnTo>
                  <a:pt x="80" y="327"/>
                </a:lnTo>
                <a:lnTo>
                  <a:pt x="81" y="327"/>
                </a:lnTo>
                <a:lnTo>
                  <a:pt x="81" y="326"/>
                </a:lnTo>
                <a:lnTo>
                  <a:pt x="82" y="325"/>
                </a:lnTo>
                <a:lnTo>
                  <a:pt x="82" y="324"/>
                </a:lnTo>
                <a:lnTo>
                  <a:pt x="81" y="323"/>
                </a:lnTo>
                <a:lnTo>
                  <a:pt x="81" y="322"/>
                </a:lnTo>
                <a:lnTo>
                  <a:pt x="81" y="320"/>
                </a:lnTo>
                <a:lnTo>
                  <a:pt x="81" y="319"/>
                </a:lnTo>
                <a:lnTo>
                  <a:pt x="81" y="318"/>
                </a:lnTo>
                <a:lnTo>
                  <a:pt x="83" y="316"/>
                </a:lnTo>
                <a:lnTo>
                  <a:pt x="83" y="317"/>
                </a:lnTo>
                <a:lnTo>
                  <a:pt x="83" y="316"/>
                </a:lnTo>
                <a:lnTo>
                  <a:pt x="83" y="315"/>
                </a:lnTo>
                <a:lnTo>
                  <a:pt x="83" y="314"/>
                </a:lnTo>
                <a:lnTo>
                  <a:pt x="83" y="313"/>
                </a:lnTo>
                <a:lnTo>
                  <a:pt x="84" y="313"/>
                </a:lnTo>
                <a:lnTo>
                  <a:pt x="84" y="312"/>
                </a:lnTo>
                <a:lnTo>
                  <a:pt x="85" y="312"/>
                </a:lnTo>
                <a:lnTo>
                  <a:pt x="86" y="312"/>
                </a:lnTo>
                <a:lnTo>
                  <a:pt x="85" y="312"/>
                </a:lnTo>
                <a:lnTo>
                  <a:pt x="84" y="312"/>
                </a:lnTo>
                <a:lnTo>
                  <a:pt x="84" y="311"/>
                </a:lnTo>
                <a:lnTo>
                  <a:pt x="84" y="310"/>
                </a:lnTo>
                <a:lnTo>
                  <a:pt x="84" y="311"/>
                </a:lnTo>
                <a:lnTo>
                  <a:pt x="83" y="311"/>
                </a:lnTo>
                <a:lnTo>
                  <a:pt x="82" y="311"/>
                </a:lnTo>
                <a:lnTo>
                  <a:pt x="81" y="311"/>
                </a:lnTo>
                <a:lnTo>
                  <a:pt x="80" y="311"/>
                </a:lnTo>
                <a:lnTo>
                  <a:pt x="79" y="310"/>
                </a:lnTo>
                <a:lnTo>
                  <a:pt x="79" y="311"/>
                </a:lnTo>
                <a:lnTo>
                  <a:pt x="78" y="311"/>
                </a:lnTo>
                <a:lnTo>
                  <a:pt x="78" y="310"/>
                </a:lnTo>
                <a:lnTo>
                  <a:pt x="79" y="310"/>
                </a:lnTo>
                <a:lnTo>
                  <a:pt x="79" y="309"/>
                </a:lnTo>
                <a:lnTo>
                  <a:pt x="78" y="309"/>
                </a:lnTo>
                <a:lnTo>
                  <a:pt x="77" y="309"/>
                </a:lnTo>
                <a:lnTo>
                  <a:pt x="77" y="308"/>
                </a:lnTo>
                <a:lnTo>
                  <a:pt x="78" y="308"/>
                </a:lnTo>
                <a:lnTo>
                  <a:pt x="78" y="307"/>
                </a:lnTo>
                <a:lnTo>
                  <a:pt x="77" y="307"/>
                </a:lnTo>
                <a:lnTo>
                  <a:pt x="77" y="306"/>
                </a:lnTo>
                <a:lnTo>
                  <a:pt x="77" y="305"/>
                </a:lnTo>
                <a:lnTo>
                  <a:pt x="76" y="305"/>
                </a:lnTo>
                <a:lnTo>
                  <a:pt x="75" y="305"/>
                </a:lnTo>
                <a:lnTo>
                  <a:pt x="75" y="304"/>
                </a:lnTo>
                <a:lnTo>
                  <a:pt x="74" y="303"/>
                </a:lnTo>
                <a:lnTo>
                  <a:pt x="73" y="303"/>
                </a:lnTo>
                <a:lnTo>
                  <a:pt x="73" y="302"/>
                </a:lnTo>
                <a:lnTo>
                  <a:pt x="72" y="301"/>
                </a:lnTo>
                <a:lnTo>
                  <a:pt x="71" y="301"/>
                </a:lnTo>
                <a:lnTo>
                  <a:pt x="70" y="300"/>
                </a:lnTo>
                <a:lnTo>
                  <a:pt x="69" y="300"/>
                </a:lnTo>
                <a:lnTo>
                  <a:pt x="69" y="299"/>
                </a:lnTo>
                <a:lnTo>
                  <a:pt x="70" y="298"/>
                </a:lnTo>
                <a:lnTo>
                  <a:pt x="71" y="296"/>
                </a:lnTo>
                <a:lnTo>
                  <a:pt x="72" y="293"/>
                </a:lnTo>
                <a:lnTo>
                  <a:pt x="71" y="292"/>
                </a:lnTo>
                <a:lnTo>
                  <a:pt x="71" y="291"/>
                </a:lnTo>
                <a:lnTo>
                  <a:pt x="71" y="290"/>
                </a:lnTo>
                <a:lnTo>
                  <a:pt x="71" y="289"/>
                </a:lnTo>
                <a:lnTo>
                  <a:pt x="72" y="288"/>
                </a:lnTo>
                <a:lnTo>
                  <a:pt x="71" y="288"/>
                </a:lnTo>
                <a:lnTo>
                  <a:pt x="70" y="287"/>
                </a:lnTo>
                <a:lnTo>
                  <a:pt x="69" y="287"/>
                </a:lnTo>
                <a:lnTo>
                  <a:pt x="69" y="286"/>
                </a:lnTo>
                <a:lnTo>
                  <a:pt x="70" y="285"/>
                </a:lnTo>
                <a:lnTo>
                  <a:pt x="68" y="285"/>
                </a:lnTo>
                <a:lnTo>
                  <a:pt x="67" y="284"/>
                </a:lnTo>
                <a:lnTo>
                  <a:pt x="67" y="283"/>
                </a:lnTo>
                <a:lnTo>
                  <a:pt x="66" y="283"/>
                </a:lnTo>
                <a:lnTo>
                  <a:pt x="65" y="282"/>
                </a:lnTo>
                <a:lnTo>
                  <a:pt x="64" y="282"/>
                </a:lnTo>
                <a:lnTo>
                  <a:pt x="64" y="281"/>
                </a:lnTo>
                <a:lnTo>
                  <a:pt x="63" y="281"/>
                </a:lnTo>
                <a:lnTo>
                  <a:pt x="63" y="280"/>
                </a:lnTo>
                <a:lnTo>
                  <a:pt x="63" y="279"/>
                </a:lnTo>
                <a:lnTo>
                  <a:pt x="63" y="278"/>
                </a:lnTo>
                <a:lnTo>
                  <a:pt x="63" y="277"/>
                </a:lnTo>
                <a:lnTo>
                  <a:pt x="63" y="276"/>
                </a:lnTo>
                <a:lnTo>
                  <a:pt x="64" y="276"/>
                </a:lnTo>
                <a:lnTo>
                  <a:pt x="64" y="275"/>
                </a:lnTo>
                <a:lnTo>
                  <a:pt x="65" y="275"/>
                </a:lnTo>
                <a:lnTo>
                  <a:pt x="65" y="274"/>
                </a:lnTo>
                <a:lnTo>
                  <a:pt x="65" y="273"/>
                </a:lnTo>
                <a:lnTo>
                  <a:pt x="66" y="273"/>
                </a:lnTo>
                <a:lnTo>
                  <a:pt x="67" y="272"/>
                </a:lnTo>
                <a:lnTo>
                  <a:pt x="69" y="270"/>
                </a:lnTo>
                <a:lnTo>
                  <a:pt x="69" y="269"/>
                </a:lnTo>
                <a:lnTo>
                  <a:pt x="68" y="268"/>
                </a:lnTo>
                <a:lnTo>
                  <a:pt x="67" y="266"/>
                </a:lnTo>
                <a:lnTo>
                  <a:pt x="66" y="265"/>
                </a:lnTo>
                <a:lnTo>
                  <a:pt x="66" y="264"/>
                </a:lnTo>
                <a:lnTo>
                  <a:pt x="66" y="263"/>
                </a:lnTo>
                <a:lnTo>
                  <a:pt x="65" y="263"/>
                </a:lnTo>
                <a:lnTo>
                  <a:pt x="65" y="262"/>
                </a:lnTo>
                <a:lnTo>
                  <a:pt x="66" y="262"/>
                </a:lnTo>
                <a:lnTo>
                  <a:pt x="66" y="261"/>
                </a:lnTo>
                <a:lnTo>
                  <a:pt x="66" y="260"/>
                </a:lnTo>
                <a:lnTo>
                  <a:pt x="66" y="259"/>
                </a:lnTo>
                <a:lnTo>
                  <a:pt x="66" y="258"/>
                </a:lnTo>
                <a:lnTo>
                  <a:pt x="67" y="257"/>
                </a:lnTo>
                <a:lnTo>
                  <a:pt x="67" y="256"/>
                </a:lnTo>
                <a:lnTo>
                  <a:pt x="67" y="255"/>
                </a:lnTo>
                <a:lnTo>
                  <a:pt x="67" y="254"/>
                </a:lnTo>
                <a:lnTo>
                  <a:pt x="68" y="253"/>
                </a:lnTo>
                <a:lnTo>
                  <a:pt x="69" y="253"/>
                </a:lnTo>
                <a:lnTo>
                  <a:pt x="69" y="254"/>
                </a:lnTo>
                <a:lnTo>
                  <a:pt x="70" y="253"/>
                </a:lnTo>
                <a:lnTo>
                  <a:pt x="71" y="252"/>
                </a:lnTo>
                <a:lnTo>
                  <a:pt x="70" y="251"/>
                </a:lnTo>
                <a:lnTo>
                  <a:pt x="70" y="250"/>
                </a:lnTo>
                <a:lnTo>
                  <a:pt x="71" y="250"/>
                </a:lnTo>
                <a:lnTo>
                  <a:pt x="71" y="249"/>
                </a:lnTo>
                <a:lnTo>
                  <a:pt x="72" y="249"/>
                </a:lnTo>
                <a:lnTo>
                  <a:pt x="73" y="249"/>
                </a:lnTo>
                <a:lnTo>
                  <a:pt x="73" y="248"/>
                </a:lnTo>
                <a:lnTo>
                  <a:pt x="72" y="248"/>
                </a:lnTo>
                <a:lnTo>
                  <a:pt x="73" y="247"/>
                </a:lnTo>
                <a:lnTo>
                  <a:pt x="74" y="246"/>
                </a:lnTo>
                <a:lnTo>
                  <a:pt x="74" y="245"/>
                </a:lnTo>
                <a:lnTo>
                  <a:pt x="74" y="244"/>
                </a:lnTo>
                <a:lnTo>
                  <a:pt x="75" y="243"/>
                </a:lnTo>
                <a:lnTo>
                  <a:pt x="76" y="242"/>
                </a:lnTo>
                <a:lnTo>
                  <a:pt x="77" y="241"/>
                </a:lnTo>
                <a:lnTo>
                  <a:pt x="77" y="240"/>
                </a:lnTo>
                <a:lnTo>
                  <a:pt x="78" y="239"/>
                </a:lnTo>
                <a:lnTo>
                  <a:pt x="78" y="238"/>
                </a:lnTo>
                <a:lnTo>
                  <a:pt x="79" y="237"/>
                </a:lnTo>
                <a:lnTo>
                  <a:pt x="80" y="237"/>
                </a:lnTo>
                <a:lnTo>
                  <a:pt x="81" y="236"/>
                </a:lnTo>
                <a:lnTo>
                  <a:pt x="80" y="235"/>
                </a:lnTo>
                <a:lnTo>
                  <a:pt x="81" y="235"/>
                </a:lnTo>
                <a:lnTo>
                  <a:pt x="82" y="234"/>
                </a:lnTo>
                <a:lnTo>
                  <a:pt x="83" y="234"/>
                </a:lnTo>
                <a:lnTo>
                  <a:pt x="83" y="233"/>
                </a:lnTo>
                <a:lnTo>
                  <a:pt x="84" y="233"/>
                </a:lnTo>
                <a:lnTo>
                  <a:pt x="85" y="233"/>
                </a:lnTo>
                <a:lnTo>
                  <a:pt x="86" y="233"/>
                </a:lnTo>
                <a:lnTo>
                  <a:pt x="87" y="232"/>
                </a:lnTo>
                <a:lnTo>
                  <a:pt x="88" y="232"/>
                </a:lnTo>
                <a:lnTo>
                  <a:pt x="89" y="232"/>
                </a:lnTo>
                <a:lnTo>
                  <a:pt x="89" y="233"/>
                </a:lnTo>
                <a:lnTo>
                  <a:pt x="90" y="233"/>
                </a:lnTo>
                <a:lnTo>
                  <a:pt x="90" y="234"/>
                </a:lnTo>
                <a:lnTo>
                  <a:pt x="91" y="234"/>
                </a:lnTo>
                <a:lnTo>
                  <a:pt x="91" y="233"/>
                </a:lnTo>
                <a:lnTo>
                  <a:pt x="91" y="232"/>
                </a:lnTo>
                <a:lnTo>
                  <a:pt x="92" y="231"/>
                </a:lnTo>
                <a:lnTo>
                  <a:pt x="92" y="230"/>
                </a:lnTo>
                <a:lnTo>
                  <a:pt x="93" y="230"/>
                </a:lnTo>
                <a:lnTo>
                  <a:pt x="94" y="230"/>
                </a:lnTo>
                <a:lnTo>
                  <a:pt x="95" y="230"/>
                </a:lnTo>
                <a:lnTo>
                  <a:pt x="95" y="229"/>
                </a:lnTo>
                <a:lnTo>
                  <a:pt x="96" y="229"/>
                </a:lnTo>
                <a:lnTo>
                  <a:pt x="96" y="228"/>
                </a:lnTo>
                <a:lnTo>
                  <a:pt x="97" y="228"/>
                </a:lnTo>
                <a:lnTo>
                  <a:pt x="98" y="229"/>
                </a:lnTo>
                <a:lnTo>
                  <a:pt x="98" y="228"/>
                </a:lnTo>
                <a:lnTo>
                  <a:pt x="99" y="227"/>
                </a:lnTo>
                <a:lnTo>
                  <a:pt x="99" y="226"/>
                </a:lnTo>
                <a:lnTo>
                  <a:pt x="100" y="226"/>
                </a:lnTo>
                <a:lnTo>
                  <a:pt x="100" y="227"/>
                </a:lnTo>
                <a:lnTo>
                  <a:pt x="101" y="227"/>
                </a:lnTo>
                <a:lnTo>
                  <a:pt x="101" y="228"/>
                </a:lnTo>
                <a:lnTo>
                  <a:pt x="102" y="228"/>
                </a:lnTo>
                <a:lnTo>
                  <a:pt x="103" y="228"/>
                </a:lnTo>
                <a:lnTo>
                  <a:pt x="104" y="228"/>
                </a:lnTo>
                <a:lnTo>
                  <a:pt x="105" y="227"/>
                </a:lnTo>
                <a:lnTo>
                  <a:pt x="105" y="226"/>
                </a:lnTo>
                <a:lnTo>
                  <a:pt x="106" y="226"/>
                </a:lnTo>
                <a:lnTo>
                  <a:pt x="106" y="225"/>
                </a:lnTo>
                <a:lnTo>
                  <a:pt x="107" y="225"/>
                </a:lnTo>
                <a:lnTo>
                  <a:pt x="107" y="224"/>
                </a:lnTo>
                <a:lnTo>
                  <a:pt x="108" y="224"/>
                </a:lnTo>
                <a:lnTo>
                  <a:pt x="108" y="223"/>
                </a:lnTo>
                <a:lnTo>
                  <a:pt x="109" y="223"/>
                </a:lnTo>
                <a:lnTo>
                  <a:pt x="110" y="223"/>
                </a:lnTo>
                <a:lnTo>
                  <a:pt x="111" y="223"/>
                </a:lnTo>
                <a:lnTo>
                  <a:pt x="112" y="223"/>
                </a:lnTo>
                <a:lnTo>
                  <a:pt x="112" y="224"/>
                </a:lnTo>
                <a:lnTo>
                  <a:pt x="113" y="225"/>
                </a:lnTo>
                <a:lnTo>
                  <a:pt x="113" y="224"/>
                </a:lnTo>
                <a:lnTo>
                  <a:pt x="114" y="224"/>
                </a:lnTo>
                <a:lnTo>
                  <a:pt x="114" y="225"/>
                </a:lnTo>
                <a:lnTo>
                  <a:pt x="115" y="224"/>
                </a:lnTo>
                <a:lnTo>
                  <a:pt x="115" y="223"/>
                </a:lnTo>
                <a:lnTo>
                  <a:pt x="116" y="222"/>
                </a:lnTo>
                <a:lnTo>
                  <a:pt x="116" y="221"/>
                </a:lnTo>
                <a:lnTo>
                  <a:pt x="116" y="220"/>
                </a:lnTo>
                <a:lnTo>
                  <a:pt x="117" y="219"/>
                </a:lnTo>
                <a:lnTo>
                  <a:pt x="117" y="218"/>
                </a:lnTo>
                <a:lnTo>
                  <a:pt x="118" y="218"/>
                </a:lnTo>
                <a:lnTo>
                  <a:pt x="118" y="219"/>
                </a:lnTo>
                <a:lnTo>
                  <a:pt x="118" y="218"/>
                </a:lnTo>
                <a:lnTo>
                  <a:pt x="119" y="218"/>
                </a:lnTo>
                <a:lnTo>
                  <a:pt x="120" y="217"/>
                </a:lnTo>
                <a:lnTo>
                  <a:pt x="121" y="216"/>
                </a:lnTo>
                <a:lnTo>
                  <a:pt x="121" y="215"/>
                </a:lnTo>
                <a:lnTo>
                  <a:pt x="122" y="214"/>
                </a:lnTo>
                <a:lnTo>
                  <a:pt x="123" y="214"/>
                </a:lnTo>
                <a:lnTo>
                  <a:pt x="123" y="213"/>
                </a:lnTo>
                <a:lnTo>
                  <a:pt x="124" y="214"/>
                </a:lnTo>
                <a:lnTo>
                  <a:pt x="126" y="213"/>
                </a:lnTo>
                <a:lnTo>
                  <a:pt x="127" y="212"/>
                </a:lnTo>
                <a:lnTo>
                  <a:pt x="127" y="211"/>
                </a:lnTo>
                <a:lnTo>
                  <a:pt x="128" y="211"/>
                </a:lnTo>
                <a:lnTo>
                  <a:pt x="128" y="210"/>
                </a:lnTo>
                <a:lnTo>
                  <a:pt x="127" y="210"/>
                </a:lnTo>
                <a:lnTo>
                  <a:pt x="127" y="209"/>
                </a:lnTo>
                <a:lnTo>
                  <a:pt x="127" y="208"/>
                </a:lnTo>
                <a:lnTo>
                  <a:pt x="127" y="207"/>
                </a:lnTo>
                <a:lnTo>
                  <a:pt x="126" y="207"/>
                </a:lnTo>
                <a:lnTo>
                  <a:pt x="126" y="206"/>
                </a:lnTo>
                <a:lnTo>
                  <a:pt x="126" y="205"/>
                </a:lnTo>
                <a:lnTo>
                  <a:pt x="126" y="204"/>
                </a:lnTo>
                <a:lnTo>
                  <a:pt x="126" y="203"/>
                </a:lnTo>
                <a:lnTo>
                  <a:pt x="127" y="202"/>
                </a:lnTo>
                <a:lnTo>
                  <a:pt x="127" y="201"/>
                </a:lnTo>
                <a:lnTo>
                  <a:pt x="128" y="201"/>
                </a:lnTo>
                <a:lnTo>
                  <a:pt x="128" y="200"/>
                </a:lnTo>
                <a:lnTo>
                  <a:pt x="129" y="199"/>
                </a:lnTo>
                <a:lnTo>
                  <a:pt x="130" y="198"/>
                </a:lnTo>
                <a:lnTo>
                  <a:pt x="131" y="198"/>
                </a:lnTo>
                <a:lnTo>
                  <a:pt x="131" y="197"/>
                </a:lnTo>
                <a:lnTo>
                  <a:pt x="131" y="196"/>
                </a:lnTo>
                <a:lnTo>
                  <a:pt x="132" y="195"/>
                </a:lnTo>
                <a:lnTo>
                  <a:pt x="132" y="194"/>
                </a:lnTo>
                <a:lnTo>
                  <a:pt x="133" y="194"/>
                </a:lnTo>
                <a:lnTo>
                  <a:pt x="134" y="194"/>
                </a:lnTo>
                <a:lnTo>
                  <a:pt x="135" y="193"/>
                </a:lnTo>
                <a:lnTo>
                  <a:pt x="135" y="192"/>
                </a:lnTo>
                <a:lnTo>
                  <a:pt x="137" y="190"/>
                </a:lnTo>
                <a:lnTo>
                  <a:pt x="137" y="189"/>
                </a:lnTo>
                <a:lnTo>
                  <a:pt x="138" y="188"/>
                </a:lnTo>
                <a:lnTo>
                  <a:pt x="138" y="187"/>
                </a:lnTo>
                <a:lnTo>
                  <a:pt x="138" y="186"/>
                </a:lnTo>
                <a:lnTo>
                  <a:pt x="139" y="185"/>
                </a:lnTo>
                <a:lnTo>
                  <a:pt x="139" y="184"/>
                </a:lnTo>
                <a:lnTo>
                  <a:pt x="140" y="184"/>
                </a:lnTo>
                <a:lnTo>
                  <a:pt x="140" y="181"/>
                </a:lnTo>
                <a:lnTo>
                  <a:pt x="140" y="180"/>
                </a:lnTo>
                <a:lnTo>
                  <a:pt x="139" y="180"/>
                </a:lnTo>
                <a:lnTo>
                  <a:pt x="138" y="180"/>
                </a:lnTo>
                <a:lnTo>
                  <a:pt x="139" y="180"/>
                </a:lnTo>
                <a:lnTo>
                  <a:pt x="138" y="179"/>
                </a:lnTo>
                <a:lnTo>
                  <a:pt x="137" y="179"/>
                </a:lnTo>
                <a:lnTo>
                  <a:pt x="136" y="179"/>
                </a:lnTo>
                <a:lnTo>
                  <a:pt x="135" y="179"/>
                </a:lnTo>
                <a:lnTo>
                  <a:pt x="135" y="178"/>
                </a:lnTo>
                <a:lnTo>
                  <a:pt x="136" y="178"/>
                </a:lnTo>
                <a:lnTo>
                  <a:pt x="136" y="176"/>
                </a:lnTo>
                <a:lnTo>
                  <a:pt x="135" y="176"/>
                </a:lnTo>
                <a:lnTo>
                  <a:pt x="134" y="176"/>
                </a:lnTo>
                <a:lnTo>
                  <a:pt x="133" y="176"/>
                </a:lnTo>
                <a:lnTo>
                  <a:pt x="132" y="176"/>
                </a:lnTo>
                <a:lnTo>
                  <a:pt x="131" y="176"/>
                </a:lnTo>
                <a:lnTo>
                  <a:pt x="130" y="175"/>
                </a:lnTo>
                <a:lnTo>
                  <a:pt x="130" y="174"/>
                </a:lnTo>
                <a:lnTo>
                  <a:pt x="130" y="173"/>
                </a:lnTo>
                <a:lnTo>
                  <a:pt x="130" y="172"/>
                </a:lnTo>
                <a:lnTo>
                  <a:pt x="130" y="171"/>
                </a:lnTo>
                <a:lnTo>
                  <a:pt x="130" y="170"/>
                </a:lnTo>
                <a:lnTo>
                  <a:pt x="129" y="169"/>
                </a:lnTo>
                <a:lnTo>
                  <a:pt x="129" y="168"/>
                </a:lnTo>
                <a:lnTo>
                  <a:pt x="130" y="168"/>
                </a:lnTo>
                <a:lnTo>
                  <a:pt x="130" y="167"/>
                </a:lnTo>
                <a:lnTo>
                  <a:pt x="130" y="166"/>
                </a:lnTo>
                <a:lnTo>
                  <a:pt x="131" y="165"/>
                </a:lnTo>
                <a:lnTo>
                  <a:pt x="132" y="164"/>
                </a:lnTo>
                <a:lnTo>
                  <a:pt x="132" y="163"/>
                </a:lnTo>
                <a:lnTo>
                  <a:pt x="132" y="162"/>
                </a:lnTo>
                <a:lnTo>
                  <a:pt x="133" y="162"/>
                </a:lnTo>
                <a:lnTo>
                  <a:pt x="133" y="161"/>
                </a:lnTo>
                <a:lnTo>
                  <a:pt x="132" y="160"/>
                </a:lnTo>
                <a:lnTo>
                  <a:pt x="131" y="159"/>
                </a:lnTo>
                <a:lnTo>
                  <a:pt x="131" y="158"/>
                </a:lnTo>
                <a:lnTo>
                  <a:pt x="131" y="157"/>
                </a:lnTo>
                <a:lnTo>
                  <a:pt x="130" y="157"/>
                </a:lnTo>
                <a:lnTo>
                  <a:pt x="129" y="157"/>
                </a:lnTo>
                <a:lnTo>
                  <a:pt x="129" y="156"/>
                </a:lnTo>
                <a:lnTo>
                  <a:pt x="128" y="155"/>
                </a:lnTo>
                <a:lnTo>
                  <a:pt x="129" y="154"/>
                </a:lnTo>
                <a:lnTo>
                  <a:pt x="129" y="153"/>
                </a:lnTo>
                <a:lnTo>
                  <a:pt x="128" y="153"/>
                </a:lnTo>
                <a:lnTo>
                  <a:pt x="128" y="152"/>
                </a:lnTo>
                <a:lnTo>
                  <a:pt x="128" y="151"/>
                </a:lnTo>
                <a:lnTo>
                  <a:pt x="129" y="151"/>
                </a:lnTo>
                <a:lnTo>
                  <a:pt x="129" y="150"/>
                </a:lnTo>
                <a:lnTo>
                  <a:pt x="128" y="149"/>
                </a:lnTo>
                <a:lnTo>
                  <a:pt x="127" y="149"/>
                </a:lnTo>
                <a:lnTo>
                  <a:pt x="127" y="148"/>
                </a:lnTo>
                <a:lnTo>
                  <a:pt x="127" y="147"/>
                </a:lnTo>
                <a:lnTo>
                  <a:pt x="127" y="144"/>
                </a:lnTo>
                <a:lnTo>
                  <a:pt x="126" y="143"/>
                </a:lnTo>
                <a:lnTo>
                  <a:pt x="125" y="143"/>
                </a:lnTo>
                <a:lnTo>
                  <a:pt x="124" y="142"/>
                </a:lnTo>
                <a:lnTo>
                  <a:pt x="124" y="141"/>
                </a:lnTo>
                <a:lnTo>
                  <a:pt x="123" y="140"/>
                </a:lnTo>
                <a:lnTo>
                  <a:pt x="122" y="141"/>
                </a:lnTo>
                <a:lnTo>
                  <a:pt x="122" y="142"/>
                </a:lnTo>
                <a:lnTo>
                  <a:pt x="121" y="143"/>
                </a:lnTo>
                <a:lnTo>
                  <a:pt x="121" y="144"/>
                </a:lnTo>
                <a:lnTo>
                  <a:pt x="120" y="144"/>
                </a:lnTo>
                <a:lnTo>
                  <a:pt x="120" y="143"/>
                </a:lnTo>
                <a:lnTo>
                  <a:pt x="119" y="143"/>
                </a:lnTo>
                <a:lnTo>
                  <a:pt x="119" y="144"/>
                </a:lnTo>
                <a:lnTo>
                  <a:pt x="118" y="144"/>
                </a:lnTo>
                <a:lnTo>
                  <a:pt x="117" y="143"/>
                </a:lnTo>
                <a:lnTo>
                  <a:pt x="116" y="143"/>
                </a:lnTo>
                <a:lnTo>
                  <a:pt x="115" y="143"/>
                </a:lnTo>
                <a:lnTo>
                  <a:pt x="115" y="142"/>
                </a:lnTo>
                <a:lnTo>
                  <a:pt x="115" y="141"/>
                </a:lnTo>
                <a:lnTo>
                  <a:pt x="115" y="140"/>
                </a:lnTo>
                <a:lnTo>
                  <a:pt x="115" y="139"/>
                </a:lnTo>
                <a:lnTo>
                  <a:pt x="115" y="138"/>
                </a:lnTo>
                <a:lnTo>
                  <a:pt x="115" y="137"/>
                </a:lnTo>
                <a:lnTo>
                  <a:pt x="115" y="136"/>
                </a:lnTo>
                <a:lnTo>
                  <a:pt x="114" y="136"/>
                </a:lnTo>
                <a:lnTo>
                  <a:pt x="113" y="136"/>
                </a:lnTo>
                <a:lnTo>
                  <a:pt x="114" y="135"/>
                </a:lnTo>
                <a:lnTo>
                  <a:pt x="114" y="134"/>
                </a:lnTo>
                <a:lnTo>
                  <a:pt x="113" y="134"/>
                </a:lnTo>
                <a:lnTo>
                  <a:pt x="112" y="134"/>
                </a:lnTo>
                <a:lnTo>
                  <a:pt x="112" y="133"/>
                </a:lnTo>
                <a:lnTo>
                  <a:pt x="112" y="132"/>
                </a:lnTo>
                <a:lnTo>
                  <a:pt x="112" y="131"/>
                </a:lnTo>
                <a:lnTo>
                  <a:pt x="113" y="131"/>
                </a:lnTo>
                <a:lnTo>
                  <a:pt x="113" y="132"/>
                </a:lnTo>
                <a:lnTo>
                  <a:pt x="114" y="131"/>
                </a:lnTo>
                <a:lnTo>
                  <a:pt x="114" y="130"/>
                </a:lnTo>
                <a:lnTo>
                  <a:pt x="114" y="129"/>
                </a:lnTo>
                <a:lnTo>
                  <a:pt x="114" y="128"/>
                </a:lnTo>
                <a:lnTo>
                  <a:pt x="114" y="127"/>
                </a:lnTo>
                <a:lnTo>
                  <a:pt x="115" y="127"/>
                </a:lnTo>
                <a:lnTo>
                  <a:pt x="115" y="126"/>
                </a:lnTo>
                <a:lnTo>
                  <a:pt x="116" y="126"/>
                </a:lnTo>
                <a:lnTo>
                  <a:pt x="117" y="125"/>
                </a:lnTo>
                <a:lnTo>
                  <a:pt x="119" y="126"/>
                </a:lnTo>
                <a:lnTo>
                  <a:pt x="120" y="127"/>
                </a:lnTo>
                <a:lnTo>
                  <a:pt x="121" y="128"/>
                </a:lnTo>
                <a:lnTo>
                  <a:pt x="121" y="129"/>
                </a:lnTo>
                <a:lnTo>
                  <a:pt x="122" y="130"/>
                </a:lnTo>
                <a:lnTo>
                  <a:pt x="123" y="131"/>
                </a:lnTo>
                <a:lnTo>
                  <a:pt x="124" y="131"/>
                </a:lnTo>
                <a:lnTo>
                  <a:pt x="125" y="131"/>
                </a:lnTo>
                <a:lnTo>
                  <a:pt x="125" y="130"/>
                </a:lnTo>
                <a:lnTo>
                  <a:pt x="126" y="130"/>
                </a:lnTo>
                <a:lnTo>
                  <a:pt x="125" y="130"/>
                </a:lnTo>
                <a:lnTo>
                  <a:pt x="125" y="129"/>
                </a:lnTo>
                <a:lnTo>
                  <a:pt x="125" y="128"/>
                </a:lnTo>
                <a:lnTo>
                  <a:pt x="126" y="128"/>
                </a:lnTo>
                <a:lnTo>
                  <a:pt x="125" y="128"/>
                </a:lnTo>
                <a:lnTo>
                  <a:pt x="125" y="127"/>
                </a:lnTo>
                <a:lnTo>
                  <a:pt x="125" y="126"/>
                </a:lnTo>
                <a:lnTo>
                  <a:pt x="124" y="126"/>
                </a:lnTo>
                <a:lnTo>
                  <a:pt x="124" y="125"/>
                </a:lnTo>
                <a:lnTo>
                  <a:pt x="123" y="125"/>
                </a:lnTo>
                <a:lnTo>
                  <a:pt x="124" y="124"/>
                </a:lnTo>
                <a:lnTo>
                  <a:pt x="124" y="123"/>
                </a:lnTo>
                <a:lnTo>
                  <a:pt x="124" y="122"/>
                </a:lnTo>
                <a:lnTo>
                  <a:pt x="125" y="121"/>
                </a:lnTo>
                <a:lnTo>
                  <a:pt x="126" y="121"/>
                </a:lnTo>
                <a:lnTo>
                  <a:pt x="126" y="120"/>
                </a:lnTo>
                <a:lnTo>
                  <a:pt x="127" y="121"/>
                </a:lnTo>
                <a:lnTo>
                  <a:pt x="128" y="121"/>
                </a:lnTo>
                <a:lnTo>
                  <a:pt x="129" y="121"/>
                </a:lnTo>
                <a:lnTo>
                  <a:pt x="130" y="121"/>
                </a:lnTo>
                <a:lnTo>
                  <a:pt x="131" y="121"/>
                </a:lnTo>
                <a:lnTo>
                  <a:pt x="132" y="122"/>
                </a:lnTo>
                <a:lnTo>
                  <a:pt x="133" y="122"/>
                </a:lnTo>
                <a:lnTo>
                  <a:pt x="134" y="122"/>
                </a:lnTo>
                <a:lnTo>
                  <a:pt x="135" y="121"/>
                </a:lnTo>
                <a:lnTo>
                  <a:pt x="136" y="121"/>
                </a:lnTo>
                <a:lnTo>
                  <a:pt x="137" y="121"/>
                </a:lnTo>
                <a:lnTo>
                  <a:pt x="137" y="120"/>
                </a:lnTo>
                <a:lnTo>
                  <a:pt x="137" y="119"/>
                </a:lnTo>
                <a:lnTo>
                  <a:pt x="137" y="118"/>
                </a:lnTo>
                <a:lnTo>
                  <a:pt x="137" y="117"/>
                </a:lnTo>
                <a:lnTo>
                  <a:pt x="137" y="116"/>
                </a:lnTo>
                <a:lnTo>
                  <a:pt x="138" y="116"/>
                </a:lnTo>
                <a:lnTo>
                  <a:pt x="139" y="116"/>
                </a:lnTo>
                <a:lnTo>
                  <a:pt x="139" y="115"/>
                </a:lnTo>
                <a:lnTo>
                  <a:pt x="140" y="115"/>
                </a:lnTo>
                <a:lnTo>
                  <a:pt x="141" y="115"/>
                </a:lnTo>
                <a:lnTo>
                  <a:pt x="142" y="115"/>
                </a:lnTo>
                <a:lnTo>
                  <a:pt x="142" y="114"/>
                </a:lnTo>
                <a:lnTo>
                  <a:pt x="143" y="113"/>
                </a:lnTo>
                <a:lnTo>
                  <a:pt x="144" y="113"/>
                </a:lnTo>
                <a:lnTo>
                  <a:pt x="144" y="114"/>
                </a:lnTo>
                <a:lnTo>
                  <a:pt x="144" y="113"/>
                </a:lnTo>
                <a:lnTo>
                  <a:pt x="144" y="112"/>
                </a:lnTo>
                <a:lnTo>
                  <a:pt x="144" y="111"/>
                </a:lnTo>
                <a:lnTo>
                  <a:pt x="145" y="110"/>
                </a:lnTo>
                <a:lnTo>
                  <a:pt x="146" y="110"/>
                </a:lnTo>
                <a:lnTo>
                  <a:pt x="146" y="109"/>
                </a:lnTo>
                <a:lnTo>
                  <a:pt x="145" y="109"/>
                </a:lnTo>
                <a:lnTo>
                  <a:pt x="145" y="107"/>
                </a:lnTo>
                <a:lnTo>
                  <a:pt x="146" y="107"/>
                </a:lnTo>
                <a:lnTo>
                  <a:pt x="147" y="107"/>
                </a:lnTo>
                <a:lnTo>
                  <a:pt x="148" y="107"/>
                </a:lnTo>
                <a:lnTo>
                  <a:pt x="148" y="106"/>
                </a:lnTo>
                <a:lnTo>
                  <a:pt x="149" y="106"/>
                </a:lnTo>
                <a:lnTo>
                  <a:pt x="149" y="105"/>
                </a:lnTo>
                <a:lnTo>
                  <a:pt x="149" y="104"/>
                </a:lnTo>
                <a:lnTo>
                  <a:pt x="149" y="103"/>
                </a:lnTo>
                <a:lnTo>
                  <a:pt x="148" y="103"/>
                </a:lnTo>
                <a:lnTo>
                  <a:pt x="147" y="102"/>
                </a:lnTo>
                <a:lnTo>
                  <a:pt x="148" y="101"/>
                </a:lnTo>
                <a:lnTo>
                  <a:pt x="147" y="100"/>
                </a:lnTo>
                <a:lnTo>
                  <a:pt x="148" y="99"/>
                </a:lnTo>
                <a:lnTo>
                  <a:pt x="148" y="98"/>
                </a:lnTo>
                <a:lnTo>
                  <a:pt x="148" y="97"/>
                </a:lnTo>
                <a:lnTo>
                  <a:pt x="147" y="97"/>
                </a:lnTo>
                <a:lnTo>
                  <a:pt x="147" y="96"/>
                </a:lnTo>
                <a:lnTo>
                  <a:pt x="146" y="96"/>
                </a:lnTo>
                <a:lnTo>
                  <a:pt x="146" y="95"/>
                </a:lnTo>
                <a:lnTo>
                  <a:pt x="145" y="95"/>
                </a:lnTo>
                <a:lnTo>
                  <a:pt x="144" y="95"/>
                </a:lnTo>
                <a:lnTo>
                  <a:pt x="144" y="94"/>
                </a:lnTo>
                <a:lnTo>
                  <a:pt x="144" y="93"/>
                </a:lnTo>
                <a:lnTo>
                  <a:pt x="144" y="92"/>
                </a:lnTo>
                <a:lnTo>
                  <a:pt x="144" y="91"/>
                </a:lnTo>
                <a:lnTo>
                  <a:pt x="145" y="91"/>
                </a:lnTo>
                <a:lnTo>
                  <a:pt x="146" y="91"/>
                </a:lnTo>
                <a:lnTo>
                  <a:pt x="147" y="91"/>
                </a:lnTo>
                <a:lnTo>
                  <a:pt x="147" y="90"/>
                </a:lnTo>
                <a:lnTo>
                  <a:pt x="148" y="89"/>
                </a:lnTo>
                <a:lnTo>
                  <a:pt x="148" y="87"/>
                </a:lnTo>
                <a:lnTo>
                  <a:pt x="149" y="87"/>
                </a:lnTo>
                <a:lnTo>
                  <a:pt x="150" y="87"/>
                </a:lnTo>
                <a:lnTo>
                  <a:pt x="150" y="88"/>
                </a:lnTo>
                <a:lnTo>
                  <a:pt x="151" y="88"/>
                </a:lnTo>
                <a:lnTo>
                  <a:pt x="151" y="89"/>
                </a:lnTo>
                <a:lnTo>
                  <a:pt x="151" y="90"/>
                </a:lnTo>
                <a:lnTo>
                  <a:pt x="151" y="91"/>
                </a:lnTo>
                <a:lnTo>
                  <a:pt x="151" y="92"/>
                </a:lnTo>
                <a:lnTo>
                  <a:pt x="152" y="92"/>
                </a:lnTo>
                <a:lnTo>
                  <a:pt x="152" y="93"/>
                </a:lnTo>
                <a:lnTo>
                  <a:pt x="153" y="93"/>
                </a:lnTo>
                <a:lnTo>
                  <a:pt x="153" y="92"/>
                </a:lnTo>
                <a:lnTo>
                  <a:pt x="154" y="92"/>
                </a:lnTo>
                <a:lnTo>
                  <a:pt x="153" y="91"/>
                </a:lnTo>
                <a:lnTo>
                  <a:pt x="154" y="91"/>
                </a:lnTo>
                <a:lnTo>
                  <a:pt x="154" y="90"/>
                </a:lnTo>
                <a:lnTo>
                  <a:pt x="154" y="89"/>
                </a:lnTo>
                <a:lnTo>
                  <a:pt x="155" y="88"/>
                </a:lnTo>
                <a:lnTo>
                  <a:pt x="156" y="87"/>
                </a:lnTo>
                <a:lnTo>
                  <a:pt x="157" y="87"/>
                </a:lnTo>
                <a:lnTo>
                  <a:pt x="158" y="87"/>
                </a:lnTo>
                <a:lnTo>
                  <a:pt x="159" y="86"/>
                </a:lnTo>
                <a:lnTo>
                  <a:pt x="160" y="86"/>
                </a:lnTo>
                <a:lnTo>
                  <a:pt x="161" y="86"/>
                </a:lnTo>
                <a:lnTo>
                  <a:pt x="161" y="85"/>
                </a:lnTo>
                <a:lnTo>
                  <a:pt x="162" y="84"/>
                </a:lnTo>
                <a:lnTo>
                  <a:pt x="163" y="83"/>
                </a:lnTo>
                <a:lnTo>
                  <a:pt x="163" y="82"/>
                </a:lnTo>
                <a:lnTo>
                  <a:pt x="163" y="81"/>
                </a:lnTo>
                <a:lnTo>
                  <a:pt x="164" y="81"/>
                </a:lnTo>
                <a:lnTo>
                  <a:pt x="164" y="80"/>
                </a:lnTo>
                <a:lnTo>
                  <a:pt x="164" y="79"/>
                </a:lnTo>
                <a:lnTo>
                  <a:pt x="165" y="79"/>
                </a:lnTo>
                <a:lnTo>
                  <a:pt x="165" y="78"/>
                </a:lnTo>
                <a:lnTo>
                  <a:pt x="166" y="78"/>
                </a:lnTo>
                <a:lnTo>
                  <a:pt x="166" y="77"/>
                </a:lnTo>
                <a:lnTo>
                  <a:pt x="167" y="78"/>
                </a:lnTo>
                <a:lnTo>
                  <a:pt x="167" y="79"/>
                </a:lnTo>
                <a:lnTo>
                  <a:pt x="168" y="79"/>
                </a:lnTo>
                <a:lnTo>
                  <a:pt x="169" y="79"/>
                </a:lnTo>
                <a:lnTo>
                  <a:pt x="169" y="78"/>
                </a:lnTo>
                <a:lnTo>
                  <a:pt x="171" y="76"/>
                </a:lnTo>
                <a:lnTo>
                  <a:pt x="172" y="75"/>
                </a:lnTo>
                <a:lnTo>
                  <a:pt x="172" y="74"/>
                </a:lnTo>
                <a:lnTo>
                  <a:pt x="172" y="73"/>
                </a:lnTo>
                <a:lnTo>
                  <a:pt x="172" y="72"/>
                </a:lnTo>
                <a:lnTo>
                  <a:pt x="173" y="72"/>
                </a:lnTo>
                <a:lnTo>
                  <a:pt x="173" y="71"/>
                </a:lnTo>
                <a:lnTo>
                  <a:pt x="173" y="70"/>
                </a:lnTo>
                <a:lnTo>
                  <a:pt x="174" y="70"/>
                </a:lnTo>
                <a:lnTo>
                  <a:pt x="175" y="71"/>
                </a:lnTo>
                <a:lnTo>
                  <a:pt x="175" y="72"/>
                </a:lnTo>
                <a:lnTo>
                  <a:pt x="176" y="72"/>
                </a:lnTo>
                <a:lnTo>
                  <a:pt x="177" y="72"/>
                </a:lnTo>
                <a:lnTo>
                  <a:pt x="178" y="72"/>
                </a:lnTo>
                <a:lnTo>
                  <a:pt x="179" y="73"/>
                </a:lnTo>
                <a:lnTo>
                  <a:pt x="180" y="74"/>
                </a:lnTo>
                <a:lnTo>
                  <a:pt x="179" y="75"/>
                </a:lnTo>
                <a:lnTo>
                  <a:pt x="179" y="76"/>
                </a:lnTo>
                <a:lnTo>
                  <a:pt x="180" y="77"/>
                </a:lnTo>
                <a:lnTo>
                  <a:pt x="181" y="77"/>
                </a:lnTo>
                <a:lnTo>
                  <a:pt x="181" y="76"/>
                </a:lnTo>
                <a:lnTo>
                  <a:pt x="181" y="75"/>
                </a:lnTo>
                <a:lnTo>
                  <a:pt x="182" y="75"/>
                </a:lnTo>
                <a:lnTo>
                  <a:pt x="183" y="75"/>
                </a:lnTo>
                <a:lnTo>
                  <a:pt x="183" y="76"/>
                </a:lnTo>
                <a:lnTo>
                  <a:pt x="183" y="77"/>
                </a:lnTo>
                <a:lnTo>
                  <a:pt x="183" y="78"/>
                </a:lnTo>
                <a:lnTo>
                  <a:pt x="183" y="79"/>
                </a:lnTo>
                <a:lnTo>
                  <a:pt x="184" y="79"/>
                </a:lnTo>
                <a:lnTo>
                  <a:pt x="183" y="80"/>
                </a:lnTo>
                <a:lnTo>
                  <a:pt x="183" y="81"/>
                </a:lnTo>
                <a:lnTo>
                  <a:pt x="184" y="81"/>
                </a:lnTo>
                <a:lnTo>
                  <a:pt x="185" y="82"/>
                </a:lnTo>
                <a:lnTo>
                  <a:pt x="185" y="83"/>
                </a:lnTo>
                <a:lnTo>
                  <a:pt x="186" y="83"/>
                </a:lnTo>
                <a:lnTo>
                  <a:pt x="186" y="84"/>
                </a:lnTo>
                <a:lnTo>
                  <a:pt x="186" y="85"/>
                </a:lnTo>
                <a:lnTo>
                  <a:pt x="186" y="86"/>
                </a:lnTo>
                <a:lnTo>
                  <a:pt x="187" y="87"/>
                </a:lnTo>
                <a:lnTo>
                  <a:pt x="188" y="87"/>
                </a:lnTo>
                <a:lnTo>
                  <a:pt x="189" y="87"/>
                </a:lnTo>
                <a:lnTo>
                  <a:pt x="190" y="87"/>
                </a:lnTo>
                <a:lnTo>
                  <a:pt x="190" y="88"/>
                </a:lnTo>
                <a:lnTo>
                  <a:pt x="191" y="88"/>
                </a:lnTo>
                <a:lnTo>
                  <a:pt x="193" y="88"/>
                </a:lnTo>
                <a:lnTo>
                  <a:pt x="193" y="89"/>
                </a:lnTo>
                <a:lnTo>
                  <a:pt x="194" y="89"/>
                </a:lnTo>
                <a:lnTo>
                  <a:pt x="195" y="89"/>
                </a:lnTo>
                <a:lnTo>
                  <a:pt x="196" y="90"/>
                </a:lnTo>
                <a:lnTo>
                  <a:pt x="196" y="91"/>
                </a:lnTo>
                <a:lnTo>
                  <a:pt x="197" y="92"/>
                </a:lnTo>
                <a:lnTo>
                  <a:pt x="198" y="92"/>
                </a:lnTo>
                <a:lnTo>
                  <a:pt x="198" y="91"/>
                </a:lnTo>
                <a:lnTo>
                  <a:pt x="199" y="91"/>
                </a:lnTo>
                <a:lnTo>
                  <a:pt x="200" y="90"/>
                </a:lnTo>
                <a:lnTo>
                  <a:pt x="201" y="91"/>
                </a:lnTo>
                <a:lnTo>
                  <a:pt x="202" y="92"/>
                </a:lnTo>
                <a:lnTo>
                  <a:pt x="202" y="93"/>
                </a:lnTo>
                <a:lnTo>
                  <a:pt x="203" y="93"/>
                </a:lnTo>
                <a:lnTo>
                  <a:pt x="204" y="94"/>
                </a:lnTo>
                <a:lnTo>
                  <a:pt x="205" y="94"/>
                </a:lnTo>
                <a:lnTo>
                  <a:pt x="206" y="94"/>
                </a:lnTo>
                <a:lnTo>
                  <a:pt x="206" y="93"/>
                </a:lnTo>
                <a:lnTo>
                  <a:pt x="207" y="93"/>
                </a:lnTo>
                <a:lnTo>
                  <a:pt x="207" y="92"/>
                </a:lnTo>
                <a:lnTo>
                  <a:pt x="207" y="91"/>
                </a:lnTo>
                <a:lnTo>
                  <a:pt x="208" y="90"/>
                </a:lnTo>
                <a:lnTo>
                  <a:pt x="208" y="89"/>
                </a:lnTo>
                <a:lnTo>
                  <a:pt x="209" y="89"/>
                </a:lnTo>
                <a:lnTo>
                  <a:pt x="210" y="89"/>
                </a:lnTo>
                <a:lnTo>
                  <a:pt x="210" y="88"/>
                </a:lnTo>
                <a:lnTo>
                  <a:pt x="210" y="87"/>
                </a:lnTo>
                <a:lnTo>
                  <a:pt x="210" y="86"/>
                </a:lnTo>
                <a:lnTo>
                  <a:pt x="211" y="86"/>
                </a:lnTo>
                <a:lnTo>
                  <a:pt x="211" y="85"/>
                </a:lnTo>
                <a:lnTo>
                  <a:pt x="210" y="85"/>
                </a:lnTo>
                <a:lnTo>
                  <a:pt x="210" y="84"/>
                </a:lnTo>
                <a:lnTo>
                  <a:pt x="210" y="83"/>
                </a:lnTo>
                <a:lnTo>
                  <a:pt x="210" y="82"/>
                </a:lnTo>
                <a:lnTo>
                  <a:pt x="211" y="81"/>
                </a:lnTo>
                <a:lnTo>
                  <a:pt x="210" y="81"/>
                </a:lnTo>
                <a:lnTo>
                  <a:pt x="210" y="80"/>
                </a:lnTo>
                <a:lnTo>
                  <a:pt x="210" y="79"/>
                </a:lnTo>
                <a:lnTo>
                  <a:pt x="211" y="79"/>
                </a:lnTo>
                <a:lnTo>
                  <a:pt x="211" y="78"/>
                </a:lnTo>
                <a:lnTo>
                  <a:pt x="212" y="78"/>
                </a:lnTo>
                <a:lnTo>
                  <a:pt x="211" y="78"/>
                </a:lnTo>
                <a:lnTo>
                  <a:pt x="211" y="77"/>
                </a:lnTo>
                <a:lnTo>
                  <a:pt x="212" y="77"/>
                </a:lnTo>
                <a:lnTo>
                  <a:pt x="213" y="77"/>
                </a:lnTo>
                <a:lnTo>
                  <a:pt x="213" y="76"/>
                </a:lnTo>
                <a:lnTo>
                  <a:pt x="213" y="75"/>
                </a:lnTo>
                <a:lnTo>
                  <a:pt x="214" y="75"/>
                </a:lnTo>
                <a:lnTo>
                  <a:pt x="214" y="74"/>
                </a:lnTo>
                <a:lnTo>
                  <a:pt x="215" y="74"/>
                </a:lnTo>
                <a:lnTo>
                  <a:pt x="216" y="74"/>
                </a:lnTo>
                <a:lnTo>
                  <a:pt x="216" y="73"/>
                </a:lnTo>
                <a:lnTo>
                  <a:pt x="217" y="72"/>
                </a:lnTo>
                <a:lnTo>
                  <a:pt x="218" y="71"/>
                </a:lnTo>
                <a:lnTo>
                  <a:pt x="218" y="70"/>
                </a:lnTo>
                <a:lnTo>
                  <a:pt x="219" y="70"/>
                </a:lnTo>
                <a:lnTo>
                  <a:pt x="219" y="71"/>
                </a:lnTo>
                <a:lnTo>
                  <a:pt x="219" y="72"/>
                </a:lnTo>
                <a:lnTo>
                  <a:pt x="220" y="72"/>
                </a:lnTo>
                <a:lnTo>
                  <a:pt x="220" y="71"/>
                </a:lnTo>
                <a:lnTo>
                  <a:pt x="221" y="71"/>
                </a:lnTo>
                <a:lnTo>
                  <a:pt x="221" y="70"/>
                </a:lnTo>
                <a:lnTo>
                  <a:pt x="222" y="70"/>
                </a:lnTo>
                <a:lnTo>
                  <a:pt x="223" y="70"/>
                </a:lnTo>
                <a:lnTo>
                  <a:pt x="224" y="70"/>
                </a:lnTo>
                <a:lnTo>
                  <a:pt x="224" y="69"/>
                </a:lnTo>
                <a:lnTo>
                  <a:pt x="225" y="69"/>
                </a:lnTo>
                <a:lnTo>
                  <a:pt x="226" y="68"/>
                </a:lnTo>
                <a:lnTo>
                  <a:pt x="226" y="67"/>
                </a:lnTo>
                <a:lnTo>
                  <a:pt x="227" y="66"/>
                </a:lnTo>
                <a:lnTo>
                  <a:pt x="228" y="66"/>
                </a:lnTo>
                <a:lnTo>
                  <a:pt x="228" y="65"/>
                </a:lnTo>
                <a:lnTo>
                  <a:pt x="229" y="65"/>
                </a:lnTo>
                <a:lnTo>
                  <a:pt x="230" y="65"/>
                </a:lnTo>
                <a:lnTo>
                  <a:pt x="231" y="65"/>
                </a:lnTo>
                <a:lnTo>
                  <a:pt x="231" y="66"/>
                </a:lnTo>
                <a:lnTo>
                  <a:pt x="232" y="66"/>
                </a:lnTo>
                <a:lnTo>
                  <a:pt x="233" y="66"/>
                </a:lnTo>
                <a:lnTo>
                  <a:pt x="234" y="65"/>
                </a:lnTo>
                <a:lnTo>
                  <a:pt x="235" y="64"/>
                </a:lnTo>
                <a:lnTo>
                  <a:pt x="235" y="63"/>
                </a:lnTo>
                <a:lnTo>
                  <a:pt x="235" y="62"/>
                </a:lnTo>
                <a:lnTo>
                  <a:pt x="235" y="61"/>
                </a:lnTo>
                <a:lnTo>
                  <a:pt x="236" y="61"/>
                </a:lnTo>
                <a:lnTo>
                  <a:pt x="236" y="62"/>
                </a:lnTo>
                <a:lnTo>
                  <a:pt x="237" y="62"/>
                </a:lnTo>
                <a:lnTo>
                  <a:pt x="237" y="63"/>
                </a:lnTo>
                <a:lnTo>
                  <a:pt x="237" y="62"/>
                </a:lnTo>
                <a:lnTo>
                  <a:pt x="238" y="62"/>
                </a:lnTo>
                <a:lnTo>
                  <a:pt x="239" y="62"/>
                </a:lnTo>
                <a:lnTo>
                  <a:pt x="239" y="61"/>
                </a:lnTo>
                <a:lnTo>
                  <a:pt x="240" y="61"/>
                </a:lnTo>
                <a:lnTo>
                  <a:pt x="241" y="61"/>
                </a:lnTo>
                <a:lnTo>
                  <a:pt x="242" y="62"/>
                </a:lnTo>
                <a:lnTo>
                  <a:pt x="243" y="62"/>
                </a:lnTo>
                <a:lnTo>
                  <a:pt x="244" y="62"/>
                </a:lnTo>
                <a:lnTo>
                  <a:pt x="244" y="61"/>
                </a:lnTo>
                <a:lnTo>
                  <a:pt x="245" y="61"/>
                </a:lnTo>
                <a:lnTo>
                  <a:pt x="245" y="62"/>
                </a:lnTo>
                <a:lnTo>
                  <a:pt x="246" y="62"/>
                </a:lnTo>
                <a:lnTo>
                  <a:pt x="246" y="63"/>
                </a:lnTo>
                <a:lnTo>
                  <a:pt x="246" y="64"/>
                </a:lnTo>
                <a:lnTo>
                  <a:pt x="246" y="63"/>
                </a:lnTo>
                <a:lnTo>
                  <a:pt x="247" y="64"/>
                </a:lnTo>
                <a:lnTo>
                  <a:pt x="248" y="64"/>
                </a:lnTo>
                <a:lnTo>
                  <a:pt x="249" y="63"/>
                </a:lnTo>
                <a:lnTo>
                  <a:pt x="249" y="62"/>
                </a:lnTo>
                <a:lnTo>
                  <a:pt x="248" y="61"/>
                </a:lnTo>
                <a:lnTo>
                  <a:pt x="248" y="60"/>
                </a:lnTo>
                <a:lnTo>
                  <a:pt x="248" y="59"/>
                </a:lnTo>
                <a:lnTo>
                  <a:pt x="248" y="58"/>
                </a:lnTo>
                <a:lnTo>
                  <a:pt x="248" y="57"/>
                </a:lnTo>
                <a:lnTo>
                  <a:pt x="249" y="57"/>
                </a:lnTo>
                <a:lnTo>
                  <a:pt x="249" y="56"/>
                </a:lnTo>
                <a:lnTo>
                  <a:pt x="249" y="55"/>
                </a:lnTo>
                <a:lnTo>
                  <a:pt x="250" y="56"/>
                </a:lnTo>
                <a:lnTo>
                  <a:pt x="252" y="56"/>
                </a:lnTo>
                <a:lnTo>
                  <a:pt x="253" y="55"/>
                </a:lnTo>
                <a:lnTo>
                  <a:pt x="252" y="55"/>
                </a:lnTo>
                <a:lnTo>
                  <a:pt x="252" y="54"/>
                </a:lnTo>
                <a:lnTo>
                  <a:pt x="252" y="53"/>
                </a:lnTo>
                <a:lnTo>
                  <a:pt x="251" y="53"/>
                </a:lnTo>
                <a:lnTo>
                  <a:pt x="251" y="51"/>
                </a:lnTo>
                <a:lnTo>
                  <a:pt x="252" y="50"/>
                </a:lnTo>
                <a:lnTo>
                  <a:pt x="253" y="50"/>
                </a:lnTo>
                <a:lnTo>
                  <a:pt x="253" y="49"/>
                </a:lnTo>
                <a:lnTo>
                  <a:pt x="254" y="49"/>
                </a:lnTo>
                <a:lnTo>
                  <a:pt x="254" y="48"/>
                </a:lnTo>
                <a:lnTo>
                  <a:pt x="255" y="48"/>
                </a:lnTo>
                <a:lnTo>
                  <a:pt x="256" y="48"/>
                </a:lnTo>
                <a:lnTo>
                  <a:pt x="257" y="48"/>
                </a:lnTo>
                <a:lnTo>
                  <a:pt x="258" y="48"/>
                </a:lnTo>
                <a:lnTo>
                  <a:pt x="258" y="49"/>
                </a:lnTo>
                <a:lnTo>
                  <a:pt x="259" y="49"/>
                </a:lnTo>
                <a:lnTo>
                  <a:pt x="260" y="49"/>
                </a:lnTo>
                <a:lnTo>
                  <a:pt x="261" y="49"/>
                </a:lnTo>
                <a:lnTo>
                  <a:pt x="262" y="49"/>
                </a:lnTo>
                <a:lnTo>
                  <a:pt x="262" y="48"/>
                </a:lnTo>
                <a:lnTo>
                  <a:pt x="262" y="47"/>
                </a:lnTo>
                <a:lnTo>
                  <a:pt x="263" y="47"/>
                </a:lnTo>
                <a:lnTo>
                  <a:pt x="264" y="47"/>
                </a:lnTo>
                <a:lnTo>
                  <a:pt x="265" y="47"/>
                </a:lnTo>
                <a:lnTo>
                  <a:pt x="265" y="46"/>
                </a:lnTo>
                <a:lnTo>
                  <a:pt x="266" y="46"/>
                </a:lnTo>
                <a:lnTo>
                  <a:pt x="266" y="45"/>
                </a:lnTo>
                <a:lnTo>
                  <a:pt x="266" y="44"/>
                </a:lnTo>
                <a:lnTo>
                  <a:pt x="267" y="45"/>
                </a:lnTo>
                <a:lnTo>
                  <a:pt x="268" y="45"/>
                </a:lnTo>
                <a:lnTo>
                  <a:pt x="269" y="44"/>
                </a:lnTo>
                <a:lnTo>
                  <a:pt x="269" y="43"/>
                </a:lnTo>
                <a:lnTo>
                  <a:pt x="270" y="43"/>
                </a:lnTo>
                <a:lnTo>
                  <a:pt x="270" y="42"/>
                </a:lnTo>
                <a:lnTo>
                  <a:pt x="271" y="43"/>
                </a:lnTo>
                <a:lnTo>
                  <a:pt x="271" y="42"/>
                </a:lnTo>
                <a:lnTo>
                  <a:pt x="272" y="42"/>
                </a:lnTo>
                <a:lnTo>
                  <a:pt x="273" y="42"/>
                </a:lnTo>
                <a:lnTo>
                  <a:pt x="274" y="42"/>
                </a:lnTo>
                <a:lnTo>
                  <a:pt x="274" y="41"/>
                </a:lnTo>
                <a:lnTo>
                  <a:pt x="275" y="41"/>
                </a:lnTo>
                <a:lnTo>
                  <a:pt x="276" y="41"/>
                </a:lnTo>
                <a:lnTo>
                  <a:pt x="277" y="41"/>
                </a:lnTo>
                <a:lnTo>
                  <a:pt x="278" y="41"/>
                </a:lnTo>
                <a:lnTo>
                  <a:pt x="279" y="41"/>
                </a:lnTo>
                <a:lnTo>
                  <a:pt x="280" y="41"/>
                </a:lnTo>
                <a:lnTo>
                  <a:pt x="281" y="40"/>
                </a:lnTo>
                <a:lnTo>
                  <a:pt x="281" y="38"/>
                </a:lnTo>
                <a:lnTo>
                  <a:pt x="280" y="38"/>
                </a:lnTo>
                <a:lnTo>
                  <a:pt x="281" y="38"/>
                </a:lnTo>
                <a:lnTo>
                  <a:pt x="281" y="37"/>
                </a:lnTo>
                <a:lnTo>
                  <a:pt x="280" y="36"/>
                </a:lnTo>
                <a:lnTo>
                  <a:pt x="280" y="35"/>
                </a:lnTo>
                <a:lnTo>
                  <a:pt x="281" y="34"/>
                </a:lnTo>
                <a:lnTo>
                  <a:pt x="282" y="34"/>
                </a:lnTo>
                <a:lnTo>
                  <a:pt x="281" y="33"/>
                </a:lnTo>
                <a:lnTo>
                  <a:pt x="281" y="32"/>
                </a:lnTo>
                <a:lnTo>
                  <a:pt x="280" y="31"/>
                </a:lnTo>
                <a:lnTo>
                  <a:pt x="280" y="30"/>
                </a:lnTo>
                <a:lnTo>
                  <a:pt x="281" y="30"/>
                </a:lnTo>
                <a:lnTo>
                  <a:pt x="281" y="29"/>
                </a:lnTo>
                <a:lnTo>
                  <a:pt x="282" y="29"/>
                </a:lnTo>
                <a:lnTo>
                  <a:pt x="282" y="28"/>
                </a:lnTo>
                <a:lnTo>
                  <a:pt x="281" y="27"/>
                </a:lnTo>
                <a:lnTo>
                  <a:pt x="281" y="26"/>
                </a:lnTo>
                <a:lnTo>
                  <a:pt x="281" y="25"/>
                </a:lnTo>
                <a:lnTo>
                  <a:pt x="280" y="25"/>
                </a:lnTo>
                <a:lnTo>
                  <a:pt x="279" y="25"/>
                </a:lnTo>
                <a:lnTo>
                  <a:pt x="278" y="25"/>
                </a:lnTo>
                <a:lnTo>
                  <a:pt x="277" y="25"/>
                </a:lnTo>
                <a:lnTo>
                  <a:pt x="276" y="25"/>
                </a:lnTo>
                <a:lnTo>
                  <a:pt x="276" y="24"/>
                </a:lnTo>
                <a:lnTo>
                  <a:pt x="276" y="23"/>
                </a:lnTo>
                <a:lnTo>
                  <a:pt x="274" y="23"/>
                </a:lnTo>
                <a:lnTo>
                  <a:pt x="274" y="22"/>
                </a:lnTo>
                <a:lnTo>
                  <a:pt x="273" y="22"/>
                </a:lnTo>
                <a:lnTo>
                  <a:pt x="273" y="21"/>
                </a:lnTo>
                <a:lnTo>
                  <a:pt x="272" y="21"/>
                </a:lnTo>
                <a:lnTo>
                  <a:pt x="273" y="21"/>
                </a:lnTo>
                <a:lnTo>
                  <a:pt x="274" y="20"/>
                </a:lnTo>
                <a:lnTo>
                  <a:pt x="274" y="19"/>
                </a:lnTo>
                <a:lnTo>
                  <a:pt x="275" y="19"/>
                </a:lnTo>
                <a:lnTo>
                  <a:pt x="276" y="18"/>
                </a:lnTo>
                <a:lnTo>
                  <a:pt x="276" y="19"/>
                </a:lnTo>
                <a:lnTo>
                  <a:pt x="276" y="18"/>
                </a:lnTo>
                <a:lnTo>
                  <a:pt x="277" y="18"/>
                </a:lnTo>
                <a:lnTo>
                  <a:pt x="277" y="17"/>
                </a:lnTo>
                <a:lnTo>
                  <a:pt x="277" y="16"/>
                </a:lnTo>
                <a:lnTo>
                  <a:pt x="278" y="16"/>
                </a:lnTo>
                <a:lnTo>
                  <a:pt x="279" y="15"/>
                </a:lnTo>
                <a:lnTo>
                  <a:pt x="278" y="15"/>
                </a:lnTo>
                <a:lnTo>
                  <a:pt x="279" y="13"/>
                </a:lnTo>
                <a:lnTo>
                  <a:pt x="280" y="13"/>
                </a:lnTo>
                <a:lnTo>
                  <a:pt x="280" y="14"/>
                </a:lnTo>
                <a:lnTo>
                  <a:pt x="281" y="13"/>
                </a:lnTo>
                <a:lnTo>
                  <a:pt x="282" y="13"/>
                </a:lnTo>
                <a:lnTo>
                  <a:pt x="282" y="12"/>
                </a:lnTo>
                <a:lnTo>
                  <a:pt x="283" y="11"/>
                </a:lnTo>
                <a:lnTo>
                  <a:pt x="284" y="10"/>
                </a:lnTo>
                <a:lnTo>
                  <a:pt x="285" y="9"/>
                </a:lnTo>
                <a:lnTo>
                  <a:pt x="286" y="8"/>
                </a:lnTo>
                <a:lnTo>
                  <a:pt x="287" y="8"/>
                </a:lnTo>
                <a:lnTo>
                  <a:pt x="287" y="9"/>
                </a:lnTo>
                <a:lnTo>
                  <a:pt x="287" y="10"/>
                </a:lnTo>
                <a:lnTo>
                  <a:pt x="287" y="11"/>
                </a:lnTo>
                <a:lnTo>
                  <a:pt x="287" y="12"/>
                </a:lnTo>
                <a:lnTo>
                  <a:pt x="288" y="12"/>
                </a:lnTo>
                <a:lnTo>
                  <a:pt x="288" y="13"/>
                </a:lnTo>
                <a:lnTo>
                  <a:pt x="289" y="13"/>
                </a:lnTo>
                <a:lnTo>
                  <a:pt x="290" y="13"/>
                </a:lnTo>
                <a:lnTo>
                  <a:pt x="289" y="13"/>
                </a:lnTo>
                <a:lnTo>
                  <a:pt x="289" y="14"/>
                </a:lnTo>
                <a:lnTo>
                  <a:pt x="289" y="15"/>
                </a:lnTo>
                <a:lnTo>
                  <a:pt x="290" y="14"/>
                </a:lnTo>
                <a:lnTo>
                  <a:pt x="290" y="15"/>
                </a:lnTo>
                <a:lnTo>
                  <a:pt x="291" y="15"/>
                </a:lnTo>
                <a:lnTo>
                  <a:pt x="292" y="15"/>
                </a:lnTo>
                <a:lnTo>
                  <a:pt x="293" y="15"/>
                </a:lnTo>
                <a:lnTo>
                  <a:pt x="294" y="14"/>
                </a:lnTo>
                <a:lnTo>
                  <a:pt x="294" y="15"/>
                </a:lnTo>
                <a:lnTo>
                  <a:pt x="295" y="15"/>
                </a:lnTo>
                <a:lnTo>
                  <a:pt x="296" y="15"/>
                </a:lnTo>
                <a:lnTo>
                  <a:pt x="296" y="14"/>
                </a:lnTo>
                <a:lnTo>
                  <a:pt x="297" y="14"/>
                </a:lnTo>
                <a:lnTo>
                  <a:pt x="297" y="13"/>
                </a:lnTo>
                <a:lnTo>
                  <a:pt x="296" y="12"/>
                </a:lnTo>
                <a:lnTo>
                  <a:pt x="295" y="12"/>
                </a:lnTo>
                <a:lnTo>
                  <a:pt x="295" y="11"/>
                </a:lnTo>
                <a:lnTo>
                  <a:pt x="295" y="10"/>
                </a:lnTo>
                <a:lnTo>
                  <a:pt x="296" y="9"/>
                </a:lnTo>
                <a:lnTo>
                  <a:pt x="297" y="9"/>
                </a:lnTo>
                <a:lnTo>
                  <a:pt x="298" y="9"/>
                </a:lnTo>
                <a:lnTo>
                  <a:pt x="298" y="10"/>
                </a:lnTo>
                <a:lnTo>
                  <a:pt x="299" y="10"/>
                </a:lnTo>
                <a:lnTo>
                  <a:pt x="298" y="9"/>
                </a:lnTo>
                <a:lnTo>
                  <a:pt x="299" y="9"/>
                </a:lnTo>
                <a:lnTo>
                  <a:pt x="300" y="9"/>
                </a:lnTo>
                <a:lnTo>
                  <a:pt x="300" y="10"/>
                </a:lnTo>
                <a:lnTo>
                  <a:pt x="301" y="10"/>
                </a:lnTo>
                <a:lnTo>
                  <a:pt x="302" y="9"/>
                </a:lnTo>
                <a:lnTo>
                  <a:pt x="302" y="8"/>
                </a:lnTo>
                <a:lnTo>
                  <a:pt x="303" y="8"/>
                </a:lnTo>
                <a:lnTo>
                  <a:pt x="304" y="8"/>
                </a:lnTo>
                <a:lnTo>
                  <a:pt x="304" y="7"/>
                </a:lnTo>
                <a:lnTo>
                  <a:pt x="305" y="7"/>
                </a:lnTo>
                <a:lnTo>
                  <a:pt x="306" y="7"/>
                </a:lnTo>
                <a:lnTo>
                  <a:pt x="307" y="7"/>
                </a:lnTo>
                <a:lnTo>
                  <a:pt x="309" y="8"/>
                </a:lnTo>
                <a:lnTo>
                  <a:pt x="309" y="9"/>
                </a:lnTo>
                <a:lnTo>
                  <a:pt x="309" y="10"/>
                </a:lnTo>
                <a:lnTo>
                  <a:pt x="309" y="11"/>
                </a:lnTo>
                <a:lnTo>
                  <a:pt x="310" y="11"/>
                </a:lnTo>
                <a:lnTo>
                  <a:pt x="310" y="10"/>
                </a:lnTo>
                <a:lnTo>
                  <a:pt x="311" y="8"/>
                </a:lnTo>
                <a:lnTo>
                  <a:pt x="311" y="9"/>
                </a:lnTo>
                <a:lnTo>
                  <a:pt x="311" y="10"/>
                </a:lnTo>
                <a:lnTo>
                  <a:pt x="312" y="10"/>
                </a:lnTo>
                <a:lnTo>
                  <a:pt x="313" y="9"/>
                </a:lnTo>
                <a:lnTo>
                  <a:pt x="313" y="10"/>
                </a:lnTo>
                <a:lnTo>
                  <a:pt x="314" y="9"/>
                </a:lnTo>
                <a:lnTo>
                  <a:pt x="314" y="8"/>
                </a:lnTo>
                <a:lnTo>
                  <a:pt x="314" y="7"/>
                </a:lnTo>
                <a:lnTo>
                  <a:pt x="315" y="7"/>
                </a:lnTo>
                <a:lnTo>
                  <a:pt x="316" y="7"/>
                </a:lnTo>
                <a:lnTo>
                  <a:pt x="317" y="7"/>
                </a:lnTo>
                <a:lnTo>
                  <a:pt x="317" y="8"/>
                </a:lnTo>
                <a:lnTo>
                  <a:pt x="318" y="7"/>
                </a:lnTo>
                <a:lnTo>
                  <a:pt x="319" y="7"/>
                </a:lnTo>
                <a:lnTo>
                  <a:pt x="320" y="6"/>
                </a:lnTo>
                <a:lnTo>
                  <a:pt x="320" y="5"/>
                </a:lnTo>
                <a:lnTo>
                  <a:pt x="321" y="4"/>
                </a:lnTo>
                <a:lnTo>
                  <a:pt x="321" y="2"/>
                </a:lnTo>
                <a:lnTo>
                  <a:pt x="321" y="1"/>
                </a:lnTo>
                <a:lnTo>
                  <a:pt x="322" y="1"/>
                </a:lnTo>
                <a:lnTo>
                  <a:pt x="323" y="0"/>
                </a:lnTo>
                <a:lnTo>
                  <a:pt x="324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2309040" y="5136840"/>
            <a:ext cx="228240" cy="314280"/>
          </a:xfrm>
          <a:custGeom>
            <a:avLst/>
            <a:gdLst/>
            <a:ahLst/>
            <a:rect l="0" t="0" r="r" b="b"/>
            <a:pathLst>
              <a:path w="634" h="873">
                <a:moveTo>
                  <a:pt x="368" y="0"/>
                </a:moveTo>
                <a:lnTo>
                  <a:pt x="369" y="1"/>
                </a:lnTo>
                <a:lnTo>
                  <a:pt x="370" y="1"/>
                </a:lnTo>
                <a:lnTo>
                  <a:pt x="371" y="1"/>
                </a:lnTo>
                <a:lnTo>
                  <a:pt x="371" y="2"/>
                </a:lnTo>
                <a:lnTo>
                  <a:pt x="372" y="2"/>
                </a:lnTo>
                <a:lnTo>
                  <a:pt x="374" y="2"/>
                </a:lnTo>
                <a:lnTo>
                  <a:pt x="375" y="2"/>
                </a:lnTo>
                <a:lnTo>
                  <a:pt x="375" y="1"/>
                </a:lnTo>
                <a:lnTo>
                  <a:pt x="376" y="1"/>
                </a:lnTo>
                <a:lnTo>
                  <a:pt x="377" y="2"/>
                </a:lnTo>
                <a:lnTo>
                  <a:pt x="378" y="2"/>
                </a:lnTo>
                <a:lnTo>
                  <a:pt x="379" y="3"/>
                </a:lnTo>
                <a:lnTo>
                  <a:pt x="380" y="5"/>
                </a:lnTo>
                <a:lnTo>
                  <a:pt x="381" y="5"/>
                </a:lnTo>
                <a:lnTo>
                  <a:pt x="381" y="6"/>
                </a:lnTo>
                <a:lnTo>
                  <a:pt x="382" y="6"/>
                </a:lnTo>
                <a:lnTo>
                  <a:pt x="382" y="7"/>
                </a:lnTo>
                <a:lnTo>
                  <a:pt x="381" y="7"/>
                </a:lnTo>
                <a:lnTo>
                  <a:pt x="382" y="8"/>
                </a:lnTo>
                <a:lnTo>
                  <a:pt x="382" y="9"/>
                </a:lnTo>
                <a:lnTo>
                  <a:pt x="383" y="8"/>
                </a:lnTo>
                <a:lnTo>
                  <a:pt x="383" y="9"/>
                </a:lnTo>
                <a:lnTo>
                  <a:pt x="383" y="10"/>
                </a:lnTo>
                <a:lnTo>
                  <a:pt x="384" y="9"/>
                </a:lnTo>
                <a:lnTo>
                  <a:pt x="385" y="9"/>
                </a:lnTo>
                <a:lnTo>
                  <a:pt x="386" y="8"/>
                </a:lnTo>
                <a:lnTo>
                  <a:pt x="386" y="7"/>
                </a:lnTo>
                <a:lnTo>
                  <a:pt x="387" y="7"/>
                </a:lnTo>
                <a:lnTo>
                  <a:pt x="387" y="8"/>
                </a:lnTo>
                <a:lnTo>
                  <a:pt x="387" y="9"/>
                </a:lnTo>
                <a:lnTo>
                  <a:pt x="387" y="10"/>
                </a:lnTo>
                <a:lnTo>
                  <a:pt x="387" y="11"/>
                </a:lnTo>
                <a:lnTo>
                  <a:pt x="387" y="12"/>
                </a:lnTo>
                <a:lnTo>
                  <a:pt x="387" y="13"/>
                </a:lnTo>
                <a:lnTo>
                  <a:pt x="388" y="14"/>
                </a:lnTo>
                <a:lnTo>
                  <a:pt x="388" y="15"/>
                </a:lnTo>
                <a:lnTo>
                  <a:pt x="389" y="15"/>
                </a:lnTo>
                <a:lnTo>
                  <a:pt x="388" y="14"/>
                </a:lnTo>
                <a:lnTo>
                  <a:pt x="388" y="13"/>
                </a:lnTo>
                <a:lnTo>
                  <a:pt x="389" y="13"/>
                </a:lnTo>
                <a:lnTo>
                  <a:pt x="390" y="13"/>
                </a:lnTo>
                <a:lnTo>
                  <a:pt x="391" y="13"/>
                </a:lnTo>
                <a:lnTo>
                  <a:pt x="392" y="11"/>
                </a:lnTo>
                <a:lnTo>
                  <a:pt x="393" y="11"/>
                </a:lnTo>
                <a:lnTo>
                  <a:pt x="394" y="12"/>
                </a:lnTo>
                <a:lnTo>
                  <a:pt x="395" y="12"/>
                </a:lnTo>
                <a:lnTo>
                  <a:pt x="395" y="13"/>
                </a:lnTo>
                <a:lnTo>
                  <a:pt x="395" y="12"/>
                </a:lnTo>
                <a:lnTo>
                  <a:pt x="396" y="12"/>
                </a:lnTo>
                <a:lnTo>
                  <a:pt x="397" y="13"/>
                </a:lnTo>
                <a:lnTo>
                  <a:pt x="397" y="14"/>
                </a:lnTo>
                <a:lnTo>
                  <a:pt x="397" y="15"/>
                </a:lnTo>
                <a:lnTo>
                  <a:pt x="398" y="16"/>
                </a:lnTo>
                <a:lnTo>
                  <a:pt x="397" y="16"/>
                </a:lnTo>
                <a:lnTo>
                  <a:pt x="397" y="17"/>
                </a:lnTo>
                <a:lnTo>
                  <a:pt x="396" y="17"/>
                </a:lnTo>
                <a:lnTo>
                  <a:pt x="397" y="18"/>
                </a:lnTo>
                <a:lnTo>
                  <a:pt x="396" y="19"/>
                </a:lnTo>
                <a:lnTo>
                  <a:pt x="397" y="20"/>
                </a:lnTo>
                <a:lnTo>
                  <a:pt x="397" y="21"/>
                </a:lnTo>
                <a:lnTo>
                  <a:pt x="396" y="21"/>
                </a:lnTo>
                <a:lnTo>
                  <a:pt x="396" y="22"/>
                </a:lnTo>
                <a:lnTo>
                  <a:pt x="396" y="23"/>
                </a:lnTo>
                <a:lnTo>
                  <a:pt x="396" y="24"/>
                </a:lnTo>
                <a:lnTo>
                  <a:pt x="395" y="25"/>
                </a:lnTo>
                <a:lnTo>
                  <a:pt x="395" y="26"/>
                </a:lnTo>
                <a:lnTo>
                  <a:pt x="394" y="26"/>
                </a:lnTo>
                <a:lnTo>
                  <a:pt x="394" y="27"/>
                </a:lnTo>
                <a:lnTo>
                  <a:pt x="393" y="28"/>
                </a:lnTo>
                <a:lnTo>
                  <a:pt x="393" y="29"/>
                </a:lnTo>
                <a:lnTo>
                  <a:pt x="393" y="30"/>
                </a:lnTo>
                <a:lnTo>
                  <a:pt x="392" y="31"/>
                </a:lnTo>
                <a:lnTo>
                  <a:pt x="392" y="32"/>
                </a:lnTo>
                <a:lnTo>
                  <a:pt x="390" y="33"/>
                </a:lnTo>
                <a:lnTo>
                  <a:pt x="389" y="33"/>
                </a:lnTo>
                <a:lnTo>
                  <a:pt x="389" y="34"/>
                </a:lnTo>
                <a:lnTo>
                  <a:pt x="390" y="35"/>
                </a:lnTo>
                <a:lnTo>
                  <a:pt x="390" y="36"/>
                </a:lnTo>
                <a:lnTo>
                  <a:pt x="389" y="37"/>
                </a:lnTo>
                <a:lnTo>
                  <a:pt x="388" y="36"/>
                </a:lnTo>
                <a:lnTo>
                  <a:pt x="388" y="37"/>
                </a:lnTo>
                <a:lnTo>
                  <a:pt x="387" y="38"/>
                </a:lnTo>
                <a:lnTo>
                  <a:pt x="387" y="39"/>
                </a:lnTo>
                <a:lnTo>
                  <a:pt x="386" y="39"/>
                </a:lnTo>
                <a:lnTo>
                  <a:pt x="385" y="40"/>
                </a:lnTo>
                <a:lnTo>
                  <a:pt x="385" y="41"/>
                </a:lnTo>
                <a:lnTo>
                  <a:pt x="384" y="41"/>
                </a:lnTo>
                <a:lnTo>
                  <a:pt x="384" y="40"/>
                </a:lnTo>
                <a:lnTo>
                  <a:pt x="383" y="40"/>
                </a:lnTo>
                <a:lnTo>
                  <a:pt x="383" y="39"/>
                </a:lnTo>
                <a:lnTo>
                  <a:pt x="382" y="39"/>
                </a:lnTo>
                <a:lnTo>
                  <a:pt x="382" y="40"/>
                </a:lnTo>
                <a:lnTo>
                  <a:pt x="381" y="40"/>
                </a:lnTo>
                <a:lnTo>
                  <a:pt x="380" y="41"/>
                </a:lnTo>
                <a:lnTo>
                  <a:pt x="380" y="42"/>
                </a:lnTo>
                <a:lnTo>
                  <a:pt x="380" y="43"/>
                </a:lnTo>
                <a:lnTo>
                  <a:pt x="379" y="43"/>
                </a:lnTo>
                <a:lnTo>
                  <a:pt x="379" y="44"/>
                </a:lnTo>
                <a:lnTo>
                  <a:pt x="379" y="45"/>
                </a:lnTo>
                <a:lnTo>
                  <a:pt x="378" y="44"/>
                </a:lnTo>
                <a:lnTo>
                  <a:pt x="377" y="46"/>
                </a:lnTo>
                <a:lnTo>
                  <a:pt x="377" y="47"/>
                </a:lnTo>
                <a:lnTo>
                  <a:pt x="376" y="48"/>
                </a:lnTo>
                <a:lnTo>
                  <a:pt x="376" y="49"/>
                </a:lnTo>
                <a:lnTo>
                  <a:pt x="375" y="50"/>
                </a:lnTo>
                <a:lnTo>
                  <a:pt x="374" y="50"/>
                </a:lnTo>
                <a:lnTo>
                  <a:pt x="373" y="50"/>
                </a:lnTo>
                <a:lnTo>
                  <a:pt x="373" y="51"/>
                </a:lnTo>
                <a:lnTo>
                  <a:pt x="373" y="52"/>
                </a:lnTo>
                <a:lnTo>
                  <a:pt x="372" y="52"/>
                </a:lnTo>
                <a:lnTo>
                  <a:pt x="372" y="54"/>
                </a:lnTo>
                <a:lnTo>
                  <a:pt x="372" y="55"/>
                </a:lnTo>
                <a:lnTo>
                  <a:pt x="372" y="54"/>
                </a:lnTo>
                <a:lnTo>
                  <a:pt x="372" y="55"/>
                </a:lnTo>
                <a:lnTo>
                  <a:pt x="372" y="56"/>
                </a:lnTo>
                <a:lnTo>
                  <a:pt x="372" y="57"/>
                </a:lnTo>
                <a:lnTo>
                  <a:pt x="371" y="56"/>
                </a:lnTo>
                <a:lnTo>
                  <a:pt x="370" y="56"/>
                </a:lnTo>
                <a:lnTo>
                  <a:pt x="369" y="57"/>
                </a:lnTo>
                <a:lnTo>
                  <a:pt x="369" y="58"/>
                </a:lnTo>
                <a:lnTo>
                  <a:pt x="370" y="58"/>
                </a:lnTo>
                <a:lnTo>
                  <a:pt x="372" y="58"/>
                </a:lnTo>
                <a:lnTo>
                  <a:pt x="373" y="58"/>
                </a:lnTo>
                <a:lnTo>
                  <a:pt x="374" y="59"/>
                </a:lnTo>
                <a:lnTo>
                  <a:pt x="375" y="60"/>
                </a:lnTo>
                <a:lnTo>
                  <a:pt x="374" y="60"/>
                </a:lnTo>
                <a:lnTo>
                  <a:pt x="373" y="61"/>
                </a:lnTo>
                <a:lnTo>
                  <a:pt x="373" y="62"/>
                </a:lnTo>
                <a:lnTo>
                  <a:pt x="372" y="62"/>
                </a:lnTo>
                <a:lnTo>
                  <a:pt x="371" y="63"/>
                </a:lnTo>
                <a:lnTo>
                  <a:pt x="370" y="65"/>
                </a:lnTo>
                <a:lnTo>
                  <a:pt x="370" y="66"/>
                </a:lnTo>
                <a:lnTo>
                  <a:pt x="371" y="67"/>
                </a:lnTo>
                <a:lnTo>
                  <a:pt x="372" y="66"/>
                </a:lnTo>
                <a:lnTo>
                  <a:pt x="372" y="67"/>
                </a:lnTo>
                <a:lnTo>
                  <a:pt x="373" y="67"/>
                </a:lnTo>
                <a:lnTo>
                  <a:pt x="374" y="68"/>
                </a:lnTo>
                <a:lnTo>
                  <a:pt x="375" y="68"/>
                </a:lnTo>
                <a:lnTo>
                  <a:pt x="375" y="69"/>
                </a:lnTo>
                <a:lnTo>
                  <a:pt x="375" y="70"/>
                </a:lnTo>
                <a:lnTo>
                  <a:pt x="375" y="71"/>
                </a:lnTo>
                <a:lnTo>
                  <a:pt x="375" y="72"/>
                </a:lnTo>
                <a:lnTo>
                  <a:pt x="376" y="71"/>
                </a:lnTo>
                <a:lnTo>
                  <a:pt x="377" y="71"/>
                </a:lnTo>
                <a:lnTo>
                  <a:pt x="379" y="72"/>
                </a:lnTo>
                <a:lnTo>
                  <a:pt x="380" y="72"/>
                </a:lnTo>
                <a:lnTo>
                  <a:pt x="380" y="74"/>
                </a:lnTo>
                <a:lnTo>
                  <a:pt x="381" y="74"/>
                </a:lnTo>
                <a:lnTo>
                  <a:pt x="381" y="75"/>
                </a:lnTo>
                <a:lnTo>
                  <a:pt x="381" y="76"/>
                </a:lnTo>
                <a:lnTo>
                  <a:pt x="382" y="76"/>
                </a:lnTo>
                <a:lnTo>
                  <a:pt x="382" y="75"/>
                </a:lnTo>
                <a:lnTo>
                  <a:pt x="382" y="74"/>
                </a:lnTo>
                <a:lnTo>
                  <a:pt x="383" y="73"/>
                </a:lnTo>
                <a:lnTo>
                  <a:pt x="383" y="72"/>
                </a:lnTo>
                <a:lnTo>
                  <a:pt x="383" y="71"/>
                </a:lnTo>
                <a:lnTo>
                  <a:pt x="384" y="71"/>
                </a:lnTo>
                <a:lnTo>
                  <a:pt x="385" y="71"/>
                </a:lnTo>
                <a:lnTo>
                  <a:pt x="385" y="72"/>
                </a:lnTo>
                <a:lnTo>
                  <a:pt x="386" y="72"/>
                </a:lnTo>
                <a:lnTo>
                  <a:pt x="386" y="70"/>
                </a:lnTo>
                <a:lnTo>
                  <a:pt x="385" y="70"/>
                </a:lnTo>
                <a:lnTo>
                  <a:pt x="386" y="70"/>
                </a:lnTo>
                <a:lnTo>
                  <a:pt x="387" y="70"/>
                </a:lnTo>
                <a:lnTo>
                  <a:pt x="387" y="71"/>
                </a:lnTo>
                <a:lnTo>
                  <a:pt x="388" y="71"/>
                </a:lnTo>
                <a:lnTo>
                  <a:pt x="389" y="71"/>
                </a:lnTo>
                <a:lnTo>
                  <a:pt x="388" y="73"/>
                </a:lnTo>
                <a:lnTo>
                  <a:pt x="388" y="74"/>
                </a:lnTo>
                <a:lnTo>
                  <a:pt x="389" y="74"/>
                </a:lnTo>
                <a:lnTo>
                  <a:pt x="389" y="75"/>
                </a:lnTo>
                <a:lnTo>
                  <a:pt x="390" y="74"/>
                </a:lnTo>
                <a:lnTo>
                  <a:pt x="391" y="75"/>
                </a:lnTo>
                <a:lnTo>
                  <a:pt x="392" y="75"/>
                </a:lnTo>
                <a:lnTo>
                  <a:pt x="393" y="74"/>
                </a:lnTo>
                <a:lnTo>
                  <a:pt x="393" y="75"/>
                </a:lnTo>
                <a:lnTo>
                  <a:pt x="395" y="74"/>
                </a:lnTo>
                <a:lnTo>
                  <a:pt x="396" y="74"/>
                </a:lnTo>
                <a:lnTo>
                  <a:pt x="397" y="72"/>
                </a:lnTo>
                <a:lnTo>
                  <a:pt x="397" y="71"/>
                </a:lnTo>
                <a:lnTo>
                  <a:pt x="398" y="70"/>
                </a:lnTo>
                <a:lnTo>
                  <a:pt x="398" y="69"/>
                </a:lnTo>
                <a:lnTo>
                  <a:pt x="399" y="69"/>
                </a:lnTo>
                <a:lnTo>
                  <a:pt x="399" y="68"/>
                </a:lnTo>
                <a:lnTo>
                  <a:pt x="400" y="68"/>
                </a:lnTo>
                <a:lnTo>
                  <a:pt x="400" y="67"/>
                </a:lnTo>
                <a:lnTo>
                  <a:pt x="400" y="66"/>
                </a:lnTo>
                <a:lnTo>
                  <a:pt x="401" y="65"/>
                </a:lnTo>
                <a:lnTo>
                  <a:pt x="402" y="65"/>
                </a:lnTo>
                <a:lnTo>
                  <a:pt x="403" y="64"/>
                </a:lnTo>
                <a:lnTo>
                  <a:pt x="404" y="64"/>
                </a:lnTo>
                <a:lnTo>
                  <a:pt x="404" y="63"/>
                </a:lnTo>
                <a:lnTo>
                  <a:pt x="405" y="62"/>
                </a:lnTo>
                <a:lnTo>
                  <a:pt x="406" y="62"/>
                </a:lnTo>
                <a:lnTo>
                  <a:pt x="406" y="61"/>
                </a:lnTo>
                <a:lnTo>
                  <a:pt x="406" y="60"/>
                </a:lnTo>
                <a:lnTo>
                  <a:pt x="407" y="60"/>
                </a:lnTo>
                <a:lnTo>
                  <a:pt x="407" y="61"/>
                </a:lnTo>
                <a:lnTo>
                  <a:pt x="408" y="61"/>
                </a:lnTo>
                <a:lnTo>
                  <a:pt x="408" y="60"/>
                </a:lnTo>
                <a:lnTo>
                  <a:pt x="409" y="59"/>
                </a:lnTo>
                <a:lnTo>
                  <a:pt x="410" y="60"/>
                </a:lnTo>
                <a:lnTo>
                  <a:pt x="410" y="59"/>
                </a:lnTo>
                <a:lnTo>
                  <a:pt x="411" y="59"/>
                </a:lnTo>
                <a:lnTo>
                  <a:pt x="412" y="60"/>
                </a:lnTo>
                <a:lnTo>
                  <a:pt x="412" y="59"/>
                </a:lnTo>
                <a:lnTo>
                  <a:pt x="412" y="58"/>
                </a:lnTo>
                <a:lnTo>
                  <a:pt x="412" y="57"/>
                </a:lnTo>
                <a:lnTo>
                  <a:pt x="413" y="56"/>
                </a:lnTo>
                <a:lnTo>
                  <a:pt x="413" y="55"/>
                </a:lnTo>
                <a:lnTo>
                  <a:pt x="414" y="54"/>
                </a:lnTo>
                <a:lnTo>
                  <a:pt x="415" y="54"/>
                </a:lnTo>
                <a:lnTo>
                  <a:pt x="416" y="54"/>
                </a:lnTo>
                <a:lnTo>
                  <a:pt x="416" y="53"/>
                </a:lnTo>
                <a:lnTo>
                  <a:pt x="417" y="53"/>
                </a:lnTo>
                <a:lnTo>
                  <a:pt x="418" y="53"/>
                </a:lnTo>
                <a:lnTo>
                  <a:pt x="419" y="53"/>
                </a:lnTo>
                <a:lnTo>
                  <a:pt x="419" y="54"/>
                </a:lnTo>
                <a:lnTo>
                  <a:pt x="420" y="54"/>
                </a:lnTo>
                <a:lnTo>
                  <a:pt x="420" y="53"/>
                </a:lnTo>
                <a:lnTo>
                  <a:pt x="421" y="52"/>
                </a:lnTo>
                <a:lnTo>
                  <a:pt x="422" y="52"/>
                </a:lnTo>
                <a:lnTo>
                  <a:pt x="423" y="52"/>
                </a:lnTo>
                <a:lnTo>
                  <a:pt x="424" y="51"/>
                </a:lnTo>
                <a:lnTo>
                  <a:pt x="424" y="50"/>
                </a:lnTo>
                <a:lnTo>
                  <a:pt x="425" y="50"/>
                </a:lnTo>
                <a:lnTo>
                  <a:pt x="426" y="50"/>
                </a:lnTo>
                <a:lnTo>
                  <a:pt x="426" y="49"/>
                </a:lnTo>
                <a:lnTo>
                  <a:pt x="427" y="49"/>
                </a:lnTo>
                <a:lnTo>
                  <a:pt x="429" y="49"/>
                </a:lnTo>
                <a:lnTo>
                  <a:pt x="429" y="48"/>
                </a:lnTo>
                <a:lnTo>
                  <a:pt x="429" y="47"/>
                </a:lnTo>
                <a:lnTo>
                  <a:pt x="429" y="46"/>
                </a:lnTo>
                <a:lnTo>
                  <a:pt x="429" y="44"/>
                </a:lnTo>
                <a:lnTo>
                  <a:pt x="428" y="44"/>
                </a:lnTo>
                <a:lnTo>
                  <a:pt x="428" y="43"/>
                </a:lnTo>
                <a:lnTo>
                  <a:pt x="427" y="42"/>
                </a:lnTo>
                <a:lnTo>
                  <a:pt x="428" y="42"/>
                </a:lnTo>
                <a:lnTo>
                  <a:pt x="428" y="41"/>
                </a:lnTo>
                <a:lnTo>
                  <a:pt x="428" y="40"/>
                </a:lnTo>
                <a:lnTo>
                  <a:pt x="429" y="39"/>
                </a:lnTo>
                <a:lnTo>
                  <a:pt x="430" y="39"/>
                </a:lnTo>
                <a:lnTo>
                  <a:pt x="430" y="38"/>
                </a:lnTo>
                <a:lnTo>
                  <a:pt x="431" y="38"/>
                </a:lnTo>
                <a:lnTo>
                  <a:pt x="431" y="37"/>
                </a:lnTo>
                <a:lnTo>
                  <a:pt x="431" y="36"/>
                </a:lnTo>
                <a:lnTo>
                  <a:pt x="430" y="36"/>
                </a:lnTo>
                <a:lnTo>
                  <a:pt x="429" y="35"/>
                </a:lnTo>
                <a:lnTo>
                  <a:pt x="428" y="34"/>
                </a:lnTo>
                <a:lnTo>
                  <a:pt x="427" y="35"/>
                </a:lnTo>
                <a:lnTo>
                  <a:pt x="426" y="34"/>
                </a:lnTo>
                <a:lnTo>
                  <a:pt x="425" y="34"/>
                </a:lnTo>
                <a:lnTo>
                  <a:pt x="425" y="33"/>
                </a:lnTo>
                <a:lnTo>
                  <a:pt x="424" y="32"/>
                </a:lnTo>
                <a:lnTo>
                  <a:pt x="424" y="33"/>
                </a:lnTo>
                <a:lnTo>
                  <a:pt x="424" y="32"/>
                </a:lnTo>
                <a:lnTo>
                  <a:pt x="423" y="32"/>
                </a:lnTo>
                <a:lnTo>
                  <a:pt x="422" y="32"/>
                </a:lnTo>
                <a:lnTo>
                  <a:pt x="421" y="31"/>
                </a:lnTo>
                <a:lnTo>
                  <a:pt x="422" y="30"/>
                </a:lnTo>
                <a:lnTo>
                  <a:pt x="423" y="29"/>
                </a:lnTo>
                <a:lnTo>
                  <a:pt x="424" y="29"/>
                </a:lnTo>
                <a:lnTo>
                  <a:pt x="425" y="28"/>
                </a:lnTo>
                <a:lnTo>
                  <a:pt x="425" y="27"/>
                </a:lnTo>
                <a:lnTo>
                  <a:pt x="425" y="26"/>
                </a:lnTo>
                <a:lnTo>
                  <a:pt x="426" y="26"/>
                </a:lnTo>
                <a:lnTo>
                  <a:pt x="427" y="25"/>
                </a:lnTo>
                <a:lnTo>
                  <a:pt x="428" y="25"/>
                </a:lnTo>
                <a:lnTo>
                  <a:pt x="428" y="24"/>
                </a:lnTo>
                <a:lnTo>
                  <a:pt x="428" y="23"/>
                </a:lnTo>
                <a:lnTo>
                  <a:pt x="428" y="22"/>
                </a:lnTo>
                <a:lnTo>
                  <a:pt x="428" y="21"/>
                </a:lnTo>
                <a:lnTo>
                  <a:pt x="427" y="21"/>
                </a:lnTo>
                <a:lnTo>
                  <a:pt x="427" y="20"/>
                </a:lnTo>
                <a:lnTo>
                  <a:pt x="427" y="19"/>
                </a:lnTo>
                <a:lnTo>
                  <a:pt x="428" y="19"/>
                </a:lnTo>
                <a:lnTo>
                  <a:pt x="428" y="18"/>
                </a:lnTo>
                <a:lnTo>
                  <a:pt x="429" y="17"/>
                </a:lnTo>
                <a:lnTo>
                  <a:pt x="430" y="17"/>
                </a:lnTo>
                <a:lnTo>
                  <a:pt x="430" y="16"/>
                </a:lnTo>
                <a:lnTo>
                  <a:pt x="431" y="16"/>
                </a:lnTo>
                <a:lnTo>
                  <a:pt x="431" y="15"/>
                </a:lnTo>
                <a:lnTo>
                  <a:pt x="432" y="16"/>
                </a:lnTo>
                <a:lnTo>
                  <a:pt x="433" y="16"/>
                </a:lnTo>
                <a:lnTo>
                  <a:pt x="433" y="15"/>
                </a:lnTo>
                <a:lnTo>
                  <a:pt x="434" y="15"/>
                </a:lnTo>
                <a:lnTo>
                  <a:pt x="435" y="15"/>
                </a:lnTo>
                <a:lnTo>
                  <a:pt x="435" y="14"/>
                </a:lnTo>
                <a:lnTo>
                  <a:pt x="436" y="14"/>
                </a:lnTo>
                <a:lnTo>
                  <a:pt x="437" y="13"/>
                </a:lnTo>
                <a:lnTo>
                  <a:pt x="438" y="14"/>
                </a:lnTo>
                <a:lnTo>
                  <a:pt x="439" y="15"/>
                </a:lnTo>
                <a:lnTo>
                  <a:pt x="440" y="15"/>
                </a:lnTo>
                <a:lnTo>
                  <a:pt x="441" y="15"/>
                </a:lnTo>
                <a:lnTo>
                  <a:pt x="442" y="15"/>
                </a:lnTo>
                <a:lnTo>
                  <a:pt x="443" y="15"/>
                </a:lnTo>
                <a:lnTo>
                  <a:pt x="443" y="16"/>
                </a:lnTo>
                <a:lnTo>
                  <a:pt x="444" y="16"/>
                </a:lnTo>
                <a:lnTo>
                  <a:pt x="444" y="17"/>
                </a:lnTo>
                <a:lnTo>
                  <a:pt x="445" y="18"/>
                </a:lnTo>
                <a:lnTo>
                  <a:pt x="445" y="19"/>
                </a:lnTo>
                <a:lnTo>
                  <a:pt x="445" y="20"/>
                </a:lnTo>
                <a:lnTo>
                  <a:pt x="445" y="21"/>
                </a:lnTo>
                <a:lnTo>
                  <a:pt x="444" y="22"/>
                </a:lnTo>
                <a:lnTo>
                  <a:pt x="444" y="23"/>
                </a:lnTo>
                <a:lnTo>
                  <a:pt x="443" y="24"/>
                </a:lnTo>
                <a:lnTo>
                  <a:pt x="443" y="25"/>
                </a:lnTo>
                <a:lnTo>
                  <a:pt x="444" y="26"/>
                </a:lnTo>
                <a:lnTo>
                  <a:pt x="445" y="27"/>
                </a:lnTo>
                <a:lnTo>
                  <a:pt x="446" y="27"/>
                </a:lnTo>
                <a:lnTo>
                  <a:pt x="447" y="27"/>
                </a:lnTo>
                <a:lnTo>
                  <a:pt x="447" y="28"/>
                </a:lnTo>
                <a:lnTo>
                  <a:pt x="448" y="28"/>
                </a:lnTo>
                <a:lnTo>
                  <a:pt x="449" y="28"/>
                </a:lnTo>
                <a:lnTo>
                  <a:pt x="450" y="29"/>
                </a:lnTo>
                <a:lnTo>
                  <a:pt x="450" y="28"/>
                </a:lnTo>
                <a:lnTo>
                  <a:pt x="450" y="27"/>
                </a:lnTo>
                <a:lnTo>
                  <a:pt x="449" y="27"/>
                </a:lnTo>
                <a:lnTo>
                  <a:pt x="449" y="26"/>
                </a:lnTo>
                <a:lnTo>
                  <a:pt x="450" y="26"/>
                </a:lnTo>
                <a:lnTo>
                  <a:pt x="451" y="26"/>
                </a:lnTo>
                <a:lnTo>
                  <a:pt x="453" y="26"/>
                </a:lnTo>
                <a:lnTo>
                  <a:pt x="453" y="25"/>
                </a:lnTo>
                <a:lnTo>
                  <a:pt x="453" y="24"/>
                </a:lnTo>
                <a:lnTo>
                  <a:pt x="454" y="23"/>
                </a:lnTo>
                <a:lnTo>
                  <a:pt x="455" y="23"/>
                </a:lnTo>
                <a:lnTo>
                  <a:pt x="456" y="23"/>
                </a:lnTo>
                <a:lnTo>
                  <a:pt x="456" y="24"/>
                </a:lnTo>
                <a:lnTo>
                  <a:pt x="456" y="25"/>
                </a:lnTo>
                <a:lnTo>
                  <a:pt x="456" y="26"/>
                </a:lnTo>
                <a:lnTo>
                  <a:pt x="457" y="26"/>
                </a:lnTo>
                <a:lnTo>
                  <a:pt x="457" y="27"/>
                </a:lnTo>
                <a:lnTo>
                  <a:pt x="458" y="28"/>
                </a:lnTo>
                <a:lnTo>
                  <a:pt x="459" y="28"/>
                </a:lnTo>
                <a:lnTo>
                  <a:pt x="459" y="29"/>
                </a:lnTo>
                <a:lnTo>
                  <a:pt x="460" y="28"/>
                </a:lnTo>
                <a:lnTo>
                  <a:pt x="461" y="27"/>
                </a:lnTo>
                <a:lnTo>
                  <a:pt x="462" y="27"/>
                </a:lnTo>
                <a:lnTo>
                  <a:pt x="462" y="26"/>
                </a:lnTo>
                <a:lnTo>
                  <a:pt x="462" y="25"/>
                </a:lnTo>
                <a:lnTo>
                  <a:pt x="462" y="24"/>
                </a:lnTo>
                <a:lnTo>
                  <a:pt x="462" y="23"/>
                </a:lnTo>
                <a:lnTo>
                  <a:pt x="464" y="22"/>
                </a:lnTo>
                <a:lnTo>
                  <a:pt x="465" y="22"/>
                </a:lnTo>
                <a:lnTo>
                  <a:pt x="466" y="22"/>
                </a:lnTo>
                <a:lnTo>
                  <a:pt x="467" y="23"/>
                </a:lnTo>
                <a:lnTo>
                  <a:pt x="467" y="24"/>
                </a:lnTo>
                <a:lnTo>
                  <a:pt x="466" y="25"/>
                </a:lnTo>
                <a:lnTo>
                  <a:pt x="467" y="25"/>
                </a:lnTo>
                <a:lnTo>
                  <a:pt x="466" y="26"/>
                </a:lnTo>
                <a:lnTo>
                  <a:pt x="466" y="27"/>
                </a:lnTo>
                <a:lnTo>
                  <a:pt x="466" y="28"/>
                </a:lnTo>
                <a:lnTo>
                  <a:pt x="466" y="29"/>
                </a:lnTo>
                <a:lnTo>
                  <a:pt x="465" y="30"/>
                </a:lnTo>
                <a:lnTo>
                  <a:pt x="466" y="30"/>
                </a:lnTo>
                <a:lnTo>
                  <a:pt x="466" y="31"/>
                </a:lnTo>
                <a:lnTo>
                  <a:pt x="466" y="32"/>
                </a:lnTo>
                <a:lnTo>
                  <a:pt x="467" y="32"/>
                </a:lnTo>
                <a:lnTo>
                  <a:pt x="467" y="33"/>
                </a:lnTo>
                <a:lnTo>
                  <a:pt x="468" y="34"/>
                </a:lnTo>
                <a:lnTo>
                  <a:pt x="468" y="35"/>
                </a:lnTo>
                <a:lnTo>
                  <a:pt x="469" y="35"/>
                </a:lnTo>
                <a:lnTo>
                  <a:pt x="470" y="35"/>
                </a:lnTo>
                <a:lnTo>
                  <a:pt x="471" y="35"/>
                </a:lnTo>
                <a:lnTo>
                  <a:pt x="471" y="36"/>
                </a:lnTo>
                <a:lnTo>
                  <a:pt x="471" y="37"/>
                </a:lnTo>
                <a:lnTo>
                  <a:pt x="472" y="39"/>
                </a:lnTo>
                <a:lnTo>
                  <a:pt x="473" y="39"/>
                </a:lnTo>
                <a:lnTo>
                  <a:pt x="473" y="40"/>
                </a:lnTo>
                <a:lnTo>
                  <a:pt x="472" y="40"/>
                </a:lnTo>
                <a:lnTo>
                  <a:pt x="472" y="41"/>
                </a:lnTo>
                <a:lnTo>
                  <a:pt x="473" y="41"/>
                </a:lnTo>
                <a:lnTo>
                  <a:pt x="473" y="42"/>
                </a:lnTo>
                <a:lnTo>
                  <a:pt x="473" y="43"/>
                </a:lnTo>
                <a:lnTo>
                  <a:pt x="472" y="44"/>
                </a:lnTo>
                <a:lnTo>
                  <a:pt x="473" y="45"/>
                </a:lnTo>
                <a:lnTo>
                  <a:pt x="473" y="46"/>
                </a:lnTo>
                <a:lnTo>
                  <a:pt x="474" y="46"/>
                </a:lnTo>
                <a:lnTo>
                  <a:pt x="474" y="47"/>
                </a:lnTo>
                <a:lnTo>
                  <a:pt x="475" y="47"/>
                </a:lnTo>
                <a:lnTo>
                  <a:pt x="475" y="46"/>
                </a:lnTo>
                <a:lnTo>
                  <a:pt x="476" y="47"/>
                </a:lnTo>
                <a:lnTo>
                  <a:pt x="476" y="48"/>
                </a:lnTo>
                <a:lnTo>
                  <a:pt x="476" y="49"/>
                </a:lnTo>
                <a:lnTo>
                  <a:pt x="477" y="49"/>
                </a:lnTo>
                <a:lnTo>
                  <a:pt x="478" y="49"/>
                </a:lnTo>
                <a:lnTo>
                  <a:pt x="479" y="49"/>
                </a:lnTo>
                <a:lnTo>
                  <a:pt x="480" y="49"/>
                </a:lnTo>
                <a:lnTo>
                  <a:pt x="480" y="48"/>
                </a:lnTo>
                <a:lnTo>
                  <a:pt x="481" y="47"/>
                </a:lnTo>
                <a:lnTo>
                  <a:pt x="481" y="48"/>
                </a:lnTo>
                <a:lnTo>
                  <a:pt x="482" y="49"/>
                </a:lnTo>
                <a:lnTo>
                  <a:pt x="483" y="49"/>
                </a:lnTo>
                <a:lnTo>
                  <a:pt x="484" y="50"/>
                </a:lnTo>
                <a:lnTo>
                  <a:pt x="484" y="51"/>
                </a:lnTo>
                <a:lnTo>
                  <a:pt x="483" y="51"/>
                </a:lnTo>
                <a:lnTo>
                  <a:pt x="483" y="54"/>
                </a:lnTo>
                <a:lnTo>
                  <a:pt x="484" y="54"/>
                </a:lnTo>
                <a:lnTo>
                  <a:pt x="484" y="55"/>
                </a:lnTo>
                <a:lnTo>
                  <a:pt x="484" y="57"/>
                </a:lnTo>
                <a:lnTo>
                  <a:pt x="485" y="57"/>
                </a:lnTo>
                <a:lnTo>
                  <a:pt x="486" y="58"/>
                </a:lnTo>
                <a:lnTo>
                  <a:pt x="486" y="59"/>
                </a:lnTo>
                <a:lnTo>
                  <a:pt x="487" y="59"/>
                </a:lnTo>
                <a:lnTo>
                  <a:pt x="487" y="58"/>
                </a:lnTo>
                <a:lnTo>
                  <a:pt x="488" y="58"/>
                </a:lnTo>
                <a:lnTo>
                  <a:pt x="488" y="59"/>
                </a:lnTo>
                <a:lnTo>
                  <a:pt x="490" y="59"/>
                </a:lnTo>
                <a:lnTo>
                  <a:pt x="490" y="58"/>
                </a:lnTo>
                <a:lnTo>
                  <a:pt x="492" y="58"/>
                </a:lnTo>
                <a:lnTo>
                  <a:pt x="492" y="59"/>
                </a:lnTo>
                <a:lnTo>
                  <a:pt x="493" y="59"/>
                </a:lnTo>
                <a:lnTo>
                  <a:pt x="493" y="60"/>
                </a:lnTo>
                <a:lnTo>
                  <a:pt x="494" y="59"/>
                </a:lnTo>
                <a:lnTo>
                  <a:pt x="494" y="58"/>
                </a:lnTo>
                <a:lnTo>
                  <a:pt x="495" y="58"/>
                </a:lnTo>
                <a:lnTo>
                  <a:pt x="497" y="56"/>
                </a:lnTo>
                <a:lnTo>
                  <a:pt x="497" y="55"/>
                </a:lnTo>
                <a:lnTo>
                  <a:pt x="498" y="55"/>
                </a:lnTo>
                <a:lnTo>
                  <a:pt x="499" y="54"/>
                </a:lnTo>
                <a:lnTo>
                  <a:pt x="500" y="54"/>
                </a:lnTo>
                <a:lnTo>
                  <a:pt x="501" y="54"/>
                </a:lnTo>
                <a:lnTo>
                  <a:pt x="502" y="54"/>
                </a:lnTo>
                <a:lnTo>
                  <a:pt x="502" y="56"/>
                </a:lnTo>
                <a:lnTo>
                  <a:pt x="503" y="56"/>
                </a:lnTo>
                <a:lnTo>
                  <a:pt x="504" y="56"/>
                </a:lnTo>
                <a:lnTo>
                  <a:pt x="505" y="57"/>
                </a:lnTo>
                <a:lnTo>
                  <a:pt x="505" y="58"/>
                </a:lnTo>
                <a:lnTo>
                  <a:pt x="505" y="59"/>
                </a:lnTo>
                <a:lnTo>
                  <a:pt x="505" y="60"/>
                </a:lnTo>
                <a:lnTo>
                  <a:pt x="505" y="61"/>
                </a:lnTo>
                <a:lnTo>
                  <a:pt x="506" y="61"/>
                </a:lnTo>
                <a:lnTo>
                  <a:pt x="506" y="62"/>
                </a:lnTo>
                <a:lnTo>
                  <a:pt x="507" y="62"/>
                </a:lnTo>
                <a:lnTo>
                  <a:pt x="508" y="62"/>
                </a:lnTo>
                <a:lnTo>
                  <a:pt x="509" y="62"/>
                </a:lnTo>
                <a:lnTo>
                  <a:pt x="509" y="61"/>
                </a:lnTo>
                <a:lnTo>
                  <a:pt x="511" y="62"/>
                </a:lnTo>
                <a:lnTo>
                  <a:pt x="511" y="63"/>
                </a:lnTo>
                <a:lnTo>
                  <a:pt x="512" y="62"/>
                </a:lnTo>
                <a:lnTo>
                  <a:pt x="513" y="62"/>
                </a:lnTo>
                <a:lnTo>
                  <a:pt x="513" y="61"/>
                </a:lnTo>
                <a:lnTo>
                  <a:pt x="514" y="60"/>
                </a:lnTo>
                <a:lnTo>
                  <a:pt x="515" y="60"/>
                </a:lnTo>
                <a:lnTo>
                  <a:pt x="515" y="61"/>
                </a:lnTo>
                <a:lnTo>
                  <a:pt x="516" y="61"/>
                </a:lnTo>
                <a:lnTo>
                  <a:pt x="516" y="60"/>
                </a:lnTo>
                <a:lnTo>
                  <a:pt x="516" y="59"/>
                </a:lnTo>
                <a:lnTo>
                  <a:pt x="516" y="58"/>
                </a:lnTo>
                <a:lnTo>
                  <a:pt x="517" y="58"/>
                </a:lnTo>
                <a:lnTo>
                  <a:pt x="518" y="59"/>
                </a:lnTo>
                <a:lnTo>
                  <a:pt x="517" y="60"/>
                </a:lnTo>
                <a:lnTo>
                  <a:pt x="518" y="60"/>
                </a:lnTo>
                <a:lnTo>
                  <a:pt x="519" y="59"/>
                </a:lnTo>
                <a:lnTo>
                  <a:pt x="519" y="58"/>
                </a:lnTo>
                <a:lnTo>
                  <a:pt x="520" y="58"/>
                </a:lnTo>
                <a:lnTo>
                  <a:pt x="521" y="58"/>
                </a:lnTo>
                <a:lnTo>
                  <a:pt x="521" y="57"/>
                </a:lnTo>
                <a:lnTo>
                  <a:pt x="522" y="57"/>
                </a:lnTo>
                <a:lnTo>
                  <a:pt x="523" y="58"/>
                </a:lnTo>
                <a:lnTo>
                  <a:pt x="524" y="58"/>
                </a:lnTo>
                <a:lnTo>
                  <a:pt x="526" y="58"/>
                </a:lnTo>
                <a:lnTo>
                  <a:pt x="527" y="58"/>
                </a:lnTo>
                <a:lnTo>
                  <a:pt x="528" y="58"/>
                </a:lnTo>
                <a:lnTo>
                  <a:pt x="529" y="59"/>
                </a:lnTo>
                <a:lnTo>
                  <a:pt x="530" y="59"/>
                </a:lnTo>
                <a:lnTo>
                  <a:pt x="531" y="59"/>
                </a:lnTo>
                <a:lnTo>
                  <a:pt x="530" y="60"/>
                </a:lnTo>
                <a:lnTo>
                  <a:pt x="531" y="61"/>
                </a:lnTo>
                <a:lnTo>
                  <a:pt x="531" y="60"/>
                </a:lnTo>
                <a:lnTo>
                  <a:pt x="532" y="60"/>
                </a:lnTo>
                <a:lnTo>
                  <a:pt x="533" y="60"/>
                </a:lnTo>
                <a:lnTo>
                  <a:pt x="533" y="59"/>
                </a:lnTo>
                <a:lnTo>
                  <a:pt x="534" y="59"/>
                </a:lnTo>
                <a:lnTo>
                  <a:pt x="535" y="59"/>
                </a:lnTo>
                <a:lnTo>
                  <a:pt x="535" y="58"/>
                </a:lnTo>
                <a:lnTo>
                  <a:pt x="536" y="58"/>
                </a:lnTo>
                <a:lnTo>
                  <a:pt x="537" y="58"/>
                </a:lnTo>
                <a:lnTo>
                  <a:pt x="538" y="58"/>
                </a:lnTo>
                <a:lnTo>
                  <a:pt x="539" y="58"/>
                </a:lnTo>
                <a:lnTo>
                  <a:pt x="539" y="59"/>
                </a:lnTo>
                <a:lnTo>
                  <a:pt x="539" y="58"/>
                </a:lnTo>
                <a:lnTo>
                  <a:pt x="540" y="58"/>
                </a:lnTo>
                <a:lnTo>
                  <a:pt x="540" y="57"/>
                </a:lnTo>
                <a:lnTo>
                  <a:pt x="540" y="56"/>
                </a:lnTo>
                <a:lnTo>
                  <a:pt x="540" y="55"/>
                </a:lnTo>
                <a:lnTo>
                  <a:pt x="543" y="55"/>
                </a:lnTo>
                <a:lnTo>
                  <a:pt x="543" y="56"/>
                </a:lnTo>
                <a:lnTo>
                  <a:pt x="544" y="57"/>
                </a:lnTo>
                <a:lnTo>
                  <a:pt x="545" y="56"/>
                </a:lnTo>
                <a:lnTo>
                  <a:pt x="545" y="55"/>
                </a:lnTo>
                <a:lnTo>
                  <a:pt x="545" y="54"/>
                </a:lnTo>
                <a:lnTo>
                  <a:pt x="546" y="54"/>
                </a:lnTo>
                <a:lnTo>
                  <a:pt x="547" y="54"/>
                </a:lnTo>
                <a:lnTo>
                  <a:pt x="548" y="54"/>
                </a:lnTo>
                <a:lnTo>
                  <a:pt x="549" y="54"/>
                </a:lnTo>
                <a:lnTo>
                  <a:pt x="550" y="54"/>
                </a:lnTo>
                <a:lnTo>
                  <a:pt x="550" y="55"/>
                </a:lnTo>
                <a:lnTo>
                  <a:pt x="551" y="55"/>
                </a:lnTo>
                <a:lnTo>
                  <a:pt x="552" y="56"/>
                </a:lnTo>
                <a:lnTo>
                  <a:pt x="552" y="57"/>
                </a:lnTo>
                <a:lnTo>
                  <a:pt x="554" y="58"/>
                </a:lnTo>
                <a:lnTo>
                  <a:pt x="555" y="58"/>
                </a:lnTo>
                <a:lnTo>
                  <a:pt x="556" y="58"/>
                </a:lnTo>
                <a:lnTo>
                  <a:pt x="557" y="58"/>
                </a:lnTo>
                <a:lnTo>
                  <a:pt x="558" y="58"/>
                </a:lnTo>
                <a:lnTo>
                  <a:pt x="559" y="58"/>
                </a:lnTo>
                <a:lnTo>
                  <a:pt x="560" y="58"/>
                </a:lnTo>
                <a:lnTo>
                  <a:pt x="560" y="59"/>
                </a:lnTo>
                <a:lnTo>
                  <a:pt x="561" y="60"/>
                </a:lnTo>
                <a:lnTo>
                  <a:pt x="562" y="60"/>
                </a:lnTo>
                <a:lnTo>
                  <a:pt x="562" y="61"/>
                </a:lnTo>
                <a:lnTo>
                  <a:pt x="563" y="61"/>
                </a:lnTo>
                <a:lnTo>
                  <a:pt x="564" y="61"/>
                </a:lnTo>
                <a:lnTo>
                  <a:pt x="565" y="62"/>
                </a:lnTo>
                <a:lnTo>
                  <a:pt x="565" y="63"/>
                </a:lnTo>
                <a:lnTo>
                  <a:pt x="566" y="63"/>
                </a:lnTo>
                <a:lnTo>
                  <a:pt x="566" y="64"/>
                </a:lnTo>
                <a:lnTo>
                  <a:pt x="566" y="65"/>
                </a:lnTo>
                <a:lnTo>
                  <a:pt x="565" y="65"/>
                </a:lnTo>
                <a:lnTo>
                  <a:pt x="564" y="66"/>
                </a:lnTo>
                <a:lnTo>
                  <a:pt x="564" y="67"/>
                </a:lnTo>
                <a:lnTo>
                  <a:pt x="564" y="68"/>
                </a:lnTo>
                <a:lnTo>
                  <a:pt x="565" y="68"/>
                </a:lnTo>
                <a:lnTo>
                  <a:pt x="566" y="69"/>
                </a:lnTo>
                <a:lnTo>
                  <a:pt x="566" y="70"/>
                </a:lnTo>
                <a:lnTo>
                  <a:pt x="566" y="71"/>
                </a:lnTo>
                <a:lnTo>
                  <a:pt x="566" y="72"/>
                </a:lnTo>
                <a:lnTo>
                  <a:pt x="565" y="72"/>
                </a:lnTo>
                <a:lnTo>
                  <a:pt x="565" y="73"/>
                </a:lnTo>
                <a:lnTo>
                  <a:pt x="566" y="74"/>
                </a:lnTo>
                <a:lnTo>
                  <a:pt x="567" y="75"/>
                </a:lnTo>
                <a:lnTo>
                  <a:pt x="568" y="76"/>
                </a:lnTo>
                <a:lnTo>
                  <a:pt x="569" y="76"/>
                </a:lnTo>
                <a:lnTo>
                  <a:pt x="570" y="76"/>
                </a:lnTo>
                <a:lnTo>
                  <a:pt x="571" y="76"/>
                </a:lnTo>
                <a:lnTo>
                  <a:pt x="572" y="77"/>
                </a:lnTo>
                <a:lnTo>
                  <a:pt x="573" y="77"/>
                </a:lnTo>
                <a:lnTo>
                  <a:pt x="573" y="76"/>
                </a:lnTo>
                <a:lnTo>
                  <a:pt x="574" y="76"/>
                </a:lnTo>
                <a:lnTo>
                  <a:pt x="574" y="77"/>
                </a:lnTo>
                <a:lnTo>
                  <a:pt x="574" y="78"/>
                </a:lnTo>
                <a:lnTo>
                  <a:pt x="575" y="79"/>
                </a:lnTo>
                <a:lnTo>
                  <a:pt x="576" y="80"/>
                </a:lnTo>
                <a:lnTo>
                  <a:pt x="576" y="81"/>
                </a:lnTo>
                <a:lnTo>
                  <a:pt x="576" y="82"/>
                </a:lnTo>
                <a:lnTo>
                  <a:pt x="577" y="82"/>
                </a:lnTo>
                <a:lnTo>
                  <a:pt x="577" y="83"/>
                </a:lnTo>
                <a:lnTo>
                  <a:pt x="577" y="85"/>
                </a:lnTo>
                <a:lnTo>
                  <a:pt x="576" y="86"/>
                </a:lnTo>
                <a:lnTo>
                  <a:pt x="575" y="86"/>
                </a:lnTo>
                <a:lnTo>
                  <a:pt x="574" y="87"/>
                </a:lnTo>
                <a:lnTo>
                  <a:pt x="574" y="88"/>
                </a:lnTo>
                <a:lnTo>
                  <a:pt x="574" y="89"/>
                </a:lnTo>
                <a:lnTo>
                  <a:pt x="573" y="90"/>
                </a:lnTo>
                <a:lnTo>
                  <a:pt x="572" y="90"/>
                </a:lnTo>
                <a:lnTo>
                  <a:pt x="572" y="91"/>
                </a:lnTo>
                <a:lnTo>
                  <a:pt x="573" y="91"/>
                </a:lnTo>
                <a:lnTo>
                  <a:pt x="574" y="91"/>
                </a:lnTo>
                <a:lnTo>
                  <a:pt x="574" y="92"/>
                </a:lnTo>
                <a:lnTo>
                  <a:pt x="574" y="93"/>
                </a:lnTo>
                <a:lnTo>
                  <a:pt x="573" y="94"/>
                </a:lnTo>
                <a:lnTo>
                  <a:pt x="573" y="95"/>
                </a:lnTo>
                <a:lnTo>
                  <a:pt x="574" y="95"/>
                </a:lnTo>
                <a:lnTo>
                  <a:pt x="573" y="95"/>
                </a:lnTo>
                <a:lnTo>
                  <a:pt x="572" y="95"/>
                </a:lnTo>
                <a:lnTo>
                  <a:pt x="571" y="95"/>
                </a:lnTo>
                <a:lnTo>
                  <a:pt x="570" y="95"/>
                </a:lnTo>
                <a:lnTo>
                  <a:pt x="569" y="95"/>
                </a:lnTo>
                <a:lnTo>
                  <a:pt x="568" y="95"/>
                </a:lnTo>
                <a:lnTo>
                  <a:pt x="567" y="95"/>
                </a:lnTo>
                <a:lnTo>
                  <a:pt x="566" y="94"/>
                </a:lnTo>
                <a:lnTo>
                  <a:pt x="565" y="95"/>
                </a:lnTo>
                <a:lnTo>
                  <a:pt x="565" y="96"/>
                </a:lnTo>
                <a:lnTo>
                  <a:pt x="564" y="96"/>
                </a:lnTo>
                <a:lnTo>
                  <a:pt x="563" y="96"/>
                </a:lnTo>
                <a:lnTo>
                  <a:pt x="562" y="95"/>
                </a:lnTo>
                <a:lnTo>
                  <a:pt x="561" y="95"/>
                </a:lnTo>
                <a:lnTo>
                  <a:pt x="561" y="96"/>
                </a:lnTo>
                <a:lnTo>
                  <a:pt x="561" y="97"/>
                </a:lnTo>
                <a:lnTo>
                  <a:pt x="562" y="98"/>
                </a:lnTo>
                <a:lnTo>
                  <a:pt x="562" y="99"/>
                </a:lnTo>
                <a:lnTo>
                  <a:pt x="562" y="100"/>
                </a:lnTo>
                <a:lnTo>
                  <a:pt x="562" y="101"/>
                </a:lnTo>
                <a:lnTo>
                  <a:pt x="562" y="102"/>
                </a:lnTo>
                <a:lnTo>
                  <a:pt x="563" y="102"/>
                </a:lnTo>
                <a:lnTo>
                  <a:pt x="563" y="103"/>
                </a:lnTo>
                <a:lnTo>
                  <a:pt x="563" y="104"/>
                </a:lnTo>
                <a:lnTo>
                  <a:pt x="563" y="105"/>
                </a:lnTo>
                <a:lnTo>
                  <a:pt x="563" y="106"/>
                </a:lnTo>
                <a:lnTo>
                  <a:pt x="564" y="106"/>
                </a:lnTo>
                <a:lnTo>
                  <a:pt x="563" y="106"/>
                </a:lnTo>
                <a:lnTo>
                  <a:pt x="560" y="107"/>
                </a:lnTo>
                <a:lnTo>
                  <a:pt x="559" y="107"/>
                </a:lnTo>
                <a:lnTo>
                  <a:pt x="558" y="108"/>
                </a:lnTo>
                <a:lnTo>
                  <a:pt x="558" y="109"/>
                </a:lnTo>
                <a:lnTo>
                  <a:pt x="558" y="110"/>
                </a:lnTo>
                <a:lnTo>
                  <a:pt x="558" y="111"/>
                </a:lnTo>
                <a:lnTo>
                  <a:pt x="558" y="112"/>
                </a:lnTo>
                <a:lnTo>
                  <a:pt x="558" y="113"/>
                </a:lnTo>
                <a:lnTo>
                  <a:pt x="558" y="114"/>
                </a:lnTo>
                <a:lnTo>
                  <a:pt x="557" y="114"/>
                </a:lnTo>
                <a:lnTo>
                  <a:pt x="557" y="115"/>
                </a:lnTo>
                <a:lnTo>
                  <a:pt x="558" y="115"/>
                </a:lnTo>
                <a:lnTo>
                  <a:pt x="559" y="116"/>
                </a:lnTo>
                <a:lnTo>
                  <a:pt x="560" y="116"/>
                </a:lnTo>
                <a:lnTo>
                  <a:pt x="560" y="117"/>
                </a:lnTo>
                <a:lnTo>
                  <a:pt x="560" y="118"/>
                </a:lnTo>
                <a:lnTo>
                  <a:pt x="560" y="120"/>
                </a:lnTo>
                <a:lnTo>
                  <a:pt x="560" y="121"/>
                </a:lnTo>
                <a:lnTo>
                  <a:pt x="559" y="121"/>
                </a:lnTo>
                <a:lnTo>
                  <a:pt x="560" y="122"/>
                </a:lnTo>
                <a:lnTo>
                  <a:pt x="561" y="122"/>
                </a:lnTo>
                <a:lnTo>
                  <a:pt x="561" y="123"/>
                </a:lnTo>
                <a:lnTo>
                  <a:pt x="562" y="123"/>
                </a:lnTo>
                <a:lnTo>
                  <a:pt x="562" y="124"/>
                </a:lnTo>
                <a:lnTo>
                  <a:pt x="560" y="124"/>
                </a:lnTo>
                <a:lnTo>
                  <a:pt x="560" y="125"/>
                </a:lnTo>
                <a:lnTo>
                  <a:pt x="560" y="126"/>
                </a:lnTo>
                <a:lnTo>
                  <a:pt x="560" y="127"/>
                </a:lnTo>
                <a:lnTo>
                  <a:pt x="561" y="127"/>
                </a:lnTo>
                <a:lnTo>
                  <a:pt x="562" y="127"/>
                </a:lnTo>
                <a:lnTo>
                  <a:pt x="563" y="128"/>
                </a:lnTo>
                <a:lnTo>
                  <a:pt x="564" y="128"/>
                </a:lnTo>
                <a:lnTo>
                  <a:pt x="565" y="129"/>
                </a:lnTo>
                <a:lnTo>
                  <a:pt x="565" y="130"/>
                </a:lnTo>
                <a:lnTo>
                  <a:pt x="566" y="130"/>
                </a:lnTo>
                <a:lnTo>
                  <a:pt x="566" y="131"/>
                </a:lnTo>
                <a:lnTo>
                  <a:pt x="565" y="131"/>
                </a:lnTo>
                <a:lnTo>
                  <a:pt x="564" y="132"/>
                </a:lnTo>
                <a:lnTo>
                  <a:pt x="565" y="133"/>
                </a:lnTo>
                <a:lnTo>
                  <a:pt x="565" y="134"/>
                </a:lnTo>
                <a:lnTo>
                  <a:pt x="566" y="134"/>
                </a:lnTo>
                <a:lnTo>
                  <a:pt x="565" y="134"/>
                </a:lnTo>
                <a:lnTo>
                  <a:pt x="566" y="134"/>
                </a:lnTo>
                <a:lnTo>
                  <a:pt x="566" y="135"/>
                </a:lnTo>
                <a:lnTo>
                  <a:pt x="567" y="134"/>
                </a:lnTo>
                <a:lnTo>
                  <a:pt x="567" y="135"/>
                </a:lnTo>
                <a:lnTo>
                  <a:pt x="568" y="135"/>
                </a:lnTo>
                <a:lnTo>
                  <a:pt x="568" y="136"/>
                </a:lnTo>
                <a:lnTo>
                  <a:pt x="568" y="138"/>
                </a:lnTo>
                <a:lnTo>
                  <a:pt x="569" y="139"/>
                </a:lnTo>
                <a:lnTo>
                  <a:pt x="570" y="140"/>
                </a:lnTo>
                <a:lnTo>
                  <a:pt x="570" y="139"/>
                </a:lnTo>
                <a:lnTo>
                  <a:pt x="570" y="138"/>
                </a:lnTo>
                <a:lnTo>
                  <a:pt x="571" y="138"/>
                </a:lnTo>
                <a:lnTo>
                  <a:pt x="571" y="139"/>
                </a:lnTo>
                <a:lnTo>
                  <a:pt x="571" y="140"/>
                </a:lnTo>
                <a:lnTo>
                  <a:pt x="570" y="141"/>
                </a:lnTo>
                <a:lnTo>
                  <a:pt x="571" y="141"/>
                </a:lnTo>
                <a:lnTo>
                  <a:pt x="571" y="140"/>
                </a:lnTo>
                <a:lnTo>
                  <a:pt x="571" y="139"/>
                </a:lnTo>
                <a:lnTo>
                  <a:pt x="572" y="138"/>
                </a:lnTo>
                <a:lnTo>
                  <a:pt x="573" y="137"/>
                </a:lnTo>
                <a:lnTo>
                  <a:pt x="574" y="137"/>
                </a:lnTo>
                <a:lnTo>
                  <a:pt x="574" y="138"/>
                </a:lnTo>
                <a:lnTo>
                  <a:pt x="574" y="139"/>
                </a:lnTo>
                <a:lnTo>
                  <a:pt x="573" y="140"/>
                </a:lnTo>
                <a:lnTo>
                  <a:pt x="575" y="142"/>
                </a:lnTo>
                <a:lnTo>
                  <a:pt x="576" y="142"/>
                </a:lnTo>
                <a:lnTo>
                  <a:pt x="576" y="141"/>
                </a:lnTo>
                <a:lnTo>
                  <a:pt x="577" y="141"/>
                </a:lnTo>
                <a:lnTo>
                  <a:pt x="578" y="141"/>
                </a:lnTo>
                <a:lnTo>
                  <a:pt x="579" y="141"/>
                </a:lnTo>
                <a:lnTo>
                  <a:pt x="581" y="141"/>
                </a:lnTo>
                <a:lnTo>
                  <a:pt x="581" y="142"/>
                </a:lnTo>
                <a:lnTo>
                  <a:pt x="582" y="142"/>
                </a:lnTo>
                <a:lnTo>
                  <a:pt x="583" y="143"/>
                </a:lnTo>
                <a:lnTo>
                  <a:pt x="584" y="145"/>
                </a:lnTo>
                <a:lnTo>
                  <a:pt x="585" y="145"/>
                </a:lnTo>
                <a:lnTo>
                  <a:pt x="586" y="146"/>
                </a:lnTo>
                <a:lnTo>
                  <a:pt x="587" y="145"/>
                </a:lnTo>
                <a:lnTo>
                  <a:pt x="587" y="146"/>
                </a:lnTo>
                <a:lnTo>
                  <a:pt x="588" y="146"/>
                </a:lnTo>
                <a:lnTo>
                  <a:pt x="587" y="147"/>
                </a:lnTo>
                <a:lnTo>
                  <a:pt x="587" y="148"/>
                </a:lnTo>
                <a:lnTo>
                  <a:pt x="586" y="148"/>
                </a:lnTo>
                <a:lnTo>
                  <a:pt x="586" y="149"/>
                </a:lnTo>
                <a:lnTo>
                  <a:pt x="586" y="150"/>
                </a:lnTo>
                <a:lnTo>
                  <a:pt x="585" y="150"/>
                </a:lnTo>
                <a:lnTo>
                  <a:pt x="584" y="151"/>
                </a:lnTo>
                <a:lnTo>
                  <a:pt x="584" y="152"/>
                </a:lnTo>
                <a:lnTo>
                  <a:pt x="585" y="153"/>
                </a:lnTo>
                <a:lnTo>
                  <a:pt x="585" y="152"/>
                </a:lnTo>
                <a:lnTo>
                  <a:pt x="586" y="152"/>
                </a:lnTo>
                <a:lnTo>
                  <a:pt x="587" y="152"/>
                </a:lnTo>
                <a:lnTo>
                  <a:pt x="587" y="151"/>
                </a:lnTo>
                <a:lnTo>
                  <a:pt x="588" y="151"/>
                </a:lnTo>
                <a:lnTo>
                  <a:pt x="589" y="150"/>
                </a:lnTo>
                <a:lnTo>
                  <a:pt x="590" y="150"/>
                </a:lnTo>
                <a:lnTo>
                  <a:pt x="590" y="149"/>
                </a:lnTo>
                <a:lnTo>
                  <a:pt x="591" y="149"/>
                </a:lnTo>
                <a:lnTo>
                  <a:pt x="592" y="149"/>
                </a:lnTo>
                <a:lnTo>
                  <a:pt x="593" y="149"/>
                </a:lnTo>
                <a:lnTo>
                  <a:pt x="594" y="149"/>
                </a:lnTo>
                <a:lnTo>
                  <a:pt x="594" y="150"/>
                </a:lnTo>
                <a:lnTo>
                  <a:pt x="595" y="151"/>
                </a:lnTo>
                <a:lnTo>
                  <a:pt x="595" y="152"/>
                </a:lnTo>
                <a:lnTo>
                  <a:pt x="595" y="153"/>
                </a:lnTo>
                <a:lnTo>
                  <a:pt x="596" y="153"/>
                </a:lnTo>
                <a:lnTo>
                  <a:pt x="596" y="154"/>
                </a:lnTo>
                <a:lnTo>
                  <a:pt x="596" y="155"/>
                </a:lnTo>
                <a:lnTo>
                  <a:pt x="597" y="155"/>
                </a:lnTo>
                <a:lnTo>
                  <a:pt x="597" y="156"/>
                </a:lnTo>
                <a:lnTo>
                  <a:pt x="598" y="157"/>
                </a:lnTo>
                <a:lnTo>
                  <a:pt x="598" y="158"/>
                </a:lnTo>
                <a:lnTo>
                  <a:pt x="599" y="159"/>
                </a:lnTo>
                <a:lnTo>
                  <a:pt x="599" y="160"/>
                </a:lnTo>
                <a:lnTo>
                  <a:pt x="600" y="160"/>
                </a:lnTo>
                <a:lnTo>
                  <a:pt x="599" y="161"/>
                </a:lnTo>
                <a:lnTo>
                  <a:pt x="600" y="163"/>
                </a:lnTo>
                <a:lnTo>
                  <a:pt x="601" y="163"/>
                </a:lnTo>
                <a:lnTo>
                  <a:pt x="603" y="163"/>
                </a:lnTo>
                <a:lnTo>
                  <a:pt x="604" y="164"/>
                </a:lnTo>
                <a:lnTo>
                  <a:pt x="605" y="164"/>
                </a:lnTo>
                <a:lnTo>
                  <a:pt x="605" y="163"/>
                </a:lnTo>
                <a:lnTo>
                  <a:pt x="606" y="163"/>
                </a:lnTo>
                <a:lnTo>
                  <a:pt x="606" y="164"/>
                </a:lnTo>
                <a:lnTo>
                  <a:pt x="607" y="163"/>
                </a:lnTo>
                <a:lnTo>
                  <a:pt x="608" y="163"/>
                </a:lnTo>
                <a:lnTo>
                  <a:pt x="609" y="164"/>
                </a:lnTo>
                <a:lnTo>
                  <a:pt x="610" y="165"/>
                </a:lnTo>
                <a:lnTo>
                  <a:pt x="609" y="165"/>
                </a:lnTo>
                <a:lnTo>
                  <a:pt x="610" y="166"/>
                </a:lnTo>
                <a:lnTo>
                  <a:pt x="611" y="167"/>
                </a:lnTo>
                <a:lnTo>
                  <a:pt x="611" y="169"/>
                </a:lnTo>
                <a:lnTo>
                  <a:pt x="612" y="169"/>
                </a:lnTo>
                <a:lnTo>
                  <a:pt x="612" y="170"/>
                </a:lnTo>
                <a:lnTo>
                  <a:pt x="612" y="171"/>
                </a:lnTo>
                <a:lnTo>
                  <a:pt x="613" y="172"/>
                </a:lnTo>
                <a:lnTo>
                  <a:pt x="613" y="173"/>
                </a:lnTo>
                <a:lnTo>
                  <a:pt x="614" y="174"/>
                </a:lnTo>
                <a:lnTo>
                  <a:pt x="615" y="174"/>
                </a:lnTo>
                <a:lnTo>
                  <a:pt x="614" y="175"/>
                </a:lnTo>
                <a:lnTo>
                  <a:pt x="613" y="175"/>
                </a:lnTo>
                <a:lnTo>
                  <a:pt x="614" y="175"/>
                </a:lnTo>
                <a:lnTo>
                  <a:pt x="615" y="176"/>
                </a:lnTo>
                <a:lnTo>
                  <a:pt x="614" y="176"/>
                </a:lnTo>
                <a:lnTo>
                  <a:pt x="615" y="176"/>
                </a:lnTo>
                <a:lnTo>
                  <a:pt x="614" y="176"/>
                </a:lnTo>
                <a:lnTo>
                  <a:pt x="614" y="177"/>
                </a:lnTo>
                <a:lnTo>
                  <a:pt x="615" y="177"/>
                </a:lnTo>
                <a:lnTo>
                  <a:pt x="615" y="178"/>
                </a:lnTo>
                <a:lnTo>
                  <a:pt x="614" y="178"/>
                </a:lnTo>
                <a:lnTo>
                  <a:pt x="614" y="179"/>
                </a:lnTo>
                <a:lnTo>
                  <a:pt x="614" y="180"/>
                </a:lnTo>
                <a:lnTo>
                  <a:pt x="615" y="180"/>
                </a:lnTo>
                <a:lnTo>
                  <a:pt x="615" y="179"/>
                </a:lnTo>
                <a:lnTo>
                  <a:pt x="616" y="179"/>
                </a:lnTo>
                <a:lnTo>
                  <a:pt x="616" y="180"/>
                </a:lnTo>
                <a:lnTo>
                  <a:pt x="617" y="180"/>
                </a:lnTo>
                <a:lnTo>
                  <a:pt x="617" y="181"/>
                </a:lnTo>
                <a:lnTo>
                  <a:pt x="618" y="182"/>
                </a:lnTo>
                <a:lnTo>
                  <a:pt x="619" y="182"/>
                </a:lnTo>
                <a:lnTo>
                  <a:pt x="620" y="182"/>
                </a:lnTo>
                <a:lnTo>
                  <a:pt x="620" y="183"/>
                </a:lnTo>
                <a:lnTo>
                  <a:pt x="619" y="183"/>
                </a:lnTo>
                <a:lnTo>
                  <a:pt x="620" y="184"/>
                </a:lnTo>
                <a:lnTo>
                  <a:pt x="620" y="185"/>
                </a:lnTo>
                <a:lnTo>
                  <a:pt x="620" y="186"/>
                </a:lnTo>
                <a:lnTo>
                  <a:pt x="620" y="187"/>
                </a:lnTo>
                <a:lnTo>
                  <a:pt x="619" y="187"/>
                </a:lnTo>
                <a:lnTo>
                  <a:pt x="619" y="188"/>
                </a:lnTo>
                <a:lnTo>
                  <a:pt x="620" y="190"/>
                </a:lnTo>
                <a:lnTo>
                  <a:pt x="621" y="190"/>
                </a:lnTo>
                <a:lnTo>
                  <a:pt x="621" y="192"/>
                </a:lnTo>
                <a:lnTo>
                  <a:pt x="620" y="193"/>
                </a:lnTo>
                <a:lnTo>
                  <a:pt x="619" y="193"/>
                </a:lnTo>
                <a:lnTo>
                  <a:pt x="620" y="193"/>
                </a:lnTo>
                <a:lnTo>
                  <a:pt x="619" y="193"/>
                </a:lnTo>
                <a:lnTo>
                  <a:pt x="619" y="195"/>
                </a:lnTo>
                <a:lnTo>
                  <a:pt x="620" y="195"/>
                </a:lnTo>
                <a:lnTo>
                  <a:pt x="621" y="196"/>
                </a:lnTo>
                <a:lnTo>
                  <a:pt x="620" y="197"/>
                </a:lnTo>
                <a:lnTo>
                  <a:pt x="620" y="198"/>
                </a:lnTo>
                <a:lnTo>
                  <a:pt x="620" y="199"/>
                </a:lnTo>
                <a:lnTo>
                  <a:pt x="619" y="199"/>
                </a:lnTo>
                <a:lnTo>
                  <a:pt x="619" y="198"/>
                </a:lnTo>
                <a:lnTo>
                  <a:pt x="619" y="199"/>
                </a:lnTo>
                <a:lnTo>
                  <a:pt x="619" y="200"/>
                </a:lnTo>
                <a:lnTo>
                  <a:pt x="620" y="200"/>
                </a:lnTo>
                <a:lnTo>
                  <a:pt x="620" y="201"/>
                </a:lnTo>
                <a:lnTo>
                  <a:pt x="621" y="202"/>
                </a:lnTo>
                <a:lnTo>
                  <a:pt x="622" y="202"/>
                </a:lnTo>
                <a:lnTo>
                  <a:pt x="621" y="202"/>
                </a:lnTo>
                <a:lnTo>
                  <a:pt x="621" y="203"/>
                </a:lnTo>
                <a:lnTo>
                  <a:pt x="622" y="204"/>
                </a:lnTo>
                <a:lnTo>
                  <a:pt x="622" y="205"/>
                </a:lnTo>
                <a:lnTo>
                  <a:pt x="622" y="206"/>
                </a:lnTo>
                <a:lnTo>
                  <a:pt x="623" y="206"/>
                </a:lnTo>
                <a:lnTo>
                  <a:pt x="624" y="206"/>
                </a:lnTo>
                <a:lnTo>
                  <a:pt x="625" y="207"/>
                </a:lnTo>
                <a:lnTo>
                  <a:pt x="625" y="208"/>
                </a:lnTo>
                <a:lnTo>
                  <a:pt x="624" y="208"/>
                </a:lnTo>
                <a:lnTo>
                  <a:pt x="623" y="209"/>
                </a:lnTo>
                <a:lnTo>
                  <a:pt x="622" y="209"/>
                </a:lnTo>
                <a:lnTo>
                  <a:pt x="621" y="209"/>
                </a:lnTo>
                <a:lnTo>
                  <a:pt x="621" y="210"/>
                </a:lnTo>
                <a:lnTo>
                  <a:pt x="622" y="210"/>
                </a:lnTo>
                <a:lnTo>
                  <a:pt x="623" y="210"/>
                </a:lnTo>
                <a:lnTo>
                  <a:pt x="624" y="210"/>
                </a:lnTo>
                <a:lnTo>
                  <a:pt x="625" y="210"/>
                </a:lnTo>
                <a:lnTo>
                  <a:pt x="625" y="211"/>
                </a:lnTo>
                <a:lnTo>
                  <a:pt x="626" y="211"/>
                </a:lnTo>
                <a:lnTo>
                  <a:pt x="626" y="212"/>
                </a:lnTo>
                <a:lnTo>
                  <a:pt x="627" y="212"/>
                </a:lnTo>
                <a:lnTo>
                  <a:pt x="628" y="212"/>
                </a:lnTo>
                <a:lnTo>
                  <a:pt x="628" y="211"/>
                </a:lnTo>
                <a:lnTo>
                  <a:pt x="629" y="211"/>
                </a:lnTo>
                <a:lnTo>
                  <a:pt x="630" y="212"/>
                </a:lnTo>
                <a:lnTo>
                  <a:pt x="630" y="213"/>
                </a:lnTo>
                <a:lnTo>
                  <a:pt x="630" y="212"/>
                </a:lnTo>
                <a:lnTo>
                  <a:pt x="630" y="213"/>
                </a:lnTo>
                <a:lnTo>
                  <a:pt x="629" y="213"/>
                </a:lnTo>
                <a:lnTo>
                  <a:pt x="629" y="214"/>
                </a:lnTo>
                <a:lnTo>
                  <a:pt x="629" y="215"/>
                </a:lnTo>
                <a:lnTo>
                  <a:pt x="629" y="216"/>
                </a:lnTo>
                <a:lnTo>
                  <a:pt x="629" y="215"/>
                </a:lnTo>
                <a:lnTo>
                  <a:pt x="628" y="215"/>
                </a:lnTo>
                <a:lnTo>
                  <a:pt x="628" y="216"/>
                </a:lnTo>
                <a:lnTo>
                  <a:pt x="629" y="216"/>
                </a:lnTo>
                <a:lnTo>
                  <a:pt x="629" y="217"/>
                </a:lnTo>
                <a:lnTo>
                  <a:pt x="628" y="217"/>
                </a:lnTo>
                <a:lnTo>
                  <a:pt x="628" y="218"/>
                </a:lnTo>
                <a:lnTo>
                  <a:pt x="628" y="219"/>
                </a:lnTo>
                <a:lnTo>
                  <a:pt x="628" y="220"/>
                </a:lnTo>
                <a:lnTo>
                  <a:pt x="627" y="221"/>
                </a:lnTo>
                <a:lnTo>
                  <a:pt x="628" y="221"/>
                </a:lnTo>
                <a:lnTo>
                  <a:pt x="628" y="222"/>
                </a:lnTo>
                <a:lnTo>
                  <a:pt x="627" y="222"/>
                </a:lnTo>
                <a:lnTo>
                  <a:pt x="626" y="222"/>
                </a:lnTo>
                <a:lnTo>
                  <a:pt x="626" y="223"/>
                </a:lnTo>
                <a:lnTo>
                  <a:pt x="626" y="224"/>
                </a:lnTo>
                <a:lnTo>
                  <a:pt x="625" y="224"/>
                </a:lnTo>
                <a:lnTo>
                  <a:pt x="626" y="224"/>
                </a:lnTo>
                <a:lnTo>
                  <a:pt x="627" y="225"/>
                </a:lnTo>
                <a:lnTo>
                  <a:pt x="628" y="226"/>
                </a:lnTo>
                <a:lnTo>
                  <a:pt x="629" y="227"/>
                </a:lnTo>
                <a:lnTo>
                  <a:pt x="630" y="228"/>
                </a:lnTo>
                <a:lnTo>
                  <a:pt x="630" y="229"/>
                </a:lnTo>
                <a:lnTo>
                  <a:pt x="630" y="230"/>
                </a:lnTo>
                <a:lnTo>
                  <a:pt x="631" y="230"/>
                </a:lnTo>
                <a:lnTo>
                  <a:pt x="631" y="231"/>
                </a:lnTo>
                <a:lnTo>
                  <a:pt x="632" y="232"/>
                </a:lnTo>
                <a:lnTo>
                  <a:pt x="632" y="233"/>
                </a:lnTo>
                <a:lnTo>
                  <a:pt x="632" y="234"/>
                </a:lnTo>
                <a:lnTo>
                  <a:pt x="633" y="234"/>
                </a:lnTo>
                <a:lnTo>
                  <a:pt x="633" y="233"/>
                </a:lnTo>
                <a:lnTo>
                  <a:pt x="632" y="234"/>
                </a:lnTo>
                <a:lnTo>
                  <a:pt x="633" y="235"/>
                </a:lnTo>
                <a:lnTo>
                  <a:pt x="633" y="234"/>
                </a:lnTo>
                <a:lnTo>
                  <a:pt x="633" y="233"/>
                </a:lnTo>
                <a:lnTo>
                  <a:pt x="634" y="233"/>
                </a:lnTo>
                <a:lnTo>
                  <a:pt x="634" y="234"/>
                </a:lnTo>
                <a:lnTo>
                  <a:pt x="634" y="235"/>
                </a:lnTo>
                <a:lnTo>
                  <a:pt x="633" y="235"/>
                </a:lnTo>
                <a:lnTo>
                  <a:pt x="632" y="236"/>
                </a:lnTo>
                <a:lnTo>
                  <a:pt x="632" y="237"/>
                </a:lnTo>
                <a:lnTo>
                  <a:pt x="632" y="238"/>
                </a:lnTo>
                <a:lnTo>
                  <a:pt x="630" y="239"/>
                </a:lnTo>
                <a:lnTo>
                  <a:pt x="629" y="240"/>
                </a:lnTo>
                <a:lnTo>
                  <a:pt x="628" y="241"/>
                </a:lnTo>
                <a:lnTo>
                  <a:pt x="628" y="240"/>
                </a:lnTo>
                <a:lnTo>
                  <a:pt x="627" y="240"/>
                </a:lnTo>
                <a:lnTo>
                  <a:pt x="626" y="241"/>
                </a:lnTo>
                <a:lnTo>
                  <a:pt x="625" y="242"/>
                </a:lnTo>
                <a:lnTo>
                  <a:pt x="624" y="243"/>
                </a:lnTo>
                <a:lnTo>
                  <a:pt x="623" y="244"/>
                </a:lnTo>
                <a:lnTo>
                  <a:pt x="623" y="245"/>
                </a:lnTo>
                <a:lnTo>
                  <a:pt x="622" y="245"/>
                </a:lnTo>
                <a:lnTo>
                  <a:pt x="621" y="246"/>
                </a:lnTo>
                <a:lnTo>
                  <a:pt x="621" y="245"/>
                </a:lnTo>
                <a:lnTo>
                  <a:pt x="620" y="245"/>
                </a:lnTo>
                <a:lnTo>
                  <a:pt x="619" y="247"/>
                </a:lnTo>
                <a:lnTo>
                  <a:pt x="620" y="247"/>
                </a:lnTo>
                <a:lnTo>
                  <a:pt x="619" y="248"/>
                </a:lnTo>
                <a:lnTo>
                  <a:pt x="618" y="248"/>
                </a:lnTo>
                <a:lnTo>
                  <a:pt x="618" y="249"/>
                </a:lnTo>
                <a:lnTo>
                  <a:pt x="618" y="250"/>
                </a:lnTo>
                <a:lnTo>
                  <a:pt x="617" y="250"/>
                </a:lnTo>
                <a:lnTo>
                  <a:pt x="617" y="251"/>
                </a:lnTo>
                <a:lnTo>
                  <a:pt x="617" y="250"/>
                </a:lnTo>
                <a:lnTo>
                  <a:pt x="616" y="251"/>
                </a:lnTo>
                <a:lnTo>
                  <a:pt x="615" y="251"/>
                </a:lnTo>
                <a:lnTo>
                  <a:pt x="615" y="252"/>
                </a:lnTo>
                <a:lnTo>
                  <a:pt x="614" y="253"/>
                </a:lnTo>
                <a:lnTo>
                  <a:pt x="613" y="253"/>
                </a:lnTo>
                <a:lnTo>
                  <a:pt x="614" y="253"/>
                </a:lnTo>
                <a:lnTo>
                  <a:pt x="614" y="254"/>
                </a:lnTo>
                <a:lnTo>
                  <a:pt x="615" y="254"/>
                </a:lnTo>
                <a:lnTo>
                  <a:pt x="615" y="255"/>
                </a:lnTo>
                <a:lnTo>
                  <a:pt x="617" y="255"/>
                </a:lnTo>
                <a:lnTo>
                  <a:pt x="617" y="256"/>
                </a:lnTo>
                <a:lnTo>
                  <a:pt x="617" y="257"/>
                </a:lnTo>
                <a:lnTo>
                  <a:pt x="618" y="257"/>
                </a:lnTo>
                <a:lnTo>
                  <a:pt x="619" y="257"/>
                </a:lnTo>
                <a:lnTo>
                  <a:pt x="620" y="257"/>
                </a:lnTo>
                <a:lnTo>
                  <a:pt x="621" y="257"/>
                </a:lnTo>
                <a:lnTo>
                  <a:pt x="622" y="257"/>
                </a:lnTo>
                <a:lnTo>
                  <a:pt x="622" y="258"/>
                </a:lnTo>
                <a:lnTo>
                  <a:pt x="622" y="259"/>
                </a:lnTo>
                <a:lnTo>
                  <a:pt x="623" y="260"/>
                </a:lnTo>
                <a:lnTo>
                  <a:pt x="623" y="261"/>
                </a:lnTo>
                <a:lnTo>
                  <a:pt x="622" y="261"/>
                </a:lnTo>
                <a:lnTo>
                  <a:pt x="622" y="262"/>
                </a:lnTo>
                <a:lnTo>
                  <a:pt x="621" y="262"/>
                </a:lnTo>
                <a:lnTo>
                  <a:pt x="621" y="263"/>
                </a:lnTo>
                <a:lnTo>
                  <a:pt x="622" y="264"/>
                </a:lnTo>
                <a:lnTo>
                  <a:pt x="622" y="265"/>
                </a:lnTo>
                <a:lnTo>
                  <a:pt x="623" y="266"/>
                </a:lnTo>
                <a:lnTo>
                  <a:pt x="622" y="266"/>
                </a:lnTo>
                <a:lnTo>
                  <a:pt x="621" y="267"/>
                </a:lnTo>
                <a:lnTo>
                  <a:pt x="621" y="268"/>
                </a:lnTo>
                <a:lnTo>
                  <a:pt x="622" y="269"/>
                </a:lnTo>
                <a:lnTo>
                  <a:pt x="622" y="270"/>
                </a:lnTo>
                <a:lnTo>
                  <a:pt x="621" y="270"/>
                </a:lnTo>
                <a:lnTo>
                  <a:pt x="622" y="270"/>
                </a:lnTo>
                <a:lnTo>
                  <a:pt x="622" y="272"/>
                </a:lnTo>
                <a:lnTo>
                  <a:pt x="621" y="273"/>
                </a:lnTo>
                <a:lnTo>
                  <a:pt x="620" y="273"/>
                </a:lnTo>
                <a:lnTo>
                  <a:pt x="619" y="273"/>
                </a:lnTo>
                <a:lnTo>
                  <a:pt x="618" y="273"/>
                </a:lnTo>
                <a:lnTo>
                  <a:pt x="617" y="273"/>
                </a:lnTo>
                <a:lnTo>
                  <a:pt x="616" y="273"/>
                </a:lnTo>
                <a:lnTo>
                  <a:pt x="615" y="273"/>
                </a:lnTo>
                <a:lnTo>
                  <a:pt x="615" y="274"/>
                </a:lnTo>
                <a:lnTo>
                  <a:pt x="614" y="274"/>
                </a:lnTo>
                <a:lnTo>
                  <a:pt x="613" y="274"/>
                </a:lnTo>
                <a:lnTo>
                  <a:pt x="612" y="274"/>
                </a:lnTo>
                <a:lnTo>
                  <a:pt x="612" y="275"/>
                </a:lnTo>
                <a:lnTo>
                  <a:pt x="611" y="274"/>
                </a:lnTo>
                <a:lnTo>
                  <a:pt x="611" y="275"/>
                </a:lnTo>
                <a:lnTo>
                  <a:pt x="610" y="275"/>
                </a:lnTo>
                <a:lnTo>
                  <a:pt x="610" y="276"/>
                </a:lnTo>
                <a:lnTo>
                  <a:pt x="609" y="277"/>
                </a:lnTo>
                <a:lnTo>
                  <a:pt x="608" y="277"/>
                </a:lnTo>
                <a:lnTo>
                  <a:pt x="607" y="276"/>
                </a:lnTo>
                <a:lnTo>
                  <a:pt x="607" y="277"/>
                </a:lnTo>
                <a:lnTo>
                  <a:pt x="607" y="278"/>
                </a:lnTo>
                <a:lnTo>
                  <a:pt x="606" y="278"/>
                </a:lnTo>
                <a:lnTo>
                  <a:pt x="606" y="279"/>
                </a:lnTo>
                <a:lnTo>
                  <a:pt x="605" y="279"/>
                </a:lnTo>
                <a:lnTo>
                  <a:pt x="604" y="279"/>
                </a:lnTo>
                <a:lnTo>
                  <a:pt x="603" y="279"/>
                </a:lnTo>
                <a:lnTo>
                  <a:pt x="603" y="280"/>
                </a:lnTo>
                <a:lnTo>
                  <a:pt x="603" y="281"/>
                </a:lnTo>
                <a:lnTo>
                  <a:pt x="602" y="281"/>
                </a:lnTo>
                <a:lnTo>
                  <a:pt x="601" y="281"/>
                </a:lnTo>
                <a:lnTo>
                  <a:pt x="600" y="281"/>
                </a:lnTo>
                <a:lnTo>
                  <a:pt x="599" y="281"/>
                </a:lnTo>
                <a:lnTo>
                  <a:pt x="599" y="280"/>
                </a:lnTo>
                <a:lnTo>
                  <a:pt x="598" y="280"/>
                </a:lnTo>
                <a:lnTo>
                  <a:pt x="597" y="280"/>
                </a:lnTo>
                <a:lnTo>
                  <a:pt x="596" y="280"/>
                </a:lnTo>
                <a:lnTo>
                  <a:pt x="595" y="280"/>
                </a:lnTo>
                <a:lnTo>
                  <a:pt x="595" y="281"/>
                </a:lnTo>
                <a:lnTo>
                  <a:pt x="594" y="281"/>
                </a:lnTo>
                <a:lnTo>
                  <a:pt x="594" y="282"/>
                </a:lnTo>
                <a:lnTo>
                  <a:pt x="593" y="282"/>
                </a:lnTo>
                <a:lnTo>
                  <a:pt x="592" y="283"/>
                </a:lnTo>
                <a:lnTo>
                  <a:pt x="592" y="285"/>
                </a:lnTo>
                <a:lnTo>
                  <a:pt x="593" y="285"/>
                </a:lnTo>
                <a:lnTo>
                  <a:pt x="593" y="286"/>
                </a:lnTo>
                <a:lnTo>
                  <a:pt x="593" y="287"/>
                </a:lnTo>
                <a:lnTo>
                  <a:pt x="594" y="287"/>
                </a:lnTo>
                <a:lnTo>
                  <a:pt x="593" y="288"/>
                </a:lnTo>
                <a:lnTo>
                  <a:pt x="591" y="288"/>
                </a:lnTo>
                <a:lnTo>
                  <a:pt x="590" y="287"/>
                </a:lnTo>
                <a:lnTo>
                  <a:pt x="590" y="288"/>
                </a:lnTo>
                <a:lnTo>
                  <a:pt x="590" y="289"/>
                </a:lnTo>
                <a:lnTo>
                  <a:pt x="589" y="289"/>
                </a:lnTo>
                <a:lnTo>
                  <a:pt x="589" y="290"/>
                </a:lnTo>
                <a:lnTo>
                  <a:pt x="589" y="291"/>
                </a:lnTo>
                <a:lnTo>
                  <a:pt x="589" y="292"/>
                </a:lnTo>
                <a:lnTo>
                  <a:pt x="589" y="293"/>
                </a:lnTo>
                <a:lnTo>
                  <a:pt x="590" y="294"/>
                </a:lnTo>
                <a:lnTo>
                  <a:pt x="590" y="295"/>
                </a:lnTo>
                <a:lnTo>
                  <a:pt x="589" y="296"/>
                </a:lnTo>
                <a:lnTo>
                  <a:pt x="588" y="296"/>
                </a:lnTo>
                <a:lnTo>
                  <a:pt x="587" y="295"/>
                </a:lnTo>
                <a:lnTo>
                  <a:pt x="587" y="296"/>
                </a:lnTo>
                <a:lnTo>
                  <a:pt x="587" y="295"/>
                </a:lnTo>
                <a:lnTo>
                  <a:pt x="587" y="294"/>
                </a:lnTo>
                <a:lnTo>
                  <a:pt x="586" y="294"/>
                </a:lnTo>
                <a:lnTo>
                  <a:pt x="586" y="293"/>
                </a:lnTo>
                <a:lnTo>
                  <a:pt x="585" y="293"/>
                </a:lnTo>
                <a:lnTo>
                  <a:pt x="585" y="294"/>
                </a:lnTo>
                <a:lnTo>
                  <a:pt x="584" y="294"/>
                </a:lnTo>
                <a:lnTo>
                  <a:pt x="583" y="294"/>
                </a:lnTo>
                <a:lnTo>
                  <a:pt x="582" y="293"/>
                </a:lnTo>
                <a:lnTo>
                  <a:pt x="581" y="293"/>
                </a:lnTo>
                <a:lnTo>
                  <a:pt x="580" y="293"/>
                </a:lnTo>
                <a:lnTo>
                  <a:pt x="580" y="294"/>
                </a:lnTo>
                <a:lnTo>
                  <a:pt x="579" y="294"/>
                </a:lnTo>
                <a:lnTo>
                  <a:pt x="578" y="294"/>
                </a:lnTo>
                <a:lnTo>
                  <a:pt x="578" y="295"/>
                </a:lnTo>
                <a:lnTo>
                  <a:pt x="578" y="294"/>
                </a:lnTo>
                <a:lnTo>
                  <a:pt x="577" y="294"/>
                </a:lnTo>
                <a:lnTo>
                  <a:pt x="577" y="293"/>
                </a:lnTo>
                <a:lnTo>
                  <a:pt x="576" y="293"/>
                </a:lnTo>
                <a:lnTo>
                  <a:pt x="576" y="294"/>
                </a:lnTo>
                <a:lnTo>
                  <a:pt x="576" y="295"/>
                </a:lnTo>
                <a:lnTo>
                  <a:pt x="576" y="296"/>
                </a:lnTo>
                <a:lnTo>
                  <a:pt x="575" y="297"/>
                </a:lnTo>
                <a:lnTo>
                  <a:pt x="574" y="298"/>
                </a:lnTo>
                <a:lnTo>
                  <a:pt x="573" y="298"/>
                </a:lnTo>
                <a:lnTo>
                  <a:pt x="572" y="298"/>
                </a:lnTo>
                <a:lnTo>
                  <a:pt x="572" y="297"/>
                </a:lnTo>
                <a:lnTo>
                  <a:pt x="571" y="297"/>
                </a:lnTo>
                <a:lnTo>
                  <a:pt x="570" y="297"/>
                </a:lnTo>
                <a:lnTo>
                  <a:pt x="569" y="297"/>
                </a:lnTo>
                <a:lnTo>
                  <a:pt x="569" y="298"/>
                </a:lnTo>
                <a:lnTo>
                  <a:pt x="568" y="298"/>
                </a:lnTo>
                <a:lnTo>
                  <a:pt x="567" y="299"/>
                </a:lnTo>
                <a:lnTo>
                  <a:pt x="567" y="300"/>
                </a:lnTo>
                <a:lnTo>
                  <a:pt x="566" y="301"/>
                </a:lnTo>
                <a:lnTo>
                  <a:pt x="565" y="301"/>
                </a:lnTo>
                <a:lnTo>
                  <a:pt x="565" y="302"/>
                </a:lnTo>
                <a:lnTo>
                  <a:pt x="564" y="302"/>
                </a:lnTo>
                <a:lnTo>
                  <a:pt x="563" y="302"/>
                </a:lnTo>
                <a:lnTo>
                  <a:pt x="562" y="302"/>
                </a:lnTo>
                <a:lnTo>
                  <a:pt x="562" y="303"/>
                </a:lnTo>
                <a:lnTo>
                  <a:pt x="561" y="303"/>
                </a:lnTo>
                <a:lnTo>
                  <a:pt x="561" y="304"/>
                </a:lnTo>
                <a:lnTo>
                  <a:pt x="560" y="304"/>
                </a:lnTo>
                <a:lnTo>
                  <a:pt x="560" y="303"/>
                </a:lnTo>
                <a:lnTo>
                  <a:pt x="560" y="302"/>
                </a:lnTo>
                <a:lnTo>
                  <a:pt x="559" y="302"/>
                </a:lnTo>
                <a:lnTo>
                  <a:pt x="559" y="303"/>
                </a:lnTo>
                <a:lnTo>
                  <a:pt x="558" y="304"/>
                </a:lnTo>
                <a:lnTo>
                  <a:pt x="557" y="305"/>
                </a:lnTo>
                <a:lnTo>
                  <a:pt x="557" y="306"/>
                </a:lnTo>
                <a:lnTo>
                  <a:pt x="556" y="306"/>
                </a:lnTo>
                <a:lnTo>
                  <a:pt x="555" y="306"/>
                </a:lnTo>
                <a:lnTo>
                  <a:pt x="555" y="307"/>
                </a:lnTo>
                <a:lnTo>
                  <a:pt x="554" y="307"/>
                </a:lnTo>
                <a:lnTo>
                  <a:pt x="554" y="308"/>
                </a:lnTo>
                <a:lnTo>
                  <a:pt x="554" y="309"/>
                </a:lnTo>
                <a:lnTo>
                  <a:pt x="553" y="309"/>
                </a:lnTo>
                <a:lnTo>
                  <a:pt x="552" y="309"/>
                </a:lnTo>
                <a:lnTo>
                  <a:pt x="552" y="310"/>
                </a:lnTo>
                <a:lnTo>
                  <a:pt x="553" y="310"/>
                </a:lnTo>
                <a:lnTo>
                  <a:pt x="552" y="310"/>
                </a:lnTo>
                <a:lnTo>
                  <a:pt x="552" y="311"/>
                </a:lnTo>
                <a:lnTo>
                  <a:pt x="551" y="311"/>
                </a:lnTo>
                <a:lnTo>
                  <a:pt x="551" y="312"/>
                </a:lnTo>
                <a:lnTo>
                  <a:pt x="551" y="313"/>
                </a:lnTo>
                <a:lnTo>
                  <a:pt x="552" y="313"/>
                </a:lnTo>
                <a:lnTo>
                  <a:pt x="551" y="314"/>
                </a:lnTo>
                <a:lnTo>
                  <a:pt x="551" y="315"/>
                </a:lnTo>
                <a:lnTo>
                  <a:pt x="551" y="316"/>
                </a:lnTo>
                <a:lnTo>
                  <a:pt x="551" y="317"/>
                </a:lnTo>
                <a:lnTo>
                  <a:pt x="552" y="317"/>
                </a:lnTo>
                <a:lnTo>
                  <a:pt x="552" y="318"/>
                </a:lnTo>
                <a:lnTo>
                  <a:pt x="551" y="318"/>
                </a:lnTo>
                <a:lnTo>
                  <a:pt x="551" y="319"/>
                </a:lnTo>
                <a:lnTo>
                  <a:pt x="551" y="320"/>
                </a:lnTo>
                <a:lnTo>
                  <a:pt x="551" y="321"/>
                </a:lnTo>
                <a:lnTo>
                  <a:pt x="550" y="321"/>
                </a:lnTo>
                <a:lnTo>
                  <a:pt x="549" y="321"/>
                </a:lnTo>
                <a:lnTo>
                  <a:pt x="549" y="322"/>
                </a:lnTo>
                <a:lnTo>
                  <a:pt x="548" y="323"/>
                </a:lnTo>
                <a:lnTo>
                  <a:pt x="548" y="324"/>
                </a:lnTo>
                <a:lnTo>
                  <a:pt x="548" y="325"/>
                </a:lnTo>
                <a:lnTo>
                  <a:pt x="547" y="325"/>
                </a:lnTo>
                <a:lnTo>
                  <a:pt x="547" y="326"/>
                </a:lnTo>
                <a:lnTo>
                  <a:pt x="546" y="326"/>
                </a:lnTo>
                <a:lnTo>
                  <a:pt x="545" y="326"/>
                </a:lnTo>
                <a:lnTo>
                  <a:pt x="544" y="325"/>
                </a:lnTo>
                <a:lnTo>
                  <a:pt x="543" y="325"/>
                </a:lnTo>
                <a:lnTo>
                  <a:pt x="543" y="324"/>
                </a:lnTo>
                <a:lnTo>
                  <a:pt x="542" y="323"/>
                </a:lnTo>
                <a:lnTo>
                  <a:pt x="541" y="322"/>
                </a:lnTo>
                <a:lnTo>
                  <a:pt x="540" y="323"/>
                </a:lnTo>
                <a:lnTo>
                  <a:pt x="539" y="323"/>
                </a:lnTo>
                <a:lnTo>
                  <a:pt x="539" y="324"/>
                </a:lnTo>
                <a:lnTo>
                  <a:pt x="538" y="324"/>
                </a:lnTo>
                <a:lnTo>
                  <a:pt x="537" y="323"/>
                </a:lnTo>
                <a:lnTo>
                  <a:pt x="537" y="322"/>
                </a:lnTo>
                <a:lnTo>
                  <a:pt x="536" y="321"/>
                </a:lnTo>
                <a:lnTo>
                  <a:pt x="535" y="321"/>
                </a:lnTo>
                <a:lnTo>
                  <a:pt x="534" y="321"/>
                </a:lnTo>
                <a:lnTo>
                  <a:pt x="534" y="320"/>
                </a:lnTo>
                <a:lnTo>
                  <a:pt x="532" y="320"/>
                </a:lnTo>
                <a:lnTo>
                  <a:pt x="531" y="320"/>
                </a:lnTo>
                <a:lnTo>
                  <a:pt x="531" y="319"/>
                </a:lnTo>
                <a:lnTo>
                  <a:pt x="530" y="319"/>
                </a:lnTo>
                <a:lnTo>
                  <a:pt x="529" y="319"/>
                </a:lnTo>
                <a:lnTo>
                  <a:pt x="528" y="319"/>
                </a:lnTo>
                <a:lnTo>
                  <a:pt x="527" y="318"/>
                </a:lnTo>
                <a:lnTo>
                  <a:pt x="527" y="317"/>
                </a:lnTo>
                <a:lnTo>
                  <a:pt x="527" y="316"/>
                </a:lnTo>
                <a:lnTo>
                  <a:pt x="527" y="315"/>
                </a:lnTo>
                <a:lnTo>
                  <a:pt x="526" y="315"/>
                </a:lnTo>
                <a:lnTo>
                  <a:pt x="526" y="314"/>
                </a:lnTo>
                <a:lnTo>
                  <a:pt x="525" y="313"/>
                </a:lnTo>
                <a:lnTo>
                  <a:pt x="524" y="313"/>
                </a:lnTo>
                <a:lnTo>
                  <a:pt x="524" y="312"/>
                </a:lnTo>
                <a:lnTo>
                  <a:pt x="525" y="311"/>
                </a:lnTo>
                <a:lnTo>
                  <a:pt x="524" y="311"/>
                </a:lnTo>
                <a:lnTo>
                  <a:pt x="524" y="310"/>
                </a:lnTo>
                <a:lnTo>
                  <a:pt x="524" y="309"/>
                </a:lnTo>
                <a:lnTo>
                  <a:pt x="524" y="308"/>
                </a:lnTo>
                <a:lnTo>
                  <a:pt x="524" y="307"/>
                </a:lnTo>
                <a:lnTo>
                  <a:pt x="523" y="307"/>
                </a:lnTo>
                <a:lnTo>
                  <a:pt x="522" y="307"/>
                </a:lnTo>
                <a:lnTo>
                  <a:pt x="522" y="308"/>
                </a:lnTo>
                <a:lnTo>
                  <a:pt x="522" y="309"/>
                </a:lnTo>
                <a:lnTo>
                  <a:pt x="521" y="309"/>
                </a:lnTo>
                <a:lnTo>
                  <a:pt x="520" y="308"/>
                </a:lnTo>
                <a:lnTo>
                  <a:pt x="520" y="307"/>
                </a:lnTo>
                <a:lnTo>
                  <a:pt x="521" y="306"/>
                </a:lnTo>
                <a:lnTo>
                  <a:pt x="520" y="305"/>
                </a:lnTo>
                <a:lnTo>
                  <a:pt x="519" y="304"/>
                </a:lnTo>
                <a:lnTo>
                  <a:pt x="518" y="304"/>
                </a:lnTo>
                <a:lnTo>
                  <a:pt x="517" y="304"/>
                </a:lnTo>
                <a:lnTo>
                  <a:pt x="516" y="304"/>
                </a:lnTo>
                <a:lnTo>
                  <a:pt x="516" y="303"/>
                </a:lnTo>
                <a:lnTo>
                  <a:pt x="515" y="302"/>
                </a:lnTo>
                <a:lnTo>
                  <a:pt x="514" y="302"/>
                </a:lnTo>
                <a:lnTo>
                  <a:pt x="514" y="303"/>
                </a:lnTo>
                <a:lnTo>
                  <a:pt x="514" y="304"/>
                </a:lnTo>
                <a:lnTo>
                  <a:pt x="513" y="304"/>
                </a:lnTo>
                <a:lnTo>
                  <a:pt x="513" y="305"/>
                </a:lnTo>
                <a:lnTo>
                  <a:pt x="513" y="306"/>
                </a:lnTo>
                <a:lnTo>
                  <a:pt x="513" y="307"/>
                </a:lnTo>
                <a:lnTo>
                  <a:pt x="512" y="308"/>
                </a:lnTo>
                <a:lnTo>
                  <a:pt x="510" y="310"/>
                </a:lnTo>
                <a:lnTo>
                  <a:pt x="510" y="311"/>
                </a:lnTo>
                <a:lnTo>
                  <a:pt x="509" y="311"/>
                </a:lnTo>
                <a:lnTo>
                  <a:pt x="508" y="311"/>
                </a:lnTo>
                <a:lnTo>
                  <a:pt x="508" y="310"/>
                </a:lnTo>
                <a:lnTo>
                  <a:pt x="507" y="309"/>
                </a:lnTo>
                <a:lnTo>
                  <a:pt x="507" y="310"/>
                </a:lnTo>
                <a:lnTo>
                  <a:pt x="506" y="310"/>
                </a:lnTo>
                <a:lnTo>
                  <a:pt x="506" y="311"/>
                </a:lnTo>
                <a:lnTo>
                  <a:pt x="505" y="311"/>
                </a:lnTo>
                <a:lnTo>
                  <a:pt x="505" y="312"/>
                </a:lnTo>
                <a:lnTo>
                  <a:pt x="505" y="313"/>
                </a:lnTo>
                <a:lnTo>
                  <a:pt x="504" y="313"/>
                </a:lnTo>
                <a:lnTo>
                  <a:pt x="504" y="314"/>
                </a:lnTo>
                <a:lnTo>
                  <a:pt x="504" y="315"/>
                </a:lnTo>
                <a:lnTo>
                  <a:pt x="503" y="316"/>
                </a:lnTo>
                <a:lnTo>
                  <a:pt x="502" y="317"/>
                </a:lnTo>
                <a:lnTo>
                  <a:pt x="502" y="318"/>
                </a:lnTo>
                <a:lnTo>
                  <a:pt x="501" y="318"/>
                </a:lnTo>
                <a:lnTo>
                  <a:pt x="500" y="318"/>
                </a:lnTo>
                <a:lnTo>
                  <a:pt x="499" y="319"/>
                </a:lnTo>
                <a:lnTo>
                  <a:pt x="498" y="319"/>
                </a:lnTo>
                <a:lnTo>
                  <a:pt x="497" y="319"/>
                </a:lnTo>
                <a:lnTo>
                  <a:pt x="496" y="320"/>
                </a:lnTo>
                <a:lnTo>
                  <a:pt x="495" y="321"/>
                </a:lnTo>
                <a:lnTo>
                  <a:pt x="495" y="322"/>
                </a:lnTo>
                <a:lnTo>
                  <a:pt x="495" y="323"/>
                </a:lnTo>
                <a:lnTo>
                  <a:pt x="494" y="323"/>
                </a:lnTo>
                <a:lnTo>
                  <a:pt x="495" y="324"/>
                </a:lnTo>
                <a:lnTo>
                  <a:pt x="494" y="324"/>
                </a:lnTo>
                <a:lnTo>
                  <a:pt x="494" y="325"/>
                </a:lnTo>
                <a:lnTo>
                  <a:pt x="493" y="325"/>
                </a:lnTo>
                <a:lnTo>
                  <a:pt x="493" y="324"/>
                </a:lnTo>
                <a:lnTo>
                  <a:pt x="492" y="324"/>
                </a:lnTo>
                <a:lnTo>
                  <a:pt x="492" y="323"/>
                </a:lnTo>
                <a:lnTo>
                  <a:pt x="492" y="322"/>
                </a:lnTo>
                <a:lnTo>
                  <a:pt x="492" y="321"/>
                </a:lnTo>
                <a:lnTo>
                  <a:pt x="492" y="320"/>
                </a:lnTo>
                <a:lnTo>
                  <a:pt x="491" y="320"/>
                </a:lnTo>
                <a:lnTo>
                  <a:pt x="491" y="319"/>
                </a:lnTo>
                <a:lnTo>
                  <a:pt x="490" y="319"/>
                </a:lnTo>
                <a:lnTo>
                  <a:pt x="489" y="319"/>
                </a:lnTo>
                <a:lnTo>
                  <a:pt x="489" y="321"/>
                </a:lnTo>
                <a:lnTo>
                  <a:pt x="488" y="322"/>
                </a:lnTo>
                <a:lnTo>
                  <a:pt x="488" y="323"/>
                </a:lnTo>
                <a:lnTo>
                  <a:pt x="487" y="323"/>
                </a:lnTo>
                <a:lnTo>
                  <a:pt x="486" y="323"/>
                </a:lnTo>
                <a:lnTo>
                  <a:pt x="485" y="323"/>
                </a:lnTo>
                <a:lnTo>
                  <a:pt x="485" y="324"/>
                </a:lnTo>
                <a:lnTo>
                  <a:pt x="485" y="325"/>
                </a:lnTo>
                <a:lnTo>
                  <a:pt x="485" y="326"/>
                </a:lnTo>
                <a:lnTo>
                  <a:pt x="485" y="327"/>
                </a:lnTo>
                <a:lnTo>
                  <a:pt x="486" y="327"/>
                </a:lnTo>
                <a:lnTo>
                  <a:pt x="487" y="327"/>
                </a:lnTo>
                <a:lnTo>
                  <a:pt x="487" y="328"/>
                </a:lnTo>
                <a:lnTo>
                  <a:pt x="488" y="328"/>
                </a:lnTo>
                <a:lnTo>
                  <a:pt x="488" y="329"/>
                </a:lnTo>
                <a:lnTo>
                  <a:pt x="489" y="329"/>
                </a:lnTo>
                <a:lnTo>
                  <a:pt x="489" y="330"/>
                </a:lnTo>
                <a:lnTo>
                  <a:pt x="489" y="331"/>
                </a:lnTo>
                <a:lnTo>
                  <a:pt x="488" y="332"/>
                </a:lnTo>
                <a:lnTo>
                  <a:pt x="489" y="333"/>
                </a:lnTo>
                <a:lnTo>
                  <a:pt x="488" y="334"/>
                </a:lnTo>
                <a:lnTo>
                  <a:pt x="489" y="335"/>
                </a:lnTo>
                <a:lnTo>
                  <a:pt x="490" y="335"/>
                </a:lnTo>
                <a:lnTo>
                  <a:pt x="490" y="336"/>
                </a:lnTo>
                <a:lnTo>
                  <a:pt x="490" y="337"/>
                </a:lnTo>
                <a:lnTo>
                  <a:pt x="490" y="338"/>
                </a:lnTo>
                <a:lnTo>
                  <a:pt x="489" y="338"/>
                </a:lnTo>
                <a:lnTo>
                  <a:pt x="489" y="339"/>
                </a:lnTo>
                <a:lnTo>
                  <a:pt x="488" y="339"/>
                </a:lnTo>
                <a:lnTo>
                  <a:pt x="487" y="339"/>
                </a:lnTo>
                <a:lnTo>
                  <a:pt x="486" y="339"/>
                </a:lnTo>
                <a:lnTo>
                  <a:pt x="486" y="341"/>
                </a:lnTo>
                <a:lnTo>
                  <a:pt x="487" y="341"/>
                </a:lnTo>
                <a:lnTo>
                  <a:pt x="487" y="342"/>
                </a:lnTo>
                <a:lnTo>
                  <a:pt x="486" y="342"/>
                </a:lnTo>
                <a:lnTo>
                  <a:pt x="485" y="343"/>
                </a:lnTo>
                <a:lnTo>
                  <a:pt x="485" y="344"/>
                </a:lnTo>
                <a:lnTo>
                  <a:pt x="485" y="345"/>
                </a:lnTo>
                <a:lnTo>
                  <a:pt x="485" y="346"/>
                </a:lnTo>
                <a:lnTo>
                  <a:pt x="485" y="345"/>
                </a:lnTo>
                <a:lnTo>
                  <a:pt x="484" y="345"/>
                </a:lnTo>
                <a:lnTo>
                  <a:pt x="483" y="346"/>
                </a:lnTo>
                <a:lnTo>
                  <a:pt x="483" y="347"/>
                </a:lnTo>
                <a:lnTo>
                  <a:pt x="482" y="347"/>
                </a:lnTo>
                <a:lnTo>
                  <a:pt x="481" y="347"/>
                </a:lnTo>
                <a:lnTo>
                  <a:pt x="480" y="347"/>
                </a:lnTo>
                <a:lnTo>
                  <a:pt x="480" y="348"/>
                </a:lnTo>
                <a:lnTo>
                  <a:pt x="479" y="348"/>
                </a:lnTo>
                <a:lnTo>
                  <a:pt x="478" y="348"/>
                </a:lnTo>
                <a:lnTo>
                  <a:pt x="478" y="349"/>
                </a:lnTo>
                <a:lnTo>
                  <a:pt x="478" y="350"/>
                </a:lnTo>
                <a:lnTo>
                  <a:pt x="478" y="351"/>
                </a:lnTo>
                <a:lnTo>
                  <a:pt x="478" y="352"/>
                </a:lnTo>
                <a:lnTo>
                  <a:pt x="478" y="353"/>
                </a:lnTo>
                <a:lnTo>
                  <a:pt x="477" y="353"/>
                </a:lnTo>
                <a:lnTo>
                  <a:pt x="476" y="353"/>
                </a:lnTo>
                <a:lnTo>
                  <a:pt x="475" y="354"/>
                </a:lnTo>
                <a:lnTo>
                  <a:pt x="474" y="354"/>
                </a:lnTo>
                <a:lnTo>
                  <a:pt x="473" y="354"/>
                </a:lnTo>
                <a:lnTo>
                  <a:pt x="472" y="353"/>
                </a:lnTo>
                <a:lnTo>
                  <a:pt x="471" y="353"/>
                </a:lnTo>
                <a:lnTo>
                  <a:pt x="470" y="353"/>
                </a:lnTo>
                <a:lnTo>
                  <a:pt x="469" y="353"/>
                </a:lnTo>
                <a:lnTo>
                  <a:pt x="468" y="353"/>
                </a:lnTo>
                <a:lnTo>
                  <a:pt x="467" y="352"/>
                </a:lnTo>
                <a:lnTo>
                  <a:pt x="467" y="353"/>
                </a:lnTo>
                <a:lnTo>
                  <a:pt x="466" y="353"/>
                </a:lnTo>
                <a:lnTo>
                  <a:pt x="465" y="354"/>
                </a:lnTo>
                <a:lnTo>
                  <a:pt x="465" y="355"/>
                </a:lnTo>
                <a:lnTo>
                  <a:pt x="465" y="356"/>
                </a:lnTo>
                <a:lnTo>
                  <a:pt x="464" y="357"/>
                </a:lnTo>
                <a:lnTo>
                  <a:pt x="465" y="357"/>
                </a:lnTo>
                <a:lnTo>
                  <a:pt x="465" y="358"/>
                </a:lnTo>
                <a:lnTo>
                  <a:pt x="466" y="358"/>
                </a:lnTo>
                <a:lnTo>
                  <a:pt x="466" y="359"/>
                </a:lnTo>
                <a:lnTo>
                  <a:pt x="466" y="360"/>
                </a:lnTo>
                <a:lnTo>
                  <a:pt x="467" y="360"/>
                </a:lnTo>
                <a:lnTo>
                  <a:pt x="466" y="360"/>
                </a:lnTo>
                <a:lnTo>
                  <a:pt x="466" y="361"/>
                </a:lnTo>
                <a:lnTo>
                  <a:pt x="466" y="362"/>
                </a:lnTo>
                <a:lnTo>
                  <a:pt x="467" y="362"/>
                </a:lnTo>
                <a:lnTo>
                  <a:pt x="466" y="362"/>
                </a:lnTo>
                <a:lnTo>
                  <a:pt x="466" y="363"/>
                </a:lnTo>
                <a:lnTo>
                  <a:pt x="465" y="363"/>
                </a:lnTo>
                <a:lnTo>
                  <a:pt x="464" y="363"/>
                </a:lnTo>
                <a:lnTo>
                  <a:pt x="463" y="362"/>
                </a:lnTo>
                <a:lnTo>
                  <a:pt x="462" y="361"/>
                </a:lnTo>
                <a:lnTo>
                  <a:pt x="462" y="360"/>
                </a:lnTo>
                <a:lnTo>
                  <a:pt x="461" y="359"/>
                </a:lnTo>
                <a:lnTo>
                  <a:pt x="460" y="358"/>
                </a:lnTo>
                <a:lnTo>
                  <a:pt x="458" y="357"/>
                </a:lnTo>
                <a:lnTo>
                  <a:pt x="457" y="358"/>
                </a:lnTo>
                <a:lnTo>
                  <a:pt x="456" y="358"/>
                </a:lnTo>
                <a:lnTo>
                  <a:pt x="456" y="359"/>
                </a:lnTo>
                <a:lnTo>
                  <a:pt x="455" y="359"/>
                </a:lnTo>
                <a:lnTo>
                  <a:pt x="455" y="360"/>
                </a:lnTo>
                <a:lnTo>
                  <a:pt x="455" y="361"/>
                </a:lnTo>
                <a:lnTo>
                  <a:pt x="455" y="362"/>
                </a:lnTo>
                <a:lnTo>
                  <a:pt x="455" y="363"/>
                </a:lnTo>
                <a:lnTo>
                  <a:pt x="454" y="364"/>
                </a:lnTo>
                <a:lnTo>
                  <a:pt x="454" y="363"/>
                </a:lnTo>
                <a:lnTo>
                  <a:pt x="453" y="363"/>
                </a:lnTo>
                <a:lnTo>
                  <a:pt x="453" y="364"/>
                </a:lnTo>
                <a:lnTo>
                  <a:pt x="453" y="365"/>
                </a:lnTo>
                <a:lnTo>
                  <a:pt x="453" y="366"/>
                </a:lnTo>
                <a:lnTo>
                  <a:pt x="454" y="366"/>
                </a:lnTo>
                <a:lnTo>
                  <a:pt x="455" y="366"/>
                </a:lnTo>
                <a:lnTo>
                  <a:pt x="455" y="367"/>
                </a:lnTo>
                <a:lnTo>
                  <a:pt x="454" y="368"/>
                </a:lnTo>
                <a:lnTo>
                  <a:pt x="455" y="368"/>
                </a:lnTo>
                <a:lnTo>
                  <a:pt x="456" y="368"/>
                </a:lnTo>
                <a:lnTo>
                  <a:pt x="456" y="369"/>
                </a:lnTo>
                <a:lnTo>
                  <a:pt x="456" y="370"/>
                </a:lnTo>
                <a:lnTo>
                  <a:pt x="456" y="371"/>
                </a:lnTo>
                <a:lnTo>
                  <a:pt x="456" y="372"/>
                </a:lnTo>
                <a:lnTo>
                  <a:pt x="456" y="373"/>
                </a:lnTo>
                <a:lnTo>
                  <a:pt x="456" y="374"/>
                </a:lnTo>
                <a:lnTo>
                  <a:pt x="456" y="375"/>
                </a:lnTo>
                <a:lnTo>
                  <a:pt x="457" y="375"/>
                </a:lnTo>
                <a:lnTo>
                  <a:pt x="458" y="375"/>
                </a:lnTo>
                <a:lnTo>
                  <a:pt x="459" y="376"/>
                </a:lnTo>
                <a:lnTo>
                  <a:pt x="460" y="376"/>
                </a:lnTo>
                <a:lnTo>
                  <a:pt x="460" y="375"/>
                </a:lnTo>
                <a:lnTo>
                  <a:pt x="461" y="375"/>
                </a:lnTo>
                <a:lnTo>
                  <a:pt x="461" y="376"/>
                </a:lnTo>
                <a:lnTo>
                  <a:pt x="462" y="376"/>
                </a:lnTo>
                <a:lnTo>
                  <a:pt x="462" y="375"/>
                </a:lnTo>
                <a:lnTo>
                  <a:pt x="463" y="374"/>
                </a:lnTo>
                <a:lnTo>
                  <a:pt x="463" y="373"/>
                </a:lnTo>
                <a:lnTo>
                  <a:pt x="464" y="372"/>
                </a:lnTo>
                <a:lnTo>
                  <a:pt x="465" y="373"/>
                </a:lnTo>
                <a:lnTo>
                  <a:pt x="465" y="374"/>
                </a:lnTo>
                <a:lnTo>
                  <a:pt x="466" y="375"/>
                </a:lnTo>
                <a:lnTo>
                  <a:pt x="467" y="375"/>
                </a:lnTo>
                <a:lnTo>
                  <a:pt x="468" y="376"/>
                </a:lnTo>
                <a:lnTo>
                  <a:pt x="468" y="379"/>
                </a:lnTo>
                <a:lnTo>
                  <a:pt x="468" y="380"/>
                </a:lnTo>
                <a:lnTo>
                  <a:pt x="468" y="381"/>
                </a:lnTo>
                <a:lnTo>
                  <a:pt x="469" y="381"/>
                </a:lnTo>
                <a:lnTo>
                  <a:pt x="470" y="382"/>
                </a:lnTo>
                <a:lnTo>
                  <a:pt x="470" y="383"/>
                </a:lnTo>
                <a:lnTo>
                  <a:pt x="469" y="383"/>
                </a:lnTo>
                <a:lnTo>
                  <a:pt x="469" y="384"/>
                </a:lnTo>
                <a:lnTo>
                  <a:pt x="469" y="385"/>
                </a:lnTo>
                <a:lnTo>
                  <a:pt x="470" y="385"/>
                </a:lnTo>
                <a:lnTo>
                  <a:pt x="470" y="386"/>
                </a:lnTo>
                <a:lnTo>
                  <a:pt x="469" y="387"/>
                </a:lnTo>
                <a:lnTo>
                  <a:pt x="470" y="388"/>
                </a:lnTo>
                <a:lnTo>
                  <a:pt x="470" y="389"/>
                </a:lnTo>
                <a:lnTo>
                  <a:pt x="471" y="389"/>
                </a:lnTo>
                <a:lnTo>
                  <a:pt x="472" y="389"/>
                </a:lnTo>
                <a:lnTo>
                  <a:pt x="472" y="390"/>
                </a:lnTo>
                <a:lnTo>
                  <a:pt x="472" y="391"/>
                </a:lnTo>
                <a:lnTo>
                  <a:pt x="473" y="392"/>
                </a:lnTo>
                <a:lnTo>
                  <a:pt x="474" y="393"/>
                </a:lnTo>
                <a:lnTo>
                  <a:pt x="474" y="394"/>
                </a:lnTo>
                <a:lnTo>
                  <a:pt x="473" y="394"/>
                </a:lnTo>
                <a:lnTo>
                  <a:pt x="473" y="395"/>
                </a:lnTo>
                <a:lnTo>
                  <a:pt x="473" y="396"/>
                </a:lnTo>
                <a:lnTo>
                  <a:pt x="472" y="397"/>
                </a:lnTo>
                <a:lnTo>
                  <a:pt x="471" y="398"/>
                </a:lnTo>
                <a:lnTo>
                  <a:pt x="471" y="399"/>
                </a:lnTo>
                <a:lnTo>
                  <a:pt x="471" y="400"/>
                </a:lnTo>
                <a:lnTo>
                  <a:pt x="470" y="400"/>
                </a:lnTo>
                <a:lnTo>
                  <a:pt x="470" y="401"/>
                </a:lnTo>
                <a:lnTo>
                  <a:pt x="471" y="402"/>
                </a:lnTo>
                <a:lnTo>
                  <a:pt x="471" y="403"/>
                </a:lnTo>
                <a:lnTo>
                  <a:pt x="471" y="404"/>
                </a:lnTo>
                <a:lnTo>
                  <a:pt x="471" y="405"/>
                </a:lnTo>
                <a:lnTo>
                  <a:pt x="471" y="406"/>
                </a:lnTo>
                <a:lnTo>
                  <a:pt x="471" y="407"/>
                </a:lnTo>
                <a:lnTo>
                  <a:pt x="472" y="408"/>
                </a:lnTo>
                <a:lnTo>
                  <a:pt x="473" y="408"/>
                </a:lnTo>
                <a:lnTo>
                  <a:pt x="474" y="408"/>
                </a:lnTo>
                <a:lnTo>
                  <a:pt x="475" y="408"/>
                </a:lnTo>
                <a:lnTo>
                  <a:pt x="476" y="408"/>
                </a:lnTo>
                <a:lnTo>
                  <a:pt x="477" y="408"/>
                </a:lnTo>
                <a:lnTo>
                  <a:pt x="477" y="410"/>
                </a:lnTo>
                <a:lnTo>
                  <a:pt x="476" y="410"/>
                </a:lnTo>
                <a:lnTo>
                  <a:pt x="476" y="411"/>
                </a:lnTo>
                <a:lnTo>
                  <a:pt x="477" y="411"/>
                </a:lnTo>
                <a:lnTo>
                  <a:pt x="478" y="411"/>
                </a:lnTo>
                <a:lnTo>
                  <a:pt x="479" y="411"/>
                </a:lnTo>
                <a:lnTo>
                  <a:pt x="480" y="412"/>
                </a:lnTo>
                <a:lnTo>
                  <a:pt x="479" y="412"/>
                </a:lnTo>
                <a:lnTo>
                  <a:pt x="480" y="412"/>
                </a:lnTo>
                <a:lnTo>
                  <a:pt x="481" y="412"/>
                </a:lnTo>
                <a:lnTo>
                  <a:pt x="481" y="413"/>
                </a:lnTo>
                <a:lnTo>
                  <a:pt x="481" y="416"/>
                </a:lnTo>
                <a:lnTo>
                  <a:pt x="480" y="416"/>
                </a:lnTo>
                <a:lnTo>
                  <a:pt x="480" y="417"/>
                </a:lnTo>
                <a:lnTo>
                  <a:pt x="479" y="418"/>
                </a:lnTo>
                <a:lnTo>
                  <a:pt x="479" y="419"/>
                </a:lnTo>
                <a:lnTo>
                  <a:pt x="479" y="420"/>
                </a:lnTo>
                <a:lnTo>
                  <a:pt x="478" y="421"/>
                </a:lnTo>
                <a:lnTo>
                  <a:pt x="478" y="422"/>
                </a:lnTo>
                <a:lnTo>
                  <a:pt x="476" y="424"/>
                </a:lnTo>
                <a:lnTo>
                  <a:pt x="476" y="425"/>
                </a:lnTo>
                <a:lnTo>
                  <a:pt x="475" y="426"/>
                </a:lnTo>
                <a:lnTo>
                  <a:pt x="474" y="426"/>
                </a:lnTo>
                <a:lnTo>
                  <a:pt x="473" y="426"/>
                </a:lnTo>
                <a:lnTo>
                  <a:pt x="473" y="427"/>
                </a:lnTo>
                <a:lnTo>
                  <a:pt x="472" y="428"/>
                </a:lnTo>
                <a:lnTo>
                  <a:pt x="472" y="429"/>
                </a:lnTo>
                <a:lnTo>
                  <a:pt x="472" y="430"/>
                </a:lnTo>
                <a:lnTo>
                  <a:pt x="471" y="430"/>
                </a:lnTo>
                <a:lnTo>
                  <a:pt x="470" y="431"/>
                </a:lnTo>
                <a:lnTo>
                  <a:pt x="469" y="432"/>
                </a:lnTo>
                <a:lnTo>
                  <a:pt x="469" y="433"/>
                </a:lnTo>
                <a:lnTo>
                  <a:pt x="468" y="433"/>
                </a:lnTo>
                <a:lnTo>
                  <a:pt x="468" y="434"/>
                </a:lnTo>
                <a:lnTo>
                  <a:pt x="467" y="435"/>
                </a:lnTo>
                <a:lnTo>
                  <a:pt x="467" y="436"/>
                </a:lnTo>
                <a:lnTo>
                  <a:pt x="467" y="437"/>
                </a:lnTo>
                <a:lnTo>
                  <a:pt x="467" y="438"/>
                </a:lnTo>
                <a:lnTo>
                  <a:pt x="467" y="439"/>
                </a:lnTo>
                <a:lnTo>
                  <a:pt x="468" y="439"/>
                </a:lnTo>
                <a:lnTo>
                  <a:pt x="468" y="440"/>
                </a:lnTo>
                <a:lnTo>
                  <a:pt x="468" y="441"/>
                </a:lnTo>
                <a:lnTo>
                  <a:pt x="468" y="442"/>
                </a:lnTo>
                <a:lnTo>
                  <a:pt x="469" y="442"/>
                </a:lnTo>
                <a:lnTo>
                  <a:pt x="469" y="443"/>
                </a:lnTo>
                <a:lnTo>
                  <a:pt x="468" y="443"/>
                </a:lnTo>
                <a:lnTo>
                  <a:pt x="468" y="444"/>
                </a:lnTo>
                <a:lnTo>
                  <a:pt x="467" y="445"/>
                </a:lnTo>
                <a:lnTo>
                  <a:pt x="465" y="446"/>
                </a:lnTo>
                <a:lnTo>
                  <a:pt x="464" y="445"/>
                </a:lnTo>
                <a:lnTo>
                  <a:pt x="464" y="446"/>
                </a:lnTo>
                <a:lnTo>
                  <a:pt x="463" y="446"/>
                </a:lnTo>
                <a:lnTo>
                  <a:pt x="462" y="447"/>
                </a:lnTo>
                <a:lnTo>
                  <a:pt x="462" y="448"/>
                </a:lnTo>
                <a:lnTo>
                  <a:pt x="461" y="449"/>
                </a:lnTo>
                <a:lnTo>
                  <a:pt x="460" y="450"/>
                </a:lnTo>
                <a:lnTo>
                  <a:pt x="459" y="450"/>
                </a:lnTo>
                <a:lnTo>
                  <a:pt x="459" y="451"/>
                </a:lnTo>
                <a:lnTo>
                  <a:pt x="459" y="450"/>
                </a:lnTo>
                <a:lnTo>
                  <a:pt x="458" y="450"/>
                </a:lnTo>
                <a:lnTo>
                  <a:pt x="458" y="451"/>
                </a:lnTo>
                <a:lnTo>
                  <a:pt x="457" y="452"/>
                </a:lnTo>
                <a:lnTo>
                  <a:pt x="457" y="453"/>
                </a:lnTo>
                <a:lnTo>
                  <a:pt x="457" y="454"/>
                </a:lnTo>
                <a:lnTo>
                  <a:pt x="456" y="455"/>
                </a:lnTo>
                <a:lnTo>
                  <a:pt x="456" y="456"/>
                </a:lnTo>
                <a:lnTo>
                  <a:pt x="455" y="457"/>
                </a:lnTo>
                <a:lnTo>
                  <a:pt x="455" y="456"/>
                </a:lnTo>
                <a:lnTo>
                  <a:pt x="454" y="456"/>
                </a:lnTo>
                <a:lnTo>
                  <a:pt x="454" y="457"/>
                </a:lnTo>
                <a:lnTo>
                  <a:pt x="453" y="456"/>
                </a:lnTo>
                <a:lnTo>
                  <a:pt x="453" y="455"/>
                </a:lnTo>
                <a:lnTo>
                  <a:pt x="452" y="455"/>
                </a:lnTo>
                <a:lnTo>
                  <a:pt x="451" y="455"/>
                </a:lnTo>
                <a:lnTo>
                  <a:pt x="450" y="455"/>
                </a:lnTo>
                <a:lnTo>
                  <a:pt x="449" y="455"/>
                </a:lnTo>
                <a:lnTo>
                  <a:pt x="449" y="456"/>
                </a:lnTo>
                <a:lnTo>
                  <a:pt x="448" y="456"/>
                </a:lnTo>
                <a:lnTo>
                  <a:pt x="448" y="457"/>
                </a:lnTo>
                <a:lnTo>
                  <a:pt x="447" y="457"/>
                </a:lnTo>
                <a:lnTo>
                  <a:pt x="447" y="458"/>
                </a:lnTo>
                <a:lnTo>
                  <a:pt x="446" y="458"/>
                </a:lnTo>
                <a:lnTo>
                  <a:pt x="446" y="459"/>
                </a:lnTo>
                <a:lnTo>
                  <a:pt x="445" y="460"/>
                </a:lnTo>
                <a:lnTo>
                  <a:pt x="444" y="460"/>
                </a:lnTo>
                <a:lnTo>
                  <a:pt x="443" y="460"/>
                </a:lnTo>
                <a:lnTo>
                  <a:pt x="442" y="460"/>
                </a:lnTo>
                <a:lnTo>
                  <a:pt x="442" y="459"/>
                </a:lnTo>
                <a:lnTo>
                  <a:pt x="441" y="459"/>
                </a:lnTo>
                <a:lnTo>
                  <a:pt x="441" y="458"/>
                </a:lnTo>
                <a:lnTo>
                  <a:pt x="440" y="458"/>
                </a:lnTo>
                <a:lnTo>
                  <a:pt x="440" y="459"/>
                </a:lnTo>
                <a:lnTo>
                  <a:pt x="439" y="460"/>
                </a:lnTo>
                <a:lnTo>
                  <a:pt x="439" y="461"/>
                </a:lnTo>
                <a:lnTo>
                  <a:pt x="438" y="460"/>
                </a:lnTo>
                <a:lnTo>
                  <a:pt x="437" y="460"/>
                </a:lnTo>
                <a:lnTo>
                  <a:pt x="437" y="461"/>
                </a:lnTo>
                <a:lnTo>
                  <a:pt x="436" y="461"/>
                </a:lnTo>
                <a:lnTo>
                  <a:pt x="436" y="462"/>
                </a:lnTo>
                <a:lnTo>
                  <a:pt x="435" y="462"/>
                </a:lnTo>
                <a:lnTo>
                  <a:pt x="434" y="462"/>
                </a:lnTo>
                <a:lnTo>
                  <a:pt x="433" y="462"/>
                </a:lnTo>
                <a:lnTo>
                  <a:pt x="433" y="463"/>
                </a:lnTo>
                <a:lnTo>
                  <a:pt x="432" y="464"/>
                </a:lnTo>
                <a:lnTo>
                  <a:pt x="432" y="465"/>
                </a:lnTo>
                <a:lnTo>
                  <a:pt x="432" y="466"/>
                </a:lnTo>
                <a:lnTo>
                  <a:pt x="431" y="466"/>
                </a:lnTo>
                <a:lnTo>
                  <a:pt x="431" y="465"/>
                </a:lnTo>
                <a:lnTo>
                  <a:pt x="430" y="465"/>
                </a:lnTo>
                <a:lnTo>
                  <a:pt x="430" y="464"/>
                </a:lnTo>
                <a:lnTo>
                  <a:pt x="429" y="464"/>
                </a:lnTo>
                <a:lnTo>
                  <a:pt x="428" y="464"/>
                </a:lnTo>
                <a:lnTo>
                  <a:pt x="427" y="465"/>
                </a:lnTo>
                <a:lnTo>
                  <a:pt x="426" y="465"/>
                </a:lnTo>
                <a:lnTo>
                  <a:pt x="425" y="465"/>
                </a:lnTo>
                <a:lnTo>
                  <a:pt x="424" y="465"/>
                </a:lnTo>
                <a:lnTo>
                  <a:pt x="424" y="466"/>
                </a:lnTo>
                <a:lnTo>
                  <a:pt x="423" y="466"/>
                </a:lnTo>
                <a:lnTo>
                  <a:pt x="422" y="467"/>
                </a:lnTo>
                <a:lnTo>
                  <a:pt x="421" y="467"/>
                </a:lnTo>
                <a:lnTo>
                  <a:pt x="422" y="468"/>
                </a:lnTo>
                <a:lnTo>
                  <a:pt x="421" y="469"/>
                </a:lnTo>
                <a:lnTo>
                  <a:pt x="420" y="469"/>
                </a:lnTo>
                <a:lnTo>
                  <a:pt x="419" y="470"/>
                </a:lnTo>
                <a:lnTo>
                  <a:pt x="419" y="471"/>
                </a:lnTo>
                <a:lnTo>
                  <a:pt x="418" y="472"/>
                </a:lnTo>
                <a:lnTo>
                  <a:pt x="418" y="473"/>
                </a:lnTo>
                <a:lnTo>
                  <a:pt x="417" y="474"/>
                </a:lnTo>
                <a:lnTo>
                  <a:pt x="416" y="475"/>
                </a:lnTo>
                <a:lnTo>
                  <a:pt x="415" y="476"/>
                </a:lnTo>
                <a:lnTo>
                  <a:pt x="415" y="477"/>
                </a:lnTo>
                <a:lnTo>
                  <a:pt x="415" y="478"/>
                </a:lnTo>
                <a:lnTo>
                  <a:pt x="414" y="479"/>
                </a:lnTo>
                <a:lnTo>
                  <a:pt x="413" y="480"/>
                </a:lnTo>
                <a:lnTo>
                  <a:pt x="414" y="480"/>
                </a:lnTo>
                <a:lnTo>
                  <a:pt x="414" y="481"/>
                </a:lnTo>
                <a:lnTo>
                  <a:pt x="413" y="481"/>
                </a:lnTo>
                <a:lnTo>
                  <a:pt x="412" y="481"/>
                </a:lnTo>
                <a:lnTo>
                  <a:pt x="412" y="482"/>
                </a:lnTo>
                <a:lnTo>
                  <a:pt x="411" y="482"/>
                </a:lnTo>
                <a:lnTo>
                  <a:pt x="411" y="483"/>
                </a:lnTo>
                <a:lnTo>
                  <a:pt x="412" y="484"/>
                </a:lnTo>
                <a:lnTo>
                  <a:pt x="411" y="485"/>
                </a:lnTo>
                <a:lnTo>
                  <a:pt x="410" y="486"/>
                </a:lnTo>
                <a:lnTo>
                  <a:pt x="410" y="485"/>
                </a:lnTo>
                <a:lnTo>
                  <a:pt x="409" y="485"/>
                </a:lnTo>
                <a:lnTo>
                  <a:pt x="408" y="486"/>
                </a:lnTo>
                <a:lnTo>
                  <a:pt x="408" y="487"/>
                </a:lnTo>
                <a:lnTo>
                  <a:pt x="408" y="488"/>
                </a:lnTo>
                <a:lnTo>
                  <a:pt x="408" y="489"/>
                </a:lnTo>
                <a:lnTo>
                  <a:pt x="407" y="490"/>
                </a:lnTo>
                <a:lnTo>
                  <a:pt x="407" y="491"/>
                </a:lnTo>
                <a:lnTo>
                  <a:pt x="407" y="492"/>
                </a:lnTo>
                <a:lnTo>
                  <a:pt x="407" y="493"/>
                </a:lnTo>
                <a:lnTo>
                  <a:pt x="407" y="494"/>
                </a:lnTo>
                <a:lnTo>
                  <a:pt x="406" y="494"/>
                </a:lnTo>
                <a:lnTo>
                  <a:pt x="406" y="495"/>
                </a:lnTo>
                <a:lnTo>
                  <a:pt x="407" y="495"/>
                </a:lnTo>
                <a:lnTo>
                  <a:pt x="407" y="496"/>
                </a:lnTo>
                <a:lnTo>
                  <a:pt x="407" y="497"/>
                </a:lnTo>
                <a:lnTo>
                  <a:pt x="408" y="498"/>
                </a:lnTo>
                <a:lnTo>
                  <a:pt x="409" y="500"/>
                </a:lnTo>
                <a:lnTo>
                  <a:pt x="410" y="501"/>
                </a:lnTo>
                <a:lnTo>
                  <a:pt x="410" y="502"/>
                </a:lnTo>
                <a:lnTo>
                  <a:pt x="408" y="504"/>
                </a:lnTo>
                <a:lnTo>
                  <a:pt x="407" y="505"/>
                </a:lnTo>
                <a:lnTo>
                  <a:pt x="406" y="505"/>
                </a:lnTo>
                <a:lnTo>
                  <a:pt x="406" y="506"/>
                </a:lnTo>
                <a:lnTo>
                  <a:pt x="406" y="507"/>
                </a:lnTo>
                <a:lnTo>
                  <a:pt x="405" y="507"/>
                </a:lnTo>
                <a:lnTo>
                  <a:pt x="405" y="508"/>
                </a:lnTo>
                <a:lnTo>
                  <a:pt x="404" y="508"/>
                </a:lnTo>
                <a:lnTo>
                  <a:pt x="404" y="509"/>
                </a:lnTo>
                <a:lnTo>
                  <a:pt x="404" y="510"/>
                </a:lnTo>
                <a:lnTo>
                  <a:pt x="404" y="511"/>
                </a:lnTo>
                <a:lnTo>
                  <a:pt x="404" y="512"/>
                </a:lnTo>
                <a:lnTo>
                  <a:pt x="404" y="513"/>
                </a:lnTo>
                <a:lnTo>
                  <a:pt x="405" y="513"/>
                </a:lnTo>
                <a:lnTo>
                  <a:pt x="405" y="514"/>
                </a:lnTo>
                <a:lnTo>
                  <a:pt x="406" y="514"/>
                </a:lnTo>
                <a:lnTo>
                  <a:pt x="407" y="515"/>
                </a:lnTo>
                <a:lnTo>
                  <a:pt x="408" y="515"/>
                </a:lnTo>
                <a:lnTo>
                  <a:pt x="408" y="516"/>
                </a:lnTo>
                <a:lnTo>
                  <a:pt x="409" y="517"/>
                </a:lnTo>
                <a:lnTo>
                  <a:pt x="411" y="517"/>
                </a:lnTo>
                <a:lnTo>
                  <a:pt x="410" y="518"/>
                </a:lnTo>
                <a:lnTo>
                  <a:pt x="410" y="519"/>
                </a:lnTo>
                <a:lnTo>
                  <a:pt x="411" y="519"/>
                </a:lnTo>
                <a:lnTo>
                  <a:pt x="412" y="520"/>
                </a:lnTo>
                <a:lnTo>
                  <a:pt x="413" y="520"/>
                </a:lnTo>
                <a:lnTo>
                  <a:pt x="412" y="521"/>
                </a:lnTo>
                <a:lnTo>
                  <a:pt x="412" y="522"/>
                </a:lnTo>
                <a:lnTo>
                  <a:pt x="412" y="523"/>
                </a:lnTo>
                <a:lnTo>
                  <a:pt x="412" y="524"/>
                </a:lnTo>
                <a:lnTo>
                  <a:pt x="413" y="525"/>
                </a:lnTo>
                <a:lnTo>
                  <a:pt x="412" y="528"/>
                </a:lnTo>
                <a:lnTo>
                  <a:pt x="411" y="530"/>
                </a:lnTo>
                <a:lnTo>
                  <a:pt x="410" y="531"/>
                </a:lnTo>
                <a:lnTo>
                  <a:pt x="410" y="532"/>
                </a:lnTo>
                <a:lnTo>
                  <a:pt x="411" y="532"/>
                </a:lnTo>
                <a:lnTo>
                  <a:pt x="412" y="533"/>
                </a:lnTo>
                <a:lnTo>
                  <a:pt x="413" y="533"/>
                </a:lnTo>
                <a:lnTo>
                  <a:pt x="414" y="534"/>
                </a:lnTo>
                <a:lnTo>
                  <a:pt x="414" y="535"/>
                </a:lnTo>
                <a:lnTo>
                  <a:pt x="415" y="535"/>
                </a:lnTo>
                <a:lnTo>
                  <a:pt x="416" y="536"/>
                </a:lnTo>
                <a:lnTo>
                  <a:pt x="416" y="537"/>
                </a:lnTo>
                <a:lnTo>
                  <a:pt x="417" y="537"/>
                </a:lnTo>
                <a:lnTo>
                  <a:pt x="418" y="537"/>
                </a:lnTo>
                <a:lnTo>
                  <a:pt x="418" y="538"/>
                </a:lnTo>
                <a:lnTo>
                  <a:pt x="418" y="539"/>
                </a:lnTo>
                <a:lnTo>
                  <a:pt x="419" y="539"/>
                </a:lnTo>
                <a:lnTo>
                  <a:pt x="419" y="540"/>
                </a:lnTo>
                <a:lnTo>
                  <a:pt x="418" y="540"/>
                </a:lnTo>
                <a:lnTo>
                  <a:pt x="418" y="541"/>
                </a:lnTo>
                <a:lnTo>
                  <a:pt x="419" y="541"/>
                </a:lnTo>
                <a:lnTo>
                  <a:pt x="420" y="541"/>
                </a:lnTo>
                <a:lnTo>
                  <a:pt x="420" y="542"/>
                </a:lnTo>
                <a:lnTo>
                  <a:pt x="419" y="542"/>
                </a:lnTo>
                <a:lnTo>
                  <a:pt x="419" y="543"/>
                </a:lnTo>
                <a:lnTo>
                  <a:pt x="420" y="543"/>
                </a:lnTo>
                <a:lnTo>
                  <a:pt x="420" y="542"/>
                </a:lnTo>
                <a:lnTo>
                  <a:pt x="421" y="543"/>
                </a:lnTo>
                <a:lnTo>
                  <a:pt x="422" y="543"/>
                </a:lnTo>
                <a:lnTo>
                  <a:pt x="423" y="543"/>
                </a:lnTo>
                <a:lnTo>
                  <a:pt x="424" y="543"/>
                </a:lnTo>
                <a:lnTo>
                  <a:pt x="425" y="543"/>
                </a:lnTo>
                <a:lnTo>
                  <a:pt x="425" y="542"/>
                </a:lnTo>
                <a:lnTo>
                  <a:pt x="425" y="543"/>
                </a:lnTo>
                <a:lnTo>
                  <a:pt x="425" y="544"/>
                </a:lnTo>
                <a:lnTo>
                  <a:pt x="426" y="544"/>
                </a:lnTo>
                <a:lnTo>
                  <a:pt x="427" y="544"/>
                </a:lnTo>
                <a:lnTo>
                  <a:pt x="426" y="544"/>
                </a:lnTo>
                <a:lnTo>
                  <a:pt x="425" y="544"/>
                </a:lnTo>
                <a:lnTo>
                  <a:pt x="425" y="545"/>
                </a:lnTo>
                <a:lnTo>
                  <a:pt x="424" y="545"/>
                </a:lnTo>
                <a:lnTo>
                  <a:pt x="424" y="546"/>
                </a:lnTo>
                <a:lnTo>
                  <a:pt x="424" y="547"/>
                </a:lnTo>
                <a:lnTo>
                  <a:pt x="424" y="548"/>
                </a:lnTo>
                <a:lnTo>
                  <a:pt x="424" y="549"/>
                </a:lnTo>
                <a:lnTo>
                  <a:pt x="424" y="548"/>
                </a:lnTo>
                <a:lnTo>
                  <a:pt x="422" y="550"/>
                </a:lnTo>
                <a:lnTo>
                  <a:pt x="422" y="551"/>
                </a:lnTo>
                <a:lnTo>
                  <a:pt x="422" y="552"/>
                </a:lnTo>
                <a:lnTo>
                  <a:pt x="422" y="554"/>
                </a:lnTo>
                <a:lnTo>
                  <a:pt x="422" y="555"/>
                </a:lnTo>
                <a:lnTo>
                  <a:pt x="423" y="556"/>
                </a:lnTo>
                <a:lnTo>
                  <a:pt x="423" y="557"/>
                </a:lnTo>
                <a:lnTo>
                  <a:pt x="422" y="558"/>
                </a:lnTo>
                <a:lnTo>
                  <a:pt x="422" y="559"/>
                </a:lnTo>
                <a:lnTo>
                  <a:pt x="421" y="559"/>
                </a:lnTo>
                <a:lnTo>
                  <a:pt x="420" y="560"/>
                </a:lnTo>
                <a:lnTo>
                  <a:pt x="419" y="560"/>
                </a:lnTo>
                <a:lnTo>
                  <a:pt x="418" y="559"/>
                </a:lnTo>
                <a:lnTo>
                  <a:pt x="418" y="560"/>
                </a:lnTo>
                <a:lnTo>
                  <a:pt x="417" y="560"/>
                </a:lnTo>
                <a:lnTo>
                  <a:pt x="416" y="561"/>
                </a:lnTo>
                <a:lnTo>
                  <a:pt x="415" y="561"/>
                </a:lnTo>
                <a:lnTo>
                  <a:pt x="416" y="561"/>
                </a:lnTo>
                <a:lnTo>
                  <a:pt x="416" y="560"/>
                </a:lnTo>
                <a:lnTo>
                  <a:pt x="416" y="559"/>
                </a:lnTo>
                <a:lnTo>
                  <a:pt x="416" y="558"/>
                </a:lnTo>
                <a:lnTo>
                  <a:pt x="416" y="557"/>
                </a:lnTo>
                <a:lnTo>
                  <a:pt x="415" y="556"/>
                </a:lnTo>
                <a:lnTo>
                  <a:pt x="414" y="556"/>
                </a:lnTo>
                <a:lnTo>
                  <a:pt x="413" y="556"/>
                </a:lnTo>
                <a:lnTo>
                  <a:pt x="412" y="556"/>
                </a:lnTo>
                <a:lnTo>
                  <a:pt x="412" y="555"/>
                </a:lnTo>
                <a:lnTo>
                  <a:pt x="411" y="555"/>
                </a:lnTo>
                <a:lnTo>
                  <a:pt x="410" y="555"/>
                </a:lnTo>
                <a:lnTo>
                  <a:pt x="409" y="555"/>
                </a:lnTo>
                <a:lnTo>
                  <a:pt x="409" y="556"/>
                </a:lnTo>
                <a:lnTo>
                  <a:pt x="410" y="556"/>
                </a:lnTo>
                <a:lnTo>
                  <a:pt x="410" y="557"/>
                </a:lnTo>
                <a:lnTo>
                  <a:pt x="409" y="559"/>
                </a:lnTo>
                <a:lnTo>
                  <a:pt x="409" y="558"/>
                </a:lnTo>
                <a:lnTo>
                  <a:pt x="408" y="558"/>
                </a:lnTo>
                <a:lnTo>
                  <a:pt x="408" y="559"/>
                </a:lnTo>
                <a:lnTo>
                  <a:pt x="408" y="561"/>
                </a:lnTo>
                <a:lnTo>
                  <a:pt x="408" y="562"/>
                </a:lnTo>
                <a:lnTo>
                  <a:pt x="409" y="562"/>
                </a:lnTo>
                <a:lnTo>
                  <a:pt x="408" y="563"/>
                </a:lnTo>
                <a:lnTo>
                  <a:pt x="407" y="563"/>
                </a:lnTo>
                <a:lnTo>
                  <a:pt x="406" y="564"/>
                </a:lnTo>
                <a:lnTo>
                  <a:pt x="405" y="564"/>
                </a:lnTo>
                <a:lnTo>
                  <a:pt x="405" y="565"/>
                </a:lnTo>
                <a:lnTo>
                  <a:pt x="404" y="565"/>
                </a:lnTo>
                <a:lnTo>
                  <a:pt x="403" y="565"/>
                </a:lnTo>
                <a:lnTo>
                  <a:pt x="403" y="566"/>
                </a:lnTo>
                <a:lnTo>
                  <a:pt x="404" y="566"/>
                </a:lnTo>
                <a:lnTo>
                  <a:pt x="403" y="567"/>
                </a:lnTo>
                <a:lnTo>
                  <a:pt x="402" y="569"/>
                </a:lnTo>
                <a:lnTo>
                  <a:pt x="401" y="569"/>
                </a:lnTo>
                <a:lnTo>
                  <a:pt x="401" y="570"/>
                </a:lnTo>
                <a:lnTo>
                  <a:pt x="401" y="571"/>
                </a:lnTo>
                <a:lnTo>
                  <a:pt x="402" y="571"/>
                </a:lnTo>
                <a:lnTo>
                  <a:pt x="401" y="571"/>
                </a:lnTo>
                <a:lnTo>
                  <a:pt x="401" y="572"/>
                </a:lnTo>
                <a:lnTo>
                  <a:pt x="400" y="572"/>
                </a:lnTo>
                <a:lnTo>
                  <a:pt x="399" y="573"/>
                </a:lnTo>
                <a:lnTo>
                  <a:pt x="398" y="573"/>
                </a:lnTo>
                <a:lnTo>
                  <a:pt x="398" y="574"/>
                </a:lnTo>
                <a:lnTo>
                  <a:pt x="399" y="574"/>
                </a:lnTo>
                <a:lnTo>
                  <a:pt x="400" y="574"/>
                </a:lnTo>
                <a:lnTo>
                  <a:pt x="399" y="576"/>
                </a:lnTo>
                <a:lnTo>
                  <a:pt x="398" y="576"/>
                </a:lnTo>
                <a:lnTo>
                  <a:pt x="397" y="577"/>
                </a:lnTo>
                <a:lnTo>
                  <a:pt x="396" y="577"/>
                </a:lnTo>
                <a:lnTo>
                  <a:pt x="396" y="578"/>
                </a:lnTo>
                <a:lnTo>
                  <a:pt x="396" y="579"/>
                </a:lnTo>
                <a:lnTo>
                  <a:pt x="396" y="580"/>
                </a:lnTo>
                <a:lnTo>
                  <a:pt x="396" y="581"/>
                </a:lnTo>
                <a:lnTo>
                  <a:pt x="397" y="582"/>
                </a:lnTo>
                <a:lnTo>
                  <a:pt x="396" y="582"/>
                </a:lnTo>
                <a:lnTo>
                  <a:pt x="395" y="583"/>
                </a:lnTo>
                <a:lnTo>
                  <a:pt x="396" y="584"/>
                </a:lnTo>
                <a:lnTo>
                  <a:pt x="396" y="585"/>
                </a:lnTo>
                <a:lnTo>
                  <a:pt x="396" y="587"/>
                </a:lnTo>
                <a:lnTo>
                  <a:pt x="395" y="587"/>
                </a:lnTo>
                <a:lnTo>
                  <a:pt x="396" y="588"/>
                </a:lnTo>
                <a:lnTo>
                  <a:pt x="397" y="588"/>
                </a:lnTo>
                <a:lnTo>
                  <a:pt x="397" y="587"/>
                </a:lnTo>
                <a:lnTo>
                  <a:pt x="396" y="587"/>
                </a:lnTo>
                <a:lnTo>
                  <a:pt x="397" y="587"/>
                </a:lnTo>
                <a:lnTo>
                  <a:pt x="398" y="588"/>
                </a:lnTo>
                <a:lnTo>
                  <a:pt x="397" y="588"/>
                </a:lnTo>
                <a:lnTo>
                  <a:pt x="397" y="589"/>
                </a:lnTo>
                <a:lnTo>
                  <a:pt x="398" y="590"/>
                </a:lnTo>
                <a:lnTo>
                  <a:pt x="398" y="591"/>
                </a:lnTo>
                <a:lnTo>
                  <a:pt x="397" y="592"/>
                </a:lnTo>
                <a:lnTo>
                  <a:pt x="397" y="593"/>
                </a:lnTo>
                <a:lnTo>
                  <a:pt x="398" y="593"/>
                </a:lnTo>
                <a:lnTo>
                  <a:pt x="399" y="593"/>
                </a:lnTo>
                <a:lnTo>
                  <a:pt x="400" y="594"/>
                </a:lnTo>
                <a:lnTo>
                  <a:pt x="401" y="594"/>
                </a:lnTo>
                <a:lnTo>
                  <a:pt x="401" y="593"/>
                </a:lnTo>
                <a:lnTo>
                  <a:pt x="402" y="593"/>
                </a:lnTo>
                <a:lnTo>
                  <a:pt x="401" y="593"/>
                </a:lnTo>
                <a:lnTo>
                  <a:pt x="401" y="594"/>
                </a:lnTo>
                <a:lnTo>
                  <a:pt x="402" y="594"/>
                </a:lnTo>
                <a:lnTo>
                  <a:pt x="404" y="594"/>
                </a:lnTo>
                <a:lnTo>
                  <a:pt x="404" y="593"/>
                </a:lnTo>
                <a:lnTo>
                  <a:pt x="406" y="592"/>
                </a:lnTo>
                <a:lnTo>
                  <a:pt x="407" y="591"/>
                </a:lnTo>
                <a:lnTo>
                  <a:pt x="408" y="591"/>
                </a:lnTo>
                <a:lnTo>
                  <a:pt x="409" y="591"/>
                </a:lnTo>
                <a:lnTo>
                  <a:pt x="408" y="591"/>
                </a:lnTo>
                <a:lnTo>
                  <a:pt x="408" y="592"/>
                </a:lnTo>
                <a:lnTo>
                  <a:pt x="409" y="592"/>
                </a:lnTo>
                <a:lnTo>
                  <a:pt x="409" y="593"/>
                </a:lnTo>
                <a:lnTo>
                  <a:pt x="409" y="594"/>
                </a:lnTo>
                <a:lnTo>
                  <a:pt x="410" y="594"/>
                </a:lnTo>
                <a:lnTo>
                  <a:pt x="410" y="595"/>
                </a:lnTo>
                <a:lnTo>
                  <a:pt x="410" y="596"/>
                </a:lnTo>
                <a:lnTo>
                  <a:pt x="410" y="597"/>
                </a:lnTo>
                <a:lnTo>
                  <a:pt x="411" y="597"/>
                </a:lnTo>
                <a:lnTo>
                  <a:pt x="412" y="599"/>
                </a:lnTo>
                <a:lnTo>
                  <a:pt x="411" y="599"/>
                </a:lnTo>
                <a:lnTo>
                  <a:pt x="411" y="600"/>
                </a:lnTo>
                <a:lnTo>
                  <a:pt x="410" y="601"/>
                </a:lnTo>
                <a:lnTo>
                  <a:pt x="409" y="602"/>
                </a:lnTo>
                <a:lnTo>
                  <a:pt x="408" y="603"/>
                </a:lnTo>
                <a:lnTo>
                  <a:pt x="407" y="604"/>
                </a:lnTo>
                <a:lnTo>
                  <a:pt x="406" y="605"/>
                </a:lnTo>
                <a:lnTo>
                  <a:pt x="406" y="606"/>
                </a:lnTo>
                <a:lnTo>
                  <a:pt x="405" y="606"/>
                </a:lnTo>
                <a:lnTo>
                  <a:pt x="404" y="607"/>
                </a:lnTo>
                <a:lnTo>
                  <a:pt x="403" y="608"/>
                </a:lnTo>
                <a:lnTo>
                  <a:pt x="403" y="610"/>
                </a:lnTo>
                <a:lnTo>
                  <a:pt x="402" y="610"/>
                </a:lnTo>
                <a:lnTo>
                  <a:pt x="401" y="610"/>
                </a:lnTo>
                <a:lnTo>
                  <a:pt x="402" y="610"/>
                </a:lnTo>
                <a:lnTo>
                  <a:pt x="402" y="611"/>
                </a:lnTo>
                <a:lnTo>
                  <a:pt x="401" y="611"/>
                </a:lnTo>
                <a:lnTo>
                  <a:pt x="401" y="612"/>
                </a:lnTo>
                <a:lnTo>
                  <a:pt x="401" y="613"/>
                </a:lnTo>
                <a:lnTo>
                  <a:pt x="400" y="614"/>
                </a:lnTo>
                <a:lnTo>
                  <a:pt x="400" y="613"/>
                </a:lnTo>
                <a:lnTo>
                  <a:pt x="400" y="612"/>
                </a:lnTo>
                <a:lnTo>
                  <a:pt x="400" y="613"/>
                </a:lnTo>
                <a:lnTo>
                  <a:pt x="400" y="614"/>
                </a:lnTo>
                <a:lnTo>
                  <a:pt x="399" y="614"/>
                </a:lnTo>
                <a:lnTo>
                  <a:pt x="398" y="615"/>
                </a:lnTo>
                <a:lnTo>
                  <a:pt x="398" y="616"/>
                </a:lnTo>
                <a:lnTo>
                  <a:pt x="397" y="618"/>
                </a:lnTo>
                <a:lnTo>
                  <a:pt x="396" y="618"/>
                </a:lnTo>
                <a:lnTo>
                  <a:pt x="396" y="619"/>
                </a:lnTo>
                <a:lnTo>
                  <a:pt x="396" y="620"/>
                </a:lnTo>
                <a:lnTo>
                  <a:pt x="397" y="622"/>
                </a:lnTo>
                <a:lnTo>
                  <a:pt x="398" y="623"/>
                </a:lnTo>
                <a:lnTo>
                  <a:pt x="398" y="624"/>
                </a:lnTo>
                <a:lnTo>
                  <a:pt x="398" y="625"/>
                </a:lnTo>
                <a:lnTo>
                  <a:pt x="397" y="625"/>
                </a:lnTo>
                <a:lnTo>
                  <a:pt x="396" y="625"/>
                </a:lnTo>
                <a:lnTo>
                  <a:pt x="395" y="625"/>
                </a:lnTo>
                <a:lnTo>
                  <a:pt x="394" y="625"/>
                </a:lnTo>
                <a:lnTo>
                  <a:pt x="393" y="626"/>
                </a:lnTo>
                <a:lnTo>
                  <a:pt x="392" y="626"/>
                </a:lnTo>
                <a:lnTo>
                  <a:pt x="392" y="627"/>
                </a:lnTo>
                <a:lnTo>
                  <a:pt x="392" y="628"/>
                </a:lnTo>
                <a:lnTo>
                  <a:pt x="390" y="629"/>
                </a:lnTo>
                <a:lnTo>
                  <a:pt x="390" y="630"/>
                </a:lnTo>
                <a:lnTo>
                  <a:pt x="390" y="631"/>
                </a:lnTo>
                <a:lnTo>
                  <a:pt x="389" y="631"/>
                </a:lnTo>
                <a:lnTo>
                  <a:pt x="388" y="632"/>
                </a:lnTo>
                <a:lnTo>
                  <a:pt x="387" y="633"/>
                </a:lnTo>
                <a:lnTo>
                  <a:pt x="385" y="633"/>
                </a:lnTo>
                <a:lnTo>
                  <a:pt x="384" y="633"/>
                </a:lnTo>
                <a:lnTo>
                  <a:pt x="384" y="634"/>
                </a:lnTo>
                <a:lnTo>
                  <a:pt x="384" y="635"/>
                </a:lnTo>
                <a:lnTo>
                  <a:pt x="383" y="635"/>
                </a:lnTo>
                <a:lnTo>
                  <a:pt x="382" y="635"/>
                </a:lnTo>
                <a:lnTo>
                  <a:pt x="381" y="635"/>
                </a:lnTo>
                <a:lnTo>
                  <a:pt x="381" y="636"/>
                </a:lnTo>
                <a:lnTo>
                  <a:pt x="380" y="636"/>
                </a:lnTo>
                <a:lnTo>
                  <a:pt x="380" y="635"/>
                </a:lnTo>
                <a:lnTo>
                  <a:pt x="379" y="635"/>
                </a:lnTo>
                <a:lnTo>
                  <a:pt x="378" y="635"/>
                </a:lnTo>
                <a:lnTo>
                  <a:pt x="377" y="635"/>
                </a:lnTo>
                <a:lnTo>
                  <a:pt x="377" y="636"/>
                </a:lnTo>
                <a:lnTo>
                  <a:pt x="376" y="636"/>
                </a:lnTo>
                <a:lnTo>
                  <a:pt x="375" y="636"/>
                </a:lnTo>
                <a:lnTo>
                  <a:pt x="374" y="636"/>
                </a:lnTo>
                <a:lnTo>
                  <a:pt x="374" y="637"/>
                </a:lnTo>
                <a:lnTo>
                  <a:pt x="373" y="637"/>
                </a:lnTo>
                <a:lnTo>
                  <a:pt x="373" y="638"/>
                </a:lnTo>
                <a:lnTo>
                  <a:pt x="372" y="639"/>
                </a:lnTo>
                <a:lnTo>
                  <a:pt x="373" y="640"/>
                </a:lnTo>
                <a:lnTo>
                  <a:pt x="372" y="640"/>
                </a:lnTo>
                <a:lnTo>
                  <a:pt x="371" y="640"/>
                </a:lnTo>
                <a:lnTo>
                  <a:pt x="370" y="640"/>
                </a:lnTo>
                <a:lnTo>
                  <a:pt x="369" y="641"/>
                </a:lnTo>
                <a:lnTo>
                  <a:pt x="369" y="642"/>
                </a:lnTo>
                <a:lnTo>
                  <a:pt x="368" y="643"/>
                </a:lnTo>
                <a:lnTo>
                  <a:pt x="368" y="644"/>
                </a:lnTo>
                <a:lnTo>
                  <a:pt x="367" y="644"/>
                </a:lnTo>
                <a:lnTo>
                  <a:pt x="368" y="645"/>
                </a:lnTo>
                <a:lnTo>
                  <a:pt x="368" y="646"/>
                </a:lnTo>
                <a:lnTo>
                  <a:pt x="368" y="647"/>
                </a:lnTo>
                <a:lnTo>
                  <a:pt x="368" y="648"/>
                </a:lnTo>
                <a:lnTo>
                  <a:pt x="369" y="649"/>
                </a:lnTo>
                <a:lnTo>
                  <a:pt x="369" y="648"/>
                </a:lnTo>
                <a:lnTo>
                  <a:pt x="369" y="649"/>
                </a:lnTo>
                <a:lnTo>
                  <a:pt x="370" y="649"/>
                </a:lnTo>
                <a:lnTo>
                  <a:pt x="371" y="649"/>
                </a:lnTo>
                <a:lnTo>
                  <a:pt x="372" y="650"/>
                </a:lnTo>
                <a:lnTo>
                  <a:pt x="372" y="651"/>
                </a:lnTo>
                <a:lnTo>
                  <a:pt x="372" y="652"/>
                </a:lnTo>
                <a:lnTo>
                  <a:pt x="373" y="652"/>
                </a:lnTo>
                <a:lnTo>
                  <a:pt x="374" y="653"/>
                </a:lnTo>
                <a:lnTo>
                  <a:pt x="375" y="653"/>
                </a:lnTo>
                <a:lnTo>
                  <a:pt x="376" y="655"/>
                </a:lnTo>
                <a:lnTo>
                  <a:pt x="375" y="656"/>
                </a:lnTo>
                <a:lnTo>
                  <a:pt x="375" y="657"/>
                </a:lnTo>
                <a:lnTo>
                  <a:pt x="376" y="658"/>
                </a:lnTo>
                <a:lnTo>
                  <a:pt x="376" y="659"/>
                </a:lnTo>
                <a:lnTo>
                  <a:pt x="375" y="659"/>
                </a:lnTo>
                <a:lnTo>
                  <a:pt x="375" y="660"/>
                </a:lnTo>
                <a:lnTo>
                  <a:pt x="374" y="660"/>
                </a:lnTo>
                <a:lnTo>
                  <a:pt x="374" y="659"/>
                </a:lnTo>
                <a:lnTo>
                  <a:pt x="374" y="658"/>
                </a:lnTo>
                <a:lnTo>
                  <a:pt x="374" y="657"/>
                </a:lnTo>
                <a:lnTo>
                  <a:pt x="373" y="657"/>
                </a:lnTo>
                <a:lnTo>
                  <a:pt x="372" y="658"/>
                </a:lnTo>
                <a:lnTo>
                  <a:pt x="370" y="658"/>
                </a:lnTo>
                <a:lnTo>
                  <a:pt x="369" y="658"/>
                </a:lnTo>
                <a:lnTo>
                  <a:pt x="369" y="659"/>
                </a:lnTo>
                <a:lnTo>
                  <a:pt x="369" y="660"/>
                </a:lnTo>
                <a:lnTo>
                  <a:pt x="368" y="660"/>
                </a:lnTo>
                <a:lnTo>
                  <a:pt x="368" y="661"/>
                </a:lnTo>
                <a:lnTo>
                  <a:pt x="368" y="662"/>
                </a:lnTo>
                <a:lnTo>
                  <a:pt x="368" y="663"/>
                </a:lnTo>
                <a:lnTo>
                  <a:pt x="367" y="663"/>
                </a:lnTo>
                <a:lnTo>
                  <a:pt x="367" y="664"/>
                </a:lnTo>
                <a:lnTo>
                  <a:pt x="367" y="665"/>
                </a:lnTo>
                <a:lnTo>
                  <a:pt x="367" y="666"/>
                </a:lnTo>
                <a:lnTo>
                  <a:pt x="367" y="667"/>
                </a:lnTo>
                <a:lnTo>
                  <a:pt x="367" y="668"/>
                </a:lnTo>
                <a:lnTo>
                  <a:pt x="366" y="668"/>
                </a:lnTo>
                <a:lnTo>
                  <a:pt x="365" y="668"/>
                </a:lnTo>
                <a:lnTo>
                  <a:pt x="364" y="668"/>
                </a:lnTo>
                <a:lnTo>
                  <a:pt x="362" y="668"/>
                </a:lnTo>
                <a:lnTo>
                  <a:pt x="362" y="667"/>
                </a:lnTo>
                <a:lnTo>
                  <a:pt x="361" y="668"/>
                </a:lnTo>
                <a:lnTo>
                  <a:pt x="362" y="669"/>
                </a:lnTo>
                <a:lnTo>
                  <a:pt x="362" y="670"/>
                </a:lnTo>
                <a:lnTo>
                  <a:pt x="361" y="670"/>
                </a:lnTo>
                <a:lnTo>
                  <a:pt x="361" y="669"/>
                </a:lnTo>
                <a:lnTo>
                  <a:pt x="360" y="670"/>
                </a:lnTo>
                <a:lnTo>
                  <a:pt x="361" y="670"/>
                </a:lnTo>
                <a:lnTo>
                  <a:pt x="361" y="671"/>
                </a:lnTo>
                <a:lnTo>
                  <a:pt x="360" y="671"/>
                </a:lnTo>
                <a:lnTo>
                  <a:pt x="361" y="671"/>
                </a:lnTo>
                <a:lnTo>
                  <a:pt x="361" y="672"/>
                </a:lnTo>
                <a:lnTo>
                  <a:pt x="362" y="672"/>
                </a:lnTo>
                <a:lnTo>
                  <a:pt x="361" y="672"/>
                </a:lnTo>
                <a:lnTo>
                  <a:pt x="361" y="673"/>
                </a:lnTo>
                <a:lnTo>
                  <a:pt x="361" y="674"/>
                </a:lnTo>
                <a:lnTo>
                  <a:pt x="361" y="675"/>
                </a:lnTo>
                <a:lnTo>
                  <a:pt x="362" y="675"/>
                </a:lnTo>
                <a:lnTo>
                  <a:pt x="363" y="676"/>
                </a:lnTo>
                <a:lnTo>
                  <a:pt x="363" y="678"/>
                </a:lnTo>
                <a:lnTo>
                  <a:pt x="362" y="678"/>
                </a:lnTo>
                <a:lnTo>
                  <a:pt x="362" y="677"/>
                </a:lnTo>
                <a:lnTo>
                  <a:pt x="361" y="677"/>
                </a:lnTo>
                <a:lnTo>
                  <a:pt x="361" y="678"/>
                </a:lnTo>
                <a:lnTo>
                  <a:pt x="361" y="679"/>
                </a:lnTo>
                <a:lnTo>
                  <a:pt x="360" y="679"/>
                </a:lnTo>
                <a:lnTo>
                  <a:pt x="360" y="680"/>
                </a:lnTo>
                <a:lnTo>
                  <a:pt x="359" y="680"/>
                </a:lnTo>
                <a:lnTo>
                  <a:pt x="360" y="681"/>
                </a:lnTo>
                <a:lnTo>
                  <a:pt x="360" y="682"/>
                </a:lnTo>
                <a:lnTo>
                  <a:pt x="360" y="683"/>
                </a:lnTo>
                <a:lnTo>
                  <a:pt x="361" y="683"/>
                </a:lnTo>
                <a:lnTo>
                  <a:pt x="361" y="684"/>
                </a:lnTo>
                <a:lnTo>
                  <a:pt x="362" y="685"/>
                </a:lnTo>
                <a:lnTo>
                  <a:pt x="362" y="686"/>
                </a:lnTo>
                <a:lnTo>
                  <a:pt x="362" y="687"/>
                </a:lnTo>
                <a:lnTo>
                  <a:pt x="362" y="688"/>
                </a:lnTo>
                <a:lnTo>
                  <a:pt x="363" y="688"/>
                </a:lnTo>
                <a:lnTo>
                  <a:pt x="363" y="689"/>
                </a:lnTo>
                <a:lnTo>
                  <a:pt x="363" y="690"/>
                </a:lnTo>
                <a:lnTo>
                  <a:pt x="363" y="691"/>
                </a:lnTo>
                <a:lnTo>
                  <a:pt x="362" y="691"/>
                </a:lnTo>
                <a:lnTo>
                  <a:pt x="361" y="691"/>
                </a:lnTo>
                <a:lnTo>
                  <a:pt x="360" y="691"/>
                </a:lnTo>
                <a:lnTo>
                  <a:pt x="360" y="693"/>
                </a:lnTo>
                <a:lnTo>
                  <a:pt x="360" y="694"/>
                </a:lnTo>
                <a:lnTo>
                  <a:pt x="360" y="696"/>
                </a:lnTo>
                <a:lnTo>
                  <a:pt x="361" y="696"/>
                </a:lnTo>
                <a:lnTo>
                  <a:pt x="361" y="697"/>
                </a:lnTo>
                <a:lnTo>
                  <a:pt x="360" y="697"/>
                </a:lnTo>
                <a:lnTo>
                  <a:pt x="359" y="697"/>
                </a:lnTo>
                <a:lnTo>
                  <a:pt x="358" y="697"/>
                </a:lnTo>
                <a:lnTo>
                  <a:pt x="358" y="698"/>
                </a:lnTo>
                <a:lnTo>
                  <a:pt x="358" y="699"/>
                </a:lnTo>
                <a:lnTo>
                  <a:pt x="357" y="700"/>
                </a:lnTo>
                <a:lnTo>
                  <a:pt x="357" y="701"/>
                </a:lnTo>
                <a:lnTo>
                  <a:pt x="357" y="702"/>
                </a:lnTo>
                <a:lnTo>
                  <a:pt x="357" y="703"/>
                </a:lnTo>
                <a:lnTo>
                  <a:pt x="358" y="703"/>
                </a:lnTo>
                <a:lnTo>
                  <a:pt x="359" y="703"/>
                </a:lnTo>
                <a:lnTo>
                  <a:pt x="358" y="703"/>
                </a:lnTo>
                <a:lnTo>
                  <a:pt x="358" y="705"/>
                </a:lnTo>
                <a:lnTo>
                  <a:pt x="358" y="706"/>
                </a:lnTo>
                <a:lnTo>
                  <a:pt x="359" y="706"/>
                </a:lnTo>
                <a:lnTo>
                  <a:pt x="359" y="707"/>
                </a:lnTo>
                <a:lnTo>
                  <a:pt x="360" y="708"/>
                </a:lnTo>
                <a:lnTo>
                  <a:pt x="360" y="709"/>
                </a:lnTo>
                <a:lnTo>
                  <a:pt x="360" y="710"/>
                </a:lnTo>
                <a:lnTo>
                  <a:pt x="360" y="711"/>
                </a:lnTo>
                <a:lnTo>
                  <a:pt x="360" y="712"/>
                </a:lnTo>
                <a:lnTo>
                  <a:pt x="359" y="712"/>
                </a:lnTo>
                <a:lnTo>
                  <a:pt x="358" y="712"/>
                </a:lnTo>
                <a:lnTo>
                  <a:pt x="358" y="713"/>
                </a:lnTo>
                <a:lnTo>
                  <a:pt x="358" y="714"/>
                </a:lnTo>
                <a:lnTo>
                  <a:pt x="359" y="715"/>
                </a:lnTo>
                <a:lnTo>
                  <a:pt x="358" y="715"/>
                </a:lnTo>
                <a:lnTo>
                  <a:pt x="358" y="716"/>
                </a:lnTo>
                <a:lnTo>
                  <a:pt x="357" y="718"/>
                </a:lnTo>
                <a:lnTo>
                  <a:pt x="358" y="719"/>
                </a:lnTo>
                <a:lnTo>
                  <a:pt x="358" y="720"/>
                </a:lnTo>
                <a:lnTo>
                  <a:pt x="358" y="721"/>
                </a:lnTo>
                <a:lnTo>
                  <a:pt x="358" y="722"/>
                </a:lnTo>
                <a:lnTo>
                  <a:pt x="357" y="722"/>
                </a:lnTo>
                <a:lnTo>
                  <a:pt x="357" y="723"/>
                </a:lnTo>
                <a:lnTo>
                  <a:pt x="358" y="722"/>
                </a:lnTo>
                <a:lnTo>
                  <a:pt x="359" y="723"/>
                </a:lnTo>
                <a:lnTo>
                  <a:pt x="360" y="724"/>
                </a:lnTo>
                <a:lnTo>
                  <a:pt x="360" y="725"/>
                </a:lnTo>
                <a:lnTo>
                  <a:pt x="359" y="725"/>
                </a:lnTo>
                <a:lnTo>
                  <a:pt x="359" y="726"/>
                </a:lnTo>
                <a:lnTo>
                  <a:pt x="360" y="726"/>
                </a:lnTo>
                <a:lnTo>
                  <a:pt x="359" y="728"/>
                </a:lnTo>
                <a:lnTo>
                  <a:pt x="359" y="729"/>
                </a:lnTo>
                <a:lnTo>
                  <a:pt x="358" y="730"/>
                </a:lnTo>
                <a:lnTo>
                  <a:pt x="358" y="731"/>
                </a:lnTo>
                <a:lnTo>
                  <a:pt x="357" y="730"/>
                </a:lnTo>
                <a:lnTo>
                  <a:pt x="356" y="730"/>
                </a:lnTo>
                <a:lnTo>
                  <a:pt x="356" y="731"/>
                </a:lnTo>
                <a:lnTo>
                  <a:pt x="356" y="732"/>
                </a:lnTo>
                <a:lnTo>
                  <a:pt x="355" y="732"/>
                </a:lnTo>
                <a:lnTo>
                  <a:pt x="354" y="731"/>
                </a:lnTo>
                <a:lnTo>
                  <a:pt x="353" y="731"/>
                </a:lnTo>
                <a:lnTo>
                  <a:pt x="352" y="731"/>
                </a:lnTo>
                <a:lnTo>
                  <a:pt x="352" y="732"/>
                </a:lnTo>
                <a:lnTo>
                  <a:pt x="353" y="733"/>
                </a:lnTo>
                <a:lnTo>
                  <a:pt x="353" y="734"/>
                </a:lnTo>
                <a:lnTo>
                  <a:pt x="352" y="737"/>
                </a:lnTo>
                <a:lnTo>
                  <a:pt x="351" y="738"/>
                </a:lnTo>
                <a:lnTo>
                  <a:pt x="351" y="739"/>
                </a:lnTo>
                <a:lnTo>
                  <a:pt x="351" y="740"/>
                </a:lnTo>
                <a:lnTo>
                  <a:pt x="350" y="740"/>
                </a:lnTo>
                <a:lnTo>
                  <a:pt x="349" y="741"/>
                </a:lnTo>
                <a:lnTo>
                  <a:pt x="349" y="740"/>
                </a:lnTo>
                <a:lnTo>
                  <a:pt x="348" y="740"/>
                </a:lnTo>
                <a:lnTo>
                  <a:pt x="347" y="741"/>
                </a:lnTo>
                <a:lnTo>
                  <a:pt x="346" y="743"/>
                </a:lnTo>
                <a:lnTo>
                  <a:pt x="345" y="743"/>
                </a:lnTo>
                <a:lnTo>
                  <a:pt x="344" y="744"/>
                </a:lnTo>
                <a:lnTo>
                  <a:pt x="343" y="743"/>
                </a:lnTo>
                <a:lnTo>
                  <a:pt x="342" y="743"/>
                </a:lnTo>
                <a:lnTo>
                  <a:pt x="342" y="744"/>
                </a:lnTo>
                <a:lnTo>
                  <a:pt x="341" y="745"/>
                </a:lnTo>
                <a:lnTo>
                  <a:pt x="341" y="746"/>
                </a:lnTo>
                <a:lnTo>
                  <a:pt x="341" y="747"/>
                </a:lnTo>
                <a:lnTo>
                  <a:pt x="342" y="748"/>
                </a:lnTo>
                <a:lnTo>
                  <a:pt x="342" y="749"/>
                </a:lnTo>
                <a:lnTo>
                  <a:pt x="341" y="750"/>
                </a:lnTo>
                <a:lnTo>
                  <a:pt x="342" y="750"/>
                </a:lnTo>
                <a:lnTo>
                  <a:pt x="342" y="751"/>
                </a:lnTo>
                <a:lnTo>
                  <a:pt x="341" y="751"/>
                </a:lnTo>
                <a:lnTo>
                  <a:pt x="341" y="752"/>
                </a:lnTo>
                <a:lnTo>
                  <a:pt x="341" y="753"/>
                </a:lnTo>
                <a:lnTo>
                  <a:pt x="342" y="753"/>
                </a:lnTo>
                <a:lnTo>
                  <a:pt x="343" y="753"/>
                </a:lnTo>
                <a:lnTo>
                  <a:pt x="343" y="754"/>
                </a:lnTo>
                <a:lnTo>
                  <a:pt x="344" y="754"/>
                </a:lnTo>
                <a:lnTo>
                  <a:pt x="344" y="753"/>
                </a:lnTo>
                <a:lnTo>
                  <a:pt x="345" y="753"/>
                </a:lnTo>
                <a:lnTo>
                  <a:pt x="346" y="753"/>
                </a:lnTo>
                <a:lnTo>
                  <a:pt x="346" y="754"/>
                </a:lnTo>
                <a:lnTo>
                  <a:pt x="346" y="755"/>
                </a:lnTo>
                <a:lnTo>
                  <a:pt x="347" y="756"/>
                </a:lnTo>
                <a:lnTo>
                  <a:pt x="347" y="757"/>
                </a:lnTo>
                <a:lnTo>
                  <a:pt x="346" y="757"/>
                </a:lnTo>
                <a:lnTo>
                  <a:pt x="345" y="757"/>
                </a:lnTo>
                <a:lnTo>
                  <a:pt x="345" y="758"/>
                </a:lnTo>
                <a:lnTo>
                  <a:pt x="345" y="759"/>
                </a:lnTo>
                <a:lnTo>
                  <a:pt x="346" y="759"/>
                </a:lnTo>
                <a:lnTo>
                  <a:pt x="346" y="760"/>
                </a:lnTo>
                <a:lnTo>
                  <a:pt x="347" y="760"/>
                </a:lnTo>
                <a:lnTo>
                  <a:pt x="346" y="761"/>
                </a:lnTo>
                <a:lnTo>
                  <a:pt x="346" y="762"/>
                </a:lnTo>
                <a:lnTo>
                  <a:pt x="347" y="762"/>
                </a:lnTo>
                <a:lnTo>
                  <a:pt x="348" y="762"/>
                </a:lnTo>
                <a:lnTo>
                  <a:pt x="349" y="762"/>
                </a:lnTo>
                <a:lnTo>
                  <a:pt x="349" y="763"/>
                </a:lnTo>
                <a:lnTo>
                  <a:pt x="350" y="763"/>
                </a:lnTo>
                <a:lnTo>
                  <a:pt x="351" y="763"/>
                </a:lnTo>
                <a:lnTo>
                  <a:pt x="351" y="764"/>
                </a:lnTo>
                <a:lnTo>
                  <a:pt x="352" y="765"/>
                </a:lnTo>
                <a:lnTo>
                  <a:pt x="351" y="765"/>
                </a:lnTo>
                <a:lnTo>
                  <a:pt x="351" y="766"/>
                </a:lnTo>
                <a:lnTo>
                  <a:pt x="352" y="766"/>
                </a:lnTo>
                <a:lnTo>
                  <a:pt x="352" y="767"/>
                </a:lnTo>
                <a:lnTo>
                  <a:pt x="353" y="767"/>
                </a:lnTo>
                <a:lnTo>
                  <a:pt x="354" y="768"/>
                </a:lnTo>
                <a:lnTo>
                  <a:pt x="353" y="768"/>
                </a:lnTo>
                <a:lnTo>
                  <a:pt x="353" y="769"/>
                </a:lnTo>
                <a:lnTo>
                  <a:pt x="352" y="769"/>
                </a:lnTo>
                <a:lnTo>
                  <a:pt x="350" y="769"/>
                </a:lnTo>
                <a:lnTo>
                  <a:pt x="350" y="770"/>
                </a:lnTo>
                <a:lnTo>
                  <a:pt x="349" y="771"/>
                </a:lnTo>
                <a:lnTo>
                  <a:pt x="349" y="772"/>
                </a:lnTo>
                <a:lnTo>
                  <a:pt x="348" y="772"/>
                </a:lnTo>
                <a:lnTo>
                  <a:pt x="347" y="772"/>
                </a:lnTo>
                <a:lnTo>
                  <a:pt x="347" y="773"/>
                </a:lnTo>
                <a:lnTo>
                  <a:pt x="347" y="774"/>
                </a:lnTo>
                <a:lnTo>
                  <a:pt x="347" y="775"/>
                </a:lnTo>
                <a:lnTo>
                  <a:pt x="348" y="776"/>
                </a:lnTo>
                <a:lnTo>
                  <a:pt x="349" y="776"/>
                </a:lnTo>
                <a:lnTo>
                  <a:pt x="350" y="777"/>
                </a:lnTo>
                <a:lnTo>
                  <a:pt x="351" y="777"/>
                </a:lnTo>
                <a:lnTo>
                  <a:pt x="352" y="778"/>
                </a:lnTo>
                <a:lnTo>
                  <a:pt x="353" y="779"/>
                </a:lnTo>
                <a:lnTo>
                  <a:pt x="353" y="780"/>
                </a:lnTo>
                <a:lnTo>
                  <a:pt x="354" y="781"/>
                </a:lnTo>
                <a:lnTo>
                  <a:pt x="353" y="781"/>
                </a:lnTo>
                <a:lnTo>
                  <a:pt x="352" y="781"/>
                </a:lnTo>
                <a:lnTo>
                  <a:pt x="351" y="781"/>
                </a:lnTo>
                <a:lnTo>
                  <a:pt x="350" y="781"/>
                </a:lnTo>
                <a:lnTo>
                  <a:pt x="350" y="780"/>
                </a:lnTo>
                <a:lnTo>
                  <a:pt x="349" y="779"/>
                </a:lnTo>
                <a:lnTo>
                  <a:pt x="347" y="780"/>
                </a:lnTo>
                <a:lnTo>
                  <a:pt x="347" y="781"/>
                </a:lnTo>
                <a:lnTo>
                  <a:pt x="347" y="783"/>
                </a:lnTo>
                <a:lnTo>
                  <a:pt x="348" y="783"/>
                </a:lnTo>
                <a:lnTo>
                  <a:pt x="349" y="783"/>
                </a:lnTo>
                <a:lnTo>
                  <a:pt x="350" y="783"/>
                </a:lnTo>
                <a:lnTo>
                  <a:pt x="350" y="784"/>
                </a:lnTo>
                <a:lnTo>
                  <a:pt x="350" y="785"/>
                </a:lnTo>
                <a:lnTo>
                  <a:pt x="350" y="786"/>
                </a:lnTo>
                <a:lnTo>
                  <a:pt x="350" y="785"/>
                </a:lnTo>
                <a:lnTo>
                  <a:pt x="349" y="785"/>
                </a:lnTo>
                <a:lnTo>
                  <a:pt x="350" y="785"/>
                </a:lnTo>
                <a:lnTo>
                  <a:pt x="349" y="785"/>
                </a:lnTo>
                <a:lnTo>
                  <a:pt x="349" y="786"/>
                </a:lnTo>
                <a:lnTo>
                  <a:pt x="349" y="787"/>
                </a:lnTo>
                <a:lnTo>
                  <a:pt x="350" y="787"/>
                </a:lnTo>
                <a:lnTo>
                  <a:pt x="350" y="788"/>
                </a:lnTo>
                <a:lnTo>
                  <a:pt x="350" y="789"/>
                </a:lnTo>
                <a:lnTo>
                  <a:pt x="350" y="790"/>
                </a:lnTo>
                <a:lnTo>
                  <a:pt x="350" y="791"/>
                </a:lnTo>
                <a:lnTo>
                  <a:pt x="351" y="791"/>
                </a:lnTo>
                <a:lnTo>
                  <a:pt x="351" y="792"/>
                </a:lnTo>
                <a:lnTo>
                  <a:pt x="352" y="792"/>
                </a:lnTo>
                <a:lnTo>
                  <a:pt x="353" y="792"/>
                </a:lnTo>
                <a:lnTo>
                  <a:pt x="353" y="793"/>
                </a:lnTo>
                <a:lnTo>
                  <a:pt x="354" y="793"/>
                </a:lnTo>
                <a:lnTo>
                  <a:pt x="353" y="793"/>
                </a:lnTo>
                <a:lnTo>
                  <a:pt x="352" y="794"/>
                </a:lnTo>
                <a:lnTo>
                  <a:pt x="352" y="795"/>
                </a:lnTo>
                <a:lnTo>
                  <a:pt x="351" y="795"/>
                </a:lnTo>
                <a:lnTo>
                  <a:pt x="350" y="795"/>
                </a:lnTo>
                <a:lnTo>
                  <a:pt x="349" y="795"/>
                </a:lnTo>
                <a:lnTo>
                  <a:pt x="348" y="796"/>
                </a:lnTo>
                <a:lnTo>
                  <a:pt x="347" y="796"/>
                </a:lnTo>
                <a:lnTo>
                  <a:pt x="347" y="795"/>
                </a:lnTo>
                <a:lnTo>
                  <a:pt x="348" y="795"/>
                </a:lnTo>
                <a:lnTo>
                  <a:pt x="348" y="794"/>
                </a:lnTo>
                <a:lnTo>
                  <a:pt x="347" y="794"/>
                </a:lnTo>
                <a:lnTo>
                  <a:pt x="347" y="793"/>
                </a:lnTo>
                <a:lnTo>
                  <a:pt x="348" y="793"/>
                </a:lnTo>
                <a:lnTo>
                  <a:pt x="348" y="792"/>
                </a:lnTo>
                <a:lnTo>
                  <a:pt x="347" y="792"/>
                </a:lnTo>
                <a:lnTo>
                  <a:pt x="346" y="792"/>
                </a:lnTo>
                <a:lnTo>
                  <a:pt x="345" y="792"/>
                </a:lnTo>
                <a:lnTo>
                  <a:pt x="346" y="791"/>
                </a:lnTo>
                <a:lnTo>
                  <a:pt x="345" y="791"/>
                </a:lnTo>
                <a:lnTo>
                  <a:pt x="344" y="791"/>
                </a:lnTo>
                <a:lnTo>
                  <a:pt x="344" y="790"/>
                </a:lnTo>
                <a:lnTo>
                  <a:pt x="343" y="790"/>
                </a:lnTo>
                <a:lnTo>
                  <a:pt x="342" y="790"/>
                </a:lnTo>
                <a:lnTo>
                  <a:pt x="341" y="791"/>
                </a:lnTo>
                <a:lnTo>
                  <a:pt x="341" y="792"/>
                </a:lnTo>
                <a:lnTo>
                  <a:pt x="340" y="792"/>
                </a:lnTo>
                <a:lnTo>
                  <a:pt x="340" y="793"/>
                </a:lnTo>
                <a:lnTo>
                  <a:pt x="340" y="794"/>
                </a:lnTo>
                <a:lnTo>
                  <a:pt x="339" y="795"/>
                </a:lnTo>
                <a:lnTo>
                  <a:pt x="340" y="796"/>
                </a:lnTo>
                <a:lnTo>
                  <a:pt x="340" y="797"/>
                </a:lnTo>
                <a:lnTo>
                  <a:pt x="340" y="798"/>
                </a:lnTo>
                <a:lnTo>
                  <a:pt x="339" y="798"/>
                </a:lnTo>
                <a:lnTo>
                  <a:pt x="338" y="798"/>
                </a:lnTo>
                <a:lnTo>
                  <a:pt x="338" y="797"/>
                </a:lnTo>
                <a:lnTo>
                  <a:pt x="337" y="798"/>
                </a:lnTo>
                <a:lnTo>
                  <a:pt x="337" y="799"/>
                </a:lnTo>
                <a:lnTo>
                  <a:pt x="338" y="798"/>
                </a:lnTo>
                <a:lnTo>
                  <a:pt x="338" y="799"/>
                </a:lnTo>
                <a:lnTo>
                  <a:pt x="337" y="800"/>
                </a:lnTo>
                <a:lnTo>
                  <a:pt x="338" y="801"/>
                </a:lnTo>
                <a:lnTo>
                  <a:pt x="338" y="802"/>
                </a:lnTo>
                <a:lnTo>
                  <a:pt x="337" y="802"/>
                </a:lnTo>
                <a:lnTo>
                  <a:pt x="336" y="803"/>
                </a:lnTo>
                <a:lnTo>
                  <a:pt x="337" y="803"/>
                </a:lnTo>
                <a:lnTo>
                  <a:pt x="337" y="804"/>
                </a:lnTo>
                <a:lnTo>
                  <a:pt x="336" y="805"/>
                </a:lnTo>
                <a:lnTo>
                  <a:pt x="336" y="806"/>
                </a:lnTo>
                <a:lnTo>
                  <a:pt x="336" y="807"/>
                </a:lnTo>
                <a:lnTo>
                  <a:pt x="336" y="808"/>
                </a:lnTo>
                <a:lnTo>
                  <a:pt x="335" y="808"/>
                </a:lnTo>
                <a:lnTo>
                  <a:pt x="335" y="809"/>
                </a:lnTo>
                <a:lnTo>
                  <a:pt x="336" y="809"/>
                </a:lnTo>
                <a:lnTo>
                  <a:pt x="336" y="810"/>
                </a:lnTo>
                <a:lnTo>
                  <a:pt x="337" y="811"/>
                </a:lnTo>
                <a:lnTo>
                  <a:pt x="338" y="811"/>
                </a:lnTo>
                <a:lnTo>
                  <a:pt x="337" y="812"/>
                </a:lnTo>
                <a:lnTo>
                  <a:pt x="336" y="813"/>
                </a:lnTo>
                <a:lnTo>
                  <a:pt x="336" y="814"/>
                </a:lnTo>
                <a:lnTo>
                  <a:pt x="336" y="815"/>
                </a:lnTo>
                <a:lnTo>
                  <a:pt x="335" y="815"/>
                </a:lnTo>
                <a:lnTo>
                  <a:pt x="335" y="816"/>
                </a:lnTo>
                <a:lnTo>
                  <a:pt x="335" y="817"/>
                </a:lnTo>
                <a:lnTo>
                  <a:pt x="336" y="818"/>
                </a:lnTo>
                <a:lnTo>
                  <a:pt x="337" y="818"/>
                </a:lnTo>
                <a:lnTo>
                  <a:pt x="338" y="819"/>
                </a:lnTo>
                <a:lnTo>
                  <a:pt x="338" y="820"/>
                </a:lnTo>
                <a:lnTo>
                  <a:pt x="338" y="821"/>
                </a:lnTo>
                <a:lnTo>
                  <a:pt x="339" y="821"/>
                </a:lnTo>
                <a:lnTo>
                  <a:pt x="339" y="822"/>
                </a:lnTo>
                <a:lnTo>
                  <a:pt x="341" y="822"/>
                </a:lnTo>
                <a:lnTo>
                  <a:pt x="341" y="821"/>
                </a:lnTo>
                <a:lnTo>
                  <a:pt x="342" y="821"/>
                </a:lnTo>
                <a:lnTo>
                  <a:pt x="343" y="821"/>
                </a:lnTo>
                <a:lnTo>
                  <a:pt x="343" y="822"/>
                </a:lnTo>
                <a:lnTo>
                  <a:pt x="342" y="823"/>
                </a:lnTo>
                <a:lnTo>
                  <a:pt x="343" y="823"/>
                </a:lnTo>
                <a:lnTo>
                  <a:pt x="343" y="824"/>
                </a:lnTo>
                <a:lnTo>
                  <a:pt x="342" y="824"/>
                </a:lnTo>
                <a:lnTo>
                  <a:pt x="342" y="825"/>
                </a:lnTo>
                <a:lnTo>
                  <a:pt x="342" y="826"/>
                </a:lnTo>
                <a:lnTo>
                  <a:pt x="341" y="826"/>
                </a:lnTo>
                <a:lnTo>
                  <a:pt x="340" y="826"/>
                </a:lnTo>
                <a:lnTo>
                  <a:pt x="339" y="825"/>
                </a:lnTo>
                <a:lnTo>
                  <a:pt x="339" y="826"/>
                </a:lnTo>
                <a:lnTo>
                  <a:pt x="338" y="826"/>
                </a:lnTo>
                <a:lnTo>
                  <a:pt x="338" y="827"/>
                </a:lnTo>
                <a:lnTo>
                  <a:pt x="337" y="827"/>
                </a:lnTo>
                <a:lnTo>
                  <a:pt x="338" y="827"/>
                </a:lnTo>
                <a:lnTo>
                  <a:pt x="339" y="828"/>
                </a:lnTo>
                <a:lnTo>
                  <a:pt x="339" y="827"/>
                </a:lnTo>
                <a:lnTo>
                  <a:pt x="340" y="827"/>
                </a:lnTo>
                <a:lnTo>
                  <a:pt x="340" y="828"/>
                </a:lnTo>
                <a:lnTo>
                  <a:pt x="340" y="829"/>
                </a:lnTo>
                <a:lnTo>
                  <a:pt x="341" y="829"/>
                </a:lnTo>
                <a:lnTo>
                  <a:pt x="341" y="830"/>
                </a:lnTo>
                <a:lnTo>
                  <a:pt x="341" y="831"/>
                </a:lnTo>
                <a:lnTo>
                  <a:pt x="341" y="832"/>
                </a:lnTo>
                <a:lnTo>
                  <a:pt x="342" y="832"/>
                </a:lnTo>
                <a:lnTo>
                  <a:pt x="343" y="832"/>
                </a:lnTo>
                <a:lnTo>
                  <a:pt x="343" y="833"/>
                </a:lnTo>
                <a:lnTo>
                  <a:pt x="343" y="834"/>
                </a:lnTo>
                <a:lnTo>
                  <a:pt x="344" y="833"/>
                </a:lnTo>
                <a:lnTo>
                  <a:pt x="344" y="834"/>
                </a:lnTo>
                <a:lnTo>
                  <a:pt x="345" y="835"/>
                </a:lnTo>
                <a:lnTo>
                  <a:pt x="346" y="836"/>
                </a:lnTo>
                <a:lnTo>
                  <a:pt x="347" y="837"/>
                </a:lnTo>
                <a:lnTo>
                  <a:pt x="348" y="837"/>
                </a:lnTo>
                <a:lnTo>
                  <a:pt x="348" y="838"/>
                </a:lnTo>
                <a:lnTo>
                  <a:pt x="349" y="838"/>
                </a:lnTo>
                <a:lnTo>
                  <a:pt x="349" y="839"/>
                </a:lnTo>
                <a:lnTo>
                  <a:pt x="349" y="840"/>
                </a:lnTo>
                <a:lnTo>
                  <a:pt x="350" y="840"/>
                </a:lnTo>
                <a:lnTo>
                  <a:pt x="351" y="841"/>
                </a:lnTo>
                <a:lnTo>
                  <a:pt x="350" y="842"/>
                </a:lnTo>
                <a:lnTo>
                  <a:pt x="349" y="842"/>
                </a:lnTo>
                <a:lnTo>
                  <a:pt x="349" y="841"/>
                </a:lnTo>
                <a:lnTo>
                  <a:pt x="349" y="842"/>
                </a:lnTo>
                <a:lnTo>
                  <a:pt x="348" y="842"/>
                </a:lnTo>
                <a:lnTo>
                  <a:pt x="347" y="842"/>
                </a:lnTo>
                <a:lnTo>
                  <a:pt x="346" y="841"/>
                </a:lnTo>
                <a:lnTo>
                  <a:pt x="345" y="842"/>
                </a:lnTo>
                <a:lnTo>
                  <a:pt x="345" y="843"/>
                </a:lnTo>
                <a:lnTo>
                  <a:pt x="344" y="842"/>
                </a:lnTo>
                <a:lnTo>
                  <a:pt x="343" y="842"/>
                </a:lnTo>
                <a:lnTo>
                  <a:pt x="343" y="841"/>
                </a:lnTo>
                <a:lnTo>
                  <a:pt x="342" y="841"/>
                </a:lnTo>
                <a:lnTo>
                  <a:pt x="343" y="841"/>
                </a:lnTo>
                <a:lnTo>
                  <a:pt x="341" y="842"/>
                </a:lnTo>
                <a:lnTo>
                  <a:pt x="341" y="843"/>
                </a:lnTo>
                <a:lnTo>
                  <a:pt x="340" y="843"/>
                </a:lnTo>
                <a:lnTo>
                  <a:pt x="340" y="844"/>
                </a:lnTo>
                <a:lnTo>
                  <a:pt x="338" y="845"/>
                </a:lnTo>
                <a:lnTo>
                  <a:pt x="336" y="847"/>
                </a:lnTo>
                <a:lnTo>
                  <a:pt x="336" y="846"/>
                </a:lnTo>
                <a:lnTo>
                  <a:pt x="335" y="846"/>
                </a:lnTo>
                <a:lnTo>
                  <a:pt x="333" y="847"/>
                </a:lnTo>
                <a:lnTo>
                  <a:pt x="332" y="846"/>
                </a:lnTo>
                <a:lnTo>
                  <a:pt x="331" y="846"/>
                </a:lnTo>
                <a:lnTo>
                  <a:pt x="330" y="846"/>
                </a:lnTo>
                <a:lnTo>
                  <a:pt x="330" y="847"/>
                </a:lnTo>
                <a:lnTo>
                  <a:pt x="329" y="847"/>
                </a:lnTo>
                <a:lnTo>
                  <a:pt x="328" y="846"/>
                </a:lnTo>
                <a:lnTo>
                  <a:pt x="328" y="845"/>
                </a:lnTo>
                <a:lnTo>
                  <a:pt x="327" y="845"/>
                </a:lnTo>
                <a:lnTo>
                  <a:pt x="327" y="844"/>
                </a:lnTo>
                <a:lnTo>
                  <a:pt x="327" y="843"/>
                </a:lnTo>
                <a:lnTo>
                  <a:pt x="328" y="843"/>
                </a:lnTo>
                <a:lnTo>
                  <a:pt x="329" y="843"/>
                </a:lnTo>
                <a:lnTo>
                  <a:pt x="328" y="842"/>
                </a:lnTo>
                <a:lnTo>
                  <a:pt x="328" y="841"/>
                </a:lnTo>
                <a:lnTo>
                  <a:pt x="327" y="840"/>
                </a:lnTo>
                <a:lnTo>
                  <a:pt x="326" y="839"/>
                </a:lnTo>
                <a:lnTo>
                  <a:pt x="326" y="838"/>
                </a:lnTo>
                <a:lnTo>
                  <a:pt x="324" y="838"/>
                </a:lnTo>
                <a:lnTo>
                  <a:pt x="324" y="837"/>
                </a:lnTo>
                <a:lnTo>
                  <a:pt x="323" y="837"/>
                </a:lnTo>
                <a:lnTo>
                  <a:pt x="322" y="837"/>
                </a:lnTo>
                <a:lnTo>
                  <a:pt x="321" y="837"/>
                </a:lnTo>
                <a:lnTo>
                  <a:pt x="320" y="837"/>
                </a:lnTo>
                <a:lnTo>
                  <a:pt x="320" y="836"/>
                </a:lnTo>
                <a:lnTo>
                  <a:pt x="319" y="836"/>
                </a:lnTo>
                <a:lnTo>
                  <a:pt x="318" y="836"/>
                </a:lnTo>
                <a:lnTo>
                  <a:pt x="317" y="836"/>
                </a:lnTo>
                <a:lnTo>
                  <a:pt x="316" y="836"/>
                </a:lnTo>
                <a:lnTo>
                  <a:pt x="316" y="837"/>
                </a:lnTo>
                <a:lnTo>
                  <a:pt x="315" y="837"/>
                </a:lnTo>
                <a:lnTo>
                  <a:pt x="314" y="837"/>
                </a:lnTo>
                <a:lnTo>
                  <a:pt x="313" y="838"/>
                </a:lnTo>
                <a:lnTo>
                  <a:pt x="314" y="838"/>
                </a:lnTo>
                <a:lnTo>
                  <a:pt x="313" y="838"/>
                </a:lnTo>
                <a:lnTo>
                  <a:pt x="312" y="838"/>
                </a:lnTo>
                <a:lnTo>
                  <a:pt x="312" y="837"/>
                </a:lnTo>
                <a:lnTo>
                  <a:pt x="311" y="837"/>
                </a:lnTo>
                <a:lnTo>
                  <a:pt x="312" y="836"/>
                </a:lnTo>
                <a:lnTo>
                  <a:pt x="311" y="836"/>
                </a:lnTo>
                <a:lnTo>
                  <a:pt x="311" y="835"/>
                </a:lnTo>
                <a:lnTo>
                  <a:pt x="310" y="835"/>
                </a:lnTo>
                <a:lnTo>
                  <a:pt x="310" y="834"/>
                </a:lnTo>
                <a:lnTo>
                  <a:pt x="310" y="833"/>
                </a:lnTo>
                <a:lnTo>
                  <a:pt x="309" y="833"/>
                </a:lnTo>
                <a:lnTo>
                  <a:pt x="309" y="832"/>
                </a:lnTo>
                <a:lnTo>
                  <a:pt x="310" y="832"/>
                </a:lnTo>
                <a:lnTo>
                  <a:pt x="310" y="831"/>
                </a:lnTo>
                <a:lnTo>
                  <a:pt x="309" y="831"/>
                </a:lnTo>
                <a:lnTo>
                  <a:pt x="309" y="830"/>
                </a:lnTo>
                <a:lnTo>
                  <a:pt x="309" y="828"/>
                </a:lnTo>
                <a:lnTo>
                  <a:pt x="308" y="828"/>
                </a:lnTo>
                <a:lnTo>
                  <a:pt x="307" y="827"/>
                </a:lnTo>
                <a:lnTo>
                  <a:pt x="306" y="827"/>
                </a:lnTo>
                <a:lnTo>
                  <a:pt x="305" y="826"/>
                </a:lnTo>
                <a:lnTo>
                  <a:pt x="304" y="826"/>
                </a:lnTo>
                <a:lnTo>
                  <a:pt x="303" y="826"/>
                </a:lnTo>
                <a:lnTo>
                  <a:pt x="304" y="825"/>
                </a:lnTo>
                <a:lnTo>
                  <a:pt x="304" y="824"/>
                </a:lnTo>
                <a:lnTo>
                  <a:pt x="304" y="823"/>
                </a:lnTo>
                <a:lnTo>
                  <a:pt x="303" y="824"/>
                </a:lnTo>
                <a:lnTo>
                  <a:pt x="302" y="824"/>
                </a:lnTo>
                <a:lnTo>
                  <a:pt x="301" y="823"/>
                </a:lnTo>
                <a:lnTo>
                  <a:pt x="301" y="822"/>
                </a:lnTo>
                <a:lnTo>
                  <a:pt x="300" y="822"/>
                </a:lnTo>
                <a:lnTo>
                  <a:pt x="300" y="821"/>
                </a:lnTo>
                <a:lnTo>
                  <a:pt x="300" y="820"/>
                </a:lnTo>
                <a:lnTo>
                  <a:pt x="299" y="819"/>
                </a:lnTo>
                <a:lnTo>
                  <a:pt x="298" y="819"/>
                </a:lnTo>
                <a:lnTo>
                  <a:pt x="297" y="819"/>
                </a:lnTo>
                <a:lnTo>
                  <a:pt x="297" y="818"/>
                </a:lnTo>
                <a:lnTo>
                  <a:pt x="297" y="817"/>
                </a:lnTo>
                <a:lnTo>
                  <a:pt x="296" y="817"/>
                </a:lnTo>
                <a:lnTo>
                  <a:pt x="295" y="817"/>
                </a:lnTo>
                <a:lnTo>
                  <a:pt x="294" y="817"/>
                </a:lnTo>
                <a:lnTo>
                  <a:pt x="293" y="817"/>
                </a:lnTo>
                <a:lnTo>
                  <a:pt x="292" y="816"/>
                </a:lnTo>
                <a:lnTo>
                  <a:pt x="291" y="816"/>
                </a:lnTo>
                <a:lnTo>
                  <a:pt x="290" y="815"/>
                </a:lnTo>
                <a:lnTo>
                  <a:pt x="289" y="815"/>
                </a:lnTo>
                <a:lnTo>
                  <a:pt x="289" y="814"/>
                </a:lnTo>
                <a:lnTo>
                  <a:pt x="288" y="814"/>
                </a:lnTo>
                <a:lnTo>
                  <a:pt x="287" y="813"/>
                </a:lnTo>
                <a:lnTo>
                  <a:pt x="286" y="814"/>
                </a:lnTo>
                <a:lnTo>
                  <a:pt x="285" y="815"/>
                </a:lnTo>
                <a:lnTo>
                  <a:pt x="285" y="816"/>
                </a:lnTo>
                <a:lnTo>
                  <a:pt x="284" y="817"/>
                </a:lnTo>
                <a:lnTo>
                  <a:pt x="283" y="817"/>
                </a:lnTo>
                <a:lnTo>
                  <a:pt x="282" y="817"/>
                </a:lnTo>
                <a:lnTo>
                  <a:pt x="282" y="818"/>
                </a:lnTo>
                <a:lnTo>
                  <a:pt x="281" y="819"/>
                </a:lnTo>
                <a:lnTo>
                  <a:pt x="281" y="820"/>
                </a:lnTo>
                <a:lnTo>
                  <a:pt x="281" y="821"/>
                </a:lnTo>
                <a:lnTo>
                  <a:pt x="282" y="822"/>
                </a:lnTo>
                <a:lnTo>
                  <a:pt x="282" y="823"/>
                </a:lnTo>
                <a:lnTo>
                  <a:pt x="281" y="823"/>
                </a:lnTo>
                <a:lnTo>
                  <a:pt x="280" y="823"/>
                </a:lnTo>
                <a:lnTo>
                  <a:pt x="280" y="822"/>
                </a:lnTo>
                <a:lnTo>
                  <a:pt x="279" y="822"/>
                </a:lnTo>
                <a:lnTo>
                  <a:pt x="278" y="821"/>
                </a:lnTo>
                <a:lnTo>
                  <a:pt x="277" y="821"/>
                </a:lnTo>
                <a:lnTo>
                  <a:pt x="276" y="821"/>
                </a:lnTo>
                <a:lnTo>
                  <a:pt x="276" y="822"/>
                </a:lnTo>
                <a:lnTo>
                  <a:pt x="275" y="822"/>
                </a:lnTo>
                <a:lnTo>
                  <a:pt x="275" y="821"/>
                </a:lnTo>
                <a:lnTo>
                  <a:pt x="274" y="820"/>
                </a:lnTo>
                <a:lnTo>
                  <a:pt x="272" y="821"/>
                </a:lnTo>
                <a:lnTo>
                  <a:pt x="270" y="821"/>
                </a:lnTo>
                <a:lnTo>
                  <a:pt x="269" y="822"/>
                </a:lnTo>
                <a:lnTo>
                  <a:pt x="269" y="823"/>
                </a:lnTo>
                <a:lnTo>
                  <a:pt x="268" y="823"/>
                </a:lnTo>
                <a:lnTo>
                  <a:pt x="268" y="824"/>
                </a:lnTo>
                <a:lnTo>
                  <a:pt x="268" y="825"/>
                </a:lnTo>
                <a:lnTo>
                  <a:pt x="267" y="825"/>
                </a:lnTo>
                <a:lnTo>
                  <a:pt x="266" y="825"/>
                </a:lnTo>
                <a:lnTo>
                  <a:pt x="265" y="825"/>
                </a:lnTo>
                <a:lnTo>
                  <a:pt x="264" y="826"/>
                </a:lnTo>
                <a:lnTo>
                  <a:pt x="263" y="826"/>
                </a:lnTo>
                <a:lnTo>
                  <a:pt x="262" y="827"/>
                </a:lnTo>
                <a:lnTo>
                  <a:pt x="261" y="827"/>
                </a:lnTo>
                <a:lnTo>
                  <a:pt x="260" y="828"/>
                </a:lnTo>
                <a:lnTo>
                  <a:pt x="259" y="829"/>
                </a:lnTo>
                <a:lnTo>
                  <a:pt x="258" y="829"/>
                </a:lnTo>
                <a:lnTo>
                  <a:pt x="258" y="830"/>
                </a:lnTo>
                <a:lnTo>
                  <a:pt x="258" y="831"/>
                </a:lnTo>
                <a:lnTo>
                  <a:pt x="259" y="831"/>
                </a:lnTo>
                <a:lnTo>
                  <a:pt x="259" y="832"/>
                </a:lnTo>
                <a:lnTo>
                  <a:pt x="257" y="832"/>
                </a:lnTo>
                <a:lnTo>
                  <a:pt x="256" y="831"/>
                </a:lnTo>
                <a:lnTo>
                  <a:pt x="256" y="832"/>
                </a:lnTo>
                <a:lnTo>
                  <a:pt x="255" y="832"/>
                </a:lnTo>
                <a:lnTo>
                  <a:pt x="254" y="832"/>
                </a:lnTo>
                <a:lnTo>
                  <a:pt x="254" y="833"/>
                </a:lnTo>
                <a:lnTo>
                  <a:pt x="253" y="833"/>
                </a:lnTo>
                <a:lnTo>
                  <a:pt x="252" y="833"/>
                </a:lnTo>
                <a:lnTo>
                  <a:pt x="252" y="834"/>
                </a:lnTo>
                <a:lnTo>
                  <a:pt x="251" y="834"/>
                </a:lnTo>
                <a:lnTo>
                  <a:pt x="250" y="834"/>
                </a:lnTo>
                <a:lnTo>
                  <a:pt x="250" y="836"/>
                </a:lnTo>
                <a:lnTo>
                  <a:pt x="250" y="837"/>
                </a:lnTo>
                <a:lnTo>
                  <a:pt x="249" y="837"/>
                </a:lnTo>
                <a:lnTo>
                  <a:pt x="249" y="836"/>
                </a:lnTo>
                <a:lnTo>
                  <a:pt x="248" y="836"/>
                </a:lnTo>
                <a:lnTo>
                  <a:pt x="247" y="837"/>
                </a:lnTo>
                <a:lnTo>
                  <a:pt x="247" y="836"/>
                </a:lnTo>
                <a:lnTo>
                  <a:pt x="246" y="836"/>
                </a:lnTo>
                <a:lnTo>
                  <a:pt x="244" y="834"/>
                </a:lnTo>
                <a:lnTo>
                  <a:pt x="244" y="833"/>
                </a:lnTo>
                <a:lnTo>
                  <a:pt x="242" y="832"/>
                </a:lnTo>
                <a:lnTo>
                  <a:pt x="241" y="832"/>
                </a:lnTo>
                <a:lnTo>
                  <a:pt x="240" y="832"/>
                </a:lnTo>
                <a:lnTo>
                  <a:pt x="240" y="831"/>
                </a:lnTo>
                <a:lnTo>
                  <a:pt x="239" y="831"/>
                </a:lnTo>
                <a:lnTo>
                  <a:pt x="239" y="832"/>
                </a:lnTo>
                <a:lnTo>
                  <a:pt x="240" y="832"/>
                </a:lnTo>
                <a:lnTo>
                  <a:pt x="239" y="833"/>
                </a:lnTo>
                <a:lnTo>
                  <a:pt x="238" y="833"/>
                </a:lnTo>
                <a:lnTo>
                  <a:pt x="239" y="834"/>
                </a:lnTo>
                <a:lnTo>
                  <a:pt x="238" y="836"/>
                </a:lnTo>
                <a:lnTo>
                  <a:pt x="237" y="836"/>
                </a:lnTo>
                <a:lnTo>
                  <a:pt x="237" y="837"/>
                </a:lnTo>
                <a:lnTo>
                  <a:pt x="236" y="838"/>
                </a:lnTo>
                <a:lnTo>
                  <a:pt x="236" y="837"/>
                </a:lnTo>
                <a:lnTo>
                  <a:pt x="235" y="837"/>
                </a:lnTo>
                <a:lnTo>
                  <a:pt x="234" y="837"/>
                </a:lnTo>
                <a:lnTo>
                  <a:pt x="232" y="836"/>
                </a:lnTo>
                <a:lnTo>
                  <a:pt x="231" y="837"/>
                </a:lnTo>
                <a:lnTo>
                  <a:pt x="230" y="838"/>
                </a:lnTo>
                <a:lnTo>
                  <a:pt x="230" y="837"/>
                </a:lnTo>
                <a:lnTo>
                  <a:pt x="229" y="837"/>
                </a:lnTo>
                <a:lnTo>
                  <a:pt x="229" y="838"/>
                </a:lnTo>
                <a:lnTo>
                  <a:pt x="227" y="839"/>
                </a:lnTo>
                <a:lnTo>
                  <a:pt x="226" y="840"/>
                </a:lnTo>
                <a:lnTo>
                  <a:pt x="226" y="841"/>
                </a:lnTo>
                <a:lnTo>
                  <a:pt x="224" y="842"/>
                </a:lnTo>
                <a:lnTo>
                  <a:pt x="223" y="841"/>
                </a:lnTo>
                <a:lnTo>
                  <a:pt x="223" y="840"/>
                </a:lnTo>
                <a:lnTo>
                  <a:pt x="223" y="839"/>
                </a:lnTo>
                <a:lnTo>
                  <a:pt x="221" y="839"/>
                </a:lnTo>
                <a:lnTo>
                  <a:pt x="220" y="840"/>
                </a:lnTo>
                <a:lnTo>
                  <a:pt x="220" y="841"/>
                </a:lnTo>
                <a:lnTo>
                  <a:pt x="220" y="842"/>
                </a:lnTo>
                <a:lnTo>
                  <a:pt x="220" y="843"/>
                </a:lnTo>
                <a:lnTo>
                  <a:pt x="219" y="843"/>
                </a:lnTo>
                <a:lnTo>
                  <a:pt x="219" y="844"/>
                </a:lnTo>
                <a:lnTo>
                  <a:pt x="220" y="845"/>
                </a:lnTo>
                <a:lnTo>
                  <a:pt x="219" y="846"/>
                </a:lnTo>
                <a:lnTo>
                  <a:pt x="219" y="847"/>
                </a:lnTo>
                <a:lnTo>
                  <a:pt x="220" y="848"/>
                </a:lnTo>
                <a:lnTo>
                  <a:pt x="219" y="849"/>
                </a:lnTo>
                <a:lnTo>
                  <a:pt x="219" y="850"/>
                </a:lnTo>
                <a:lnTo>
                  <a:pt x="219" y="852"/>
                </a:lnTo>
                <a:lnTo>
                  <a:pt x="218" y="852"/>
                </a:lnTo>
                <a:lnTo>
                  <a:pt x="218" y="853"/>
                </a:lnTo>
                <a:lnTo>
                  <a:pt x="218" y="854"/>
                </a:lnTo>
                <a:lnTo>
                  <a:pt x="217" y="854"/>
                </a:lnTo>
                <a:lnTo>
                  <a:pt x="217" y="855"/>
                </a:lnTo>
                <a:lnTo>
                  <a:pt x="216" y="855"/>
                </a:lnTo>
                <a:lnTo>
                  <a:pt x="216" y="856"/>
                </a:lnTo>
                <a:lnTo>
                  <a:pt x="215" y="856"/>
                </a:lnTo>
                <a:lnTo>
                  <a:pt x="215" y="855"/>
                </a:lnTo>
                <a:lnTo>
                  <a:pt x="214" y="855"/>
                </a:lnTo>
                <a:lnTo>
                  <a:pt x="214" y="854"/>
                </a:lnTo>
                <a:lnTo>
                  <a:pt x="214" y="853"/>
                </a:lnTo>
                <a:lnTo>
                  <a:pt x="213" y="853"/>
                </a:lnTo>
                <a:lnTo>
                  <a:pt x="213" y="852"/>
                </a:lnTo>
                <a:lnTo>
                  <a:pt x="214" y="851"/>
                </a:lnTo>
                <a:lnTo>
                  <a:pt x="214" y="850"/>
                </a:lnTo>
                <a:lnTo>
                  <a:pt x="213" y="850"/>
                </a:lnTo>
                <a:lnTo>
                  <a:pt x="212" y="850"/>
                </a:lnTo>
                <a:lnTo>
                  <a:pt x="210" y="850"/>
                </a:lnTo>
                <a:lnTo>
                  <a:pt x="210" y="851"/>
                </a:lnTo>
                <a:lnTo>
                  <a:pt x="210" y="852"/>
                </a:lnTo>
                <a:lnTo>
                  <a:pt x="209" y="852"/>
                </a:lnTo>
                <a:lnTo>
                  <a:pt x="208" y="852"/>
                </a:lnTo>
                <a:lnTo>
                  <a:pt x="208" y="851"/>
                </a:lnTo>
                <a:lnTo>
                  <a:pt x="207" y="851"/>
                </a:lnTo>
                <a:lnTo>
                  <a:pt x="206" y="850"/>
                </a:lnTo>
                <a:lnTo>
                  <a:pt x="205" y="851"/>
                </a:lnTo>
                <a:lnTo>
                  <a:pt x="204" y="850"/>
                </a:lnTo>
                <a:lnTo>
                  <a:pt x="205" y="850"/>
                </a:lnTo>
                <a:lnTo>
                  <a:pt x="204" y="850"/>
                </a:lnTo>
                <a:lnTo>
                  <a:pt x="204" y="849"/>
                </a:lnTo>
                <a:lnTo>
                  <a:pt x="203" y="849"/>
                </a:lnTo>
                <a:lnTo>
                  <a:pt x="203" y="850"/>
                </a:lnTo>
                <a:lnTo>
                  <a:pt x="202" y="850"/>
                </a:lnTo>
                <a:lnTo>
                  <a:pt x="201" y="850"/>
                </a:lnTo>
                <a:lnTo>
                  <a:pt x="200" y="850"/>
                </a:lnTo>
                <a:lnTo>
                  <a:pt x="200" y="849"/>
                </a:lnTo>
                <a:lnTo>
                  <a:pt x="199" y="849"/>
                </a:lnTo>
                <a:lnTo>
                  <a:pt x="198" y="849"/>
                </a:lnTo>
                <a:lnTo>
                  <a:pt x="198" y="850"/>
                </a:lnTo>
                <a:lnTo>
                  <a:pt x="197" y="850"/>
                </a:lnTo>
                <a:lnTo>
                  <a:pt x="196" y="850"/>
                </a:lnTo>
                <a:lnTo>
                  <a:pt x="196" y="851"/>
                </a:lnTo>
                <a:lnTo>
                  <a:pt x="196" y="852"/>
                </a:lnTo>
                <a:lnTo>
                  <a:pt x="196" y="853"/>
                </a:lnTo>
                <a:lnTo>
                  <a:pt x="197" y="854"/>
                </a:lnTo>
                <a:lnTo>
                  <a:pt x="197" y="855"/>
                </a:lnTo>
                <a:lnTo>
                  <a:pt x="197" y="856"/>
                </a:lnTo>
                <a:lnTo>
                  <a:pt x="197" y="857"/>
                </a:lnTo>
                <a:lnTo>
                  <a:pt x="197" y="858"/>
                </a:lnTo>
                <a:lnTo>
                  <a:pt x="196" y="859"/>
                </a:lnTo>
                <a:lnTo>
                  <a:pt x="195" y="859"/>
                </a:lnTo>
                <a:lnTo>
                  <a:pt x="195" y="860"/>
                </a:lnTo>
                <a:lnTo>
                  <a:pt x="195" y="861"/>
                </a:lnTo>
                <a:lnTo>
                  <a:pt x="194" y="861"/>
                </a:lnTo>
                <a:lnTo>
                  <a:pt x="194" y="862"/>
                </a:lnTo>
                <a:lnTo>
                  <a:pt x="194" y="863"/>
                </a:lnTo>
                <a:lnTo>
                  <a:pt x="193" y="862"/>
                </a:lnTo>
                <a:lnTo>
                  <a:pt x="192" y="861"/>
                </a:lnTo>
                <a:lnTo>
                  <a:pt x="192" y="862"/>
                </a:lnTo>
                <a:lnTo>
                  <a:pt x="191" y="862"/>
                </a:lnTo>
                <a:lnTo>
                  <a:pt x="190" y="861"/>
                </a:lnTo>
                <a:lnTo>
                  <a:pt x="190" y="860"/>
                </a:lnTo>
                <a:lnTo>
                  <a:pt x="189" y="859"/>
                </a:lnTo>
                <a:lnTo>
                  <a:pt x="189" y="858"/>
                </a:lnTo>
                <a:lnTo>
                  <a:pt x="188" y="858"/>
                </a:lnTo>
                <a:lnTo>
                  <a:pt x="188" y="857"/>
                </a:lnTo>
                <a:lnTo>
                  <a:pt x="188" y="856"/>
                </a:lnTo>
                <a:lnTo>
                  <a:pt x="188" y="855"/>
                </a:lnTo>
                <a:lnTo>
                  <a:pt x="187" y="855"/>
                </a:lnTo>
                <a:lnTo>
                  <a:pt x="187" y="856"/>
                </a:lnTo>
                <a:lnTo>
                  <a:pt x="185" y="856"/>
                </a:lnTo>
                <a:lnTo>
                  <a:pt x="184" y="857"/>
                </a:lnTo>
                <a:lnTo>
                  <a:pt x="184" y="858"/>
                </a:lnTo>
                <a:lnTo>
                  <a:pt x="183" y="858"/>
                </a:lnTo>
                <a:lnTo>
                  <a:pt x="182" y="857"/>
                </a:lnTo>
                <a:lnTo>
                  <a:pt x="181" y="858"/>
                </a:lnTo>
                <a:lnTo>
                  <a:pt x="180" y="858"/>
                </a:lnTo>
                <a:lnTo>
                  <a:pt x="180" y="859"/>
                </a:lnTo>
                <a:lnTo>
                  <a:pt x="179" y="860"/>
                </a:lnTo>
                <a:lnTo>
                  <a:pt x="179" y="861"/>
                </a:lnTo>
                <a:lnTo>
                  <a:pt x="178" y="862"/>
                </a:lnTo>
                <a:lnTo>
                  <a:pt x="178" y="863"/>
                </a:lnTo>
                <a:lnTo>
                  <a:pt x="177" y="863"/>
                </a:lnTo>
                <a:lnTo>
                  <a:pt x="176" y="863"/>
                </a:lnTo>
                <a:lnTo>
                  <a:pt x="176" y="862"/>
                </a:lnTo>
                <a:lnTo>
                  <a:pt x="175" y="863"/>
                </a:lnTo>
                <a:lnTo>
                  <a:pt x="174" y="863"/>
                </a:lnTo>
                <a:lnTo>
                  <a:pt x="172" y="863"/>
                </a:lnTo>
                <a:lnTo>
                  <a:pt x="171" y="863"/>
                </a:lnTo>
                <a:lnTo>
                  <a:pt x="170" y="861"/>
                </a:lnTo>
                <a:lnTo>
                  <a:pt x="169" y="861"/>
                </a:lnTo>
                <a:lnTo>
                  <a:pt x="168" y="863"/>
                </a:lnTo>
                <a:lnTo>
                  <a:pt x="167" y="863"/>
                </a:lnTo>
                <a:lnTo>
                  <a:pt x="166" y="863"/>
                </a:lnTo>
                <a:lnTo>
                  <a:pt x="166" y="864"/>
                </a:lnTo>
                <a:lnTo>
                  <a:pt x="166" y="865"/>
                </a:lnTo>
                <a:lnTo>
                  <a:pt x="165" y="865"/>
                </a:lnTo>
                <a:lnTo>
                  <a:pt x="164" y="866"/>
                </a:lnTo>
                <a:lnTo>
                  <a:pt x="163" y="866"/>
                </a:lnTo>
                <a:lnTo>
                  <a:pt x="162" y="866"/>
                </a:lnTo>
                <a:lnTo>
                  <a:pt x="163" y="866"/>
                </a:lnTo>
                <a:lnTo>
                  <a:pt x="162" y="867"/>
                </a:lnTo>
                <a:lnTo>
                  <a:pt x="162" y="868"/>
                </a:lnTo>
                <a:lnTo>
                  <a:pt x="162" y="869"/>
                </a:lnTo>
                <a:lnTo>
                  <a:pt x="160" y="869"/>
                </a:lnTo>
                <a:lnTo>
                  <a:pt x="160" y="870"/>
                </a:lnTo>
                <a:lnTo>
                  <a:pt x="159" y="871"/>
                </a:lnTo>
                <a:lnTo>
                  <a:pt x="159" y="870"/>
                </a:lnTo>
                <a:lnTo>
                  <a:pt x="158" y="871"/>
                </a:lnTo>
                <a:lnTo>
                  <a:pt x="157" y="872"/>
                </a:lnTo>
                <a:lnTo>
                  <a:pt x="157" y="873"/>
                </a:lnTo>
                <a:lnTo>
                  <a:pt x="156" y="873"/>
                </a:lnTo>
                <a:lnTo>
                  <a:pt x="156" y="872"/>
                </a:lnTo>
                <a:lnTo>
                  <a:pt x="155" y="871"/>
                </a:lnTo>
                <a:lnTo>
                  <a:pt x="154" y="871"/>
                </a:lnTo>
                <a:lnTo>
                  <a:pt x="154" y="870"/>
                </a:lnTo>
                <a:lnTo>
                  <a:pt x="153" y="871"/>
                </a:lnTo>
                <a:lnTo>
                  <a:pt x="153" y="870"/>
                </a:lnTo>
                <a:lnTo>
                  <a:pt x="153" y="869"/>
                </a:lnTo>
                <a:lnTo>
                  <a:pt x="153" y="868"/>
                </a:lnTo>
                <a:lnTo>
                  <a:pt x="152" y="867"/>
                </a:lnTo>
                <a:lnTo>
                  <a:pt x="151" y="866"/>
                </a:lnTo>
                <a:lnTo>
                  <a:pt x="150" y="866"/>
                </a:lnTo>
                <a:lnTo>
                  <a:pt x="150" y="865"/>
                </a:lnTo>
                <a:lnTo>
                  <a:pt x="150" y="864"/>
                </a:lnTo>
                <a:lnTo>
                  <a:pt x="150" y="863"/>
                </a:lnTo>
                <a:lnTo>
                  <a:pt x="150" y="862"/>
                </a:lnTo>
                <a:lnTo>
                  <a:pt x="149" y="862"/>
                </a:lnTo>
                <a:lnTo>
                  <a:pt x="148" y="862"/>
                </a:lnTo>
                <a:lnTo>
                  <a:pt x="148" y="861"/>
                </a:lnTo>
                <a:lnTo>
                  <a:pt x="147" y="860"/>
                </a:lnTo>
                <a:lnTo>
                  <a:pt x="146" y="860"/>
                </a:lnTo>
                <a:lnTo>
                  <a:pt x="146" y="859"/>
                </a:lnTo>
                <a:lnTo>
                  <a:pt x="145" y="859"/>
                </a:lnTo>
                <a:lnTo>
                  <a:pt x="145" y="860"/>
                </a:lnTo>
                <a:lnTo>
                  <a:pt x="145" y="859"/>
                </a:lnTo>
                <a:lnTo>
                  <a:pt x="145" y="858"/>
                </a:lnTo>
                <a:lnTo>
                  <a:pt x="144" y="859"/>
                </a:lnTo>
                <a:lnTo>
                  <a:pt x="143" y="859"/>
                </a:lnTo>
                <a:lnTo>
                  <a:pt x="144" y="859"/>
                </a:lnTo>
                <a:lnTo>
                  <a:pt x="144" y="860"/>
                </a:lnTo>
                <a:lnTo>
                  <a:pt x="144" y="861"/>
                </a:lnTo>
                <a:lnTo>
                  <a:pt x="144" y="860"/>
                </a:lnTo>
                <a:lnTo>
                  <a:pt x="143" y="859"/>
                </a:lnTo>
                <a:lnTo>
                  <a:pt x="142" y="859"/>
                </a:lnTo>
                <a:lnTo>
                  <a:pt x="142" y="860"/>
                </a:lnTo>
                <a:lnTo>
                  <a:pt x="141" y="861"/>
                </a:lnTo>
                <a:lnTo>
                  <a:pt x="141" y="860"/>
                </a:lnTo>
                <a:lnTo>
                  <a:pt x="140" y="860"/>
                </a:lnTo>
                <a:lnTo>
                  <a:pt x="140" y="861"/>
                </a:lnTo>
                <a:lnTo>
                  <a:pt x="139" y="861"/>
                </a:lnTo>
                <a:lnTo>
                  <a:pt x="138" y="861"/>
                </a:lnTo>
                <a:lnTo>
                  <a:pt x="137" y="861"/>
                </a:lnTo>
                <a:lnTo>
                  <a:pt x="137" y="860"/>
                </a:lnTo>
                <a:lnTo>
                  <a:pt x="138" y="859"/>
                </a:lnTo>
                <a:lnTo>
                  <a:pt x="137" y="859"/>
                </a:lnTo>
                <a:lnTo>
                  <a:pt x="137" y="858"/>
                </a:lnTo>
                <a:lnTo>
                  <a:pt x="136" y="858"/>
                </a:lnTo>
                <a:lnTo>
                  <a:pt x="136" y="857"/>
                </a:lnTo>
                <a:lnTo>
                  <a:pt x="136" y="856"/>
                </a:lnTo>
                <a:lnTo>
                  <a:pt x="135" y="855"/>
                </a:lnTo>
                <a:lnTo>
                  <a:pt x="134" y="855"/>
                </a:lnTo>
                <a:lnTo>
                  <a:pt x="135" y="854"/>
                </a:lnTo>
                <a:lnTo>
                  <a:pt x="134" y="853"/>
                </a:lnTo>
                <a:lnTo>
                  <a:pt x="133" y="853"/>
                </a:lnTo>
                <a:lnTo>
                  <a:pt x="132" y="853"/>
                </a:lnTo>
                <a:lnTo>
                  <a:pt x="131" y="853"/>
                </a:lnTo>
                <a:lnTo>
                  <a:pt x="131" y="852"/>
                </a:lnTo>
                <a:lnTo>
                  <a:pt x="131" y="851"/>
                </a:lnTo>
                <a:lnTo>
                  <a:pt x="129" y="851"/>
                </a:lnTo>
                <a:lnTo>
                  <a:pt x="129" y="852"/>
                </a:lnTo>
                <a:lnTo>
                  <a:pt x="127" y="853"/>
                </a:lnTo>
                <a:lnTo>
                  <a:pt x="126" y="852"/>
                </a:lnTo>
                <a:lnTo>
                  <a:pt x="124" y="852"/>
                </a:lnTo>
                <a:lnTo>
                  <a:pt x="124" y="851"/>
                </a:lnTo>
                <a:lnTo>
                  <a:pt x="123" y="851"/>
                </a:lnTo>
                <a:lnTo>
                  <a:pt x="122" y="851"/>
                </a:lnTo>
                <a:lnTo>
                  <a:pt x="121" y="851"/>
                </a:lnTo>
                <a:lnTo>
                  <a:pt x="121" y="852"/>
                </a:lnTo>
                <a:lnTo>
                  <a:pt x="119" y="852"/>
                </a:lnTo>
                <a:lnTo>
                  <a:pt x="119" y="851"/>
                </a:lnTo>
                <a:lnTo>
                  <a:pt x="119" y="850"/>
                </a:lnTo>
                <a:lnTo>
                  <a:pt x="120" y="850"/>
                </a:lnTo>
                <a:lnTo>
                  <a:pt x="120" y="851"/>
                </a:lnTo>
                <a:lnTo>
                  <a:pt x="121" y="851"/>
                </a:lnTo>
                <a:lnTo>
                  <a:pt x="121" y="850"/>
                </a:lnTo>
                <a:lnTo>
                  <a:pt x="120" y="850"/>
                </a:lnTo>
                <a:lnTo>
                  <a:pt x="120" y="849"/>
                </a:lnTo>
                <a:lnTo>
                  <a:pt x="119" y="848"/>
                </a:lnTo>
                <a:lnTo>
                  <a:pt x="119" y="847"/>
                </a:lnTo>
                <a:lnTo>
                  <a:pt x="118" y="847"/>
                </a:lnTo>
                <a:lnTo>
                  <a:pt x="118" y="846"/>
                </a:lnTo>
                <a:lnTo>
                  <a:pt x="119" y="845"/>
                </a:lnTo>
                <a:lnTo>
                  <a:pt x="119" y="846"/>
                </a:lnTo>
                <a:lnTo>
                  <a:pt x="120" y="845"/>
                </a:lnTo>
                <a:lnTo>
                  <a:pt x="121" y="845"/>
                </a:lnTo>
                <a:lnTo>
                  <a:pt x="122" y="845"/>
                </a:lnTo>
                <a:lnTo>
                  <a:pt x="122" y="846"/>
                </a:lnTo>
                <a:lnTo>
                  <a:pt x="123" y="846"/>
                </a:lnTo>
                <a:lnTo>
                  <a:pt x="124" y="845"/>
                </a:lnTo>
                <a:lnTo>
                  <a:pt x="126" y="843"/>
                </a:lnTo>
                <a:lnTo>
                  <a:pt x="127" y="844"/>
                </a:lnTo>
                <a:lnTo>
                  <a:pt x="129" y="843"/>
                </a:lnTo>
                <a:lnTo>
                  <a:pt x="130" y="843"/>
                </a:lnTo>
                <a:lnTo>
                  <a:pt x="131" y="843"/>
                </a:lnTo>
                <a:lnTo>
                  <a:pt x="132" y="843"/>
                </a:lnTo>
                <a:lnTo>
                  <a:pt x="133" y="842"/>
                </a:lnTo>
                <a:lnTo>
                  <a:pt x="133" y="841"/>
                </a:lnTo>
                <a:lnTo>
                  <a:pt x="132" y="841"/>
                </a:lnTo>
                <a:lnTo>
                  <a:pt x="133" y="839"/>
                </a:lnTo>
                <a:lnTo>
                  <a:pt x="133" y="838"/>
                </a:lnTo>
                <a:lnTo>
                  <a:pt x="134" y="838"/>
                </a:lnTo>
                <a:lnTo>
                  <a:pt x="135" y="838"/>
                </a:lnTo>
                <a:lnTo>
                  <a:pt x="136" y="838"/>
                </a:lnTo>
                <a:lnTo>
                  <a:pt x="137" y="838"/>
                </a:lnTo>
                <a:lnTo>
                  <a:pt x="137" y="837"/>
                </a:lnTo>
                <a:lnTo>
                  <a:pt x="138" y="836"/>
                </a:lnTo>
                <a:lnTo>
                  <a:pt x="139" y="836"/>
                </a:lnTo>
                <a:lnTo>
                  <a:pt x="139" y="835"/>
                </a:lnTo>
                <a:lnTo>
                  <a:pt x="140" y="835"/>
                </a:lnTo>
                <a:lnTo>
                  <a:pt x="140" y="834"/>
                </a:lnTo>
                <a:lnTo>
                  <a:pt x="140" y="833"/>
                </a:lnTo>
                <a:lnTo>
                  <a:pt x="141" y="833"/>
                </a:lnTo>
                <a:lnTo>
                  <a:pt x="141" y="832"/>
                </a:lnTo>
                <a:lnTo>
                  <a:pt x="140" y="831"/>
                </a:lnTo>
                <a:lnTo>
                  <a:pt x="139" y="830"/>
                </a:lnTo>
                <a:lnTo>
                  <a:pt x="139" y="829"/>
                </a:lnTo>
                <a:lnTo>
                  <a:pt x="140" y="828"/>
                </a:lnTo>
                <a:lnTo>
                  <a:pt x="141" y="827"/>
                </a:lnTo>
                <a:lnTo>
                  <a:pt x="140" y="826"/>
                </a:lnTo>
                <a:lnTo>
                  <a:pt x="140" y="825"/>
                </a:lnTo>
                <a:lnTo>
                  <a:pt x="141" y="825"/>
                </a:lnTo>
                <a:lnTo>
                  <a:pt x="141" y="824"/>
                </a:lnTo>
                <a:lnTo>
                  <a:pt x="142" y="824"/>
                </a:lnTo>
                <a:lnTo>
                  <a:pt x="142" y="823"/>
                </a:lnTo>
                <a:lnTo>
                  <a:pt x="142" y="822"/>
                </a:lnTo>
                <a:lnTo>
                  <a:pt x="142" y="821"/>
                </a:lnTo>
                <a:lnTo>
                  <a:pt x="143" y="821"/>
                </a:lnTo>
                <a:lnTo>
                  <a:pt x="142" y="820"/>
                </a:lnTo>
                <a:lnTo>
                  <a:pt x="143" y="820"/>
                </a:lnTo>
                <a:lnTo>
                  <a:pt x="143" y="819"/>
                </a:lnTo>
                <a:lnTo>
                  <a:pt x="144" y="819"/>
                </a:lnTo>
                <a:lnTo>
                  <a:pt x="144" y="818"/>
                </a:lnTo>
                <a:lnTo>
                  <a:pt x="144" y="817"/>
                </a:lnTo>
                <a:lnTo>
                  <a:pt x="145" y="817"/>
                </a:lnTo>
                <a:lnTo>
                  <a:pt x="146" y="817"/>
                </a:lnTo>
                <a:lnTo>
                  <a:pt x="146" y="816"/>
                </a:lnTo>
                <a:lnTo>
                  <a:pt x="147" y="816"/>
                </a:lnTo>
                <a:lnTo>
                  <a:pt x="147" y="815"/>
                </a:lnTo>
                <a:lnTo>
                  <a:pt x="147" y="812"/>
                </a:lnTo>
                <a:lnTo>
                  <a:pt x="147" y="811"/>
                </a:lnTo>
                <a:lnTo>
                  <a:pt x="146" y="810"/>
                </a:lnTo>
                <a:lnTo>
                  <a:pt x="145" y="810"/>
                </a:lnTo>
                <a:lnTo>
                  <a:pt x="145" y="809"/>
                </a:lnTo>
                <a:lnTo>
                  <a:pt x="146" y="809"/>
                </a:lnTo>
                <a:lnTo>
                  <a:pt x="146" y="807"/>
                </a:lnTo>
                <a:lnTo>
                  <a:pt x="146" y="806"/>
                </a:lnTo>
                <a:lnTo>
                  <a:pt x="145" y="806"/>
                </a:lnTo>
                <a:lnTo>
                  <a:pt x="146" y="805"/>
                </a:lnTo>
                <a:lnTo>
                  <a:pt x="145" y="805"/>
                </a:lnTo>
                <a:lnTo>
                  <a:pt x="145" y="804"/>
                </a:lnTo>
                <a:lnTo>
                  <a:pt x="146" y="804"/>
                </a:lnTo>
                <a:lnTo>
                  <a:pt x="146" y="803"/>
                </a:lnTo>
                <a:lnTo>
                  <a:pt x="147" y="803"/>
                </a:lnTo>
                <a:lnTo>
                  <a:pt x="148" y="803"/>
                </a:lnTo>
                <a:lnTo>
                  <a:pt x="149" y="803"/>
                </a:lnTo>
                <a:lnTo>
                  <a:pt x="149" y="802"/>
                </a:lnTo>
                <a:lnTo>
                  <a:pt x="148" y="801"/>
                </a:lnTo>
                <a:lnTo>
                  <a:pt x="148" y="800"/>
                </a:lnTo>
                <a:lnTo>
                  <a:pt x="149" y="800"/>
                </a:lnTo>
                <a:lnTo>
                  <a:pt x="150" y="800"/>
                </a:lnTo>
                <a:lnTo>
                  <a:pt x="151" y="800"/>
                </a:lnTo>
                <a:lnTo>
                  <a:pt x="152" y="800"/>
                </a:lnTo>
                <a:lnTo>
                  <a:pt x="153" y="799"/>
                </a:lnTo>
                <a:lnTo>
                  <a:pt x="154" y="798"/>
                </a:lnTo>
                <a:lnTo>
                  <a:pt x="153" y="798"/>
                </a:lnTo>
                <a:lnTo>
                  <a:pt x="153" y="796"/>
                </a:lnTo>
                <a:lnTo>
                  <a:pt x="154" y="796"/>
                </a:lnTo>
                <a:lnTo>
                  <a:pt x="154" y="795"/>
                </a:lnTo>
                <a:lnTo>
                  <a:pt x="155" y="795"/>
                </a:lnTo>
                <a:lnTo>
                  <a:pt x="156" y="794"/>
                </a:lnTo>
                <a:lnTo>
                  <a:pt x="157" y="795"/>
                </a:lnTo>
                <a:lnTo>
                  <a:pt x="158" y="795"/>
                </a:lnTo>
                <a:lnTo>
                  <a:pt x="160" y="795"/>
                </a:lnTo>
                <a:lnTo>
                  <a:pt x="161" y="794"/>
                </a:lnTo>
                <a:lnTo>
                  <a:pt x="160" y="794"/>
                </a:lnTo>
                <a:lnTo>
                  <a:pt x="160" y="793"/>
                </a:lnTo>
                <a:lnTo>
                  <a:pt x="160" y="792"/>
                </a:lnTo>
                <a:lnTo>
                  <a:pt x="160" y="791"/>
                </a:lnTo>
                <a:lnTo>
                  <a:pt x="161" y="791"/>
                </a:lnTo>
                <a:lnTo>
                  <a:pt x="162" y="792"/>
                </a:lnTo>
                <a:lnTo>
                  <a:pt x="163" y="791"/>
                </a:lnTo>
                <a:lnTo>
                  <a:pt x="164" y="791"/>
                </a:lnTo>
                <a:lnTo>
                  <a:pt x="164" y="790"/>
                </a:lnTo>
                <a:lnTo>
                  <a:pt x="164" y="789"/>
                </a:lnTo>
                <a:lnTo>
                  <a:pt x="164" y="788"/>
                </a:lnTo>
                <a:lnTo>
                  <a:pt x="164" y="787"/>
                </a:lnTo>
                <a:lnTo>
                  <a:pt x="164" y="786"/>
                </a:lnTo>
                <a:lnTo>
                  <a:pt x="165" y="785"/>
                </a:lnTo>
                <a:lnTo>
                  <a:pt x="165" y="784"/>
                </a:lnTo>
                <a:lnTo>
                  <a:pt x="166" y="782"/>
                </a:lnTo>
                <a:lnTo>
                  <a:pt x="167" y="782"/>
                </a:lnTo>
                <a:lnTo>
                  <a:pt x="168" y="782"/>
                </a:lnTo>
                <a:lnTo>
                  <a:pt x="170" y="782"/>
                </a:lnTo>
                <a:lnTo>
                  <a:pt x="171" y="782"/>
                </a:lnTo>
                <a:lnTo>
                  <a:pt x="172" y="781"/>
                </a:lnTo>
                <a:lnTo>
                  <a:pt x="173" y="782"/>
                </a:lnTo>
                <a:lnTo>
                  <a:pt x="174" y="782"/>
                </a:lnTo>
                <a:lnTo>
                  <a:pt x="176" y="782"/>
                </a:lnTo>
                <a:lnTo>
                  <a:pt x="177" y="783"/>
                </a:lnTo>
                <a:lnTo>
                  <a:pt x="177" y="782"/>
                </a:lnTo>
                <a:lnTo>
                  <a:pt x="178" y="781"/>
                </a:lnTo>
                <a:lnTo>
                  <a:pt x="178" y="782"/>
                </a:lnTo>
                <a:lnTo>
                  <a:pt x="179" y="781"/>
                </a:lnTo>
                <a:lnTo>
                  <a:pt x="179" y="780"/>
                </a:lnTo>
                <a:lnTo>
                  <a:pt x="180" y="780"/>
                </a:lnTo>
                <a:lnTo>
                  <a:pt x="180" y="779"/>
                </a:lnTo>
                <a:lnTo>
                  <a:pt x="180" y="778"/>
                </a:lnTo>
                <a:lnTo>
                  <a:pt x="180" y="777"/>
                </a:lnTo>
                <a:lnTo>
                  <a:pt x="181" y="778"/>
                </a:lnTo>
                <a:lnTo>
                  <a:pt x="181" y="777"/>
                </a:lnTo>
                <a:lnTo>
                  <a:pt x="181" y="778"/>
                </a:lnTo>
                <a:lnTo>
                  <a:pt x="181" y="777"/>
                </a:lnTo>
                <a:lnTo>
                  <a:pt x="182" y="777"/>
                </a:lnTo>
                <a:lnTo>
                  <a:pt x="183" y="777"/>
                </a:lnTo>
                <a:lnTo>
                  <a:pt x="184" y="777"/>
                </a:lnTo>
                <a:lnTo>
                  <a:pt x="185" y="777"/>
                </a:lnTo>
                <a:lnTo>
                  <a:pt x="185" y="776"/>
                </a:lnTo>
                <a:lnTo>
                  <a:pt x="186" y="776"/>
                </a:lnTo>
                <a:lnTo>
                  <a:pt x="187" y="775"/>
                </a:lnTo>
                <a:lnTo>
                  <a:pt x="188" y="775"/>
                </a:lnTo>
                <a:lnTo>
                  <a:pt x="189" y="774"/>
                </a:lnTo>
                <a:lnTo>
                  <a:pt x="189" y="773"/>
                </a:lnTo>
                <a:lnTo>
                  <a:pt x="189" y="772"/>
                </a:lnTo>
                <a:lnTo>
                  <a:pt x="189" y="771"/>
                </a:lnTo>
                <a:lnTo>
                  <a:pt x="188" y="771"/>
                </a:lnTo>
                <a:lnTo>
                  <a:pt x="188" y="770"/>
                </a:lnTo>
                <a:lnTo>
                  <a:pt x="189" y="770"/>
                </a:lnTo>
                <a:lnTo>
                  <a:pt x="189" y="769"/>
                </a:lnTo>
                <a:lnTo>
                  <a:pt x="188" y="769"/>
                </a:lnTo>
                <a:lnTo>
                  <a:pt x="187" y="769"/>
                </a:lnTo>
                <a:lnTo>
                  <a:pt x="187" y="768"/>
                </a:lnTo>
                <a:lnTo>
                  <a:pt x="186" y="768"/>
                </a:lnTo>
                <a:lnTo>
                  <a:pt x="185" y="768"/>
                </a:lnTo>
                <a:lnTo>
                  <a:pt x="184" y="768"/>
                </a:lnTo>
                <a:lnTo>
                  <a:pt x="183" y="767"/>
                </a:lnTo>
                <a:lnTo>
                  <a:pt x="183" y="768"/>
                </a:lnTo>
                <a:lnTo>
                  <a:pt x="181" y="767"/>
                </a:lnTo>
                <a:lnTo>
                  <a:pt x="181" y="766"/>
                </a:lnTo>
                <a:lnTo>
                  <a:pt x="182" y="766"/>
                </a:lnTo>
                <a:lnTo>
                  <a:pt x="182" y="765"/>
                </a:lnTo>
                <a:lnTo>
                  <a:pt x="181" y="765"/>
                </a:lnTo>
                <a:lnTo>
                  <a:pt x="181" y="764"/>
                </a:lnTo>
                <a:lnTo>
                  <a:pt x="180" y="764"/>
                </a:lnTo>
                <a:lnTo>
                  <a:pt x="180" y="763"/>
                </a:lnTo>
                <a:lnTo>
                  <a:pt x="181" y="763"/>
                </a:lnTo>
                <a:lnTo>
                  <a:pt x="182" y="763"/>
                </a:lnTo>
                <a:lnTo>
                  <a:pt x="183" y="763"/>
                </a:lnTo>
                <a:lnTo>
                  <a:pt x="183" y="762"/>
                </a:lnTo>
                <a:lnTo>
                  <a:pt x="182" y="761"/>
                </a:lnTo>
                <a:lnTo>
                  <a:pt x="183" y="760"/>
                </a:lnTo>
                <a:lnTo>
                  <a:pt x="183" y="759"/>
                </a:lnTo>
                <a:lnTo>
                  <a:pt x="184" y="759"/>
                </a:lnTo>
                <a:lnTo>
                  <a:pt x="185" y="758"/>
                </a:lnTo>
                <a:lnTo>
                  <a:pt x="186" y="757"/>
                </a:lnTo>
                <a:lnTo>
                  <a:pt x="187" y="758"/>
                </a:lnTo>
                <a:lnTo>
                  <a:pt x="188" y="758"/>
                </a:lnTo>
                <a:lnTo>
                  <a:pt x="189" y="758"/>
                </a:lnTo>
                <a:lnTo>
                  <a:pt x="189" y="757"/>
                </a:lnTo>
                <a:lnTo>
                  <a:pt x="188" y="757"/>
                </a:lnTo>
                <a:lnTo>
                  <a:pt x="188" y="756"/>
                </a:lnTo>
                <a:lnTo>
                  <a:pt x="189" y="756"/>
                </a:lnTo>
                <a:lnTo>
                  <a:pt x="189" y="755"/>
                </a:lnTo>
                <a:lnTo>
                  <a:pt x="188" y="755"/>
                </a:lnTo>
                <a:lnTo>
                  <a:pt x="188" y="754"/>
                </a:lnTo>
                <a:lnTo>
                  <a:pt x="188" y="753"/>
                </a:lnTo>
                <a:lnTo>
                  <a:pt x="189" y="753"/>
                </a:lnTo>
                <a:lnTo>
                  <a:pt x="188" y="751"/>
                </a:lnTo>
                <a:lnTo>
                  <a:pt x="187" y="750"/>
                </a:lnTo>
                <a:lnTo>
                  <a:pt x="186" y="749"/>
                </a:lnTo>
                <a:lnTo>
                  <a:pt x="185" y="750"/>
                </a:lnTo>
                <a:lnTo>
                  <a:pt x="185" y="749"/>
                </a:lnTo>
                <a:lnTo>
                  <a:pt x="185" y="748"/>
                </a:lnTo>
                <a:lnTo>
                  <a:pt x="185" y="747"/>
                </a:lnTo>
                <a:lnTo>
                  <a:pt x="184" y="746"/>
                </a:lnTo>
                <a:lnTo>
                  <a:pt x="184" y="747"/>
                </a:lnTo>
                <a:lnTo>
                  <a:pt x="183" y="747"/>
                </a:lnTo>
                <a:lnTo>
                  <a:pt x="183" y="746"/>
                </a:lnTo>
                <a:lnTo>
                  <a:pt x="183" y="745"/>
                </a:lnTo>
                <a:lnTo>
                  <a:pt x="182" y="745"/>
                </a:lnTo>
                <a:lnTo>
                  <a:pt x="181" y="744"/>
                </a:lnTo>
                <a:lnTo>
                  <a:pt x="180" y="744"/>
                </a:lnTo>
                <a:lnTo>
                  <a:pt x="180" y="745"/>
                </a:lnTo>
                <a:lnTo>
                  <a:pt x="179" y="746"/>
                </a:lnTo>
                <a:lnTo>
                  <a:pt x="178" y="746"/>
                </a:lnTo>
                <a:lnTo>
                  <a:pt x="178" y="745"/>
                </a:lnTo>
                <a:lnTo>
                  <a:pt x="177" y="745"/>
                </a:lnTo>
                <a:lnTo>
                  <a:pt x="177" y="744"/>
                </a:lnTo>
                <a:lnTo>
                  <a:pt x="176" y="744"/>
                </a:lnTo>
                <a:lnTo>
                  <a:pt x="173" y="745"/>
                </a:lnTo>
                <a:lnTo>
                  <a:pt x="172" y="744"/>
                </a:lnTo>
                <a:lnTo>
                  <a:pt x="171" y="744"/>
                </a:lnTo>
                <a:lnTo>
                  <a:pt x="171" y="743"/>
                </a:lnTo>
                <a:lnTo>
                  <a:pt x="170" y="742"/>
                </a:lnTo>
                <a:lnTo>
                  <a:pt x="169" y="741"/>
                </a:lnTo>
                <a:lnTo>
                  <a:pt x="169" y="740"/>
                </a:lnTo>
                <a:lnTo>
                  <a:pt x="167" y="740"/>
                </a:lnTo>
                <a:lnTo>
                  <a:pt x="167" y="739"/>
                </a:lnTo>
                <a:lnTo>
                  <a:pt x="167" y="738"/>
                </a:lnTo>
                <a:lnTo>
                  <a:pt x="167" y="739"/>
                </a:lnTo>
                <a:lnTo>
                  <a:pt x="167" y="738"/>
                </a:lnTo>
                <a:lnTo>
                  <a:pt x="167" y="737"/>
                </a:lnTo>
                <a:lnTo>
                  <a:pt x="167" y="736"/>
                </a:lnTo>
                <a:lnTo>
                  <a:pt x="166" y="736"/>
                </a:lnTo>
                <a:lnTo>
                  <a:pt x="166" y="735"/>
                </a:lnTo>
                <a:lnTo>
                  <a:pt x="165" y="735"/>
                </a:lnTo>
                <a:lnTo>
                  <a:pt x="165" y="734"/>
                </a:lnTo>
                <a:lnTo>
                  <a:pt x="164" y="734"/>
                </a:lnTo>
                <a:lnTo>
                  <a:pt x="164" y="735"/>
                </a:lnTo>
                <a:lnTo>
                  <a:pt x="164" y="736"/>
                </a:lnTo>
                <a:lnTo>
                  <a:pt x="164" y="737"/>
                </a:lnTo>
                <a:lnTo>
                  <a:pt x="163" y="736"/>
                </a:lnTo>
                <a:lnTo>
                  <a:pt x="163" y="735"/>
                </a:lnTo>
                <a:lnTo>
                  <a:pt x="164" y="734"/>
                </a:lnTo>
                <a:lnTo>
                  <a:pt x="163" y="734"/>
                </a:lnTo>
                <a:lnTo>
                  <a:pt x="162" y="734"/>
                </a:lnTo>
                <a:lnTo>
                  <a:pt x="161" y="734"/>
                </a:lnTo>
                <a:lnTo>
                  <a:pt x="161" y="733"/>
                </a:lnTo>
                <a:lnTo>
                  <a:pt x="160" y="733"/>
                </a:lnTo>
                <a:lnTo>
                  <a:pt x="160" y="732"/>
                </a:lnTo>
                <a:lnTo>
                  <a:pt x="159" y="732"/>
                </a:lnTo>
                <a:lnTo>
                  <a:pt x="159" y="733"/>
                </a:lnTo>
                <a:lnTo>
                  <a:pt x="159" y="732"/>
                </a:lnTo>
                <a:lnTo>
                  <a:pt x="158" y="732"/>
                </a:lnTo>
                <a:lnTo>
                  <a:pt x="157" y="732"/>
                </a:lnTo>
                <a:lnTo>
                  <a:pt x="157" y="733"/>
                </a:lnTo>
                <a:lnTo>
                  <a:pt x="156" y="734"/>
                </a:lnTo>
                <a:lnTo>
                  <a:pt x="155" y="735"/>
                </a:lnTo>
                <a:lnTo>
                  <a:pt x="154" y="735"/>
                </a:lnTo>
                <a:lnTo>
                  <a:pt x="154" y="736"/>
                </a:lnTo>
                <a:lnTo>
                  <a:pt x="155" y="737"/>
                </a:lnTo>
                <a:lnTo>
                  <a:pt x="154" y="738"/>
                </a:lnTo>
                <a:lnTo>
                  <a:pt x="153" y="738"/>
                </a:lnTo>
                <a:lnTo>
                  <a:pt x="153" y="739"/>
                </a:lnTo>
                <a:lnTo>
                  <a:pt x="152" y="739"/>
                </a:lnTo>
                <a:lnTo>
                  <a:pt x="151" y="739"/>
                </a:lnTo>
                <a:lnTo>
                  <a:pt x="151" y="740"/>
                </a:lnTo>
                <a:lnTo>
                  <a:pt x="150" y="740"/>
                </a:lnTo>
                <a:lnTo>
                  <a:pt x="150" y="739"/>
                </a:lnTo>
                <a:lnTo>
                  <a:pt x="149" y="739"/>
                </a:lnTo>
                <a:lnTo>
                  <a:pt x="148" y="739"/>
                </a:lnTo>
                <a:lnTo>
                  <a:pt x="148" y="738"/>
                </a:lnTo>
                <a:lnTo>
                  <a:pt x="147" y="738"/>
                </a:lnTo>
                <a:lnTo>
                  <a:pt x="146" y="738"/>
                </a:lnTo>
                <a:lnTo>
                  <a:pt x="145" y="739"/>
                </a:lnTo>
                <a:lnTo>
                  <a:pt x="145" y="740"/>
                </a:lnTo>
                <a:lnTo>
                  <a:pt x="145" y="741"/>
                </a:lnTo>
                <a:lnTo>
                  <a:pt x="145" y="742"/>
                </a:lnTo>
                <a:lnTo>
                  <a:pt x="144" y="742"/>
                </a:lnTo>
                <a:lnTo>
                  <a:pt x="144" y="745"/>
                </a:lnTo>
                <a:lnTo>
                  <a:pt x="144" y="746"/>
                </a:lnTo>
                <a:lnTo>
                  <a:pt x="143" y="746"/>
                </a:lnTo>
                <a:lnTo>
                  <a:pt x="142" y="746"/>
                </a:lnTo>
                <a:lnTo>
                  <a:pt x="141" y="746"/>
                </a:lnTo>
                <a:lnTo>
                  <a:pt x="141" y="747"/>
                </a:lnTo>
                <a:lnTo>
                  <a:pt x="140" y="747"/>
                </a:lnTo>
                <a:lnTo>
                  <a:pt x="140" y="748"/>
                </a:lnTo>
                <a:lnTo>
                  <a:pt x="139" y="748"/>
                </a:lnTo>
                <a:lnTo>
                  <a:pt x="138" y="749"/>
                </a:lnTo>
                <a:lnTo>
                  <a:pt x="137" y="749"/>
                </a:lnTo>
                <a:lnTo>
                  <a:pt x="137" y="748"/>
                </a:lnTo>
                <a:lnTo>
                  <a:pt x="136" y="748"/>
                </a:lnTo>
                <a:lnTo>
                  <a:pt x="135" y="748"/>
                </a:lnTo>
                <a:lnTo>
                  <a:pt x="134" y="748"/>
                </a:lnTo>
                <a:lnTo>
                  <a:pt x="133" y="748"/>
                </a:lnTo>
                <a:lnTo>
                  <a:pt x="132" y="747"/>
                </a:lnTo>
                <a:lnTo>
                  <a:pt x="131" y="747"/>
                </a:lnTo>
                <a:lnTo>
                  <a:pt x="130" y="747"/>
                </a:lnTo>
                <a:lnTo>
                  <a:pt x="129" y="747"/>
                </a:lnTo>
                <a:lnTo>
                  <a:pt x="128" y="747"/>
                </a:lnTo>
                <a:lnTo>
                  <a:pt x="128" y="748"/>
                </a:lnTo>
                <a:lnTo>
                  <a:pt x="127" y="748"/>
                </a:lnTo>
                <a:lnTo>
                  <a:pt x="127" y="750"/>
                </a:lnTo>
                <a:lnTo>
                  <a:pt x="128" y="750"/>
                </a:lnTo>
                <a:lnTo>
                  <a:pt x="128" y="751"/>
                </a:lnTo>
                <a:lnTo>
                  <a:pt x="129" y="751"/>
                </a:lnTo>
                <a:lnTo>
                  <a:pt x="129" y="752"/>
                </a:lnTo>
                <a:lnTo>
                  <a:pt x="128" y="752"/>
                </a:lnTo>
                <a:lnTo>
                  <a:pt x="127" y="752"/>
                </a:lnTo>
                <a:lnTo>
                  <a:pt x="127" y="753"/>
                </a:lnTo>
                <a:lnTo>
                  <a:pt x="126" y="753"/>
                </a:lnTo>
                <a:lnTo>
                  <a:pt x="127" y="753"/>
                </a:lnTo>
                <a:lnTo>
                  <a:pt x="127" y="754"/>
                </a:lnTo>
                <a:lnTo>
                  <a:pt x="128" y="754"/>
                </a:lnTo>
                <a:lnTo>
                  <a:pt x="127" y="754"/>
                </a:lnTo>
                <a:lnTo>
                  <a:pt x="126" y="755"/>
                </a:lnTo>
                <a:lnTo>
                  <a:pt x="126" y="754"/>
                </a:lnTo>
                <a:lnTo>
                  <a:pt x="126" y="753"/>
                </a:lnTo>
                <a:lnTo>
                  <a:pt x="125" y="753"/>
                </a:lnTo>
                <a:lnTo>
                  <a:pt x="123" y="753"/>
                </a:lnTo>
                <a:lnTo>
                  <a:pt x="123" y="755"/>
                </a:lnTo>
                <a:lnTo>
                  <a:pt x="122" y="755"/>
                </a:lnTo>
                <a:lnTo>
                  <a:pt x="121" y="754"/>
                </a:lnTo>
                <a:lnTo>
                  <a:pt x="120" y="754"/>
                </a:lnTo>
                <a:lnTo>
                  <a:pt x="119" y="754"/>
                </a:lnTo>
                <a:lnTo>
                  <a:pt x="119" y="753"/>
                </a:lnTo>
                <a:lnTo>
                  <a:pt x="118" y="754"/>
                </a:lnTo>
                <a:lnTo>
                  <a:pt x="117" y="754"/>
                </a:lnTo>
                <a:lnTo>
                  <a:pt x="116" y="754"/>
                </a:lnTo>
                <a:lnTo>
                  <a:pt x="115" y="754"/>
                </a:lnTo>
                <a:lnTo>
                  <a:pt x="114" y="754"/>
                </a:lnTo>
                <a:lnTo>
                  <a:pt x="114" y="753"/>
                </a:lnTo>
                <a:lnTo>
                  <a:pt x="114" y="752"/>
                </a:lnTo>
                <a:lnTo>
                  <a:pt x="113" y="751"/>
                </a:lnTo>
                <a:lnTo>
                  <a:pt x="112" y="751"/>
                </a:lnTo>
                <a:lnTo>
                  <a:pt x="112" y="752"/>
                </a:lnTo>
                <a:lnTo>
                  <a:pt x="111" y="752"/>
                </a:lnTo>
                <a:lnTo>
                  <a:pt x="111" y="753"/>
                </a:lnTo>
                <a:lnTo>
                  <a:pt x="110" y="753"/>
                </a:lnTo>
                <a:lnTo>
                  <a:pt x="109" y="753"/>
                </a:lnTo>
                <a:lnTo>
                  <a:pt x="109" y="752"/>
                </a:lnTo>
                <a:lnTo>
                  <a:pt x="108" y="752"/>
                </a:lnTo>
                <a:lnTo>
                  <a:pt x="107" y="753"/>
                </a:lnTo>
                <a:lnTo>
                  <a:pt x="106" y="753"/>
                </a:lnTo>
                <a:lnTo>
                  <a:pt x="105" y="753"/>
                </a:lnTo>
                <a:lnTo>
                  <a:pt x="104" y="754"/>
                </a:lnTo>
                <a:lnTo>
                  <a:pt x="104" y="755"/>
                </a:lnTo>
                <a:lnTo>
                  <a:pt x="103" y="755"/>
                </a:lnTo>
                <a:lnTo>
                  <a:pt x="102" y="755"/>
                </a:lnTo>
                <a:lnTo>
                  <a:pt x="101" y="756"/>
                </a:lnTo>
                <a:lnTo>
                  <a:pt x="100" y="756"/>
                </a:lnTo>
                <a:lnTo>
                  <a:pt x="100" y="757"/>
                </a:lnTo>
                <a:lnTo>
                  <a:pt x="99" y="758"/>
                </a:lnTo>
                <a:lnTo>
                  <a:pt x="98" y="759"/>
                </a:lnTo>
                <a:lnTo>
                  <a:pt x="97" y="759"/>
                </a:lnTo>
                <a:lnTo>
                  <a:pt x="96" y="759"/>
                </a:lnTo>
                <a:lnTo>
                  <a:pt x="96" y="760"/>
                </a:lnTo>
                <a:lnTo>
                  <a:pt x="96" y="759"/>
                </a:lnTo>
                <a:lnTo>
                  <a:pt x="95" y="759"/>
                </a:lnTo>
                <a:lnTo>
                  <a:pt x="94" y="759"/>
                </a:lnTo>
                <a:lnTo>
                  <a:pt x="94" y="760"/>
                </a:lnTo>
                <a:lnTo>
                  <a:pt x="93" y="761"/>
                </a:lnTo>
                <a:lnTo>
                  <a:pt x="93" y="762"/>
                </a:lnTo>
                <a:lnTo>
                  <a:pt x="93" y="763"/>
                </a:lnTo>
                <a:lnTo>
                  <a:pt x="91" y="763"/>
                </a:lnTo>
                <a:lnTo>
                  <a:pt x="91" y="762"/>
                </a:lnTo>
                <a:lnTo>
                  <a:pt x="91" y="761"/>
                </a:lnTo>
                <a:lnTo>
                  <a:pt x="90" y="761"/>
                </a:lnTo>
                <a:lnTo>
                  <a:pt x="89" y="760"/>
                </a:lnTo>
                <a:lnTo>
                  <a:pt x="89" y="759"/>
                </a:lnTo>
                <a:lnTo>
                  <a:pt x="90" y="759"/>
                </a:lnTo>
                <a:lnTo>
                  <a:pt x="90" y="758"/>
                </a:lnTo>
                <a:lnTo>
                  <a:pt x="90" y="757"/>
                </a:lnTo>
                <a:lnTo>
                  <a:pt x="90" y="756"/>
                </a:lnTo>
                <a:lnTo>
                  <a:pt x="91" y="755"/>
                </a:lnTo>
                <a:lnTo>
                  <a:pt x="92" y="755"/>
                </a:lnTo>
                <a:lnTo>
                  <a:pt x="93" y="755"/>
                </a:lnTo>
                <a:lnTo>
                  <a:pt x="94" y="754"/>
                </a:lnTo>
                <a:lnTo>
                  <a:pt x="93" y="754"/>
                </a:lnTo>
                <a:lnTo>
                  <a:pt x="93" y="753"/>
                </a:lnTo>
                <a:lnTo>
                  <a:pt x="92" y="753"/>
                </a:lnTo>
                <a:lnTo>
                  <a:pt x="91" y="753"/>
                </a:lnTo>
                <a:lnTo>
                  <a:pt x="90" y="752"/>
                </a:lnTo>
                <a:lnTo>
                  <a:pt x="90" y="751"/>
                </a:lnTo>
                <a:lnTo>
                  <a:pt x="91" y="751"/>
                </a:lnTo>
                <a:lnTo>
                  <a:pt x="91" y="749"/>
                </a:lnTo>
                <a:lnTo>
                  <a:pt x="91" y="748"/>
                </a:lnTo>
                <a:lnTo>
                  <a:pt x="92" y="748"/>
                </a:lnTo>
                <a:lnTo>
                  <a:pt x="91" y="747"/>
                </a:lnTo>
                <a:lnTo>
                  <a:pt x="90" y="747"/>
                </a:lnTo>
                <a:lnTo>
                  <a:pt x="91" y="746"/>
                </a:lnTo>
                <a:lnTo>
                  <a:pt x="90" y="745"/>
                </a:lnTo>
                <a:lnTo>
                  <a:pt x="89" y="745"/>
                </a:lnTo>
                <a:lnTo>
                  <a:pt x="90" y="744"/>
                </a:lnTo>
                <a:lnTo>
                  <a:pt x="91" y="743"/>
                </a:lnTo>
                <a:lnTo>
                  <a:pt x="91" y="742"/>
                </a:lnTo>
                <a:lnTo>
                  <a:pt x="90" y="742"/>
                </a:lnTo>
                <a:lnTo>
                  <a:pt x="89" y="743"/>
                </a:lnTo>
                <a:lnTo>
                  <a:pt x="88" y="744"/>
                </a:lnTo>
                <a:lnTo>
                  <a:pt x="87" y="744"/>
                </a:lnTo>
                <a:lnTo>
                  <a:pt x="87" y="743"/>
                </a:lnTo>
                <a:lnTo>
                  <a:pt x="87" y="742"/>
                </a:lnTo>
                <a:lnTo>
                  <a:pt x="86" y="741"/>
                </a:lnTo>
                <a:lnTo>
                  <a:pt x="86" y="742"/>
                </a:lnTo>
                <a:lnTo>
                  <a:pt x="85" y="742"/>
                </a:lnTo>
                <a:lnTo>
                  <a:pt x="84" y="741"/>
                </a:lnTo>
                <a:lnTo>
                  <a:pt x="83" y="741"/>
                </a:lnTo>
                <a:lnTo>
                  <a:pt x="83" y="740"/>
                </a:lnTo>
                <a:lnTo>
                  <a:pt x="83" y="739"/>
                </a:lnTo>
                <a:lnTo>
                  <a:pt x="83" y="738"/>
                </a:lnTo>
                <a:lnTo>
                  <a:pt x="85" y="737"/>
                </a:lnTo>
                <a:lnTo>
                  <a:pt x="85" y="736"/>
                </a:lnTo>
                <a:lnTo>
                  <a:pt x="86" y="736"/>
                </a:lnTo>
                <a:lnTo>
                  <a:pt x="85" y="735"/>
                </a:lnTo>
                <a:lnTo>
                  <a:pt x="84" y="735"/>
                </a:lnTo>
                <a:lnTo>
                  <a:pt x="83" y="735"/>
                </a:lnTo>
                <a:lnTo>
                  <a:pt x="82" y="735"/>
                </a:lnTo>
                <a:lnTo>
                  <a:pt x="82" y="734"/>
                </a:lnTo>
                <a:lnTo>
                  <a:pt x="79" y="734"/>
                </a:lnTo>
                <a:lnTo>
                  <a:pt x="79" y="735"/>
                </a:lnTo>
                <a:lnTo>
                  <a:pt x="78" y="735"/>
                </a:lnTo>
                <a:lnTo>
                  <a:pt x="78" y="736"/>
                </a:lnTo>
                <a:lnTo>
                  <a:pt x="77" y="736"/>
                </a:lnTo>
                <a:lnTo>
                  <a:pt x="76" y="735"/>
                </a:lnTo>
                <a:lnTo>
                  <a:pt x="76" y="733"/>
                </a:lnTo>
                <a:lnTo>
                  <a:pt x="78" y="731"/>
                </a:lnTo>
                <a:lnTo>
                  <a:pt x="78" y="730"/>
                </a:lnTo>
                <a:lnTo>
                  <a:pt x="79" y="730"/>
                </a:lnTo>
                <a:lnTo>
                  <a:pt x="78" y="730"/>
                </a:lnTo>
                <a:lnTo>
                  <a:pt x="78" y="729"/>
                </a:lnTo>
                <a:lnTo>
                  <a:pt x="77" y="729"/>
                </a:lnTo>
                <a:lnTo>
                  <a:pt x="77" y="727"/>
                </a:lnTo>
                <a:lnTo>
                  <a:pt x="77" y="726"/>
                </a:lnTo>
                <a:lnTo>
                  <a:pt x="78" y="725"/>
                </a:lnTo>
                <a:lnTo>
                  <a:pt x="78" y="723"/>
                </a:lnTo>
                <a:lnTo>
                  <a:pt x="78" y="722"/>
                </a:lnTo>
                <a:lnTo>
                  <a:pt x="79" y="722"/>
                </a:lnTo>
                <a:lnTo>
                  <a:pt x="79" y="723"/>
                </a:lnTo>
                <a:lnTo>
                  <a:pt x="80" y="723"/>
                </a:lnTo>
                <a:lnTo>
                  <a:pt x="81" y="722"/>
                </a:lnTo>
                <a:lnTo>
                  <a:pt x="82" y="722"/>
                </a:lnTo>
                <a:lnTo>
                  <a:pt x="81" y="722"/>
                </a:lnTo>
                <a:lnTo>
                  <a:pt x="81" y="718"/>
                </a:lnTo>
                <a:lnTo>
                  <a:pt x="82" y="718"/>
                </a:lnTo>
                <a:lnTo>
                  <a:pt x="82" y="717"/>
                </a:lnTo>
                <a:lnTo>
                  <a:pt x="81" y="717"/>
                </a:lnTo>
                <a:lnTo>
                  <a:pt x="80" y="716"/>
                </a:lnTo>
                <a:lnTo>
                  <a:pt x="80" y="715"/>
                </a:lnTo>
                <a:lnTo>
                  <a:pt x="80" y="713"/>
                </a:lnTo>
                <a:lnTo>
                  <a:pt x="80" y="712"/>
                </a:lnTo>
                <a:lnTo>
                  <a:pt x="80" y="711"/>
                </a:lnTo>
                <a:lnTo>
                  <a:pt x="78" y="711"/>
                </a:lnTo>
                <a:lnTo>
                  <a:pt x="77" y="711"/>
                </a:lnTo>
                <a:lnTo>
                  <a:pt x="75" y="709"/>
                </a:lnTo>
                <a:lnTo>
                  <a:pt x="75" y="708"/>
                </a:lnTo>
                <a:lnTo>
                  <a:pt x="75" y="707"/>
                </a:lnTo>
                <a:lnTo>
                  <a:pt x="74" y="705"/>
                </a:lnTo>
                <a:lnTo>
                  <a:pt x="73" y="703"/>
                </a:lnTo>
                <a:lnTo>
                  <a:pt x="72" y="702"/>
                </a:lnTo>
                <a:lnTo>
                  <a:pt x="72" y="700"/>
                </a:lnTo>
                <a:lnTo>
                  <a:pt x="71" y="700"/>
                </a:lnTo>
                <a:lnTo>
                  <a:pt x="71" y="699"/>
                </a:lnTo>
                <a:lnTo>
                  <a:pt x="70" y="698"/>
                </a:lnTo>
                <a:lnTo>
                  <a:pt x="70" y="696"/>
                </a:lnTo>
                <a:lnTo>
                  <a:pt x="70" y="695"/>
                </a:lnTo>
                <a:lnTo>
                  <a:pt x="69" y="694"/>
                </a:lnTo>
                <a:lnTo>
                  <a:pt x="69" y="693"/>
                </a:lnTo>
                <a:lnTo>
                  <a:pt x="69" y="691"/>
                </a:lnTo>
                <a:lnTo>
                  <a:pt x="70" y="691"/>
                </a:lnTo>
                <a:lnTo>
                  <a:pt x="71" y="690"/>
                </a:lnTo>
                <a:lnTo>
                  <a:pt x="73" y="688"/>
                </a:lnTo>
                <a:lnTo>
                  <a:pt x="74" y="686"/>
                </a:lnTo>
                <a:lnTo>
                  <a:pt x="74" y="685"/>
                </a:lnTo>
                <a:lnTo>
                  <a:pt x="74" y="684"/>
                </a:lnTo>
                <a:lnTo>
                  <a:pt x="74" y="683"/>
                </a:lnTo>
                <a:lnTo>
                  <a:pt x="74" y="682"/>
                </a:lnTo>
                <a:lnTo>
                  <a:pt x="75" y="682"/>
                </a:lnTo>
                <a:lnTo>
                  <a:pt x="75" y="681"/>
                </a:lnTo>
                <a:lnTo>
                  <a:pt x="75" y="680"/>
                </a:lnTo>
                <a:lnTo>
                  <a:pt x="75" y="678"/>
                </a:lnTo>
                <a:lnTo>
                  <a:pt x="75" y="677"/>
                </a:lnTo>
                <a:lnTo>
                  <a:pt x="75" y="676"/>
                </a:lnTo>
                <a:lnTo>
                  <a:pt x="77" y="674"/>
                </a:lnTo>
                <a:lnTo>
                  <a:pt x="77" y="673"/>
                </a:lnTo>
                <a:lnTo>
                  <a:pt x="78" y="673"/>
                </a:lnTo>
                <a:lnTo>
                  <a:pt x="79" y="671"/>
                </a:lnTo>
                <a:lnTo>
                  <a:pt x="80" y="671"/>
                </a:lnTo>
                <a:lnTo>
                  <a:pt x="80" y="670"/>
                </a:lnTo>
                <a:lnTo>
                  <a:pt x="80" y="669"/>
                </a:lnTo>
                <a:lnTo>
                  <a:pt x="81" y="668"/>
                </a:lnTo>
                <a:lnTo>
                  <a:pt x="82" y="668"/>
                </a:lnTo>
                <a:lnTo>
                  <a:pt x="82" y="667"/>
                </a:lnTo>
                <a:lnTo>
                  <a:pt x="82" y="666"/>
                </a:lnTo>
                <a:lnTo>
                  <a:pt x="81" y="666"/>
                </a:lnTo>
                <a:lnTo>
                  <a:pt x="81" y="665"/>
                </a:lnTo>
                <a:lnTo>
                  <a:pt x="82" y="664"/>
                </a:lnTo>
                <a:lnTo>
                  <a:pt x="81" y="664"/>
                </a:lnTo>
                <a:lnTo>
                  <a:pt x="81" y="663"/>
                </a:lnTo>
                <a:lnTo>
                  <a:pt x="81" y="662"/>
                </a:lnTo>
                <a:lnTo>
                  <a:pt x="81" y="661"/>
                </a:lnTo>
                <a:lnTo>
                  <a:pt x="82" y="661"/>
                </a:lnTo>
                <a:lnTo>
                  <a:pt x="82" y="660"/>
                </a:lnTo>
                <a:lnTo>
                  <a:pt x="81" y="660"/>
                </a:lnTo>
                <a:lnTo>
                  <a:pt x="81" y="659"/>
                </a:lnTo>
                <a:lnTo>
                  <a:pt x="80" y="658"/>
                </a:lnTo>
                <a:lnTo>
                  <a:pt x="81" y="657"/>
                </a:lnTo>
                <a:lnTo>
                  <a:pt x="80" y="657"/>
                </a:lnTo>
                <a:lnTo>
                  <a:pt x="80" y="656"/>
                </a:lnTo>
                <a:lnTo>
                  <a:pt x="80" y="655"/>
                </a:lnTo>
                <a:lnTo>
                  <a:pt x="81" y="655"/>
                </a:lnTo>
                <a:lnTo>
                  <a:pt x="81" y="654"/>
                </a:lnTo>
                <a:lnTo>
                  <a:pt x="81" y="653"/>
                </a:lnTo>
                <a:lnTo>
                  <a:pt x="81" y="652"/>
                </a:lnTo>
                <a:lnTo>
                  <a:pt x="80" y="652"/>
                </a:lnTo>
                <a:lnTo>
                  <a:pt x="79" y="652"/>
                </a:lnTo>
                <a:lnTo>
                  <a:pt x="79" y="651"/>
                </a:lnTo>
                <a:lnTo>
                  <a:pt x="78" y="651"/>
                </a:lnTo>
                <a:lnTo>
                  <a:pt x="78" y="650"/>
                </a:lnTo>
                <a:lnTo>
                  <a:pt x="78" y="649"/>
                </a:lnTo>
                <a:lnTo>
                  <a:pt x="79" y="649"/>
                </a:lnTo>
                <a:lnTo>
                  <a:pt x="79" y="648"/>
                </a:lnTo>
                <a:lnTo>
                  <a:pt x="79" y="647"/>
                </a:lnTo>
                <a:lnTo>
                  <a:pt x="80" y="647"/>
                </a:lnTo>
                <a:lnTo>
                  <a:pt x="80" y="646"/>
                </a:lnTo>
                <a:lnTo>
                  <a:pt x="81" y="645"/>
                </a:lnTo>
                <a:lnTo>
                  <a:pt x="81" y="644"/>
                </a:lnTo>
                <a:lnTo>
                  <a:pt x="81" y="643"/>
                </a:lnTo>
                <a:lnTo>
                  <a:pt x="81" y="642"/>
                </a:lnTo>
                <a:lnTo>
                  <a:pt x="81" y="641"/>
                </a:lnTo>
                <a:lnTo>
                  <a:pt x="82" y="641"/>
                </a:lnTo>
                <a:lnTo>
                  <a:pt x="82" y="640"/>
                </a:lnTo>
                <a:lnTo>
                  <a:pt x="82" y="639"/>
                </a:lnTo>
                <a:lnTo>
                  <a:pt x="83" y="639"/>
                </a:lnTo>
                <a:lnTo>
                  <a:pt x="84" y="639"/>
                </a:lnTo>
                <a:lnTo>
                  <a:pt x="85" y="639"/>
                </a:lnTo>
                <a:lnTo>
                  <a:pt x="86" y="639"/>
                </a:lnTo>
                <a:lnTo>
                  <a:pt x="87" y="640"/>
                </a:lnTo>
                <a:lnTo>
                  <a:pt x="88" y="640"/>
                </a:lnTo>
                <a:lnTo>
                  <a:pt x="90" y="640"/>
                </a:lnTo>
                <a:lnTo>
                  <a:pt x="91" y="639"/>
                </a:lnTo>
                <a:lnTo>
                  <a:pt x="92" y="637"/>
                </a:lnTo>
                <a:lnTo>
                  <a:pt x="91" y="636"/>
                </a:lnTo>
                <a:lnTo>
                  <a:pt x="90" y="636"/>
                </a:lnTo>
                <a:lnTo>
                  <a:pt x="90" y="635"/>
                </a:lnTo>
                <a:lnTo>
                  <a:pt x="91" y="635"/>
                </a:lnTo>
                <a:lnTo>
                  <a:pt x="93" y="634"/>
                </a:lnTo>
                <a:lnTo>
                  <a:pt x="94" y="633"/>
                </a:lnTo>
                <a:lnTo>
                  <a:pt x="95" y="633"/>
                </a:lnTo>
                <a:lnTo>
                  <a:pt x="96" y="632"/>
                </a:lnTo>
                <a:lnTo>
                  <a:pt x="97" y="631"/>
                </a:lnTo>
                <a:lnTo>
                  <a:pt x="98" y="631"/>
                </a:lnTo>
                <a:lnTo>
                  <a:pt x="99" y="631"/>
                </a:lnTo>
                <a:lnTo>
                  <a:pt x="100" y="631"/>
                </a:lnTo>
                <a:lnTo>
                  <a:pt x="101" y="631"/>
                </a:lnTo>
                <a:lnTo>
                  <a:pt x="102" y="630"/>
                </a:lnTo>
                <a:lnTo>
                  <a:pt x="102" y="629"/>
                </a:lnTo>
                <a:lnTo>
                  <a:pt x="103" y="629"/>
                </a:lnTo>
                <a:lnTo>
                  <a:pt x="103" y="628"/>
                </a:lnTo>
                <a:lnTo>
                  <a:pt x="104" y="628"/>
                </a:lnTo>
                <a:lnTo>
                  <a:pt x="105" y="627"/>
                </a:lnTo>
                <a:lnTo>
                  <a:pt x="106" y="626"/>
                </a:lnTo>
                <a:lnTo>
                  <a:pt x="107" y="626"/>
                </a:lnTo>
                <a:lnTo>
                  <a:pt x="107" y="625"/>
                </a:lnTo>
                <a:lnTo>
                  <a:pt x="106" y="625"/>
                </a:lnTo>
                <a:lnTo>
                  <a:pt x="105" y="625"/>
                </a:lnTo>
                <a:lnTo>
                  <a:pt x="104" y="624"/>
                </a:lnTo>
                <a:lnTo>
                  <a:pt x="104" y="623"/>
                </a:lnTo>
                <a:lnTo>
                  <a:pt x="105" y="623"/>
                </a:lnTo>
                <a:lnTo>
                  <a:pt x="105" y="622"/>
                </a:lnTo>
                <a:lnTo>
                  <a:pt x="106" y="621"/>
                </a:lnTo>
                <a:lnTo>
                  <a:pt x="105" y="621"/>
                </a:lnTo>
                <a:lnTo>
                  <a:pt x="104" y="620"/>
                </a:lnTo>
                <a:lnTo>
                  <a:pt x="104" y="619"/>
                </a:lnTo>
                <a:lnTo>
                  <a:pt x="103" y="618"/>
                </a:lnTo>
                <a:lnTo>
                  <a:pt x="101" y="619"/>
                </a:lnTo>
                <a:lnTo>
                  <a:pt x="100" y="619"/>
                </a:lnTo>
                <a:lnTo>
                  <a:pt x="99" y="620"/>
                </a:lnTo>
                <a:lnTo>
                  <a:pt x="99" y="619"/>
                </a:lnTo>
                <a:lnTo>
                  <a:pt x="99" y="618"/>
                </a:lnTo>
                <a:lnTo>
                  <a:pt x="98" y="617"/>
                </a:lnTo>
                <a:lnTo>
                  <a:pt x="96" y="618"/>
                </a:lnTo>
                <a:lnTo>
                  <a:pt x="95" y="619"/>
                </a:lnTo>
                <a:lnTo>
                  <a:pt x="94" y="619"/>
                </a:lnTo>
                <a:lnTo>
                  <a:pt x="93" y="620"/>
                </a:lnTo>
                <a:lnTo>
                  <a:pt x="92" y="620"/>
                </a:lnTo>
                <a:lnTo>
                  <a:pt x="91" y="621"/>
                </a:lnTo>
                <a:lnTo>
                  <a:pt x="91" y="620"/>
                </a:lnTo>
                <a:lnTo>
                  <a:pt x="91" y="621"/>
                </a:lnTo>
                <a:lnTo>
                  <a:pt x="90" y="621"/>
                </a:lnTo>
                <a:lnTo>
                  <a:pt x="89" y="622"/>
                </a:lnTo>
                <a:lnTo>
                  <a:pt x="88" y="622"/>
                </a:lnTo>
                <a:lnTo>
                  <a:pt x="88" y="623"/>
                </a:lnTo>
                <a:lnTo>
                  <a:pt x="88" y="624"/>
                </a:lnTo>
                <a:lnTo>
                  <a:pt x="87" y="624"/>
                </a:lnTo>
                <a:lnTo>
                  <a:pt x="87" y="625"/>
                </a:lnTo>
                <a:lnTo>
                  <a:pt x="86" y="625"/>
                </a:lnTo>
                <a:lnTo>
                  <a:pt x="85" y="625"/>
                </a:lnTo>
                <a:lnTo>
                  <a:pt x="84" y="625"/>
                </a:lnTo>
                <a:lnTo>
                  <a:pt x="83" y="625"/>
                </a:lnTo>
                <a:lnTo>
                  <a:pt x="83" y="626"/>
                </a:lnTo>
                <a:lnTo>
                  <a:pt x="82" y="626"/>
                </a:lnTo>
                <a:lnTo>
                  <a:pt x="82" y="625"/>
                </a:lnTo>
                <a:lnTo>
                  <a:pt x="82" y="624"/>
                </a:lnTo>
                <a:lnTo>
                  <a:pt x="82" y="623"/>
                </a:lnTo>
                <a:lnTo>
                  <a:pt x="81" y="623"/>
                </a:lnTo>
                <a:lnTo>
                  <a:pt x="80" y="624"/>
                </a:lnTo>
                <a:lnTo>
                  <a:pt x="80" y="623"/>
                </a:lnTo>
                <a:lnTo>
                  <a:pt x="79" y="623"/>
                </a:lnTo>
                <a:lnTo>
                  <a:pt x="78" y="624"/>
                </a:lnTo>
                <a:lnTo>
                  <a:pt x="77" y="624"/>
                </a:lnTo>
                <a:lnTo>
                  <a:pt x="76" y="624"/>
                </a:lnTo>
                <a:lnTo>
                  <a:pt x="75" y="624"/>
                </a:lnTo>
                <a:lnTo>
                  <a:pt x="75" y="625"/>
                </a:lnTo>
                <a:lnTo>
                  <a:pt x="74" y="626"/>
                </a:lnTo>
                <a:lnTo>
                  <a:pt x="72" y="627"/>
                </a:lnTo>
                <a:lnTo>
                  <a:pt x="72" y="628"/>
                </a:lnTo>
                <a:lnTo>
                  <a:pt x="70" y="629"/>
                </a:lnTo>
                <a:lnTo>
                  <a:pt x="69" y="629"/>
                </a:lnTo>
                <a:lnTo>
                  <a:pt x="69" y="628"/>
                </a:lnTo>
                <a:lnTo>
                  <a:pt x="68" y="628"/>
                </a:lnTo>
                <a:lnTo>
                  <a:pt x="67" y="628"/>
                </a:lnTo>
                <a:lnTo>
                  <a:pt x="67" y="627"/>
                </a:lnTo>
                <a:lnTo>
                  <a:pt x="68" y="627"/>
                </a:lnTo>
                <a:lnTo>
                  <a:pt x="68" y="626"/>
                </a:lnTo>
                <a:lnTo>
                  <a:pt x="68" y="625"/>
                </a:lnTo>
                <a:lnTo>
                  <a:pt x="67" y="625"/>
                </a:lnTo>
                <a:lnTo>
                  <a:pt x="67" y="624"/>
                </a:lnTo>
                <a:lnTo>
                  <a:pt x="67" y="623"/>
                </a:lnTo>
                <a:lnTo>
                  <a:pt x="68" y="623"/>
                </a:lnTo>
                <a:lnTo>
                  <a:pt x="69" y="622"/>
                </a:lnTo>
                <a:lnTo>
                  <a:pt x="70" y="622"/>
                </a:lnTo>
                <a:lnTo>
                  <a:pt x="70" y="621"/>
                </a:lnTo>
                <a:lnTo>
                  <a:pt x="70" y="620"/>
                </a:lnTo>
                <a:lnTo>
                  <a:pt x="71" y="617"/>
                </a:lnTo>
                <a:lnTo>
                  <a:pt x="71" y="616"/>
                </a:lnTo>
                <a:lnTo>
                  <a:pt x="72" y="615"/>
                </a:lnTo>
                <a:lnTo>
                  <a:pt x="72" y="614"/>
                </a:lnTo>
                <a:lnTo>
                  <a:pt x="74" y="614"/>
                </a:lnTo>
                <a:lnTo>
                  <a:pt x="74" y="613"/>
                </a:lnTo>
                <a:lnTo>
                  <a:pt x="75" y="613"/>
                </a:lnTo>
                <a:lnTo>
                  <a:pt x="76" y="612"/>
                </a:lnTo>
                <a:lnTo>
                  <a:pt x="77" y="611"/>
                </a:lnTo>
                <a:lnTo>
                  <a:pt x="76" y="610"/>
                </a:lnTo>
                <a:lnTo>
                  <a:pt x="76" y="609"/>
                </a:lnTo>
                <a:lnTo>
                  <a:pt x="76" y="608"/>
                </a:lnTo>
                <a:lnTo>
                  <a:pt x="76" y="607"/>
                </a:lnTo>
                <a:lnTo>
                  <a:pt x="76" y="606"/>
                </a:lnTo>
                <a:lnTo>
                  <a:pt x="77" y="605"/>
                </a:lnTo>
                <a:lnTo>
                  <a:pt x="78" y="605"/>
                </a:lnTo>
                <a:lnTo>
                  <a:pt x="78" y="604"/>
                </a:lnTo>
                <a:lnTo>
                  <a:pt x="77" y="604"/>
                </a:lnTo>
                <a:lnTo>
                  <a:pt x="78" y="603"/>
                </a:lnTo>
                <a:lnTo>
                  <a:pt x="77" y="603"/>
                </a:lnTo>
                <a:lnTo>
                  <a:pt x="77" y="602"/>
                </a:lnTo>
                <a:lnTo>
                  <a:pt x="78" y="602"/>
                </a:lnTo>
                <a:lnTo>
                  <a:pt x="78" y="601"/>
                </a:lnTo>
                <a:lnTo>
                  <a:pt x="79" y="601"/>
                </a:lnTo>
                <a:lnTo>
                  <a:pt x="79" y="600"/>
                </a:lnTo>
                <a:lnTo>
                  <a:pt x="78" y="600"/>
                </a:lnTo>
                <a:lnTo>
                  <a:pt x="78" y="599"/>
                </a:lnTo>
                <a:lnTo>
                  <a:pt x="77" y="598"/>
                </a:lnTo>
                <a:lnTo>
                  <a:pt x="77" y="597"/>
                </a:lnTo>
                <a:lnTo>
                  <a:pt x="77" y="596"/>
                </a:lnTo>
                <a:lnTo>
                  <a:pt x="76" y="596"/>
                </a:lnTo>
                <a:lnTo>
                  <a:pt x="76" y="595"/>
                </a:lnTo>
                <a:lnTo>
                  <a:pt x="76" y="594"/>
                </a:lnTo>
                <a:lnTo>
                  <a:pt x="77" y="593"/>
                </a:lnTo>
                <a:lnTo>
                  <a:pt x="78" y="592"/>
                </a:lnTo>
                <a:lnTo>
                  <a:pt x="79" y="592"/>
                </a:lnTo>
                <a:lnTo>
                  <a:pt x="79" y="591"/>
                </a:lnTo>
                <a:lnTo>
                  <a:pt x="80" y="590"/>
                </a:lnTo>
                <a:lnTo>
                  <a:pt x="80" y="589"/>
                </a:lnTo>
                <a:lnTo>
                  <a:pt x="81" y="589"/>
                </a:lnTo>
                <a:lnTo>
                  <a:pt x="82" y="590"/>
                </a:lnTo>
                <a:lnTo>
                  <a:pt x="83" y="590"/>
                </a:lnTo>
                <a:lnTo>
                  <a:pt x="83" y="589"/>
                </a:lnTo>
                <a:lnTo>
                  <a:pt x="83" y="588"/>
                </a:lnTo>
                <a:lnTo>
                  <a:pt x="83" y="587"/>
                </a:lnTo>
                <a:lnTo>
                  <a:pt x="83" y="586"/>
                </a:lnTo>
                <a:lnTo>
                  <a:pt x="83" y="585"/>
                </a:lnTo>
                <a:lnTo>
                  <a:pt x="83" y="584"/>
                </a:lnTo>
                <a:lnTo>
                  <a:pt x="83" y="583"/>
                </a:lnTo>
                <a:lnTo>
                  <a:pt x="83" y="582"/>
                </a:lnTo>
                <a:lnTo>
                  <a:pt x="84" y="581"/>
                </a:lnTo>
                <a:lnTo>
                  <a:pt x="84" y="580"/>
                </a:lnTo>
                <a:lnTo>
                  <a:pt x="84" y="579"/>
                </a:lnTo>
                <a:lnTo>
                  <a:pt x="84" y="578"/>
                </a:lnTo>
                <a:lnTo>
                  <a:pt x="83" y="578"/>
                </a:lnTo>
                <a:lnTo>
                  <a:pt x="83" y="579"/>
                </a:lnTo>
                <a:lnTo>
                  <a:pt x="81" y="578"/>
                </a:lnTo>
                <a:lnTo>
                  <a:pt x="80" y="578"/>
                </a:lnTo>
                <a:lnTo>
                  <a:pt x="80" y="577"/>
                </a:lnTo>
                <a:lnTo>
                  <a:pt x="81" y="576"/>
                </a:lnTo>
                <a:lnTo>
                  <a:pt x="81" y="575"/>
                </a:lnTo>
                <a:lnTo>
                  <a:pt x="81" y="574"/>
                </a:lnTo>
                <a:lnTo>
                  <a:pt x="81" y="573"/>
                </a:lnTo>
                <a:lnTo>
                  <a:pt x="81" y="572"/>
                </a:lnTo>
                <a:lnTo>
                  <a:pt x="82" y="570"/>
                </a:lnTo>
                <a:lnTo>
                  <a:pt x="82" y="569"/>
                </a:lnTo>
                <a:lnTo>
                  <a:pt x="83" y="569"/>
                </a:lnTo>
                <a:lnTo>
                  <a:pt x="82" y="568"/>
                </a:lnTo>
                <a:lnTo>
                  <a:pt x="83" y="568"/>
                </a:lnTo>
                <a:lnTo>
                  <a:pt x="83" y="567"/>
                </a:lnTo>
                <a:lnTo>
                  <a:pt x="83" y="566"/>
                </a:lnTo>
                <a:lnTo>
                  <a:pt x="84" y="565"/>
                </a:lnTo>
                <a:lnTo>
                  <a:pt x="83" y="564"/>
                </a:lnTo>
                <a:lnTo>
                  <a:pt x="82" y="564"/>
                </a:lnTo>
                <a:lnTo>
                  <a:pt x="80" y="564"/>
                </a:lnTo>
                <a:lnTo>
                  <a:pt x="78" y="564"/>
                </a:lnTo>
                <a:lnTo>
                  <a:pt x="77" y="564"/>
                </a:lnTo>
                <a:lnTo>
                  <a:pt x="77" y="563"/>
                </a:lnTo>
                <a:lnTo>
                  <a:pt x="76" y="564"/>
                </a:lnTo>
                <a:lnTo>
                  <a:pt x="75" y="564"/>
                </a:lnTo>
                <a:lnTo>
                  <a:pt x="74" y="563"/>
                </a:lnTo>
                <a:lnTo>
                  <a:pt x="73" y="563"/>
                </a:lnTo>
                <a:lnTo>
                  <a:pt x="72" y="563"/>
                </a:lnTo>
                <a:lnTo>
                  <a:pt x="71" y="563"/>
                </a:lnTo>
                <a:lnTo>
                  <a:pt x="71" y="562"/>
                </a:lnTo>
                <a:lnTo>
                  <a:pt x="71" y="561"/>
                </a:lnTo>
                <a:lnTo>
                  <a:pt x="70" y="561"/>
                </a:lnTo>
                <a:lnTo>
                  <a:pt x="69" y="560"/>
                </a:lnTo>
                <a:lnTo>
                  <a:pt x="68" y="559"/>
                </a:lnTo>
                <a:lnTo>
                  <a:pt x="67" y="559"/>
                </a:lnTo>
                <a:lnTo>
                  <a:pt x="66" y="559"/>
                </a:lnTo>
                <a:lnTo>
                  <a:pt x="65" y="560"/>
                </a:lnTo>
                <a:lnTo>
                  <a:pt x="65" y="559"/>
                </a:lnTo>
                <a:lnTo>
                  <a:pt x="64" y="559"/>
                </a:lnTo>
                <a:lnTo>
                  <a:pt x="63" y="559"/>
                </a:lnTo>
                <a:lnTo>
                  <a:pt x="61" y="560"/>
                </a:lnTo>
                <a:lnTo>
                  <a:pt x="60" y="560"/>
                </a:lnTo>
                <a:lnTo>
                  <a:pt x="57" y="560"/>
                </a:lnTo>
                <a:lnTo>
                  <a:pt x="56" y="560"/>
                </a:lnTo>
                <a:lnTo>
                  <a:pt x="55" y="559"/>
                </a:lnTo>
                <a:lnTo>
                  <a:pt x="55" y="558"/>
                </a:lnTo>
                <a:lnTo>
                  <a:pt x="54" y="558"/>
                </a:lnTo>
                <a:lnTo>
                  <a:pt x="53" y="557"/>
                </a:lnTo>
                <a:lnTo>
                  <a:pt x="52" y="556"/>
                </a:lnTo>
                <a:lnTo>
                  <a:pt x="52" y="554"/>
                </a:lnTo>
                <a:lnTo>
                  <a:pt x="51" y="554"/>
                </a:lnTo>
                <a:lnTo>
                  <a:pt x="51" y="555"/>
                </a:lnTo>
                <a:lnTo>
                  <a:pt x="50" y="555"/>
                </a:lnTo>
                <a:lnTo>
                  <a:pt x="49" y="554"/>
                </a:lnTo>
                <a:lnTo>
                  <a:pt x="49" y="553"/>
                </a:lnTo>
                <a:lnTo>
                  <a:pt x="49" y="552"/>
                </a:lnTo>
                <a:lnTo>
                  <a:pt x="49" y="549"/>
                </a:lnTo>
                <a:lnTo>
                  <a:pt x="49" y="548"/>
                </a:lnTo>
                <a:lnTo>
                  <a:pt x="48" y="547"/>
                </a:lnTo>
                <a:lnTo>
                  <a:pt x="48" y="546"/>
                </a:lnTo>
                <a:lnTo>
                  <a:pt x="48" y="545"/>
                </a:lnTo>
                <a:lnTo>
                  <a:pt x="47" y="544"/>
                </a:lnTo>
                <a:lnTo>
                  <a:pt x="47" y="541"/>
                </a:lnTo>
                <a:lnTo>
                  <a:pt x="47" y="540"/>
                </a:lnTo>
                <a:lnTo>
                  <a:pt x="47" y="538"/>
                </a:lnTo>
                <a:lnTo>
                  <a:pt x="46" y="537"/>
                </a:lnTo>
                <a:lnTo>
                  <a:pt x="46" y="536"/>
                </a:lnTo>
                <a:lnTo>
                  <a:pt x="45" y="535"/>
                </a:lnTo>
                <a:lnTo>
                  <a:pt x="44" y="534"/>
                </a:lnTo>
                <a:lnTo>
                  <a:pt x="44" y="533"/>
                </a:lnTo>
                <a:lnTo>
                  <a:pt x="44" y="532"/>
                </a:lnTo>
                <a:lnTo>
                  <a:pt x="45" y="531"/>
                </a:lnTo>
                <a:lnTo>
                  <a:pt x="46" y="530"/>
                </a:lnTo>
                <a:lnTo>
                  <a:pt x="46" y="529"/>
                </a:lnTo>
                <a:lnTo>
                  <a:pt x="47" y="529"/>
                </a:lnTo>
                <a:lnTo>
                  <a:pt x="47" y="528"/>
                </a:lnTo>
                <a:lnTo>
                  <a:pt x="46" y="528"/>
                </a:lnTo>
                <a:lnTo>
                  <a:pt x="47" y="527"/>
                </a:lnTo>
                <a:lnTo>
                  <a:pt x="48" y="524"/>
                </a:lnTo>
                <a:lnTo>
                  <a:pt x="49" y="524"/>
                </a:lnTo>
                <a:lnTo>
                  <a:pt x="51" y="523"/>
                </a:lnTo>
                <a:lnTo>
                  <a:pt x="50" y="522"/>
                </a:lnTo>
                <a:lnTo>
                  <a:pt x="50" y="519"/>
                </a:lnTo>
                <a:lnTo>
                  <a:pt x="50" y="518"/>
                </a:lnTo>
                <a:lnTo>
                  <a:pt x="50" y="517"/>
                </a:lnTo>
                <a:lnTo>
                  <a:pt x="51" y="517"/>
                </a:lnTo>
                <a:lnTo>
                  <a:pt x="51" y="516"/>
                </a:lnTo>
                <a:lnTo>
                  <a:pt x="51" y="515"/>
                </a:lnTo>
                <a:lnTo>
                  <a:pt x="51" y="514"/>
                </a:lnTo>
                <a:lnTo>
                  <a:pt x="51" y="513"/>
                </a:lnTo>
                <a:lnTo>
                  <a:pt x="52" y="512"/>
                </a:lnTo>
                <a:lnTo>
                  <a:pt x="53" y="512"/>
                </a:lnTo>
                <a:lnTo>
                  <a:pt x="53" y="511"/>
                </a:lnTo>
                <a:lnTo>
                  <a:pt x="54" y="510"/>
                </a:lnTo>
                <a:lnTo>
                  <a:pt x="54" y="509"/>
                </a:lnTo>
                <a:lnTo>
                  <a:pt x="53" y="509"/>
                </a:lnTo>
                <a:lnTo>
                  <a:pt x="53" y="508"/>
                </a:lnTo>
                <a:lnTo>
                  <a:pt x="52" y="508"/>
                </a:lnTo>
                <a:lnTo>
                  <a:pt x="50" y="508"/>
                </a:lnTo>
                <a:lnTo>
                  <a:pt x="49" y="508"/>
                </a:lnTo>
                <a:lnTo>
                  <a:pt x="49" y="507"/>
                </a:lnTo>
                <a:lnTo>
                  <a:pt x="48" y="507"/>
                </a:lnTo>
                <a:lnTo>
                  <a:pt x="48" y="506"/>
                </a:lnTo>
                <a:lnTo>
                  <a:pt x="46" y="504"/>
                </a:lnTo>
                <a:lnTo>
                  <a:pt x="46" y="503"/>
                </a:lnTo>
                <a:lnTo>
                  <a:pt x="45" y="504"/>
                </a:lnTo>
                <a:lnTo>
                  <a:pt x="45" y="503"/>
                </a:lnTo>
                <a:lnTo>
                  <a:pt x="45" y="502"/>
                </a:lnTo>
                <a:lnTo>
                  <a:pt x="45" y="500"/>
                </a:lnTo>
                <a:lnTo>
                  <a:pt x="43" y="500"/>
                </a:lnTo>
                <a:lnTo>
                  <a:pt x="42" y="500"/>
                </a:lnTo>
                <a:lnTo>
                  <a:pt x="42" y="499"/>
                </a:lnTo>
                <a:lnTo>
                  <a:pt x="41" y="498"/>
                </a:lnTo>
                <a:lnTo>
                  <a:pt x="39" y="497"/>
                </a:lnTo>
                <a:lnTo>
                  <a:pt x="38" y="497"/>
                </a:lnTo>
                <a:lnTo>
                  <a:pt x="37" y="495"/>
                </a:lnTo>
                <a:lnTo>
                  <a:pt x="37" y="494"/>
                </a:lnTo>
                <a:lnTo>
                  <a:pt x="36" y="491"/>
                </a:lnTo>
                <a:lnTo>
                  <a:pt x="36" y="490"/>
                </a:lnTo>
                <a:lnTo>
                  <a:pt x="36" y="489"/>
                </a:lnTo>
                <a:lnTo>
                  <a:pt x="35" y="489"/>
                </a:lnTo>
                <a:lnTo>
                  <a:pt x="34" y="489"/>
                </a:lnTo>
                <a:lnTo>
                  <a:pt x="34" y="490"/>
                </a:lnTo>
                <a:lnTo>
                  <a:pt x="33" y="491"/>
                </a:lnTo>
                <a:lnTo>
                  <a:pt x="31" y="490"/>
                </a:lnTo>
                <a:lnTo>
                  <a:pt x="31" y="489"/>
                </a:lnTo>
                <a:lnTo>
                  <a:pt x="32" y="489"/>
                </a:lnTo>
                <a:lnTo>
                  <a:pt x="31" y="486"/>
                </a:lnTo>
                <a:lnTo>
                  <a:pt x="31" y="484"/>
                </a:lnTo>
                <a:lnTo>
                  <a:pt x="32" y="483"/>
                </a:lnTo>
                <a:lnTo>
                  <a:pt x="33" y="482"/>
                </a:lnTo>
                <a:lnTo>
                  <a:pt x="34" y="481"/>
                </a:lnTo>
                <a:lnTo>
                  <a:pt x="34" y="480"/>
                </a:lnTo>
                <a:lnTo>
                  <a:pt x="35" y="479"/>
                </a:lnTo>
                <a:lnTo>
                  <a:pt x="36" y="477"/>
                </a:lnTo>
                <a:lnTo>
                  <a:pt x="37" y="474"/>
                </a:lnTo>
                <a:lnTo>
                  <a:pt x="38" y="471"/>
                </a:lnTo>
                <a:lnTo>
                  <a:pt x="38" y="470"/>
                </a:lnTo>
                <a:lnTo>
                  <a:pt x="39" y="470"/>
                </a:lnTo>
                <a:lnTo>
                  <a:pt x="39" y="468"/>
                </a:lnTo>
                <a:lnTo>
                  <a:pt x="39" y="467"/>
                </a:lnTo>
                <a:lnTo>
                  <a:pt x="39" y="466"/>
                </a:lnTo>
                <a:lnTo>
                  <a:pt x="41" y="461"/>
                </a:lnTo>
                <a:lnTo>
                  <a:pt x="42" y="460"/>
                </a:lnTo>
                <a:lnTo>
                  <a:pt x="42" y="459"/>
                </a:lnTo>
                <a:lnTo>
                  <a:pt x="42" y="458"/>
                </a:lnTo>
                <a:lnTo>
                  <a:pt x="41" y="458"/>
                </a:lnTo>
                <a:lnTo>
                  <a:pt x="40" y="459"/>
                </a:lnTo>
                <a:lnTo>
                  <a:pt x="39" y="456"/>
                </a:lnTo>
                <a:lnTo>
                  <a:pt x="39" y="455"/>
                </a:lnTo>
                <a:lnTo>
                  <a:pt x="40" y="453"/>
                </a:lnTo>
                <a:lnTo>
                  <a:pt x="41" y="452"/>
                </a:lnTo>
                <a:lnTo>
                  <a:pt x="41" y="451"/>
                </a:lnTo>
                <a:lnTo>
                  <a:pt x="42" y="451"/>
                </a:lnTo>
                <a:lnTo>
                  <a:pt x="41" y="450"/>
                </a:lnTo>
                <a:lnTo>
                  <a:pt x="41" y="448"/>
                </a:lnTo>
                <a:lnTo>
                  <a:pt x="41" y="447"/>
                </a:lnTo>
                <a:lnTo>
                  <a:pt x="41" y="446"/>
                </a:lnTo>
                <a:lnTo>
                  <a:pt x="39" y="448"/>
                </a:lnTo>
                <a:lnTo>
                  <a:pt x="38" y="448"/>
                </a:lnTo>
                <a:lnTo>
                  <a:pt x="38" y="447"/>
                </a:lnTo>
                <a:lnTo>
                  <a:pt x="37" y="447"/>
                </a:lnTo>
                <a:lnTo>
                  <a:pt x="36" y="447"/>
                </a:lnTo>
                <a:lnTo>
                  <a:pt x="35" y="447"/>
                </a:lnTo>
                <a:lnTo>
                  <a:pt x="35" y="448"/>
                </a:lnTo>
                <a:lnTo>
                  <a:pt x="35" y="449"/>
                </a:lnTo>
                <a:lnTo>
                  <a:pt x="34" y="449"/>
                </a:lnTo>
                <a:lnTo>
                  <a:pt x="33" y="449"/>
                </a:lnTo>
                <a:lnTo>
                  <a:pt x="33" y="448"/>
                </a:lnTo>
                <a:lnTo>
                  <a:pt x="31" y="448"/>
                </a:lnTo>
                <a:lnTo>
                  <a:pt x="30" y="449"/>
                </a:lnTo>
                <a:lnTo>
                  <a:pt x="28" y="450"/>
                </a:lnTo>
                <a:lnTo>
                  <a:pt x="26" y="450"/>
                </a:lnTo>
                <a:lnTo>
                  <a:pt x="25" y="450"/>
                </a:lnTo>
                <a:lnTo>
                  <a:pt x="25" y="451"/>
                </a:lnTo>
                <a:lnTo>
                  <a:pt x="24" y="451"/>
                </a:lnTo>
                <a:lnTo>
                  <a:pt x="24" y="452"/>
                </a:lnTo>
                <a:lnTo>
                  <a:pt x="23" y="453"/>
                </a:lnTo>
                <a:lnTo>
                  <a:pt x="22" y="453"/>
                </a:lnTo>
                <a:lnTo>
                  <a:pt x="22" y="452"/>
                </a:lnTo>
                <a:lnTo>
                  <a:pt x="21" y="452"/>
                </a:lnTo>
                <a:lnTo>
                  <a:pt x="21" y="453"/>
                </a:lnTo>
                <a:lnTo>
                  <a:pt x="20" y="454"/>
                </a:lnTo>
                <a:lnTo>
                  <a:pt x="19" y="454"/>
                </a:lnTo>
                <a:lnTo>
                  <a:pt x="18" y="455"/>
                </a:lnTo>
                <a:lnTo>
                  <a:pt x="16" y="456"/>
                </a:lnTo>
                <a:lnTo>
                  <a:pt x="15" y="456"/>
                </a:lnTo>
                <a:lnTo>
                  <a:pt x="14" y="455"/>
                </a:lnTo>
                <a:lnTo>
                  <a:pt x="13" y="453"/>
                </a:lnTo>
                <a:lnTo>
                  <a:pt x="11" y="452"/>
                </a:lnTo>
                <a:lnTo>
                  <a:pt x="9" y="453"/>
                </a:lnTo>
                <a:lnTo>
                  <a:pt x="8" y="453"/>
                </a:lnTo>
                <a:lnTo>
                  <a:pt x="6" y="452"/>
                </a:lnTo>
                <a:lnTo>
                  <a:pt x="5" y="452"/>
                </a:lnTo>
                <a:lnTo>
                  <a:pt x="5" y="451"/>
                </a:lnTo>
                <a:lnTo>
                  <a:pt x="6" y="451"/>
                </a:lnTo>
                <a:lnTo>
                  <a:pt x="6" y="449"/>
                </a:lnTo>
                <a:lnTo>
                  <a:pt x="5" y="449"/>
                </a:lnTo>
                <a:lnTo>
                  <a:pt x="5" y="448"/>
                </a:lnTo>
                <a:lnTo>
                  <a:pt x="5" y="447"/>
                </a:lnTo>
                <a:lnTo>
                  <a:pt x="5" y="448"/>
                </a:lnTo>
                <a:lnTo>
                  <a:pt x="5" y="447"/>
                </a:lnTo>
                <a:lnTo>
                  <a:pt x="6" y="447"/>
                </a:lnTo>
                <a:lnTo>
                  <a:pt x="7" y="446"/>
                </a:lnTo>
                <a:lnTo>
                  <a:pt x="8" y="445"/>
                </a:lnTo>
                <a:lnTo>
                  <a:pt x="9" y="445"/>
                </a:lnTo>
                <a:lnTo>
                  <a:pt x="9" y="444"/>
                </a:lnTo>
                <a:lnTo>
                  <a:pt x="8" y="444"/>
                </a:lnTo>
                <a:lnTo>
                  <a:pt x="8" y="443"/>
                </a:lnTo>
                <a:lnTo>
                  <a:pt x="7" y="443"/>
                </a:lnTo>
                <a:lnTo>
                  <a:pt x="6" y="443"/>
                </a:lnTo>
                <a:lnTo>
                  <a:pt x="5" y="443"/>
                </a:lnTo>
                <a:lnTo>
                  <a:pt x="4" y="443"/>
                </a:lnTo>
                <a:lnTo>
                  <a:pt x="4" y="441"/>
                </a:lnTo>
                <a:lnTo>
                  <a:pt x="4" y="440"/>
                </a:lnTo>
                <a:lnTo>
                  <a:pt x="4" y="438"/>
                </a:lnTo>
                <a:lnTo>
                  <a:pt x="4" y="437"/>
                </a:lnTo>
                <a:lnTo>
                  <a:pt x="3" y="437"/>
                </a:lnTo>
                <a:lnTo>
                  <a:pt x="3" y="436"/>
                </a:lnTo>
                <a:lnTo>
                  <a:pt x="3" y="435"/>
                </a:lnTo>
                <a:lnTo>
                  <a:pt x="5" y="434"/>
                </a:lnTo>
                <a:lnTo>
                  <a:pt x="7" y="430"/>
                </a:lnTo>
                <a:lnTo>
                  <a:pt x="7" y="429"/>
                </a:lnTo>
                <a:lnTo>
                  <a:pt x="6" y="426"/>
                </a:lnTo>
                <a:lnTo>
                  <a:pt x="5" y="427"/>
                </a:lnTo>
                <a:lnTo>
                  <a:pt x="5" y="428"/>
                </a:lnTo>
                <a:lnTo>
                  <a:pt x="4" y="428"/>
                </a:lnTo>
                <a:lnTo>
                  <a:pt x="3" y="428"/>
                </a:lnTo>
                <a:lnTo>
                  <a:pt x="2" y="428"/>
                </a:lnTo>
                <a:lnTo>
                  <a:pt x="2" y="427"/>
                </a:lnTo>
                <a:lnTo>
                  <a:pt x="1" y="427"/>
                </a:lnTo>
                <a:lnTo>
                  <a:pt x="1" y="426"/>
                </a:lnTo>
                <a:lnTo>
                  <a:pt x="0" y="426"/>
                </a:lnTo>
                <a:lnTo>
                  <a:pt x="0" y="425"/>
                </a:lnTo>
                <a:lnTo>
                  <a:pt x="0" y="424"/>
                </a:lnTo>
                <a:lnTo>
                  <a:pt x="0" y="423"/>
                </a:lnTo>
                <a:lnTo>
                  <a:pt x="1" y="422"/>
                </a:lnTo>
                <a:lnTo>
                  <a:pt x="2" y="422"/>
                </a:lnTo>
                <a:lnTo>
                  <a:pt x="2" y="420"/>
                </a:lnTo>
                <a:lnTo>
                  <a:pt x="2" y="419"/>
                </a:lnTo>
                <a:lnTo>
                  <a:pt x="2" y="418"/>
                </a:lnTo>
                <a:lnTo>
                  <a:pt x="3" y="418"/>
                </a:lnTo>
                <a:lnTo>
                  <a:pt x="3" y="417"/>
                </a:lnTo>
                <a:lnTo>
                  <a:pt x="3" y="416"/>
                </a:lnTo>
                <a:lnTo>
                  <a:pt x="2" y="416"/>
                </a:lnTo>
                <a:lnTo>
                  <a:pt x="2" y="414"/>
                </a:lnTo>
                <a:lnTo>
                  <a:pt x="3" y="413"/>
                </a:lnTo>
                <a:lnTo>
                  <a:pt x="3" y="412"/>
                </a:lnTo>
                <a:lnTo>
                  <a:pt x="2" y="411"/>
                </a:lnTo>
                <a:lnTo>
                  <a:pt x="2" y="410"/>
                </a:lnTo>
                <a:lnTo>
                  <a:pt x="3" y="409"/>
                </a:lnTo>
                <a:lnTo>
                  <a:pt x="4" y="409"/>
                </a:lnTo>
                <a:lnTo>
                  <a:pt x="4" y="410"/>
                </a:lnTo>
                <a:lnTo>
                  <a:pt x="4" y="409"/>
                </a:lnTo>
                <a:lnTo>
                  <a:pt x="5" y="408"/>
                </a:lnTo>
                <a:lnTo>
                  <a:pt x="7" y="406"/>
                </a:lnTo>
                <a:lnTo>
                  <a:pt x="8" y="406"/>
                </a:lnTo>
                <a:lnTo>
                  <a:pt x="9" y="405"/>
                </a:lnTo>
                <a:lnTo>
                  <a:pt x="9" y="402"/>
                </a:lnTo>
                <a:lnTo>
                  <a:pt x="10" y="401"/>
                </a:lnTo>
                <a:lnTo>
                  <a:pt x="11" y="399"/>
                </a:lnTo>
                <a:lnTo>
                  <a:pt x="13" y="397"/>
                </a:lnTo>
                <a:lnTo>
                  <a:pt x="13" y="396"/>
                </a:lnTo>
                <a:lnTo>
                  <a:pt x="14" y="396"/>
                </a:lnTo>
                <a:lnTo>
                  <a:pt x="14" y="395"/>
                </a:lnTo>
                <a:lnTo>
                  <a:pt x="13" y="394"/>
                </a:lnTo>
                <a:lnTo>
                  <a:pt x="13" y="393"/>
                </a:lnTo>
                <a:lnTo>
                  <a:pt x="15" y="391"/>
                </a:lnTo>
                <a:lnTo>
                  <a:pt x="16" y="389"/>
                </a:lnTo>
                <a:lnTo>
                  <a:pt x="17" y="389"/>
                </a:lnTo>
                <a:lnTo>
                  <a:pt x="18" y="388"/>
                </a:lnTo>
                <a:lnTo>
                  <a:pt x="19" y="387"/>
                </a:lnTo>
                <a:lnTo>
                  <a:pt x="19" y="386"/>
                </a:lnTo>
                <a:lnTo>
                  <a:pt x="21" y="384"/>
                </a:lnTo>
                <a:lnTo>
                  <a:pt x="21" y="383"/>
                </a:lnTo>
                <a:lnTo>
                  <a:pt x="21" y="380"/>
                </a:lnTo>
                <a:lnTo>
                  <a:pt x="20" y="377"/>
                </a:lnTo>
                <a:lnTo>
                  <a:pt x="20" y="376"/>
                </a:lnTo>
                <a:lnTo>
                  <a:pt x="20" y="375"/>
                </a:lnTo>
                <a:lnTo>
                  <a:pt x="18" y="373"/>
                </a:lnTo>
                <a:lnTo>
                  <a:pt x="17" y="373"/>
                </a:lnTo>
                <a:lnTo>
                  <a:pt x="17" y="374"/>
                </a:lnTo>
                <a:lnTo>
                  <a:pt x="16" y="373"/>
                </a:lnTo>
                <a:lnTo>
                  <a:pt x="15" y="372"/>
                </a:lnTo>
                <a:lnTo>
                  <a:pt x="16" y="372"/>
                </a:lnTo>
                <a:lnTo>
                  <a:pt x="16" y="371"/>
                </a:lnTo>
                <a:lnTo>
                  <a:pt x="15" y="371"/>
                </a:lnTo>
                <a:lnTo>
                  <a:pt x="15" y="370"/>
                </a:lnTo>
                <a:lnTo>
                  <a:pt x="16" y="368"/>
                </a:lnTo>
                <a:lnTo>
                  <a:pt x="17" y="366"/>
                </a:lnTo>
                <a:lnTo>
                  <a:pt x="17" y="365"/>
                </a:lnTo>
                <a:lnTo>
                  <a:pt x="17" y="364"/>
                </a:lnTo>
                <a:lnTo>
                  <a:pt x="18" y="363"/>
                </a:lnTo>
                <a:lnTo>
                  <a:pt x="20" y="361"/>
                </a:lnTo>
                <a:lnTo>
                  <a:pt x="21" y="360"/>
                </a:lnTo>
                <a:lnTo>
                  <a:pt x="23" y="360"/>
                </a:lnTo>
                <a:lnTo>
                  <a:pt x="23" y="359"/>
                </a:lnTo>
                <a:lnTo>
                  <a:pt x="23" y="358"/>
                </a:lnTo>
                <a:lnTo>
                  <a:pt x="23" y="357"/>
                </a:lnTo>
                <a:lnTo>
                  <a:pt x="24" y="356"/>
                </a:lnTo>
                <a:lnTo>
                  <a:pt x="25" y="356"/>
                </a:lnTo>
                <a:lnTo>
                  <a:pt x="26" y="355"/>
                </a:lnTo>
                <a:lnTo>
                  <a:pt x="27" y="355"/>
                </a:lnTo>
                <a:lnTo>
                  <a:pt x="27" y="356"/>
                </a:lnTo>
                <a:lnTo>
                  <a:pt x="27" y="357"/>
                </a:lnTo>
                <a:lnTo>
                  <a:pt x="30" y="357"/>
                </a:lnTo>
                <a:lnTo>
                  <a:pt x="30" y="355"/>
                </a:lnTo>
                <a:lnTo>
                  <a:pt x="30" y="354"/>
                </a:lnTo>
                <a:lnTo>
                  <a:pt x="31" y="353"/>
                </a:lnTo>
                <a:lnTo>
                  <a:pt x="31" y="352"/>
                </a:lnTo>
                <a:lnTo>
                  <a:pt x="31" y="351"/>
                </a:lnTo>
                <a:lnTo>
                  <a:pt x="32" y="351"/>
                </a:lnTo>
                <a:lnTo>
                  <a:pt x="33" y="352"/>
                </a:lnTo>
                <a:lnTo>
                  <a:pt x="33" y="353"/>
                </a:lnTo>
                <a:lnTo>
                  <a:pt x="34" y="353"/>
                </a:lnTo>
                <a:lnTo>
                  <a:pt x="35" y="353"/>
                </a:lnTo>
                <a:lnTo>
                  <a:pt x="36" y="354"/>
                </a:lnTo>
                <a:lnTo>
                  <a:pt x="37" y="353"/>
                </a:lnTo>
                <a:lnTo>
                  <a:pt x="38" y="353"/>
                </a:lnTo>
                <a:lnTo>
                  <a:pt x="39" y="352"/>
                </a:lnTo>
                <a:lnTo>
                  <a:pt x="38" y="352"/>
                </a:lnTo>
                <a:lnTo>
                  <a:pt x="39" y="351"/>
                </a:lnTo>
                <a:lnTo>
                  <a:pt x="40" y="351"/>
                </a:lnTo>
                <a:lnTo>
                  <a:pt x="40" y="350"/>
                </a:lnTo>
                <a:lnTo>
                  <a:pt x="40" y="349"/>
                </a:lnTo>
                <a:lnTo>
                  <a:pt x="40" y="348"/>
                </a:lnTo>
                <a:lnTo>
                  <a:pt x="41" y="348"/>
                </a:lnTo>
                <a:lnTo>
                  <a:pt x="41" y="349"/>
                </a:lnTo>
                <a:lnTo>
                  <a:pt x="42" y="349"/>
                </a:lnTo>
                <a:lnTo>
                  <a:pt x="43" y="349"/>
                </a:lnTo>
                <a:lnTo>
                  <a:pt x="44" y="349"/>
                </a:lnTo>
                <a:lnTo>
                  <a:pt x="44" y="348"/>
                </a:lnTo>
                <a:lnTo>
                  <a:pt x="45" y="348"/>
                </a:lnTo>
                <a:lnTo>
                  <a:pt x="44" y="347"/>
                </a:lnTo>
                <a:lnTo>
                  <a:pt x="43" y="347"/>
                </a:lnTo>
                <a:lnTo>
                  <a:pt x="43" y="346"/>
                </a:lnTo>
                <a:lnTo>
                  <a:pt x="44" y="346"/>
                </a:lnTo>
                <a:lnTo>
                  <a:pt x="44" y="345"/>
                </a:lnTo>
                <a:lnTo>
                  <a:pt x="45" y="345"/>
                </a:lnTo>
                <a:lnTo>
                  <a:pt x="46" y="344"/>
                </a:lnTo>
                <a:lnTo>
                  <a:pt x="46" y="345"/>
                </a:lnTo>
                <a:lnTo>
                  <a:pt x="47" y="345"/>
                </a:lnTo>
                <a:lnTo>
                  <a:pt x="48" y="345"/>
                </a:lnTo>
                <a:lnTo>
                  <a:pt x="48" y="344"/>
                </a:lnTo>
                <a:lnTo>
                  <a:pt x="49" y="344"/>
                </a:lnTo>
                <a:lnTo>
                  <a:pt x="49" y="345"/>
                </a:lnTo>
                <a:lnTo>
                  <a:pt x="50" y="345"/>
                </a:lnTo>
                <a:lnTo>
                  <a:pt x="51" y="345"/>
                </a:lnTo>
                <a:lnTo>
                  <a:pt x="52" y="345"/>
                </a:lnTo>
                <a:lnTo>
                  <a:pt x="53" y="345"/>
                </a:lnTo>
                <a:lnTo>
                  <a:pt x="52" y="345"/>
                </a:lnTo>
                <a:lnTo>
                  <a:pt x="53" y="345"/>
                </a:lnTo>
                <a:lnTo>
                  <a:pt x="52" y="344"/>
                </a:lnTo>
                <a:lnTo>
                  <a:pt x="53" y="344"/>
                </a:lnTo>
                <a:lnTo>
                  <a:pt x="52" y="344"/>
                </a:lnTo>
                <a:lnTo>
                  <a:pt x="53" y="344"/>
                </a:lnTo>
                <a:lnTo>
                  <a:pt x="53" y="343"/>
                </a:lnTo>
                <a:lnTo>
                  <a:pt x="53" y="342"/>
                </a:lnTo>
                <a:lnTo>
                  <a:pt x="54" y="342"/>
                </a:lnTo>
                <a:lnTo>
                  <a:pt x="55" y="342"/>
                </a:lnTo>
                <a:lnTo>
                  <a:pt x="55" y="341"/>
                </a:lnTo>
                <a:lnTo>
                  <a:pt x="54" y="340"/>
                </a:lnTo>
                <a:lnTo>
                  <a:pt x="53" y="339"/>
                </a:lnTo>
                <a:lnTo>
                  <a:pt x="53" y="338"/>
                </a:lnTo>
                <a:lnTo>
                  <a:pt x="52" y="338"/>
                </a:lnTo>
                <a:lnTo>
                  <a:pt x="51" y="338"/>
                </a:lnTo>
                <a:lnTo>
                  <a:pt x="51" y="337"/>
                </a:lnTo>
                <a:lnTo>
                  <a:pt x="52" y="337"/>
                </a:lnTo>
                <a:lnTo>
                  <a:pt x="52" y="336"/>
                </a:lnTo>
                <a:lnTo>
                  <a:pt x="51" y="336"/>
                </a:lnTo>
                <a:lnTo>
                  <a:pt x="51" y="335"/>
                </a:lnTo>
                <a:lnTo>
                  <a:pt x="50" y="335"/>
                </a:lnTo>
                <a:lnTo>
                  <a:pt x="50" y="334"/>
                </a:lnTo>
                <a:lnTo>
                  <a:pt x="50" y="333"/>
                </a:lnTo>
                <a:lnTo>
                  <a:pt x="50" y="332"/>
                </a:lnTo>
                <a:lnTo>
                  <a:pt x="49" y="332"/>
                </a:lnTo>
                <a:lnTo>
                  <a:pt x="48" y="332"/>
                </a:lnTo>
                <a:lnTo>
                  <a:pt x="48" y="331"/>
                </a:lnTo>
                <a:lnTo>
                  <a:pt x="48" y="330"/>
                </a:lnTo>
                <a:lnTo>
                  <a:pt x="49" y="330"/>
                </a:lnTo>
                <a:lnTo>
                  <a:pt x="49" y="329"/>
                </a:lnTo>
                <a:lnTo>
                  <a:pt x="48" y="329"/>
                </a:lnTo>
                <a:lnTo>
                  <a:pt x="48" y="328"/>
                </a:lnTo>
                <a:lnTo>
                  <a:pt x="47" y="328"/>
                </a:lnTo>
                <a:lnTo>
                  <a:pt x="46" y="327"/>
                </a:lnTo>
                <a:lnTo>
                  <a:pt x="46" y="326"/>
                </a:lnTo>
                <a:lnTo>
                  <a:pt x="47" y="325"/>
                </a:lnTo>
                <a:lnTo>
                  <a:pt x="47" y="326"/>
                </a:lnTo>
                <a:lnTo>
                  <a:pt x="48" y="325"/>
                </a:lnTo>
                <a:lnTo>
                  <a:pt x="49" y="324"/>
                </a:lnTo>
                <a:lnTo>
                  <a:pt x="50" y="324"/>
                </a:lnTo>
                <a:lnTo>
                  <a:pt x="51" y="324"/>
                </a:lnTo>
                <a:lnTo>
                  <a:pt x="52" y="324"/>
                </a:lnTo>
                <a:lnTo>
                  <a:pt x="53" y="324"/>
                </a:lnTo>
                <a:lnTo>
                  <a:pt x="53" y="323"/>
                </a:lnTo>
                <a:lnTo>
                  <a:pt x="54" y="323"/>
                </a:lnTo>
                <a:lnTo>
                  <a:pt x="54" y="324"/>
                </a:lnTo>
                <a:lnTo>
                  <a:pt x="55" y="324"/>
                </a:lnTo>
                <a:lnTo>
                  <a:pt x="56" y="324"/>
                </a:lnTo>
                <a:lnTo>
                  <a:pt x="57" y="323"/>
                </a:lnTo>
                <a:lnTo>
                  <a:pt x="58" y="322"/>
                </a:lnTo>
                <a:lnTo>
                  <a:pt x="59" y="322"/>
                </a:lnTo>
                <a:lnTo>
                  <a:pt x="60" y="322"/>
                </a:lnTo>
                <a:lnTo>
                  <a:pt x="61" y="322"/>
                </a:lnTo>
                <a:lnTo>
                  <a:pt x="61" y="321"/>
                </a:lnTo>
                <a:lnTo>
                  <a:pt x="61" y="320"/>
                </a:lnTo>
                <a:lnTo>
                  <a:pt x="61" y="319"/>
                </a:lnTo>
                <a:lnTo>
                  <a:pt x="61" y="318"/>
                </a:lnTo>
                <a:lnTo>
                  <a:pt x="62" y="317"/>
                </a:lnTo>
                <a:lnTo>
                  <a:pt x="63" y="316"/>
                </a:lnTo>
                <a:lnTo>
                  <a:pt x="63" y="315"/>
                </a:lnTo>
                <a:lnTo>
                  <a:pt x="63" y="314"/>
                </a:lnTo>
                <a:lnTo>
                  <a:pt x="64" y="314"/>
                </a:lnTo>
                <a:lnTo>
                  <a:pt x="65" y="313"/>
                </a:lnTo>
                <a:lnTo>
                  <a:pt x="65" y="312"/>
                </a:lnTo>
                <a:lnTo>
                  <a:pt x="65" y="311"/>
                </a:lnTo>
                <a:lnTo>
                  <a:pt x="66" y="311"/>
                </a:lnTo>
                <a:lnTo>
                  <a:pt x="67" y="310"/>
                </a:lnTo>
                <a:lnTo>
                  <a:pt x="68" y="310"/>
                </a:lnTo>
                <a:lnTo>
                  <a:pt x="69" y="310"/>
                </a:lnTo>
                <a:lnTo>
                  <a:pt x="70" y="310"/>
                </a:lnTo>
                <a:lnTo>
                  <a:pt x="70" y="309"/>
                </a:lnTo>
                <a:lnTo>
                  <a:pt x="70" y="308"/>
                </a:lnTo>
                <a:lnTo>
                  <a:pt x="71" y="308"/>
                </a:lnTo>
                <a:lnTo>
                  <a:pt x="72" y="307"/>
                </a:lnTo>
                <a:lnTo>
                  <a:pt x="72" y="306"/>
                </a:lnTo>
                <a:lnTo>
                  <a:pt x="71" y="305"/>
                </a:lnTo>
                <a:lnTo>
                  <a:pt x="71" y="304"/>
                </a:lnTo>
                <a:lnTo>
                  <a:pt x="72" y="304"/>
                </a:lnTo>
                <a:lnTo>
                  <a:pt x="73" y="304"/>
                </a:lnTo>
                <a:lnTo>
                  <a:pt x="73" y="305"/>
                </a:lnTo>
                <a:lnTo>
                  <a:pt x="74" y="304"/>
                </a:lnTo>
                <a:lnTo>
                  <a:pt x="74" y="303"/>
                </a:lnTo>
                <a:lnTo>
                  <a:pt x="75" y="302"/>
                </a:lnTo>
                <a:lnTo>
                  <a:pt x="76" y="301"/>
                </a:lnTo>
                <a:lnTo>
                  <a:pt x="76" y="300"/>
                </a:lnTo>
                <a:lnTo>
                  <a:pt x="77" y="300"/>
                </a:lnTo>
                <a:lnTo>
                  <a:pt x="78" y="300"/>
                </a:lnTo>
                <a:lnTo>
                  <a:pt x="78" y="299"/>
                </a:lnTo>
                <a:lnTo>
                  <a:pt x="79" y="299"/>
                </a:lnTo>
                <a:lnTo>
                  <a:pt x="79" y="298"/>
                </a:lnTo>
                <a:lnTo>
                  <a:pt x="78" y="298"/>
                </a:lnTo>
                <a:lnTo>
                  <a:pt x="78" y="297"/>
                </a:lnTo>
                <a:lnTo>
                  <a:pt x="77" y="297"/>
                </a:lnTo>
                <a:lnTo>
                  <a:pt x="77" y="296"/>
                </a:lnTo>
                <a:lnTo>
                  <a:pt x="76" y="296"/>
                </a:lnTo>
                <a:lnTo>
                  <a:pt x="76" y="295"/>
                </a:lnTo>
                <a:lnTo>
                  <a:pt x="77" y="295"/>
                </a:lnTo>
                <a:lnTo>
                  <a:pt x="77" y="296"/>
                </a:lnTo>
                <a:lnTo>
                  <a:pt x="78" y="295"/>
                </a:lnTo>
                <a:lnTo>
                  <a:pt x="79" y="294"/>
                </a:lnTo>
                <a:lnTo>
                  <a:pt x="79" y="293"/>
                </a:lnTo>
                <a:lnTo>
                  <a:pt x="78" y="293"/>
                </a:lnTo>
                <a:lnTo>
                  <a:pt x="77" y="292"/>
                </a:lnTo>
                <a:lnTo>
                  <a:pt x="78" y="291"/>
                </a:lnTo>
                <a:lnTo>
                  <a:pt x="78" y="290"/>
                </a:lnTo>
                <a:lnTo>
                  <a:pt x="78" y="289"/>
                </a:lnTo>
                <a:lnTo>
                  <a:pt x="78" y="288"/>
                </a:lnTo>
                <a:lnTo>
                  <a:pt x="77" y="288"/>
                </a:lnTo>
                <a:lnTo>
                  <a:pt x="77" y="287"/>
                </a:lnTo>
                <a:lnTo>
                  <a:pt x="76" y="288"/>
                </a:lnTo>
                <a:lnTo>
                  <a:pt x="75" y="288"/>
                </a:lnTo>
                <a:lnTo>
                  <a:pt x="75" y="287"/>
                </a:lnTo>
                <a:lnTo>
                  <a:pt x="74" y="287"/>
                </a:lnTo>
                <a:lnTo>
                  <a:pt x="74" y="288"/>
                </a:lnTo>
                <a:lnTo>
                  <a:pt x="73" y="287"/>
                </a:lnTo>
                <a:lnTo>
                  <a:pt x="72" y="287"/>
                </a:lnTo>
                <a:lnTo>
                  <a:pt x="72" y="286"/>
                </a:lnTo>
                <a:lnTo>
                  <a:pt x="71" y="284"/>
                </a:lnTo>
                <a:lnTo>
                  <a:pt x="69" y="283"/>
                </a:lnTo>
                <a:lnTo>
                  <a:pt x="68" y="283"/>
                </a:lnTo>
                <a:lnTo>
                  <a:pt x="67" y="282"/>
                </a:lnTo>
                <a:lnTo>
                  <a:pt x="68" y="282"/>
                </a:lnTo>
                <a:lnTo>
                  <a:pt x="68" y="281"/>
                </a:lnTo>
                <a:lnTo>
                  <a:pt x="69" y="280"/>
                </a:lnTo>
                <a:lnTo>
                  <a:pt x="70" y="279"/>
                </a:lnTo>
                <a:lnTo>
                  <a:pt x="71" y="278"/>
                </a:lnTo>
                <a:lnTo>
                  <a:pt x="71" y="277"/>
                </a:lnTo>
                <a:lnTo>
                  <a:pt x="72" y="277"/>
                </a:lnTo>
                <a:lnTo>
                  <a:pt x="72" y="276"/>
                </a:lnTo>
                <a:lnTo>
                  <a:pt x="71" y="275"/>
                </a:lnTo>
                <a:lnTo>
                  <a:pt x="71" y="274"/>
                </a:lnTo>
                <a:lnTo>
                  <a:pt x="70" y="274"/>
                </a:lnTo>
                <a:lnTo>
                  <a:pt x="69" y="273"/>
                </a:lnTo>
                <a:lnTo>
                  <a:pt x="68" y="273"/>
                </a:lnTo>
                <a:lnTo>
                  <a:pt x="67" y="273"/>
                </a:lnTo>
                <a:lnTo>
                  <a:pt x="66" y="273"/>
                </a:lnTo>
                <a:lnTo>
                  <a:pt x="64" y="273"/>
                </a:lnTo>
                <a:lnTo>
                  <a:pt x="63" y="272"/>
                </a:lnTo>
                <a:lnTo>
                  <a:pt x="62" y="271"/>
                </a:lnTo>
                <a:lnTo>
                  <a:pt x="61" y="270"/>
                </a:lnTo>
                <a:lnTo>
                  <a:pt x="60" y="269"/>
                </a:lnTo>
                <a:lnTo>
                  <a:pt x="60" y="268"/>
                </a:lnTo>
                <a:lnTo>
                  <a:pt x="59" y="268"/>
                </a:lnTo>
                <a:lnTo>
                  <a:pt x="58" y="268"/>
                </a:lnTo>
                <a:lnTo>
                  <a:pt x="57" y="268"/>
                </a:lnTo>
                <a:lnTo>
                  <a:pt x="55" y="268"/>
                </a:lnTo>
                <a:lnTo>
                  <a:pt x="55" y="267"/>
                </a:lnTo>
                <a:lnTo>
                  <a:pt x="53" y="265"/>
                </a:lnTo>
                <a:lnTo>
                  <a:pt x="54" y="265"/>
                </a:lnTo>
                <a:lnTo>
                  <a:pt x="54" y="264"/>
                </a:lnTo>
                <a:lnTo>
                  <a:pt x="54" y="263"/>
                </a:lnTo>
                <a:lnTo>
                  <a:pt x="55" y="262"/>
                </a:lnTo>
                <a:lnTo>
                  <a:pt x="55" y="261"/>
                </a:lnTo>
                <a:lnTo>
                  <a:pt x="56" y="261"/>
                </a:lnTo>
                <a:lnTo>
                  <a:pt x="57" y="260"/>
                </a:lnTo>
                <a:lnTo>
                  <a:pt x="58" y="259"/>
                </a:lnTo>
                <a:lnTo>
                  <a:pt x="59" y="257"/>
                </a:lnTo>
                <a:lnTo>
                  <a:pt x="58" y="256"/>
                </a:lnTo>
                <a:lnTo>
                  <a:pt x="57" y="256"/>
                </a:lnTo>
                <a:lnTo>
                  <a:pt x="57" y="255"/>
                </a:lnTo>
                <a:lnTo>
                  <a:pt x="58" y="254"/>
                </a:lnTo>
                <a:lnTo>
                  <a:pt x="58" y="252"/>
                </a:lnTo>
                <a:lnTo>
                  <a:pt x="58" y="251"/>
                </a:lnTo>
                <a:lnTo>
                  <a:pt x="58" y="250"/>
                </a:lnTo>
                <a:lnTo>
                  <a:pt x="58" y="249"/>
                </a:lnTo>
                <a:lnTo>
                  <a:pt x="57" y="249"/>
                </a:lnTo>
                <a:lnTo>
                  <a:pt x="57" y="248"/>
                </a:lnTo>
                <a:lnTo>
                  <a:pt x="58" y="248"/>
                </a:lnTo>
                <a:lnTo>
                  <a:pt x="57" y="247"/>
                </a:lnTo>
                <a:lnTo>
                  <a:pt x="56" y="246"/>
                </a:lnTo>
                <a:lnTo>
                  <a:pt x="56" y="245"/>
                </a:lnTo>
                <a:lnTo>
                  <a:pt x="56" y="244"/>
                </a:lnTo>
                <a:lnTo>
                  <a:pt x="57" y="243"/>
                </a:lnTo>
                <a:lnTo>
                  <a:pt x="58" y="243"/>
                </a:lnTo>
                <a:lnTo>
                  <a:pt x="58" y="242"/>
                </a:lnTo>
                <a:lnTo>
                  <a:pt x="58" y="241"/>
                </a:lnTo>
                <a:lnTo>
                  <a:pt x="58" y="240"/>
                </a:lnTo>
                <a:lnTo>
                  <a:pt x="59" y="240"/>
                </a:lnTo>
                <a:lnTo>
                  <a:pt x="59" y="239"/>
                </a:lnTo>
                <a:lnTo>
                  <a:pt x="59" y="238"/>
                </a:lnTo>
                <a:lnTo>
                  <a:pt x="59" y="237"/>
                </a:lnTo>
                <a:lnTo>
                  <a:pt x="59" y="236"/>
                </a:lnTo>
                <a:lnTo>
                  <a:pt x="59" y="235"/>
                </a:lnTo>
                <a:lnTo>
                  <a:pt x="60" y="234"/>
                </a:lnTo>
                <a:lnTo>
                  <a:pt x="60" y="233"/>
                </a:lnTo>
                <a:lnTo>
                  <a:pt x="59" y="233"/>
                </a:lnTo>
                <a:lnTo>
                  <a:pt x="59" y="232"/>
                </a:lnTo>
                <a:lnTo>
                  <a:pt x="58" y="232"/>
                </a:lnTo>
                <a:lnTo>
                  <a:pt x="57" y="231"/>
                </a:lnTo>
                <a:lnTo>
                  <a:pt x="57" y="229"/>
                </a:lnTo>
                <a:lnTo>
                  <a:pt x="58" y="229"/>
                </a:lnTo>
                <a:lnTo>
                  <a:pt x="58" y="228"/>
                </a:lnTo>
                <a:lnTo>
                  <a:pt x="58" y="227"/>
                </a:lnTo>
                <a:lnTo>
                  <a:pt x="58" y="225"/>
                </a:lnTo>
                <a:lnTo>
                  <a:pt x="58" y="224"/>
                </a:lnTo>
                <a:lnTo>
                  <a:pt x="58" y="223"/>
                </a:lnTo>
                <a:lnTo>
                  <a:pt x="58" y="222"/>
                </a:lnTo>
                <a:lnTo>
                  <a:pt x="57" y="223"/>
                </a:lnTo>
                <a:lnTo>
                  <a:pt x="57" y="224"/>
                </a:lnTo>
                <a:lnTo>
                  <a:pt x="56" y="224"/>
                </a:lnTo>
                <a:lnTo>
                  <a:pt x="55" y="223"/>
                </a:lnTo>
                <a:lnTo>
                  <a:pt x="55" y="222"/>
                </a:lnTo>
                <a:lnTo>
                  <a:pt x="54" y="221"/>
                </a:lnTo>
                <a:lnTo>
                  <a:pt x="53" y="222"/>
                </a:lnTo>
                <a:lnTo>
                  <a:pt x="52" y="223"/>
                </a:lnTo>
                <a:lnTo>
                  <a:pt x="52" y="222"/>
                </a:lnTo>
                <a:lnTo>
                  <a:pt x="51" y="223"/>
                </a:lnTo>
                <a:lnTo>
                  <a:pt x="51" y="224"/>
                </a:lnTo>
                <a:lnTo>
                  <a:pt x="50" y="224"/>
                </a:lnTo>
                <a:lnTo>
                  <a:pt x="49" y="223"/>
                </a:lnTo>
                <a:lnTo>
                  <a:pt x="48" y="224"/>
                </a:lnTo>
                <a:lnTo>
                  <a:pt x="48" y="223"/>
                </a:lnTo>
                <a:lnTo>
                  <a:pt x="47" y="223"/>
                </a:lnTo>
                <a:lnTo>
                  <a:pt x="47" y="222"/>
                </a:lnTo>
                <a:lnTo>
                  <a:pt x="46" y="222"/>
                </a:lnTo>
                <a:lnTo>
                  <a:pt x="46" y="221"/>
                </a:lnTo>
                <a:lnTo>
                  <a:pt x="46" y="220"/>
                </a:lnTo>
                <a:lnTo>
                  <a:pt x="45" y="219"/>
                </a:lnTo>
                <a:lnTo>
                  <a:pt x="45" y="217"/>
                </a:lnTo>
                <a:lnTo>
                  <a:pt x="46" y="216"/>
                </a:lnTo>
                <a:lnTo>
                  <a:pt x="46" y="215"/>
                </a:lnTo>
                <a:lnTo>
                  <a:pt x="45" y="214"/>
                </a:lnTo>
                <a:lnTo>
                  <a:pt x="44" y="213"/>
                </a:lnTo>
                <a:lnTo>
                  <a:pt x="43" y="213"/>
                </a:lnTo>
                <a:lnTo>
                  <a:pt x="42" y="214"/>
                </a:lnTo>
                <a:lnTo>
                  <a:pt x="42" y="215"/>
                </a:lnTo>
                <a:lnTo>
                  <a:pt x="41" y="215"/>
                </a:lnTo>
                <a:lnTo>
                  <a:pt x="41" y="216"/>
                </a:lnTo>
                <a:lnTo>
                  <a:pt x="41" y="215"/>
                </a:lnTo>
                <a:lnTo>
                  <a:pt x="41" y="214"/>
                </a:lnTo>
                <a:lnTo>
                  <a:pt x="40" y="213"/>
                </a:lnTo>
                <a:lnTo>
                  <a:pt x="40" y="212"/>
                </a:lnTo>
                <a:lnTo>
                  <a:pt x="39" y="212"/>
                </a:lnTo>
                <a:lnTo>
                  <a:pt x="38" y="212"/>
                </a:lnTo>
                <a:lnTo>
                  <a:pt x="37" y="212"/>
                </a:lnTo>
                <a:lnTo>
                  <a:pt x="37" y="211"/>
                </a:lnTo>
                <a:lnTo>
                  <a:pt x="37" y="210"/>
                </a:lnTo>
                <a:lnTo>
                  <a:pt x="37" y="209"/>
                </a:lnTo>
                <a:lnTo>
                  <a:pt x="38" y="209"/>
                </a:lnTo>
                <a:lnTo>
                  <a:pt x="38" y="208"/>
                </a:lnTo>
                <a:lnTo>
                  <a:pt x="37" y="206"/>
                </a:lnTo>
                <a:lnTo>
                  <a:pt x="37" y="207"/>
                </a:lnTo>
                <a:lnTo>
                  <a:pt x="36" y="207"/>
                </a:lnTo>
                <a:lnTo>
                  <a:pt x="36" y="206"/>
                </a:lnTo>
                <a:lnTo>
                  <a:pt x="35" y="207"/>
                </a:lnTo>
                <a:lnTo>
                  <a:pt x="34" y="208"/>
                </a:lnTo>
                <a:lnTo>
                  <a:pt x="34" y="209"/>
                </a:lnTo>
                <a:lnTo>
                  <a:pt x="33" y="209"/>
                </a:lnTo>
                <a:lnTo>
                  <a:pt x="33" y="208"/>
                </a:lnTo>
                <a:lnTo>
                  <a:pt x="32" y="208"/>
                </a:lnTo>
                <a:lnTo>
                  <a:pt x="32" y="207"/>
                </a:lnTo>
                <a:lnTo>
                  <a:pt x="31" y="207"/>
                </a:lnTo>
                <a:lnTo>
                  <a:pt x="31" y="206"/>
                </a:lnTo>
                <a:lnTo>
                  <a:pt x="31" y="205"/>
                </a:lnTo>
                <a:lnTo>
                  <a:pt x="31" y="204"/>
                </a:lnTo>
                <a:lnTo>
                  <a:pt x="30" y="204"/>
                </a:lnTo>
                <a:lnTo>
                  <a:pt x="30" y="203"/>
                </a:lnTo>
                <a:lnTo>
                  <a:pt x="30" y="202"/>
                </a:lnTo>
                <a:lnTo>
                  <a:pt x="30" y="201"/>
                </a:lnTo>
                <a:lnTo>
                  <a:pt x="31" y="201"/>
                </a:lnTo>
                <a:lnTo>
                  <a:pt x="31" y="200"/>
                </a:lnTo>
                <a:lnTo>
                  <a:pt x="30" y="200"/>
                </a:lnTo>
                <a:lnTo>
                  <a:pt x="30" y="199"/>
                </a:lnTo>
                <a:lnTo>
                  <a:pt x="30" y="198"/>
                </a:lnTo>
                <a:lnTo>
                  <a:pt x="29" y="198"/>
                </a:lnTo>
                <a:lnTo>
                  <a:pt x="29" y="197"/>
                </a:lnTo>
                <a:lnTo>
                  <a:pt x="28" y="197"/>
                </a:lnTo>
                <a:lnTo>
                  <a:pt x="28" y="196"/>
                </a:lnTo>
                <a:lnTo>
                  <a:pt x="29" y="196"/>
                </a:lnTo>
                <a:lnTo>
                  <a:pt x="29" y="195"/>
                </a:lnTo>
                <a:lnTo>
                  <a:pt x="29" y="194"/>
                </a:lnTo>
                <a:lnTo>
                  <a:pt x="28" y="194"/>
                </a:lnTo>
                <a:lnTo>
                  <a:pt x="28" y="193"/>
                </a:lnTo>
                <a:lnTo>
                  <a:pt x="28" y="192"/>
                </a:lnTo>
                <a:lnTo>
                  <a:pt x="28" y="191"/>
                </a:lnTo>
                <a:lnTo>
                  <a:pt x="28" y="190"/>
                </a:lnTo>
                <a:lnTo>
                  <a:pt x="29" y="190"/>
                </a:lnTo>
                <a:lnTo>
                  <a:pt x="29" y="189"/>
                </a:lnTo>
                <a:lnTo>
                  <a:pt x="28" y="189"/>
                </a:lnTo>
                <a:lnTo>
                  <a:pt x="28" y="188"/>
                </a:lnTo>
                <a:lnTo>
                  <a:pt x="29" y="188"/>
                </a:lnTo>
                <a:lnTo>
                  <a:pt x="29" y="186"/>
                </a:lnTo>
                <a:lnTo>
                  <a:pt x="28" y="186"/>
                </a:lnTo>
                <a:lnTo>
                  <a:pt x="28" y="185"/>
                </a:lnTo>
                <a:lnTo>
                  <a:pt x="29" y="185"/>
                </a:lnTo>
                <a:lnTo>
                  <a:pt x="30" y="185"/>
                </a:lnTo>
                <a:lnTo>
                  <a:pt x="31" y="185"/>
                </a:lnTo>
                <a:lnTo>
                  <a:pt x="31" y="184"/>
                </a:lnTo>
                <a:lnTo>
                  <a:pt x="31" y="183"/>
                </a:lnTo>
                <a:lnTo>
                  <a:pt x="32" y="183"/>
                </a:lnTo>
                <a:lnTo>
                  <a:pt x="32" y="182"/>
                </a:lnTo>
                <a:lnTo>
                  <a:pt x="32" y="181"/>
                </a:lnTo>
                <a:lnTo>
                  <a:pt x="32" y="180"/>
                </a:lnTo>
                <a:lnTo>
                  <a:pt x="33" y="180"/>
                </a:lnTo>
                <a:lnTo>
                  <a:pt x="34" y="180"/>
                </a:lnTo>
                <a:lnTo>
                  <a:pt x="35" y="179"/>
                </a:lnTo>
                <a:lnTo>
                  <a:pt x="35" y="178"/>
                </a:lnTo>
                <a:lnTo>
                  <a:pt x="36" y="178"/>
                </a:lnTo>
                <a:lnTo>
                  <a:pt x="37" y="177"/>
                </a:lnTo>
                <a:lnTo>
                  <a:pt x="38" y="175"/>
                </a:lnTo>
                <a:lnTo>
                  <a:pt x="39" y="174"/>
                </a:lnTo>
                <a:lnTo>
                  <a:pt x="39" y="173"/>
                </a:lnTo>
                <a:lnTo>
                  <a:pt x="40" y="173"/>
                </a:lnTo>
                <a:lnTo>
                  <a:pt x="40" y="172"/>
                </a:lnTo>
                <a:lnTo>
                  <a:pt x="41" y="172"/>
                </a:lnTo>
                <a:lnTo>
                  <a:pt x="41" y="171"/>
                </a:lnTo>
                <a:lnTo>
                  <a:pt x="42" y="169"/>
                </a:lnTo>
                <a:lnTo>
                  <a:pt x="42" y="168"/>
                </a:lnTo>
                <a:lnTo>
                  <a:pt x="43" y="168"/>
                </a:lnTo>
                <a:lnTo>
                  <a:pt x="42" y="168"/>
                </a:lnTo>
                <a:lnTo>
                  <a:pt x="42" y="167"/>
                </a:lnTo>
                <a:lnTo>
                  <a:pt x="43" y="167"/>
                </a:lnTo>
                <a:lnTo>
                  <a:pt x="44" y="167"/>
                </a:lnTo>
                <a:lnTo>
                  <a:pt x="45" y="166"/>
                </a:lnTo>
                <a:lnTo>
                  <a:pt x="46" y="166"/>
                </a:lnTo>
                <a:lnTo>
                  <a:pt x="47" y="166"/>
                </a:lnTo>
                <a:lnTo>
                  <a:pt x="48" y="166"/>
                </a:lnTo>
                <a:lnTo>
                  <a:pt x="49" y="166"/>
                </a:lnTo>
                <a:lnTo>
                  <a:pt x="49" y="165"/>
                </a:lnTo>
                <a:lnTo>
                  <a:pt x="50" y="165"/>
                </a:lnTo>
                <a:lnTo>
                  <a:pt x="51" y="166"/>
                </a:lnTo>
                <a:lnTo>
                  <a:pt x="52" y="166"/>
                </a:lnTo>
                <a:lnTo>
                  <a:pt x="52" y="165"/>
                </a:lnTo>
                <a:lnTo>
                  <a:pt x="53" y="165"/>
                </a:lnTo>
                <a:lnTo>
                  <a:pt x="54" y="165"/>
                </a:lnTo>
                <a:lnTo>
                  <a:pt x="55" y="165"/>
                </a:lnTo>
                <a:lnTo>
                  <a:pt x="56" y="165"/>
                </a:lnTo>
                <a:lnTo>
                  <a:pt x="58" y="163"/>
                </a:lnTo>
                <a:lnTo>
                  <a:pt x="59" y="163"/>
                </a:lnTo>
                <a:lnTo>
                  <a:pt x="60" y="162"/>
                </a:lnTo>
                <a:lnTo>
                  <a:pt x="61" y="162"/>
                </a:lnTo>
                <a:lnTo>
                  <a:pt x="61" y="161"/>
                </a:lnTo>
                <a:lnTo>
                  <a:pt x="62" y="161"/>
                </a:lnTo>
                <a:lnTo>
                  <a:pt x="63" y="161"/>
                </a:lnTo>
                <a:lnTo>
                  <a:pt x="64" y="162"/>
                </a:lnTo>
                <a:lnTo>
                  <a:pt x="65" y="161"/>
                </a:lnTo>
                <a:lnTo>
                  <a:pt x="66" y="161"/>
                </a:lnTo>
                <a:lnTo>
                  <a:pt x="66" y="159"/>
                </a:lnTo>
                <a:lnTo>
                  <a:pt x="65" y="159"/>
                </a:lnTo>
                <a:lnTo>
                  <a:pt x="64" y="157"/>
                </a:lnTo>
                <a:lnTo>
                  <a:pt x="64" y="156"/>
                </a:lnTo>
                <a:lnTo>
                  <a:pt x="65" y="156"/>
                </a:lnTo>
                <a:lnTo>
                  <a:pt x="65" y="155"/>
                </a:lnTo>
                <a:lnTo>
                  <a:pt x="65" y="154"/>
                </a:lnTo>
                <a:lnTo>
                  <a:pt x="65" y="153"/>
                </a:lnTo>
                <a:lnTo>
                  <a:pt x="66" y="152"/>
                </a:lnTo>
                <a:lnTo>
                  <a:pt x="65" y="151"/>
                </a:lnTo>
                <a:lnTo>
                  <a:pt x="64" y="151"/>
                </a:lnTo>
                <a:lnTo>
                  <a:pt x="64" y="150"/>
                </a:lnTo>
                <a:lnTo>
                  <a:pt x="64" y="149"/>
                </a:lnTo>
                <a:lnTo>
                  <a:pt x="65" y="149"/>
                </a:lnTo>
                <a:lnTo>
                  <a:pt x="65" y="148"/>
                </a:lnTo>
                <a:lnTo>
                  <a:pt x="65" y="147"/>
                </a:lnTo>
                <a:lnTo>
                  <a:pt x="65" y="146"/>
                </a:lnTo>
                <a:lnTo>
                  <a:pt x="65" y="145"/>
                </a:lnTo>
                <a:lnTo>
                  <a:pt x="64" y="145"/>
                </a:lnTo>
                <a:lnTo>
                  <a:pt x="64" y="144"/>
                </a:lnTo>
                <a:lnTo>
                  <a:pt x="66" y="143"/>
                </a:lnTo>
                <a:lnTo>
                  <a:pt x="67" y="142"/>
                </a:lnTo>
                <a:lnTo>
                  <a:pt x="67" y="143"/>
                </a:lnTo>
                <a:lnTo>
                  <a:pt x="68" y="142"/>
                </a:lnTo>
                <a:lnTo>
                  <a:pt x="69" y="142"/>
                </a:lnTo>
                <a:lnTo>
                  <a:pt x="70" y="141"/>
                </a:lnTo>
                <a:lnTo>
                  <a:pt x="71" y="140"/>
                </a:lnTo>
                <a:lnTo>
                  <a:pt x="72" y="141"/>
                </a:lnTo>
                <a:lnTo>
                  <a:pt x="73" y="141"/>
                </a:lnTo>
                <a:lnTo>
                  <a:pt x="73" y="142"/>
                </a:lnTo>
                <a:lnTo>
                  <a:pt x="74" y="143"/>
                </a:lnTo>
                <a:lnTo>
                  <a:pt x="74" y="144"/>
                </a:lnTo>
                <a:lnTo>
                  <a:pt x="75" y="145"/>
                </a:lnTo>
                <a:lnTo>
                  <a:pt x="76" y="146"/>
                </a:lnTo>
                <a:lnTo>
                  <a:pt x="77" y="146"/>
                </a:lnTo>
                <a:lnTo>
                  <a:pt x="77" y="147"/>
                </a:lnTo>
                <a:lnTo>
                  <a:pt x="78" y="146"/>
                </a:lnTo>
                <a:lnTo>
                  <a:pt x="79" y="146"/>
                </a:lnTo>
                <a:lnTo>
                  <a:pt x="80" y="146"/>
                </a:lnTo>
                <a:lnTo>
                  <a:pt x="81" y="145"/>
                </a:lnTo>
                <a:lnTo>
                  <a:pt x="82" y="144"/>
                </a:lnTo>
                <a:lnTo>
                  <a:pt x="83" y="144"/>
                </a:lnTo>
                <a:lnTo>
                  <a:pt x="83" y="143"/>
                </a:lnTo>
                <a:lnTo>
                  <a:pt x="83" y="144"/>
                </a:lnTo>
                <a:lnTo>
                  <a:pt x="84" y="144"/>
                </a:lnTo>
                <a:lnTo>
                  <a:pt x="84" y="143"/>
                </a:lnTo>
                <a:lnTo>
                  <a:pt x="85" y="143"/>
                </a:lnTo>
                <a:lnTo>
                  <a:pt x="85" y="144"/>
                </a:lnTo>
                <a:lnTo>
                  <a:pt x="86" y="144"/>
                </a:lnTo>
                <a:lnTo>
                  <a:pt x="86" y="143"/>
                </a:lnTo>
                <a:lnTo>
                  <a:pt x="88" y="143"/>
                </a:lnTo>
                <a:lnTo>
                  <a:pt x="88" y="142"/>
                </a:lnTo>
                <a:lnTo>
                  <a:pt x="89" y="141"/>
                </a:lnTo>
                <a:lnTo>
                  <a:pt x="90" y="142"/>
                </a:lnTo>
                <a:lnTo>
                  <a:pt x="89" y="142"/>
                </a:lnTo>
                <a:lnTo>
                  <a:pt x="89" y="143"/>
                </a:lnTo>
                <a:lnTo>
                  <a:pt x="90" y="143"/>
                </a:lnTo>
                <a:lnTo>
                  <a:pt x="90" y="144"/>
                </a:lnTo>
                <a:lnTo>
                  <a:pt x="91" y="145"/>
                </a:lnTo>
                <a:lnTo>
                  <a:pt x="92" y="145"/>
                </a:lnTo>
                <a:lnTo>
                  <a:pt x="92" y="144"/>
                </a:lnTo>
                <a:lnTo>
                  <a:pt x="94" y="144"/>
                </a:lnTo>
                <a:lnTo>
                  <a:pt x="95" y="144"/>
                </a:lnTo>
                <a:lnTo>
                  <a:pt x="96" y="144"/>
                </a:lnTo>
                <a:lnTo>
                  <a:pt x="96" y="143"/>
                </a:lnTo>
                <a:lnTo>
                  <a:pt x="96" y="144"/>
                </a:lnTo>
                <a:lnTo>
                  <a:pt x="97" y="144"/>
                </a:lnTo>
                <a:lnTo>
                  <a:pt x="98" y="144"/>
                </a:lnTo>
                <a:lnTo>
                  <a:pt x="99" y="144"/>
                </a:lnTo>
                <a:lnTo>
                  <a:pt x="100" y="143"/>
                </a:lnTo>
                <a:lnTo>
                  <a:pt x="101" y="143"/>
                </a:lnTo>
                <a:lnTo>
                  <a:pt x="102" y="143"/>
                </a:lnTo>
                <a:lnTo>
                  <a:pt x="102" y="142"/>
                </a:lnTo>
                <a:lnTo>
                  <a:pt x="103" y="142"/>
                </a:lnTo>
                <a:lnTo>
                  <a:pt x="103" y="141"/>
                </a:lnTo>
                <a:lnTo>
                  <a:pt x="103" y="140"/>
                </a:lnTo>
                <a:lnTo>
                  <a:pt x="104" y="141"/>
                </a:lnTo>
                <a:lnTo>
                  <a:pt x="105" y="141"/>
                </a:lnTo>
                <a:lnTo>
                  <a:pt x="105" y="140"/>
                </a:lnTo>
                <a:lnTo>
                  <a:pt x="106" y="140"/>
                </a:lnTo>
                <a:lnTo>
                  <a:pt x="106" y="139"/>
                </a:lnTo>
                <a:lnTo>
                  <a:pt x="107" y="139"/>
                </a:lnTo>
                <a:lnTo>
                  <a:pt x="108" y="139"/>
                </a:lnTo>
                <a:lnTo>
                  <a:pt x="108" y="138"/>
                </a:lnTo>
                <a:lnTo>
                  <a:pt x="109" y="138"/>
                </a:lnTo>
                <a:lnTo>
                  <a:pt x="109" y="137"/>
                </a:lnTo>
                <a:lnTo>
                  <a:pt x="110" y="137"/>
                </a:lnTo>
                <a:lnTo>
                  <a:pt x="110" y="135"/>
                </a:lnTo>
                <a:lnTo>
                  <a:pt x="111" y="135"/>
                </a:lnTo>
                <a:lnTo>
                  <a:pt x="111" y="134"/>
                </a:lnTo>
                <a:lnTo>
                  <a:pt x="112" y="134"/>
                </a:lnTo>
                <a:lnTo>
                  <a:pt x="113" y="134"/>
                </a:lnTo>
                <a:lnTo>
                  <a:pt x="114" y="134"/>
                </a:lnTo>
                <a:lnTo>
                  <a:pt x="115" y="134"/>
                </a:lnTo>
                <a:lnTo>
                  <a:pt x="115" y="133"/>
                </a:lnTo>
                <a:lnTo>
                  <a:pt x="116" y="132"/>
                </a:lnTo>
                <a:lnTo>
                  <a:pt x="117" y="132"/>
                </a:lnTo>
                <a:lnTo>
                  <a:pt x="118" y="132"/>
                </a:lnTo>
                <a:lnTo>
                  <a:pt x="119" y="132"/>
                </a:lnTo>
                <a:lnTo>
                  <a:pt x="119" y="133"/>
                </a:lnTo>
                <a:lnTo>
                  <a:pt x="121" y="132"/>
                </a:lnTo>
                <a:lnTo>
                  <a:pt x="122" y="132"/>
                </a:lnTo>
                <a:lnTo>
                  <a:pt x="122" y="131"/>
                </a:lnTo>
                <a:lnTo>
                  <a:pt x="123" y="131"/>
                </a:lnTo>
                <a:lnTo>
                  <a:pt x="125" y="131"/>
                </a:lnTo>
                <a:lnTo>
                  <a:pt x="126" y="131"/>
                </a:lnTo>
                <a:lnTo>
                  <a:pt x="127" y="132"/>
                </a:lnTo>
                <a:lnTo>
                  <a:pt x="127" y="133"/>
                </a:lnTo>
                <a:lnTo>
                  <a:pt x="127" y="134"/>
                </a:lnTo>
                <a:lnTo>
                  <a:pt x="127" y="135"/>
                </a:lnTo>
                <a:lnTo>
                  <a:pt x="128" y="135"/>
                </a:lnTo>
                <a:lnTo>
                  <a:pt x="129" y="135"/>
                </a:lnTo>
                <a:lnTo>
                  <a:pt x="130" y="134"/>
                </a:lnTo>
                <a:lnTo>
                  <a:pt x="130" y="133"/>
                </a:lnTo>
                <a:lnTo>
                  <a:pt x="131" y="133"/>
                </a:lnTo>
                <a:lnTo>
                  <a:pt x="131" y="132"/>
                </a:lnTo>
                <a:lnTo>
                  <a:pt x="132" y="132"/>
                </a:lnTo>
                <a:lnTo>
                  <a:pt x="133" y="132"/>
                </a:lnTo>
                <a:lnTo>
                  <a:pt x="134" y="132"/>
                </a:lnTo>
                <a:lnTo>
                  <a:pt x="135" y="132"/>
                </a:lnTo>
                <a:lnTo>
                  <a:pt x="136" y="131"/>
                </a:lnTo>
                <a:lnTo>
                  <a:pt x="137" y="130"/>
                </a:lnTo>
                <a:lnTo>
                  <a:pt x="138" y="130"/>
                </a:lnTo>
                <a:lnTo>
                  <a:pt x="139" y="130"/>
                </a:lnTo>
                <a:lnTo>
                  <a:pt x="140" y="129"/>
                </a:lnTo>
                <a:lnTo>
                  <a:pt x="140" y="128"/>
                </a:lnTo>
                <a:lnTo>
                  <a:pt x="141" y="128"/>
                </a:lnTo>
                <a:lnTo>
                  <a:pt x="142" y="128"/>
                </a:lnTo>
                <a:lnTo>
                  <a:pt x="143" y="127"/>
                </a:lnTo>
                <a:lnTo>
                  <a:pt x="144" y="127"/>
                </a:lnTo>
                <a:lnTo>
                  <a:pt x="144" y="128"/>
                </a:lnTo>
                <a:lnTo>
                  <a:pt x="144" y="129"/>
                </a:lnTo>
                <a:lnTo>
                  <a:pt x="145" y="129"/>
                </a:lnTo>
                <a:lnTo>
                  <a:pt x="146" y="129"/>
                </a:lnTo>
                <a:lnTo>
                  <a:pt x="146" y="128"/>
                </a:lnTo>
                <a:lnTo>
                  <a:pt x="147" y="128"/>
                </a:lnTo>
                <a:lnTo>
                  <a:pt x="147" y="127"/>
                </a:lnTo>
                <a:lnTo>
                  <a:pt x="147" y="126"/>
                </a:lnTo>
                <a:lnTo>
                  <a:pt x="148" y="124"/>
                </a:lnTo>
                <a:lnTo>
                  <a:pt x="149" y="124"/>
                </a:lnTo>
                <a:lnTo>
                  <a:pt x="149" y="125"/>
                </a:lnTo>
                <a:lnTo>
                  <a:pt x="150" y="125"/>
                </a:lnTo>
                <a:lnTo>
                  <a:pt x="151" y="124"/>
                </a:lnTo>
                <a:lnTo>
                  <a:pt x="151" y="122"/>
                </a:lnTo>
                <a:lnTo>
                  <a:pt x="150" y="121"/>
                </a:lnTo>
                <a:lnTo>
                  <a:pt x="150" y="120"/>
                </a:lnTo>
                <a:lnTo>
                  <a:pt x="151" y="120"/>
                </a:lnTo>
                <a:lnTo>
                  <a:pt x="151" y="118"/>
                </a:lnTo>
                <a:lnTo>
                  <a:pt x="151" y="117"/>
                </a:lnTo>
                <a:lnTo>
                  <a:pt x="152" y="117"/>
                </a:lnTo>
                <a:lnTo>
                  <a:pt x="152" y="116"/>
                </a:lnTo>
                <a:lnTo>
                  <a:pt x="151" y="116"/>
                </a:lnTo>
                <a:lnTo>
                  <a:pt x="150" y="116"/>
                </a:lnTo>
                <a:lnTo>
                  <a:pt x="151" y="116"/>
                </a:lnTo>
                <a:lnTo>
                  <a:pt x="151" y="115"/>
                </a:lnTo>
                <a:lnTo>
                  <a:pt x="150" y="115"/>
                </a:lnTo>
                <a:lnTo>
                  <a:pt x="151" y="114"/>
                </a:lnTo>
                <a:lnTo>
                  <a:pt x="151" y="113"/>
                </a:lnTo>
                <a:lnTo>
                  <a:pt x="150" y="113"/>
                </a:lnTo>
                <a:lnTo>
                  <a:pt x="149" y="113"/>
                </a:lnTo>
                <a:lnTo>
                  <a:pt x="148" y="114"/>
                </a:lnTo>
                <a:lnTo>
                  <a:pt x="148" y="115"/>
                </a:lnTo>
                <a:lnTo>
                  <a:pt x="147" y="115"/>
                </a:lnTo>
                <a:lnTo>
                  <a:pt x="147" y="116"/>
                </a:lnTo>
                <a:lnTo>
                  <a:pt x="148" y="117"/>
                </a:lnTo>
                <a:lnTo>
                  <a:pt x="149" y="117"/>
                </a:lnTo>
                <a:lnTo>
                  <a:pt x="149" y="118"/>
                </a:lnTo>
                <a:lnTo>
                  <a:pt x="148" y="120"/>
                </a:lnTo>
                <a:lnTo>
                  <a:pt x="147" y="120"/>
                </a:lnTo>
                <a:lnTo>
                  <a:pt x="146" y="121"/>
                </a:lnTo>
                <a:lnTo>
                  <a:pt x="145" y="122"/>
                </a:lnTo>
                <a:lnTo>
                  <a:pt x="145" y="123"/>
                </a:lnTo>
                <a:lnTo>
                  <a:pt x="145" y="122"/>
                </a:lnTo>
                <a:lnTo>
                  <a:pt x="144" y="122"/>
                </a:lnTo>
                <a:lnTo>
                  <a:pt x="144" y="121"/>
                </a:lnTo>
                <a:lnTo>
                  <a:pt x="144" y="120"/>
                </a:lnTo>
                <a:lnTo>
                  <a:pt x="144" y="118"/>
                </a:lnTo>
                <a:lnTo>
                  <a:pt x="143" y="118"/>
                </a:lnTo>
                <a:lnTo>
                  <a:pt x="143" y="117"/>
                </a:lnTo>
                <a:lnTo>
                  <a:pt x="142" y="117"/>
                </a:lnTo>
                <a:lnTo>
                  <a:pt x="141" y="117"/>
                </a:lnTo>
                <a:lnTo>
                  <a:pt x="141" y="116"/>
                </a:lnTo>
                <a:lnTo>
                  <a:pt x="142" y="115"/>
                </a:lnTo>
                <a:lnTo>
                  <a:pt x="142" y="114"/>
                </a:lnTo>
                <a:lnTo>
                  <a:pt x="142" y="113"/>
                </a:lnTo>
                <a:lnTo>
                  <a:pt x="143" y="113"/>
                </a:lnTo>
                <a:lnTo>
                  <a:pt x="144" y="113"/>
                </a:lnTo>
                <a:lnTo>
                  <a:pt x="143" y="112"/>
                </a:lnTo>
                <a:lnTo>
                  <a:pt x="144" y="112"/>
                </a:lnTo>
                <a:lnTo>
                  <a:pt x="144" y="111"/>
                </a:lnTo>
                <a:lnTo>
                  <a:pt x="145" y="110"/>
                </a:lnTo>
                <a:lnTo>
                  <a:pt x="145" y="109"/>
                </a:lnTo>
                <a:lnTo>
                  <a:pt x="145" y="108"/>
                </a:lnTo>
                <a:lnTo>
                  <a:pt x="145" y="107"/>
                </a:lnTo>
                <a:lnTo>
                  <a:pt x="146" y="107"/>
                </a:lnTo>
                <a:lnTo>
                  <a:pt x="146" y="108"/>
                </a:lnTo>
                <a:lnTo>
                  <a:pt x="146" y="109"/>
                </a:lnTo>
                <a:lnTo>
                  <a:pt x="145" y="111"/>
                </a:lnTo>
                <a:lnTo>
                  <a:pt x="146" y="111"/>
                </a:lnTo>
                <a:lnTo>
                  <a:pt x="146" y="110"/>
                </a:lnTo>
                <a:lnTo>
                  <a:pt x="148" y="110"/>
                </a:lnTo>
                <a:lnTo>
                  <a:pt x="148" y="109"/>
                </a:lnTo>
                <a:lnTo>
                  <a:pt x="148" y="108"/>
                </a:lnTo>
                <a:lnTo>
                  <a:pt x="149" y="108"/>
                </a:lnTo>
                <a:lnTo>
                  <a:pt x="149" y="109"/>
                </a:lnTo>
                <a:lnTo>
                  <a:pt x="148" y="110"/>
                </a:lnTo>
                <a:lnTo>
                  <a:pt x="148" y="111"/>
                </a:lnTo>
                <a:lnTo>
                  <a:pt x="149" y="111"/>
                </a:lnTo>
                <a:lnTo>
                  <a:pt x="150" y="111"/>
                </a:lnTo>
                <a:lnTo>
                  <a:pt x="150" y="112"/>
                </a:lnTo>
                <a:lnTo>
                  <a:pt x="151" y="112"/>
                </a:lnTo>
                <a:lnTo>
                  <a:pt x="152" y="112"/>
                </a:lnTo>
                <a:lnTo>
                  <a:pt x="153" y="111"/>
                </a:lnTo>
                <a:lnTo>
                  <a:pt x="153" y="110"/>
                </a:lnTo>
                <a:lnTo>
                  <a:pt x="154" y="110"/>
                </a:lnTo>
                <a:lnTo>
                  <a:pt x="154" y="109"/>
                </a:lnTo>
                <a:lnTo>
                  <a:pt x="155" y="108"/>
                </a:lnTo>
                <a:lnTo>
                  <a:pt x="154" y="107"/>
                </a:lnTo>
                <a:lnTo>
                  <a:pt x="153" y="107"/>
                </a:lnTo>
                <a:lnTo>
                  <a:pt x="152" y="107"/>
                </a:lnTo>
                <a:lnTo>
                  <a:pt x="151" y="107"/>
                </a:lnTo>
                <a:lnTo>
                  <a:pt x="151" y="106"/>
                </a:lnTo>
                <a:lnTo>
                  <a:pt x="151" y="104"/>
                </a:lnTo>
                <a:lnTo>
                  <a:pt x="152" y="104"/>
                </a:lnTo>
                <a:lnTo>
                  <a:pt x="152" y="103"/>
                </a:lnTo>
                <a:lnTo>
                  <a:pt x="153" y="103"/>
                </a:lnTo>
                <a:lnTo>
                  <a:pt x="154" y="103"/>
                </a:lnTo>
                <a:lnTo>
                  <a:pt x="154" y="102"/>
                </a:lnTo>
                <a:lnTo>
                  <a:pt x="155" y="101"/>
                </a:lnTo>
                <a:lnTo>
                  <a:pt x="156" y="101"/>
                </a:lnTo>
                <a:lnTo>
                  <a:pt x="157" y="101"/>
                </a:lnTo>
                <a:lnTo>
                  <a:pt x="157" y="100"/>
                </a:lnTo>
                <a:lnTo>
                  <a:pt x="157" y="99"/>
                </a:lnTo>
                <a:lnTo>
                  <a:pt x="158" y="99"/>
                </a:lnTo>
                <a:lnTo>
                  <a:pt x="158" y="100"/>
                </a:lnTo>
                <a:lnTo>
                  <a:pt x="159" y="100"/>
                </a:lnTo>
                <a:lnTo>
                  <a:pt x="159" y="101"/>
                </a:lnTo>
                <a:lnTo>
                  <a:pt x="160" y="101"/>
                </a:lnTo>
                <a:lnTo>
                  <a:pt x="160" y="102"/>
                </a:lnTo>
                <a:lnTo>
                  <a:pt x="161" y="102"/>
                </a:lnTo>
                <a:lnTo>
                  <a:pt x="162" y="103"/>
                </a:lnTo>
                <a:lnTo>
                  <a:pt x="163" y="102"/>
                </a:lnTo>
                <a:lnTo>
                  <a:pt x="164" y="102"/>
                </a:lnTo>
                <a:lnTo>
                  <a:pt x="165" y="102"/>
                </a:lnTo>
                <a:lnTo>
                  <a:pt x="166" y="101"/>
                </a:lnTo>
                <a:lnTo>
                  <a:pt x="167" y="101"/>
                </a:lnTo>
                <a:lnTo>
                  <a:pt x="168" y="101"/>
                </a:lnTo>
                <a:lnTo>
                  <a:pt x="168" y="100"/>
                </a:lnTo>
                <a:lnTo>
                  <a:pt x="169" y="100"/>
                </a:lnTo>
                <a:lnTo>
                  <a:pt x="170" y="101"/>
                </a:lnTo>
                <a:lnTo>
                  <a:pt x="171" y="102"/>
                </a:lnTo>
                <a:lnTo>
                  <a:pt x="170" y="102"/>
                </a:lnTo>
                <a:lnTo>
                  <a:pt x="170" y="103"/>
                </a:lnTo>
                <a:lnTo>
                  <a:pt x="170" y="104"/>
                </a:lnTo>
                <a:lnTo>
                  <a:pt x="170" y="105"/>
                </a:lnTo>
                <a:lnTo>
                  <a:pt x="169" y="105"/>
                </a:lnTo>
                <a:lnTo>
                  <a:pt x="169" y="106"/>
                </a:lnTo>
                <a:lnTo>
                  <a:pt x="170" y="106"/>
                </a:lnTo>
                <a:lnTo>
                  <a:pt x="171" y="106"/>
                </a:lnTo>
                <a:lnTo>
                  <a:pt x="172" y="106"/>
                </a:lnTo>
                <a:lnTo>
                  <a:pt x="173" y="107"/>
                </a:lnTo>
                <a:lnTo>
                  <a:pt x="175" y="107"/>
                </a:lnTo>
                <a:lnTo>
                  <a:pt x="176" y="107"/>
                </a:lnTo>
                <a:lnTo>
                  <a:pt x="177" y="107"/>
                </a:lnTo>
                <a:lnTo>
                  <a:pt x="179" y="107"/>
                </a:lnTo>
                <a:lnTo>
                  <a:pt x="179" y="106"/>
                </a:lnTo>
                <a:lnTo>
                  <a:pt x="178" y="105"/>
                </a:lnTo>
                <a:lnTo>
                  <a:pt x="178" y="104"/>
                </a:lnTo>
                <a:lnTo>
                  <a:pt x="177" y="104"/>
                </a:lnTo>
                <a:lnTo>
                  <a:pt x="177" y="103"/>
                </a:lnTo>
                <a:lnTo>
                  <a:pt x="178" y="102"/>
                </a:lnTo>
                <a:lnTo>
                  <a:pt x="177" y="101"/>
                </a:lnTo>
                <a:lnTo>
                  <a:pt x="178" y="101"/>
                </a:lnTo>
                <a:lnTo>
                  <a:pt x="178" y="100"/>
                </a:lnTo>
                <a:lnTo>
                  <a:pt x="177" y="100"/>
                </a:lnTo>
                <a:lnTo>
                  <a:pt x="178" y="99"/>
                </a:lnTo>
                <a:lnTo>
                  <a:pt x="178" y="98"/>
                </a:lnTo>
                <a:lnTo>
                  <a:pt x="177" y="97"/>
                </a:lnTo>
                <a:lnTo>
                  <a:pt x="177" y="96"/>
                </a:lnTo>
                <a:lnTo>
                  <a:pt x="177" y="95"/>
                </a:lnTo>
                <a:lnTo>
                  <a:pt x="179" y="95"/>
                </a:lnTo>
                <a:lnTo>
                  <a:pt x="180" y="94"/>
                </a:lnTo>
                <a:lnTo>
                  <a:pt x="180" y="93"/>
                </a:lnTo>
                <a:lnTo>
                  <a:pt x="178" y="93"/>
                </a:lnTo>
                <a:lnTo>
                  <a:pt x="177" y="93"/>
                </a:lnTo>
                <a:lnTo>
                  <a:pt x="176" y="94"/>
                </a:lnTo>
                <a:lnTo>
                  <a:pt x="175" y="94"/>
                </a:lnTo>
                <a:lnTo>
                  <a:pt x="175" y="95"/>
                </a:lnTo>
                <a:lnTo>
                  <a:pt x="174" y="95"/>
                </a:lnTo>
                <a:lnTo>
                  <a:pt x="173" y="94"/>
                </a:lnTo>
                <a:lnTo>
                  <a:pt x="172" y="94"/>
                </a:lnTo>
                <a:lnTo>
                  <a:pt x="173" y="94"/>
                </a:lnTo>
                <a:lnTo>
                  <a:pt x="174" y="94"/>
                </a:lnTo>
                <a:lnTo>
                  <a:pt x="174" y="93"/>
                </a:lnTo>
                <a:lnTo>
                  <a:pt x="173" y="93"/>
                </a:lnTo>
                <a:lnTo>
                  <a:pt x="173" y="92"/>
                </a:lnTo>
                <a:lnTo>
                  <a:pt x="174" y="92"/>
                </a:lnTo>
                <a:lnTo>
                  <a:pt x="174" y="91"/>
                </a:lnTo>
                <a:lnTo>
                  <a:pt x="174" y="90"/>
                </a:lnTo>
                <a:lnTo>
                  <a:pt x="174" y="89"/>
                </a:lnTo>
                <a:lnTo>
                  <a:pt x="173" y="89"/>
                </a:lnTo>
                <a:lnTo>
                  <a:pt x="174" y="88"/>
                </a:lnTo>
                <a:lnTo>
                  <a:pt x="175" y="88"/>
                </a:lnTo>
                <a:lnTo>
                  <a:pt x="175" y="87"/>
                </a:lnTo>
                <a:lnTo>
                  <a:pt x="175" y="86"/>
                </a:lnTo>
                <a:lnTo>
                  <a:pt x="174" y="86"/>
                </a:lnTo>
                <a:lnTo>
                  <a:pt x="173" y="86"/>
                </a:lnTo>
                <a:lnTo>
                  <a:pt x="172" y="86"/>
                </a:lnTo>
                <a:lnTo>
                  <a:pt x="171" y="85"/>
                </a:lnTo>
                <a:lnTo>
                  <a:pt x="170" y="85"/>
                </a:lnTo>
                <a:lnTo>
                  <a:pt x="170" y="84"/>
                </a:lnTo>
                <a:lnTo>
                  <a:pt x="170" y="83"/>
                </a:lnTo>
                <a:lnTo>
                  <a:pt x="170" y="82"/>
                </a:lnTo>
                <a:lnTo>
                  <a:pt x="170" y="81"/>
                </a:lnTo>
                <a:lnTo>
                  <a:pt x="171" y="81"/>
                </a:lnTo>
                <a:lnTo>
                  <a:pt x="172" y="81"/>
                </a:lnTo>
                <a:lnTo>
                  <a:pt x="173" y="81"/>
                </a:lnTo>
                <a:lnTo>
                  <a:pt x="173" y="82"/>
                </a:lnTo>
                <a:lnTo>
                  <a:pt x="174" y="84"/>
                </a:lnTo>
                <a:lnTo>
                  <a:pt x="175" y="84"/>
                </a:lnTo>
                <a:lnTo>
                  <a:pt x="176" y="84"/>
                </a:lnTo>
                <a:lnTo>
                  <a:pt x="177" y="85"/>
                </a:lnTo>
                <a:lnTo>
                  <a:pt x="178" y="84"/>
                </a:lnTo>
                <a:lnTo>
                  <a:pt x="179" y="84"/>
                </a:lnTo>
                <a:lnTo>
                  <a:pt x="180" y="84"/>
                </a:lnTo>
                <a:lnTo>
                  <a:pt x="182" y="84"/>
                </a:lnTo>
                <a:lnTo>
                  <a:pt x="183" y="84"/>
                </a:lnTo>
                <a:lnTo>
                  <a:pt x="184" y="84"/>
                </a:lnTo>
                <a:lnTo>
                  <a:pt x="185" y="84"/>
                </a:lnTo>
                <a:lnTo>
                  <a:pt x="186" y="84"/>
                </a:lnTo>
                <a:lnTo>
                  <a:pt x="187" y="84"/>
                </a:lnTo>
                <a:lnTo>
                  <a:pt x="188" y="84"/>
                </a:lnTo>
                <a:lnTo>
                  <a:pt x="189" y="83"/>
                </a:lnTo>
                <a:lnTo>
                  <a:pt x="190" y="83"/>
                </a:lnTo>
                <a:lnTo>
                  <a:pt x="191" y="83"/>
                </a:lnTo>
                <a:lnTo>
                  <a:pt x="192" y="84"/>
                </a:lnTo>
                <a:lnTo>
                  <a:pt x="191" y="85"/>
                </a:lnTo>
                <a:lnTo>
                  <a:pt x="190" y="85"/>
                </a:lnTo>
                <a:lnTo>
                  <a:pt x="190" y="86"/>
                </a:lnTo>
                <a:lnTo>
                  <a:pt x="191" y="87"/>
                </a:lnTo>
                <a:lnTo>
                  <a:pt x="192" y="88"/>
                </a:lnTo>
                <a:lnTo>
                  <a:pt x="193" y="88"/>
                </a:lnTo>
                <a:lnTo>
                  <a:pt x="194" y="89"/>
                </a:lnTo>
                <a:lnTo>
                  <a:pt x="194" y="88"/>
                </a:lnTo>
                <a:lnTo>
                  <a:pt x="195" y="87"/>
                </a:lnTo>
                <a:lnTo>
                  <a:pt x="196" y="86"/>
                </a:lnTo>
                <a:lnTo>
                  <a:pt x="196" y="85"/>
                </a:lnTo>
                <a:lnTo>
                  <a:pt x="196" y="86"/>
                </a:lnTo>
                <a:lnTo>
                  <a:pt x="197" y="86"/>
                </a:lnTo>
                <a:lnTo>
                  <a:pt x="198" y="85"/>
                </a:lnTo>
                <a:lnTo>
                  <a:pt x="198" y="84"/>
                </a:lnTo>
                <a:lnTo>
                  <a:pt x="199" y="84"/>
                </a:lnTo>
                <a:lnTo>
                  <a:pt x="200" y="83"/>
                </a:lnTo>
                <a:lnTo>
                  <a:pt x="201" y="83"/>
                </a:lnTo>
                <a:lnTo>
                  <a:pt x="202" y="83"/>
                </a:lnTo>
                <a:lnTo>
                  <a:pt x="203" y="83"/>
                </a:lnTo>
                <a:lnTo>
                  <a:pt x="203" y="82"/>
                </a:lnTo>
                <a:lnTo>
                  <a:pt x="204" y="82"/>
                </a:lnTo>
                <a:lnTo>
                  <a:pt x="204" y="81"/>
                </a:lnTo>
                <a:lnTo>
                  <a:pt x="204" y="80"/>
                </a:lnTo>
                <a:lnTo>
                  <a:pt x="205" y="80"/>
                </a:lnTo>
                <a:lnTo>
                  <a:pt x="206" y="79"/>
                </a:lnTo>
                <a:lnTo>
                  <a:pt x="207" y="79"/>
                </a:lnTo>
                <a:lnTo>
                  <a:pt x="207" y="78"/>
                </a:lnTo>
                <a:lnTo>
                  <a:pt x="208" y="78"/>
                </a:lnTo>
                <a:lnTo>
                  <a:pt x="209" y="78"/>
                </a:lnTo>
                <a:lnTo>
                  <a:pt x="210" y="76"/>
                </a:lnTo>
                <a:lnTo>
                  <a:pt x="209" y="76"/>
                </a:lnTo>
                <a:lnTo>
                  <a:pt x="209" y="75"/>
                </a:lnTo>
                <a:lnTo>
                  <a:pt x="210" y="75"/>
                </a:lnTo>
                <a:lnTo>
                  <a:pt x="210" y="74"/>
                </a:lnTo>
                <a:lnTo>
                  <a:pt x="210" y="73"/>
                </a:lnTo>
                <a:lnTo>
                  <a:pt x="211" y="73"/>
                </a:lnTo>
                <a:lnTo>
                  <a:pt x="212" y="72"/>
                </a:lnTo>
                <a:lnTo>
                  <a:pt x="212" y="71"/>
                </a:lnTo>
                <a:lnTo>
                  <a:pt x="212" y="70"/>
                </a:lnTo>
                <a:lnTo>
                  <a:pt x="213" y="70"/>
                </a:lnTo>
                <a:lnTo>
                  <a:pt x="213" y="71"/>
                </a:lnTo>
                <a:lnTo>
                  <a:pt x="214" y="71"/>
                </a:lnTo>
                <a:lnTo>
                  <a:pt x="214" y="70"/>
                </a:lnTo>
                <a:lnTo>
                  <a:pt x="214" y="69"/>
                </a:lnTo>
                <a:lnTo>
                  <a:pt x="215" y="69"/>
                </a:lnTo>
                <a:lnTo>
                  <a:pt x="216" y="68"/>
                </a:lnTo>
                <a:lnTo>
                  <a:pt x="216" y="67"/>
                </a:lnTo>
                <a:lnTo>
                  <a:pt x="216" y="66"/>
                </a:lnTo>
                <a:lnTo>
                  <a:pt x="216" y="65"/>
                </a:lnTo>
                <a:lnTo>
                  <a:pt x="215" y="65"/>
                </a:lnTo>
                <a:lnTo>
                  <a:pt x="215" y="66"/>
                </a:lnTo>
                <a:lnTo>
                  <a:pt x="215" y="65"/>
                </a:lnTo>
                <a:lnTo>
                  <a:pt x="214" y="65"/>
                </a:lnTo>
                <a:lnTo>
                  <a:pt x="214" y="64"/>
                </a:lnTo>
                <a:lnTo>
                  <a:pt x="214" y="63"/>
                </a:lnTo>
                <a:lnTo>
                  <a:pt x="215" y="63"/>
                </a:lnTo>
                <a:lnTo>
                  <a:pt x="216" y="62"/>
                </a:lnTo>
                <a:lnTo>
                  <a:pt x="215" y="61"/>
                </a:lnTo>
                <a:lnTo>
                  <a:pt x="215" y="60"/>
                </a:lnTo>
                <a:lnTo>
                  <a:pt x="216" y="60"/>
                </a:lnTo>
                <a:lnTo>
                  <a:pt x="215" y="60"/>
                </a:lnTo>
                <a:lnTo>
                  <a:pt x="215" y="59"/>
                </a:lnTo>
                <a:lnTo>
                  <a:pt x="215" y="58"/>
                </a:lnTo>
                <a:lnTo>
                  <a:pt x="214" y="58"/>
                </a:lnTo>
                <a:lnTo>
                  <a:pt x="215" y="57"/>
                </a:lnTo>
                <a:lnTo>
                  <a:pt x="216" y="57"/>
                </a:lnTo>
                <a:lnTo>
                  <a:pt x="216" y="56"/>
                </a:lnTo>
                <a:lnTo>
                  <a:pt x="217" y="55"/>
                </a:lnTo>
                <a:lnTo>
                  <a:pt x="219" y="55"/>
                </a:lnTo>
                <a:lnTo>
                  <a:pt x="219" y="54"/>
                </a:lnTo>
                <a:lnTo>
                  <a:pt x="219" y="52"/>
                </a:lnTo>
                <a:lnTo>
                  <a:pt x="220" y="52"/>
                </a:lnTo>
                <a:lnTo>
                  <a:pt x="221" y="52"/>
                </a:lnTo>
                <a:lnTo>
                  <a:pt x="224" y="52"/>
                </a:lnTo>
                <a:lnTo>
                  <a:pt x="227" y="52"/>
                </a:lnTo>
                <a:lnTo>
                  <a:pt x="229" y="51"/>
                </a:lnTo>
                <a:lnTo>
                  <a:pt x="234" y="51"/>
                </a:lnTo>
                <a:lnTo>
                  <a:pt x="235" y="51"/>
                </a:lnTo>
                <a:lnTo>
                  <a:pt x="236" y="51"/>
                </a:lnTo>
                <a:lnTo>
                  <a:pt x="238" y="50"/>
                </a:lnTo>
                <a:lnTo>
                  <a:pt x="239" y="50"/>
                </a:lnTo>
                <a:lnTo>
                  <a:pt x="240" y="49"/>
                </a:lnTo>
                <a:lnTo>
                  <a:pt x="241" y="49"/>
                </a:lnTo>
                <a:lnTo>
                  <a:pt x="243" y="49"/>
                </a:lnTo>
                <a:lnTo>
                  <a:pt x="244" y="49"/>
                </a:lnTo>
                <a:lnTo>
                  <a:pt x="246" y="50"/>
                </a:lnTo>
                <a:lnTo>
                  <a:pt x="248" y="52"/>
                </a:lnTo>
                <a:lnTo>
                  <a:pt x="250" y="53"/>
                </a:lnTo>
                <a:lnTo>
                  <a:pt x="251" y="54"/>
                </a:lnTo>
                <a:lnTo>
                  <a:pt x="252" y="54"/>
                </a:lnTo>
                <a:lnTo>
                  <a:pt x="253" y="55"/>
                </a:lnTo>
                <a:lnTo>
                  <a:pt x="254" y="56"/>
                </a:lnTo>
                <a:lnTo>
                  <a:pt x="256" y="57"/>
                </a:lnTo>
                <a:lnTo>
                  <a:pt x="257" y="58"/>
                </a:lnTo>
                <a:lnTo>
                  <a:pt x="260" y="59"/>
                </a:lnTo>
                <a:lnTo>
                  <a:pt x="262" y="61"/>
                </a:lnTo>
                <a:lnTo>
                  <a:pt x="263" y="61"/>
                </a:lnTo>
                <a:lnTo>
                  <a:pt x="265" y="62"/>
                </a:lnTo>
                <a:lnTo>
                  <a:pt x="269" y="63"/>
                </a:lnTo>
                <a:lnTo>
                  <a:pt x="271" y="63"/>
                </a:lnTo>
                <a:lnTo>
                  <a:pt x="273" y="64"/>
                </a:lnTo>
                <a:lnTo>
                  <a:pt x="276" y="64"/>
                </a:lnTo>
                <a:lnTo>
                  <a:pt x="277" y="64"/>
                </a:lnTo>
                <a:lnTo>
                  <a:pt x="279" y="63"/>
                </a:lnTo>
                <a:lnTo>
                  <a:pt x="280" y="63"/>
                </a:lnTo>
                <a:lnTo>
                  <a:pt x="282" y="63"/>
                </a:lnTo>
                <a:lnTo>
                  <a:pt x="285" y="60"/>
                </a:lnTo>
                <a:lnTo>
                  <a:pt x="286" y="60"/>
                </a:lnTo>
                <a:lnTo>
                  <a:pt x="287" y="59"/>
                </a:lnTo>
                <a:lnTo>
                  <a:pt x="288" y="58"/>
                </a:lnTo>
                <a:lnTo>
                  <a:pt x="289" y="58"/>
                </a:lnTo>
                <a:lnTo>
                  <a:pt x="290" y="58"/>
                </a:lnTo>
                <a:lnTo>
                  <a:pt x="291" y="57"/>
                </a:lnTo>
                <a:lnTo>
                  <a:pt x="291" y="56"/>
                </a:lnTo>
                <a:lnTo>
                  <a:pt x="292" y="56"/>
                </a:lnTo>
                <a:lnTo>
                  <a:pt x="292" y="55"/>
                </a:lnTo>
                <a:lnTo>
                  <a:pt x="293" y="54"/>
                </a:lnTo>
                <a:lnTo>
                  <a:pt x="293" y="53"/>
                </a:lnTo>
                <a:lnTo>
                  <a:pt x="294" y="51"/>
                </a:lnTo>
                <a:lnTo>
                  <a:pt x="295" y="51"/>
                </a:lnTo>
                <a:lnTo>
                  <a:pt x="298" y="48"/>
                </a:lnTo>
                <a:lnTo>
                  <a:pt x="298" y="47"/>
                </a:lnTo>
                <a:lnTo>
                  <a:pt x="299" y="47"/>
                </a:lnTo>
                <a:lnTo>
                  <a:pt x="300" y="46"/>
                </a:lnTo>
                <a:lnTo>
                  <a:pt x="301" y="46"/>
                </a:lnTo>
                <a:lnTo>
                  <a:pt x="302" y="45"/>
                </a:lnTo>
                <a:lnTo>
                  <a:pt x="303" y="45"/>
                </a:lnTo>
                <a:lnTo>
                  <a:pt x="304" y="44"/>
                </a:lnTo>
                <a:lnTo>
                  <a:pt x="305" y="44"/>
                </a:lnTo>
                <a:lnTo>
                  <a:pt x="306" y="44"/>
                </a:lnTo>
                <a:lnTo>
                  <a:pt x="308" y="44"/>
                </a:lnTo>
                <a:lnTo>
                  <a:pt x="309" y="44"/>
                </a:lnTo>
                <a:lnTo>
                  <a:pt x="311" y="44"/>
                </a:lnTo>
                <a:lnTo>
                  <a:pt x="312" y="44"/>
                </a:lnTo>
                <a:lnTo>
                  <a:pt x="312" y="45"/>
                </a:lnTo>
                <a:lnTo>
                  <a:pt x="313" y="45"/>
                </a:lnTo>
                <a:lnTo>
                  <a:pt x="314" y="46"/>
                </a:lnTo>
                <a:lnTo>
                  <a:pt x="314" y="47"/>
                </a:lnTo>
                <a:lnTo>
                  <a:pt x="315" y="47"/>
                </a:lnTo>
                <a:lnTo>
                  <a:pt x="315" y="48"/>
                </a:lnTo>
                <a:lnTo>
                  <a:pt x="315" y="49"/>
                </a:lnTo>
                <a:lnTo>
                  <a:pt x="316" y="49"/>
                </a:lnTo>
                <a:lnTo>
                  <a:pt x="316" y="50"/>
                </a:lnTo>
                <a:lnTo>
                  <a:pt x="317" y="50"/>
                </a:lnTo>
                <a:lnTo>
                  <a:pt x="318" y="50"/>
                </a:lnTo>
                <a:lnTo>
                  <a:pt x="320" y="49"/>
                </a:lnTo>
                <a:lnTo>
                  <a:pt x="321" y="47"/>
                </a:lnTo>
                <a:lnTo>
                  <a:pt x="322" y="47"/>
                </a:lnTo>
                <a:lnTo>
                  <a:pt x="323" y="46"/>
                </a:lnTo>
                <a:lnTo>
                  <a:pt x="324" y="45"/>
                </a:lnTo>
                <a:lnTo>
                  <a:pt x="325" y="44"/>
                </a:lnTo>
                <a:lnTo>
                  <a:pt x="325" y="43"/>
                </a:lnTo>
                <a:lnTo>
                  <a:pt x="326" y="43"/>
                </a:lnTo>
                <a:lnTo>
                  <a:pt x="326" y="42"/>
                </a:lnTo>
                <a:lnTo>
                  <a:pt x="327" y="41"/>
                </a:lnTo>
                <a:lnTo>
                  <a:pt x="328" y="40"/>
                </a:lnTo>
                <a:lnTo>
                  <a:pt x="329" y="40"/>
                </a:lnTo>
                <a:lnTo>
                  <a:pt x="330" y="39"/>
                </a:lnTo>
                <a:lnTo>
                  <a:pt x="331" y="38"/>
                </a:lnTo>
                <a:lnTo>
                  <a:pt x="332" y="38"/>
                </a:lnTo>
                <a:lnTo>
                  <a:pt x="333" y="37"/>
                </a:lnTo>
                <a:lnTo>
                  <a:pt x="334" y="37"/>
                </a:lnTo>
                <a:lnTo>
                  <a:pt x="336" y="35"/>
                </a:lnTo>
                <a:lnTo>
                  <a:pt x="337" y="35"/>
                </a:lnTo>
                <a:lnTo>
                  <a:pt x="337" y="34"/>
                </a:lnTo>
                <a:lnTo>
                  <a:pt x="338" y="34"/>
                </a:lnTo>
                <a:lnTo>
                  <a:pt x="342" y="30"/>
                </a:lnTo>
                <a:lnTo>
                  <a:pt x="343" y="29"/>
                </a:lnTo>
                <a:lnTo>
                  <a:pt x="344" y="29"/>
                </a:lnTo>
                <a:lnTo>
                  <a:pt x="345" y="29"/>
                </a:lnTo>
                <a:lnTo>
                  <a:pt x="346" y="29"/>
                </a:lnTo>
                <a:lnTo>
                  <a:pt x="347" y="29"/>
                </a:lnTo>
                <a:lnTo>
                  <a:pt x="349" y="29"/>
                </a:lnTo>
                <a:lnTo>
                  <a:pt x="350" y="28"/>
                </a:lnTo>
                <a:lnTo>
                  <a:pt x="351" y="28"/>
                </a:lnTo>
                <a:lnTo>
                  <a:pt x="352" y="28"/>
                </a:lnTo>
                <a:lnTo>
                  <a:pt x="352" y="27"/>
                </a:lnTo>
                <a:lnTo>
                  <a:pt x="353" y="26"/>
                </a:lnTo>
                <a:lnTo>
                  <a:pt x="353" y="25"/>
                </a:lnTo>
                <a:lnTo>
                  <a:pt x="353" y="24"/>
                </a:lnTo>
                <a:lnTo>
                  <a:pt x="353" y="23"/>
                </a:lnTo>
                <a:lnTo>
                  <a:pt x="354" y="22"/>
                </a:lnTo>
                <a:lnTo>
                  <a:pt x="354" y="20"/>
                </a:lnTo>
                <a:lnTo>
                  <a:pt x="353" y="14"/>
                </a:lnTo>
                <a:lnTo>
                  <a:pt x="353" y="11"/>
                </a:lnTo>
                <a:lnTo>
                  <a:pt x="354" y="8"/>
                </a:lnTo>
                <a:lnTo>
                  <a:pt x="355" y="6"/>
                </a:lnTo>
                <a:lnTo>
                  <a:pt x="355" y="5"/>
                </a:lnTo>
                <a:lnTo>
                  <a:pt x="356" y="4"/>
                </a:lnTo>
                <a:lnTo>
                  <a:pt x="356" y="3"/>
                </a:lnTo>
                <a:lnTo>
                  <a:pt x="357" y="2"/>
                </a:lnTo>
                <a:lnTo>
                  <a:pt x="358" y="1"/>
                </a:lnTo>
                <a:lnTo>
                  <a:pt x="360" y="1"/>
                </a:lnTo>
                <a:lnTo>
                  <a:pt x="361" y="0"/>
                </a:lnTo>
                <a:lnTo>
                  <a:pt x="362" y="0"/>
                </a:lnTo>
                <a:lnTo>
                  <a:pt x="363" y="0"/>
                </a:lnTo>
                <a:lnTo>
                  <a:pt x="364" y="0"/>
                </a:lnTo>
                <a:lnTo>
                  <a:pt x="365" y="0"/>
                </a:lnTo>
                <a:lnTo>
                  <a:pt x="366" y="0"/>
                </a:lnTo>
                <a:lnTo>
                  <a:pt x="368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2544480" y="481392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3"/>
                </a:move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2553480" y="4804200"/>
            <a:ext cx="1800" cy="2880"/>
          </a:xfrm>
          <a:custGeom>
            <a:avLst/>
            <a:gdLst/>
            <a:ahLst/>
            <a:rect l="0" t="0" r="r" b="b"/>
            <a:pathLst>
              <a:path w="5" h="8">
                <a:moveTo>
                  <a:pt x="3" y="8"/>
                </a:moveTo>
                <a:lnTo>
                  <a:pt x="2" y="8"/>
                </a:lnTo>
                <a:lnTo>
                  <a:pt x="2" y="7"/>
                </a:ln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2" y="3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3" y="4"/>
                </a:lnTo>
                <a:lnTo>
                  <a:pt x="4" y="4"/>
                </a:lnTo>
                <a:lnTo>
                  <a:pt x="4" y="5"/>
                </a:lnTo>
                <a:lnTo>
                  <a:pt x="5" y="5"/>
                </a:lnTo>
                <a:lnTo>
                  <a:pt x="5" y="6"/>
                </a:lnTo>
                <a:lnTo>
                  <a:pt x="3" y="8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2558520" y="47944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2566080" y="47923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2568600" y="47844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2575440" y="47754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4"/>
                </a:move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2580480" y="47646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2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2581560" y="476388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6" y="2"/>
                </a:move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4" y="2"/>
                </a:lnTo>
                <a:lnTo>
                  <a:pt x="4" y="0"/>
                </a:lnTo>
                <a:lnTo>
                  <a:pt x="6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2607120" y="4742640"/>
            <a:ext cx="720" cy="1800"/>
          </a:xfrm>
          <a:custGeom>
            <a:avLst/>
            <a:gdLst/>
            <a:ahLst/>
            <a:rect l="0" t="0" r="r" b="b"/>
            <a:pathLst>
              <a:path w="2" h="5">
                <a:moveTo>
                  <a:pt x="0" y="5"/>
                </a:move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2633760" y="47368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2526120" y="472284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2598840" y="4701600"/>
            <a:ext cx="3240" cy="2880"/>
          </a:xfrm>
          <a:custGeom>
            <a:avLst/>
            <a:gdLst/>
            <a:ahLst/>
            <a:rect l="0" t="0" r="r" b="b"/>
            <a:pathLst>
              <a:path w="9" h="8">
                <a:moveTo>
                  <a:pt x="8" y="1"/>
                </a:moveTo>
                <a:lnTo>
                  <a:pt x="8" y="2"/>
                </a:lnTo>
                <a:lnTo>
                  <a:pt x="6" y="3"/>
                </a:lnTo>
                <a:lnTo>
                  <a:pt x="5" y="4"/>
                </a:lnTo>
                <a:lnTo>
                  <a:pt x="4" y="7"/>
                </a:lnTo>
                <a:lnTo>
                  <a:pt x="3" y="7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1" y="5"/>
                </a:lnTo>
                <a:lnTo>
                  <a:pt x="1" y="4"/>
                </a:lnTo>
                <a:lnTo>
                  <a:pt x="3" y="4"/>
                </a:lnTo>
                <a:lnTo>
                  <a:pt x="4" y="3"/>
                </a:lnTo>
                <a:lnTo>
                  <a:pt x="4" y="2"/>
                </a:lnTo>
                <a:lnTo>
                  <a:pt x="5" y="2"/>
                </a:lnTo>
                <a:lnTo>
                  <a:pt x="6" y="1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  <a:lnTo>
                  <a:pt x="9" y="0"/>
                </a:lnTo>
                <a:lnTo>
                  <a:pt x="8" y="0"/>
                </a:lnTo>
                <a:lnTo>
                  <a:pt x="8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2623320" y="469620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1" y="0"/>
                </a:moveTo>
                <a:lnTo>
                  <a:pt x="2" y="0"/>
                </a:lnTo>
                <a:lnTo>
                  <a:pt x="2" y="1"/>
                </a:lnTo>
                <a:lnTo>
                  <a:pt x="4" y="1"/>
                </a:lnTo>
                <a:lnTo>
                  <a:pt x="5" y="1"/>
                </a:lnTo>
                <a:lnTo>
                  <a:pt x="5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2594880" y="469800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2"/>
                </a:moveTo>
                <a:lnTo>
                  <a:pt x="2" y="2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2497320" y="47008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2548080" y="469332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5" y="0"/>
                </a:move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2498040" y="46990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2556360" y="468252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1"/>
                </a:moveTo>
                <a:lnTo>
                  <a:pt x="4" y="2"/>
                </a:lnTo>
                <a:lnTo>
                  <a:pt x="3" y="4"/>
                </a:lnTo>
                <a:lnTo>
                  <a:pt x="3" y="5"/>
                </a:lnTo>
                <a:lnTo>
                  <a:pt x="1" y="5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1" y="2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2554920" y="468144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3"/>
                </a:moveTo>
                <a:lnTo>
                  <a:pt x="2" y="5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close/>
              </a:path>
            </a:pathLst>
          </a:custGeom>
          <a:solidFill>
            <a:srgbClr val="F7F7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2554920" y="468144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3"/>
                </a:moveTo>
                <a:lnTo>
                  <a:pt x="2" y="5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close/>
              </a:path>
            </a:pathLst>
          </a:custGeom>
          <a:noFill/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2553120" y="4681440"/>
            <a:ext cx="1800" cy="2520"/>
          </a:xfrm>
          <a:custGeom>
            <a:avLst/>
            <a:gdLst/>
            <a:ahLst/>
            <a:rect l="0" t="0" r="r" b="b"/>
            <a:pathLst>
              <a:path w="5" h="7">
                <a:moveTo>
                  <a:pt x="4" y="0"/>
                </a:moveTo>
                <a:lnTo>
                  <a:pt x="5" y="0"/>
                </a:lnTo>
                <a:lnTo>
                  <a:pt x="5" y="1"/>
                </a:lnTo>
                <a:lnTo>
                  <a:pt x="5" y="3"/>
                </a:lnTo>
                <a:lnTo>
                  <a:pt x="5" y="5"/>
                </a:lnTo>
                <a:lnTo>
                  <a:pt x="5" y="6"/>
                </a:lnTo>
                <a:lnTo>
                  <a:pt x="5" y="7"/>
                </a:lnTo>
                <a:lnTo>
                  <a:pt x="5" y="6"/>
                </a:lnTo>
                <a:lnTo>
                  <a:pt x="4" y="6"/>
                </a:lnTo>
                <a:lnTo>
                  <a:pt x="3" y="5"/>
                </a:lnTo>
                <a:lnTo>
                  <a:pt x="1" y="5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2556720" y="4680360"/>
            <a:ext cx="4320" cy="5400"/>
          </a:xfrm>
          <a:custGeom>
            <a:avLst/>
            <a:gdLst/>
            <a:ahLst/>
            <a:rect l="0" t="0" r="r" b="b"/>
            <a:pathLst>
              <a:path w="12" h="15">
                <a:moveTo>
                  <a:pt x="6" y="4"/>
                </a:moveTo>
                <a:lnTo>
                  <a:pt x="6" y="5"/>
                </a:lnTo>
                <a:lnTo>
                  <a:pt x="6" y="6"/>
                </a:lnTo>
                <a:lnTo>
                  <a:pt x="7" y="5"/>
                </a:lnTo>
                <a:lnTo>
                  <a:pt x="8" y="6"/>
                </a:lnTo>
                <a:lnTo>
                  <a:pt x="11" y="9"/>
                </a:lnTo>
                <a:lnTo>
                  <a:pt x="12" y="10"/>
                </a:lnTo>
                <a:lnTo>
                  <a:pt x="11" y="10"/>
                </a:lnTo>
                <a:lnTo>
                  <a:pt x="11" y="11"/>
                </a:lnTo>
                <a:lnTo>
                  <a:pt x="11" y="13"/>
                </a:lnTo>
                <a:lnTo>
                  <a:pt x="12" y="13"/>
                </a:lnTo>
                <a:lnTo>
                  <a:pt x="12" y="14"/>
                </a:lnTo>
                <a:lnTo>
                  <a:pt x="12" y="15"/>
                </a:lnTo>
                <a:lnTo>
                  <a:pt x="11" y="15"/>
                </a:lnTo>
                <a:lnTo>
                  <a:pt x="9" y="15"/>
                </a:lnTo>
                <a:lnTo>
                  <a:pt x="9" y="14"/>
                </a:lnTo>
                <a:lnTo>
                  <a:pt x="8" y="13"/>
                </a:lnTo>
                <a:lnTo>
                  <a:pt x="7" y="13"/>
                </a:lnTo>
                <a:lnTo>
                  <a:pt x="6" y="13"/>
                </a:lnTo>
                <a:lnTo>
                  <a:pt x="6" y="11"/>
                </a:lnTo>
                <a:lnTo>
                  <a:pt x="7" y="11"/>
                </a:lnTo>
                <a:lnTo>
                  <a:pt x="7" y="10"/>
                </a:lnTo>
                <a:lnTo>
                  <a:pt x="7" y="9"/>
                </a:lnTo>
                <a:lnTo>
                  <a:pt x="6" y="8"/>
                </a:lnTo>
                <a:lnTo>
                  <a:pt x="6" y="7"/>
                </a:lnTo>
                <a:lnTo>
                  <a:pt x="6" y="6"/>
                </a:lnTo>
                <a:lnTo>
                  <a:pt x="6" y="5"/>
                </a:lnTo>
                <a:lnTo>
                  <a:pt x="5" y="5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2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2566440" y="467640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3" y="3"/>
                </a:moveTo>
                <a:lnTo>
                  <a:pt x="1" y="3"/>
                </a:lnTo>
                <a:lnTo>
                  <a:pt x="0" y="2"/>
                </a:lnTo>
                <a:lnTo>
                  <a:pt x="0" y="0"/>
                </a:lnTo>
                <a:lnTo>
                  <a:pt x="1" y="2"/>
                </a:lnTo>
                <a:lnTo>
                  <a:pt x="3" y="2"/>
                </a:lnTo>
                <a:lnTo>
                  <a:pt x="4" y="3"/>
                </a:lnTo>
                <a:lnTo>
                  <a:pt x="3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2553480" y="467244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2557440" y="4668840"/>
            <a:ext cx="2160" cy="2520"/>
          </a:xfrm>
          <a:custGeom>
            <a:avLst/>
            <a:gdLst/>
            <a:ahLst/>
            <a:rect l="0" t="0" r="r" b="b"/>
            <a:pathLst>
              <a:path w="6" h="7">
                <a:moveTo>
                  <a:pt x="2" y="4"/>
                </a:moveTo>
                <a:lnTo>
                  <a:pt x="3" y="4"/>
                </a:lnTo>
                <a:lnTo>
                  <a:pt x="5" y="4"/>
                </a:lnTo>
                <a:lnTo>
                  <a:pt x="6" y="5"/>
                </a:lnTo>
                <a:lnTo>
                  <a:pt x="5" y="7"/>
                </a:lnTo>
                <a:lnTo>
                  <a:pt x="3" y="7"/>
                </a:lnTo>
                <a:lnTo>
                  <a:pt x="2" y="7"/>
                </a:lnTo>
                <a:lnTo>
                  <a:pt x="1" y="7"/>
                </a:lnTo>
                <a:lnTo>
                  <a:pt x="0" y="7"/>
                </a:lnTo>
                <a:lnTo>
                  <a:pt x="0" y="5"/>
                </a:lnTo>
                <a:lnTo>
                  <a:pt x="0" y="4"/>
                </a:ln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lnTo>
                  <a:pt x="2" y="3"/>
                </a:lnTo>
                <a:lnTo>
                  <a:pt x="1" y="3"/>
                </a:lnTo>
                <a:lnTo>
                  <a:pt x="1" y="4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2327400" y="4682160"/>
            <a:ext cx="319680" cy="215280"/>
          </a:xfrm>
          <a:custGeom>
            <a:avLst/>
            <a:gdLst/>
            <a:ahLst/>
            <a:rect l="0" t="0" r="r" b="b"/>
            <a:pathLst>
              <a:path w="888" h="598">
                <a:moveTo>
                  <a:pt x="302" y="2"/>
                </a:moveTo>
                <a:lnTo>
                  <a:pt x="303" y="2"/>
                </a:lnTo>
                <a:lnTo>
                  <a:pt x="304" y="1"/>
                </a:lnTo>
                <a:lnTo>
                  <a:pt x="304" y="2"/>
                </a:lnTo>
                <a:lnTo>
                  <a:pt x="305" y="1"/>
                </a:lnTo>
                <a:lnTo>
                  <a:pt x="306" y="1"/>
                </a:lnTo>
                <a:lnTo>
                  <a:pt x="307" y="1"/>
                </a:lnTo>
                <a:lnTo>
                  <a:pt x="307" y="2"/>
                </a:lnTo>
                <a:lnTo>
                  <a:pt x="307" y="3"/>
                </a:lnTo>
                <a:lnTo>
                  <a:pt x="308" y="3"/>
                </a:lnTo>
                <a:lnTo>
                  <a:pt x="308" y="4"/>
                </a:lnTo>
                <a:lnTo>
                  <a:pt x="309" y="4"/>
                </a:lnTo>
                <a:lnTo>
                  <a:pt x="309" y="3"/>
                </a:lnTo>
                <a:lnTo>
                  <a:pt x="310" y="3"/>
                </a:lnTo>
                <a:lnTo>
                  <a:pt x="311" y="3"/>
                </a:lnTo>
                <a:lnTo>
                  <a:pt x="313" y="4"/>
                </a:lnTo>
                <a:lnTo>
                  <a:pt x="314" y="4"/>
                </a:lnTo>
                <a:lnTo>
                  <a:pt x="315" y="5"/>
                </a:lnTo>
                <a:lnTo>
                  <a:pt x="316" y="5"/>
                </a:lnTo>
                <a:lnTo>
                  <a:pt x="317" y="6"/>
                </a:lnTo>
                <a:lnTo>
                  <a:pt x="317" y="7"/>
                </a:lnTo>
                <a:lnTo>
                  <a:pt x="317" y="8"/>
                </a:lnTo>
                <a:lnTo>
                  <a:pt x="318" y="8"/>
                </a:lnTo>
                <a:lnTo>
                  <a:pt x="319" y="8"/>
                </a:lnTo>
                <a:lnTo>
                  <a:pt x="319" y="9"/>
                </a:lnTo>
                <a:lnTo>
                  <a:pt x="319" y="10"/>
                </a:lnTo>
                <a:lnTo>
                  <a:pt x="321" y="11"/>
                </a:lnTo>
                <a:lnTo>
                  <a:pt x="321" y="10"/>
                </a:lnTo>
                <a:lnTo>
                  <a:pt x="322" y="10"/>
                </a:lnTo>
                <a:lnTo>
                  <a:pt x="322" y="9"/>
                </a:lnTo>
                <a:lnTo>
                  <a:pt x="323" y="9"/>
                </a:lnTo>
                <a:lnTo>
                  <a:pt x="324" y="9"/>
                </a:lnTo>
                <a:lnTo>
                  <a:pt x="325" y="9"/>
                </a:lnTo>
                <a:lnTo>
                  <a:pt x="328" y="11"/>
                </a:lnTo>
                <a:lnTo>
                  <a:pt x="329" y="12"/>
                </a:lnTo>
                <a:lnTo>
                  <a:pt x="330" y="12"/>
                </a:lnTo>
                <a:lnTo>
                  <a:pt x="330" y="13"/>
                </a:lnTo>
                <a:lnTo>
                  <a:pt x="331" y="13"/>
                </a:lnTo>
                <a:lnTo>
                  <a:pt x="332" y="13"/>
                </a:lnTo>
                <a:lnTo>
                  <a:pt x="333" y="14"/>
                </a:lnTo>
                <a:lnTo>
                  <a:pt x="332" y="14"/>
                </a:lnTo>
                <a:lnTo>
                  <a:pt x="332" y="15"/>
                </a:lnTo>
                <a:lnTo>
                  <a:pt x="332" y="16"/>
                </a:lnTo>
                <a:lnTo>
                  <a:pt x="331" y="17"/>
                </a:lnTo>
                <a:lnTo>
                  <a:pt x="332" y="18"/>
                </a:lnTo>
                <a:lnTo>
                  <a:pt x="332" y="17"/>
                </a:lnTo>
                <a:lnTo>
                  <a:pt x="335" y="16"/>
                </a:lnTo>
                <a:lnTo>
                  <a:pt x="336" y="16"/>
                </a:lnTo>
                <a:lnTo>
                  <a:pt x="338" y="15"/>
                </a:lnTo>
                <a:lnTo>
                  <a:pt x="339" y="15"/>
                </a:lnTo>
                <a:lnTo>
                  <a:pt x="340" y="15"/>
                </a:lnTo>
                <a:lnTo>
                  <a:pt x="341" y="16"/>
                </a:lnTo>
                <a:lnTo>
                  <a:pt x="342" y="16"/>
                </a:lnTo>
                <a:lnTo>
                  <a:pt x="343" y="16"/>
                </a:lnTo>
                <a:lnTo>
                  <a:pt x="344" y="16"/>
                </a:lnTo>
                <a:lnTo>
                  <a:pt x="344" y="15"/>
                </a:lnTo>
                <a:lnTo>
                  <a:pt x="346" y="16"/>
                </a:lnTo>
                <a:lnTo>
                  <a:pt x="347" y="16"/>
                </a:lnTo>
                <a:lnTo>
                  <a:pt x="349" y="16"/>
                </a:lnTo>
                <a:lnTo>
                  <a:pt x="350" y="15"/>
                </a:lnTo>
                <a:lnTo>
                  <a:pt x="351" y="16"/>
                </a:lnTo>
                <a:lnTo>
                  <a:pt x="352" y="17"/>
                </a:lnTo>
                <a:lnTo>
                  <a:pt x="352" y="16"/>
                </a:lnTo>
                <a:lnTo>
                  <a:pt x="353" y="16"/>
                </a:lnTo>
                <a:lnTo>
                  <a:pt x="354" y="16"/>
                </a:lnTo>
                <a:lnTo>
                  <a:pt x="354" y="17"/>
                </a:lnTo>
                <a:lnTo>
                  <a:pt x="355" y="17"/>
                </a:lnTo>
                <a:lnTo>
                  <a:pt x="356" y="17"/>
                </a:lnTo>
                <a:lnTo>
                  <a:pt x="356" y="16"/>
                </a:lnTo>
                <a:lnTo>
                  <a:pt x="357" y="16"/>
                </a:lnTo>
                <a:lnTo>
                  <a:pt x="358" y="16"/>
                </a:lnTo>
                <a:lnTo>
                  <a:pt x="359" y="16"/>
                </a:lnTo>
                <a:lnTo>
                  <a:pt x="359" y="17"/>
                </a:lnTo>
                <a:lnTo>
                  <a:pt x="359" y="18"/>
                </a:lnTo>
                <a:lnTo>
                  <a:pt x="360" y="17"/>
                </a:lnTo>
                <a:lnTo>
                  <a:pt x="360" y="16"/>
                </a:lnTo>
                <a:lnTo>
                  <a:pt x="361" y="16"/>
                </a:lnTo>
                <a:lnTo>
                  <a:pt x="362" y="17"/>
                </a:lnTo>
                <a:lnTo>
                  <a:pt x="361" y="17"/>
                </a:lnTo>
                <a:lnTo>
                  <a:pt x="361" y="18"/>
                </a:lnTo>
                <a:lnTo>
                  <a:pt x="363" y="18"/>
                </a:lnTo>
                <a:lnTo>
                  <a:pt x="364" y="17"/>
                </a:lnTo>
                <a:lnTo>
                  <a:pt x="364" y="18"/>
                </a:lnTo>
                <a:lnTo>
                  <a:pt x="365" y="19"/>
                </a:lnTo>
                <a:lnTo>
                  <a:pt x="365" y="21"/>
                </a:lnTo>
                <a:lnTo>
                  <a:pt x="365" y="22"/>
                </a:lnTo>
                <a:lnTo>
                  <a:pt x="366" y="21"/>
                </a:lnTo>
                <a:lnTo>
                  <a:pt x="365" y="20"/>
                </a:lnTo>
                <a:lnTo>
                  <a:pt x="365" y="18"/>
                </a:lnTo>
                <a:lnTo>
                  <a:pt x="366" y="18"/>
                </a:lnTo>
                <a:lnTo>
                  <a:pt x="370" y="17"/>
                </a:lnTo>
                <a:lnTo>
                  <a:pt x="373" y="17"/>
                </a:lnTo>
                <a:lnTo>
                  <a:pt x="373" y="18"/>
                </a:lnTo>
                <a:lnTo>
                  <a:pt x="373" y="19"/>
                </a:lnTo>
                <a:lnTo>
                  <a:pt x="372" y="20"/>
                </a:lnTo>
                <a:lnTo>
                  <a:pt x="372" y="21"/>
                </a:lnTo>
                <a:lnTo>
                  <a:pt x="372" y="22"/>
                </a:lnTo>
                <a:lnTo>
                  <a:pt x="373" y="22"/>
                </a:lnTo>
                <a:lnTo>
                  <a:pt x="373" y="21"/>
                </a:lnTo>
                <a:lnTo>
                  <a:pt x="373" y="20"/>
                </a:lnTo>
                <a:lnTo>
                  <a:pt x="373" y="19"/>
                </a:lnTo>
                <a:lnTo>
                  <a:pt x="374" y="19"/>
                </a:lnTo>
                <a:lnTo>
                  <a:pt x="374" y="17"/>
                </a:lnTo>
                <a:lnTo>
                  <a:pt x="376" y="17"/>
                </a:lnTo>
                <a:lnTo>
                  <a:pt x="377" y="17"/>
                </a:lnTo>
                <a:lnTo>
                  <a:pt x="378" y="17"/>
                </a:lnTo>
                <a:lnTo>
                  <a:pt x="379" y="17"/>
                </a:lnTo>
                <a:lnTo>
                  <a:pt x="382" y="17"/>
                </a:lnTo>
                <a:lnTo>
                  <a:pt x="383" y="18"/>
                </a:lnTo>
                <a:lnTo>
                  <a:pt x="384" y="18"/>
                </a:lnTo>
                <a:lnTo>
                  <a:pt x="384" y="20"/>
                </a:lnTo>
                <a:lnTo>
                  <a:pt x="384" y="21"/>
                </a:lnTo>
                <a:lnTo>
                  <a:pt x="385" y="21"/>
                </a:lnTo>
                <a:lnTo>
                  <a:pt x="385" y="22"/>
                </a:lnTo>
                <a:lnTo>
                  <a:pt x="385" y="23"/>
                </a:lnTo>
                <a:lnTo>
                  <a:pt x="385" y="24"/>
                </a:lnTo>
                <a:lnTo>
                  <a:pt x="386" y="24"/>
                </a:lnTo>
                <a:lnTo>
                  <a:pt x="387" y="24"/>
                </a:lnTo>
                <a:lnTo>
                  <a:pt x="388" y="25"/>
                </a:lnTo>
                <a:lnTo>
                  <a:pt x="388" y="24"/>
                </a:lnTo>
                <a:lnTo>
                  <a:pt x="389" y="24"/>
                </a:lnTo>
                <a:lnTo>
                  <a:pt x="390" y="23"/>
                </a:lnTo>
                <a:lnTo>
                  <a:pt x="391" y="23"/>
                </a:lnTo>
                <a:lnTo>
                  <a:pt x="391" y="24"/>
                </a:lnTo>
                <a:lnTo>
                  <a:pt x="392" y="24"/>
                </a:lnTo>
                <a:lnTo>
                  <a:pt x="393" y="24"/>
                </a:lnTo>
                <a:lnTo>
                  <a:pt x="395" y="24"/>
                </a:lnTo>
                <a:lnTo>
                  <a:pt x="396" y="24"/>
                </a:lnTo>
                <a:lnTo>
                  <a:pt x="397" y="24"/>
                </a:lnTo>
                <a:lnTo>
                  <a:pt x="397" y="23"/>
                </a:lnTo>
                <a:lnTo>
                  <a:pt x="396" y="23"/>
                </a:lnTo>
                <a:lnTo>
                  <a:pt x="395" y="21"/>
                </a:lnTo>
                <a:lnTo>
                  <a:pt x="395" y="20"/>
                </a:lnTo>
                <a:lnTo>
                  <a:pt x="395" y="18"/>
                </a:lnTo>
                <a:lnTo>
                  <a:pt x="396" y="17"/>
                </a:lnTo>
                <a:lnTo>
                  <a:pt x="397" y="17"/>
                </a:lnTo>
                <a:lnTo>
                  <a:pt x="399" y="18"/>
                </a:lnTo>
                <a:lnTo>
                  <a:pt x="399" y="17"/>
                </a:lnTo>
                <a:lnTo>
                  <a:pt x="398" y="16"/>
                </a:lnTo>
                <a:lnTo>
                  <a:pt x="399" y="16"/>
                </a:lnTo>
                <a:lnTo>
                  <a:pt x="400" y="16"/>
                </a:lnTo>
                <a:lnTo>
                  <a:pt x="400" y="15"/>
                </a:lnTo>
                <a:lnTo>
                  <a:pt x="400" y="14"/>
                </a:lnTo>
                <a:lnTo>
                  <a:pt x="399" y="14"/>
                </a:lnTo>
                <a:lnTo>
                  <a:pt x="398" y="14"/>
                </a:lnTo>
                <a:lnTo>
                  <a:pt x="398" y="13"/>
                </a:lnTo>
                <a:lnTo>
                  <a:pt x="398" y="12"/>
                </a:lnTo>
                <a:lnTo>
                  <a:pt x="399" y="12"/>
                </a:lnTo>
                <a:lnTo>
                  <a:pt x="400" y="12"/>
                </a:lnTo>
                <a:lnTo>
                  <a:pt x="401" y="11"/>
                </a:lnTo>
                <a:lnTo>
                  <a:pt x="402" y="11"/>
                </a:lnTo>
                <a:lnTo>
                  <a:pt x="402" y="12"/>
                </a:lnTo>
                <a:lnTo>
                  <a:pt x="402" y="13"/>
                </a:lnTo>
                <a:lnTo>
                  <a:pt x="403" y="13"/>
                </a:lnTo>
                <a:lnTo>
                  <a:pt x="404" y="13"/>
                </a:lnTo>
                <a:lnTo>
                  <a:pt x="405" y="13"/>
                </a:lnTo>
                <a:lnTo>
                  <a:pt x="405" y="12"/>
                </a:lnTo>
                <a:lnTo>
                  <a:pt x="406" y="12"/>
                </a:lnTo>
                <a:lnTo>
                  <a:pt x="406" y="13"/>
                </a:lnTo>
                <a:lnTo>
                  <a:pt x="405" y="13"/>
                </a:lnTo>
                <a:lnTo>
                  <a:pt x="406" y="14"/>
                </a:lnTo>
                <a:lnTo>
                  <a:pt x="406" y="13"/>
                </a:lnTo>
                <a:lnTo>
                  <a:pt x="407" y="13"/>
                </a:lnTo>
                <a:lnTo>
                  <a:pt x="408" y="14"/>
                </a:lnTo>
                <a:lnTo>
                  <a:pt x="408" y="15"/>
                </a:lnTo>
                <a:lnTo>
                  <a:pt x="408" y="14"/>
                </a:lnTo>
                <a:lnTo>
                  <a:pt x="409" y="14"/>
                </a:lnTo>
                <a:lnTo>
                  <a:pt x="409" y="15"/>
                </a:lnTo>
                <a:lnTo>
                  <a:pt x="409" y="16"/>
                </a:lnTo>
                <a:lnTo>
                  <a:pt x="410" y="17"/>
                </a:lnTo>
                <a:lnTo>
                  <a:pt x="410" y="16"/>
                </a:lnTo>
                <a:lnTo>
                  <a:pt x="411" y="16"/>
                </a:lnTo>
                <a:lnTo>
                  <a:pt x="412" y="16"/>
                </a:lnTo>
                <a:lnTo>
                  <a:pt x="413" y="16"/>
                </a:lnTo>
                <a:lnTo>
                  <a:pt x="413" y="15"/>
                </a:lnTo>
                <a:lnTo>
                  <a:pt x="414" y="15"/>
                </a:lnTo>
                <a:lnTo>
                  <a:pt x="415" y="15"/>
                </a:lnTo>
                <a:lnTo>
                  <a:pt x="417" y="15"/>
                </a:lnTo>
                <a:lnTo>
                  <a:pt x="418" y="15"/>
                </a:lnTo>
                <a:lnTo>
                  <a:pt x="419" y="13"/>
                </a:lnTo>
                <a:lnTo>
                  <a:pt x="418" y="11"/>
                </a:lnTo>
                <a:lnTo>
                  <a:pt x="418" y="10"/>
                </a:lnTo>
                <a:lnTo>
                  <a:pt x="417" y="10"/>
                </a:lnTo>
                <a:lnTo>
                  <a:pt x="417" y="9"/>
                </a:lnTo>
                <a:lnTo>
                  <a:pt x="418" y="9"/>
                </a:lnTo>
                <a:lnTo>
                  <a:pt x="418" y="8"/>
                </a:lnTo>
                <a:lnTo>
                  <a:pt x="417" y="5"/>
                </a:lnTo>
                <a:lnTo>
                  <a:pt x="419" y="4"/>
                </a:lnTo>
                <a:lnTo>
                  <a:pt x="422" y="4"/>
                </a:lnTo>
                <a:lnTo>
                  <a:pt x="422" y="5"/>
                </a:lnTo>
                <a:lnTo>
                  <a:pt x="423" y="8"/>
                </a:lnTo>
                <a:lnTo>
                  <a:pt x="426" y="7"/>
                </a:lnTo>
                <a:lnTo>
                  <a:pt x="427" y="7"/>
                </a:lnTo>
                <a:lnTo>
                  <a:pt x="427" y="5"/>
                </a:lnTo>
                <a:lnTo>
                  <a:pt x="435" y="9"/>
                </a:lnTo>
                <a:lnTo>
                  <a:pt x="436" y="11"/>
                </a:lnTo>
                <a:lnTo>
                  <a:pt x="435" y="11"/>
                </a:lnTo>
                <a:lnTo>
                  <a:pt x="433" y="13"/>
                </a:lnTo>
                <a:lnTo>
                  <a:pt x="435" y="12"/>
                </a:lnTo>
                <a:lnTo>
                  <a:pt x="437" y="12"/>
                </a:lnTo>
                <a:lnTo>
                  <a:pt x="437" y="13"/>
                </a:lnTo>
                <a:lnTo>
                  <a:pt x="437" y="14"/>
                </a:lnTo>
                <a:lnTo>
                  <a:pt x="437" y="15"/>
                </a:lnTo>
                <a:lnTo>
                  <a:pt x="438" y="15"/>
                </a:lnTo>
                <a:lnTo>
                  <a:pt x="438" y="16"/>
                </a:lnTo>
                <a:lnTo>
                  <a:pt x="439" y="17"/>
                </a:lnTo>
                <a:lnTo>
                  <a:pt x="439" y="18"/>
                </a:lnTo>
                <a:lnTo>
                  <a:pt x="440" y="18"/>
                </a:lnTo>
                <a:lnTo>
                  <a:pt x="440" y="19"/>
                </a:lnTo>
                <a:lnTo>
                  <a:pt x="440" y="20"/>
                </a:lnTo>
                <a:lnTo>
                  <a:pt x="439" y="20"/>
                </a:lnTo>
                <a:lnTo>
                  <a:pt x="439" y="21"/>
                </a:lnTo>
                <a:lnTo>
                  <a:pt x="439" y="22"/>
                </a:lnTo>
                <a:lnTo>
                  <a:pt x="439" y="23"/>
                </a:lnTo>
                <a:lnTo>
                  <a:pt x="440" y="24"/>
                </a:lnTo>
                <a:lnTo>
                  <a:pt x="441" y="25"/>
                </a:lnTo>
                <a:lnTo>
                  <a:pt x="442" y="26"/>
                </a:lnTo>
                <a:lnTo>
                  <a:pt x="442" y="27"/>
                </a:lnTo>
                <a:lnTo>
                  <a:pt x="443" y="27"/>
                </a:lnTo>
                <a:lnTo>
                  <a:pt x="444" y="31"/>
                </a:lnTo>
                <a:lnTo>
                  <a:pt x="445" y="31"/>
                </a:lnTo>
                <a:lnTo>
                  <a:pt x="448" y="31"/>
                </a:lnTo>
                <a:lnTo>
                  <a:pt x="451" y="33"/>
                </a:lnTo>
                <a:lnTo>
                  <a:pt x="452" y="33"/>
                </a:lnTo>
                <a:lnTo>
                  <a:pt x="452" y="34"/>
                </a:lnTo>
                <a:lnTo>
                  <a:pt x="454" y="34"/>
                </a:lnTo>
                <a:lnTo>
                  <a:pt x="455" y="35"/>
                </a:lnTo>
                <a:lnTo>
                  <a:pt x="455" y="36"/>
                </a:lnTo>
                <a:lnTo>
                  <a:pt x="456" y="40"/>
                </a:lnTo>
                <a:lnTo>
                  <a:pt x="457" y="44"/>
                </a:lnTo>
                <a:lnTo>
                  <a:pt x="457" y="45"/>
                </a:lnTo>
                <a:lnTo>
                  <a:pt x="456" y="47"/>
                </a:lnTo>
                <a:lnTo>
                  <a:pt x="455" y="47"/>
                </a:lnTo>
                <a:lnTo>
                  <a:pt x="455" y="49"/>
                </a:lnTo>
                <a:lnTo>
                  <a:pt x="455" y="50"/>
                </a:lnTo>
                <a:lnTo>
                  <a:pt x="456" y="50"/>
                </a:lnTo>
                <a:lnTo>
                  <a:pt x="457" y="50"/>
                </a:lnTo>
                <a:lnTo>
                  <a:pt x="458" y="50"/>
                </a:lnTo>
                <a:lnTo>
                  <a:pt x="459" y="51"/>
                </a:lnTo>
                <a:lnTo>
                  <a:pt x="458" y="52"/>
                </a:lnTo>
                <a:lnTo>
                  <a:pt x="458" y="53"/>
                </a:lnTo>
                <a:lnTo>
                  <a:pt x="458" y="54"/>
                </a:lnTo>
                <a:lnTo>
                  <a:pt x="457" y="54"/>
                </a:lnTo>
                <a:lnTo>
                  <a:pt x="457" y="56"/>
                </a:lnTo>
                <a:lnTo>
                  <a:pt x="458" y="56"/>
                </a:lnTo>
                <a:lnTo>
                  <a:pt x="458" y="55"/>
                </a:lnTo>
                <a:lnTo>
                  <a:pt x="462" y="55"/>
                </a:lnTo>
                <a:lnTo>
                  <a:pt x="462" y="54"/>
                </a:lnTo>
                <a:lnTo>
                  <a:pt x="463" y="54"/>
                </a:lnTo>
                <a:lnTo>
                  <a:pt x="466" y="53"/>
                </a:lnTo>
                <a:lnTo>
                  <a:pt x="466" y="54"/>
                </a:lnTo>
                <a:lnTo>
                  <a:pt x="466" y="55"/>
                </a:lnTo>
                <a:lnTo>
                  <a:pt x="467" y="56"/>
                </a:lnTo>
                <a:lnTo>
                  <a:pt x="468" y="55"/>
                </a:lnTo>
                <a:lnTo>
                  <a:pt x="468" y="54"/>
                </a:lnTo>
                <a:lnTo>
                  <a:pt x="469" y="53"/>
                </a:lnTo>
                <a:lnTo>
                  <a:pt x="469" y="52"/>
                </a:lnTo>
                <a:lnTo>
                  <a:pt x="470" y="51"/>
                </a:lnTo>
                <a:lnTo>
                  <a:pt x="471" y="51"/>
                </a:lnTo>
                <a:lnTo>
                  <a:pt x="472" y="51"/>
                </a:lnTo>
                <a:lnTo>
                  <a:pt x="472" y="52"/>
                </a:lnTo>
                <a:lnTo>
                  <a:pt x="472" y="53"/>
                </a:lnTo>
                <a:lnTo>
                  <a:pt x="473" y="53"/>
                </a:lnTo>
                <a:lnTo>
                  <a:pt x="474" y="53"/>
                </a:lnTo>
                <a:lnTo>
                  <a:pt x="475" y="53"/>
                </a:lnTo>
                <a:lnTo>
                  <a:pt x="475" y="52"/>
                </a:lnTo>
                <a:lnTo>
                  <a:pt x="476" y="52"/>
                </a:lnTo>
                <a:lnTo>
                  <a:pt x="476" y="51"/>
                </a:lnTo>
                <a:lnTo>
                  <a:pt x="477" y="50"/>
                </a:lnTo>
                <a:lnTo>
                  <a:pt x="478" y="50"/>
                </a:lnTo>
                <a:lnTo>
                  <a:pt x="479" y="50"/>
                </a:lnTo>
                <a:lnTo>
                  <a:pt x="479" y="49"/>
                </a:lnTo>
                <a:lnTo>
                  <a:pt x="479" y="48"/>
                </a:lnTo>
                <a:lnTo>
                  <a:pt x="480" y="49"/>
                </a:lnTo>
                <a:lnTo>
                  <a:pt x="481" y="49"/>
                </a:lnTo>
                <a:lnTo>
                  <a:pt x="482" y="50"/>
                </a:lnTo>
                <a:lnTo>
                  <a:pt x="481" y="51"/>
                </a:lnTo>
                <a:lnTo>
                  <a:pt x="482" y="51"/>
                </a:lnTo>
                <a:lnTo>
                  <a:pt x="483" y="51"/>
                </a:lnTo>
                <a:lnTo>
                  <a:pt x="483" y="52"/>
                </a:lnTo>
                <a:lnTo>
                  <a:pt x="483" y="53"/>
                </a:lnTo>
                <a:lnTo>
                  <a:pt x="482" y="53"/>
                </a:lnTo>
                <a:lnTo>
                  <a:pt x="481" y="54"/>
                </a:lnTo>
                <a:lnTo>
                  <a:pt x="480" y="54"/>
                </a:lnTo>
                <a:lnTo>
                  <a:pt x="479" y="54"/>
                </a:lnTo>
                <a:lnTo>
                  <a:pt x="478" y="54"/>
                </a:lnTo>
                <a:lnTo>
                  <a:pt x="478" y="55"/>
                </a:lnTo>
                <a:lnTo>
                  <a:pt x="478" y="56"/>
                </a:lnTo>
                <a:lnTo>
                  <a:pt x="477" y="57"/>
                </a:lnTo>
                <a:lnTo>
                  <a:pt x="476" y="57"/>
                </a:lnTo>
                <a:lnTo>
                  <a:pt x="475" y="57"/>
                </a:lnTo>
                <a:lnTo>
                  <a:pt x="474" y="57"/>
                </a:lnTo>
                <a:lnTo>
                  <a:pt x="472" y="56"/>
                </a:lnTo>
                <a:lnTo>
                  <a:pt x="470" y="56"/>
                </a:lnTo>
                <a:lnTo>
                  <a:pt x="470" y="57"/>
                </a:lnTo>
                <a:lnTo>
                  <a:pt x="469" y="58"/>
                </a:lnTo>
                <a:lnTo>
                  <a:pt x="469" y="59"/>
                </a:lnTo>
                <a:lnTo>
                  <a:pt x="471" y="60"/>
                </a:lnTo>
                <a:lnTo>
                  <a:pt x="472" y="61"/>
                </a:lnTo>
                <a:lnTo>
                  <a:pt x="473" y="61"/>
                </a:lnTo>
                <a:lnTo>
                  <a:pt x="474" y="62"/>
                </a:lnTo>
                <a:lnTo>
                  <a:pt x="476" y="63"/>
                </a:lnTo>
                <a:lnTo>
                  <a:pt x="478" y="64"/>
                </a:lnTo>
                <a:lnTo>
                  <a:pt x="480" y="66"/>
                </a:lnTo>
                <a:lnTo>
                  <a:pt x="481" y="67"/>
                </a:lnTo>
                <a:lnTo>
                  <a:pt x="482" y="68"/>
                </a:lnTo>
                <a:lnTo>
                  <a:pt x="481" y="68"/>
                </a:lnTo>
                <a:lnTo>
                  <a:pt x="476" y="64"/>
                </a:lnTo>
                <a:lnTo>
                  <a:pt x="472" y="61"/>
                </a:lnTo>
                <a:lnTo>
                  <a:pt x="471" y="62"/>
                </a:lnTo>
                <a:lnTo>
                  <a:pt x="474" y="64"/>
                </a:lnTo>
                <a:lnTo>
                  <a:pt x="478" y="68"/>
                </a:lnTo>
                <a:lnTo>
                  <a:pt x="481" y="71"/>
                </a:lnTo>
                <a:lnTo>
                  <a:pt x="481" y="72"/>
                </a:lnTo>
                <a:lnTo>
                  <a:pt x="480" y="72"/>
                </a:lnTo>
                <a:lnTo>
                  <a:pt x="479" y="71"/>
                </a:lnTo>
                <a:lnTo>
                  <a:pt x="478" y="68"/>
                </a:lnTo>
                <a:lnTo>
                  <a:pt x="477" y="68"/>
                </a:lnTo>
                <a:lnTo>
                  <a:pt x="477" y="67"/>
                </a:lnTo>
                <a:lnTo>
                  <a:pt x="475" y="66"/>
                </a:lnTo>
                <a:lnTo>
                  <a:pt x="472" y="64"/>
                </a:lnTo>
                <a:lnTo>
                  <a:pt x="470" y="64"/>
                </a:lnTo>
                <a:lnTo>
                  <a:pt x="470" y="63"/>
                </a:lnTo>
                <a:lnTo>
                  <a:pt x="469" y="63"/>
                </a:lnTo>
                <a:lnTo>
                  <a:pt x="468" y="64"/>
                </a:lnTo>
                <a:lnTo>
                  <a:pt x="467" y="64"/>
                </a:lnTo>
                <a:lnTo>
                  <a:pt x="466" y="64"/>
                </a:lnTo>
                <a:lnTo>
                  <a:pt x="465" y="64"/>
                </a:lnTo>
                <a:lnTo>
                  <a:pt x="464" y="65"/>
                </a:lnTo>
                <a:lnTo>
                  <a:pt x="464" y="64"/>
                </a:lnTo>
                <a:lnTo>
                  <a:pt x="463" y="64"/>
                </a:lnTo>
                <a:lnTo>
                  <a:pt x="462" y="64"/>
                </a:lnTo>
                <a:lnTo>
                  <a:pt x="462" y="65"/>
                </a:lnTo>
                <a:lnTo>
                  <a:pt x="462" y="66"/>
                </a:lnTo>
                <a:lnTo>
                  <a:pt x="461" y="66"/>
                </a:lnTo>
                <a:lnTo>
                  <a:pt x="460" y="66"/>
                </a:lnTo>
                <a:lnTo>
                  <a:pt x="458" y="65"/>
                </a:lnTo>
                <a:lnTo>
                  <a:pt x="456" y="64"/>
                </a:lnTo>
                <a:lnTo>
                  <a:pt x="455" y="64"/>
                </a:lnTo>
                <a:lnTo>
                  <a:pt x="454" y="64"/>
                </a:lnTo>
                <a:lnTo>
                  <a:pt x="452" y="65"/>
                </a:lnTo>
                <a:lnTo>
                  <a:pt x="452" y="66"/>
                </a:lnTo>
                <a:lnTo>
                  <a:pt x="453" y="67"/>
                </a:lnTo>
                <a:lnTo>
                  <a:pt x="453" y="68"/>
                </a:lnTo>
                <a:lnTo>
                  <a:pt x="454" y="68"/>
                </a:lnTo>
                <a:lnTo>
                  <a:pt x="454" y="69"/>
                </a:lnTo>
                <a:lnTo>
                  <a:pt x="453" y="69"/>
                </a:lnTo>
                <a:lnTo>
                  <a:pt x="453" y="70"/>
                </a:lnTo>
                <a:lnTo>
                  <a:pt x="454" y="70"/>
                </a:lnTo>
                <a:lnTo>
                  <a:pt x="454" y="71"/>
                </a:lnTo>
                <a:lnTo>
                  <a:pt x="453" y="73"/>
                </a:lnTo>
                <a:lnTo>
                  <a:pt x="452" y="73"/>
                </a:lnTo>
                <a:lnTo>
                  <a:pt x="452" y="74"/>
                </a:lnTo>
                <a:lnTo>
                  <a:pt x="452" y="75"/>
                </a:lnTo>
                <a:lnTo>
                  <a:pt x="451" y="75"/>
                </a:lnTo>
                <a:lnTo>
                  <a:pt x="451" y="76"/>
                </a:lnTo>
                <a:lnTo>
                  <a:pt x="451" y="77"/>
                </a:lnTo>
                <a:lnTo>
                  <a:pt x="450" y="78"/>
                </a:lnTo>
                <a:lnTo>
                  <a:pt x="449" y="79"/>
                </a:lnTo>
                <a:lnTo>
                  <a:pt x="448" y="80"/>
                </a:lnTo>
                <a:lnTo>
                  <a:pt x="447" y="82"/>
                </a:lnTo>
                <a:lnTo>
                  <a:pt x="447" y="83"/>
                </a:lnTo>
                <a:lnTo>
                  <a:pt x="446" y="85"/>
                </a:lnTo>
                <a:lnTo>
                  <a:pt x="446" y="86"/>
                </a:lnTo>
                <a:lnTo>
                  <a:pt x="446" y="87"/>
                </a:lnTo>
                <a:lnTo>
                  <a:pt x="446" y="88"/>
                </a:lnTo>
                <a:lnTo>
                  <a:pt x="445" y="92"/>
                </a:lnTo>
                <a:lnTo>
                  <a:pt x="445" y="93"/>
                </a:lnTo>
                <a:lnTo>
                  <a:pt x="444" y="94"/>
                </a:lnTo>
                <a:lnTo>
                  <a:pt x="444" y="95"/>
                </a:lnTo>
                <a:lnTo>
                  <a:pt x="443" y="96"/>
                </a:lnTo>
                <a:lnTo>
                  <a:pt x="443" y="97"/>
                </a:lnTo>
                <a:lnTo>
                  <a:pt x="442" y="97"/>
                </a:lnTo>
                <a:lnTo>
                  <a:pt x="440" y="97"/>
                </a:lnTo>
                <a:lnTo>
                  <a:pt x="441" y="98"/>
                </a:lnTo>
                <a:lnTo>
                  <a:pt x="441" y="97"/>
                </a:lnTo>
                <a:lnTo>
                  <a:pt x="442" y="98"/>
                </a:lnTo>
                <a:lnTo>
                  <a:pt x="443" y="98"/>
                </a:lnTo>
                <a:lnTo>
                  <a:pt x="443" y="99"/>
                </a:lnTo>
                <a:lnTo>
                  <a:pt x="444" y="102"/>
                </a:lnTo>
                <a:lnTo>
                  <a:pt x="446" y="103"/>
                </a:lnTo>
                <a:lnTo>
                  <a:pt x="446" y="104"/>
                </a:lnTo>
                <a:lnTo>
                  <a:pt x="446" y="107"/>
                </a:lnTo>
                <a:lnTo>
                  <a:pt x="446" y="108"/>
                </a:lnTo>
                <a:lnTo>
                  <a:pt x="445" y="110"/>
                </a:lnTo>
                <a:lnTo>
                  <a:pt x="445" y="112"/>
                </a:lnTo>
                <a:lnTo>
                  <a:pt x="446" y="114"/>
                </a:lnTo>
                <a:lnTo>
                  <a:pt x="447" y="117"/>
                </a:lnTo>
                <a:lnTo>
                  <a:pt x="447" y="119"/>
                </a:lnTo>
                <a:lnTo>
                  <a:pt x="448" y="119"/>
                </a:lnTo>
                <a:lnTo>
                  <a:pt x="449" y="119"/>
                </a:lnTo>
                <a:lnTo>
                  <a:pt x="449" y="122"/>
                </a:lnTo>
                <a:lnTo>
                  <a:pt x="448" y="122"/>
                </a:lnTo>
                <a:lnTo>
                  <a:pt x="447" y="123"/>
                </a:lnTo>
                <a:lnTo>
                  <a:pt x="446" y="122"/>
                </a:lnTo>
                <a:lnTo>
                  <a:pt x="445" y="122"/>
                </a:lnTo>
                <a:lnTo>
                  <a:pt x="443" y="121"/>
                </a:lnTo>
                <a:lnTo>
                  <a:pt x="443" y="122"/>
                </a:lnTo>
                <a:lnTo>
                  <a:pt x="443" y="123"/>
                </a:lnTo>
                <a:lnTo>
                  <a:pt x="443" y="122"/>
                </a:lnTo>
                <a:lnTo>
                  <a:pt x="444" y="122"/>
                </a:lnTo>
                <a:lnTo>
                  <a:pt x="445" y="122"/>
                </a:lnTo>
                <a:lnTo>
                  <a:pt x="445" y="124"/>
                </a:lnTo>
                <a:lnTo>
                  <a:pt x="444" y="125"/>
                </a:lnTo>
                <a:lnTo>
                  <a:pt x="443" y="125"/>
                </a:lnTo>
                <a:lnTo>
                  <a:pt x="443" y="126"/>
                </a:lnTo>
                <a:lnTo>
                  <a:pt x="443" y="127"/>
                </a:lnTo>
                <a:lnTo>
                  <a:pt x="442" y="127"/>
                </a:lnTo>
                <a:lnTo>
                  <a:pt x="443" y="128"/>
                </a:lnTo>
                <a:lnTo>
                  <a:pt x="443" y="127"/>
                </a:lnTo>
                <a:lnTo>
                  <a:pt x="444" y="126"/>
                </a:lnTo>
                <a:lnTo>
                  <a:pt x="445" y="125"/>
                </a:lnTo>
                <a:lnTo>
                  <a:pt x="446" y="125"/>
                </a:lnTo>
                <a:lnTo>
                  <a:pt x="448" y="125"/>
                </a:lnTo>
                <a:lnTo>
                  <a:pt x="449" y="125"/>
                </a:lnTo>
                <a:lnTo>
                  <a:pt x="451" y="124"/>
                </a:lnTo>
                <a:lnTo>
                  <a:pt x="451" y="125"/>
                </a:lnTo>
                <a:lnTo>
                  <a:pt x="452" y="127"/>
                </a:lnTo>
                <a:lnTo>
                  <a:pt x="453" y="129"/>
                </a:lnTo>
                <a:lnTo>
                  <a:pt x="454" y="129"/>
                </a:lnTo>
                <a:lnTo>
                  <a:pt x="454" y="130"/>
                </a:lnTo>
                <a:lnTo>
                  <a:pt x="455" y="131"/>
                </a:lnTo>
                <a:lnTo>
                  <a:pt x="454" y="133"/>
                </a:lnTo>
                <a:lnTo>
                  <a:pt x="454" y="134"/>
                </a:lnTo>
                <a:lnTo>
                  <a:pt x="455" y="134"/>
                </a:lnTo>
                <a:lnTo>
                  <a:pt x="456" y="134"/>
                </a:lnTo>
                <a:lnTo>
                  <a:pt x="457" y="134"/>
                </a:lnTo>
                <a:lnTo>
                  <a:pt x="458" y="134"/>
                </a:lnTo>
                <a:lnTo>
                  <a:pt x="458" y="135"/>
                </a:lnTo>
                <a:lnTo>
                  <a:pt x="459" y="135"/>
                </a:lnTo>
                <a:lnTo>
                  <a:pt x="462" y="134"/>
                </a:lnTo>
                <a:lnTo>
                  <a:pt x="464" y="135"/>
                </a:lnTo>
                <a:lnTo>
                  <a:pt x="464" y="137"/>
                </a:lnTo>
                <a:lnTo>
                  <a:pt x="465" y="137"/>
                </a:lnTo>
                <a:lnTo>
                  <a:pt x="466" y="138"/>
                </a:lnTo>
                <a:lnTo>
                  <a:pt x="467" y="139"/>
                </a:lnTo>
                <a:lnTo>
                  <a:pt x="468" y="139"/>
                </a:lnTo>
                <a:lnTo>
                  <a:pt x="469" y="139"/>
                </a:lnTo>
                <a:lnTo>
                  <a:pt x="469" y="140"/>
                </a:lnTo>
                <a:lnTo>
                  <a:pt x="471" y="141"/>
                </a:lnTo>
                <a:lnTo>
                  <a:pt x="471" y="142"/>
                </a:lnTo>
                <a:lnTo>
                  <a:pt x="472" y="142"/>
                </a:lnTo>
                <a:lnTo>
                  <a:pt x="473" y="141"/>
                </a:lnTo>
                <a:lnTo>
                  <a:pt x="474" y="140"/>
                </a:lnTo>
                <a:lnTo>
                  <a:pt x="474" y="141"/>
                </a:lnTo>
                <a:lnTo>
                  <a:pt x="475" y="141"/>
                </a:lnTo>
                <a:lnTo>
                  <a:pt x="475" y="142"/>
                </a:lnTo>
                <a:lnTo>
                  <a:pt x="475" y="139"/>
                </a:lnTo>
                <a:lnTo>
                  <a:pt x="475" y="138"/>
                </a:lnTo>
                <a:lnTo>
                  <a:pt x="477" y="138"/>
                </a:lnTo>
                <a:lnTo>
                  <a:pt x="478" y="139"/>
                </a:lnTo>
                <a:lnTo>
                  <a:pt x="479" y="139"/>
                </a:lnTo>
                <a:lnTo>
                  <a:pt x="481" y="139"/>
                </a:lnTo>
                <a:lnTo>
                  <a:pt x="482" y="143"/>
                </a:lnTo>
                <a:lnTo>
                  <a:pt x="484" y="143"/>
                </a:lnTo>
                <a:lnTo>
                  <a:pt x="484" y="141"/>
                </a:lnTo>
                <a:lnTo>
                  <a:pt x="483" y="139"/>
                </a:lnTo>
                <a:lnTo>
                  <a:pt x="484" y="138"/>
                </a:lnTo>
                <a:lnTo>
                  <a:pt x="486" y="139"/>
                </a:lnTo>
                <a:lnTo>
                  <a:pt x="489" y="141"/>
                </a:lnTo>
                <a:lnTo>
                  <a:pt x="490" y="140"/>
                </a:lnTo>
                <a:lnTo>
                  <a:pt x="492" y="139"/>
                </a:lnTo>
                <a:lnTo>
                  <a:pt x="493" y="140"/>
                </a:lnTo>
                <a:lnTo>
                  <a:pt x="494" y="141"/>
                </a:lnTo>
                <a:lnTo>
                  <a:pt x="494" y="142"/>
                </a:lnTo>
                <a:lnTo>
                  <a:pt x="494" y="146"/>
                </a:lnTo>
                <a:lnTo>
                  <a:pt x="495" y="146"/>
                </a:lnTo>
                <a:lnTo>
                  <a:pt x="495" y="148"/>
                </a:lnTo>
                <a:lnTo>
                  <a:pt x="492" y="158"/>
                </a:lnTo>
                <a:lnTo>
                  <a:pt x="492" y="157"/>
                </a:lnTo>
                <a:lnTo>
                  <a:pt x="493" y="157"/>
                </a:lnTo>
                <a:lnTo>
                  <a:pt x="494" y="157"/>
                </a:lnTo>
                <a:lnTo>
                  <a:pt x="494" y="156"/>
                </a:lnTo>
                <a:lnTo>
                  <a:pt x="495" y="156"/>
                </a:lnTo>
                <a:lnTo>
                  <a:pt x="496" y="157"/>
                </a:lnTo>
                <a:lnTo>
                  <a:pt x="497" y="156"/>
                </a:lnTo>
                <a:lnTo>
                  <a:pt x="497" y="155"/>
                </a:lnTo>
                <a:lnTo>
                  <a:pt x="498" y="155"/>
                </a:lnTo>
                <a:lnTo>
                  <a:pt x="499" y="155"/>
                </a:lnTo>
                <a:lnTo>
                  <a:pt x="500" y="156"/>
                </a:lnTo>
                <a:lnTo>
                  <a:pt x="501" y="157"/>
                </a:lnTo>
                <a:lnTo>
                  <a:pt x="501" y="158"/>
                </a:lnTo>
                <a:lnTo>
                  <a:pt x="501" y="159"/>
                </a:lnTo>
                <a:lnTo>
                  <a:pt x="502" y="160"/>
                </a:lnTo>
                <a:lnTo>
                  <a:pt x="502" y="159"/>
                </a:lnTo>
                <a:lnTo>
                  <a:pt x="502" y="158"/>
                </a:lnTo>
                <a:lnTo>
                  <a:pt x="502" y="157"/>
                </a:lnTo>
                <a:lnTo>
                  <a:pt x="502" y="156"/>
                </a:lnTo>
                <a:lnTo>
                  <a:pt x="502" y="155"/>
                </a:lnTo>
                <a:lnTo>
                  <a:pt x="503" y="155"/>
                </a:lnTo>
                <a:lnTo>
                  <a:pt x="503" y="154"/>
                </a:lnTo>
                <a:lnTo>
                  <a:pt x="504" y="154"/>
                </a:lnTo>
                <a:lnTo>
                  <a:pt x="505" y="154"/>
                </a:lnTo>
                <a:lnTo>
                  <a:pt x="505" y="153"/>
                </a:lnTo>
                <a:lnTo>
                  <a:pt x="505" y="152"/>
                </a:lnTo>
                <a:lnTo>
                  <a:pt x="506" y="152"/>
                </a:lnTo>
                <a:lnTo>
                  <a:pt x="506" y="151"/>
                </a:lnTo>
                <a:lnTo>
                  <a:pt x="507" y="151"/>
                </a:lnTo>
                <a:lnTo>
                  <a:pt x="508" y="150"/>
                </a:lnTo>
                <a:lnTo>
                  <a:pt x="512" y="150"/>
                </a:lnTo>
                <a:lnTo>
                  <a:pt x="512" y="151"/>
                </a:lnTo>
                <a:lnTo>
                  <a:pt x="516" y="150"/>
                </a:lnTo>
                <a:lnTo>
                  <a:pt x="517" y="150"/>
                </a:lnTo>
                <a:lnTo>
                  <a:pt x="517" y="152"/>
                </a:lnTo>
                <a:lnTo>
                  <a:pt x="517" y="153"/>
                </a:lnTo>
                <a:lnTo>
                  <a:pt x="518" y="154"/>
                </a:lnTo>
                <a:lnTo>
                  <a:pt x="519" y="154"/>
                </a:lnTo>
                <a:lnTo>
                  <a:pt x="519" y="153"/>
                </a:lnTo>
                <a:lnTo>
                  <a:pt x="520" y="152"/>
                </a:lnTo>
                <a:lnTo>
                  <a:pt x="520" y="150"/>
                </a:lnTo>
                <a:lnTo>
                  <a:pt x="520" y="148"/>
                </a:lnTo>
                <a:lnTo>
                  <a:pt x="526" y="147"/>
                </a:lnTo>
                <a:lnTo>
                  <a:pt x="527" y="147"/>
                </a:lnTo>
                <a:lnTo>
                  <a:pt x="527" y="150"/>
                </a:lnTo>
                <a:lnTo>
                  <a:pt x="527" y="152"/>
                </a:lnTo>
                <a:lnTo>
                  <a:pt x="527" y="153"/>
                </a:lnTo>
                <a:lnTo>
                  <a:pt x="527" y="155"/>
                </a:lnTo>
                <a:lnTo>
                  <a:pt x="527" y="156"/>
                </a:lnTo>
                <a:lnTo>
                  <a:pt x="527" y="157"/>
                </a:lnTo>
                <a:lnTo>
                  <a:pt x="527" y="158"/>
                </a:lnTo>
                <a:lnTo>
                  <a:pt x="528" y="158"/>
                </a:lnTo>
                <a:lnTo>
                  <a:pt x="529" y="158"/>
                </a:lnTo>
                <a:lnTo>
                  <a:pt x="529" y="157"/>
                </a:lnTo>
                <a:lnTo>
                  <a:pt x="529" y="156"/>
                </a:lnTo>
                <a:lnTo>
                  <a:pt x="528" y="156"/>
                </a:lnTo>
                <a:lnTo>
                  <a:pt x="529" y="156"/>
                </a:lnTo>
                <a:lnTo>
                  <a:pt x="529" y="155"/>
                </a:lnTo>
                <a:lnTo>
                  <a:pt x="529" y="153"/>
                </a:lnTo>
                <a:lnTo>
                  <a:pt x="530" y="152"/>
                </a:lnTo>
                <a:lnTo>
                  <a:pt x="530" y="151"/>
                </a:lnTo>
                <a:lnTo>
                  <a:pt x="530" y="150"/>
                </a:lnTo>
                <a:lnTo>
                  <a:pt x="530" y="149"/>
                </a:lnTo>
                <a:lnTo>
                  <a:pt x="531" y="149"/>
                </a:lnTo>
                <a:lnTo>
                  <a:pt x="532" y="148"/>
                </a:lnTo>
                <a:lnTo>
                  <a:pt x="531" y="147"/>
                </a:lnTo>
                <a:lnTo>
                  <a:pt x="533" y="145"/>
                </a:lnTo>
                <a:lnTo>
                  <a:pt x="535" y="144"/>
                </a:lnTo>
                <a:lnTo>
                  <a:pt x="535" y="145"/>
                </a:lnTo>
                <a:lnTo>
                  <a:pt x="541" y="143"/>
                </a:lnTo>
                <a:lnTo>
                  <a:pt x="541" y="145"/>
                </a:lnTo>
                <a:lnTo>
                  <a:pt x="541" y="146"/>
                </a:lnTo>
                <a:lnTo>
                  <a:pt x="545" y="145"/>
                </a:lnTo>
                <a:lnTo>
                  <a:pt x="544" y="143"/>
                </a:lnTo>
                <a:lnTo>
                  <a:pt x="544" y="142"/>
                </a:lnTo>
                <a:lnTo>
                  <a:pt x="546" y="142"/>
                </a:lnTo>
                <a:lnTo>
                  <a:pt x="546" y="143"/>
                </a:lnTo>
                <a:lnTo>
                  <a:pt x="546" y="144"/>
                </a:lnTo>
                <a:lnTo>
                  <a:pt x="547" y="145"/>
                </a:lnTo>
                <a:lnTo>
                  <a:pt x="548" y="145"/>
                </a:lnTo>
                <a:lnTo>
                  <a:pt x="548" y="144"/>
                </a:lnTo>
                <a:lnTo>
                  <a:pt x="550" y="144"/>
                </a:lnTo>
                <a:lnTo>
                  <a:pt x="549" y="142"/>
                </a:lnTo>
                <a:lnTo>
                  <a:pt x="549" y="141"/>
                </a:lnTo>
                <a:lnTo>
                  <a:pt x="550" y="140"/>
                </a:lnTo>
                <a:lnTo>
                  <a:pt x="552" y="138"/>
                </a:lnTo>
                <a:lnTo>
                  <a:pt x="552" y="137"/>
                </a:lnTo>
                <a:lnTo>
                  <a:pt x="553" y="135"/>
                </a:lnTo>
                <a:lnTo>
                  <a:pt x="554" y="134"/>
                </a:lnTo>
                <a:lnTo>
                  <a:pt x="555" y="133"/>
                </a:lnTo>
                <a:lnTo>
                  <a:pt x="555" y="134"/>
                </a:lnTo>
                <a:lnTo>
                  <a:pt x="556" y="133"/>
                </a:lnTo>
                <a:lnTo>
                  <a:pt x="556" y="132"/>
                </a:lnTo>
                <a:lnTo>
                  <a:pt x="558" y="131"/>
                </a:lnTo>
                <a:lnTo>
                  <a:pt x="558" y="130"/>
                </a:lnTo>
                <a:lnTo>
                  <a:pt x="559" y="130"/>
                </a:lnTo>
                <a:lnTo>
                  <a:pt x="559" y="129"/>
                </a:lnTo>
                <a:lnTo>
                  <a:pt x="557" y="129"/>
                </a:lnTo>
                <a:lnTo>
                  <a:pt x="559" y="129"/>
                </a:lnTo>
                <a:lnTo>
                  <a:pt x="560" y="127"/>
                </a:lnTo>
                <a:lnTo>
                  <a:pt x="560" y="126"/>
                </a:lnTo>
                <a:lnTo>
                  <a:pt x="562" y="126"/>
                </a:lnTo>
                <a:lnTo>
                  <a:pt x="561" y="125"/>
                </a:lnTo>
                <a:lnTo>
                  <a:pt x="562" y="125"/>
                </a:lnTo>
                <a:lnTo>
                  <a:pt x="563" y="124"/>
                </a:lnTo>
                <a:lnTo>
                  <a:pt x="563" y="123"/>
                </a:lnTo>
                <a:lnTo>
                  <a:pt x="563" y="121"/>
                </a:lnTo>
                <a:lnTo>
                  <a:pt x="561" y="121"/>
                </a:lnTo>
                <a:lnTo>
                  <a:pt x="564" y="121"/>
                </a:lnTo>
                <a:lnTo>
                  <a:pt x="564" y="120"/>
                </a:lnTo>
                <a:lnTo>
                  <a:pt x="564" y="119"/>
                </a:lnTo>
                <a:lnTo>
                  <a:pt x="564" y="118"/>
                </a:lnTo>
                <a:lnTo>
                  <a:pt x="562" y="118"/>
                </a:lnTo>
                <a:lnTo>
                  <a:pt x="562" y="117"/>
                </a:lnTo>
                <a:lnTo>
                  <a:pt x="562" y="116"/>
                </a:lnTo>
                <a:lnTo>
                  <a:pt x="562" y="115"/>
                </a:lnTo>
                <a:lnTo>
                  <a:pt x="562" y="116"/>
                </a:lnTo>
                <a:lnTo>
                  <a:pt x="563" y="116"/>
                </a:lnTo>
                <a:lnTo>
                  <a:pt x="564" y="116"/>
                </a:lnTo>
                <a:lnTo>
                  <a:pt x="564" y="115"/>
                </a:lnTo>
                <a:lnTo>
                  <a:pt x="563" y="115"/>
                </a:lnTo>
                <a:lnTo>
                  <a:pt x="564" y="115"/>
                </a:lnTo>
                <a:lnTo>
                  <a:pt x="564" y="114"/>
                </a:lnTo>
                <a:lnTo>
                  <a:pt x="563" y="113"/>
                </a:lnTo>
                <a:lnTo>
                  <a:pt x="562" y="113"/>
                </a:lnTo>
                <a:lnTo>
                  <a:pt x="562" y="114"/>
                </a:lnTo>
                <a:lnTo>
                  <a:pt x="561" y="114"/>
                </a:lnTo>
                <a:lnTo>
                  <a:pt x="561" y="113"/>
                </a:lnTo>
                <a:lnTo>
                  <a:pt x="561" y="112"/>
                </a:lnTo>
                <a:lnTo>
                  <a:pt x="560" y="111"/>
                </a:lnTo>
                <a:lnTo>
                  <a:pt x="560" y="110"/>
                </a:lnTo>
                <a:lnTo>
                  <a:pt x="559" y="110"/>
                </a:lnTo>
                <a:lnTo>
                  <a:pt x="559" y="112"/>
                </a:lnTo>
                <a:lnTo>
                  <a:pt x="558" y="112"/>
                </a:lnTo>
                <a:lnTo>
                  <a:pt x="557" y="111"/>
                </a:lnTo>
                <a:lnTo>
                  <a:pt x="556" y="110"/>
                </a:lnTo>
                <a:lnTo>
                  <a:pt x="555" y="109"/>
                </a:lnTo>
                <a:lnTo>
                  <a:pt x="555" y="108"/>
                </a:lnTo>
                <a:lnTo>
                  <a:pt x="555" y="106"/>
                </a:lnTo>
                <a:lnTo>
                  <a:pt x="555" y="105"/>
                </a:lnTo>
                <a:lnTo>
                  <a:pt x="554" y="105"/>
                </a:lnTo>
                <a:lnTo>
                  <a:pt x="555" y="104"/>
                </a:lnTo>
                <a:lnTo>
                  <a:pt x="556" y="104"/>
                </a:lnTo>
                <a:lnTo>
                  <a:pt x="557" y="103"/>
                </a:lnTo>
                <a:lnTo>
                  <a:pt x="558" y="103"/>
                </a:lnTo>
                <a:lnTo>
                  <a:pt x="560" y="103"/>
                </a:lnTo>
                <a:lnTo>
                  <a:pt x="562" y="102"/>
                </a:lnTo>
                <a:lnTo>
                  <a:pt x="564" y="101"/>
                </a:lnTo>
                <a:lnTo>
                  <a:pt x="565" y="101"/>
                </a:lnTo>
                <a:lnTo>
                  <a:pt x="566" y="100"/>
                </a:lnTo>
                <a:lnTo>
                  <a:pt x="566" y="99"/>
                </a:lnTo>
                <a:lnTo>
                  <a:pt x="566" y="98"/>
                </a:lnTo>
                <a:lnTo>
                  <a:pt x="565" y="98"/>
                </a:lnTo>
                <a:lnTo>
                  <a:pt x="565" y="96"/>
                </a:lnTo>
                <a:lnTo>
                  <a:pt x="567" y="96"/>
                </a:lnTo>
                <a:lnTo>
                  <a:pt x="566" y="96"/>
                </a:lnTo>
                <a:lnTo>
                  <a:pt x="567" y="95"/>
                </a:lnTo>
                <a:lnTo>
                  <a:pt x="569" y="95"/>
                </a:lnTo>
                <a:lnTo>
                  <a:pt x="569" y="96"/>
                </a:lnTo>
                <a:lnTo>
                  <a:pt x="572" y="95"/>
                </a:lnTo>
                <a:lnTo>
                  <a:pt x="573" y="94"/>
                </a:lnTo>
                <a:lnTo>
                  <a:pt x="573" y="93"/>
                </a:lnTo>
                <a:lnTo>
                  <a:pt x="574" y="93"/>
                </a:lnTo>
                <a:lnTo>
                  <a:pt x="574" y="92"/>
                </a:lnTo>
                <a:lnTo>
                  <a:pt x="573" y="92"/>
                </a:lnTo>
                <a:lnTo>
                  <a:pt x="575" y="92"/>
                </a:lnTo>
                <a:lnTo>
                  <a:pt x="576" y="91"/>
                </a:lnTo>
                <a:lnTo>
                  <a:pt x="578" y="91"/>
                </a:lnTo>
                <a:lnTo>
                  <a:pt x="579" y="91"/>
                </a:lnTo>
                <a:lnTo>
                  <a:pt x="580" y="90"/>
                </a:lnTo>
                <a:lnTo>
                  <a:pt x="581" y="90"/>
                </a:lnTo>
                <a:lnTo>
                  <a:pt x="581" y="89"/>
                </a:lnTo>
                <a:lnTo>
                  <a:pt x="582" y="89"/>
                </a:lnTo>
                <a:lnTo>
                  <a:pt x="582" y="88"/>
                </a:lnTo>
                <a:lnTo>
                  <a:pt x="582" y="87"/>
                </a:lnTo>
                <a:lnTo>
                  <a:pt x="585" y="85"/>
                </a:lnTo>
                <a:lnTo>
                  <a:pt x="586" y="85"/>
                </a:lnTo>
                <a:lnTo>
                  <a:pt x="587" y="84"/>
                </a:lnTo>
                <a:lnTo>
                  <a:pt x="588" y="84"/>
                </a:lnTo>
                <a:lnTo>
                  <a:pt x="588" y="83"/>
                </a:lnTo>
                <a:lnTo>
                  <a:pt x="589" y="83"/>
                </a:lnTo>
                <a:lnTo>
                  <a:pt x="590" y="82"/>
                </a:lnTo>
                <a:lnTo>
                  <a:pt x="590" y="81"/>
                </a:lnTo>
                <a:lnTo>
                  <a:pt x="592" y="78"/>
                </a:lnTo>
                <a:lnTo>
                  <a:pt x="595" y="75"/>
                </a:lnTo>
                <a:lnTo>
                  <a:pt x="595" y="74"/>
                </a:lnTo>
                <a:lnTo>
                  <a:pt x="596" y="74"/>
                </a:lnTo>
                <a:lnTo>
                  <a:pt x="596" y="73"/>
                </a:lnTo>
                <a:lnTo>
                  <a:pt x="596" y="72"/>
                </a:lnTo>
                <a:lnTo>
                  <a:pt x="597" y="72"/>
                </a:lnTo>
                <a:lnTo>
                  <a:pt x="597" y="71"/>
                </a:lnTo>
                <a:lnTo>
                  <a:pt x="597" y="70"/>
                </a:lnTo>
                <a:lnTo>
                  <a:pt x="598" y="70"/>
                </a:lnTo>
                <a:lnTo>
                  <a:pt x="597" y="69"/>
                </a:lnTo>
                <a:lnTo>
                  <a:pt x="596" y="68"/>
                </a:lnTo>
                <a:lnTo>
                  <a:pt x="593" y="65"/>
                </a:lnTo>
                <a:lnTo>
                  <a:pt x="592" y="65"/>
                </a:lnTo>
                <a:lnTo>
                  <a:pt x="594" y="63"/>
                </a:lnTo>
                <a:lnTo>
                  <a:pt x="595" y="61"/>
                </a:lnTo>
                <a:lnTo>
                  <a:pt x="596" y="60"/>
                </a:lnTo>
                <a:lnTo>
                  <a:pt x="603" y="58"/>
                </a:lnTo>
                <a:lnTo>
                  <a:pt x="604" y="58"/>
                </a:lnTo>
                <a:lnTo>
                  <a:pt x="604" y="57"/>
                </a:lnTo>
                <a:lnTo>
                  <a:pt x="604" y="56"/>
                </a:lnTo>
                <a:lnTo>
                  <a:pt x="604" y="55"/>
                </a:lnTo>
                <a:lnTo>
                  <a:pt x="605" y="55"/>
                </a:lnTo>
                <a:lnTo>
                  <a:pt x="605" y="54"/>
                </a:lnTo>
                <a:lnTo>
                  <a:pt x="604" y="53"/>
                </a:lnTo>
                <a:lnTo>
                  <a:pt x="603" y="52"/>
                </a:lnTo>
                <a:lnTo>
                  <a:pt x="602" y="52"/>
                </a:lnTo>
                <a:lnTo>
                  <a:pt x="602" y="53"/>
                </a:lnTo>
                <a:lnTo>
                  <a:pt x="602" y="55"/>
                </a:lnTo>
                <a:lnTo>
                  <a:pt x="601" y="55"/>
                </a:lnTo>
                <a:lnTo>
                  <a:pt x="600" y="54"/>
                </a:lnTo>
                <a:lnTo>
                  <a:pt x="600" y="52"/>
                </a:lnTo>
                <a:lnTo>
                  <a:pt x="601" y="52"/>
                </a:lnTo>
                <a:lnTo>
                  <a:pt x="602" y="51"/>
                </a:lnTo>
                <a:lnTo>
                  <a:pt x="600" y="51"/>
                </a:lnTo>
                <a:lnTo>
                  <a:pt x="599" y="51"/>
                </a:lnTo>
                <a:lnTo>
                  <a:pt x="600" y="52"/>
                </a:lnTo>
                <a:lnTo>
                  <a:pt x="599" y="52"/>
                </a:lnTo>
                <a:lnTo>
                  <a:pt x="598" y="52"/>
                </a:lnTo>
                <a:lnTo>
                  <a:pt x="598" y="51"/>
                </a:lnTo>
                <a:lnTo>
                  <a:pt x="597" y="51"/>
                </a:lnTo>
                <a:lnTo>
                  <a:pt x="596" y="52"/>
                </a:lnTo>
                <a:lnTo>
                  <a:pt x="595" y="53"/>
                </a:lnTo>
                <a:lnTo>
                  <a:pt x="593" y="52"/>
                </a:lnTo>
                <a:lnTo>
                  <a:pt x="592" y="52"/>
                </a:lnTo>
                <a:lnTo>
                  <a:pt x="592" y="51"/>
                </a:lnTo>
                <a:lnTo>
                  <a:pt x="591" y="51"/>
                </a:lnTo>
                <a:lnTo>
                  <a:pt x="592" y="50"/>
                </a:lnTo>
                <a:lnTo>
                  <a:pt x="594" y="50"/>
                </a:lnTo>
                <a:lnTo>
                  <a:pt x="595" y="50"/>
                </a:lnTo>
                <a:lnTo>
                  <a:pt x="595" y="49"/>
                </a:lnTo>
                <a:lnTo>
                  <a:pt x="596" y="49"/>
                </a:lnTo>
                <a:lnTo>
                  <a:pt x="599" y="49"/>
                </a:lnTo>
                <a:lnTo>
                  <a:pt x="600" y="49"/>
                </a:lnTo>
                <a:lnTo>
                  <a:pt x="601" y="49"/>
                </a:lnTo>
                <a:lnTo>
                  <a:pt x="602" y="48"/>
                </a:lnTo>
                <a:lnTo>
                  <a:pt x="603" y="48"/>
                </a:lnTo>
                <a:lnTo>
                  <a:pt x="604" y="48"/>
                </a:lnTo>
                <a:lnTo>
                  <a:pt x="605" y="48"/>
                </a:lnTo>
                <a:lnTo>
                  <a:pt x="606" y="47"/>
                </a:lnTo>
                <a:lnTo>
                  <a:pt x="607" y="47"/>
                </a:lnTo>
                <a:lnTo>
                  <a:pt x="608" y="46"/>
                </a:lnTo>
                <a:lnTo>
                  <a:pt x="609" y="46"/>
                </a:lnTo>
                <a:lnTo>
                  <a:pt x="609" y="45"/>
                </a:lnTo>
                <a:lnTo>
                  <a:pt x="610" y="45"/>
                </a:lnTo>
                <a:lnTo>
                  <a:pt x="611" y="43"/>
                </a:lnTo>
                <a:lnTo>
                  <a:pt x="612" y="43"/>
                </a:lnTo>
                <a:lnTo>
                  <a:pt x="613" y="42"/>
                </a:lnTo>
                <a:lnTo>
                  <a:pt x="614" y="41"/>
                </a:lnTo>
                <a:lnTo>
                  <a:pt x="614" y="40"/>
                </a:lnTo>
                <a:lnTo>
                  <a:pt x="615" y="40"/>
                </a:lnTo>
                <a:lnTo>
                  <a:pt x="615" y="39"/>
                </a:lnTo>
                <a:lnTo>
                  <a:pt x="616" y="37"/>
                </a:lnTo>
                <a:lnTo>
                  <a:pt x="617" y="37"/>
                </a:lnTo>
                <a:lnTo>
                  <a:pt x="618" y="36"/>
                </a:lnTo>
                <a:lnTo>
                  <a:pt x="619" y="36"/>
                </a:lnTo>
                <a:lnTo>
                  <a:pt x="620" y="36"/>
                </a:lnTo>
                <a:lnTo>
                  <a:pt x="621" y="36"/>
                </a:lnTo>
                <a:lnTo>
                  <a:pt x="622" y="36"/>
                </a:lnTo>
                <a:lnTo>
                  <a:pt x="625" y="35"/>
                </a:lnTo>
                <a:lnTo>
                  <a:pt x="626" y="35"/>
                </a:lnTo>
                <a:lnTo>
                  <a:pt x="628" y="34"/>
                </a:lnTo>
                <a:lnTo>
                  <a:pt x="629" y="34"/>
                </a:lnTo>
                <a:lnTo>
                  <a:pt x="630" y="33"/>
                </a:lnTo>
                <a:lnTo>
                  <a:pt x="631" y="33"/>
                </a:lnTo>
                <a:lnTo>
                  <a:pt x="632" y="33"/>
                </a:lnTo>
                <a:lnTo>
                  <a:pt x="632" y="32"/>
                </a:lnTo>
                <a:lnTo>
                  <a:pt x="633" y="32"/>
                </a:lnTo>
                <a:lnTo>
                  <a:pt x="634" y="31"/>
                </a:lnTo>
                <a:lnTo>
                  <a:pt x="634" y="30"/>
                </a:lnTo>
                <a:lnTo>
                  <a:pt x="635" y="29"/>
                </a:lnTo>
                <a:lnTo>
                  <a:pt x="635" y="28"/>
                </a:lnTo>
                <a:lnTo>
                  <a:pt x="636" y="28"/>
                </a:lnTo>
                <a:lnTo>
                  <a:pt x="637" y="29"/>
                </a:lnTo>
                <a:lnTo>
                  <a:pt x="638" y="29"/>
                </a:lnTo>
                <a:lnTo>
                  <a:pt x="639" y="28"/>
                </a:lnTo>
                <a:lnTo>
                  <a:pt x="639" y="27"/>
                </a:lnTo>
                <a:lnTo>
                  <a:pt x="640" y="26"/>
                </a:lnTo>
                <a:lnTo>
                  <a:pt x="641" y="27"/>
                </a:lnTo>
                <a:lnTo>
                  <a:pt x="641" y="26"/>
                </a:lnTo>
                <a:lnTo>
                  <a:pt x="642" y="26"/>
                </a:lnTo>
                <a:lnTo>
                  <a:pt x="642" y="25"/>
                </a:lnTo>
                <a:lnTo>
                  <a:pt x="643" y="25"/>
                </a:lnTo>
                <a:lnTo>
                  <a:pt x="644" y="24"/>
                </a:lnTo>
                <a:lnTo>
                  <a:pt x="645" y="22"/>
                </a:lnTo>
                <a:lnTo>
                  <a:pt x="646" y="21"/>
                </a:lnTo>
                <a:lnTo>
                  <a:pt x="647" y="20"/>
                </a:lnTo>
                <a:lnTo>
                  <a:pt x="648" y="20"/>
                </a:lnTo>
                <a:lnTo>
                  <a:pt x="649" y="19"/>
                </a:lnTo>
                <a:lnTo>
                  <a:pt x="650" y="19"/>
                </a:lnTo>
                <a:lnTo>
                  <a:pt x="650" y="20"/>
                </a:lnTo>
                <a:lnTo>
                  <a:pt x="651" y="20"/>
                </a:lnTo>
                <a:lnTo>
                  <a:pt x="652" y="20"/>
                </a:lnTo>
                <a:lnTo>
                  <a:pt x="652" y="19"/>
                </a:lnTo>
                <a:lnTo>
                  <a:pt x="653" y="19"/>
                </a:lnTo>
                <a:lnTo>
                  <a:pt x="654" y="19"/>
                </a:lnTo>
                <a:lnTo>
                  <a:pt x="655" y="20"/>
                </a:lnTo>
                <a:lnTo>
                  <a:pt x="656" y="20"/>
                </a:lnTo>
                <a:lnTo>
                  <a:pt x="657" y="20"/>
                </a:lnTo>
                <a:lnTo>
                  <a:pt x="658" y="20"/>
                </a:lnTo>
                <a:lnTo>
                  <a:pt x="659" y="20"/>
                </a:lnTo>
                <a:lnTo>
                  <a:pt x="660" y="20"/>
                </a:lnTo>
                <a:lnTo>
                  <a:pt x="661" y="19"/>
                </a:lnTo>
                <a:lnTo>
                  <a:pt x="661" y="18"/>
                </a:lnTo>
                <a:lnTo>
                  <a:pt x="662" y="17"/>
                </a:lnTo>
                <a:lnTo>
                  <a:pt x="663" y="17"/>
                </a:lnTo>
                <a:lnTo>
                  <a:pt x="664" y="16"/>
                </a:lnTo>
                <a:lnTo>
                  <a:pt x="665" y="17"/>
                </a:lnTo>
                <a:lnTo>
                  <a:pt x="666" y="17"/>
                </a:lnTo>
                <a:lnTo>
                  <a:pt x="667" y="17"/>
                </a:lnTo>
                <a:lnTo>
                  <a:pt x="668" y="17"/>
                </a:lnTo>
                <a:lnTo>
                  <a:pt x="669" y="17"/>
                </a:lnTo>
                <a:lnTo>
                  <a:pt x="669" y="18"/>
                </a:lnTo>
                <a:lnTo>
                  <a:pt x="670" y="18"/>
                </a:lnTo>
                <a:lnTo>
                  <a:pt x="671" y="17"/>
                </a:lnTo>
                <a:lnTo>
                  <a:pt x="672" y="18"/>
                </a:lnTo>
                <a:lnTo>
                  <a:pt x="673" y="19"/>
                </a:lnTo>
                <a:lnTo>
                  <a:pt x="673" y="20"/>
                </a:lnTo>
                <a:lnTo>
                  <a:pt x="672" y="20"/>
                </a:lnTo>
                <a:lnTo>
                  <a:pt x="671" y="21"/>
                </a:lnTo>
                <a:lnTo>
                  <a:pt x="671" y="22"/>
                </a:lnTo>
                <a:lnTo>
                  <a:pt x="672" y="23"/>
                </a:lnTo>
                <a:lnTo>
                  <a:pt x="673" y="24"/>
                </a:lnTo>
                <a:lnTo>
                  <a:pt x="674" y="24"/>
                </a:lnTo>
                <a:lnTo>
                  <a:pt x="675" y="25"/>
                </a:lnTo>
                <a:lnTo>
                  <a:pt x="676" y="25"/>
                </a:lnTo>
                <a:lnTo>
                  <a:pt x="677" y="26"/>
                </a:lnTo>
                <a:lnTo>
                  <a:pt x="678" y="26"/>
                </a:lnTo>
                <a:lnTo>
                  <a:pt x="679" y="26"/>
                </a:lnTo>
                <a:lnTo>
                  <a:pt x="680" y="26"/>
                </a:lnTo>
                <a:lnTo>
                  <a:pt x="680" y="27"/>
                </a:lnTo>
                <a:lnTo>
                  <a:pt x="681" y="28"/>
                </a:lnTo>
                <a:lnTo>
                  <a:pt x="682" y="29"/>
                </a:lnTo>
                <a:lnTo>
                  <a:pt x="682" y="30"/>
                </a:lnTo>
                <a:lnTo>
                  <a:pt x="683" y="30"/>
                </a:lnTo>
                <a:lnTo>
                  <a:pt x="683" y="31"/>
                </a:lnTo>
                <a:lnTo>
                  <a:pt x="684" y="31"/>
                </a:lnTo>
                <a:lnTo>
                  <a:pt x="685" y="31"/>
                </a:lnTo>
                <a:lnTo>
                  <a:pt x="685" y="32"/>
                </a:lnTo>
                <a:lnTo>
                  <a:pt x="687" y="32"/>
                </a:lnTo>
                <a:lnTo>
                  <a:pt x="688" y="32"/>
                </a:lnTo>
                <a:lnTo>
                  <a:pt x="689" y="32"/>
                </a:lnTo>
                <a:lnTo>
                  <a:pt x="689" y="31"/>
                </a:lnTo>
                <a:lnTo>
                  <a:pt x="689" y="30"/>
                </a:lnTo>
                <a:lnTo>
                  <a:pt x="690" y="30"/>
                </a:lnTo>
                <a:lnTo>
                  <a:pt x="691" y="31"/>
                </a:lnTo>
                <a:lnTo>
                  <a:pt x="691" y="30"/>
                </a:lnTo>
                <a:lnTo>
                  <a:pt x="693" y="30"/>
                </a:lnTo>
                <a:lnTo>
                  <a:pt x="694" y="30"/>
                </a:lnTo>
                <a:lnTo>
                  <a:pt x="695" y="30"/>
                </a:lnTo>
                <a:lnTo>
                  <a:pt x="696" y="29"/>
                </a:lnTo>
                <a:lnTo>
                  <a:pt x="697" y="29"/>
                </a:lnTo>
                <a:lnTo>
                  <a:pt x="698" y="29"/>
                </a:lnTo>
                <a:lnTo>
                  <a:pt x="698" y="30"/>
                </a:lnTo>
                <a:lnTo>
                  <a:pt x="699" y="31"/>
                </a:lnTo>
                <a:lnTo>
                  <a:pt x="699" y="32"/>
                </a:lnTo>
                <a:lnTo>
                  <a:pt x="698" y="32"/>
                </a:lnTo>
                <a:lnTo>
                  <a:pt x="698" y="34"/>
                </a:lnTo>
                <a:lnTo>
                  <a:pt x="698" y="35"/>
                </a:lnTo>
                <a:lnTo>
                  <a:pt x="697" y="35"/>
                </a:lnTo>
                <a:lnTo>
                  <a:pt x="697" y="36"/>
                </a:lnTo>
                <a:lnTo>
                  <a:pt x="697" y="37"/>
                </a:lnTo>
                <a:lnTo>
                  <a:pt x="698" y="38"/>
                </a:lnTo>
                <a:lnTo>
                  <a:pt x="699" y="38"/>
                </a:lnTo>
                <a:lnTo>
                  <a:pt x="700" y="38"/>
                </a:lnTo>
                <a:lnTo>
                  <a:pt x="701" y="39"/>
                </a:lnTo>
                <a:lnTo>
                  <a:pt x="701" y="40"/>
                </a:lnTo>
                <a:lnTo>
                  <a:pt x="700" y="40"/>
                </a:lnTo>
                <a:lnTo>
                  <a:pt x="700" y="41"/>
                </a:lnTo>
                <a:lnTo>
                  <a:pt x="699" y="41"/>
                </a:lnTo>
                <a:lnTo>
                  <a:pt x="700" y="43"/>
                </a:lnTo>
                <a:lnTo>
                  <a:pt x="700" y="44"/>
                </a:lnTo>
                <a:lnTo>
                  <a:pt x="699" y="44"/>
                </a:lnTo>
                <a:lnTo>
                  <a:pt x="699" y="45"/>
                </a:lnTo>
                <a:lnTo>
                  <a:pt x="700" y="45"/>
                </a:lnTo>
                <a:lnTo>
                  <a:pt x="701" y="46"/>
                </a:lnTo>
                <a:lnTo>
                  <a:pt x="702" y="47"/>
                </a:lnTo>
                <a:lnTo>
                  <a:pt x="703" y="47"/>
                </a:lnTo>
                <a:lnTo>
                  <a:pt x="704" y="48"/>
                </a:lnTo>
                <a:lnTo>
                  <a:pt x="705" y="48"/>
                </a:lnTo>
                <a:lnTo>
                  <a:pt x="706" y="48"/>
                </a:lnTo>
                <a:lnTo>
                  <a:pt x="707" y="48"/>
                </a:lnTo>
                <a:lnTo>
                  <a:pt x="708" y="48"/>
                </a:lnTo>
                <a:lnTo>
                  <a:pt x="710" y="48"/>
                </a:lnTo>
                <a:lnTo>
                  <a:pt x="712" y="48"/>
                </a:lnTo>
                <a:lnTo>
                  <a:pt x="714" y="48"/>
                </a:lnTo>
                <a:lnTo>
                  <a:pt x="715" y="48"/>
                </a:lnTo>
                <a:lnTo>
                  <a:pt x="717" y="48"/>
                </a:lnTo>
                <a:lnTo>
                  <a:pt x="717" y="47"/>
                </a:lnTo>
                <a:lnTo>
                  <a:pt x="718" y="47"/>
                </a:lnTo>
                <a:lnTo>
                  <a:pt x="719" y="47"/>
                </a:lnTo>
                <a:lnTo>
                  <a:pt x="720" y="47"/>
                </a:lnTo>
                <a:lnTo>
                  <a:pt x="721" y="46"/>
                </a:lnTo>
                <a:lnTo>
                  <a:pt x="722" y="46"/>
                </a:lnTo>
                <a:lnTo>
                  <a:pt x="723" y="45"/>
                </a:lnTo>
                <a:lnTo>
                  <a:pt x="724" y="44"/>
                </a:lnTo>
                <a:lnTo>
                  <a:pt x="725" y="44"/>
                </a:lnTo>
                <a:lnTo>
                  <a:pt x="726" y="43"/>
                </a:lnTo>
                <a:lnTo>
                  <a:pt x="726" y="42"/>
                </a:lnTo>
                <a:lnTo>
                  <a:pt x="726" y="41"/>
                </a:lnTo>
                <a:lnTo>
                  <a:pt x="727" y="41"/>
                </a:lnTo>
                <a:lnTo>
                  <a:pt x="726" y="40"/>
                </a:lnTo>
                <a:lnTo>
                  <a:pt x="726" y="39"/>
                </a:lnTo>
                <a:lnTo>
                  <a:pt x="725" y="39"/>
                </a:lnTo>
                <a:lnTo>
                  <a:pt x="724" y="39"/>
                </a:lnTo>
                <a:lnTo>
                  <a:pt x="724" y="38"/>
                </a:lnTo>
                <a:lnTo>
                  <a:pt x="723" y="38"/>
                </a:lnTo>
                <a:lnTo>
                  <a:pt x="724" y="38"/>
                </a:lnTo>
                <a:lnTo>
                  <a:pt x="727" y="39"/>
                </a:lnTo>
                <a:lnTo>
                  <a:pt x="728" y="38"/>
                </a:lnTo>
                <a:lnTo>
                  <a:pt x="729" y="39"/>
                </a:lnTo>
                <a:lnTo>
                  <a:pt x="730" y="40"/>
                </a:lnTo>
                <a:lnTo>
                  <a:pt x="731" y="40"/>
                </a:lnTo>
                <a:lnTo>
                  <a:pt x="732" y="40"/>
                </a:lnTo>
                <a:lnTo>
                  <a:pt x="733" y="41"/>
                </a:lnTo>
                <a:lnTo>
                  <a:pt x="734" y="41"/>
                </a:lnTo>
                <a:lnTo>
                  <a:pt x="735" y="41"/>
                </a:lnTo>
                <a:lnTo>
                  <a:pt x="734" y="41"/>
                </a:lnTo>
                <a:lnTo>
                  <a:pt x="734" y="42"/>
                </a:lnTo>
                <a:lnTo>
                  <a:pt x="733" y="42"/>
                </a:lnTo>
                <a:lnTo>
                  <a:pt x="732" y="42"/>
                </a:lnTo>
                <a:lnTo>
                  <a:pt x="729" y="42"/>
                </a:lnTo>
                <a:lnTo>
                  <a:pt x="728" y="42"/>
                </a:lnTo>
                <a:lnTo>
                  <a:pt x="728" y="43"/>
                </a:lnTo>
                <a:lnTo>
                  <a:pt x="728" y="44"/>
                </a:lnTo>
                <a:lnTo>
                  <a:pt x="729" y="44"/>
                </a:lnTo>
                <a:lnTo>
                  <a:pt x="729" y="45"/>
                </a:lnTo>
                <a:lnTo>
                  <a:pt x="730" y="45"/>
                </a:lnTo>
                <a:lnTo>
                  <a:pt x="731" y="46"/>
                </a:lnTo>
                <a:lnTo>
                  <a:pt x="729" y="47"/>
                </a:lnTo>
                <a:lnTo>
                  <a:pt x="729" y="48"/>
                </a:lnTo>
                <a:lnTo>
                  <a:pt x="729" y="49"/>
                </a:lnTo>
                <a:lnTo>
                  <a:pt x="730" y="49"/>
                </a:lnTo>
                <a:lnTo>
                  <a:pt x="730" y="50"/>
                </a:lnTo>
                <a:lnTo>
                  <a:pt x="731" y="50"/>
                </a:lnTo>
                <a:lnTo>
                  <a:pt x="732" y="50"/>
                </a:lnTo>
                <a:lnTo>
                  <a:pt x="733" y="50"/>
                </a:lnTo>
                <a:lnTo>
                  <a:pt x="734" y="51"/>
                </a:lnTo>
                <a:lnTo>
                  <a:pt x="735" y="50"/>
                </a:lnTo>
                <a:lnTo>
                  <a:pt x="736" y="51"/>
                </a:lnTo>
                <a:lnTo>
                  <a:pt x="737" y="52"/>
                </a:lnTo>
                <a:lnTo>
                  <a:pt x="738" y="52"/>
                </a:lnTo>
                <a:lnTo>
                  <a:pt x="738" y="53"/>
                </a:lnTo>
                <a:lnTo>
                  <a:pt x="738" y="54"/>
                </a:lnTo>
                <a:lnTo>
                  <a:pt x="738" y="56"/>
                </a:lnTo>
                <a:lnTo>
                  <a:pt x="739" y="57"/>
                </a:lnTo>
                <a:lnTo>
                  <a:pt x="740" y="58"/>
                </a:lnTo>
                <a:lnTo>
                  <a:pt x="741" y="58"/>
                </a:lnTo>
                <a:lnTo>
                  <a:pt x="741" y="59"/>
                </a:lnTo>
                <a:lnTo>
                  <a:pt x="742" y="60"/>
                </a:lnTo>
                <a:lnTo>
                  <a:pt x="743" y="60"/>
                </a:lnTo>
                <a:lnTo>
                  <a:pt x="744" y="60"/>
                </a:lnTo>
                <a:lnTo>
                  <a:pt x="744" y="61"/>
                </a:lnTo>
                <a:lnTo>
                  <a:pt x="745" y="61"/>
                </a:lnTo>
                <a:lnTo>
                  <a:pt x="746" y="61"/>
                </a:lnTo>
                <a:lnTo>
                  <a:pt x="747" y="61"/>
                </a:lnTo>
                <a:lnTo>
                  <a:pt x="748" y="61"/>
                </a:lnTo>
                <a:lnTo>
                  <a:pt x="749" y="61"/>
                </a:lnTo>
                <a:lnTo>
                  <a:pt x="750" y="61"/>
                </a:lnTo>
                <a:lnTo>
                  <a:pt x="751" y="62"/>
                </a:lnTo>
                <a:lnTo>
                  <a:pt x="752" y="62"/>
                </a:lnTo>
                <a:lnTo>
                  <a:pt x="753" y="62"/>
                </a:lnTo>
                <a:lnTo>
                  <a:pt x="754" y="62"/>
                </a:lnTo>
                <a:lnTo>
                  <a:pt x="755" y="62"/>
                </a:lnTo>
                <a:lnTo>
                  <a:pt x="757" y="61"/>
                </a:lnTo>
                <a:lnTo>
                  <a:pt x="758" y="61"/>
                </a:lnTo>
                <a:lnTo>
                  <a:pt x="758" y="62"/>
                </a:lnTo>
                <a:lnTo>
                  <a:pt x="759" y="62"/>
                </a:lnTo>
                <a:lnTo>
                  <a:pt x="759" y="61"/>
                </a:lnTo>
                <a:lnTo>
                  <a:pt x="759" y="60"/>
                </a:lnTo>
                <a:lnTo>
                  <a:pt x="762" y="58"/>
                </a:lnTo>
                <a:lnTo>
                  <a:pt x="762" y="60"/>
                </a:lnTo>
                <a:lnTo>
                  <a:pt x="763" y="60"/>
                </a:lnTo>
                <a:lnTo>
                  <a:pt x="764" y="60"/>
                </a:lnTo>
                <a:lnTo>
                  <a:pt x="763" y="58"/>
                </a:lnTo>
                <a:lnTo>
                  <a:pt x="763" y="57"/>
                </a:lnTo>
                <a:lnTo>
                  <a:pt x="762" y="57"/>
                </a:lnTo>
                <a:lnTo>
                  <a:pt x="763" y="57"/>
                </a:lnTo>
                <a:lnTo>
                  <a:pt x="764" y="57"/>
                </a:lnTo>
                <a:lnTo>
                  <a:pt x="765" y="57"/>
                </a:lnTo>
                <a:lnTo>
                  <a:pt x="769" y="57"/>
                </a:lnTo>
                <a:lnTo>
                  <a:pt x="770" y="57"/>
                </a:lnTo>
                <a:lnTo>
                  <a:pt x="771" y="57"/>
                </a:lnTo>
                <a:lnTo>
                  <a:pt x="772" y="57"/>
                </a:lnTo>
                <a:lnTo>
                  <a:pt x="773" y="57"/>
                </a:lnTo>
                <a:lnTo>
                  <a:pt x="774" y="57"/>
                </a:lnTo>
                <a:lnTo>
                  <a:pt x="775" y="57"/>
                </a:lnTo>
                <a:lnTo>
                  <a:pt x="775" y="58"/>
                </a:lnTo>
                <a:lnTo>
                  <a:pt x="776" y="59"/>
                </a:lnTo>
                <a:lnTo>
                  <a:pt x="777" y="60"/>
                </a:lnTo>
                <a:lnTo>
                  <a:pt x="778" y="61"/>
                </a:lnTo>
                <a:lnTo>
                  <a:pt x="778" y="60"/>
                </a:lnTo>
                <a:lnTo>
                  <a:pt x="777" y="60"/>
                </a:lnTo>
                <a:lnTo>
                  <a:pt x="777" y="59"/>
                </a:lnTo>
                <a:lnTo>
                  <a:pt x="777" y="58"/>
                </a:lnTo>
                <a:lnTo>
                  <a:pt x="776" y="58"/>
                </a:lnTo>
                <a:lnTo>
                  <a:pt x="776" y="57"/>
                </a:lnTo>
                <a:lnTo>
                  <a:pt x="776" y="56"/>
                </a:lnTo>
                <a:lnTo>
                  <a:pt x="781" y="55"/>
                </a:lnTo>
                <a:lnTo>
                  <a:pt x="783" y="54"/>
                </a:lnTo>
                <a:lnTo>
                  <a:pt x="784" y="54"/>
                </a:lnTo>
                <a:lnTo>
                  <a:pt x="785" y="54"/>
                </a:lnTo>
                <a:lnTo>
                  <a:pt x="786" y="53"/>
                </a:lnTo>
                <a:lnTo>
                  <a:pt x="787" y="53"/>
                </a:lnTo>
                <a:lnTo>
                  <a:pt x="789" y="52"/>
                </a:lnTo>
                <a:lnTo>
                  <a:pt x="790" y="52"/>
                </a:lnTo>
                <a:lnTo>
                  <a:pt x="792" y="52"/>
                </a:lnTo>
                <a:lnTo>
                  <a:pt x="793" y="51"/>
                </a:lnTo>
                <a:lnTo>
                  <a:pt x="795" y="51"/>
                </a:lnTo>
                <a:lnTo>
                  <a:pt x="796" y="50"/>
                </a:lnTo>
                <a:lnTo>
                  <a:pt x="797" y="50"/>
                </a:lnTo>
                <a:lnTo>
                  <a:pt x="798" y="49"/>
                </a:lnTo>
                <a:lnTo>
                  <a:pt x="799" y="49"/>
                </a:lnTo>
                <a:lnTo>
                  <a:pt x="799" y="50"/>
                </a:lnTo>
                <a:lnTo>
                  <a:pt x="799" y="51"/>
                </a:lnTo>
                <a:lnTo>
                  <a:pt x="799" y="52"/>
                </a:lnTo>
                <a:lnTo>
                  <a:pt x="800" y="52"/>
                </a:lnTo>
                <a:lnTo>
                  <a:pt x="800" y="53"/>
                </a:lnTo>
                <a:lnTo>
                  <a:pt x="799" y="53"/>
                </a:lnTo>
                <a:lnTo>
                  <a:pt x="799" y="54"/>
                </a:lnTo>
                <a:lnTo>
                  <a:pt x="800" y="54"/>
                </a:lnTo>
                <a:lnTo>
                  <a:pt x="801" y="54"/>
                </a:lnTo>
                <a:lnTo>
                  <a:pt x="801" y="53"/>
                </a:lnTo>
                <a:lnTo>
                  <a:pt x="800" y="52"/>
                </a:lnTo>
                <a:lnTo>
                  <a:pt x="799" y="51"/>
                </a:lnTo>
                <a:lnTo>
                  <a:pt x="800" y="50"/>
                </a:lnTo>
                <a:lnTo>
                  <a:pt x="800" y="49"/>
                </a:lnTo>
                <a:lnTo>
                  <a:pt x="799" y="48"/>
                </a:lnTo>
                <a:lnTo>
                  <a:pt x="800" y="47"/>
                </a:lnTo>
                <a:lnTo>
                  <a:pt x="801" y="47"/>
                </a:lnTo>
                <a:lnTo>
                  <a:pt x="802" y="46"/>
                </a:lnTo>
                <a:lnTo>
                  <a:pt x="803" y="46"/>
                </a:lnTo>
                <a:lnTo>
                  <a:pt x="802" y="45"/>
                </a:lnTo>
                <a:lnTo>
                  <a:pt x="803" y="44"/>
                </a:lnTo>
                <a:lnTo>
                  <a:pt x="804" y="44"/>
                </a:lnTo>
                <a:lnTo>
                  <a:pt x="804" y="43"/>
                </a:lnTo>
                <a:lnTo>
                  <a:pt x="805" y="42"/>
                </a:lnTo>
                <a:lnTo>
                  <a:pt x="805" y="41"/>
                </a:lnTo>
                <a:lnTo>
                  <a:pt x="804" y="40"/>
                </a:lnTo>
                <a:lnTo>
                  <a:pt x="803" y="40"/>
                </a:lnTo>
                <a:lnTo>
                  <a:pt x="804" y="40"/>
                </a:lnTo>
                <a:lnTo>
                  <a:pt x="805" y="40"/>
                </a:lnTo>
                <a:lnTo>
                  <a:pt x="806" y="40"/>
                </a:lnTo>
                <a:lnTo>
                  <a:pt x="807" y="39"/>
                </a:lnTo>
                <a:lnTo>
                  <a:pt x="808" y="38"/>
                </a:lnTo>
                <a:lnTo>
                  <a:pt x="807" y="38"/>
                </a:lnTo>
                <a:lnTo>
                  <a:pt x="808" y="37"/>
                </a:lnTo>
                <a:lnTo>
                  <a:pt x="809" y="37"/>
                </a:lnTo>
                <a:lnTo>
                  <a:pt x="809" y="38"/>
                </a:lnTo>
                <a:lnTo>
                  <a:pt x="810" y="38"/>
                </a:lnTo>
                <a:lnTo>
                  <a:pt x="810" y="37"/>
                </a:lnTo>
                <a:lnTo>
                  <a:pt x="810" y="36"/>
                </a:lnTo>
                <a:lnTo>
                  <a:pt x="810" y="35"/>
                </a:lnTo>
                <a:lnTo>
                  <a:pt x="809" y="34"/>
                </a:lnTo>
                <a:lnTo>
                  <a:pt x="810" y="34"/>
                </a:lnTo>
                <a:lnTo>
                  <a:pt x="811" y="35"/>
                </a:lnTo>
                <a:lnTo>
                  <a:pt x="811" y="36"/>
                </a:lnTo>
                <a:lnTo>
                  <a:pt x="812" y="36"/>
                </a:lnTo>
                <a:lnTo>
                  <a:pt x="813" y="36"/>
                </a:lnTo>
                <a:lnTo>
                  <a:pt x="814" y="36"/>
                </a:lnTo>
                <a:lnTo>
                  <a:pt x="815" y="35"/>
                </a:lnTo>
                <a:lnTo>
                  <a:pt x="816" y="35"/>
                </a:lnTo>
                <a:lnTo>
                  <a:pt x="816" y="34"/>
                </a:lnTo>
                <a:lnTo>
                  <a:pt x="815" y="33"/>
                </a:lnTo>
                <a:lnTo>
                  <a:pt x="815" y="32"/>
                </a:lnTo>
                <a:lnTo>
                  <a:pt x="816" y="33"/>
                </a:lnTo>
                <a:lnTo>
                  <a:pt x="817" y="33"/>
                </a:lnTo>
                <a:lnTo>
                  <a:pt x="818" y="33"/>
                </a:lnTo>
                <a:lnTo>
                  <a:pt x="818" y="34"/>
                </a:lnTo>
                <a:lnTo>
                  <a:pt x="817" y="34"/>
                </a:lnTo>
                <a:lnTo>
                  <a:pt x="817" y="35"/>
                </a:lnTo>
                <a:lnTo>
                  <a:pt x="818" y="35"/>
                </a:lnTo>
                <a:lnTo>
                  <a:pt x="820" y="35"/>
                </a:lnTo>
                <a:lnTo>
                  <a:pt x="820" y="36"/>
                </a:lnTo>
                <a:lnTo>
                  <a:pt x="820" y="37"/>
                </a:lnTo>
                <a:lnTo>
                  <a:pt x="821" y="38"/>
                </a:lnTo>
                <a:lnTo>
                  <a:pt x="820" y="38"/>
                </a:lnTo>
                <a:lnTo>
                  <a:pt x="819" y="39"/>
                </a:lnTo>
                <a:lnTo>
                  <a:pt x="819" y="40"/>
                </a:lnTo>
                <a:lnTo>
                  <a:pt x="818" y="40"/>
                </a:lnTo>
                <a:lnTo>
                  <a:pt x="817" y="41"/>
                </a:lnTo>
                <a:lnTo>
                  <a:pt x="817" y="42"/>
                </a:lnTo>
                <a:lnTo>
                  <a:pt x="818" y="43"/>
                </a:lnTo>
                <a:lnTo>
                  <a:pt x="819" y="43"/>
                </a:lnTo>
                <a:lnTo>
                  <a:pt x="819" y="44"/>
                </a:lnTo>
                <a:lnTo>
                  <a:pt x="819" y="45"/>
                </a:lnTo>
                <a:lnTo>
                  <a:pt x="820" y="47"/>
                </a:lnTo>
                <a:lnTo>
                  <a:pt x="820" y="48"/>
                </a:lnTo>
                <a:lnTo>
                  <a:pt x="821" y="49"/>
                </a:lnTo>
                <a:lnTo>
                  <a:pt x="822" y="49"/>
                </a:lnTo>
                <a:lnTo>
                  <a:pt x="823" y="50"/>
                </a:lnTo>
                <a:lnTo>
                  <a:pt x="823" y="51"/>
                </a:lnTo>
                <a:lnTo>
                  <a:pt x="824" y="52"/>
                </a:lnTo>
                <a:lnTo>
                  <a:pt x="826" y="52"/>
                </a:lnTo>
                <a:lnTo>
                  <a:pt x="826" y="51"/>
                </a:lnTo>
                <a:lnTo>
                  <a:pt x="827" y="51"/>
                </a:lnTo>
                <a:lnTo>
                  <a:pt x="827" y="50"/>
                </a:lnTo>
                <a:lnTo>
                  <a:pt x="827" y="49"/>
                </a:lnTo>
                <a:lnTo>
                  <a:pt x="826" y="48"/>
                </a:lnTo>
                <a:lnTo>
                  <a:pt x="827" y="48"/>
                </a:lnTo>
                <a:lnTo>
                  <a:pt x="829" y="47"/>
                </a:lnTo>
                <a:lnTo>
                  <a:pt x="830" y="47"/>
                </a:lnTo>
                <a:lnTo>
                  <a:pt x="831" y="46"/>
                </a:lnTo>
                <a:lnTo>
                  <a:pt x="832" y="45"/>
                </a:lnTo>
                <a:lnTo>
                  <a:pt x="832" y="46"/>
                </a:lnTo>
                <a:lnTo>
                  <a:pt x="833" y="46"/>
                </a:lnTo>
                <a:lnTo>
                  <a:pt x="834" y="46"/>
                </a:lnTo>
                <a:lnTo>
                  <a:pt x="835" y="46"/>
                </a:lnTo>
                <a:lnTo>
                  <a:pt x="836" y="46"/>
                </a:lnTo>
                <a:lnTo>
                  <a:pt x="836" y="47"/>
                </a:lnTo>
                <a:lnTo>
                  <a:pt x="837" y="47"/>
                </a:lnTo>
                <a:lnTo>
                  <a:pt x="837" y="48"/>
                </a:lnTo>
                <a:lnTo>
                  <a:pt x="836" y="48"/>
                </a:lnTo>
                <a:lnTo>
                  <a:pt x="835" y="48"/>
                </a:lnTo>
                <a:lnTo>
                  <a:pt x="836" y="50"/>
                </a:lnTo>
                <a:lnTo>
                  <a:pt x="838" y="51"/>
                </a:lnTo>
                <a:lnTo>
                  <a:pt x="840" y="51"/>
                </a:lnTo>
                <a:lnTo>
                  <a:pt x="841" y="51"/>
                </a:lnTo>
                <a:lnTo>
                  <a:pt x="843" y="51"/>
                </a:lnTo>
                <a:lnTo>
                  <a:pt x="844" y="51"/>
                </a:lnTo>
                <a:lnTo>
                  <a:pt x="846" y="51"/>
                </a:lnTo>
                <a:lnTo>
                  <a:pt x="847" y="50"/>
                </a:lnTo>
                <a:lnTo>
                  <a:pt x="848" y="50"/>
                </a:lnTo>
                <a:lnTo>
                  <a:pt x="849" y="50"/>
                </a:lnTo>
                <a:lnTo>
                  <a:pt x="850" y="50"/>
                </a:lnTo>
                <a:lnTo>
                  <a:pt x="851" y="50"/>
                </a:lnTo>
                <a:lnTo>
                  <a:pt x="852" y="50"/>
                </a:lnTo>
                <a:lnTo>
                  <a:pt x="853" y="50"/>
                </a:lnTo>
                <a:lnTo>
                  <a:pt x="854" y="50"/>
                </a:lnTo>
                <a:lnTo>
                  <a:pt x="855" y="49"/>
                </a:lnTo>
                <a:lnTo>
                  <a:pt x="857" y="48"/>
                </a:lnTo>
                <a:lnTo>
                  <a:pt x="858" y="48"/>
                </a:lnTo>
                <a:lnTo>
                  <a:pt x="859" y="47"/>
                </a:lnTo>
                <a:lnTo>
                  <a:pt x="860" y="46"/>
                </a:lnTo>
                <a:lnTo>
                  <a:pt x="861" y="46"/>
                </a:lnTo>
                <a:lnTo>
                  <a:pt x="860" y="46"/>
                </a:lnTo>
                <a:lnTo>
                  <a:pt x="861" y="47"/>
                </a:lnTo>
                <a:lnTo>
                  <a:pt x="862" y="48"/>
                </a:lnTo>
                <a:lnTo>
                  <a:pt x="862" y="49"/>
                </a:lnTo>
                <a:lnTo>
                  <a:pt x="861" y="49"/>
                </a:lnTo>
                <a:lnTo>
                  <a:pt x="860" y="49"/>
                </a:lnTo>
                <a:lnTo>
                  <a:pt x="860" y="50"/>
                </a:lnTo>
                <a:lnTo>
                  <a:pt x="861" y="50"/>
                </a:lnTo>
                <a:lnTo>
                  <a:pt x="862" y="50"/>
                </a:lnTo>
                <a:lnTo>
                  <a:pt x="862" y="52"/>
                </a:lnTo>
                <a:lnTo>
                  <a:pt x="861" y="52"/>
                </a:lnTo>
                <a:lnTo>
                  <a:pt x="862" y="52"/>
                </a:lnTo>
                <a:lnTo>
                  <a:pt x="864" y="53"/>
                </a:lnTo>
                <a:lnTo>
                  <a:pt x="863" y="50"/>
                </a:lnTo>
                <a:lnTo>
                  <a:pt x="862" y="49"/>
                </a:lnTo>
                <a:lnTo>
                  <a:pt x="863" y="49"/>
                </a:lnTo>
                <a:lnTo>
                  <a:pt x="864" y="49"/>
                </a:lnTo>
                <a:lnTo>
                  <a:pt x="865" y="49"/>
                </a:lnTo>
                <a:lnTo>
                  <a:pt x="866" y="48"/>
                </a:lnTo>
                <a:lnTo>
                  <a:pt x="867" y="48"/>
                </a:lnTo>
                <a:lnTo>
                  <a:pt x="867" y="49"/>
                </a:lnTo>
                <a:lnTo>
                  <a:pt x="869" y="49"/>
                </a:lnTo>
                <a:lnTo>
                  <a:pt x="870" y="48"/>
                </a:lnTo>
                <a:lnTo>
                  <a:pt x="871" y="48"/>
                </a:lnTo>
                <a:lnTo>
                  <a:pt x="873" y="47"/>
                </a:lnTo>
                <a:lnTo>
                  <a:pt x="873" y="46"/>
                </a:lnTo>
                <a:lnTo>
                  <a:pt x="874" y="45"/>
                </a:lnTo>
                <a:lnTo>
                  <a:pt x="875" y="45"/>
                </a:lnTo>
                <a:lnTo>
                  <a:pt x="875" y="44"/>
                </a:lnTo>
                <a:lnTo>
                  <a:pt x="876" y="44"/>
                </a:lnTo>
                <a:lnTo>
                  <a:pt x="878" y="44"/>
                </a:lnTo>
                <a:lnTo>
                  <a:pt x="878" y="43"/>
                </a:lnTo>
                <a:lnTo>
                  <a:pt x="879" y="43"/>
                </a:lnTo>
                <a:lnTo>
                  <a:pt x="879" y="44"/>
                </a:lnTo>
                <a:lnTo>
                  <a:pt x="880" y="44"/>
                </a:lnTo>
                <a:lnTo>
                  <a:pt x="880" y="43"/>
                </a:lnTo>
                <a:lnTo>
                  <a:pt x="881" y="43"/>
                </a:lnTo>
                <a:lnTo>
                  <a:pt x="881" y="44"/>
                </a:lnTo>
                <a:lnTo>
                  <a:pt x="882" y="44"/>
                </a:lnTo>
                <a:lnTo>
                  <a:pt x="883" y="44"/>
                </a:lnTo>
                <a:lnTo>
                  <a:pt x="883" y="43"/>
                </a:lnTo>
                <a:lnTo>
                  <a:pt x="882" y="42"/>
                </a:lnTo>
                <a:lnTo>
                  <a:pt x="883" y="42"/>
                </a:lnTo>
                <a:lnTo>
                  <a:pt x="884" y="43"/>
                </a:lnTo>
                <a:lnTo>
                  <a:pt x="885" y="43"/>
                </a:lnTo>
                <a:lnTo>
                  <a:pt x="886" y="44"/>
                </a:lnTo>
                <a:lnTo>
                  <a:pt x="886" y="45"/>
                </a:lnTo>
                <a:lnTo>
                  <a:pt x="887" y="45"/>
                </a:lnTo>
                <a:lnTo>
                  <a:pt x="887" y="46"/>
                </a:lnTo>
                <a:lnTo>
                  <a:pt x="888" y="46"/>
                </a:lnTo>
                <a:lnTo>
                  <a:pt x="887" y="46"/>
                </a:lnTo>
                <a:lnTo>
                  <a:pt x="887" y="47"/>
                </a:lnTo>
                <a:lnTo>
                  <a:pt x="886" y="47"/>
                </a:lnTo>
                <a:lnTo>
                  <a:pt x="886" y="48"/>
                </a:lnTo>
                <a:lnTo>
                  <a:pt x="886" y="49"/>
                </a:lnTo>
                <a:lnTo>
                  <a:pt x="885" y="49"/>
                </a:lnTo>
                <a:lnTo>
                  <a:pt x="885" y="48"/>
                </a:lnTo>
                <a:lnTo>
                  <a:pt x="884" y="48"/>
                </a:lnTo>
                <a:lnTo>
                  <a:pt x="884" y="47"/>
                </a:lnTo>
                <a:lnTo>
                  <a:pt x="883" y="47"/>
                </a:lnTo>
                <a:lnTo>
                  <a:pt x="883" y="48"/>
                </a:lnTo>
                <a:lnTo>
                  <a:pt x="882" y="47"/>
                </a:lnTo>
                <a:lnTo>
                  <a:pt x="881" y="47"/>
                </a:lnTo>
                <a:lnTo>
                  <a:pt x="880" y="48"/>
                </a:lnTo>
                <a:lnTo>
                  <a:pt x="879" y="49"/>
                </a:lnTo>
                <a:lnTo>
                  <a:pt x="879" y="50"/>
                </a:lnTo>
                <a:lnTo>
                  <a:pt x="878" y="50"/>
                </a:lnTo>
                <a:lnTo>
                  <a:pt x="877" y="50"/>
                </a:lnTo>
                <a:lnTo>
                  <a:pt x="877" y="51"/>
                </a:lnTo>
                <a:lnTo>
                  <a:pt x="876" y="51"/>
                </a:lnTo>
                <a:lnTo>
                  <a:pt x="875" y="53"/>
                </a:lnTo>
                <a:lnTo>
                  <a:pt x="875" y="54"/>
                </a:lnTo>
                <a:lnTo>
                  <a:pt x="874" y="55"/>
                </a:lnTo>
                <a:lnTo>
                  <a:pt x="874" y="56"/>
                </a:lnTo>
                <a:lnTo>
                  <a:pt x="875" y="57"/>
                </a:lnTo>
                <a:lnTo>
                  <a:pt x="875" y="58"/>
                </a:lnTo>
                <a:lnTo>
                  <a:pt x="876" y="58"/>
                </a:lnTo>
                <a:lnTo>
                  <a:pt x="876" y="59"/>
                </a:lnTo>
                <a:lnTo>
                  <a:pt x="876" y="60"/>
                </a:lnTo>
                <a:lnTo>
                  <a:pt x="875" y="61"/>
                </a:lnTo>
                <a:lnTo>
                  <a:pt x="875" y="62"/>
                </a:lnTo>
                <a:lnTo>
                  <a:pt x="874" y="62"/>
                </a:lnTo>
                <a:lnTo>
                  <a:pt x="874" y="61"/>
                </a:lnTo>
                <a:lnTo>
                  <a:pt x="873" y="60"/>
                </a:lnTo>
                <a:lnTo>
                  <a:pt x="872" y="61"/>
                </a:lnTo>
                <a:lnTo>
                  <a:pt x="872" y="62"/>
                </a:lnTo>
                <a:lnTo>
                  <a:pt x="873" y="62"/>
                </a:lnTo>
                <a:lnTo>
                  <a:pt x="874" y="62"/>
                </a:lnTo>
                <a:lnTo>
                  <a:pt x="874" y="63"/>
                </a:lnTo>
                <a:lnTo>
                  <a:pt x="874" y="64"/>
                </a:lnTo>
                <a:lnTo>
                  <a:pt x="873" y="64"/>
                </a:lnTo>
                <a:lnTo>
                  <a:pt x="873" y="65"/>
                </a:lnTo>
                <a:lnTo>
                  <a:pt x="874" y="65"/>
                </a:lnTo>
                <a:lnTo>
                  <a:pt x="875" y="65"/>
                </a:lnTo>
                <a:lnTo>
                  <a:pt x="875" y="66"/>
                </a:lnTo>
                <a:lnTo>
                  <a:pt x="874" y="66"/>
                </a:lnTo>
                <a:lnTo>
                  <a:pt x="873" y="65"/>
                </a:lnTo>
                <a:lnTo>
                  <a:pt x="872" y="66"/>
                </a:lnTo>
                <a:lnTo>
                  <a:pt x="872" y="67"/>
                </a:lnTo>
                <a:lnTo>
                  <a:pt x="873" y="67"/>
                </a:lnTo>
                <a:lnTo>
                  <a:pt x="874" y="67"/>
                </a:lnTo>
                <a:lnTo>
                  <a:pt x="875" y="68"/>
                </a:lnTo>
                <a:lnTo>
                  <a:pt x="874" y="68"/>
                </a:lnTo>
                <a:lnTo>
                  <a:pt x="874" y="69"/>
                </a:lnTo>
                <a:lnTo>
                  <a:pt x="874" y="70"/>
                </a:lnTo>
                <a:lnTo>
                  <a:pt x="875" y="70"/>
                </a:lnTo>
                <a:lnTo>
                  <a:pt x="876" y="69"/>
                </a:lnTo>
                <a:lnTo>
                  <a:pt x="877" y="70"/>
                </a:lnTo>
                <a:lnTo>
                  <a:pt x="878" y="72"/>
                </a:lnTo>
                <a:lnTo>
                  <a:pt x="879" y="72"/>
                </a:lnTo>
                <a:lnTo>
                  <a:pt x="879" y="74"/>
                </a:lnTo>
                <a:lnTo>
                  <a:pt x="880" y="75"/>
                </a:lnTo>
                <a:lnTo>
                  <a:pt x="881" y="75"/>
                </a:lnTo>
                <a:lnTo>
                  <a:pt x="882" y="76"/>
                </a:lnTo>
                <a:lnTo>
                  <a:pt x="883" y="76"/>
                </a:lnTo>
                <a:lnTo>
                  <a:pt x="883" y="77"/>
                </a:lnTo>
                <a:lnTo>
                  <a:pt x="883" y="78"/>
                </a:lnTo>
                <a:lnTo>
                  <a:pt x="883" y="77"/>
                </a:lnTo>
                <a:lnTo>
                  <a:pt x="882" y="77"/>
                </a:lnTo>
                <a:lnTo>
                  <a:pt x="881" y="78"/>
                </a:lnTo>
                <a:lnTo>
                  <a:pt x="880" y="78"/>
                </a:lnTo>
                <a:lnTo>
                  <a:pt x="880" y="79"/>
                </a:lnTo>
                <a:lnTo>
                  <a:pt x="879" y="79"/>
                </a:lnTo>
                <a:lnTo>
                  <a:pt x="878" y="79"/>
                </a:lnTo>
                <a:lnTo>
                  <a:pt x="877" y="81"/>
                </a:lnTo>
                <a:lnTo>
                  <a:pt x="876" y="81"/>
                </a:lnTo>
                <a:lnTo>
                  <a:pt x="876" y="83"/>
                </a:lnTo>
                <a:lnTo>
                  <a:pt x="877" y="83"/>
                </a:lnTo>
                <a:lnTo>
                  <a:pt x="878" y="83"/>
                </a:lnTo>
                <a:lnTo>
                  <a:pt x="879" y="84"/>
                </a:lnTo>
                <a:lnTo>
                  <a:pt x="879" y="85"/>
                </a:lnTo>
                <a:lnTo>
                  <a:pt x="879" y="86"/>
                </a:lnTo>
                <a:lnTo>
                  <a:pt x="878" y="86"/>
                </a:lnTo>
                <a:lnTo>
                  <a:pt x="876" y="86"/>
                </a:lnTo>
                <a:lnTo>
                  <a:pt x="875" y="86"/>
                </a:lnTo>
                <a:lnTo>
                  <a:pt x="874" y="85"/>
                </a:lnTo>
                <a:lnTo>
                  <a:pt x="873" y="85"/>
                </a:lnTo>
                <a:lnTo>
                  <a:pt x="872" y="85"/>
                </a:lnTo>
                <a:lnTo>
                  <a:pt x="872" y="86"/>
                </a:lnTo>
                <a:lnTo>
                  <a:pt x="871" y="86"/>
                </a:lnTo>
                <a:lnTo>
                  <a:pt x="870" y="86"/>
                </a:lnTo>
                <a:lnTo>
                  <a:pt x="869" y="86"/>
                </a:lnTo>
                <a:lnTo>
                  <a:pt x="869" y="87"/>
                </a:lnTo>
                <a:lnTo>
                  <a:pt x="868" y="87"/>
                </a:lnTo>
                <a:lnTo>
                  <a:pt x="868" y="88"/>
                </a:lnTo>
                <a:lnTo>
                  <a:pt x="868" y="90"/>
                </a:lnTo>
                <a:lnTo>
                  <a:pt x="867" y="92"/>
                </a:lnTo>
                <a:lnTo>
                  <a:pt x="867" y="93"/>
                </a:lnTo>
                <a:lnTo>
                  <a:pt x="866" y="93"/>
                </a:lnTo>
                <a:lnTo>
                  <a:pt x="865" y="93"/>
                </a:lnTo>
                <a:lnTo>
                  <a:pt x="865" y="94"/>
                </a:lnTo>
                <a:lnTo>
                  <a:pt x="866" y="95"/>
                </a:lnTo>
                <a:lnTo>
                  <a:pt x="867" y="95"/>
                </a:lnTo>
                <a:lnTo>
                  <a:pt x="867" y="96"/>
                </a:lnTo>
                <a:lnTo>
                  <a:pt x="867" y="97"/>
                </a:lnTo>
                <a:lnTo>
                  <a:pt x="868" y="99"/>
                </a:lnTo>
                <a:lnTo>
                  <a:pt x="868" y="101"/>
                </a:lnTo>
                <a:lnTo>
                  <a:pt x="868" y="102"/>
                </a:lnTo>
                <a:lnTo>
                  <a:pt x="867" y="102"/>
                </a:lnTo>
                <a:lnTo>
                  <a:pt x="866" y="102"/>
                </a:lnTo>
                <a:lnTo>
                  <a:pt x="865" y="103"/>
                </a:lnTo>
                <a:lnTo>
                  <a:pt x="864" y="105"/>
                </a:lnTo>
                <a:lnTo>
                  <a:pt x="865" y="106"/>
                </a:lnTo>
                <a:lnTo>
                  <a:pt x="866" y="107"/>
                </a:lnTo>
                <a:lnTo>
                  <a:pt x="866" y="108"/>
                </a:lnTo>
                <a:lnTo>
                  <a:pt x="867" y="108"/>
                </a:lnTo>
                <a:lnTo>
                  <a:pt x="867" y="107"/>
                </a:lnTo>
                <a:lnTo>
                  <a:pt x="868" y="106"/>
                </a:lnTo>
                <a:lnTo>
                  <a:pt x="870" y="105"/>
                </a:lnTo>
                <a:lnTo>
                  <a:pt x="870" y="106"/>
                </a:lnTo>
                <a:lnTo>
                  <a:pt x="871" y="106"/>
                </a:lnTo>
                <a:lnTo>
                  <a:pt x="872" y="106"/>
                </a:lnTo>
                <a:lnTo>
                  <a:pt x="873" y="107"/>
                </a:lnTo>
                <a:lnTo>
                  <a:pt x="873" y="106"/>
                </a:lnTo>
                <a:lnTo>
                  <a:pt x="875" y="106"/>
                </a:lnTo>
                <a:lnTo>
                  <a:pt x="875" y="105"/>
                </a:lnTo>
                <a:lnTo>
                  <a:pt x="877" y="105"/>
                </a:lnTo>
                <a:lnTo>
                  <a:pt x="880" y="103"/>
                </a:lnTo>
                <a:lnTo>
                  <a:pt x="880" y="102"/>
                </a:lnTo>
                <a:lnTo>
                  <a:pt x="882" y="102"/>
                </a:lnTo>
                <a:lnTo>
                  <a:pt x="881" y="103"/>
                </a:lnTo>
                <a:lnTo>
                  <a:pt x="879" y="103"/>
                </a:lnTo>
                <a:lnTo>
                  <a:pt x="879" y="104"/>
                </a:lnTo>
                <a:lnTo>
                  <a:pt x="878" y="105"/>
                </a:lnTo>
                <a:lnTo>
                  <a:pt x="878" y="106"/>
                </a:lnTo>
                <a:lnTo>
                  <a:pt x="878" y="108"/>
                </a:lnTo>
                <a:lnTo>
                  <a:pt x="878" y="109"/>
                </a:lnTo>
                <a:lnTo>
                  <a:pt x="878" y="110"/>
                </a:lnTo>
                <a:lnTo>
                  <a:pt x="879" y="111"/>
                </a:lnTo>
                <a:lnTo>
                  <a:pt x="879" y="112"/>
                </a:lnTo>
                <a:lnTo>
                  <a:pt x="880" y="112"/>
                </a:lnTo>
                <a:lnTo>
                  <a:pt x="879" y="113"/>
                </a:lnTo>
                <a:lnTo>
                  <a:pt x="879" y="114"/>
                </a:lnTo>
                <a:lnTo>
                  <a:pt x="878" y="115"/>
                </a:lnTo>
                <a:lnTo>
                  <a:pt x="878" y="116"/>
                </a:lnTo>
                <a:lnTo>
                  <a:pt x="878" y="118"/>
                </a:lnTo>
                <a:lnTo>
                  <a:pt x="879" y="119"/>
                </a:lnTo>
                <a:lnTo>
                  <a:pt x="879" y="120"/>
                </a:lnTo>
                <a:lnTo>
                  <a:pt x="880" y="121"/>
                </a:lnTo>
                <a:lnTo>
                  <a:pt x="880" y="123"/>
                </a:lnTo>
                <a:lnTo>
                  <a:pt x="879" y="123"/>
                </a:lnTo>
                <a:lnTo>
                  <a:pt x="878" y="125"/>
                </a:lnTo>
                <a:lnTo>
                  <a:pt x="877" y="125"/>
                </a:lnTo>
                <a:lnTo>
                  <a:pt x="876" y="126"/>
                </a:lnTo>
                <a:lnTo>
                  <a:pt x="876" y="125"/>
                </a:lnTo>
                <a:lnTo>
                  <a:pt x="876" y="124"/>
                </a:lnTo>
                <a:lnTo>
                  <a:pt x="877" y="123"/>
                </a:lnTo>
                <a:lnTo>
                  <a:pt x="877" y="122"/>
                </a:lnTo>
                <a:lnTo>
                  <a:pt x="877" y="121"/>
                </a:lnTo>
                <a:lnTo>
                  <a:pt x="877" y="120"/>
                </a:lnTo>
                <a:lnTo>
                  <a:pt x="876" y="120"/>
                </a:lnTo>
                <a:lnTo>
                  <a:pt x="875" y="120"/>
                </a:lnTo>
                <a:lnTo>
                  <a:pt x="874" y="120"/>
                </a:lnTo>
                <a:lnTo>
                  <a:pt x="873" y="121"/>
                </a:lnTo>
                <a:lnTo>
                  <a:pt x="873" y="122"/>
                </a:lnTo>
                <a:lnTo>
                  <a:pt x="872" y="122"/>
                </a:lnTo>
                <a:lnTo>
                  <a:pt x="872" y="121"/>
                </a:lnTo>
                <a:lnTo>
                  <a:pt x="871" y="121"/>
                </a:lnTo>
                <a:lnTo>
                  <a:pt x="871" y="122"/>
                </a:lnTo>
                <a:lnTo>
                  <a:pt x="870" y="122"/>
                </a:lnTo>
                <a:lnTo>
                  <a:pt x="869" y="122"/>
                </a:lnTo>
                <a:lnTo>
                  <a:pt x="868" y="122"/>
                </a:lnTo>
                <a:lnTo>
                  <a:pt x="868" y="123"/>
                </a:lnTo>
                <a:lnTo>
                  <a:pt x="867" y="123"/>
                </a:lnTo>
                <a:lnTo>
                  <a:pt x="867" y="124"/>
                </a:lnTo>
                <a:lnTo>
                  <a:pt x="866" y="124"/>
                </a:lnTo>
                <a:lnTo>
                  <a:pt x="866" y="126"/>
                </a:lnTo>
                <a:lnTo>
                  <a:pt x="867" y="126"/>
                </a:lnTo>
                <a:lnTo>
                  <a:pt x="868" y="127"/>
                </a:lnTo>
                <a:lnTo>
                  <a:pt x="868" y="128"/>
                </a:lnTo>
                <a:lnTo>
                  <a:pt x="869" y="129"/>
                </a:lnTo>
                <a:lnTo>
                  <a:pt x="870" y="128"/>
                </a:lnTo>
                <a:lnTo>
                  <a:pt x="870" y="127"/>
                </a:lnTo>
                <a:lnTo>
                  <a:pt x="870" y="129"/>
                </a:lnTo>
                <a:lnTo>
                  <a:pt x="871" y="130"/>
                </a:lnTo>
                <a:lnTo>
                  <a:pt x="870" y="130"/>
                </a:lnTo>
                <a:lnTo>
                  <a:pt x="869" y="131"/>
                </a:lnTo>
                <a:lnTo>
                  <a:pt x="868" y="132"/>
                </a:lnTo>
                <a:lnTo>
                  <a:pt x="867" y="132"/>
                </a:lnTo>
                <a:lnTo>
                  <a:pt x="867" y="133"/>
                </a:lnTo>
                <a:lnTo>
                  <a:pt x="866" y="132"/>
                </a:lnTo>
                <a:lnTo>
                  <a:pt x="865" y="132"/>
                </a:lnTo>
                <a:lnTo>
                  <a:pt x="864" y="132"/>
                </a:lnTo>
                <a:lnTo>
                  <a:pt x="864" y="133"/>
                </a:lnTo>
                <a:lnTo>
                  <a:pt x="863" y="133"/>
                </a:lnTo>
                <a:lnTo>
                  <a:pt x="863" y="134"/>
                </a:lnTo>
                <a:lnTo>
                  <a:pt x="863" y="135"/>
                </a:lnTo>
                <a:lnTo>
                  <a:pt x="864" y="135"/>
                </a:lnTo>
                <a:lnTo>
                  <a:pt x="863" y="136"/>
                </a:lnTo>
                <a:lnTo>
                  <a:pt x="862" y="137"/>
                </a:lnTo>
                <a:lnTo>
                  <a:pt x="861" y="137"/>
                </a:lnTo>
                <a:lnTo>
                  <a:pt x="860" y="137"/>
                </a:lnTo>
                <a:lnTo>
                  <a:pt x="860" y="138"/>
                </a:lnTo>
                <a:lnTo>
                  <a:pt x="861" y="138"/>
                </a:lnTo>
                <a:lnTo>
                  <a:pt x="861" y="139"/>
                </a:lnTo>
                <a:lnTo>
                  <a:pt x="860" y="138"/>
                </a:lnTo>
                <a:lnTo>
                  <a:pt x="859" y="138"/>
                </a:lnTo>
                <a:lnTo>
                  <a:pt x="860" y="138"/>
                </a:lnTo>
                <a:lnTo>
                  <a:pt x="859" y="138"/>
                </a:lnTo>
                <a:lnTo>
                  <a:pt x="858" y="138"/>
                </a:lnTo>
                <a:lnTo>
                  <a:pt x="858" y="139"/>
                </a:lnTo>
                <a:lnTo>
                  <a:pt x="856" y="139"/>
                </a:lnTo>
                <a:lnTo>
                  <a:pt x="855" y="138"/>
                </a:lnTo>
                <a:lnTo>
                  <a:pt x="853" y="138"/>
                </a:lnTo>
                <a:lnTo>
                  <a:pt x="852" y="138"/>
                </a:lnTo>
                <a:lnTo>
                  <a:pt x="851" y="138"/>
                </a:lnTo>
                <a:lnTo>
                  <a:pt x="850" y="139"/>
                </a:lnTo>
                <a:lnTo>
                  <a:pt x="847" y="139"/>
                </a:lnTo>
                <a:lnTo>
                  <a:pt x="846" y="138"/>
                </a:lnTo>
                <a:lnTo>
                  <a:pt x="845" y="138"/>
                </a:lnTo>
                <a:lnTo>
                  <a:pt x="844" y="138"/>
                </a:lnTo>
                <a:lnTo>
                  <a:pt x="844" y="139"/>
                </a:lnTo>
                <a:lnTo>
                  <a:pt x="843" y="139"/>
                </a:lnTo>
                <a:lnTo>
                  <a:pt x="842" y="140"/>
                </a:lnTo>
                <a:lnTo>
                  <a:pt x="841" y="140"/>
                </a:lnTo>
                <a:lnTo>
                  <a:pt x="841" y="139"/>
                </a:lnTo>
                <a:lnTo>
                  <a:pt x="841" y="138"/>
                </a:lnTo>
                <a:lnTo>
                  <a:pt x="842" y="137"/>
                </a:lnTo>
                <a:lnTo>
                  <a:pt x="842" y="136"/>
                </a:lnTo>
                <a:lnTo>
                  <a:pt x="841" y="135"/>
                </a:lnTo>
                <a:lnTo>
                  <a:pt x="840" y="135"/>
                </a:lnTo>
                <a:lnTo>
                  <a:pt x="840" y="134"/>
                </a:lnTo>
                <a:lnTo>
                  <a:pt x="840" y="133"/>
                </a:lnTo>
                <a:lnTo>
                  <a:pt x="840" y="132"/>
                </a:lnTo>
                <a:lnTo>
                  <a:pt x="841" y="132"/>
                </a:lnTo>
                <a:lnTo>
                  <a:pt x="841" y="131"/>
                </a:lnTo>
                <a:lnTo>
                  <a:pt x="841" y="130"/>
                </a:lnTo>
                <a:lnTo>
                  <a:pt x="842" y="130"/>
                </a:lnTo>
                <a:lnTo>
                  <a:pt x="844" y="130"/>
                </a:lnTo>
                <a:lnTo>
                  <a:pt x="845" y="129"/>
                </a:lnTo>
                <a:lnTo>
                  <a:pt x="846" y="129"/>
                </a:lnTo>
                <a:lnTo>
                  <a:pt x="847" y="129"/>
                </a:lnTo>
                <a:lnTo>
                  <a:pt x="848" y="129"/>
                </a:lnTo>
                <a:lnTo>
                  <a:pt x="847" y="129"/>
                </a:lnTo>
                <a:lnTo>
                  <a:pt x="846" y="129"/>
                </a:lnTo>
                <a:lnTo>
                  <a:pt x="845" y="129"/>
                </a:lnTo>
                <a:lnTo>
                  <a:pt x="844" y="129"/>
                </a:lnTo>
                <a:lnTo>
                  <a:pt x="843" y="129"/>
                </a:lnTo>
                <a:lnTo>
                  <a:pt x="842" y="129"/>
                </a:lnTo>
                <a:lnTo>
                  <a:pt x="840" y="129"/>
                </a:lnTo>
                <a:lnTo>
                  <a:pt x="840" y="128"/>
                </a:lnTo>
                <a:lnTo>
                  <a:pt x="840" y="129"/>
                </a:lnTo>
                <a:lnTo>
                  <a:pt x="840" y="130"/>
                </a:lnTo>
                <a:lnTo>
                  <a:pt x="838" y="129"/>
                </a:lnTo>
                <a:lnTo>
                  <a:pt x="837" y="129"/>
                </a:lnTo>
                <a:lnTo>
                  <a:pt x="836" y="129"/>
                </a:lnTo>
                <a:lnTo>
                  <a:pt x="836" y="128"/>
                </a:lnTo>
                <a:lnTo>
                  <a:pt x="837" y="127"/>
                </a:lnTo>
                <a:lnTo>
                  <a:pt x="837" y="126"/>
                </a:lnTo>
                <a:lnTo>
                  <a:pt x="836" y="126"/>
                </a:lnTo>
                <a:lnTo>
                  <a:pt x="836" y="127"/>
                </a:lnTo>
                <a:lnTo>
                  <a:pt x="835" y="127"/>
                </a:lnTo>
                <a:lnTo>
                  <a:pt x="834" y="126"/>
                </a:lnTo>
                <a:lnTo>
                  <a:pt x="834" y="125"/>
                </a:lnTo>
                <a:lnTo>
                  <a:pt x="835" y="125"/>
                </a:lnTo>
                <a:lnTo>
                  <a:pt x="835" y="124"/>
                </a:lnTo>
                <a:lnTo>
                  <a:pt x="836" y="122"/>
                </a:lnTo>
                <a:lnTo>
                  <a:pt x="836" y="121"/>
                </a:lnTo>
                <a:lnTo>
                  <a:pt x="836" y="119"/>
                </a:lnTo>
                <a:lnTo>
                  <a:pt x="837" y="118"/>
                </a:lnTo>
                <a:lnTo>
                  <a:pt x="836" y="117"/>
                </a:lnTo>
                <a:lnTo>
                  <a:pt x="836" y="116"/>
                </a:lnTo>
                <a:lnTo>
                  <a:pt x="837" y="116"/>
                </a:lnTo>
                <a:lnTo>
                  <a:pt x="837" y="115"/>
                </a:lnTo>
                <a:lnTo>
                  <a:pt x="838" y="115"/>
                </a:lnTo>
                <a:lnTo>
                  <a:pt x="839" y="115"/>
                </a:lnTo>
                <a:lnTo>
                  <a:pt x="839" y="114"/>
                </a:lnTo>
                <a:lnTo>
                  <a:pt x="839" y="113"/>
                </a:lnTo>
                <a:lnTo>
                  <a:pt x="840" y="112"/>
                </a:lnTo>
                <a:lnTo>
                  <a:pt x="840" y="111"/>
                </a:lnTo>
                <a:lnTo>
                  <a:pt x="841" y="110"/>
                </a:lnTo>
                <a:lnTo>
                  <a:pt x="842" y="110"/>
                </a:lnTo>
                <a:lnTo>
                  <a:pt x="841" y="110"/>
                </a:lnTo>
                <a:lnTo>
                  <a:pt x="840" y="110"/>
                </a:lnTo>
                <a:lnTo>
                  <a:pt x="840" y="111"/>
                </a:lnTo>
                <a:lnTo>
                  <a:pt x="839" y="112"/>
                </a:lnTo>
                <a:lnTo>
                  <a:pt x="839" y="111"/>
                </a:lnTo>
                <a:lnTo>
                  <a:pt x="839" y="110"/>
                </a:lnTo>
                <a:lnTo>
                  <a:pt x="838" y="110"/>
                </a:lnTo>
                <a:lnTo>
                  <a:pt x="838" y="109"/>
                </a:lnTo>
                <a:lnTo>
                  <a:pt x="837" y="109"/>
                </a:lnTo>
                <a:lnTo>
                  <a:pt x="836" y="109"/>
                </a:lnTo>
                <a:lnTo>
                  <a:pt x="837" y="109"/>
                </a:lnTo>
                <a:lnTo>
                  <a:pt x="838" y="109"/>
                </a:lnTo>
                <a:lnTo>
                  <a:pt x="838" y="110"/>
                </a:lnTo>
                <a:lnTo>
                  <a:pt x="838" y="111"/>
                </a:lnTo>
                <a:lnTo>
                  <a:pt x="838" y="112"/>
                </a:lnTo>
                <a:lnTo>
                  <a:pt x="837" y="113"/>
                </a:lnTo>
                <a:lnTo>
                  <a:pt x="838" y="113"/>
                </a:lnTo>
                <a:lnTo>
                  <a:pt x="838" y="114"/>
                </a:lnTo>
                <a:lnTo>
                  <a:pt x="837" y="114"/>
                </a:lnTo>
                <a:lnTo>
                  <a:pt x="836" y="115"/>
                </a:lnTo>
                <a:lnTo>
                  <a:pt x="835" y="115"/>
                </a:lnTo>
                <a:lnTo>
                  <a:pt x="835" y="116"/>
                </a:lnTo>
                <a:lnTo>
                  <a:pt x="834" y="116"/>
                </a:lnTo>
                <a:lnTo>
                  <a:pt x="834" y="117"/>
                </a:lnTo>
                <a:lnTo>
                  <a:pt x="834" y="118"/>
                </a:lnTo>
                <a:lnTo>
                  <a:pt x="834" y="119"/>
                </a:lnTo>
                <a:lnTo>
                  <a:pt x="834" y="120"/>
                </a:lnTo>
                <a:lnTo>
                  <a:pt x="834" y="122"/>
                </a:lnTo>
                <a:lnTo>
                  <a:pt x="834" y="124"/>
                </a:lnTo>
                <a:lnTo>
                  <a:pt x="834" y="125"/>
                </a:lnTo>
                <a:lnTo>
                  <a:pt x="833" y="125"/>
                </a:lnTo>
                <a:lnTo>
                  <a:pt x="832" y="125"/>
                </a:lnTo>
                <a:lnTo>
                  <a:pt x="832" y="124"/>
                </a:lnTo>
                <a:lnTo>
                  <a:pt x="831" y="124"/>
                </a:lnTo>
                <a:lnTo>
                  <a:pt x="830" y="125"/>
                </a:lnTo>
                <a:lnTo>
                  <a:pt x="829" y="125"/>
                </a:lnTo>
                <a:lnTo>
                  <a:pt x="828" y="126"/>
                </a:lnTo>
                <a:lnTo>
                  <a:pt x="828" y="128"/>
                </a:lnTo>
                <a:lnTo>
                  <a:pt x="828" y="129"/>
                </a:lnTo>
                <a:lnTo>
                  <a:pt x="828" y="130"/>
                </a:lnTo>
                <a:lnTo>
                  <a:pt x="827" y="131"/>
                </a:lnTo>
                <a:lnTo>
                  <a:pt x="826" y="131"/>
                </a:lnTo>
                <a:lnTo>
                  <a:pt x="824" y="132"/>
                </a:lnTo>
                <a:lnTo>
                  <a:pt x="824" y="133"/>
                </a:lnTo>
                <a:lnTo>
                  <a:pt x="823" y="133"/>
                </a:lnTo>
                <a:lnTo>
                  <a:pt x="823" y="134"/>
                </a:lnTo>
                <a:lnTo>
                  <a:pt x="822" y="134"/>
                </a:lnTo>
                <a:lnTo>
                  <a:pt x="821" y="133"/>
                </a:lnTo>
                <a:lnTo>
                  <a:pt x="821" y="132"/>
                </a:lnTo>
                <a:lnTo>
                  <a:pt x="821" y="131"/>
                </a:lnTo>
                <a:lnTo>
                  <a:pt x="821" y="132"/>
                </a:lnTo>
                <a:lnTo>
                  <a:pt x="822" y="131"/>
                </a:lnTo>
                <a:lnTo>
                  <a:pt x="821" y="129"/>
                </a:lnTo>
                <a:lnTo>
                  <a:pt x="820" y="127"/>
                </a:lnTo>
                <a:lnTo>
                  <a:pt x="819" y="127"/>
                </a:lnTo>
                <a:lnTo>
                  <a:pt x="819" y="126"/>
                </a:lnTo>
                <a:lnTo>
                  <a:pt x="819" y="125"/>
                </a:lnTo>
                <a:lnTo>
                  <a:pt x="818" y="125"/>
                </a:lnTo>
                <a:lnTo>
                  <a:pt x="817" y="125"/>
                </a:lnTo>
                <a:lnTo>
                  <a:pt x="816" y="123"/>
                </a:lnTo>
                <a:lnTo>
                  <a:pt x="816" y="122"/>
                </a:lnTo>
                <a:lnTo>
                  <a:pt x="816" y="121"/>
                </a:lnTo>
                <a:lnTo>
                  <a:pt x="816" y="122"/>
                </a:lnTo>
                <a:lnTo>
                  <a:pt x="816" y="124"/>
                </a:lnTo>
                <a:lnTo>
                  <a:pt x="817" y="125"/>
                </a:lnTo>
                <a:lnTo>
                  <a:pt x="814" y="126"/>
                </a:lnTo>
                <a:lnTo>
                  <a:pt x="814" y="125"/>
                </a:lnTo>
                <a:lnTo>
                  <a:pt x="813" y="125"/>
                </a:lnTo>
                <a:lnTo>
                  <a:pt x="812" y="124"/>
                </a:lnTo>
                <a:lnTo>
                  <a:pt x="811" y="124"/>
                </a:lnTo>
                <a:lnTo>
                  <a:pt x="810" y="124"/>
                </a:lnTo>
                <a:lnTo>
                  <a:pt x="810" y="123"/>
                </a:lnTo>
                <a:lnTo>
                  <a:pt x="810" y="124"/>
                </a:lnTo>
                <a:lnTo>
                  <a:pt x="810" y="125"/>
                </a:lnTo>
                <a:lnTo>
                  <a:pt x="811" y="125"/>
                </a:lnTo>
                <a:lnTo>
                  <a:pt x="812" y="125"/>
                </a:lnTo>
                <a:lnTo>
                  <a:pt x="813" y="126"/>
                </a:lnTo>
                <a:lnTo>
                  <a:pt x="813" y="127"/>
                </a:lnTo>
                <a:lnTo>
                  <a:pt x="812" y="126"/>
                </a:lnTo>
                <a:lnTo>
                  <a:pt x="812" y="127"/>
                </a:lnTo>
                <a:lnTo>
                  <a:pt x="813" y="127"/>
                </a:lnTo>
                <a:lnTo>
                  <a:pt x="814" y="127"/>
                </a:lnTo>
                <a:lnTo>
                  <a:pt x="814" y="128"/>
                </a:lnTo>
                <a:lnTo>
                  <a:pt x="813" y="129"/>
                </a:lnTo>
                <a:lnTo>
                  <a:pt x="812" y="130"/>
                </a:lnTo>
                <a:lnTo>
                  <a:pt x="810" y="130"/>
                </a:lnTo>
                <a:lnTo>
                  <a:pt x="809" y="131"/>
                </a:lnTo>
                <a:lnTo>
                  <a:pt x="808" y="132"/>
                </a:lnTo>
                <a:lnTo>
                  <a:pt x="807" y="133"/>
                </a:lnTo>
                <a:lnTo>
                  <a:pt x="805" y="134"/>
                </a:lnTo>
                <a:lnTo>
                  <a:pt x="804" y="134"/>
                </a:lnTo>
                <a:lnTo>
                  <a:pt x="803" y="135"/>
                </a:lnTo>
                <a:lnTo>
                  <a:pt x="802" y="135"/>
                </a:lnTo>
                <a:lnTo>
                  <a:pt x="801" y="135"/>
                </a:lnTo>
                <a:lnTo>
                  <a:pt x="801" y="136"/>
                </a:lnTo>
                <a:lnTo>
                  <a:pt x="801" y="137"/>
                </a:lnTo>
                <a:lnTo>
                  <a:pt x="800" y="137"/>
                </a:lnTo>
                <a:lnTo>
                  <a:pt x="798" y="138"/>
                </a:lnTo>
                <a:lnTo>
                  <a:pt x="797" y="138"/>
                </a:lnTo>
                <a:lnTo>
                  <a:pt x="797" y="139"/>
                </a:lnTo>
                <a:lnTo>
                  <a:pt x="796" y="140"/>
                </a:lnTo>
                <a:lnTo>
                  <a:pt x="795" y="140"/>
                </a:lnTo>
                <a:lnTo>
                  <a:pt x="794" y="141"/>
                </a:lnTo>
                <a:lnTo>
                  <a:pt x="793" y="141"/>
                </a:lnTo>
                <a:lnTo>
                  <a:pt x="791" y="142"/>
                </a:lnTo>
                <a:lnTo>
                  <a:pt x="791" y="143"/>
                </a:lnTo>
                <a:lnTo>
                  <a:pt x="790" y="145"/>
                </a:lnTo>
                <a:lnTo>
                  <a:pt x="790" y="146"/>
                </a:lnTo>
                <a:lnTo>
                  <a:pt x="790" y="147"/>
                </a:lnTo>
                <a:lnTo>
                  <a:pt x="791" y="147"/>
                </a:lnTo>
                <a:lnTo>
                  <a:pt x="791" y="149"/>
                </a:lnTo>
                <a:lnTo>
                  <a:pt x="790" y="149"/>
                </a:lnTo>
                <a:lnTo>
                  <a:pt x="789" y="150"/>
                </a:lnTo>
                <a:lnTo>
                  <a:pt x="788" y="151"/>
                </a:lnTo>
                <a:lnTo>
                  <a:pt x="788" y="152"/>
                </a:lnTo>
                <a:lnTo>
                  <a:pt x="787" y="151"/>
                </a:lnTo>
                <a:lnTo>
                  <a:pt x="788" y="151"/>
                </a:lnTo>
                <a:lnTo>
                  <a:pt x="787" y="151"/>
                </a:lnTo>
                <a:lnTo>
                  <a:pt x="786" y="151"/>
                </a:lnTo>
                <a:lnTo>
                  <a:pt x="786" y="152"/>
                </a:lnTo>
                <a:lnTo>
                  <a:pt x="785" y="152"/>
                </a:lnTo>
                <a:lnTo>
                  <a:pt x="785" y="153"/>
                </a:lnTo>
                <a:lnTo>
                  <a:pt x="783" y="153"/>
                </a:lnTo>
                <a:lnTo>
                  <a:pt x="782" y="153"/>
                </a:lnTo>
                <a:lnTo>
                  <a:pt x="781" y="154"/>
                </a:lnTo>
                <a:lnTo>
                  <a:pt x="780" y="154"/>
                </a:lnTo>
                <a:lnTo>
                  <a:pt x="778" y="156"/>
                </a:lnTo>
                <a:lnTo>
                  <a:pt x="778" y="157"/>
                </a:lnTo>
                <a:lnTo>
                  <a:pt x="777" y="156"/>
                </a:lnTo>
                <a:lnTo>
                  <a:pt x="777" y="155"/>
                </a:lnTo>
                <a:lnTo>
                  <a:pt x="777" y="154"/>
                </a:lnTo>
                <a:lnTo>
                  <a:pt x="778" y="154"/>
                </a:lnTo>
                <a:lnTo>
                  <a:pt x="779" y="154"/>
                </a:lnTo>
                <a:lnTo>
                  <a:pt x="779" y="153"/>
                </a:lnTo>
                <a:lnTo>
                  <a:pt x="780" y="153"/>
                </a:lnTo>
                <a:lnTo>
                  <a:pt x="779" y="153"/>
                </a:lnTo>
                <a:lnTo>
                  <a:pt x="778" y="153"/>
                </a:lnTo>
                <a:lnTo>
                  <a:pt x="776" y="154"/>
                </a:lnTo>
                <a:lnTo>
                  <a:pt x="776" y="155"/>
                </a:lnTo>
                <a:lnTo>
                  <a:pt x="777" y="156"/>
                </a:lnTo>
                <a:lnTo>
                  <a:pt x="777" y="157"/>
                </a:lnTo>
                <a:lnTo>
                  <a:pt x="777" y="158"/>
                </a:lnTo>
                <a:lnTo>
                  <a:pt x="777" y="159"/>
                </a:lnTo>
                <a:lnTo>
                  <a:pt x="777" y="160"/>
                </a:lnTo>
                <a:lnTo>
                  <a:pt x="777" y="161"/>
                </a:lnTo>
                <a:lnTo>
                  <a:pt x="778" y="161"/>
                </a:lnTo>
                <a:lnTo>
                  <a:pt x="778" y="162"/>
                </a:lnTo>
                <a:lnTo>
                  <a:pt x="778" y="163"/>
                </a:lnTo>
                <a:lnTo>
                  <a:pt x="779" y="163"/>
                </a:lnTo>
                <a:lnTo>
                  <a:pt x="779" y="164"/>
                </a:lnTo>
                <a:lnTo>
                  <a:pt x="780" y="165"/>
                </a:lnTo>
                <a:lnTo>
                  <a:pt x="780" y="166"/>
                </a:lnTo>
                <a:lnTo>
                  <a:pt x="781" y="167"/>
                </a:lnTo>
                <a:lnTo>
                  <a:pt x="779" y="168"/>
                </a:lnTo>
                <a:lnTo>
                  <a:pt x="779" y="167"/>
                </a:lnTo>
                <a:lnTo>
                  <a:pt x="777" y="167"/>
                </a:lnTo>
                <a:lnTo>
                  <a:pt x="776" y="167"/>
                </a:lnTo>
                <a:lnTo>
                  <a:pt x="776" y="166"/>
                </a:lnTo>
                <a:lnTo>
                  <a:pt x="775" y="165"/>
                </a:lnTo>
                <a:lnTo>
                  <a:pt x="775" y="163"/>
                </a:lnTo>
                <a:lnTo>
                  <a:pt x="774" y="163"/>
                </a:lnTo>
                <a:lnTo>
                  <a:pt x="774" y="164"/>
                </a:lnTo>
                <a:lnTo>
                  <a:pt x="773" y="164"/>
                </a:lnTo>
                <a:lnTo>
                  <a:pt x="774" y="165"/>
                </a:lnTo>
                <a:lnTo>
                  <a:pt x="773" y="165"/>
                </a:lnTo>
                <a:lnTo>
                  <a:pt x="772" y="165"/>
                </a:lnTo>
                <a:lnTo>
                  <a:pt x="773" y="164"/>
                </a:lnTo>
                <a:lnTo>
                  <a:pt x="772" y="164"/>
                </a:lnTo>
                <a:lnTo>
                  <a:pt x="771" y="164"/>
                </a:lnTo>
                <a:lnTo>
                  <a:pt x="770" y="164"/>
                </a:lnTo>
                <a:lnTo>
                  <a:pt x="769" y="165"/>
                </a:lnTo>
                <a:lnTo>
                  <a:pt x="770" y="165"/>
                </a:lnTo>
                <a:lnTo>
                  <a:pt x="771" y="166"/>
                </a:lnTo>
                <a:lnTo>
                  <a:pt x="772" y="167"/>
                </a:lnTo>
                <a:lnTo>
                  <a:pt x="772" y="168"/>
                </a:lnTo>
                <a:lnTo>
                  <a:pt x="772" y="169"/>
                </a:lnTo>
                <a:lnTo>
                  <a:pt x="771" y="169"/>
                </a:lnTo>
                <a:lnTo>
                  <a:pt x="769" y="169"/>
                </a:lnTo>
                <a:lnTo>
                  <a:pt x="769" y="168"/>
                </a:lnTo>
                <a:lnTo>
                  <a:pt x="769" y="167"/>
                </a:lnTo>
                <a:lnTo>
                  <a:pt x="766" y="167"/>
                </a:lnTo>
                <a:lnTo>
                  <a:pt x="766" y="166"/>
                </a:lnTo>
                <a:lnTo>
                  <a:pt x="766" y="165"/>
                </a:lnTo>
                <a:lnTo>
                  <a:pt x="765" y="165"/>
                </a:lnTo>
                <a:lnTo>
                  <a:pt x="765" y="166"/>
                </a:lnTo>
                <a:lnTo>
                  <a:pt x="764" y="166"/>
                </a:lnTo>
                <a:lnTo>
                  <a:pt x="764" y="165"/>
                </a:lnTo>
                <a:lnTo>
                  <a:pt x="763" y="165"/>
                </a:lnTo>
                <a:lnTo>
                  <a:pt x="763" y="164"/>
                </a:lnTo>
                <a:lnTo>
                  <a:pt x="762" y="165"/>
                </a:lnTo>
                <a:lnTo>
                  <a:pt x="761" y="165"/>
                </a:lnTo>
                <a:lnTo>
                  <a:pt x="761" y="164"/>
                </a:lnTo>
                <a:lnTo>
                  <a:pt x="761" y="163"/>
                </a:lnTo>
                <a:lnTo>
                  <a:pt x="762" y="162"/>
                </a:lnTo>
                <a:lnTo>
                  <a:pt x="764" y="161"/>
                </a:lnTo>
                <a:lnTo>
                  <a:pt x="765" y="160"/>
                </a:lnTo>
                <a:lnTo>
                  <a:pt x="766" y="159"/>
                </a:lnTo>
                <a:lnTo>
                  <a:pt x="767" y="159"/>
                </a:lnTo>
                <a:lnTo>
                  <a:pt x="768" y="159"/>
                </a:lnTo>
                <a:lnTo>
                  <a:pt x="769" y="159"/>
                </a:lnTo>
                <a:lnTo>
                  <a:pt x="769" y="158"/>
                </a:lnTo>
                <a:lnTo>
                  <a:pt x="768" y="158"/>
                </a:lnTo>
                <a:lnTo>
                  <a:pt x="769" y="157"/>
                </a:lnTo>
                <a:lnTo>
                  <a:pt x="769" y="156"/>
                </a:lnTo>
                <a:lnTo>
                  <a:pt x="770" y="156"/>
                </a:lnTo>
                <a:lnTo>
                  <a:pt x="771" y="155"/>
                </a:lnTo>
                <a:lnTo>
                  <a:pt x="770" y="153"/>
                </a:lnTo>
                <a:lnTo>
                  <a:pt x="770" y="152"/>
                </a:lnTo>
                <a:lnTo>
                  <a:pt x="771" y="151"/>
                </a:lnTo>
                <a:lnTo>
                  <a:pt x="772" y="151"/>
                </a:lnTo>
                <a:lnTo>
                  <a:pt x="773" y="151"/>
                </a:lnTo>
                <a:lnTo>
                  <a:pt x="774" y="152"/>
                </a:lnTo>
                <a:lnTo>
                  <a:pt x="774" y="151"/>
                </a:lnTo>
                <a:lnTo>
                  <a:pt x="775" y="151"/>
                </a:lnTo>
                <a:lnTo>
                  <a:pt x="775" y="150"/>
                </a:lnTo>
                <a:lnTo>
                  <a:pt x="774" y="151"/>
                </a:lnTo>
                <a:lnTo>
                  <a:pt x="773" y="151"/>
                </a:lnTo>
                <a:lnTo>
                  <a:pt x="773" y="150"/>
                </a:lnTo>
                <a:lnTo>
                  <a:pt x="772" y="151"/>
                </a:lnTo>
                <a:lnTo>
                  <a:pt x="770" y="152"/>
                </a:lnTo>
                <a:lnTo>
                  <a:pt x="768" y="153"/>
                </a:lnTo>
                <a:lnTo>
                  <a:pt x="768" y="154"/>
                </a:lnTo>
                <a:lnTo>
                  <a:pt x="767" y="155"/>
                </a:lnTo>
                <a:lnTo>
                  <a:pt x="766" y="156"/>
                </a:lnTo>
                <a:lnTo>
                  <a:pt x="765" y="156"/>
                </a:lnTo>
                <a:lnTo>
                  <a:pt x="764" y="157"/>
                </a:lnTo>
                <a:lnTo>
                  <a:pt x="764" y="158"/>
                </a:lnTo>
                <a:lnTo>
                  <a:pt x="764" y="159"/>
                </a:lnTo>
                <a:lnTo>
                  <a:pt x="763" y="159"/>
                </a:lnTo>
                <a:lnTo>
                  <a:pt x="762" y="160"/>
                </a:lnTo>
                <a:lnTo>
                  <a:pt x="762" y="161"/>
                </a:lnTo>
                <a:lnTo>
                  <a:pt x="761" y="161"/>
                </a:lnTo>
                <a:lnTo>
                  <a:pt x="761" y="160"/>
                </a:lnTo>
                <a:lnTo>
                  <a:pt x="761" y="159"/>
                </a:lnTo>
                <a:lnTo>
                  <a:pt x="761" y="157"/>
                </a:lnTo>
                <a:lnTo>
                  <a:pt x="760" y="157"/>
                </a:lnTo>
                <a:lnTo>
                  <a:pt x="759" y="157"/>
                </a:lnTo>
                <a:lnTo>
                  <a:pt x="758" y="157"/>
                </a:lnTo>
                <a:lnTo>
                  <a:pt x="758" y="158"/>
                </a:lnTo>
                <a:lnTo>
                  <a:pt x="759" y="159"/>
                </a:lnTo>
                <a:lnTo>
                  <a:pt x="760" y="160"/>
                </a:lnTo>
                <a:lnTo>
                  <a:pt x="759" y="161"/>
                </a:lnTo>
                <a:lnTo>
                  <a:pt x="759" y="163"/>
                </a:lnTo>
                <a:lnTo>
                  <a:pt x="759" y="164"/>
                </a:lnTo>
                <a:lnTo>
                  <a:pt x="760" y="164"/>
                </a:lnTo>
                <a:lnTo>
                  <a:pt x="760" y="165"/>
                </a:lnTo>
                <a:lnTo>
                  <a:pt x="759" y="165"/>
                </a:lnTo>
                <a:lnTo>
                  <a:pt x="759" y="166"/>
                </a:lnTo>
                <a:lnTo>
                  <a:pt x="758" y="166"/>
                </a:lnTo>
                <a:lnTo>
                  <a:pt x="758" y="167"/>
                </a:lnTo>
                <a:lnTo>
                  <a:pt x="758" y="168"/>
                </a:lnTo>
                <a:lnTo>
                  <a:pt x="757" y="168"/>
                </a:lnTo>
                <a:lnTo>
                  <a:pt x="756" y="168"/>
                </a:lnTo>
                <a:lnTo>
                  <a:pt x="755" y="169"/>
                </a:lnTo>
                <a:lnTo>
                  <a:pt x="754" y="168"/>
                </a:lnTo>
                <a:lnTo>
                  <a:pt x="753" y="168"/>
                </a:lnTo>
                <a:lnTo>
                  <a:pt x="752" y="168"/>
                </a:lnTo>
                <a:lnTo>
                  <a:pt x="752" y="169"/>
                </a:lnTo>
                <a:lnTo>
                  <a:pt x="751" y="170"/>
                </a:lnTo>
                <a:lnTo>
                  <a:pt x="750" y="171"/>
                </a:lnTo>
                <a:lnTo>
                  <a:pt x="750" y="172"/>
                </a:lnTo>
                <a:lnTo>
                  <a:pt x="750" y="174"/>
                </a:lnTo>
                <a:lnTo>
                  <a:pt x="750" y="175"/>
                </a:lnTo>
                <a:lnTo>
                  <a:pt x="751" y="175"/>
                </a:lnTo>
                <a:lnTo>
                  <a:pt x="751" y="174"/>
                </a:lnTo>
                <a:lnTo>
                  <a:pt x="752" y="175"/>
                </a:lnTo>
                <a:lnTo>
                  <a:pt x="753" y="175"/>
                </a:lnTo>
                <a:lnTo>
                  <a:pt x="753" y="176"/>
                </a:lnTo>
                <a:lnTo>
                  <a:pt x="752" y="176"/>
                </a:lnTo>
                <a:lnTo>
                  <a:pt x="752" y="177"/>
                </a:lnTo>
                <a:lnTo>
                  <a:pt x="751" y="177"/>
                </a:lnTo>
                <a:lnTo>
                  <a:pt x="750" y="177"/>
                </a:lnTo>
                <a:lnTo>
                  <a:pt x="749" y="176"/>
                </a:lnTo>
                <a:lnTo>
                  <a:pt x="750" y="176"/>
                </a:lnTo>
                <a:lnTo>
                  <a:pt x="749" y="176"/>
                </a:lnTo>
                <a:lnTo>
                  <a:pt x="748" y="175"/>
                </a:lnTo>
                <a:lnTo>
                  <a:pt x="747" y="175"/>
                </a:lnTo>
                <a:lnTo>
                  <a:pt x="746" y="176"/>
                </a:lnTo>
                <a:lnTo>
                  <a:pt x="745" y="176"/>
                </a:lnTo>
                <a:lnTo>
                  <a:pt x="744" y="176"/>
                </a:lnTo>
                <a:lnTo>
                  <a:pt x="743" y="177"/>
                </a:lnTo>
                <a:lnTo>
                  <a:pt x="742" y="177"/>
                </a:lnTo>
                <a:lnTo>
                  <a:pt x="741" y="177"/>
                </a:lnTo>
                <a:lnTo>
                  <a:pt x="739" y="178"/>
                </a:lnTo>
                <a:lnTo>
                  <a:pt x="738" y="179"/>
                </a:lnTo>
                <a:lnTo>
                  <a:pt x="737" y="180"/>
                </a:lnTo>
                <a:lnTo>
                  <a:pt x="736" y="181"/>
                </a:lnTo>
                <a:lnTo>
                  <a:pt x="735" y="181"/>
                </a:lnTo>
                <a:lnTo>
                  <a:pt x="736" y="185"/>
                </a:lnTo>
                <a:lnTo>
                  <a:pt x="735" y="185"/>
                </a:lnTo>
                <a:lnTo>
                  <a:pt x="735" y="184"/>
                </a:lnTo>
                <a:lnTo>
                  <a:pt x="735" y="183"/>
                </a:lnTo>
                <a:lnTo>
                  <a:pt x="734" y="182"/>
                </a:lnTo>
                <a:lnTo>
                  <a:pt x="734" y="181"/>
                </a:lnTo>
                <a:lnTo>
                  <a:pt x="733" y="181"/>
                </a:lnTo>
                <a:lnTo>
                  <a:pt x="733" y="182"/>
                </a:lnTo>
                <a:lnTo>
                  <a:pt x="732" y="182"/>
                </a:lnTo>
                <a:lnTo>
                  <a:pt x="731" y="182"/>
                </a:lnTo>
                <a:lnTo>
                  <a:pt x="730" y="183"/>
                </a:lnTo>
                <a:lnTo>
                  <a:pt x="729" y="184"/>
                </a:lnTo>
                <a:lnTo>
                  <a:pt x="728" y="185"/>
                </a:lnTo>
                <a:lnTo>
                  <a:pt x="727" y="185"/>
                </a:lnTo>
                <a:lnTo>
                  <a:pt x="726" y="186"/>
                </a:lnTo>
                <a:lnTo>
                  <a:pt x="725" y="187"/>
                </a:lnTo>
                <a:lnTo>
                  <a:pt x="723" y="189"/>
                </a:lnTo>
                <a:lnTo>
                  <a:pt x="721" y="191"/>
                </a:lnTo>
                <a:lnTo>
                  <a:pt x="721" y="192"/>
                </a:lnTo>
                <a:lnTo>
                  <a:pt x="720" y="192"/>
                </a:lnTo>
                <a:lnTo>
                  <a:pt x="720" y="193"/>
                </a:lnTo>
                <a:lnTo>
                  <a:pt x="720" y="194"/>
                </a:lnTo>
                <a:lnTo>
                  <a:pt x="719" y="194"/>
                </a:lnTo>
                <a:lnTo>
                  <a:pt x="719" y="195"/>
                </a:lnTo>
                <a:lnTo>
                  <a:pt x="718" y="195"/>
                </a:lnTo>
                <a:lnTo>
                  <a:pt x="717" y="196"/>
                </a:lnTo>
                <a:lnTo>
                  <a:pt x="716" y="196"/>
                </a:lnTo>
                <a:lnTo>
                  <a:pt x="715" y="197"/>
                </a:lnTo>
                <a:lnTo>
                  <a:pt x="714" y="196"/>
                </a:lnTo>
                <a:lnTo>
                  <a:pt x="714" y="195"/>
                </a:lnTo>
                <a:lnTo>
                  <a:pt x="714" y="194"/>
                </a:lnTo>
                <a:lnTo>
                  <a:pt x="714" y="195"/>
                </a:lnTo>
                <a:lnTo>
                  <a:pt x="713" y="197"/>
                </a:lnTo>
                <a:lnTo>
                  <a:pt x="713" y="198"/>
                </a:lnTo>
                <a:lnTo>
                  <a:pt x="714" y="199"/>
                </a:lnTo>
                <a:lnTo>
                  <a:pt x="714" y="200"/>
                </a:lnTo>
                <a:lnTo>
                  <a:pt x="714" y="201"/>
                </a:lnTo>
                <a:lnTo>
                  <a:pt x="713" y="201"/>
                </a:lnTo>
                <a:lnTo>
                  <a:pt x="712" y="201"/>
                </a:lnTo>
                <a:lnTo>
                  <a:pt x="712" y="202"/>
                </a:lnTo>
                <a:lnTo>
                  <a:pt x="711" y="203"/>
                </a:lnTo>
                <a:lnTo>
                  <a:pt x="710" y="203"/>
                </a:lnTo>
                <a:lnTo>
                  <a:pt x="709" y="203"/>
                </a:lnTo>
                <a:lnTo>
                  <a:pt x="708" y="203"/>
                </a:lnTo>
                <a:lnTo>
                  <a:pt x="708" y="204"/>
                </a:lnTo>
                <a:lnTo>
                  <a:pt x="707" y="204"/>
                </a:lnTo>
                <a:lnTo>
                  <a:pt x="706" y="204"/>
                </a:lnTo>
                <a:lnTo>
                  <a:pt x="705" y="204"/>
                </a:lnTo>
                <a:lnTo>
                  <a:pt x="704" y="203"/>
                </a:lnTo>
                <a:lnTo>
                  <a:pt x="704" y="204"/>
                </a:lnTo>
                <a:lnTo>
                  <a:pt x="703" y="204"/>
                </a:lnTo>
                <a:lnTo>
                  <a:pt x="703" y="203"/>
                </a:lnTo>
                <a:lnTo>
                  <a:pt x="702" y="203"/>
                </a:lnTo>
                <a:lnTo>
                  <a:pt x="701" y="203"/>
                </a:lnTo>
                <a:lnTo>
                  <a:pt x="701" y="202"/>
                </a:lnTo>
                <a:lnTo>
                  <a:pt x="700" y="202"/>
                </a:lnTo>
                <a:lnTo>
                  <a:pt x="700" y="201"/>
                </a:lnTo>
                <a:lnTo>
                  <a:pt x="700" y="200"/>
                </a:lnTo>
                <a:lnTo>
                  <a:pt x="700" y="199"/>
                </a:lnTo>
                <a:lnTo>
                  <a:pt x="701" y="198"/>
                </a:lnTo>
                <a:lnTo>
                  <a:pt x="701" y="197"/>
                </a:lnTo>
                <a:lnTo>
                  <a:pt x="702" y="197"/>
                </a:lnTo>
                <a:lnTo>
                  <a:pt x="701" y="197"/>
                </a:lnTo>
                <a:lnTo>
                  <a:pt x="700" y="198"/>
                </a:lnTo>
                <a:lnTo>
                  <a:pt x="700" y="199"/>
                </a:lnTo>
                <a:lnTo>
                  <a:pt x="699" y="199"/>
                </a:lnTo>
                <a:lnTo>
                  <a:pt x="698" y="198"/>
                </a:lnTo>
                <a:lnTo>
                  <a:pt x="697" y="198"/>
                </a:lnTo>
                <a:lnTo>
                  <a:pt x="696" y="198"/>
                </a:lnTo>
                <a:lnTo>
                  <a:pt x="696" y="197"/>
                </a:lnTo>
                <a:lnTo>
                  <a:pt x="696" y="196"/>
                </a:lnTo>
                <a:lnTo>
                  <a:pt x="696" y="195"/>
                </a:lnTo>
                <a:lnTo>
                  <a:pt x="695" y="193"/>
                </a:lnTo>
                <a:lnTo>
                  <a:pt x="695" y="195"/>
                </a:lnTo>
                <a:lnTo>
                  <a:pt x="695" y="196"/>
                </a:lnTo>
                <a:lnTo>
                  <a:pt x="696" y="196"/>
                </a:lnTo>
                <a:lnTo>
                  <a:pt x="696" y="197"/>
                </a:lnTo>
                <a:lnTo>
                  <a:pt x="696" y="198"/>
                </a:lnTo>
                <a:lnTo>
                  <a:pt x="695" y="199"/>
                </a:lnTo>
                <a:lnTo>
                  <a:pt x="695" y="198"/>
                </a:lnTo>
                <a:lnTo>
                  <a:pt x="694" y="198"/>
                </a:lnTo>
                <a:lnTo>
                  <a:pt x="694" y="197"/>
                </a:lnTo>
                <a:lnTo>
                  <a:pt x="693" y="197"/>
                </a:lnTo>
                <a:lnTo>
                  <a:pt x="693" y="196"/>
                </a:lnTo>
                <a:lnTo>
                  <a:pt x="692" y="195"/>
                </a:lnTo>
                <a:lnTo>
                  <a:pt x="692" y="194"/>
                </a:lnTo>
                <a:lnTo>
                  <a:pt x="692" y="195"/>
                </a:lnTo>
                <a:lnTo>
                  <a:pt x="691" y="195"/>
                </a:lnTo>
                <a:lnTo>
                  <a:pt x="692" y="197"/>
                </a:lnTo>
                <a:lnTo>
                  <a:pt x="693" y="198"/>
                </a:lnTo>
                <a:lnTo>
                  <a:pt x="692" y="199"/>
                </a:lnTo>
                <a:lnTo>
                  <a:pt x="691" y="199"/>
                </a:lnTo>
                <a:lnTo>
                  <a:pt x="691" y="200"/>
                </a:lnTo>
                <a:lnTo>
                  <a:pt x="690" y="200"/>
                </a:lnTo>
                <a:lnTo>
                  <a:pt x="690" y="201"/>
                </a:lnTo>
                <a:lnTo>
                  <a:pt x="688" y="202"/>
                </a:lnTo>
                <a:lnTo>
                  <a:pt x="687" y="203"/>
                </a:lnTo>
                <a:lnTo>
                  <a:pt x="686" y="203"/>
                </a:lnTo>
                <a:lnTo>
                  <a:pt x="685" y="202"/>
                </a:lnTo>
                <a:lnTo>
                  <a:pt x="684" y="201"/>
                </a:lnTo>
                <a:lnTo>
                  <a:pt x="683" y="200"/>
                </a:lnTo>
                <a:lnTo>
                  <a:pt x="682" y="200"/>
                </a:lnTo>
                <a:lnTo>
                  <a:pt x="683" y="201"/>
                </a:lnTo>
                <a:lnTo>
                  <a:pt x="684" y="201"/>
                </a:lnTo>
                <a:lnTo>
                  <a:pt x="684" y="202"/>
                </a:lnTo>
                <a:lnTo>
                  <a:pt x="684" y="203"/>
                </a:lnTo>
                <a:lnTo>
                  <a:pt x="686" y="203"/>
                </a:lnTo>
                <a:lnTo>
                  <a:pt x="686" y="204"/>
                </a:lnTo>
                <a:lnTo>
                  <a:pt x="686" y="205"/>
                </a:lnTo>
                <a:lnTo>
                  <a:pt x="685" y="205"/>
                </a:lnTo>
                <a:lnTo>
                  <a:pt x="684" y="206"/>
                </a:lnTo>
                <a:lnTo>
                  <a:pt x="683" y="206"/>
                </a:lnTo>
                <a:lnTo>
                  <a:pt x="682" y="206"/>
                </a:lnTo>
                <a:lnTo>
                  <a:pt x="682" y="207"/>
                </a:lnTo>
                <a:lnTo>
                  <a:pt x="683" y="207"/>
                </a:lnTo>
                <a:lnTo>
                  <a:pt x="684" y="206"/>
                </a:lnTo>
                <a:lnTo>
                  <a:pt x="686" y="206"/>
                </a:lnTo>
                <a:lnTo>
                  <a:pt x="687" y="205"/>
                </a:lnTo>
                <a:lnTo>
                  <a:pt x="687" y="204"/>
                </a:lnTo>
                <a:lnTo>
                  <a:pt x="688" y="204"/>
                </a:lnTo>
                <a:lnTo>
                  <a:pt x="690" y="202"/>
                </a:lnTo>
                <a:lnTo>
                  <a:pt x="691" y="201"/>
                </a:lnTo>
                <a:lnTo>
                  <a:pt x="692" y="202"/>
                </a:lnTo>
                <a:lnTo>
                  <a:pt x="693" y="202"/>
                </a:lnTo>
                <a:lnTo>
                  <a:pt x="694" y="202"/>
                </a:lnTo>
                <a:lnTo>
                  <a:pt x="695" y="203"/>
                </a:lnTo>
                <a:lnTo>
                  <a:pt x="695" y="204"/>
                </a:lnTo>
                <a:lnTo>
                  <a:pt x="696" y="205"/>
                </a:lnTo>
                <a:lnTo>
                  <a:pt x="697" y="207"/>
                </a:lnTo>
                <a:lnTo>
                  <a:pt x="698" y="206"/>
                </a:lnTo>
                <a:lnTo>
                  <a:pt x="698" y="207"/>
                </a:lnTo>
                <a:lnTo>
                  <a:pt x="698" y="208"/>
                </a:lnTo>
                <a:lnTo>
                  <a:pt x="700" y="206"/>
                </a:lnTo>
                <a:lnTo>
                  <a:pt x="700" y="207"/>
                </a:lnTo>
                <a:lnTo>
                  <a:pt x="701" y="207"/>
                </a:lnTo>
                <a:lnTo>
                  <a:pt x="704" y="207"/>
                </a:lnTo>
                <a:lnTo>
                  <a:pt x="705" y="207"/>
                </a:lnTo>
                <a:lnTo>
                  <a:pt x="706" y="208"/>
                </a:lnTo>
                <a:lnTo>
                  <a:pt x="707" y="208"/>
                </a:lnTo>
                <a:lnTo>
                  <a:pt x="707" y="209"/>
                </a:lnTo>
                <a:lnTo>
                  <a:pt x="707" y="210"/>
                </a:lnTo>
                <a:lnTo>
                  <a:pt x="707" y="211"/>
                </a:lnTo>
                <a:lnTo>
                  <a:pt x="706" y="211"/>
                </a:lnTo>
                <a:lnTo>
                  <a:pt x="706" y="212"/>
                </a:lnTo>
                <a:lnTo>
                  <a:pt x="706" y="213"/>
                </a:lnTo>
                <a:lnTo>
                  <a:pt x="705" y="214"/>
                </a:lnTo>
                <a:lnTo>
                  <a:pt x="705" y="215"/>
                </a:lnTo>
                <a:lnTo>
                  <a:pt x="705" y="216"/>
                </a:lnTo>
                <a:lnTo>
                  <a:pt x="706" y="216"/>
                </a:lnTo>
                <a:lnTo>
                  <a:pt x="705" y="217"/>
                </a:lnTo>
                <a:lnTo>
                  <a:pt x="705" y="218"/>
                </a:lnTo>
                <a:lnTo>
                  <a:pt x="706" y="219"/>
                </a:lnTo>
                <a:lnTo>
                  <a:pt x="707" y="219"/>
                </a:lnTo>
                <a:lnTo>
                  <a:pt x="707" y="220"/>
                </a:lnTo>
                <a:lnTo>
                  <a:pt x="707" y="221"/>
                </a:lnTo>
                <a:lnTo>
                  <a:pt x="706" y="222"/>
                </a:lnTo>
                <a:lnTo>
                  <a:pt x="706" y="223"/>
                </a:lnTo>
                <a:lnTo>
                  <a:pt x="705" y="224"/>
                </a:lnTo>
                <a:lnTo>
                  <a:pt x="704" y="223"/>
                </a:lnTo>
                <a:lnTo>
                  <a:pt x="703" y="223"/>
                </a:lnTo>
                <a:lnTo>
                  <a:pt x="702" y="224"/>
                </a:lnTo>
                <a:lnTo>
                  <a:pt x="701" y="224"/>
                </a:lnTo>
                <a:lnTo>
                  <a:pt x="701" y="226"/>
                </a:lnTo>
                <a:lnTo>
                  <a:pt x="702" y="227"/>
                </a:lnTo>
                <a:lnTo>
                  <a:pt x="702" y="228"/>
                </a:lnTo>
                <a:lnTo>
                  <a:pt x="703" y="229"/>
                </a:lnTo>
                <a:lnTo>
                  <a:pt x="703" y="230"/>
                </a:lnTo>
                <a:lnTo>
                  <a:pt x="702" y="230"/>
                </a:lnTo>
                <a:lnTo>
                  <a:pt x="701" y="231"/>
                </a:lnTo>
                <a:lnTo>
                  <a:pt x="701" y="232"/>
                </a:lnTo>
                <a:lnTo>
                  <a:pt x="700" y="233"/>
                </a:lnTo>
                <a:lnTo>
                  <a:pt x="700" y="235"/>
                </a:lnTo>
                <a:lnTo>
                  <a:pt x="701" y="235"/>
                </a:lnTo>
                <a:lnTo>
                  <a:pt x="701" y="236"/>
                </a:lnTo>
                <a:lnTo>
                  <a:pt x="700" y="236"/>
                </a:lnTo>
                <a:lnTo>
                  <a:pt x="700" y="237"/>
                </a:lnTo>
                <a:lnTo>
                  <a:pt x="699" y="237"/>
                </a:lnTo>
                <a:lnTo>
                  <a:pt x="699" y="236"/>
                </a:lnTo>
                <a:lnTo>
                  <a:pt x="698" y="236"/>
                </a:lnTo>
                <a:lnTo>
                  <a:pt x="698" y="237"/>
                </a:lnTo>
                <a:lnTo>
                  <a:pt x="697" y="236"/>
                </a:lnTo>
                <a:lnTo>
                  <a:pt x="696" y="236"/>
                </a:lnTo>
                <a:lnTo>
                  <a:pt x="696" y="235"/>
                </a:lnTo>
                <a:lnTo>
                  <a:pt x="697" y="235"/>
                </a:lnTo>
                <a:lnTo>
                  <a:pt x="697" y="234"/>
                </a:lnTo>
                <a:lnTo>
                  <a:pt x="696" y="234"/>
                </a:lnTo>
                <a:lnTo>
                  <a:pt x="696" y="233"/>
                </a:lnTo>
                <a:lnTo>
                  <a:pt x="696" y="232"/>
                </a:lnTo>
                <a:lnTo>
                  <a:pt x="697" y="231"/>
                </a:lnTo>
                <a:lnTo>
                  <a:pt x="697" y="230"/>
                </a:lnTo>
                <a:lnTo>
                  <a:pt x="696" y="229"/>
                </a:lnTo>
                <a:lnTo>
                  <a:pt x="695" y="229"/>
                </a:lnTo>
                <a:lnTo>
                  <a:pt x="694" y="228"/>
                </a:lnTo>
                <a:lnTo>
                  <a:pt x="694" y="227"/>
                </a:lnTo>
                <a:lnTo>
                  <a:pt x="694" y="225"/>
                </a:lnTo>
                <a:lnTo>
                  <a:pt x="693" y="224"/>
                </a:lnTo>
                <a:lnTo>
                  <a:pt x="691" y="223"/>
                </a:lnTo>
                <a:lnTo>
                  <a:pt x="690" y="223"/>
                </a:lnTo>
                <a:lnTo>
                  <a:pt x="690" y="224"/>
                </a:lnTo>
                <a:lnTo>
                  <a:pt x="688" y="224"/>
                </a:lnTo>
                <a:lnTo>
                  <a:pt x="683" y="226"/>
                </a:lnTo>
                <a:lnTo>
                  <a:pt x="682" y="226"/>
                </a:lnTo>
                <a:lnTo>
                  <a:pt x="682" y="227"/>
                </a:lnTo>
                <a:lnTo>
                  <a:pt x="683" y="227"/>
                </a:lnTo>
                <a:lnTo>
                  <a:pt x="683" y="228"/>
                </a:lnTo>
                <a:lnTo>
                  <a:pt x="684" y="229"/>
                </a:lnTo>
                <a:lnTo>
                  <a:pt x="684" y="230"/>
                </a:lnTo>
                <a:lnTo>
                  <a:pt x="683" y="230"/>
                </a:lnTo>
                <a:lnTo>
                  <a:pt x="682" y="230"/>
                </a:lnTo>
                <a:lnTo>
                  <a:pt x="681" y="230"/>
                </a:lnTo>
                <a:lnTo>
                  <a:pt x="680" y="230"/>
                </a:lnTo>
                <a:lnTo>
                  <a:pt x="680" y="231"/>
                </a:lnTo>
                <a:lnTo>
                  <a:pt x="679" y="232"/>
                </a:lnTo>
                <a:lnTo>
                  <a:pt x="680" y="232"/>
                </a:lnTo>
                <a:lnTo>
                  <a:pt x="680" y="233"/>
                </a:lnTo>
                <a:lnTo>
                  <a:pt x="680" y="234"/>
                </a:lnTo>
                <a:lnTo>
                  <a:pt x="679" y="233"/>
                </a:lnTo>
                <a:lnTo>
                  <a:pt x="679" y="234"/>
                </a:lnTo>
                <a:lnTo>
                  <a:pt x="679" y="235"/>
                </a:lnTo>
                <a:lnTo>
                  <a:pt x="678" y="236"/>
                </a:lnTo>
                <a:lnTo>
                  <a:pt x="677" y="237"/>
                </a:lnTo>
                <a:lnTo>
                  <a:pt x="677" y="240"/>
                </a:lnTo>
                <a:lnTo>
                  <a:pt x="678" y="240"/>
                </a:lnTo>
                <a:lnTo>
                  <a:pt x="678" y="241"/>
                </a:lnTo>
                <a:lnTo>
                  <a:pt x="679" y="242"/>
                </a:lnTo>
                <a:lnTo>
                  <a:pt x="680" y="242"/>
                </a:lnTo>
                <a:lnTo>
                  <a:pt x="681" y="242"/>
                </a:lnTo>
                <a:lnTo>
                  <a:pt x="682" y="242"/>
                </a:lnTo>
                <a:lnTo>
                  <a:pt x="683" y="244"/>
                </a:lnTo>
                <a:lnTo>
                  <a:pt x="684" y="245"/>
                </a:lnTo>
                <a:lnTo>
                  <a:pt x="684" y="246"/>
                </a:lnTo>
                <a:lnTo>
                  <a:pt x="683" y="247"/>
                </a:lnTo>
                <a:lnTo>
                  <a:pt x="683" y="246"/>
                </a:lnTo>
                <a:lnTo>
                  <a:pt x="682" y="246"/>
                </a:lnTo>
                <a:lnTo>
                  <a:pt x="681" y="246"/>
                </a:lnTo>
                <a:lnTo>
                  <a:pt x="680" y="246"/>
                </a:lnTo>
                <a:lnTo>
                  <a:pt x="679" y="247"/>
                </a:lnTo>
                <a:lnTo>
                  <a:pt x="678" y="247"/>
                </a:lnTo>
                <a:lnTo>
                  <a:pt x="677" y="246"/>
                </a:lnTo>
                <a:lnTo>
                  <a:pt x="676" y="246"/>
                </a:lnTo>
                <a:lnTo>
                  <a:pt x="675" y="246"/>
                </a:lnTo>
                <a:lnTo>
                  <a:pt x="674" y="247"/>
                </a:lnTo>
                <a:lnTo>
                  <a:pt x="675" y="247"/>
                </a:lnTo>
                <a:lnTo>
                  <a:pt x="675" y="248"/>
                </a:lnTo>
                <a:lnTo>
                  <a:pt x="674" y="248"/>
                </a:lnTo>
                <a:lnTo>
                  <a:pt x="674" y="249"/>
                </a:lnTo>
                <a:lnTo>
                  <a:pt x="675" y="249"/>
                </a:lnTo>
                <a:lnTo>
                  <a:pt x="675" y="250"/>
                </a:lnTo>
                <a:lnTo>
                  <a:pt x="676" y="251"/>
                </a:lnTo>
                <a:lnTo>
                  <a:pt x="676" y="252"/>
                </a:lnTo>
                <a:lnTo>
                  <a:pt x="676" y="253"/>
                </a:lnTo>
                <a:lnTo>
                  <a:pt x="675" y="253"/>
                </a:lnTo>
                <a:lnTo>
                  <a:pt x="674" y="254"/>
                </a:lnTo>
                <a:lnTo>
                  <a:pt x="675" y="255"/>
                </a:lnTo>
                <a:lnTo>
                  <a:pt x="676" y="256"/>
                </a:lnTo>
                <a:lnTo>
                  <a:pt x="677" y="256"/>
                </a:lnTo>
                <a:lnTo>
                  <a:pt x="678" y="255"/>
                </a:lnTo>
                <a:lnTo>
                  <a:pt x="679" y="255"/>
                </a:lnTo>
                <a:lnTo>
                  <a:pt x="679" y="257"/>
                </a:lnTo>
                <a:lnTo>
                  <a:pt x="679" y="258"/>
                </a:lnTo>
                <a:lnTo>
                  <a:pt x="679" y="259"/>
                </a:lnTo>
                <a:lnTo>
                  <a:pt x="680" y="259"/>
                </a:lnTo>
                <a:lnTo>
                  <a:pt x="679" y="260"/>
                </a:lnTo>
                <a:lnTo>
                  <a:pt x="678" y="261"/>
                </a:lnTo>
                <a:lnTo>
                  <a:pt x="679" y="262"/>
                </a:lnTo>
                <a:lnTo>
                  <a:pt x="680" y="262"/>
                </a:lnTo>
                <a:lnTo>
                  <a:pt x="680" y="263"/>
                </a:lnTo>
                <a:lnTo>
                  <a:pt x="681" y="264"/>
                </a:lnTo>
                <a:lnTo>
                  <a:pt x="681" y="265"/>
                </a:lnTo>
                <a:lnTo>
                  <a:pt x="681" y="266"/>
                </a:lnTo>
                <a:lnTo>
                  <a:pt x="682" y="266"/>
                </a:lnTo>
                <a:lnTo>
                  <a:pt x="682" y="267"/>
                </a:lnTo>
                <a:lnTo>
                  <a:pt x="681" y="267"/>
                </a:lnTo>
                <a:lnTo>
                  <a:pt x="681" y="268"/>
                </a:lnTo>
                <a:lnTo>
                  <a:pt x="681" y="269"/>
                </a:lnTo>
                <a:lnTo>
                  <a:pt x="682" y="269"/>
                </a:lnTo>
                <a:lnTo>
                  <a:pt x="682" y="270"/>
                </a:lnTo>
                <a:lnTo>
                  <a:pt x="683" y="273"/>
                </a:lnTo>
                <a:lnTo>
                  <a:pt x="683" y="274"/>
                </a:lnTo>
                <a:lnTo>
                  <a:pt x="684" y="274"/>
                </a:lnTo>
                <a:lnTo>
                  <a:pt x="684" y="275"/>
                </a:lnTo>
                <a:lnTo>
                  <a:pt x="684" y="276"/>
                </a:lnTo>
                <a:lnTo>
                  <a:pt x="685" y="276"/>
                </a:lnTo>
                <a:lnTo>
                  <a:pt x="686" y="275"/>
                </a:lnTo>
                <a:lnTo>
                  <a:pt x="686" y="276"/>
                </a:lnTo>
                <a:lnTo>
                  <a:pt x="687" y="276"/>
                </a:lnTo>
                <a:lnTo>
                  <a:pt x="686" y="276"/>
                </a:lnTo>
                <a:lnTo>
                  <a:pt x="685" y="277"/>
                </a:lnTo>
                <a:lnTo>
                  <a:pt x="684" y="277"/>
                </a:lnTo>
                <a:lnTo>
                  <a:pt x="683" y="277"/>
                </a:lnTo>
                <a:lnTo>
                  <a:pt x="682" y="277"/>
                </a:lnTo>
                <a:lnTo>
                  <a:pt x="681" y="277"/>
                </a:lnTo>
                <a:lnTo>
                  <a:pt x="680" y="277"/>
                </a:lnTo>
                <a:lnTo>
                  <a:pt x="680" y="278"/>
                </a:lnTo>
                <a:lnTo>
                  <a:pt x="679" y="278"/>
                </a:lnTo>
                <a:lnTo>
                  <a:pt x="679" y="279"/>
                </a:lnTo>
                <a:lnTo>
                  <a:pt x="678" y="279"/>
                </a:lnTo>
                <a:lnTo>
                  <a:pt x="678" y="280"/>
                </a:lnTo>
                <a:lnTo>
                  <a:pt x="677" y="280"/>
                </a:lnTo>
                <a:lnTo>
                  <a:pt x="676" y="280"/>
                </a:lnTo>
                <a:lnTo>
                  <a:pt x="676" y="279"/>
                </a:lnTo>
                <a:lnTo>
                  <a:pt x="675" y="279"/>
                </a:lnTo>
                <a:lnTo>
                  <a:pt x="674" y="279"/>
                </a:lnTo>
                <a:lnTo>
                  <a:pt x="674" y="280"/>
                </a:lnTo>
                <a:lnTo>
                  <a:pt x="674" y="281"/>
                </a:lnTo>
                <a:lnTo>
                  <a:pt x="673" y="281"/>
                </a:lnTo>
                <a:lnTo>
                  <a:pt x="673" y="282"/>
                </a:lnTo>
                <a:lnTo>
                  <a:pt x="674" y="282"/>
                </a:lnTo>
                <a:lnTo>
                  <a:pt x="673" y="283"/>
                </a:lnTo>
                <a:lnTo>
                  <a:pt x="672" y="284"/>
                </a:lnTo>
                <a:lnTo>
                  <a:pt x="671" y="283"/>
                </a:lnTo>
                <a:lnTo>
                  <a:pt x="672" y="283"/>
                </a:lnTo>
                <a:lnTo>
                  <a:pt x="672" y="282"/>
                </a:lnTo>
                <a:lnTo>
                  <a:pt x="671" y="281"/>
                </a:lnTo>
                <a:lnTo>
                  <a:pt x="670" y="282"/>
                </a:lnTo>
                <a:lnTo>
                  <a:pt x="669" y="282"/>
                </a:lnTo>
                <a:lnTo>
                  <a:pt x="669" y="283"/>
                </a:lnTo>
                <a:lnTo>
                  <a:pt x="668" y="282"/>
                </a:lnTo>
                <a:lnTo>
                  <a:pt x="667" y="282"/>
                </a:lnTo>
                <a:lnTo>
                  <a:pt x="666" y="282"/>
                </a:lnTo>
                <a:lnTo>
                  <a:pt x="666" y="283"/>
                </a:lnTo>
                <a:lnTo>
                  <a:pt x="666" y="284"/>
                </a:lnTo>
                <a:lnTo>
                  <a:pt x="667" y="284"/>
                </a:lnTo>
                <a:lnTo>
                  <a:pt x="668" y="285"/>
                </a:lnTo>
                <a:lnTo>
                  <a:pt x="667" y="285"/>
                </a:lnTo>
                <a:lnTo>
                  <a:pt x="666" y="285"/>
                </a:lnTo>
                <a:lnTo>
                  <a:pt x="665" y="285"/>
                </a:lnTo>
                <a:lnTo>
                  <a:pt x="664" y="285"/>
                </a:lnTo>
                <a:lnTo>
                  <a:pt x="664" y="286"/>
                </a:lnTo>
                <a:lnTo>
                  <a:pt x="663" y="286"/>
                </a:lnTo>
                <a:lnTo>
                  <a:pt x="662" y="287"/>
                </a:lnTo>
                <a:lnTo>
                  <a:pt x="661" y="287"/>
                </a:lnTo>
                <a:lnTo>
                  <a:pt x="660" y="286"/>
                </a:lnTo>
                <a:lnTo>
                  <a:pt x="659" y="286"/>
                </a:lnTo>
                <a:lnTo>
                  <a:pt x="659" y="287"/>
                </a:lnTo>
                <a:lnTo>
                  <a:pt x="658" y="287"/>
                </a:lnTo>
                <a:lnTo>
                  <a:pt x="657" y="288"/>
                </a:lnTo>
                <a:lnTo>
                  <a:pt x="657" y="289"/>
                </a:lnTo>
                <a:lnTo>
                  <a:pt x="656" y="289"/>
                </a:lnTo>
                <a:lnTo>
                  <a:pt x="656" y="290"/>
                </a:lnTo>
                <a:lnTo>
                  <a:pt x="655" y="292"/>
                </a:lnTo>
                <a:lnTo>
                  <a:pt x="654" y="292"/>
                </a:lnTo>
                <a:lnTo>
                  <a:pt x="654" y="293"/>
                </a:lnTo>
                <a:lnTo>
                  <a:pt x="653" y="294"/>
                </a:lnTo>
                <a:lnTo>
                  <a:pt x="652" y="294"/>
                </a:lnTo>
                <a:lnTo>
                  <a:pt x="651" y="294"/>
                </a:lnTo>
                <a:lnTo>
                  <a:pt x="650" y="295"/>
                </a:lnTo>
                <a:lnTo>
                  <a:pt x="650" y="294"/>
                </a:lnTo>
                <a:lnTo>
                  <a:pt x="649" y="294"/>
                </a:lnTo>
                <a:lnTo>
                  <a:pt x="647" y="295"/>
                </a:lnTo>
                <a:lnTo>
                  <a:pt x="645" y="296"/>
                </a:lnTo>
                <a:lnTo>
                  <a:pt x="644" y="296"/>
                </a:lnTo>
                <a:lnTo>
                  <a:pt x="644" y="295"/>
                </a:lnTo>
                <a:lnTo>
                  <a:pt x="643" y="295"/>
                </a:lnTo>
                <a:lnTo>
                  <a:pt x="643" y="296"/>
                </a:lnTo>
                <a:lnTo>
                  <a:pt x="642" y="296"/>
                </a:lnTo>
                <a:lnTo>
                  <a:pt x="642" y="295"/>
                </a:lnTo>
                <a:lnTo>
                  <a:pt x="641" y="295"/>
                </a:lnTo>
                <a:lnTo>
                  <a:pt x="640" y="295"/>
                </a:lnTo>
                <a:lnTo>
                  <a:pt x="640" y="296"/>
                </a:lnTo>
                <a:lnTo>
                  <a:pt x="638" y="297"/>
                </a:lnTo>
                <a:lnTo>
                  <a:pt x="637" y="295"/>
                </a:lnTo>
                <a:lnTo>
                  <a:pt x="638" y="295"/>
                </a:lnTo>
                <a:lnTo>
                  <a:pt x="639" y="293"/>
                </a:lnTo>
                <a:lnTo>
                  <a:pt x="640" y="292"/>
                </a:lnTo>
                <a:lnTo>
                  <a:pt x="640" y="291"/>
                </a:lnTo>
                <a:lnTo>
                  <a:pt x="640" y="290"/>
                </a:lnTo>
                <a:lnTo>
                  <a:pt x="641" y="290"/>
                </a:lnTo>
                <a:lnTo>
                  <a:pt x="642" y="290"/>
                </a:lnTo>
                <a:lnTo>
                  <a:pt x="642" y="289"/>
                </a:lnTo>
                <a:lnTo>
                  <a:pt x="641" y="288"/>
                </a:lnTo>
                <a:lnTo>
                  <a:pt x="640" y="289"/>
                </a:lnTo>
                <a:lnTo>
                  <a:pt x="640" y="290"/>
                </a:lnTo>
                <a:lnTo>
                  <a:pt x="639" y="290"/>
                </a:lnTo>
                <a:lnTo>
                  <a:pt x="639" y="289"/>
                </a:lnTo>
                <a:lnTo>
                  <a:pt x="640" y="289"/>
                </a:lnTo>
                <a:lnTo>
                  <a:pt x="640" y="288"/>
                </a:lnTo>
                <a:lnTo>
                  <a:pt x="640" y="287"/>
                </a:lnTo>
                <a:lnTo>
                  <a:pt x="641" y="287"/>
                </a:lnTo>
                <a:lnTo>
                  <a:pt x="641" y="286"/>
                </a:lnTo>
                <a:lnTo>
                  <a:pt x="641" y="285"/>
                </a:lnTo>
                <a:lnTo>
                  <a:pt x="641" y="284"/>
                </a:lnTo>
                <a:lnTo>
                  <a:pt x="642" y="283"/>
                </a:lnTo>
                <a:lnTo>
                  <a:pt x="641" y="282"/>
                </a:lnTo>
                <a:lnTo>
                  <a:pt x="642" y="281"/>
                </a:lnTo>
                <a:lnTo>
                  <a:pt x="642" y="280"/>
                </a:lnTo>
                <a:lnTo>
                  <a:pt x="643" y="279"/>
                </a:lnTo>
                <a:lnTo>
                  <a:pt x="643" y="280"/>
                </a:lnTo>
                <a:lnTo>
                  <a:pt x="645" y="280"/>
                </a:lnTo>
                <a:lnTo>
                  <a:pt x="644" y="279"/>
                </a:lnTo>
                <a:lnTo>
                  <a:pt x="644" y="278"/>
                </a:lnTo>
                <a:lnTo>
                  <a:pt x="643" y="278"/>
                </a:lnTo>
                <a:lnTo>
                  <a:pt x="643" y="277"/>
                </a:lnTo>
                <a:lnTo>
                  <a:pt x="644" y="277"/>
                </a:lnTo>
                <a:lnTo>
                  <a:pt x="644" y="276"/>
                </a:lnTo>
                <a:lnTo>
                  <a:pt x="644" y="274"/>
                </a:lnTo>
                <a:lnTo>
                  <a:pt x="642" y="273"/>
                </a:lnTo>
                <a:lnTo>
                  <a:pt x="642" y="272"/>
                </a:lnTo>
                <a:lnTo>
                  <a:pt x="640" y="271"/>
                </a:lnTo>
                <a:lnTo>
                  <a:pt x="639" y="271"/>
                </a:lnTo>
                <a:lnTo>
                  <a:pt x="639" y="270"/>
                </a:lnTo>
                <a:lnTo>
                  <a:pt x="640" y="270"/>
                </a:lnTo>
                <a:lnTo>
                  <a:pt x="639" y="270"/>
                </a:lnTo>
                <a:lnTo>
                  <a:pt x="638" y="269"/>
                </a:lnTo>
                <a:lnTo>
                  <a:pt x="637" y="268"/>
                </a:lnTo>
                <a:lnTo>
                  <a:pt x="637" y="267"/>
                </a:lnTo>
                <a:lnTo>
                  <a:pt x="637" y="266"/>
                </a:lnTo>
                <a:lnTo>
                  <a:pt x="637" y="265"/>
                </a:lnTo>
                <a:lnTo>
                  <a:pt x="636" y="265"/>
                </a:lnTo>
                <a:lnTo>
                  <a:pt x="636" y="266"/>
                </a:lnTo>
                <a:lnTo>
                  <a:pt x="635" y="266"/>
                </a:lnTo>
                <a:lnTo>
                  <a:pt x="634" y="266"/>
                </a:lnTo>
                <a:lnTo>
                  <a:pt x="634" y="267"/>
                </a:lnTo>
                <a:lnTo>
                  <a:pt x="635" y="268"/>
                </a:lnTo>
                <a:lnTo>
                  <a:pt x="634" y="269"/>
                </a:lnTo>
                <a:lnTo>
                  <a:pt x="634" y="270"/>
                </a:lnTo>
                <a:lnTo>
                  <a:pt x="633" y="271"/>
                </a:lnTo>
                <a:lnTo>
                  <a:pt x="633" y="272"/>
                </a:lnTo>
                <a:lnTo>
                  <a:pt x="634" y="273"/>
                </a:lnTo>
                <a:lnTo>
                  <a:pt x="635" y="274"/>
                </a:lnTo>
                <a:lnTo>
                  <a:pt x="636" y="274"/>
                </a:lnTo>
                <a:lnTo>
                  <a:pt x="637" y="274"/>
                </a:lnTo>
                <a:lnTo>
                  <a:pt x="637" y="275"/>
                </a:lnTo>
                <a:lnTo>
                  <a:pt x="637" y="276"/>
                </a:lnTo>
                <a:lnTo>
                  <a:pt x="636" y="276"/>
                </a:lnTo>
                <a:lnTo>
                  <a:pt x="634" y="276"/>
                </a:lnTo>
                <a:lnTo>
                  <a:pt x="633" y="276"/>
                </a:lnTo>
                <a:lnTo>
                  <a:pt x="633" y="277"/>
                </a:lnTo>
                <a:lnTo>
                  <a:pt x="632" y="277"/>
                </a:lnTo>
                <a:lnTo>
                  <a:pt x="631" y="277"/>
                </a:lnTo>
                <a:lnTo>
                  <a:pt x="631" y="276"/>
                </a:lnTo>
                <a:lnTo>
                  <a:pt x="632" y="276"/>
                </a:lnTo>
                <a:lnTo>
                  <a:pt x="632" y="275"/>
                </a:lnTo>
                <a:lnTo>
                  <a:pt x="631" y="275"/>
                </a:lnTo>
                <a:lnTo>
                  <a:pt x="631" y="274"/>
                </a:lnTo>
                <a:lnTo>
                  <a:pt x="629" y="274"/>
                </a:lnTo>
                <a:lnTo>
                  <a:pt x="628" y="275"/>
                </a:lnTo>
                <a:lnTo>
                  <a:pt x="628" y="276"/>
                </a:lnTo>
                <a:lnTo>
                  <a:pt x="628" y="277"/>
                </a:lnTo>
                <a:lnTo>
                  <a:pt x="627" y="277"/>
                </a:lnTo>
                <a:lnTo>
                  <a:pt x="627" y="276"/>
                </a:lnTo>
                <a:lnTo>
                  <a:pt x="626" y="276"/>
                </a:lnTo>
                <a:lnTo>
                  <a:pt x="626" y="275"/>
                </a:lnTo>
                <a:lnTo>
                  <a:pt x="626" y="274"/>
                </a:lnTo>
                <a:lnTo>
                  <a:pt x="626" y="273"/>
                </a:lnTo>
                <a:lnTo>
                  <a:pt x="626" y="272"/>
                </a:lnTo>
                <a:lnTo>
                  <a:pt x="625" y="273"/>
                </a:lnTo>
                <a:lnTo>
                  <a:pt x="624" y="274"/>
                </a:lnTo>
                <a:lnTo>
                  <a:pt x="622" y="275"/>
                </a:lnTo>
                <a:lnTo>
                  <a:pt x="620" y="276"/>
                </a:lnTo>
                <a:lnTo>
                  <a:pt x="620" y="277"/>
                </a:lnTo>
                <a:lnTo>
                  <a:pt x="619" y="278"/>
                </a:lnTo>
                <a:lnTo>
                  <a:pt x="619" y="279"/>
                </a:lnTo>
                <a:lnTo>
                  <a:pt x="617" y="280"/>
                </a:lnTo>
                <a:lnTo>
                  <a:pt x="616" y="279"/>
                </a:lnTo>
                <a:lnTo>
                  <a:pt x="615" y="279"/>
                </a:lnTo>
                <a:lnTo>
                  <a:pt x="614" y="279"/>
                </a:lnTo>
                <a:lnTo>
                  <a:pt x="614" y="278"/>
                </a:lnTo>
                <a:lnTo>
                  <a:pt x="615" y="278"/>
                </a:lnTo>
                <a:lnTo>
                  <a:pt x="616" y="278"/>
                </a:lnTo>
                <a:lnTo>
                  <a:pt x="615" y="278"/>
                </a:lnTo>
                <a:lnTo>
                  <a:pt x="614" y="278"/>
                </a:lnTo>
                <a:lnTo>
                  <a:pt x="614" y="279"/>
                </a:lnTo>
                <a:lnTo>
                  <a:pt x="615" y="280"/>
                </a:lnTo>
                <a:lnTo>
                  <a:pt x="616" y="281"/>
                </a:lnTo>
                <a:lnTo>
                  <a:pt x="616" y="282"/>
                </a:lnTo>
                <a:lnTo>
                  <a:pt x="616" y="283"/>
                </a:lnTo>
                <a:lnTo>
                  <a:pt x="617" y="284"/>
                </a:lnTo>
                <a:lnTo>
                  <a:pt x="617" y="285"/>
                </a:lnTo>
                <a:lnTo>
                  <a:pt x="617" y="286"/>
                </a:lnTo>
                <a:lnTo>
                  <a:pt x="616" y="287"/>
                </a:lnTo>
                <a:lnTo>
                  <a:pt x="615" y="288"/>
                </a:lnTo>
                <a:lnTo>
                  <a:pt x="614" y="288"/>
                </a:lnTo>
                <a:lnTo>
                  <a:pt x="613" y="288"/>
                </a:lnTo>
                <a:lnTo>
                  <a:pt x="612" y="288"/>
                </a:lnTo>
                <a:lnTo>
                  <a:pt x="611" y="288"/>
                </a:lnTo>
                <a:lnTo>
                  <a:pt x="612" y="289"/>
                </a:lnTo>
                <a:lnTo>
                  <a:pt x="613" y="289"/>
                </a:lnTo>
                <a:lnTo>
                  <a:pt x="614" y="289"/>
                </a:lnTo>
                <a:lnTo>
                  <a:pt x="615" y="290"/>
                </a:lnTo>
                <a:lnTo>
                  <a:pt x="616" y="291"/>
                </a:lnTo>
                <a:lnTo>
                  <a:pt x="615" y="292"/>
                </a:lnTo>
                <a:lnTo>
                  <a:pt x="615" y="293"/>
                </a:lnTo>
                <a:lnTo>
                  <a:pt x="616" y="293"/>
                </a:lnTo>
                <a:lnTo>
                  <a:pt x="617" y="293"/>
                </a:lnTo>
                <a:lnTo>
                  <a:pt x="618" y="293"/>
                </a:lnTo>
                <a:lnTo>
                  <a:pt x="619" y="293"/>
                </a:lnTo>
                <a:lnTo>
                  <a:pt x="620" y="294"/>
                </a:lnTo>
                <a:lnTo>
                  <a:pt x="621" y="294"/>
                </a:lnTo>
                <a:lnTo>
                  <a:pt x="622" y="295"/>
                </a:lnTo>
                <a:lnTo>
                  <a:pt x="622" y="294"/>
                </a:lnTo>
                <a:lnTo>
                  <a:pt x="623" y="295"/>
                </a:lnTo>
                <a:lnTo>
                  <a:pt x="623" y="296"/>
                </a:lnTo>
                <a:lnTo>
                  <a:pt x="623" y="297"/>
                </a:lnTo>
                <a:lnTo>
                  <a:pt x="624" y="297"/>
                </a:lnTo>
                <a:lnTo>
                  <a:pt x="625" y="297"/>
                </a:lnTo>
                <a:lnTo>
                  <a:pt x="626" y="297"/>
                </a:lnTo>
                <a:lnTo>
                  <a:pt x="627" y="297"/>
                </a:lnTo>
                <a:lnTo>
                  <a:pt x="628" y="297"/>
                </a:lnTo>
                <a:lnTo>
                  <a:pt x="629" y="296"/>
                </a:lnTo>
                <a:lnTo>
                  <a:pt x="631" y="296"/>
                </a:lnTo>
                <a:lnTo>
                  <a:pt x="632" y="297"/>
                </a:lnTo>
                <a:lnTo>
                  <a:pt x="632" y="298"/>
                </a:lnTo>
                <a:lnTo>
                  <a:pt x="631" y="298"/>
                </a:lnTo>
                <a:lnTo>
                  <a:pt x="630" y="298"/>
                </a:lnTo>
                <a:lnTo>
                  <a:pt x="630" y="299"/>
                </a:lnTo>
                <a:lnTo>
                  <a:pt x="630" y="300"/>
                </a:lnTo>
                <a:lnTo>
                  <a:pt x="631" y="300"/>
                </a:lnTo>
                <a:lnTo>
                  <a:pt x="631" y="301"/>
                </a:lnTo>
                <a:lnTo>
                  <a:pt x="630" y="303"/>
                </a:lnTo>
                <a:lnTo>
                  <a:pt x="630" y="304"/>
                </a:lnTo>
                <a:lnTo>
                  <a:pt x="628" y="306"/>
                </a:lnTo>
                <a:lnTo>
                  <a:pt x="627" y="305"/>
                </a:lnTo>
                <a:lnTo>
                  <a:pt x="627" y="306"/>
                </a:lnTo>
                <a:lnTo>
                  <a:pt x="628" y="306"/>
                </a:lnTo>
                <a:lnTo>
                  <a:pt x="627" y="306"/>
                </a:lnTo>
                <a:lnTo>
                  <a:pt x="628" y="307"/>
                </a:lnTo>
                <a:lnTo>
                  <a:pt x="629" y="307"/>
                </a:lnTo>
                <a:lnTo>
                  <a:pt x="630" y="307"/>
                </a:lnTo>
                <a:lnTo>
                  <a:pt x="630" y="306"/>
                </a:lnTo>
                <a:lnTo>
                  <a:pt x="633" y="303"/>
                </a:lnTo>
                <a:lnTo>
                  <a:pt x="633" y="304"/>
                </a:lnTo>
                <a:lnTo>
                  <a:pt x="634" y="304"/>
                </a:lnTo>
                <a:lnTo>
                  <a:pt x="634" y="303"/>
                </a:lnTo>
                <a:lnTo>
                  <a:pt x="634" y="304"/>
                </a:lnTo>
                <a:lnTo>
                  <a:pt x="635" y="304"/>
                </a:lnTo>
                <a:lnTo>
                  <a:pt x="634" y="305"/>
                </a:lnTo>
                <a:lnTo>
                  <a:pt x="634" y="307"/>
                </a:lnTo>
                <a:lnTo>
                  <a:pt x="634" y="309"/>
                </a:lnTo>
                <a:lnTo>
                  <a:pt x="635" y="309"/>
                </a:lnTo>
                <a:lnTo>
                  <a:pt x="635" y="308"/>
                </a:lnTo>
                <a:lnTo>
                  <a:pt x="636" y="306"/>
                </a:lnTo>
                <a:lnTo>
                  <a:pt x="635" y="305"/>
                </a:lnTo>
                <a:lnTo>
                  <a:pt x="636" y="305"/>
                </a:lnTo>
                <a:lnTo>
                  <a:pt x="636" y="306"/>
                </a:lnTo>
                <a:lnTo>
                  <a:pt x="637" y="306"/>
                </a:lnTo>
                <a:lnTo>
                  <a:pt x="638" y="306"/>
                </a:lnTo>
                <a:lnTo>
                  <a:pt x="638" y="305"/>
                </a:lnTo>
                <a:lnTo>
                  <a:pt x="637" y="305"/>
                </a:lnTo>
                <a:lnTo>
                  <a:pt x="637" y="304"/>
                </a:lnTo>
                <a:lnTo>
                  <a:pt x="638" y="303"/>
                </a:lnTo>
                <a:lnTo>
                  <a:pt x="638" y="302"/>
                </a:lnTo>
                <a:lnTo>
                  <a:pt x="639" y="302"/>
                </a:lnTo>
                <a:lnTo>
                  <a:pt x="641" y="302"/>
                </a:lnTo>
                <a:lnTo>
                  <a:pt x="642" y="303"/>
                </a:lnTo>
                <a:lnTo>
                  <a:pt x="642" y="304"/>
                </a:lnTo>
                <a:lnTo>
                  <a:pt x="641" y="304"/>
                </a:lnTo>
                <a:lnTo>
                  <a:pt x="641" y="305"/>
                </a:lnTo>
                <a:lnTo>
                  <a:pt x="641" y="306"/>
                </a:lnTo>
                <a:lnTo>
                  <a:pt x="641" y="307"/>
                </a:lnTo>
                <a:lnTo>
                  <a:pt x="641" y="308"/>
                </a:lnTo>
                <a:lnTo>
                  <a:pt x="640" y="309"/>
                </a:lnTo>
                <a:lnTo>
                  <a:pt x="638" y="309"/>
                </a:lnTo>
                <a:lnTo>
                  <a:pt x="638" y="310"/>
                </a:lnTo>
                <a:lnTo>
                  <a:pt x="638" y="309"/>
                </a:lnTo>
                <a:lnTo>
                  <a:pt x="637" y="309"/>
                </a:lnTo>
                <a:lnTo>
                  <a:pt x="636" y="310"/>
                </a:lnTo>
                <a:lnTo>
                  <a:pt x="635" y="311"/>
                </a:lnTo>
                <a:lnTo>
                  <a:pt x="634" y="313"/>
                </a:lnTo>
                <a:lnTo>
                  <a:pt x="633" y="314"/>
                </a:lnTo>
                <a:lnTo>
                  <a:pt x="632" y="316"/>
                </a:lnTo>
                <a:lnTo>
                  <a:pt x="631" y="317"/>
                </a:lnTo>
                <a:lnTo>
                  <a:pt x="631" y="318"/>
                </a:lnTo>
                <a:lnTo>
                  <a:pt x="630" y="319"/>
                </a:lnTo>
                <a:lnTo>
                  <a:pt x="630" y="320"/>
                </a:lnTo>
                <a:lnTo>
                  <a:pt x="630" y="321"/>
                </a:lnTo>
                <a:lnTo>
                  <a:pt x="629" y="322"/>
                </a:lnTo>
                <a:lnTo>
                  <a:pt x="629" y="323"/>
                </a:lnTo>
                <a:lnTo>
                  <a:pt x="628" y="323"/>
                </a:lnTo>
                <a:lnTo>
                  <a:pt x="627" y="323"/>
                </a:lnTo>
                <a:lnTo>
                  <a:pt x="627" y="321"/>
                </a:lnTo>
                <a:lnTo>
                  <a:pt x="628" y="320"/>
                </a:lnTo>
                <a:lnTo>
                  <a:pt x="629" y="319"/>
                </a:lnTo>
                <a:lnTo>
                  <a:pt x="629" y="318"/>
                </a:lnTo>
                <a:lnTo>
                  <a:pt x="629" y="317"/>
                </a:lnTo>
                <a:lnTo>
                  <a:pt x="630" y="317"/>
                </a:lnTo>
                <a:lnTo>
                  <a:pt x="630" y="316"/>
                </a:lnTo>
                <a:lnTo>
                  <a:pt x="631" y="316"/>
                </a:lnTo>
                <a:lnTo>
                  <a:pt x="631" y="315"/>
                </a:lnTo>
                <a:lnTo>
                  <a:pt x="631" y="314"/>
                </a:lnTo>
                <a:lnTo>
                  <a:pt x="630" y="314"/>
                </a:lnTo>
                <a:lnTo>
                  <a:pt x="629" y="314"/>
                </a:lnTo>
                <a:lnTo>
                  <a:pt x="628" y="315"/>
                </a:lnTo>
                <a:lnTo>
                  <a:pt x="627" y="316"/>
                </a:lnTo>
                <a:lnTo>
                  <a:pt x="626" y="317"/>
                </a:lnTo>
                <a:lnTo>
                  <a:pt x="627" y="317"/>
                </a:lnTo>
                <a:lnTo>
                  <a:pt x="626" y="318"/>
                </a:lnTo>
                <a:lnTo>
                  <a:pt x="626" y="319"/>
                </a:lnTo>
                <a:lnTo>
                  <a:pt x="625" y="320"/>
                </a:lnTo>
                <a:lnTo>
                  <a:pt x="625" y="321"/>
                </a:lnTo>
                <a:lnTo>
                  <a:pt x="624" y="321"/>
                </a:lnTo>
                <a:lnTo>
                  <a:pt x="624" y="320"/>
                </a:lnTo>
                <a:lnTo>
                  <a:pt x="623" y="319"/>
                </a:lnTo>
                <a:lnTo>
                  <a:pt x="622" y="319"/>
                </a:lnTo>
                <a:lnTo>
                  <a:pt x="622" y="320"/>
                </a:lnTo>
                <a:lnTo>
                  <a:pt x="623" y="320"/>
                </a:lnTo>
                <a:lnTo>
                  <a:pt x="623" y="321"/>
                </a:lnTo>
                <a:lnTo>
                  <a:pt x="622" y="321"/>
                </a:lnTo>
                <a:lnTo>
                  <a:pt x="622" y="320"/>
                </a:lnTo>
                <a:lnTo>
                  <a:pt x="621" y="321"/>
                </a:lnTo>
                <a:lnTo>
                  <a:pt x="620" y="321"/>
                </a:lnTo>
                <a:lnTo>
                  <a:pt x="620" y="322"/>
                </a:lnTo>
                <a:lnTo>
                  <a:pt x="618" y="323"/>
                </a:lnTo>
                <a:lnTo>
                  <a:pt x="618" y="324"/>
                </a:lnTo>
                <a:lnTo>
                  <a:pt x="618" y="325"/>
                </a:lnTo>
                <a:lnTo>
                  <a:pt x="617" y="325"/>
                </a:lnTo>
                <a:lnTo>
                  <a:pt x="616" y="325"/>
                </a:lnTo>
                <a:lnTo>
                  <a:pt x="615" y="326"/>
                </a:lnTo>
                <a:lnTo>
                  <a:pt x="615" y="328"/>
                </a:lnTo>
                <a:lnTo>
                  <a:pt x="614" y="329"/>
                </a:lnTo>
                <a:lnTo>
                  <a:pt x="614" y="330"/>
                </a:lnTo>
                <a:lnTo>
                  <a:pt x="614" y="331"/>
                </a:lnTo>
                <a:lnTo>
                  <a:pt x="614" y="332"/>
                </a:lnTo>
                <a:lnTo>
                  <a:pt x="613" y="332"/>
                </a:lnTo>
                <a:lnTo>
                  <a:pt x="613" y="333"/>
                </a:lnTo>
                <a:lnTo>
                  <a:pt x="613" y="334"/>
                </a:lnTo>
                <a:lnTo>
                  <a:pt x="613" y="335"/>
                </a:lnTo>
                <a:lnTo>
                  <a:pt x="612" y="336"/>
                </a:lnTo>
                <a:lnTo>
                  <a:pt x="612" y="337"/>
                </a:lnTo>
                <a:lnTo>
                  <a:pt x="612" y="338"/>
                </a:lnTo>
                <a:lnTo>
                  <a:pt x="612" y="339"/>
                </a:lnTo>
                <a:lnTo>
                  <a:pt x="613" y="340"/>
                </a:lnTo>
                <a:lnTo>
                  <a:pt x="614" y="340"/>
                </a:lnTo>
                <a:lnTo>
                  <a:pt x="614" y="341"/>
                </a:lnTo>
                <a:lnTo>
                  <a:pt x="615" y="342"/>
                </a:lnTo>
                <a:lnTo>
                  <a:pt x="614" y="342"/>
                </a:lnTo>
                <a:lnTo>
                  <a:pt x="614" y="343"/>
                </a:lnTo>
                <a:lnTo>
                  <a:pt x="614" y="344"/>
                </a:lnTo>
                <a:lnTo>
                  <a:pt x="614" y="345"/>
                </a:lnTo>
                <a:lnTo>
                  <a:pt x="613" y="346"/>
                </a:lnTo>
                <a:lnTo>
                  <a:pt x="613" y="347"/>
                </a:lnTo>
                <a:lnTo>
                  <a:pt x="613" y="349"/>
                </a:lnTo>
                <a:lnTo>
                  <a:pt x="613" y="350"/>
                </a:lnTo>
                <a:lnTo>
                  <a:pt x="612" y="350"/>
                </a:lnTo>
                <a:lnTo>
                  <a:pt x="613" y="351"/>
                </a:lnTo>
                <a:lnTo>
                  <a:pt x="613" y="352"/>
                </a:lnTo>
                <a:lnTo>
                  <a:pt x="612" y="352"/>
                </a:lnTo>
                <a:lnTo>
                  <a:pt x="611" y="352"/>
                </a:lnTo>
                <a:lnTo>
                  <a:pt x="610" y="352"/>
                </a:lnTo>
                <a:lnTo>
                  <a:pt x="610" y="351"/>
                </a:lnTo>
                <a:lnTo>
                  <a:pt x="609" y="350"/>
                </a:lnTo>
                <a:lnTo>
                  <a:pt x="608" y="349"/>
                </a:lnTo>
                <a:lnTo>
                  <a:pt x="607" y="350"/>
                </a:lnTo>
                <a:lnTo>
                  <a:pt x="607" y="349"/>
                </a:lnTo>
                <a:lnTo>
                  <a:pt x="607" y="348"/>
                </a:lnTo>
                <a:lnTo>
                  <a:pt x="606" y="347"/>
                </a:lnTo>
                <a:lnTo>
                  <a:pt x="605" y="346"/>
                </a:lnTo>
                <a:lnTo>
                  <a:pt x="604" y="346"/>
                </a:lnTo>
                <a:lnTo>
                  <a:pt x="603" y="346"/>
                </a:lnTo>
                <a:lnTo>
                  <a:pt x="602" y="346"/>
                </a:lnTo>
                <a:lnTo>
                  <a:pt x="601" y="347"/>
                </a:lnTo>
                <a:lnTo>
                  <a:pt x="601" y="348"/>
                </a:lnTo>
                <a:lnTo>
                  <a:pt x="600" y="348"/>
                </a:lnTo>
                <a:lnTo>
                  <a:pt x="600" y="349"/>
                </a:lnTo>
                <a:lnTo>
                  <a:pt x="600" y="350"/>
                </a:lnTo>
                <a:lnTo>
                  <a:pt x="600" y="351"/>
                </a:lnTo>
                <a:lnTo>
                  <a:pt x="602" y="352"/>
                </a:lnTo>
                <a:lnTo>
                  <a:pt x="602" y="353"/>
                </a:lnTo>
                <a:lnTo>
                  <a:pt x="603" y="353"/>
                </a:lnTo>
                <a:lnTo>
                  <a:pt x="604" y="353"/>
                </a:lnTo>
                <a:lnTo>
                  <a:pt x="605" y="352"/>
                </a:lnTo>
                <a:lnTo>
                  <a:pt x="605" y="354"/>
                </a:lnTo>
                <a:lnTo>
                  <a:pt x="604" y="355"/>
                </a:lnTo>
                <a:lnTo>
                  <a:pt x="603" y="356"/>
                </a:lnTo>
                <a:lnTo>
                  <a:pt x="602" y="356"/>
                </a:lnTo>
                <a:lnTo>
                  <a:pt x="602" y="357"/>
                </a:lnTo>
                <a:lnTo>
                  <a:pt x="602" y="358"/>
                </a:lnTo>
                <a:lnTo>
                  <a:pt x="601" y="359"/>
                </a:lnTo>
                <a:lnTo>
                  <a:pt x="601" y="361"/>
                </a:lnTo>
                <a:lnTo>
                  <a:pt x="601" y="362"/>
                </a:lnTo>
                <a:lnTo>
                  <a:pt x="601" y="363"/>
                </a:lnTo>
                <a:lnTo>
                  <a:pt x="602" y="363"/>
                </a:lnTo>
                <a:lnTo>
                  <a:pt x="602" y="364"/>
                </a:lnTo>
                <a:lnTo>
                  <a:pt x="603" y="364"/>
                </a:lnTo>
                <a:lnTo>
                  <a:pt x="604" y="364"/>
                </a:lnTo>
                <a:lnTo>
                  <a:pt x="603" y="366"/>
                </a:lnTo>
                <a:lnTo>
                  <a:pt x="602" y="366"/>
                </a:lnTo>
                <a:lnTo>
                  <a:pt x="601" y="367"/>
                </a:lnTo>
                <a:lnTo>
                  <a:pt x="600" y="367"/>
                </a:lnTo>
                <a:lnTo>
                  <a:pt x="600" y="368"/>
                </a:lnTo>
                <a:lnTo>
                  <a:pt x="600" y="369"/>
                </a:lnTo>
                <a:lnTo>
                  <a:pt x="599" y="369"/>
                </a:lnTo>
                <a:lnTo>
                  <a:pt x="599" y="370"/>
                </a:lnTo>
                <a:lnTo>
                  <a:pt x="599" y="371"/>
                </a:lnTo>
                <a:lnTo>
                  <a:pt x="598" y="371"/>
                </a:lnTo>
                <a:lnTo>
                  <a:pt x="597" y="371"/>
                </a:lnTo>
                <a:lnTo>
                  <a:pt x="597" y="370"/>
                </a:lnTo>
                <a:lnTo>
                  <a:pt x="596" y="370"/>
                </a:lnTo>
                <a:lnTo>
                  <a:pt x="596" y="369"/>
                </a:lnTo>
                <a:lnTo>
                  <a:pt x="597" y="368"/>
                </a:lnTo>
                <a:lnTo>
                  <a:pt x="596" y="368"/>
                </a:lnTo>
                <a:lnTo>
                  <a:pt x="595" y="368"/>
                </a:lnTo>
                <a:lnTo>
                  <a:pt x="594" y="369"/>
                </a:lnTo>
                <a:lnTo>
                  <a:pt x="594" y="370"/>
                </a:lnTo>
                <a:lnTo>
                  <a:pt x="593" y="370"/>
                </a:lnTo>
                <a:lnTo>
                  <a:pt x="593" y="369"/>
                </a:lnTo>
                <a:lnTo>
                  <a:pt x="593" y="368"/>
                </a:lnTo>
                <a:lnTo>
                  <a:pt x="593" y="367"/>
                </a:lnTo>
                <a:lnTo>
                  <a:pt x="591" y="366"/>
                </a:lnTo>
                <a:lnTo>
                  <a:pt x="591" y="367"/>
                </a:lnTo>
                <a:lnTo>
                  <a:pt x="590" y="368"/>
                </a:lnTo>
                <a:lnTo>
                  <a:pt x="589" y="368"/>
                </a:lnTo>
                <a:lnTo>
                  <a:pt x="589" y="369"/>
                </a:lnTo>
                <a:lnTo>
                  <a:pt x="589" y="370"/>
                </a:lnTo>
                <a:lnTo>
                  <a:pt x="588" y="370"/>
                </a:lnTo>
                <a:lnTo>
                  <a:pt x="589" y="370"/>
                </a:lnTo>
                <a:lnTo>
                  <a:pt x="589" y="371"/>
                </a:lnTo>
                <a:lnTo>
                  <a:pt x="588" y="371"/>
                </a:lnTo>
                <a:lnTo>
                  <a:pt x="588" y="372"/>
                </a:lnTo>
                <a:lnTo>
                  <a:pt x="590" y="372"/>
                </a:lnTo>
                <a:lnTo>
                  <a:pt x="590" y="373"/>
                </a:lnTo>
                <a:lnTo>
                  <a:pt x="589" y="374"/>
                </a:lnTo>
                <a:lnTo>
                  <a:pt x="589" y="375"/>
                </a:lnTo>
                <a:lnTo>
                  <a:pt x="590" y="377"/>
                </a:lnTo>
                <a:lnTo>
                  <a:pt x="589" y="377"/>
                </a:lnTo>
                <a:lnTo>
                  <a:pt x="588" y="376"/>
                </a:lnTo>
                <a:lnTo>
                  <a:pt x="587" y="377"/>
                </a:lnTo>
                <a:lnTo>
                  <a:pt x="586" y="377"/>
                </a:lnTo>
                <a:lnTo>
                  <a:pt x="585" y="377"/>
                </a:lnTo>
                <a:lnTo>
                  <a:pt x="585" y="376"/>
                </a:lnTo>
                <a:lnTo>
                  <a:pt x="585" y="377"/>
                </a:lnTo>
                <a:lnTo>
                  <a:pt x="584" y="372"/>
                </a:lnTo>
                <a:lnTo>
                  <a:pt x="582" y="369"/>
                </a:lnTo>
                <a:lnTo>
                  <a:pt x="582" y="371"/>
                </a:lnTo>
                <a:lnTo>
                  <a:pt x="581" y="371"/>
                </a:lnTo>
                <a:lnTo>
                  <a:pt x="581" y="372"/>
                </a:lnTo>
                <a:lnTo>
                  <a:pt x="580" y="372"/>
                </a:lnTo>
                <a:lnTo>
                  <a:pt x="579" y="373"/>
                </a:lnTo>
                <a:lnTo>
                  <a:pt x="579" y="374"/>
                </a:lnTo>
                <a:lnTo>
                  <a:pt x="578" y="375"/>
                </a:lnTo>
                <a:lnTo>
                  <a:pt x="577" y="375"/>
                </a:lnTo>
                <a:lnTo>
                  <a:pt x="577" y="376"/>
                </a:lnTo>
                <a:lnTo>
                  <a:pt x="576" y="376"/>
                </a:lnTo>
                <a:lnTo>
                  <a:pt x="576" y="377"/>
                </a:lnTo>
                <a:lnTo>
                  <a:pt x="575" y="378"/>
                </a:lnTo>
                <a:lnTo>
                  <a:pt x="574" y="378"/>
                </a:lnTo>
                <a:lnTo>
                  <a:pt x="574" y="377"/>
                </a:lnTo>
                <a:lnTo>
                  <a:pt x="573" y="377"/>
                </a:lnTo>
                <a:lnTo>
                  <a:pt x="572" y="376"/>
                </a:lnTo>
                <a:lnTo>
                  <a:pt x="571" y="375"/>
                </a:lnTo>
                <a:lnTo>
                  <a:pt x="572" y="376"/>
                </a:lnTo>
                <a:lnTo>
                  <a:pt x="573" y="377"/>
                </a:lnTo>
                <a:lnTo>
                  <a:pt x="573" y="378"/>
                </a:lnTo>
                <a:lnTo>
                  <a:pt x="572" y="378"/>
                </a:lnTo>
                <a:lnTo>
                  <a:pt x="571" y="378"/>
                </a:lnTo>
                <a:lnTo>
                  <a:pt x="572" y="378"/>
                </a:lnTo>
                <a:lnTo>
                  <a:pt x="573" y="379"/>
                </a:lnTo>
                <a:lnTo>
                  <a:pt x="574" y="379"/>
                </a:lnTo>
                <a:lnTo>
                  <a:pt x="574" y="380"/>
                </a:lnTo>
                <a:lnTo>
                  <a:pt x="574" y="381"/>
                </a:lnTo>
                <a:lnTo>
                  <a:pt x="574" y="382"/>
                </a:lnTo>
                <a:lnTo>
                  <a:pt x="573" y="381"/>
                </a:lnTo>
                <a:lnTo>
                  <a:pt x="572" y="381"/>
                </a:lnTo>
                <a:lnTo>
                  <a:pt x="572" y="382"/>
                </a:lnTo>
                <a:lnTo>
                  <a:pt x="571" y="382"/>
                </a:lnTo>
                <a:lnTo>
                  <a:pt x="572" y="382"/>
                </a:lnTo>
                <a:lnTo>
                  <a:pt x="571" y="382"/>
                </a:lnTo>
                <a:lnTo>
                  <a:pt x="571" y="383"/>
                </a:lnTo>
                <a:lnTo>
                  <a:pt x="570" y="383"/>
                </a:lnTo>
                <a:lnTo>
                  <a:pt x="571" y="383"/>
                </a:lnTo>
                <a:lnTo>
                  <a:pt x="572" y="383"/>
                </a:lnTo>
                <a:lnTo>
                  <a:pt x="573" y="383"/>
                </a:lnTo>
                <a:lnTo>
                  <a:pt x="572" y="383"/>
                </a:lnTo>
                <a:lnTo>
                  <a:pt x="572" y="384"/>
                </a:lnTo>
                <a:lnTo>
                  <a:pt x="571" y="386"/>
                </a:lnTo>
                <a:lnTo>
                  <a:pt x="571" y="387"/>
                </a:lnTo>
                <a:lnTo>
                  <a:pt x="571" y="389"/>
                </a:lnTo>
                <a:lnTo>
                  <a:pt x="571" y="390"/>
                </a:lnTo>
                <a:lnTo>
                  <a:pt x="571" y="391"/>
                </a:lnTo>
                <a:lnTo>
                  <a:pt x="570" y="392"/>
                </a:lnTo>
                <a:lnTo>
                  <a:pt x="570" y="393"/>
                </a:lnTo>
                <a:lnTo>
                  <a:pt x="570" y="394"/>
                </a:lnTo>
                <a:lnTo>
                  <a:pt x="570" y="397"/>
                </a:lnTo>
                <a:lnTo>
                  <a:pt x="569" y="397"/>
                </a:lnTo>
                <a:lnTo>
                  <a:pt x="569" y="398"/>
                </a:lnTo>
                <a:lnTo>
                  <a:pt x="569" y="399"/>
                </a:lnTo>
                <a:lnTo>
                  <a:pt x="567" y="400"/>
                </a:lnTo>
                <a:lnTo>
                  <a:pt x="567" y="401"/>
                </a:lnTo>
                <a:lnTo>
                  <a:pt x="567" y="402"/>
                </a:lnTo>
                <a:lnTo>
                  <a:pt x="567" y="403"/>
                </a:lnTo>
                <a:lnTo>
                  <a:pt x="567" y="405"/>
                </a:lnTo>
                <a:lnTo>
                  <a:pt x="566" y="406"/>
                </a:lnTo>
                <a:lnTo>
                  <a:pt x="566" y="407"/>
                </a:lnTo>
                <a:lnTo>
                  <a:pt x="566" y="408"/>
                </a:lnTo>
                <a:lnTo>
                  <a:pt x="566" y="409"/>
                </a:lnTo>
                <a:lnTo>
                  <a:pt x="565" y="409"/>
                </a:lnTo>
                <a:lnTo>
                  <a:pt x="566" y="410"/>
                </a:lnTo>
                <a:lnTo>
                  <a:pt x="566" y="411"/>
                </a:lnTo>
                <a:lnTo>
                  <a:pt x="567" y="411"/>
                </a:lnTo>
                <a:lnTo>
                  <a:pt x="567" y="413"/>
                </a:lnTo>
                <a:lnTo>
                  <a:pt x="566" y="415"/>
                </a:lnTo>
                <a:lnTo>
                  <a:pt x="566" y="417"/>
                </a:lnTo>
                <a:lnTo>
                  <a:pt x="565" y="417"/>
                </a:lnTo>
                <a:lnTo>
                  <a:pt x="565" y="416"/>
                </a:lnTo>
                <a:lnTo>
                  <a:pt x="566" y="414"/>
                </a:lnTo>
                <a:lnTo>
                  <a:pt x="566" y="413"/>
                </a:lnTo>
                <a:lnTo>
                  <a:pt x="564" y="413"/>
                </a:lnTo>
                <a:lnTo>
                  <a:pt x="564" y="414"/>
                </a:lnTo>
                <a:lnTo>
                  <a:pt x="564" y="415"/>
                </a:lnTo>
                <a:lnTo>
                  <a:pt x="564" y="417"/>
                </a:lnTo>
                <a:lnTo>
                  <a:pt x="564" y="418"/>
                </a:lnTo>
                <a:lnTo>
                  <a:pt x="565" y="420"/>
                </a:lnTo>
                <a:lnTo>
                  <a:pt x="564" y="420"/>
                </a:lnTo>
                <a:lnTo>
                  <a:pt x="565" y="424"/>
                </a:lnTo>
                <a:lnTo>
                  <a:pt x="563" y="425"/>
                </a:lnTo>
                <a:lnTo>
                  <a:pt x="562" y="420"/>
                </a:lnTo>
                <a:lnTo>
                  <a:pt x="561" y="420"/>
                </a:lnTo>
                <a:lnTo>
                  <a:pt x="560" y="420"/>
                </a:lnTo>
                <a:lnTo>
                  <a:pt x="559" y="421"/>
                </a:lnTo>
                <a:lnTo>
                  <a:pt x="557" y="422"/>
                </a:lnTo>
                <a:lnTo>
                  <a:pt x="558" y="423"/>
                </a:lnTo>
                <a:lnTo>
                  <a:pt x="558" y="424"/>
                </a:lnTo>
                <a:lnTo>
                  <a:pt x="556" y="423"/>
                </a:lnTo>
                <a:lnTo>
                  <a:pt x="556" y="424"/>
                </a:lnTo>
                <a:lnTo>
                  <a:pt x="555" y="425"/>
                </a:lnTo>
                <a:lnTo>
                  <a:pt x="555" y="426"/>
                </a:lnTo>
                <a:lnTo>
                  <a:pt x="555" y="427"/>
                </a:lnTo>
                <a:lnTo>
                  <a:pt x="555" y="426"/>
                </a:lnTo>
                <a:lnTo>
                  <a:pt x="554" y="425"/>
                </a:lnTo>
                <a:lnTo>
                  <a:pt x="554" y="426"/>
                </a:lnTo>
                <a:lnTo>
                  <a:pt x="553" y="426"/>
                </a:lnTo>
                <a:lnTo>
                  <a:pt x="554" y="427"/>
                </a:lnTo>
                <a:lnTo>
                  <a:pt x="554" y="428"/>
                </a:lnTo>
                <a:lnTo>
                  <a:pt x="554" y="430"/>
                </a:lnTo>
                <a:lnTo>
                  <a:pt x="553" y="429"/>
                </a:lnTo>
                <a:lnTo>
                  <a:pt x="552" y="430"/>
                </a:lnTo>
                <a:lnTo>
                  <a:pt x="551" y="431"/>
                </a:lnTo>
                <a:lnTo>
                  <a:pt x="551" y="432"/>
                </a:lnTo>
                <a:lnTo>
                  <a:pt x="551" y="433"/>
                </a:lnTo>
                <a:lnTo>
                  <a:pt x="551" y="434"/>
                </a:lnTo>
                <a:lnTo>
                  <a:pt x="551" y="435"/>
                </a:lnTo>
                <a:lnTo>
                  <a:pt x="551" y="437"/>
                </a:lnTo>
                <a:lnTo>
                  <a:pt x="551" y="439"/>
                </a:lnTo>
                <a:lnTo>
                  <a:pt x="551" y="440"/>
                </a:lnTo>
                <a:lnTo>
                  <a:pt x="550" y="440"/>
                </a:lnTo>
                <a:lnTo>
                  <a:pt x="550" y="442"/>
                </a:lnTo>
                <a:lnTo>
                  <a:pt x="550" y="443"/>
                </a:lnTo>
                <a:lnTo>
                  <a:pt x="550" y="445"/>
                </a:lnTo>
                <a:lnTo>
                  <a:pt x="550" y="446"/>
                </a:lnTo>
                <a:lnTo>
                  <a:pt x="550" y="447"/>
                </a:lnTo>
                <a:lnTo>
                  <a:pt x="550" y="449"/>
                </a:lnTo>
                <a:lnTo>
                  <a:pt x="550" y="450"/>
                </a:lnTo>
                <a:lnTo>
                  <a:pt x="550" y="451"/>
                </a:lnTo>
                <a:lnTo>
                  <a:pt x="550" y="452"/>
                </a:lnTo>
                <a:lnTo>
                  <a:pt x="550" y="453"/>
                </a:lnTo>
                <a:lnTo>
                  <a:pt x="550" y="454"/>
                </a:lnTo>
                <a:lnTo>
                  <a:pt x="551" y="454"/>
                </a:lnTo>
                <a:lnTo>
                  <a:pt x="552" y="454"/>
                </a:lnTo>
                <a:lnTo>
                  <a:pt x="552" y="455"/>
                </a:lnTo>
                <a:lnTo>
                  <a:pt x="552" y="456"/>
                </a:lnTo>
                <a:lnTo>
                  <a:pt x="552" y="457"/>
                </a:lnTo>
                <a:lnTo>
                  <a:pt x="551" y="457"/>
                </a:lnTo>
                <a:lnTo>
                  <a:pt x="551" y="456"/>
                </a:lnTo>
                <a:lnTo>
                  <a:pt x="550" y="456"/>
                </a:lnTo>
                <a:lnTo>
                  <a:pt x="550" y="457"/>
                </a:lnTo>
                <a:lnTo>
                  <a:pt x="550" y="458"/>
                </a:lnTo>
                <a:lnTo>
                  <a:pt x="551" y="458"/>
                </a:lnTo>
                <a:lnTo>
                  <a:pt x="551" y="457"/>
                </a:lnTo>
                <a:lnTo>
                  <a:pt x="552" y="458"/>
                </a:lnTo>
                <a:lnTo>
                  <a:pt x="553" y="459"/>
                </a:lnTo>
                <a:lnTo>
                  <a:pt x="551" y="459"/>
                </a:lnTo>
                <a:lnTo>
                  <a:pt x="551" y="460"/>
                </a:lnTo>
                <a:lnTo>
                  <a:pt x="550" y="459"/>
                </a:lnTo>
                <a:lnTo>
                  <a:pt x="549" y="460"/>
                </a:lnTo>
                <a:lnTo>
                  <a:pt x="549" y="461"/>
                </a:lnTo>
                <a:lnTo>
                  <a:pt x="550" y="461"/>
                </a:lnTo>
                <a:lnTo>
                  <a:pt x="548" y="462"/>
                </a:lnTo>
                <a:lnTo>
                  <a:pt x="548" y="461"/>
                </a:lnTo>
                <a:lnTo>
                  <a:pt x="549" y="460"/>
                </a:lnTo>
                <a:lnTo>
                  <a:pt x="549" y="459"/>
                </a:lnTo>
                <a:lnTo>
                  <a:pt x="548" y="459"/>
                </a:lnTo>
                <a:lnTo>
                  <a:pt x="548" y="460"/>
                </a:lnTo>
                <a:lnTo>
                  <a:pt x="548" y="461"/>
                </a:lnTo>
                <a:lnTo>
                  <a:pt x="547" y="461"/>
                </a:lnTo>
                <a:lnTo>
                  <a:pt x="547" y="460"/>
                </a:lnTo>
                <a:lnTo>
                  <a:pt x="546" y="460"/>
                </a:lnTo>
                <a:lnTo>
                  <a:pt x="546" y="461"/>
                </a:lnTo>
                <a:lnTo>
                  <a:pt x="545" y="461"/>
                </a:lnTo>
                <a:lnTo>
                  <a:pt x="544" y="461"/>
                </a:lnTo>
                <a:lnTo>
                  <a:pt x="542" y="462"/>
                </a:lnTo>
                <a:lnTo>
                  <a:pt x="542" y="463"/>
                </a:lnTo>
                <a:lnTo>
                  <a:pt x="542" y="462"/>
                </a:lnTo>
                <a:lnTo>
                  <a:pt x="542" y="461"/>
                </a:lnTo>
                <a:lnTo>
                  <a:pt x="541" y="461"/>
                </a:lnTo>
                <a:lnTo>
                  <a:pt x="541" y="460"/>
                </a:lnTo>
                <a:lnTo>
                  <a:pt x="540" y="460"/>
                </a:lnTo>
                <a:lnTo>
                  <a:pt x="540" y="459"/>
                </a:lnTo>
                <a:lnTo>
                  <a:pt x="540" y="458"/>
                </a:lnTo>
                <a:lnTo>
                  <a:pt x="539" y="458"/>
                </a:lnTo>
                <a:lnTo>
                  <a:pt x="538" y="458"/>
                </a:lnTo>
                <a:lnTo>
                  <a:pt x="537" y="458"/>
                </a:lnTo>
                <a:lnTo>
                  <a:pt x="536" y="458"/>
                </a:lnTo>
                <a:lnTo>
                  <a:pt x="535" y="457"/>
                </a:lnTo>
                <a:lnTo>
                  <a:pt x="534" y="457"/>
                </a:lnTo>
                <a:lnTo>
                  <a:pt x="533" y="457"/>
                </a:lnTo>
                <a:lnTo>
                  <a:pt x="532" y="458"/>
                </a:lnTo>
                <a:lnTo>
                  <a:pt x="532" y="459"/>
                </a:lnTo>
                <a:lnTo>
                  <a:pt x="532" y="460"/>
                </a:lnTo>
                <a:lnTo>
                  <a:pt x="531" y="460"/>
                </a:lnTo>
                <a:lnTo>
                  <a:pt x="530" y="460"/>
                </a:lnTo>
                <a:lnTo>
                  <a:pt x="529" y="460"/>
                </a:lnTo>
                <a:lnTo>
                  <a:pt x="527" y="460"/>
                </a:lnTo>
                <a:lnTo>
                  <a:pt x="526" y="461"/>
                </a:lnTo>
                <a:lnTo>
                  <a:pt x="525" y="461"/>
                </a:lnTo>
                <a:lnTo>
                  <a:pt x="525" y="462"/>
                </a:lnTo>
                <a:lnTo>
                  <a:pt x="523" y="462"/>
                </a:lnTo>
                <a:lnTo>
                  <a:pt x="522" y="462"/>
                </a:lnTo>
                <a:lnTo>
                  <a:pt x="521" y="463"/>
                </a:lnTo>
                <a:lnTo>
                  <a:pt x="521" y="464"/>
                </a:lnTo>
                <a:lnTo>
                  <a:pt x="522" y="464"/>
                </a:lnTo>
                <a:lnTo>
                  <a:pt x="522" y="465"/>
                </a:lnTo>
                <a:lnTo>
                  <a:pt x="521" y="466"/>
                </a:lnTo>
                <a:lnTo>
                  <a:pt x="521" y="467"/>
                </a:lnTo>
                <a:lnTo>
                  <a:pt x="520" y="467"/>
                </a:lnTo>
                <a:lnTo>
                  <a:pt x="520" y="468"/>
                </a:lnTo>
                <a:lnTo>
                  <a:pt x="521" y="469"/>
                </a:lnTo>
                <a:lnTo>
                  <a:pt x="521" y="470"/>
                </a:lnTo>
                <a:lnTo>
                  <a:pt x="520" y="470"/>
                </a:lnTo>
                <a:lnTo>
                  <a:pt x="519" y="470"/>
                </a:lnTo>
                <a:lnTo>
                  <a:pt x="518" y="470"/>
                </a:lnTo>
                <a:lnTo>
                  <a:pt x="517" y="470"/>
                </a:lnTo>
                <a:lnTo>
                  <a:pt x="515" y="470"/>
                </a:lnTo>
                <a:lnTo>
                  <a:pt x="514" y="470"/>
                </a:lnTo>
                <a:lnTo>
                  <a:pt x="514" y="471"/>
                </a:lnTo>
                <a:lnTo>
                  <a:pt x="512" y="472"/>
                </a:lnTo>
                <a:lnTo>
                  <a:pt x="511" y="472"/>
                </a:lnTo>
                <a:lnTo>
                  <a:pt x="510" y="472"/>
                </a:lnTo>
                <a:lnTo>
                  <a:pt x="510" y="471"/>
                </a:lnTo>
                <a:lnTo>
                  <a:pt x="509" y="471"/>
                </a:lnTo>
                <a:lnTo>
                  <a:pt x="507" y="471"/>
                </a:lnTo>
                <a:lnTo>
                  <a:pt x="507" y="472"/>
                </a:lnTo>
                <a:lnTo>
                  <a:pt x="505" y="473"/>
                </a:lnTo>
                <a:lnTo>
                  <a:pt x="504" y="473"/>
                </a:lnTo>
                <a:lnTo>
                  <a:pt x="501" y="474"/>
                </a:lnTo>
                <a:lnTo>
                  <a:pt x="499" y="474"/>
                </a:lnTo>
                <a:lnTo>
                  <a:pt x="497" y="473"/>
                </a:lnTo>
                <a:lnTo>
                  <a:pt x="495" y="474"/>
                </a:lnTo>
                <a:lnTo>
                  <a:pt x="495" y="475"/>
                </a:lnTo>
                <a:lnTo>
                  <a:pt x="493" y="477"/>
                </a:lnTo>
                <a:lnTo>
                  <a:pt x="492" y="477"/>
                </a:lnTo>
                <a:lnTo>
                  <a:pt x="490" y="477"/>
                </a:lnTo>
                <a:lnTo>
                  <a:pt x="490" y="479"/>
                </a:lnTo>
                <a:lnTo>
                  <a:pt x="491" y="482"/>
                </a:lnTo>
                <a:lnTo>
                  <a:pt x="492" y="483"/>
                </a:lnTo>
                <a:lnTo>
                  <a:pt x="491" y="483"/>
                </a:lnTo>
                <a:lnTo>
                  <a:pt x="491" y="484"/>
                </a:lnTo>
                <a:lnTo>
                  <a:pt x="491" y="485"/>
                </a:lnTo>
                <a:lnTo>
                  <a:pt x="491" y="487"/>
                </a:lnTo>
                <a:lnTo>
                  <a:pt x="491" y="488"/>
                </a:lnTo>
                <a:lnTo>
                  <a:pt x="492" y="489"/>
                </a:lnTo>
                <a:lnTo>
                  <a:pt x="492" y="491"/>
                </a:lnTo>
                <a:lnTo>
                  <a:pt x="491" y="492"/>
                </a:lnTo>
                <a:lnTo>
                  <a:pt x="492" y="493"/>
                </a:lnTo>
                <a:lnTo>
                  <a:pt x="492" y="494"/>
                </a:lnTo>
                <a:lnTo>
                  <a:pt x="491" y="494"/>
                </a:lnTo>
                <a:lnTo>
                  <a:pt x="491" y="493"/>
                </a:lnTo>
                <a:lnTo>
                  <a:pt x="490" y="493"/>
                </a:lnTo>
                <a:lnTo>
                  <a:pt x="489" y="494"/>
                </a:lnTo>
                <a:lnTo>
                  <a:pt x="489" y="495"/>
                </a:lnTo>
                <a:lnTo>
                  <a:pt x="488" y="496"/>
                </a:lnTo>
                <a:lnTo>
                  <a:pt x="488" y="497"/>
                </a:lnTo>
                <a:lnTo>
                  <a:pt x="487" y="498"/>
                </a:lnTo>
                <a:lnTo>
                  <a:pt x="487" y="499"/>
                </a:lnTo>
                <a:lnTo>
                  <a:pt x="487" y="500"/>
                </a:lnTo>
                <a:lnTo>
                  <a:pt x="487" y="501"/>
                </a:lnTo>
                <a:lnTo>
                  <a:pt x="486" y="501"/>
                </a:lnTo>
                <a:lnTo>
                  <a:pt x="486" y="502"/>
                </a:lnTo>
                <a:lnTo>
                  <a:pt x="486" y="503"/>
                </a:lnTo>
                <a:lnTo>
                  <a:pt x="486" y="504"/>
                </a:lnTo>
                <a:lnTo>
                  <a:pt x="487" y="505"/>
                </a:lnTo>
                <a:lnTo>
                  <a:pt x="487" y="506"/>
                </a:lnTo>
                <a:lnTo>
                  <a:pt x="486" y="507"/>
                </a:lnTo>
                <a:lnTo>
                  <a:pt x="485" y="507"/>
                </a:lnTo>
                <a:lnTo>
                  <a:pt x="484" y="505"/>
                </a:lnTo>
                <a:lnTo>
                  <a:pt x="484" y="506"/>
                </a:lnTo>
                <a:lnTo>
                  <a:pt x="485" y="507"/>
                </a:lnTo>
                <a:lnTo>
                  <a:pt x="484" y="507"/>
                </a:lnTo>
                <a:lnTo>
                  <a:pt x="483" y="507"/>
                </a:lnTo>
                <a:lnTo>
                  <a:pt x="482" y="507"/>
                </a:lnTo>
                <a:lnTo>
                  <a:pt x="482" y="508"/>
                </a:lnTo>
                <a:lnTo>
                  <a:pt x="483" y="509"/>
                </a:lnTo>
                <a:lnTo>
                  <a:pt x="484" y="509"/>
                </a:lnTo>
                <a:lnTo>
                  <a:pt x="485" y="510"/>
                </a:lnTo>
                <a:lnTo>
                  <a:pt x="484" y="511"/>
                </a:lnTo>
                <a:lnTo>
                  <a:pt x="484" y="513"/>
                </a:lnTo>
                <a:lnTo>
                  <a:pt x="484" y="514"/>
                </a:lnTo>
                <a:lnTo>
                  <a:pt x="484" y="515"/>
                </a:lnTo>
                <a:lnTo>
                  <a:pt x="482" y="516"/>
                </a:lnTo>
                <a:lnTo>
                  <a:pt x="481" y="516"/>
                </a:lnTo>
                <a:lnTo>
                  <a:pt x="480" y="516"/>
                </a:lnTo>
                <a:lnTo>
                  <a:pt x="479" y="516"/>
                </a:lnTo>
                <a:lnTo>
                  <a:pt x="479" y="517"/>
                </a:lnTo>
                <a:lnTo>
                  <a:pt x="480" y="517"/>
                </a:lnTo>
                <a:lnTo>
                  <a:pt x="481" y="517"/>
                </a:lnTo>
                <a:lnTo>
                  <a:pt x="481" y="520"/>
                </a:lnTo>
                <a:lnTo>
                  <a:pt x="480" y="520"/>
                </a:lnTo>
                <a:lnTo>
                  <a:pt x="480" y="519"/>
                </a:lnTo>
                <a:lnTo>
                  <a:pt x="479" y="520"/>
                </a:lnTo>
                <a:lnTo>
                  <a:pt x="478" y="520"/>
                </a:lnTo>
                <a:lnTo>
                  <a:pt x="477" y="523"/>
                </a:lnTo>
                <a:lnTo>
                  <a:pt x="478" y="523"/>
                </a:lnTo>
                <a:lnTo>
                  <a:pt x="479" y="523"/>
                </a:lnTo>
                <a:lnTo>
                  <a:pt x="481" y="524"/>
                </a:lnTo>
                <a:lnTo>
                  <a:pt x="481" y="525"/>
                </a:lnTo>
                <a:lnTo>
                  <a:pt x="482" y="525"/>
                </a:lnTo>
                <a:lnTo>
                  <a:pt x="483" y="523"/>
                </a:lnTo>
                <a:lnTo>
                  <a:pt x="484" y="523"/>
                </a:lnTo>
                <a:lnTo>
                  <a:pt x="485" y="524"/>
                </a:lnTo>
                <a:lnTo>
                  <a:pt x="486" y="524"/>
                </a:lnTo>
                <a:lnTo>
                  <a:pt x="486" y="525"/>
                </a:lnTo>
                <a:lnTo>
                  <a:pt x="486" y="526"/>
                </a:lnTo>
                <a:lnTo>
                  <a:pt x="486" y="527"/>
                </a:lnTo>
                <a:lnTo>
                  <a:pt x="485" y="528"/>
                </a:lnTo>
                <a:lnTo>
                  <a:pt x="483" y="530"/>
                </a:lnTo>
                <a:lnTo>
                  <a:pt x="482" y="531"/>
                </a:lnTo>
                <a:lnTo>
                  <a:pt x="481" y="531"/>
                </a:lnTo>
                <a:lnTo>
                  <a:pt x="480" y="531"/>
                </a:lnTo>
                <a:lnTo>
                  <a:pt x="479" y="531"/>
                </a:lnTo>
                <a:lnTo>
                  <a:pt x="478" y="532"/>
                </a:lnTo>
                <a:lnTo>
                  <a:pt x="478" y="533"/>
                </a:lnTo>
                <a:lnTo>
                  <a:pt x="477" y="533"/>
                </a:lnTo>
                <a:lnTo>
                  <a:pt x="476" y="534"/>
                </a:lnTo>
                <a:lnTo>
                  <a:pt x="475" y="534"/>
                </a:lnTo>
                <a:lnTo>
                  <a:pt x="475" y="533"/>
                </a:lnTo>
                <a:lnTo>
                  <a:pt x="474" y="532"/>
                </a:lnTo>
                <a:lnTo>
                  <a:pt x="471" y="532"/>
                </a:lnTo>
                <a:lnTo>
                  <a:pt x="470" y="533"/>
                </a:lnTo>
                <a:lnTo>
                  <a:pt x="470" y="534"/>
                </a:lnTo>
                <a:lnTo>
                  <a:pt x="469" y="534"/>
                </a:lnTo>
                <a:lnTo>
                  <a:pt x="468" y="533"/>
                </a:lnTo>
                <a:lnTo>
                  <a:pt x="467" y="533"/>
                </a:lnTo>
                <a:lnTo>
                  <a:pt x="466" y="533"/>
                </a:lnTo>
                <a:lnTo>
                  <a:pt x="466" y="534"/>
                </a:lnTo>
                <a:lnTo>
                  <a:pt x="466" y="533"/>
                </a:lnTo>
                <a:lnTo>
                  <a:pt x="466" y="532"/>
                </a:lnTo>
                <a:lnTo>
                  <a:pt x="466" y="531"/>
                </a:lnTo>
                <a:lnTo>
                  <a:pt x="465" y="530"/>
                </a:lnTo>
                <a:lnTo>
                  <a:pt x="464" y="529"/>
                </a:lnTo>
                <a:lnTo>
                  <a:pt x="464" y="530"/>
                </a:lnTo>
                <a:lnTo>
                  <a:pt x="462" y="531"/>
                </a:lnTo>
                <a:lnTo>
                  <a:pt x="460" y="531"/>
                </a:lnTo>
                <a:lnTo>
                  <a:pt x="459" y="531"/>
                </a:lnTo>
                <a:lnTo>
                  <a:pt x="458" y="530"/>
                </a:lnTo>
                <a:lnTo>
                  <a:pt x="456" y="531"/>
                </a:lnTo>
                <a:lnTo>
                  <a:pt x="456" y="532"/>
                </a:lnTo>
                <a:lnTo>
                  <a:pt x="456" y="533"/>
                </a:lnTo>
                <a:lnTo>
                  <a:pt x="457" y="534"/>
                </a:lnTo>
                <a:lnTo>
                  <a:pt x="457" y="536"/>
                </a:lnTo>
                <a:lnTo>
                  <a:pt x="456" y="535"/>
                </a:lnTo>
                <a:lnTo>
                  <a:pt x="454" y="535"/>
                </a:lnTo>
                <a:lnTo>
                  <a:pt x="454" y="536"/>
                </a:lnTo>
                <a:lnTo>
                  <a:pt x="454" y="537"/>
                </a:lnTo>
                <a:lnTo>
                  <a:pt x="454" y="538"/>
                </a:lnTo>
                <a:lnTo>
                  <a:pt x="453" y="539"/>
                </a:lnTo>
                <a:lnTo>
                  <a:pt x="453" y="540"/>
                </a:lnTo>
                <a:lnTo>
                  <a:pt x="452" y="540"/>
                </a:lnTo>
                <a:lnTo>
                  <a:pt x="451" y="538"/>
                </a:lnTo>
                <a:lnTo>
                  <a:pt x="450" y="538"/>
                </a:lnTo>
                <a:lnTo>
                  <a:pt x="450" y="539"/>
                </a:lnTo>
                <a:lnTo>
                  <a:pt x="449" y="539"/>
                </a:lnTo>
                <a:lnTo>
                  <a:pt x="449" y="540"/>
                </a:lnTo>
                <a:lnTo>
                  <a:pt x="449" y="541"/>
                </a:lnTo>
                <a:lnTo>
                  <a:pt x="450" y="542"/>
                </a:lnTo>
                <a:lnTo>
                  <a:pt x="450" y="543"/>
                </a:lnTo>
                <a:lnTo>
                  <a:pt x="451" y="543"/>
                </a:lnTo>
                <a:lnTo>
                  <a:pt x="451" y="544"/>
                </a:lnTo>
                <a:lnTo>
                  <a:pt x="452" y="544"/>
                </a:lnTo>
                <a:lnTo>
                  <a:pt x="452" y="546"/>
                </a:lnTo>
                <a:lnTo>
                  <a:pt x="451" y="546"/>
                </a:lnTo>
                <a:lnTo>
                  <a:pt x="449" y="547"/>
                </a:lnTo>
                <a:lnTo>
                  <a:pt x="448" y="547"/>
                </a:lnTo>
                <a:lnTo>
                  <a:pt x="447" y="546"/>
                </a:lnTo>
                <a:lnTo>
                  <a:pt x="446" y="547"/>
                </a:lnTo>
                <a:lnTo>
                  <a:pt x="446" y="548"/>
                </a:lnTo>
                <a:lnTo>
                  <a:pt x="446" y="549"/>
                </a:lnTo>
                <a:lnTo>
                  <a:pt x="446" y="548"/>
                </a:lnTo>
                <a:lnTo>
                  <a:pt x="446" y="549"/>
                </a:lnTo>
                <a:lnTo>
                  <a:pt x="446" y="550"/>
                </a:lnTo>
                <a:lnTo>
                  <a:pt x="446" y="551"/>
                </a:lnTo>
                <a:lnTo>
                  <a:pt x="446" y="552"/>
                </a:lnTo>
                <a:lnTo>
                  <a:pt x="446" y="554"/>
                </a:lnTo>
                <a:lnTo>
                  <a:pt x="447" y="555"/>
                </a:lnTo>
                <a:lnTo>
                  <a:pt x="448" y="557"/>
                </a:lnTo>
                <a:lnTo>
                  <a:pt x="449" y="561"/>
                </a:lnTo>
                <a:lnTo>
                  <a:pt x="449" y="563"/>
                </a:lnTo>
                <a:lnTo>
                  <a:pt x="449" y="564"/>
                </a:lnTo>
                <a:lnTo>
                  <a:pt x="449" y="567"/>
                </a:lnTo>
                <a:lnTo>
                  <a:pt x="448" y="568"/>
                </a:lnTo>
                <a:lnTo>
                  <a:pt x="447" y="570"/>
                </a:lnTo>
                <a:lnTo>
                  <a:pt x="447" y="571"/>
                </a:lnTo>
                <a:lnTo>
                  <a:pt x="448" y="573"/>
                </a:lnTo>
                <a:lnTo>
                  <a:pt x="448" y="574"/>
                </a:lnTo>
                <a:lnTo>
                  <a:pt x="448" y="575"/>
                </a:lnTo>
                <a:lnTo>
                  <a:pt x="447" y="576"/>
                </a:lnTo>
                <a:lnTo>
                  <a:pt x="447" y="577"/>
                </a:lnTo>
                <a:lnTo>
                  <a:pt x="446" y="577"/>
                </a:lnTo>
                <a:lnTo>
                  <a:pt x="445" y="577"/>
                </a:lnTo>
                <a:lnTo>
                  <a:pt x="444" y="578"/>
                </a:lnTo>
                <a:lnTo>
                  <a:pt x="444" y="579"/>
                </a:lnTo>
                <a:lnTo>
                  <a:pt x="443" y="579"/>
                </a:lnTo>
                <a:lnTo>
                  <a:pt x="441" y="579"/>
                </a:lnTo>
                <a:lnTo>
                  <a:pt x="440" y="579"/>
                </a:lnTo>
                <a:lnTo>
                  <a:pt x="438" y="579"/>
                </a:lnTo>
                <a:lnTo>
                  <a:pt x="437" y="579"/>
                </a:lnTo>
                <a:lnTo>
                  <a:pt x="434" y="579"/>
                </a:lnTo>
                <a:lnTo>
                  <a:pt x="433" y="580"/>
                </a:lnTo>
                <a:lnTo>
                  <a:pt x="433" y="581"/>
                </a:lnTo>
                <a:lnTo>
                  <a:pt x="431" y="582"/>
                </a:lnTo>
                <a:lnTo>
                  <a:pt x="429" y="583"/>
                </a:lnTo>
                <a:lnTo>
                  <a:pt x="428" y="583"/>
                </a:lnTo>
                <a:lnTo>
                  <a:pt x="427" y="584"/>
                </a:lnTo>
                <a:lnTo>
                  <a:pt x="426" y="584"/>
                </a:lnTo>
                <a:lnTo>
                  <a:pt x="426" y="583"/>
                </a:lnTo>
                <a:lnTo>
                  <a:pt x="425" y="583"/>
                </a:lnTo>
                <a:lnTo>
                  <a:pt x="425" y="585"/>
                </a:lnTo>
                <a:lnTo>
                  <a:pt x="425" y="586"/>
                </a:lnTo>
                <a:lnTo>
                  <a:pt x="425" y="587"/>
                </a:lnTo>
                <a:lnTo>
                  <a:pt x="425" y="588"/>
                </a:lnTo>
                <a:lnTo>
                  <a:pt x="424" y="588"/>
                </a:lnTo>
                <a:lnTo>
                  <a:pt x="422" y="587"/>
                </a:lnTo>
                <a:lnTo>
                  <a:pt x="422" y="586"/>
                </a:lnTo>
                <a:lnTo>
                  <a:pt x="421" y="586"/>
                </a:lnTo>
                <a:lnTo>
                  <a:pt x="421" y="587"/>
                </a:lnTo>
                <a:lnTo>
                  <a:pt x="421" y="588"/>
                </a:lnTo>
                <a:lnTo>
                  <a:pt x="420" y="588"/>
                </a:lnTo>
                <a:lnTo>
                  <a:pt x="419" y="586"/>
                </a:lnTo>
                <a:lnTo>
                  <a:pt x="420" y="585"/>
                </a:lnTo>
                <a:lnTo>
                  <a:pt x="420" y="584"/>
                </a:lnTo>
                <a:lnTo>
                  <a:pt x="420" y="583"/>
                </a:lnTo>
                <a:lnTo>
                  <a:pt x="419" y="583"/>
                </a:lnTo>
                <a:lnTo>
                  <a:pt x="419" y="582"/>
                </a:lnTo>
                <a:lnTo>
                  <a:pt x="420" y="582"/>
                </a:lnTo>
                <a:lnTo>
                  <a:pt x="420" y="579"/>
                </a:lnTo>
                <a:lnTo>
                  <a:pt x="420" y="578"/>
                </a:lnTo>
                <a:lnTo>
                  <a:pt x="419" y="577"/>
                </a:lnTo>
                <a:lnTo>
                  <a:pt x="419" y="576"/>
                </a:lnTo>
                <a:lnTo>
                  <a:pt x="418" y="576"/>
                </a:lnTo>
                <a:lnTo>
                  <a:pt x="416" y="575"/>
                </a:lnTo>
                <a:lnTo>
                  <a:pt x="415" y="574"/>
                </a:lnTo>
                <a:lnTo>
                  <a:pt x="414" y="574"/>
                </a:lnTo>
                <a:lnTo>
                  <a:pt x="413" y="573"/>
                </a:lnTo>
                <a:lnTo>
                  <a:pt x="412" y="573"/>
                </a:lnTo>
                <a:lnTo>
                  <a:pt x="412" y="572"/>
                </a:lnTo>
                <a:lnTo>
                  <a:pt x="413" y="571"/>
                </a:lnTo>
                <a:lnTo>
                  <a:pt x="413" y="570"/>
                </a:lnTo>
                <a:lnTo>
                  <a:pt x="415" y="570"/>
                </a:lnTo>
                <a:lnTo>
                  <a:pt x="416" y="570"/>
                </a:lnTo>
                <a:lnTo>
                  <a:pt x="417" y="569"/>
                </a:lnTo>
                <a:lnTo>
                  <a:pt x="417" y="568"/>
                </a:lnTo>
                <a:lnTo>
                  <a:pt x="417" y="567"/>
                </a:lnTo>
                <a:lnTo>
                  <a:pt x="416" y="566"/>
                </a:lnTo>
                <a:lnTo>
                  <a:pt x="416" y="565"/>
                </a:lnTo>
                <a:lnTo>
                  <a:pt x="417" y="564"/>
                </a:lnTo>
                <a:lnTo>
                  <a:pt x="418" y="564"/>
                </a:lnTo>
                <a:lnTo>
                  <a:pt x="418" y="563"/>
                </a:lnTo>
                <a:lnTo>
                  <a:pt x="419" y="563"/>
                </a:lnTo>
                <a:lnTo>
                  <a:pt x="416" y="562"/>
                </a:lnTo>
                <a:lnTo>
                  <a:pt x="415" y="562"/>
                </a:lnTo>
                <a:lnTo>
                  <a:pt x="415" y="563"/>
                </a:lnTo>
                <a:lnTo>
                  <a:pt x="414" y="563"/>
                </a:lnTo>
                <a:lnTo>
                  <a:pt x="413" y="562"/>
                </a:lnTo>
                <a:lnTo>
                  <a:pt x="412" y="561"/>
                </a:lnTo>
                <a:lnTo>
                  <a:pt x="411" y="561"/>
                </a:lnTo>
                <a:lnTo>
                  <a:pt x="411" y="562"/>
                </a:lnTo>
                <a:lnTo>
                  <a:pt x="410" y="562"/>
                </a:lnTo>
                <a:lnTo>
                  <a:pt x="409" y="562"/>
                </a:lnTo>
                <a:lnTo>
                  <a:pt x="408" y="561"/>
                </a:lnTo>
                <a:lnTo>
                  <a:pt x="407" y="561"/>
                </a:lnTo>
                <a:lnTo>
                  <a:pt x="404" y="560"/>
                </a:lnTo>
                <a:lnTo>
                  <a:pt x="405" y="560"/>
                </a:lnTo>
                <a:lnTo>
                  <a:pt x="405" y="559"/>
                </a:lnTo>
                <a:lnTo>
                  <a:pt x="406" y="558"/>
                </a:lnTo>
                <a:lnTo>
                  <a:pt x="406" y="557"/>
                </a:lnTo>
                <a:lnTo>
                  <a:pt x="407" y="556"/>
                </a:lnTo>
                <a:lnTo>
                  <a:pt x="407" y="555"/>
                </a:lnTo>
                <a:lnTo>
                  <a:pt x="408" y="553"/>
                </a:lnTo>
                <a:lnTo>
                  <a:pt x="408" y="552"/>
                </a:lnTo>
                <a:lnTo>
                  <a:pt x="407" y="552"/>
                </a:lnTo>
                <a:lnTo>
                  <a:pt x="405" y="550"/>
                </a:lnTo>
                <a:lnTo>
                  <a:pt x="406" y="550"/>
                </a:lnTo>
                <a:lnTo>
                  <a:pt x="406" y="548"/>
                </a:lnTo>
                <a:lnTo>
                  <a:pt x="406" y="547"/>
                </a:lnTo>
                <a:lnTo>
                  <a:pt x="405" y="547"/>
                </a:lnTo>
                <a:lnTo>
                  <a:pt x="404" y="548"/>
                </a:lnTo>
                <a:lnTo>
                  <a:pt x="403" y="548"/>
                </a:lnTo>
                <a:lnTo>
                  <a:pt x="402" y="547"/>
                </a:lnTo>
                <a:lnTo>
                  <a:pt x="401" y="548"/>
                </a:lnTo>
                <a:lnTo>
                  <a:pt x="400" y="548"/>
                </a:lnTo>
                <a:lnTo>
                  <a:pt x="399" y="548"/>
                </a:lnTo>
                <a:lnTo>
                  <a:pt x="397" y="548"/>
                </a:lnTo>
                <a:lnTo>
                  <a:pt x="396" y="548"/>
                </a:lnTo>
                <a:lnTo>
                  <a:pt x="396" y="549"/>
                </a:lnTo>
                <a:lnTo>
                  <a:pt x="395" y="550"/>
                </a:lnTo>
                <a:lnTo>
                  <a:pt x="394" y="550"/>
                </a:lnTo>
                <a:lnTo>
                  <a:pt x="392" y="548"/>
                </a:lnTo>
                <a:lnTo>
                  <a:pt x="392" y="547"/>
                </a:lnTo>
                <a:lnTo>
                  <a:pt x="390" y="547"/>
                </a:lnTo>
                <a:lnTo>
                  <a:pt x="389" y="546"/>
                </a:lnTo>
                <a:lnTo>
                  <a:pt x="388" y="546"/>
                </a:lnTo>
                <a:lnTo>
                  <a:pt x="387" y="546"/>
                </a:lnTo>
                <a:lnTo>
                  <a:pt x="387" y="547"/>
                </a:lnTo>
                <a:lnTo>
                  <a:pt x="386" y="548"/>
                </a:lnTo>
                <a:lnTo>
                  <a:pt x="385" y="550"/>
                </a:lnTo>
                <a:lnTo>
                  <a:pt x="384" y="549"/>
                </a:lnTo>
                <a:lnTo>
                  <a:pt x="383" y="548"/>
                </a:lnTo>
                <a:lnTo>
                  <a:pt x="382" y="548"/>
                </a:lnTo>
                <a:lnTo>
                  <a:pt x="382" y="549"/>
                </a:lnTo>
                <a:lnTo>
                  <a:pt x="382" y="551"/>
                </a:lnTo>
                <a:lnTo>
                  <a:pt x="382" y="552"/>
                </a:lnTo>
                <a:lnTo>
                  <a:pt x="380" y="552"/>
                </a:lnTo>
                <a:lnTo>
                  <a:pt x="379" y="552"/>
                </a:lnTo>
                <a:lnTo>
                  <a:pt x="379" y="551"/>
                </a:lnTo>
                <a:lnTo>
                  <a:pt x="378" y="551"/>
                </a:lnTo>
                <a:lnTo>
                  <a:pt x="377" y="552"/>
                </a:lnTo>
                <a:lnTo>
                  <a:pt x="376" y="552"/>
                </a:lnTo>
                <a:lnTo>
                  <a:pt x="375" y="552"/>
                </a:lnTo>
                <a:lnTo>
                  <a:pt x="374" y="552"/>
                </a:lnTo>
                <a:lnTo>
                  <a:pt x="373" y="552"/>
                </a:lnTo>
                <a:lnTo>
                  <a:pt x="372" y="552"/>
                </a:lnTo>
                <a:lnTo>
                  <a:pt x="371" y="553"/>
                </a:lnTo>
                <a:lnTo>
                  <a:pt x="371" y="554"/>
                </a:lnTo>
                <a:lnTo>
                  <a:pt x="370" y="554"/>
                </a:lnTo>
                <a:lnTo>
                  <a:pt x="370" y="553"/>
                </a:lnTo>
                <a:lnTo>
                  <a:pt x="369" y="552"/>
                </a:lnTo>
                <a:lnTo>
                  <a:pt x="368" y="552"/>
                </a:lnTo>
                <a:lnTo>
                  <a:pt x="368" y="553"/>
                </a:lnTo>
                <a:lnTo>
                  <a:pt x="368" y="554"/>
                </a:lnTo>
                <a:lnTo>
                  <a:pt x="369" y="555"/>
                </a:lnTo>
                <a:lnTo>
                  <a:pt x="369" y="557"/>
                </a:lnTo>
                <a:lnTo>
                  <a:pt x="370" y="557"/>
                </a:lnTo>
                <a:lnTo>
                  <a:pt x="370" y="558"/>
                </a:lnTo>
                <a:lnTo>
                  <a:pt x="369" y="560"/>
                </a:lnTo>
                <a:lnTo>
                  <a:pt x="369" y="561"/>
                </a:lnTo>
                <a:lnTo>
                  <a:pt x="370" y="562"/>
                </a:lnTo>
                <a:lnTo>
                  <a:pt x="369" y="562"/>
                </a:lnTo>
                <a:lnTo>
                  <a:pt x="369" y="563"/>
                </a:lnTo>
                <a:lnTo>
                  <a:pt x="370" y="563"/>
                </a:lnTo>
                <a:lnTo>
                  <a:pt x="370" y="564"/>
                </a:lnTo>
                <a:lnTo>
                  <a:pt x="370" y="565"/>
                </a:lnTo>
                <a:lnTo>
                  <a:pt x="370" y="566"/>
                </a:lnTo>
                <a:lnTo>
                  <a:pt x="370" y="567"/>
                </a:lnTo>
                <a:lnTo>
                  <a:pt x="371" y="567"/>
                </a:lnTo>
                <a:lnTo>
                  <a:pt x="370" y="568"/>
                </a:lnTo>
                <a:lnTo>
                  <a:pt x="371" y="569"/>
                </a:lnTo>
                <a:lnTo>
                  <a:pt x="371" y="570"/>
                </a:lnTo>
                <a:lnTo>
                  <a:pt x="372" y="571"/>
                </a:lnTo>
                <a:lnTo>
                  <a:pt x="371" y="572"/>
                </a:lnTo>
                <a:lnTo>
                  <a:pt x="370" y="572"/>
                </a:lnTo>
                <a:lnTo>
                  <a:pt x="368" y="572"/>
                </a:lnTo>
                <a:lnTo>
                  <a:pt x="366" y="571"/>
                </a:lnTo>
                <a:lnTo>
                  <a:pt x="362" y="570"/>
                </a:lnTo>
                <a:lnTo>
                  <a:pt x="361" y="570"/>
                </a:lnTo>
                <a:lnTo>
                  <a:pt x="359" y="570"/>
                </a:lnTo>
                <a:lnTo>
                  <a:pt x="357" y="570"/>
                </a:lnTo>
                <a:lnTo>
                  <a:pt x="357" y="572"/>
                </a:lnTo>
                <a:lnTo>
                  <a:pt x="357" y="573"/>
                </a:lnTo>
                <a:lnTo>
                  <a:pt x="357" y="575"/>
                </a:lnTo>
                <a:lnTo>
                  <a:pt x="356" y="575"/>
                </a:lnTo>
                <a:lnTo>
                  <a:pt x="356" y="576"/>
                </a:lnTo>
                <a:lnTo>
                  <a:pt x="355" y="576"/>
                </a:lnTo>
                <a:lnTo>
                  <a:pt x="355" y="577"/>
                </a:lnTo>
                <a:lnTo>
                  <a:pt x="355" y="578"/>
                </a:lnTo>
                <a:lnTo>
                  <a:pt x="354" y="578"/>
                </a:lnTo>
                <a:lnTo>
                  <a:pt x="353" y="578"/>
                </a:lnTo>
                <a:lnTo>
                  <a:pt x="352" y="579"/>
                </a:lnTo>
                <a:lnTo>
                  <a:pt x="352" y="580"/>
                </a:lnTo>
                <a:lnTo>
                  <a:pt x="351" y="580"/>
                </a:lnTo>
                <a:lnTo>
                  <a:pt x="350" y="580"/>
                </a:lnTo>
                <a:lnTo>
                  <a:pt x="349" y="581"/>
                </a:lnTo>
                <a:lnTo>
                  <a:pt x="349" y="582"/>
                </a:lnTo>
                <a:lnTo>
                  <a:pt x="348" y="584"/>
                </a:lnTo>
                <a:lnTo>
                  <a:pt x="347" y="584"/>
                </a:lnTo>
                <a:lnTo>
                  <a:pt x="347" y="585"/>
                </a:lnTo>
                <a:lnTo>
                  <a:pt x="345" y="585"/>
                </a:lnTo>
                <a:lnTo>
                  <a:pt x="344" y="584"/>
                </a:lnTo>
                <a:lnTo>
                  <a:pt x="343" y="584"/>
                </a:lnTo>
                <a:lnTo>
                  <a:pt x="342" y="583"/>
                </a:lnTo>
                <a:lnTo>
                  <a:pt x="342" y="584"/>
                </a:lnTo>
                <a:lnTo>
                  <a:pt x="341" y="584"/>
                </a:lnTo>
                <a:lnTo>
                  <a:pt x="341" y="585"/>
                </a:lnTo>
                <a:lnTo>
                  <a:pt x="340" y="585"/>
                </a:lnTo>
                <a:lnTo>
                  <a:pt x="340" y="584"/>
                </a:lnTo>
                <a:lnTo>
                  <a:pt x="339" y="584"/>
                </a:lnTo>
                <a:lnTo>
                  <a:pt x="338" y="584"/>
                </a:lnTo>
                <a:lnTo>
                  <a:pt x="337" y="584"/>
                </a:lnTo>
                <a:lnTo>
                  <a:pt x="336" y="585"/>
                </a:lnTo>
                <a:lnTo>
                  <a:pt x="335" y="585"/>
                </a:lnTo>
                <a:lnTo>
                  <a:pt x="335" y="584"/>
                </a:lnTo>
                <a:lnTo>
                  <a:pt x="334" y="583"/>
                </a:lnTo>
                <a:lnTo>
                  <a:pt x="333" y="583"/>
                </a:lnTo>
                <a:lnTo>
                  <a:pt x="332" y="582"/>
                </a:lnTo>
                <a:lnTo>
                  <a:pt x="332" y="583"/>
                </a:lnTo>
                <a:lnTo>
                  <a:pt x="331" y="582"/>
                </a:lnTo>
                <a:lnTo>
                  <a:pt x="331" y="581"/>
                </a:lnTo>
                <a:lnTo>
                  <a:pt x="330" y="580"/>
                </a:lnTo>
                <a:lnTo>
                  <a:pt x="329" y="578"/>
                </a:lnTo>
                <a:lnTo>
                  <a:pt x="328" y="577"/>
                </a:lnTo>
                <a:lnTo>
                  <a:pt x="327" y="578"/>
                </a:lnTo>
                <a:lnTo>
                  <a:pt x="327" y="579"/>
                </a:lnTo>
                <a:lnTo>
                  <a:pt x="326" y="579"/>
                </a:lnTo>
                <a:lnTo>
                  <a:pt x="326" y="578"/>
                </a:lnTo>
                <a:lnTo>
                  <a:pt x="326" y="577"/>
                </a:lnTo>
                <a:lnTo>
                  <a:pt x="326" y="576"/>
                </a:lnTo>
                <a:lnTo>
                  <a:pt x="326" y="575"/>
                </a:lnTo>
                <a:lnTo>
                  <a:pt x="325" y="575"/>
                </a:lnTo>
                <a:lnTo>
                  <a:pt x="324" y="575"/>
                </a:lnTo>
                <a:lnTo>
                  <a:pt x="324" y="576"/>
                </a:lnTo>
                <a:lnTo>
                  <a:pt x="323" y="575"/>
                </a:lnTo>
                <a:lnTo>
                  <a:pt x="323" y="573"/>
                </a:lnTo>
                <a:lnTo>
                  <a:pt x="323" y="572"/>
                </a:lnTo>
                <a:lnTo>
                  <a:pt x="323" y="571"/>
                </a:lnTo>
                <a:lnTo>
                  <a:pt x="321" y="571"/>
                </a:lnTo>
                <a:lnTo>
                  <a:pt x="321" y="570"/>
                </a:lnTo>
                <a:lnTo>
                  <a:pt x="319" y="569"/>
                </a:lnTo>
                <a:lnTo>
                  <a:pt x="319" y="570"/>
                </a:lnTo>
                <a:lnTo>
                  <a:pt x="318" y="570"/>
                </a:lnTo>
                <a:lnTo>
                  <a:pt x="317" y="570"/>
                </a:lnTo>
                <a:lnTo>
                  <a:pt x="316" y="570"/>
                </a:lnTo>
                <a:lnTo>
                  <a:pt x="315" y="570"/>
                </a:lnTo>
                <a:lnTo>
                  <a:pt x="315" y="571"/>
                </a:lnTo>
                <a:lnTo>
                  <a:pt x="314" y="571"/>
                </a:lnTo>
                <a:lnTo>
                  <a:pt x="313" y="572"/>
                </a:lnTo>
                <a:lnTo>
                  <a:pt x="312" y="572"/>
                </a:lnTo>
                <a:lnTo>
                  <a:pt x="312" y="573"/>
                </a:lnTo>
                <a:lnTo>
                  <a:pt x="313" y="573"/>
                </a:lnTo>
                <a:lnTo>
                  <a:pt x="313" y="572"/>
                </a:lnTo>
                <a:lnTo>
                  <a:pt x="314" y="572"/>
                </a:lnTo>
                <a:lnTo>
                  <a:pt x="314" y="573"/>
                </a:lnTo>
                <a:lnTo>
                  <a:pt x="314" y="574"/>
                </a:lnTo>
                <a:lnTo>
                  <a:pt x="314" y="573"/>
                </a:lnTo>
                <a:lnTo>
                  <a:pt x="313" y="573"/>
                </a:lnTo>
                <a:lnTo>
                  <a:pt x="313" y="574"/>
                </a:lnTo>
                <a:lnTo>
                  <a:pt x="312" y="574"/>
                </a:lnTo>
                <a:lnTo>
                  <a:pt x="312" y="575"/>
                </a:lnTo>
                <a:lnTo>
                  <a:pt x="311" y="574"/>
                </a:lnTo>
                <a:lnTo>
                  <a:pt x="310" y="574"/>
                </a:lnTo>
                <a:lnTo>
                  <a:pt x="311" y="574"/>
                </a:lnTo>
                <a:lnTo>
                  <a:pt x="311" y="572"/>
                </a:lnTo>
                <a:lnTo>
                  <a:pt x="310" y="572"/>
                </a:lnTo>
                <a:lnTo>
                  <a:pt x="310" y="573"/>
                </a:lnTo>
                <a:lnTo>
                  <a:pt x="309" y="574"/>
                </a:lnTo>
                <a:lnTo>
                  <a:pt x="309" y="573"/>
                </a:lnTo>
                <a:lnTo>
                  <a:pt x="308" y="573"/>
                </a:lnTo>
                <a:lnTo>
                  <a:pt x="308" y="574"/>
                </a:lnTo>
                <a:lnTo>
                  <a:pt x="307" y="575"/>
                </a:lnTo>
                <a:lnTo>
                  <a:pt x="308" y="575"/>
                </a:lnTo>
                <a:lnTo>
                  <a:pt x="309" y="575"/>
                </a:lnTo>
                <a:lnTo>
                  <a:pt x="310" y="576"/>
                </a:lnTo>
                <a:lnTo>
                  <a:pt x="311" y="576"/>
                </a:lnTo>
                <a:lnTo>
                  <a:pt x="311" y="577"/>
                </a:lnTo>
                <a:lnTo>
                  <a:pt x="310" y="578"/>
                </a:lnTo>
                <a:lnTo>
                  <a:pt x="309" y="578"/>
                </a:lnTo>
                <a:lnTo>
                  <a:pt x="308" y="579"/>
                </a:lnTo>
                <a:lnTo>
                  <a:pt x="307" y="579"/>
                </a:lnTo>
                <a:lnTo>
                  <a:pt x="308" y="580"/>
                </a:lnTo>
                <a:lnTo>
                  <a:pt x="308" y="581"/>
                </a:lnTo>
                <a:lnTo>
                  <a:pt x="308" y="582"/>
                </a:lnTo>
                <a:lnTo>
                  <a:pt x="308" y="583"/>
                </a:lnTo>
                <a:lnTo>
                  <a:pt x="307" y="584"/>
                </a:lnTo>
                <a:lnTo>
                  <a:pt x="307" y="585"/>
                </a:lnTo>
                <a:lnTo>
                  <a:pt x="307" y="586"/>
                </a:lnTo>
                <a:lnTo>
                  <a:pt x="308" y="586"/>
                </a:lnTo>
                <a:lnTo>
                  <a:pt x="308" y="587"/>
                </a:lnTo>
                <a:lnTo>
                  <a:pt x="308" y="588"/>
                </a:lnTo>
                <a:lnTo>
                  <a:pt x="307" y="588"/>
                </a:lnTo>
                <a:lnTo>
                  <a:pt x="307" y="589"/>
                </a:lnTo>
                <a:lnTo>
                  <a:pt x="307" y="590"/>
                </a:lnTo>
                <a:lnTo>
                  <a:pt x="307" y="591"/>
                </a:lnTo>
                <a:lnTo>
                  <a:pt x="306" y="592"/>
                </a:lnTo>
                <a:lnTo>
                  <a:pt x="305" y="592"/>
                </a:lnTo>
                <a:lnTo>
                  <a:pt x="305" y="593"/>
                </a:lnTo>
                <a:lnTo>
                  <a:pt x="305" y="592"/>
                </a:lnTo>
                <a:lnTo>
                  <a:pt x="305" y="591"/>
                </a:lnTo>
                <a:lnTo>
                  <a:pt x="304" y="591"/>
                </a:lnTo>
                <a:lnTo>
                  <a:pt x="303" y="591"/>
                </a:lnTo>
                <a:lnTo>
                  <a:pt x="303" y="592"/>
                </a:lnTo>
                <a:lnTo>
                  <a:pt x="302" y="594"/>
                </a:lnTo>
                <a:lnTo>
                  <a:pt x="302" y="595"/>
                </a:lnTo>
                <a:lnTo>
                  <a:pt x="301" y="595"/>
                </a:lnTo>
                <a:lnTo>
                  <a:pt x="300" y="595"/>
                </a:lnTo>
                <a:lnTo>
                  <a:pt x="299" y="595"/>
                </a:lnTo>
                <a:lnTo>
                  <a:pt x="298" y="595"/>
                </a:lnTo>
                <a:lnTo>
                  <a:pt x="297" y="595"/>
                </a:lnTo>
                <a:lnTo>
                  <a:pt x="297" y="596"/>
                </a:lnTo>
                <a:lnTo>
                  <a:pt x="296" y="595"/>
                </a:lnTo>
                <a:lnTo>
                  <a:pt x="296" y="594"/>
                </a:lnTo>
                <a:lnTo>
                  <a:pt x="295" y="593"/>
                </a:lnTo>
                <a:lnTo>
                  <a:pt x="295" y="592"/>
                </a:lnTo>
                <a:lnTo>
                  <a:pt x="295" y="591"/>
                </a:lnTo>
                <a:lnTo>
                  <a:pt x="295" y="590"/>
                </a:lnTo>
                <a:lnTo>
                  <a:pt x="295" y="589"/>
                </a:lnTo>
                <a:lnTo>
                  <a:pt x="294" y="588"/>
                </a:lnTo>
                <a:lnTo>
                  <a:pt x="294" y="587"/>
                </a:lnTo>
                <a:lnTo>
                  <a:pt x="293" y="586"/>
                </a:lnTo>
                <a:lnTo>
                  <a:pt x="292" y="584"/>
                </a:lnTo>
                <a:lnTo>
                  <a:pt x="292" y="583"/>
                </a:lnTo>
                <a:lnTo>
                  <a:pt x="291" y="582"/>
                </a:lnTo>
                <a:lnTo>
                  <a:pt x="291" y="581"/>
                </a:lnTo>
                <a:lnTo>
                  <a:pt x="291" y="580"/>
                </a:lnTo>
                <a:lnTo>
                  <a:pt x="291" y="579"/>
                </a:lnTo>
                <a:lnTo>
                  <a:pt x="292" y="579"/>
                </a:lnTo>
                <a:lnTo>
                  <a:pt x="292" y="578"/>
                </a:lnTo>
                <a:lnTo>
                  <a:pt x="292" y="577"/>
                </a:lnTo>
                <a:lnTo>
                  <a:pt x="292" y="576"/>
                </a:lnTo>
                <a:lnTo>
                  <a:pt x="292" y="575"/>
                </a:lnTo>
                <a:lnTo>
                  <a:pt x="291" y="575"/>
                </a:lnTo>
                <a:lnTo>
                  <a:pt x="290" y="574"/>
                </a:lnTo>
                <a:lnTo>
                  <a:pt x="290" y="573"/>
                </a:lnTo>
                <a:lnTo>
                  <a:pt x="289" y="573"/>
                </a:lnTo>
                <a:lnTo>
                  <a:pt x="289" y="572"/>
                </a:lnTo>
                <a:lnTo>
                  <a:pt x="288" y="571"/>
                </a:lnTo>
                <a:lnTo>
                  <a:pt x="288" y="570"/>
                </a:lnTo>
                <a:lnTo>
                  <a:pt x="287" y="569"/>
                </a:lnTo>
                <a:lnTo>
                  <a:pt x="287" y="568"/>
                </a:lnTo>
                <a:lnTo>
                  <a:pt x="287" y="567"/>
                </a:lnTo>
                <a:lnTo>
                  <a:pt x="286" y="566"/>
                </a:lnTo>
                <a:lnTo>
                  <a:pt x="285" y="564"/>
                </a:lnTo>
                <a:lnTo>
                  <a:pt x="283" y="564"/>
                </a:lnTo>
                <a:lnTo>
                  <a:pt x="283" y="565"/>
                </a:lnTo>
                <a:lnTo>
                  <a:pt x="281" y="566"/>
                </a:lnTo>
                <a:lnTo>
                  <a:pt x="281" y="565"/>
                </a:lnTo>
                <a:lnTo>
                  <a:pt x="281" y="564"/>
                </a:lnTo>
                <a:lnTo>
                  <a:pt x="282" y="564"/>
                </a:lnTo>
                <a:lnTo>
                  <a:pt x="282" y="563"/>
                </a:lnTo>
                <a:lnTo>
                  <a:pt x="283" y="563"/>
                </a:lnTo>
                <a:lnTo>
                  <a:pt x="282" y="563"/>
                </a:lnTo>
                <a:lnTo>
                  <a:pt x="281" y="563"/>
                </a:lnTo>
                <a:lnTo>
                  <a:pt x="280" y="563"/>
                </a:lnTo>
                <a:lnTo>
                  <a:pt x="279" y="563"/>
                </a:lnTo>
                <a:lnTo>
                  <a:pt x="279" y="562"/>
                </a:lnTo>
                <a:lnTo>
                  <a:pt x="281" y="561"/>
                </a:lnTo>
                <a:lnTo>
                  <a:pt x="282" y="561"/>
                </a:lnTo>
                <a:lnTo>
                  <a:pt x="282" y="560"/>
                </a:lnTo>
                <a:lnTo>
                  <a:pt x="282" y="559"/>
                </a:lnTo>
                <a:lnTo>
                  <a:pt x="281" y="559"/>
                </a:lnTo>
                <a:lnTo>
                  <a:pt x="280" y="559"/>
                </a:lnTo>
                <a:lnTo>
                  <a:pt x="279" y="559"/>
                </a:lnTo>
                <a:lnTo>
                  <a:pt x="280" y="559"/>
                </a:lnTo>
                <a:lnTo>
                  <a:pt x="280" y="558"/>
                </a:lnTo>
                <a:lnTo>
                  <a:pt x="280" y="557"/>
                </a:lnTo>
                <a:lnTo>
                  <a:pt x="281" y="557"/>
                </a:lnTo>
                <a:lnTo>
                  <a:pt x="281" y="556"/>
                </a:lnTo>
                <a:lnTo>
                  <a:pt x="280" y="555"/>
                </a:lnTo>
                <a:lnTo>
                  <a:pt x="279" y="555"/>
                </a:lnTo>
                <a:lnTo>
                  <a:pt x="278" y="554"/>
                </a:lnTo>
                <a:lnTo>
                  <a:pt x="278" y="553"/>
                </a:lnTo>
                <a:lnTo>
                  <a:pt x="277" y="552"/>
                </a:lnTo>
                <a:lnTo>
                  <a:pt x="276" y="552"/>
                </a:lnTo>
                <a:lnTo>
                  <a:pt x="276" y="551"/>
                </a:lnTo>
                <a:lnTo>
                  <a:pt x="275" y="551"/>
                </a:lnTo>
                <a:lnTo>
                  <a:pt x="274" y="550"/>
                </a:lnTo>
                <a:lnTo>
                  <a:pt x="274" y="549"/>
                </a:lnTo>
                <a:lnTo>
                  <a:pt x="273" y="549"/>
                </a:lnTo>
                <a:lnTo>
                  <a:pt x="273" y="548"/>
                </a:lnTo>
                <a:lnTo>
                  <a:pt x="272" y="548"/>
                </a:lnTo>
                <a:lnTo>
                  <a:pt x="272" y="547"/>
                </a:lnTo>
                <a:lnTo>
                  <a:pt x="271" y="547"/>
                </a:lnTo>
                <a:lnTo>
                  <a:pt x="269" y="548"/>
                </a:lnTo>
                <a:lnTo>
                  <a:pt x="267" y="548"/>
                </a:lnTo>
                <a:lnTo>
                  <a:pt x="267" y="547"/>
                </a:lnTo>
                <a:lnTo>
                  <a:pt x="267" y="546"/>
                </a:lnTo>
                <a:lnTo>
                  <a:pt x="266" y="545"/>
                </a:lnTo>
                <a:lnTo>
                  <a:pt x="264" y="544"/>
                </a:lnTo>
                <a:lnTo>
                  <a:pt x="263" y="542"/>
                </a:lnTo>
                <a:lnTo>
                  <a:pt x="264" y="542"/>
                </a:lnTo>
                <a:lnTo>
                  <a:pt x="266" y="541"/>
                </a:lnTo>
                <a:lnTo>
                  <a:pt x="266" y="542"/>
                </a:lnTo>
                <a:lnTo>
                  <a:pt x="267" y="542"/>
                </a:lnTo>
                <a:lnTo>
                  <a:pt x="267" y="541"/>
                </a:lnTo>
                <a:lnTo>
                  <a:pt x="266" y="539"/>
                </a:lnTo>
                <a:lnTo>
                  <a:pt x="265" y="537"/>
                </a:lnTo>
                <a:lnTo>
                  <a:pt x="265" y="536"/>
                </a:lnTo>
                <a:lnTo>
                  <a:pt x="264" y="536"/>
                </a:lnTo>
                <a:lnTo>
                  <a:pt x="262" y="536"/>
                </a:lnTo>
                <a:lnTo>
                  <a:pt x="261" y="537"/>
                </a:lnTo>
                <a:lnTo>
                  <a:pt x="260" y="537"/>
                </a:lnTo>
                <a:lnTo>
                  <a:pt x="260" y="536"/>
                </a:lnTo>
                <a:lnTo>
                  <a:pt x="260" y="535"/>
                </a:lnTo>
                <a:lnTo>
                  <a:pt x="260" y="534"/>
                </a:lnTo>
                <a:lnTo>
                  <a:pt x="261" y="534"/>
                </a:lnTo>
                <a:lnTo>
                  <a:pt x="262" y="533"/>
                </a:lnTo>
                <a:lnTo>
                  <a:pt x="263" y="533"/>
                </a:lnTo>
                <a:lnTo>
                  <a:pt x="264" y="533"/>
                </a:lnTo>
                <a:lnTo>
                  <a:pt x="264" y="532"/>
                </a:lnTo>
                <a:lnTo>
                  <a:pt x="263" y="533"/>
                </a:lnTo>
                <a:lnTo>
                  <a:pt x="262" y="533"/>
                </a:lnTo>
                <a:lnTo>
                  <a:pt x="261" y="532"/>
                </a:lnTo>
                <a:lnTo>
                  <a:pt x="260" y="531"/>
                </a:lnTo>
                <a:lnTo>
                  <a:pt x="260" y="532"/>
                </a:lnTo>
                <a:lnTo>
                  <a:pt x="259" y="532"/>
                </a:lnTo>
                <a:lnTo>
                  <a:pt x="259" y="531"/>
                </a:lnTo>
                <a:lnTo>
                  <a:pt x="258" y="530"/>
                </a:lnTo>
                <a:lnTo>
                  <a:pt x="258" y="529"/>
                </a:lnTo>
                <a:lnTo>
                  <a:pt x="259" y="529"/>
                </a:lnTo>
                <a:lnTo>
                  <a:pt x="259" y="528"/>
                </a:lnTo>
                <a:lnTo>
                  <a:pt x="258" y="528"/>
                </a:lnTo>
                <a:lnTo>
                  <a:pt x="256" y="527"/>
                </a:lnTo>
                <a:lnTo>
                  <a:pt x="256" y="528"/>
                </a:lnTo>
                <a:lnTo>
                  <a:pt x="255" y="528"/>
                </a:lnTo>
                <a:lnTo>
                  <a:pt x="255" y="527"/>
                </a:lnTo>
                <a:lnTo>
                  <a:pt x="255" y="526"/>
                </a:lnTo>
                <a:lnTo>
                  <a:pt x="254" y="525"/>
                </a:lnTo>
                <a:lnTo>
                  <a:pt x="249" y="523"/>
                </a:lnTo>
                <a:lnTo>
                  <a:pt x="248" y="522"/>
                </a:lnTo>
                <a:lnTo>
                  <a:pt x="247" y="522"/>
                </a:lnTo>
                <a:lnTo>
                  <a:pt x="247" y="521"/>
                </a:lnTo>
                <a:lnTo>
                  <a:pt x="247" y="522"/>
                </a:lnTo>
                <a:lnTo>
                  <a:pt x="247" y="524"/>
                </a:lnTo>
                <a:lnTo>
                  <a:pt x="248" y="524"/>
                </a:lnTo>
                <a:lnTo>
                  <a:pt x="248" y="523"/>
                </a:lnTo>
                <a:lnTo>
                  <a:pt x="249" y="523"/>
                </a:lnTo>
                <a:lnTo>
                  <a:pt x="250" y="524"/>
                </a:lnTo>
                <a:lnTo>
                  <a:pt x="250" y="525"/>
                </a:lnTo>
                <a:lnTo>
                  <a:pt x="248" y="525"/>
                </a:lnTo>
                <a:lnTo>
                  <a:pt x="247" y="525"/>
                </a:lnTo>
                <a:lnTo>
                  <a:pt x="247" y="524"/>
                </a:lnTo>
                <a:lnTo>
                  <a:pt x="247" y="522"/>
                </a:lnTo>
                <a:lnTo>
                  <a:pt x="246" y="521"/>
                </a:lnTo>
                <a:lnTo>
                  <a:pt x="243" y="520"/>
                </a:lnTo>
                <a:lnTo>
                  <a:pt x="244" y="524"/>
                </a:lnTo>
                <a:lnTo>
                  <a:pt x="244" y="525"/>
                </a:lnTo>
                <a:lnTo>
                  <a:pt x="243" y="525"/>
                </a:lnTo>
                <a:lnTo>
                  <a:pt x="243" y="524"/>
                </a:lnTo>
                <a:lnTo>
                  <a:pt x="243" y="521"/>
                </a:lnTo>
                <a:lnTo>
                  <a:pt x="242" y="519"/>
                </a:lnTo>
                <a:lnTo>
                  <a:pt x="240" y="519"/>
                </a:lnTo>
                <a:lnTo>
                  <a:pt x="240" y="520"/>
                </a:lnTo>
                <a:lnTo>
                  <a:pt x="240" y="521"/>
                </a:lnTo>
                <a:lnTo>
                  <a:pt x="240" y="522"/>
                </a:lnTo>
                <a:lnTo>
                  <a:pt x="240" y="523"/>
                </a:lnTo>
                <a:lnTo>
                  <a:pt x="241" y="524"/>
                </a:lnTo>
                <a:lnTo>
                  <a:pt x="241" y="525"/>
                </a:lnTo>
                <a:lnTo>
                  <a:pt x="241" y="526"/>
                </a:lnTo>
                <a:lnTo>
                  <a:pt x="241" y="528"/>
                </a:lnTo>
                <a:lnTo>
                  <a:pt x="240" y="528"/>
                </a:lnTo>
                <a:lnTo>
                  <a:pt x="239" y="528"/>
                </a:lnTo>
                <a:lnTo>
                  <a:pt x="238" y="529"/>
                </a:lnTo>
                <a:lnTo>
                  <a:pt x="237" y="529"/>
                </a:lnTo>
                <a:lnTo>
                  <a:pt x="238" y="528"/>
                </a:lnTo>
                <a:lnTo>
                  <a:pt x="237" y="528"/>
                </a:lnTo>
                <a:lnTo>
                  <a:pt x="236" y="527"/>
                </a:lnTo>
                <a:lnTo>
                  <a:pt x="235" y="527"/>
                </a:lnTo>
                <a:lnTo>
                  <a:pt x="233" y="527"/>
                </a:lnTo>
                <a:lnTo>
                  <a:pt x="232" y="527"/>
                </a:lnTo>
                <a:lnTo>
                  <a:pt x="232" y="526"/>
                </a:lnTo>
                <a:lnTo>
                  <a:pt x="231" y="526"/>
                </a:lnTo>
                <a:lnTo>
                  <a:pt x="229" y="526"/>
                </a:lnTo>
                <a:lnTo>
                  <a:pt x="229" y="525"/>
                </a:lnTo>
                <a:lnTo>
                  <a:pt x="228" y="526"/>
                </a:lnTo>
                <a:lnTo>
                  <a:pt x="226" y="527"/>
                </a:lnTo>
                <a:lnTo>
                  <a:pt x="224" y="527"/>
                </a:lnTo>
                <a:lnTo>
                  <a:pt x="223" y="527"/>
                </a:lnTo>
                <a:lnTo>
                  <a:pt x="222" y="526"/>
                </a:lnTo>
                <a:lnTo>
                  <a:pt x="221" y="526"/>
                </a:lnTo>
                <a:lnTo>
                  <a:pt x="221" y="527"/>
                </a:lnTo>
                <a:lnTo>
                  <a:pt x="221" y="528"/>
                </a:lnTo>
                <a:lnTo>
                  <a:pt x="221" y="529"/>
                </a:lnTo>
                <a:lnTo>
                  <a:pt x="220" y="529"/>
                </a:lnTo>
                <a:lnTo>
                  <a:pt x="219" y="530"/>
                </a:lnTo>
                <a:lnTo>
                  <a:pt x="218" y="530"/>
                </a:lnTo>
                <a:lnTo>
                  <a:pt x="217" y="531"/>
                </a:lnTo>
                <a:lnTo>
                  <a:pt x="216" y="531"/>
                </a:lnTo>
                <a:lnTo>
                  <a:pt x="214" y="532"/>
                </a:lnTo>
                <a:lnTo>
                  <a:pt x="213" y="532"/>
                </a:lnTo>
                <a:lnTo>
                  <a:pt x="212" y="532"/>
                </a:lnTo>
                <a:lnTo>
                  <a:pt x="212" y="533"/>
                </a:lnTo>
                <a:lnTo>
                  <a:pt x="210" y="533"/>
                </a:lnTo>
                <a:lnTo>
                  <a:pt x="209" y="533"/>
                </a:lnTo>
                <a:lnTo>
                  <a:pt x="208" y="533"/>
                </a:lnTo>
                <a:lnTo>
                  <a:pt x="207" y="534"/>
                </a:lnTo>
                <a:lnTo>
                  <a:pt x="205" y="535"/>
                </a:lnTo>
                <a:lnTo>
                  <a:pt x="204" y="535"/>
                </a:lnTo>
                <a:lnTo>
                  <a:pt x="202" y="535"/>
                </a:lnTo>
                <a:lnTo>
                  <a:pt x="201" y="536"/>
                </a:lnTo>
                <a:lnTo>
                  <a:pt x="201" y="537"/>
                </a:lnTo>
                <a:lnTo>
                  <a:pt x="200" y="537"/>
                </a:lnTo>
                <a:lnTo>
                  <a:pt x="200" y="538"/>
                </a:lnTo>
                <a:lnTo>
                  <a:pt x="199" y="538"/>
                </a:lnTo>
                <a:lnTo>
                  <a:pt x="199" y="539"/>
                </a:lnTo>
                <a:lnTo>
                  <a:pt x="198" y="540"/>
                </a:lnTo>
                <a:lnTo>
                  <a:pt x="198" y="541"/>
                </a:lnTo>
                <a:lnTo>
                  <a:pt x="197" y="541"/>
                </a:lnTo>
                <a:lnTo>
                  <a:pt x="197" y="542"/>
                </a:lnTo>
                <a:lnTo>
                  <a:pt x="197" y="543"/>
                </a:lnTo>
                <a:lnTo>
                  <a:pt x="198" y="543"/>
                </a:lnTo>
                <a:lnTo>
                  <a:pt x="198" y="544"/>
                </a:lnTo>
                <a:lnTo>
                  <a:pt x="197" y="545"/>
                </a:lnTo>
                <a:lnTo>
                  <a:pt x="197" y="546"/>
                </a:lnTo>
                <a:lnTo>
                  <a:pt x="197" y="547"/>
                </a:lnTo>
                <a:lnTo>
                  <a:pt x="198" y="547"/>
                </a:lnTo>
                <a:lnTo>
                  <a:pt x="198" y="548"/>
                </a:lnTo>
                <a:lnTo>
                  <a:pt x="197" y="549"/>
                </a:lnTo>
                <a:lnTo>
                  <a:pt x="197" y="550"/>
                </a:lnTo>
                <a:lnTo>
                  <a:pt x="197" y="551"/>
                </a:lnTo>
                <a:lnTo>
                  <a:pt x="197" y="553"/>
                </a:lnTo>
                <a:lnTo>
                  <a:pt x="198" y="555"/>
                </a:lnTo>
                <a:lnTo>
                  <a:pt x="197" y="556"/>
                </a:lnTo>
                <a:lnTo>
                  <a:pt x="197" y="558"/>
                </a:lnTo>
                <a:lnTo>
                  <a:pt x="195" y="559"/>
                </a:lnTo>
                <a:lnTo>
                  <a:pt x="194" y="559"/>
                </a:lnTo>
                <a:lnTo>
                  <a:pt x="193" y="559"/>
                </a:lnTo>
                <a:lnTo>
                  <a:pt x="193" y="560"/>
                </a:lnTo>
                <a:lnTo>
                  <a:pt x="193" y="561"/>
                </a:lnTo>
                <a:lnTo>
                  <a:pt x="194" y="562"/>
                </a:lnTo>
                <a:lnTo>
                  <a:pt x="194" y="563"/>
                </a:lnTo>
                <a:lnTo>
                  <a:pt x="193" y="563"/>
                </a:lnTo>
                <a:lnTo>
                  <a:pt x="194" y="564"/>
                </a:lnTo>
                <a:lnTo>
                  <a:pt x="195" y="564"/>
                </a:lnTo>
                <a:lnTo>
                  <a:pt x="196" y="564"/>
                </a:lnTo>
                <a:lnTo>
                  <a:pt x="196" y="563"/>
                </a:lnTo>
                <a:lnTo>
                  <a:pt x="198" y="565"/>
                </a:lnTo>
                <a:lnTo>
                  <a:pt x="198" y="566"/>
                </a:lnTo>
                <a:lnTo>
                  <a:pt x="197" y="567"/>
                </a:lnTo>
                <a:lnTo>
                  <a:pt x="196" y="569"/>
                </a:lnTo>
                <a:lnTo>
                  <a:pt x="197" y="570"/>
                </a:lnTo>
                <a:lnTo>
                  <a:pt x="197" y="571"/>
                </a:lnTo>
                <a:lnTo>
                  <a:pt x="197" y="572"/>
                </a:lnTo>
                <a:lnTo>
                  <a:pt x="197" y="573"/>
                </a:lnTo>
                <a:lnTo>
                  <a:pt x="196" y="574"/>
                </a:lnTo>
                <a:lnTo>
                  <a:pt x="196" y="575"/>
                </a:lnTo>
                <a:lnTo>
                  <a:pt x="197" y="576"/>
                </a:lnTo>
                <a:lnTo>
                  <a:pt x="196" y="576"/>
                </a:lnTo>
                <a:lnTo>
                  <a:pt x="196" y="577"/>
                </a:lnTo>
                <a:lnTo>
                  <a:pt x="194" y="578"/>
                </a:lnTo>
                <a:lnTo>
                  <a:pt x="193" y="579"/>
                </a:lnTo>
                <a:lnTo>
                  <a:pt x="192" y="579"/>
                </a:lnTo>
                <a:lnTo>
                  <a:pt x="192" y="581"/>
                </a:lnTo>
                <a:lnTo>
                  <a:pt x="191" y="582"/>
                </a:lnTo>
                <a:lnTo>
                  <a:pt x="191" y="583"/>
                </a:lnTo>
                <a:lnTo>
                  <a:pt x="190" y="583"/>
                </a:lnTo>
                <a:lnTo>
                  <a:pt x="189" y="583"/>
                </a:lnTo>
                <a:lnTo>
                  <a:pt x="189" y="582"/>
                </a:lnTo>
                <a:lnTo>
                  <a:pt x="188" y="582"/>
                </a:lnTo>
                <a:lnTo>
                  <a:pt x="186" y="582"/>
                </a:lnTo>
                <a:lnTo>
                  <a:pt x="186" y="583"/>
                </a:lnTo>
                <a:lnTo>
                  <a:pt x="186" y="584"/>
                </a:lnTo>
                <a:lnTo>
                  <a:pt x="186" y="585"/>
                </a:lnTo>
                <a:lnTo>
                  <a:pt x="186" y="586"/>
                </a:lnTo>
                <a:lnTo>
                  <a:pt x="185" y="586"/>
                </a:lnTo>
                <a:lnTo>
                  <a:pt x="184" y="587"/>
                </a:lnTo>
                <a:lnTo>
                  <a:pt x="183" y="588"/>
                </a:lnTo>
                <a:lnTo>
                  <a:pt x="183" y="589"/>
                </a:lnTo>
                <a:lnTo>
                  <a:pt x="183" y="590"/>
                </a:lnTo>
                <a:lnTo>
                  <a:pt x="182" y="591"/>
                </a:lnTo>
                <a:lnTo>
                  <a:pt x="181" y="590"/>
                </a:lnTo>
                <a:lnTo>
                  <a:pt x="179" y="590"/>
                </a:lnTo>
                <a:lnTo>
                  <a:pt x="179" y="589"/>
                </a:lnTo>
                <a:lnTo>
                  <a:pt x="179" y="588"/>
                </a:lnTo>
                <a:lnTo>
                  <a:pt x="178" y="588"/>
                </a:lnTo>
                <a:lnTo>
                  <a:pt x="177" y="587"/>
                </a:lnTo>
                <a:lnTo>
                  <a:pt x="176" y="587"/>
                </a:lnTo>
                <a:lnTo>
                  <a:pt x="175" y="587"/>
                </a:lnTo>
                <a:lnTo>
                  <a:pt x="175" y="588"/>
                </a:lnTo>
                <a:lnTo>
                  <a:pt x="174" y="589"/>
                </a:lnTo>
                <a:lnTo>
                  <a:pt x="172" y="590"/>
                </a:lnTo>
                <a:lnTo>
                  <a:pt x="170" y="591"/>
                </a:lnTo>
                <a:lnTo>
                  <a:pt x="169" y="591"/>
                </a:lnTo>
                <a:lnTo>
                  <a:pt x="168" y="590"/>
                </a:lnTo>
                <a:lnTo>
                  <a:pt x="167" y="589"/>
                </a:lnTo>
                <a:lnTo>
                  <a:pt x="167" y="588"/>
                </a:lnTo>
                <a:lnTo>
                  <a:pt x="166" y="588"/>
                </a:lnTo>
                <a:lnTo>
                  <a:pt x="165" y="587"/>
                </a:lnTo>
                <a:lnTo>
                  <a:pt x="164" y="586"/>
                </a:lnTo>
                <a:lnTo>
                  <a:pt x="162" y="586"/>
                </a:lnTo>
                <a:lnTo>
                  <a:pt x="161" y="586"/>
                </a:lnTo>
                <a:lnTo>
                  <a:pt x="159" y="586"/>
                </a:lnTo>
                <a:lnTo>
                  <a:pt x="158" y="586"/>
                </a:lnTo>
                <a:lnTo>
                  <a:pt x="157" y="587"/>
                </a:lnTo>
                <a:lnTo>
                  <a:pt x="156" y="587"/>
                </a:lnTo>
                <a:lnTo>
                  <a:pt x="152" y="585"/>
                </a:lnTo>
                <a:lnTo>
                  <a:pt x="151" y="584"/>
                </a:lnTo>
                <a:lnTo>
                  <a:pt x="150" y="584"/>
                </a:lnTo>
                <a:lnTo>
                  <a:pt x="150" y="585"/>
                </a:lnTo>
                <a:lnTo>
                  <a:pt x="149" y="585"/>
                </a:lnTo>
                <a:lnTo>
                  <a:pt x="149" y="586"/>
                </a:lnTo>
                <a:lnTo>
                  <a:pt x="149" y="587"/>
                </a:lnTo>
                <a:lnTo>
                  <a:pt x="149" y="588"/>
                </a:lnTo>
                <a:lnTo>
                  <a:pt x="149" y="589"/>
                </a:lnTo>
                <a:lnTo>
                  <a:pt x="148" y="590"/>
                </a:lnTo>
                <a:lnTo>
                  <a:pt x="146" y="590"/>
                </a:lnTo>
                <a:lnTo>
                  <a:pt x="144" y="591"/>
                </a:lnTo>
                <a:lnTo>
                  <a:pt x="143" y="591"/>
                </a:lnTo>
                <a:lnTo>
                  <a:pt x="142" y="591"/>
                </a:lnTo>
                <a:lnTo>
                  <a:pt x="139" y="592"/>
                </a:lnTo>
                <a:lnTo>
                  <a:pt x="136" y="593"/>
                </a:lnTo>
                <a:lnTo>
                  <a:pt x="133" y="594"/>
                </a:lnTo>
                <a:lnTo>
                  <a:pt x="132" y="595"/>
                </a:lnTo>
                <a:lnTo>
                  <a:pt x="131" y="595"/>
                </a:lnTo>
                <a:lnTo>
                  <a:pt x="130" y="595"/>
                </a:lnTo>
                <a:lnTo>
                  <a:pt x="129" y="595"/>
                </a:lnTo>
                <a:lnTo>
                  <a:pt x="129" y="594"/>
                </a:lnTo>
                <a:lnTo>
                  <a:pt x="128" y="594"/>
                </a:lnTo>
                <a:lnTo>
                  <a:pt x="127" y="594"/>
                </a:lnTo>
                <a:lnTo>
                  <a:pt x="127" y="593"/>
                </a:lnTo>
                <a:lnTo>
                  <a:pt x="126" y="593"/>
                </a:lnTo>
                <a:lnTo>
                  <a:pt x="125" y="593"/>
                </a:lnTo>
                <a:lnTo>
                  <a:pt x="124" y="592"/>
                </a:lnTo>
                <a:lnTo>
                  <a:pt x="123" y="592"/>
                </a:lnTo>
                <a:lnTo>
                  <a:pt x="122" y="592"/>
                </a:lnTo>
                <a:lnTo>
                  <a:pt x="121" y="592"/>
                </a:lnTo>
                <a:lnTo>
                  <a:pt x="120" y="592"/>
                </a:lnTo>
                <a:lnTo>
                  <a:pt x="118" y="592"/>
                </a:lnTo>
                <a:lnTo>
                  <a:pt x="117" y="592"/>
                </a:lnTo>
                <a:lnTo>
                  <a:pt x="117" y="591"/>
                </a:lnTo>
                <a:lnTo>
                  <a:pt x="116" y="591"/>
                </a:lnTo>
                <a:lnTo>
                  <a:pt x="115" y="591"/>
                </a:lnTo>
                <a:lnTo>
                  <a:pt x="115" y="590"/>
                </a:lnTo>
                <a:lnTo>
                  <a:pt x="115" y="591"/>
                </a:lnTo>
                <a:lnTo>
                  <a:pt x="114" y="591"/>
                </a:lnTo>
                <a:lnTo>
                  <a:pt x="114" y="592"/>
                </a:lnTo>
                <a:lnTo>
                  <a:pt x="114" y="593"/>
                </a:lnTo>
                <a:lnTo>
                  <a:pt x="114" y="594"/>
                </a:lnTo>
                <a:lnTo>
                  <a:pt x="114" y="595"/>
                </a:lnTo>
                <a:lnTo>
                  <a:pt x="114" y="596"/>
                </a:lnTo>
                <a:lnTo>
                  <a:pt x="113" y="597"/>
                </a:lnTo>
                <a:lnTo>
                  <a:pt x="113" y="598"/>
                </a:lnTo>
                <a:lnTo>
                  <a:pt x="111" y="598"/>
                </a:lnTo>
                <a:lnTo>
                  <a:pt x="110" y="597"/>
                </a:lnTo>
                <a:lnTo>
                  <a:pt x="109" y="597"/>
                </a:lnTo>
                <a:lnTo>
                  <a:pt x="108" y="596"/>
                </a:lnTo>
                <a:lnTo>
                  <a:pt x="107" y="596"/>
                </a:lnTo>
                <a:lnTo>
                  <a:pt x="106" y="596"/>
                </a:lnTo>
                <a:lnTo>
                  <a:pt x="105" y="595"/>
                </a:lnTo>
                <a:lnTo>
                  <a:pt x="104" y="596"/>
                </a:lnTo>
                <a:lnTo>
                  <a:pt x="103" y="596"/>
                </a:lnTo>
                <a:lnTo>
                  <a:pt x="101" y="596"/>
                </a:lnTo>
                <a:lnTo>
                  <a:pt x="100" y="597"/>
                </a:lnTo>
                <a:lnTo>
                  <a:pt x="98" y="597"/>
                </a:lnTo>
                <a:lnTo>
                  <a:pt x="97" y="597"/>
                </a:lnTo>
                <a:lnTo>
                  <a:pt x="96" y="597"/>
                </a:lnTo>
                <a:lnTo>
                  <a:pt x="95" y="597"/>
                </a:lnTo>
                <a:lnTo>
                  <a:pt x="94" y="596"/>
                </a:lnTo>
                <a:lnTo>
                  <a:pt x="93" y="596"/>
                </a:lnTo>
                <a:lnTo>
                  <a:pt x="92" y="595"/>
                </a:lnTo>
                <a:lnTo>
                  <a:pt x="91" y="595"/>
                </a:lnTo>
                <a:lnTo>
                  <a:pt x="91" y="594"/>
                </a:lnTo>
                <a:lnTo>
                  <a:pt x="90" y="593"/>
                </a:lnTo>
                <a:lnTo>
                  <a:pt x="89" y="592"/>
                </a:lnTo>
                <a:lnTo>
                  <a:pt x="88" y="591"/>
                </a:lnTo>
                <a:lnTo>
                  <a:pt x="88" y="590"/>
                </a:lnTo>
                <a:lnTo>
                  <a:pt x="87" y="590"/>
                </a:lnTo>
                <a:lnTo>
                  <a:pt x="87" y="589"/>
                </a:lnTo>
                <a:lnTo>
                  <a:pt x="87" y="588"/>
                </a:lnTo>
                <a:lnTo>
                  <a:pt x="86" y="588"/>
                </a:lnTo>
                <a:lnTo>
                  <a:pt x="85" y="588"/>
                </a:lnTo>
                <a:lnTo>
                  <a:pt x="85" y="589"/>
                </a:lnTo>
                <a:lnTo>
                  <a:pt x="84" y="589"/>
                </a:lnTo>
                <a:lnTo>
                  <a:pt x="84" y="588"/>
                </a:lnTo>
                <a:lnTo>
                  <a:pt x="85" y="587"/>
                </a:lnTo>
                <a:lnTo>
                  <a:pt x="84" y="585"/>
                </a:lnTo>
                <a:lnTo>
                  <a:pt x="84" y="584"/>
                </a:lnTo>
                <a:lnTo>
                  <a:pt x="84" y="585"/>
                </a:lnTo>
                <a:lnTo>
                  <a:pt x="83" y="585"/>
                </a:lnTo>
                <a:lnTo>
                  <a:pt x="84" y="585"/>
                </a:lnTo>
                <a:lnTo>
                  <a:pt x="82" y="585"/>
                </a:lnTo>
                <a:lnTo>
                  <a:pt x="82" y="584"/>
                </a:lnTo>
                <a:lnTo>
                  <a:pt x="83" y="584"/>
                </a:lnTo>
                <a:lnTo>
                  <a:pt x="83" y="583"/>
                </a:lnTo>
                <a:lnTo>
                  <a:pt x="83" y="580"/>
                </a:lnTo>
                <a:lnTo>
                  <a:pt x="81" y="577"/>
                </a:lnTo>
                <a:lnTo>
                  <a:pt x="81" y="576"/>
                </a:lnTo>
                <a:lnTo>
                  <a:pt x="80" y="576"/>
                </a:lnTo>
                <a:lnTo>
                  <a:pt x="79" y="575"/>
                </a:lnTo>
                <a:lnTo>
                  <a:pt x="79" y="574"/>
                </a:lnTo>
                <a:lnTo>
                  <a:pt x="80" y="574"/>
                </a:lnTo>
                <a:lnTo>
                  <a:pt x="81" y="573"/>
                </a:lnTo>
                <a:lnTo>
                  <a:pt x="82" y="572"/>
                </a:lnTo>
                <a:lnTo>
                  <a:pt x="82" y="571"/>
                </a:lnTo>
                <a:lnTo>
                  <a:pt x="81" y="571"/>
                </a:lnTo>
                <a:lnTo>
                  <a:pt x="80" y="568"/>
                </a:lnTo>
                <a:lnTo>
                  <a:pt x="79" y="567"/>
                </a:lnTo>
                <a:lnTo>
                  <a:pt x="78" y="566"/>
                </a:lnTo>
                <a:lnTo>
                  <a:pt x="78" y="564"/>
                </a:lnTo>
                <a:lnTo>
                  <a:pt x="78" y="563"/>
                </a:lnTo>
                <a:lnTo>
                  <a:pt x="77" y="563"/>
                </a:lnTo>
                <a:lnTo>
                  <a:pt x="76" y="562"/>
                </a:lnTo>
                <a:lnTo>
                  <a:pt x="75" y="561"/>
                </a:lnTo>
                <a:lnTo>
                  <a:pt x="74" y="559"/>
                </a:lnTo>
                <a:lnTo>
                  <a:pt x="72" y="560"/>
                </a:lnTo>
                <a:lnTo>
                  <a:pt x="71" y="560"/>
                </a:lnTo>
                <a:lnTo>
                  <a:pt x="69" y="559"/>
                </a:lnTo>
                <a:lnTo>
                  <a:pt x="68" y="559"/>
                </a:lnTo>
                <a:lnTo>
                  <a:pt x="67" y="557"/>
                </a:lnTo>
                <a:lnTo>
                  <a:pt x="65" y="557"/>
                </a:lnTo>
                <a:lnTo>
                  <a:pt x="64" y="556"/>
                </a:lnTo>
                <a:lnTo>
                  <a:pt x="63" y="556"/>
                </a:lnTo>
                <a:lnTo>
                  <a:pt x="62" y="556"/>
                </a:lnTo>
                <a:lnTo>
                  <a:pt x="61" y="556"/>
                </a:lnTo>
                <a:lnTo>
                  <a:pt x="61" y="558"/>
                </a:lnTo>
                <a:lnTo>
                  <a:pt x="61" y="559"/>
                </a:lnTo>
                <a:lnTo>
                  <a:pt x="60" y="559"/>
                </a:lnTo>
                <a:lnTo>
                  <a:pt x="60" y="560"/>
                </a:lnTo>
                <a:lnTo>
                  <a:pt x="60" y="558"/>
                </a:lnTo>
                <a:lnTo>
                  <a:pt x="59" y="557"/>
                </a:lnTo>
                <a:lnTo>
                  <a:pt x="58" y="557"/>
                </a:lnTo>
                <a:lnTo>
                  <a:pt x="57" y="560"/>
                </a:lnTo>
                <a:lnTo>
                  <a:pt x="55" y="560"/>
                </a:lnTo>
                <a:lnTo>
                  <a:pt x="55" y="559"/>
                </a:lnTo>
                <a:lnTo>
                  <a:pt x="55" y="558"/>
                </a:lnTo>
                <a:lnTo>
                  <a:pt x="55" y="557"/>
                </a:lnTo>
                <a:lnTo>
                  <a:pt x="54" y="556"/>
                </a:lnTo>
                <a:lnTo>
                  <a:pt x="53" y="555"/>
                </a:lnTo>
                <a:lnTo>
                  <a:pt x="53" y="553"/>
                </a:lnTo>
                <a:lnTo>
                  <a:pt x="53" y="552"/>
                </a:lnTo>
                <a:lnTo>
                  <a:pt x="54" y="552"/>
                </a:lnTo>
                <a:lnTo>
                  <a:pt x="55" y="552"/>
                </a:lnTo>
                <a:lnTo>
                  <a:pt x="56" y="550"/>
                </a:lnTo>
                <a:lnTo>
                  <a:pt x="55" y="549"/>
                </a:lnTo>
                <a:lnTo>
                  <a:pt x="53" y="548"/>
                </a:lnTo>
                <a:lnTo>
                  <a:pt x="52" y="549"/>
                </a:lnTo>
                <a:lnTo>
                  <a:pt x="51" y="549"/>
                </a:lnTo>
                <a:lnTo>
                  <a:pt x="51" y="550"/>
                </a:lnTo>
                <a:lnTo>
                  <a:pt x="51" y="551"/>
                </a:lnTo>
                <a:lnTo>
                  <a:pt x="50" y="551"/>
                </a:lnTo>
                <a:lnTo>
                  <a:pt x="49" y="550"/>
                </a:lnTo>
                <a:lnTo>
                  <a:pt x="47" y="549"/>
                </a:lnTo>
                <a:lnTo>
                  <a:pt x="47" y="548"/>
                </a:lnTo>
                <a:lnTo>
                  <a:pt x="48" y="547"/>
                </a:lnTo>
                <a:lnTo>
                  <a:pt x="49" y="547"/>
                </a:lnTo>
                <a:lnTo>
                  <a:pt x="49" y="545"/>
                </a:lnTo>
                <a:lnTo>
                  <a:pt x="50" y="545"/>
                </a:lnTo>
                <a:lnTo>
                  <a:pt x="51" y="544"/>
                </a:lnTo>
                <a:lnTo>
                  <a:pt x="51" y="543"/>
                </a:lnTo>
                <a:lnTo>
                  <a:pt x="49" y="542"/>
                </a:lnTo>
                <a:lnTo>
                  <a:pt x="48" y="542"/>
                </a:lnTo>
                <a:lnTo>
                  <a:pt x="48" y="543"/>
                </a:lnTo>
                <a:lnTo>
                  <a:pt x="47" y="543"/>
                </a:lnTo>
                <a:lnTo>
                  <a:pt x="46" y="542"/>
                </a:lnTo>
                <a:lnTo>
                  <a:pt x="45" y="542"/>
                </a:lnTo>
                <a:lnTo>
                  <a:pt x="43" y="543"/>
                </a:lnTo>
                <a:lnTo>
                  <a:pt x="42" y="542"/>
                </a:lnTo>
                <a:lnTo>
                  <a:pt x="42" y="541"/>
                </a:lnTo>
                <a:lnTo>
                  <a:pt x="40" y="540"/>
                </a:lnTo>
                <a:lnTo>
                  <a:pt x="39" y="540"/>
                </a:lnTo>
                <a:lnTo>
                  <a:pt x="39" y="539"/>
                </a:lnTo>
                <a:lnTo>
                  <a:pt x="39" y="538"/>
                </a:lnTo>
                <a:lnTo>
                  <a:pt x="39" y="537"/>
                </a:lnTo>
                <a:lnTo>
                  <a:pt x="38" y="536"/>
                </a:lnTo>
                <a:lnTo>
                  <a:pt x="37" y="536"/>
                </a:lnTo>
                <a:lnTo>
                  <a:pt x="37" y="537"/>
                </a:lnTo>
                <a:lnTo>
                  <a:pt x="37" y="538"/>
                </a:lnTo>
                <a:lnTo>
                  <a:pt x="36" y="538"/>
                </a:lnTo>
                <a:lnTo>
                  <a:pt x="35" y="538"/>
                </a:lnTo>
                <a:lnTo>
                  <a:pt x="35" y="537"/>
                </a:lnTo>
                <a:lnTo>
                  <a:pt x="34" y="537"/>
                </a:lnTo>
                <a:lnTo>
                  <a:pt x="34" y="538"/>
                </a:lnTo>
                <a:lnTo>
                  <a:pt x="32" y="538"/>
                </a:lnTo>
                <a:lnTo>
                  <a:pt x="31" y="539"/>
                </a:lnTo>
                <a:lnTo>
                  <a:pt x="30" y="539"/>
                </a:lnTo>
                <a:lnTo>
                  <a:pt x="30" y="540"/>
                </a:lnTo>
                <a:lnTo>
                  <a:pt x="29" y="541"/>
                </a:lnTo>
                <a:lnTo>
                  <a:pt x="28" y="541"/>
                </a:lnTo>
                <a:lnTo>
                  <a:pt x="28" y="542"/>
                </a:lnTo>
                <a:lnTo>
                  <a:pt x="28" y="543"/>
                </a:lnTo>
                <a:lnTo>
                  <a:pt x="27" y="543"/>
                </a:lnTo>
                <a:lnTo>
                  <a:pt x="26" y="543"/>
                </a:lnTo>
                <a:lnTo>
                  <a:pt x="25" y="542"/>
                </a:lnTo>
                <a:lnTo>
                  <a:pt x="25" y="541"/>
                </a:lnTo>
                <a:lnTo>
                  <a:pt x="24" y="540"/>
                </a:lnTo>
                <a:lnTo>
                  <a:pt x="23" y="540"/>
                </a:lnTo>
                <a:lnTo>
                  <a:pt x="22" y="540"/>
                </a:lnTo>
                <a:lnTo>
                  <a:pt x="20" y="540"/>
                </a:lnTo>
                <a:lnTo>
                  <a:pt x="18" y="540"/>
                </a:lnTo>
                <a:lnTo>
                  <a:pt x="16" y="541"/>
                </a:lnTo>
                <a:lnTo>
                  <a:pt x="16" y="542"/>
                </a:lnTo>
                <a:lnTo>
                  <a:pt x="15" y="544"/>
                </a:lnTo>
                <a:lnTo>
                  <a:pt x="13" y="544"/>
                </a:lnTo>
                <a:lnTo>
                  <a:pt x="12" y="543"/>
                </a:lnTo>
                <a:lnTo>
                  <a:pt x="12" y="541"/>
                </a:lnTo>
                <a:lnTo>
                  <a:pt x="9" y="541"/>
                </a:lnTo>
                <a:lnTo>
                  <a:pt x="9" y="540"/>
                </a:lnTo>
                <a:lnTo>
                  <a:pt x="8" y="540"/>
                </a:lnTo>
                <a:lnTo>
                  <a:pt x="9" y="538"/>
                </a:lnTo>
                <a:lnTo>
                  <a:pt x="9" y="537"/>
                </a:lnTo>
                <a:lnTo>
                  <a:pt x="8" y="536"/>
                </a:lnTo>
                <a:lnTo>
                  <a:pt x="7" y="536"/>
                </a:lnTo>
                <a:lnTo>
                  <a:pt x="7" y="537"/>
                </a:lnTo>
                <a:lnTo>
                  <a:pt x="6" y="538"/>
                </a:lnTo>
                <a:lnTo>
                  <a:pt x="6" y="540"/>
                </a:lnTo>
                <a:lnTo>
                  <a:pt x="5" y="540"/>
                </a:lnTo>
                <a:lnTo>
                  <a:pt x="2" y="539"/>
                </a:lnTo>
                <a:lnTo>
                  <a:pt x="1" y="539"/>
                </a:lnTo>
                <a:lnTo>
                  <a:pt x="2" y="539"/>
                </a:lnTo>
                <a:lnTo>
                  <a:pt x="2" y="538"/>
                </a:lnTo>
                <a:lnTo>
                  <a:pt x="3" y="538"/>
                </a:lnTo>
                <a:lnTo>
                  <a:pt x="4" y="537"/>
                </a:lnTo>
                <a:lnTo>
                  <a:pt x="5" y="536"/>
                </a:lnTo>
                <a:lnTo>
                  <a:pt x="5" y="535"/>
                </a:lnTo>
                <a:lnTo>
                  <a:pt x="5" y="534"/>
                </a:lnTo>
                <a:lnTo>
                  <a:pt x="4" y="534"/>
                </a:lnTo>
                <a:lnTo>
                  <a:pt x="2" y="534"/>
                </a:lnTo>
                <a:lnTo>
                  <a:pt x="1" y="534"/>
                </a:lnTo>
                <a:lnTo>
                  <a:pt x="1" y="533"/>
                </a:lnTo>
                <a:lnTo>
                  <a:pt x="0" y="533"/>
                </a:lnTo>
                <a:lnTo>
                  <a:pt x="0" y="530"/>
                </a:lnTo>
                <a:lnTo>
                  <a:pt x="0" y="529"/>
                </a:lnTo>
                <a:lnTo>
                  <a:pt x="1" y="529"/>
                </a:lnTo>
                <a:lnTo>
                  <a:pt x="2" y="528"/>
                </a:lnTo>
                <a:lnTo>
                  <a:pt x="5" y="528"/>
                </a:lnTo>
                <a:lnTo>
                  <a:pt x="6" y="527"/>
                </a:lnTo>
                <a:lnTo>
                  <a:pt x="7" y="527"/>
                </a:lnTo>
                <a:lnTo>
                  <a:pt x="7" y="526"/>
                </a:lnTo>
                <a:lnTo>
                  <a:pt x="7" y="525"/>
                </a:lnTo>
                <a:lnTo>
                  <a:pt x="7" y="524"/>
                </a:lnTo>
                <a:lnTo>
                  <a:pt x="7" y="523"/>
                </a:lnTo>
                <a:lnTo>
                  <a:pt x="7" y="522"/>
                </a:lnTo>
                <a:lnTo>
                  <a:pt x="6" y="521"/>
                </a:lnTo>
                <a:lnTo>
                  <a:pt x="5" y="520"/>
                </a:lnTo>
                <a:lnTo>
                  <a:pt x="3" y="519"/>
                </a:lnTo>
                <a:lnTo>
                  <a:pt x="2" y="517"/>
                </a:lnTo>
                <a:lnTo>
                  <a:pt x="2" y="516"/>
                </a:lnTo>
                <a:lnTo>
                  <a:pt x="2" y="515"/>
                </a:lnTo>
                <a:lnTo>
                  <a:pt x="2" y="514"/>
                </a:lnTo>
                <a:lnTo>
                  <a:pt x="3" y="514"/>
                </a:lnTo>
                <a:lnTo>
                  <a:pt x="3" y="513"/>
                </a:lnTo>
                <a:lnTo>
                  <a:pt x="4" y="512"/>
                </a:lnTo>
                <a:lnTo>
                  <a:pt x="5" y="512"/>
                </a:lnTo>
                <a:lnTo>
                  <a:pt x="5" y="511"/>
                </a:lnTo>
                <a:lnTo>
                  <a:pt x="6" y="511"/>
                </a:lnTo>
                <a:lnTo>
                  <a:pt x="7" y="510"/>
                </a:lnTo>
                <a:lnTo>
                  <a:pt x="8" y="510"/>
                </a:lnTo>
                <a:lnTo>
                  <a:pt x="9" y="510"/>
                </a:lnTo>
                <a:lnTo>
                  <a:pt x="10" y="510"/>
                </a:lnTo>
                <a:lnTo>
                  <a:pt x="11" y="510"/>
                </a:lnTo>
                <a:lnTo>
                  <a:pt x="12" y="510"/>
                </a:lnTo>
                <a:lnTo>
                  <a:pt x="12" y="509"/>
                </a:lnTo>
                <a:lnTo>
                  <a:pt x="12" y="508"/>
                </a:lnTo>
                <a:lnTo>
                  <a:pt x="12" y="507"/>
                </a:lnTo>
                <a:lnTo>
                  <a:pt x="11" y="506"/>
                </a:lnTo>
                <a:lnTo>
                  <a:pt x="11" y="505"/>
                </a:lnTo>
                <a:lnTo>
                  <a:pt x="11" y="504"/>
                </a:lnTo>
                <a:lnTo>
                  <a:pt x="11" y="503"/>
                </a:lnTo>
                <a:lnTo>
                  <a:pt x="11" y="502"/>
                </a:lnTo>
                <a:lnTo>
                  <a:pt x="11" y="501"/>
                </a:lnTo>
                <a:lnTo>
                  <a:pt x="12" y="501"/>
                </a:lnTo>
                <a:lnTo>
                  <a:pt x="13" y="501"/>
                </a:lnTo>
                <a:lnTo>
                  <a:pt x="13" y="500"/>
                </a:lnTo>
                <a:lnTo>
                  <a:pt x="14" y="498"/>
                </a:lnTo>
                <a:lnTo>
                  <a:pt x="15" y="497"/>
                </a:lnTo>
                <a:lnTo>
                  <a:pt x="15" y="495"/>
                </a:lnTo>
                <a:lnTo>
                  <a:pt x="16" y="495"/>
                </a:lnTo>
                <a:lnTo>
                  <a:pt x="16" y="494"/>
                </a:lnTo>
                <a:lnTo>
                  <a:pt x="17" y="493"/>
                </a:lnTo>
                <a:lnTo>
                  <a:pt x="17" y="492"/>
                </a:lnTo>
                <a:lnTo>
                  <a:pt x="18" y="491"/>
                </a:lnTo>
                <a:lnTo>
                  <a:pt x="19" y="490"/>
                </a:lnTo>
                <a:lnTo>
                  <a:pt x="19" y="489"/>
                </a:lnTo>
                <a:lnTo>
                  <a:pt x="20" y="488"/>
                </a:lnTo>
                <a:lnTo>
                  <a:pt x="20" y="489"/>
                </a:lnTo>
                <a:lnTo>
                  <a:pt x="21" y="489"/>
                </a:lnTo>
                <a:lnTo>
                  <a:pt x="21" y="488"/>
                </a:lnTo>
                <a:lnTo>
                  <a:pt x="20" y="488"/>
                </a:lnTo>
                <a:lnTo>
                  <a:pt x="20" y="487"/>
                </a:lnTo>
                <a:lnTo>
                  <a:pt x="20" y="486"/>
                </a:lnTo>
                <a:lnTo>
                  <a:pt x="20" y="485"/>
                </a:lnTo>
                <a:lnTo>
                  <a:pt x="19" y="484"/>
                </a:lnTo>
                <a:lnTo>
                  <a:pt x="19" y="483"/>
                </a:lnTo>
                <a:lnTo>
                  <a:pt x="20" y="483"/>
                </a:lnTo>
                <a:lnTo>
                  <a:pt x="20" y="482"/>
                </a:lnTo>
                <a:lnTo>
                  <a:pt x="21" y="481"/>
                </a:lnTo>
                <a:lnTo>
                  <a:pt x="22" y="481"/>
                </a:lnTo>
                <a:lnTo>
                  <a:pt x="23" y="481"/>
                </a:lnTo>
                <a:lnTo>
                  <a:pt x="24" y="481"/>
                </a:lnTo>
                <a:lnTo>
                  <a:pt x="25" y="481"/>
                </a:lnTo>
                <a:lnTo>
                  <a:pt x="26" y="481"/>
                </a:lnTo>
                <a:lnTo>
                  <a:pt x="27" y="480"/>
                </a:lnTo>
                <a:lnTo>
                  <a:pt x="27" y="478"/>
                </a:lnTo>
                <a:lnTo>
                  <a:pt x="27" y="477"/>
                </a:lnTo>
                <a:lnTo>
                  <a:pt x="27" y="476"/>
                </a:lnTo>
                <a:lnTo>
                  <a:pt x="27" y="475"/>
                </a:lnTo>
                <a:lnTo>
                  <a:pt x="27" y="474"/>
                </a:lnTo>
                <a:lnTo>
                  <a:pt x="28" y="474"/>
                </a:lnTo>
                <a:lnTo>
                  <a:pt x="28" y="475"/>
                </a:lnTo>
                <a:lnTo>
                  <a:pt x="29" y="475"/>
                </a:lnTo>
                <a:lnTo>
                  <a:pt x="29" y="476"/>
                </a:lnTo>
                <a:lnTo>
                  <a:pt x="32" y="476"/>
                </a:lnTo>
                <a:lnTo>
                  <a:pt x="32" y="475"/>
                </a:lnTo>
                <a:lnTo>
                  <a:pt x="32" y="474"/>
                </a:lnTo>
                <a:lnTo>
                  <a:pt x="32" y="473"/>
                </a:lnTo>
                <a:lnTo>
                  <a:pt x="33" y="472"/>
                </a:lnTo>
                <a:lnTo>
                  <a:pt x="34" y="472"/>
                </a:lnTo>
                <a:lnTo>
                  <a:pt x="37" y="472"/>
                </a:lnTo>
                <a:lnTo>
                  <a:pt x="38" y="472"/>
                </a:lnTo>
                <a:lnTo>
                  <a:pt x="39" y="472"/>
                </a:lnTo>
                <a:lnTo>
                  <a:pt x="39" y="473"/>
                </a:lnTo>
                <a:lnTo>
                  <a:pt x="40" y="473"/>
                </a:lnTo>
                <a:lnTo>
                  <a:pt x="40" y="472"/>
                </a:lnTo>
                <a:lnTo>
                  <a:pt x="41" y="472"/>
                </a:lnTo>
                <a:lnTo>
                  <a:pt x="42" y="472"/>
                </a:lnTo>
                <a:lnTo>
                  <a:pt x="43" y="472"/>
                </a:lnTo>
                <a:lnTo>
                  <a:pt x="44" y="472"/>
                </a:lnTo>
                <a:lnTo>
                  <a:pt x="45" y="471"/>
                </a:lnTo>
                <a:lnTo>
                  <a:pt x="46" y="471"/>
                </a:lnTo>
                <a:lnTo>
                  <a:pt x="46" y="470"/>
                </a:lnTo>
                <a:lnTo>
                  <a:pt x="47" y="469"/>
                </a:lnTo>
                <a:lnTo>
                  <a:pt x="48" y="468"/>
                </a:lnTo>
                <a:lnTo>
                  <a:pt x="48" y="467"/>
                </a:lnTo>
                <a:lnTo>
                  <a:pt x="49" y="467"/>
                </a:lnTo>
                <a:lnTo>
                  <a:pt x="48" y="467"/>
                </a:lnTo>
                <a:lnTo>
                  <a:pt x="48" y="466"/>
                </a:lnTo>
                <a:lnTo>
                  <a:pt x="49" y="465"/>
                </a:lnTo>
                <a:lnTo>
                  <a:pt x="50" y="465"/>
                </a:lnTo>
                <a:lnTo>
                  <a:pt x="50" y="464"/>
                </a:lnTo>
                <a:lnTo>
                  <a:pt x="52" y="464"/>
                </a:lnTo>
                <a:lnTo>
                  <a:pt x="53" y="463"/>
                </a:lnTo>
                <a:lnTo>
                  <a:pt x="53" y="462"/>
                </a:lnTo>
                <a:lnTo>
                  <a:pt x="54" y="462"/>
                </a:lnTo>
                <a:lnTo>
                  <a:pt x="55" y="461"/>
                </a:lnTo>
                <a:lnTo>
                  <a:pt x="56" y="460"/>
                </a:lnTo>
                <a:lnTo>
                  <a:pt x="57" y="460"/>
                </a:lnTo>
                <a:lnTo>
                  <a:pt x="57" y="459"/>
                </a:lnTo>
                <a:lnTo>
                  <a:pt x="58" y="459"/>
                </a:lnTo>
                <a:lnTo>
                  <a:pt x="58" y="458"/>
                </a:lnTo>
                <a:lnTo>
                  <a:pt x="58" y="457"/>
                </a:lnTo>
                <a:lnTo>
                  <a:pt x="58" y="456"/>
                </a:lnTo>
                <a:lnTo>
                  <a:pt x="57" y="454"/>
                </a:lnTo>
                <a:lnTo>
                  <a:pt x="57" y="453"/>
                </a:lnTo>
                <a:lnTo>
                  <a:pt x="57" y="452"/>
                </a:lnTo>
                <a:lnTo>
                  <a:pt x="57" y="451"/>
                </a:lnTo>
                <a:lnTo>
                  <a:pt x="56" y="451"/>
                </a:lnTo>
                <a:lnTo>
                  <a:pt x="56" y="450"/>
                </a:lnTo>
                <a:lnTo>
                  <a:pt x="57" y="450"/>
                </a:lnTo>
                <a:lnTo>
                  <a:pt x="59" y="448"/>
                </a:lnTo>
                <a:lnTo>
                  <a:pt x="60" y="447"/>
                </a:lnTo>
                <a:lnTo>
                  <a:pt x="61" y="446"/>
                </a:lnTo>
                <a:lnTo>
                  <a:pt x="61" y="445"/>
                </a:lnTo>
                <a:lnTo>
                  <a:pt x="61" y="444"/>
                </a:lnTo>
                <a:lnTo>
                  <a:pt x="62" y="443"/>
                </a:lnTo>
                <a:lnTo>
                  <a:pt x="63" y="443"/>
                </a:lnTo>
                <a:lnTo>
                  <a:pt x="63" y="440"/>
                </a:lnTo>
                <a:lnTo>
                  <a:pt x="63" y="438"/>
                </a:lnTo>
                <a:lnTo>
                  <a:pt x="64" y="438"/>
                </a:lnTo>
                <a:lnTo>
                  <a:pt x="64" y="437"/>
                </a:lnTo>
                <a:lnTo>
                  <a:pt x="65" y="434"/>
                </a:lnTo>
                <a:lnTo>
                  <a:pt x="66" y="434"/>
                </a:lnTo>
                <a:lnTo>
                  <a:pt x="67" y="434"/>
                </a:lnTo>
                <a:lnTo>
                  <a:pt x="66" y="434"/>
                </a:lnTo>
                <a:lnTo>
                  <a:pt x="65" y="434"/>
                </a:lnTo>
                <a:lnTo>
                  <a:pt x="64" y="434"/>
                </a:lnTo>
                <a:lnTo>
                  <a:pt x="65" y="433"/>
                </a:lnTo>
                <a:lnTo>
                  <a:pt x="66" y="433"/>
                </a:lnTo>
                <a:lnTo>
                  <a:pt x="67" y="433"/>
                </a:lnTo>
                <a:lnTo>
                  <a:pt x="68" y="432"/>
                </a:lnTo>
                <a:lnTo>
                  <a:pt x="69" y="432"/>
                </a:lnTo>
                <a:lnTo>
                  <a:pt x="68" y="431"/>
                </a:lnTo>
                <a:lnTo>
                  <a:pt x="69" y="430"/>
                </a:lnTo>
                <a:lnTo>
                  <a:pt x="70" y="427"/>
                </a:lnTo>
                <a:lnTo>
                  <a:pt x="70" y="426"/>
                </a:lnTo>
                <a:lnTo>
                  <a:pt x="72" y="424"/>
                </a:lnTo>
                <a:lnTo>
                  <a:pt x="72" y="423"/>
                </a:lnTo>
                <a:lnTo>
                  <a:pt x="73" y="423"/>
                </a:lnTo>
                <a:lnTo>
                  <a:pt x="73" y="422"/>
                </a:lnTo>
                <a:lnTo>
                  <a:pt x="75" y="421"/>
                </a:lnTo>
                <a:lnTo>
                  <a:pt x="77" y="421"/>
                </a:lnTo>
                <a:lnTo>
                  <a:pt x="78" y="421"/>
                </a:lnTo>
                <a:lnTo>
                  <a:pt x="79" y="419"/>
                </a:lnTo>
                <a:lnTo>
                  <a:pt x="82" y="420"/>
                </a:lnTo>
                <a:lnTo>
                  <a:pt x="83" y="420"/>
                </a:lnTo>
                <a:lnTo>
                  <a:pt x="83" y="419"/>
                </a:lnTo>
                <a:lnTo>
                  <a:pt x="84" y="419"/>
                </a:lnTo>
                <a:lnTo>
                  <a:pt x="86" y="418"/>
                </a:lnTo>
                <a:lnTo>
                  <a:pt x="89" y="417"/>
                </a:lnTo>
                <a:lnTo>
                  <a:pt x="90" y="416"/>
                </a:lnTo>
                <a:lnTo>
                  <a:pt x="91" y="416"/>
                </a:lnTo>
                <a:lnTo>
                  <a:pt x="92" y="416"/>
                </a:lnTo>
                <a:lnTo>
                  <a:pt x="93" y="416"/>
                </a:lnTo>
                <a:lnTo>
                  <a:pt x="93" y="415"/>
                </a:lnTo>
                <a:lnTo>
                  <a:pt x="95" y="415"/>
                </a:lnTo>
                <a:lnTo>
                  <a:pt x="95" y="413"/>
                </a:lnTo>
                <a:lnTo>
                  <a:pt x="95" y="411"/>
                </a:lnTo>
                <a:lnTo>
                  <a:pt x="94" y="411"/>
                </a:lnTo>
                <a:lnTo>
                  <a:pt x="94" y="410"/>
                </a:lnTo>
                <a:lnTo>
                  <a:pt x="95" y="409"/>
                </a:lnTo>
                <a:lnTo>
                  <a:pt x="95" y="407"/>
                </a:lnTo>
                <a:lnTo>
                  <a:pt x="96" y="407"/>
                </a:lnTo>
                <a:lnTo>
                  <a:pt x="97" y="407"/>
                </a:lnTo>
                <a:lnTo>
                  <a:pt x="98" y="405"/>
                </a:lnTo>
                <a:lnTo>
                  <a:pt x="98" y="402"/>
                </a:lnTo>
                <a:lnTo>
                  <a:pt x="98" y="401"/>
                </a:lnTo>
                <a:lnTo>
                  <a:pt x="100" y="401"/>
                </a:lnTo>
                <a:lnTo>
                  <a:pt x="101" y="400"/>
                </a:lnTo>
                <a:lnTo>
                  <a:pt x="102" y="399"/>
                </a:lnTo>
                <a:lnTo>
                  <a:pt x="102" y="398"/>
                </a:lnTo>
                <a:lnTo>
                  <a:pt x="107" y="398"/>
                </a:lnTo>
                <a:lnTo>
                  <a:pt x="107" y="399"/>
                </a:lnTo>
                <a:lnTo>
                  <a:pt x="108" y="399"/>
                </a:lnTo>
                <a:lnTo>
                  <a:pt x="108" y="398"/>
                </a:lnTo>
                <a:lnTo>
                  <a:pt x="108" y="397"/>
                </a:lnTo>
                <a:lnTo>
                  <a:pt x="110" y="398"/>
                </a:lnTo>
                <a:lnTo>
                  <a:pt x="110" y="397"/>
                </a:lnTo>
                <a:lnTo>
                  <a:pt x="111" y="397"/>
                </a:lnTo>
                <a:lnTo>
                  <a:pt x="110" y="396"/>
                </a:lnTo>
                <a:lnTo>
                  <a:pt x="111" y="396"/>
                </a:lnTo>
                <a:lnTo>
                  <a:pt x="113" y="396"/>
                </a:lnTo>
                <a:lnTo>
                  <a:pt x="113" y="395"/>
                </a:lnTo>
                <a:lnTo>
                  <a:pt x="113" y="394"/>
                </a:lnTo>
                <a:lnTo>
                  <a:pt x="114" y="394"/>
                </a:lnTo>
                <a:lnTo>
                  <a:pt x="114" y="395"/>
                </a:lnTo>
                <a:lnTo>
                  <a:pt x="114" y="396"/>
                </a:lnTo>
                <a:lnTo>
                  <a:pt x="115" y="396"/>
                </a:lnTo>
                <a:lnTo>
                  <a:pt x="115" y="394"/>
                </a:lnTo>
                <a:lnTo>
                  <a:pt x="115" y="392"/>
                </a:lnTo>
                <a:lnTo>
                  <a:pt x="115" y="390"/>
                </a:lnTo>
                <a:lnTo>
                  <a:pt x="115" y="388"/>
                </a:lnTo>
                <a:lnTo>
                  <a:pt x="113" y="388"/>
                </a:lnTo>
                <a:lnTo>
                  <a:pt x="113" y="387"/>
                </a:lnTo>
                <a:lnTo>
                  <a:pt x="114" y="387"/>
                </a:lnTo>
                <a:lnTo>
                  <a:pt x="114" y="386"/>
                </a:lnTo>
                <a:lnTo>
                  <a:pt x="115" y="386"/>
                </a:lnTo>
                <a:lnTo>
                  <a:pt x="116" y="386"/>
                </a:lnTo>
                <a:lnTo>
                  <a:pt x="116" y="385"/>
                </a:lnTo>
                <a:lnTo>
                  <a:pt x="117" y="385"/>
                </a:lnTo>
                <a:lnTo>
                  <a:pt x="117" y="384"/>
                </a:lnTo>
                <a:lnTo>
                  <a:pt x="117" y="383"/>
                </a:lnTo>
                <a:lnTo>
                  <a:pt x="117" y="382"/>
                </a:lnTo>
                <a:lnTo>
                  <a:pt x="117" y="381"/>
                </a:lnTo>
                <a:lnTo>
                  <a:pt x="117" y="380"/>
                </a:lnTo>
                <a:lnTo>
                  <a:pt x="118" y="379"/>
                </a:lnTo>
                <a:lnTo>
                  <a:pt x="120" y="379"/>
                </a:lnTo>
                <a:lnTo>
                  <a:pt x="121" y="378"/>
                </a:lnTo>
                <a:lnTo>
                  <a:pt x="123" y="378"/>
                </a:lnTo>
                <a:lnTo>
                  <a:pt x="125" y="377"/>
                </a:lnTo>
                <a:lnTo>
                  <a:pt x="127" y="377"/>
                </a:lnTo>
                <a:lnTo>
                  <a:pt x="128" y="377"/>
                </a:lnTo>
                <a:lnTo>
                  <a:pt x="130" y="377"/>
                </a:lnTo>
                <a:lnTo>
                  <a:pt x="131" y="377"/>
                </a:lnTo>
                <a:lnTo>
                  <a:pt x="132" y="377"/>
                </a:lnTo>
                <a:lnTo>
                  <a:pt x="133" y="377"/>
                </a:lnTo>
                <a:lnTo>
                  <a:pt x="133" y="376"/>
                </a:lnTo>
                <a:lnTo>
                  <a:pt x="133" y="372"/>
                </a:lnTo>
                <a:lnTo>
                  <a:pt x="134" y="371"/>
                </a:lnTo>
                <a:lnTo>
                  <a:pt x="134" y="370"/>
                </a:lnTo>
                <a:lnTo>
                  <a:pt x="134" y="369"/>
                </a:lnTo>
                <a:lnTo>
                  <a:pt x="134" y="367"/>
                </a:lnTo>
                <a:lnTo>
                  <a:pt x="135" y="367"/>
                </a:lnTo>
                <a:lnTo>
                  <a:pt x="135" y="368"/>
                </a:lnTo>
                <a:lnTo>
                  <a:pt x="136" y="367"/>
                </a:lnTo>
                <a:lnTo>
                  <a:pt x="136" y="365"/>
                </a:lnTo>
                <a:lnTo>
                  <a:pt x="136" y="364"/>
                </a:lnTo>
                <a:lnTo>
                  <a:pt x="135" y="364"/>
                </a:lnTo>
                <a:lnTo>
                  <a:pt x="135" y="363"/>
                </a:lnTo>
                <a:lnTo>
                  <a:pt x="136" y="363"/>
                </a:lnTo>
                <a:lnTo>
                  <a:pt x="137" y="363"/>
                </a:lnTo>
                <a:lnTo>
                  <a:pt x="136" y="363"/>
                </a:lnTo>
                <a:lnTo>
                  <a:pt x="136" y="362"/>
                </a:lnTo>
                <a:lnTo>
                  <a:pt x="136" y="361"/>
                </a:lnTo>
                <a:lnTo>
                  <a:pt x="137" y="361"/>
                </a:lnTo>
                <a:lnTo>
                  <a:pt x="136" y="360"/>
                </a:lnTo>
                <a:lnTo>
                  <a:pt x="136" y="359"/>
                </a:lnTo>
                <a:lnTo>
                  <a:pt x="137" y="359"/>
                </a:lnTo>
                <a:lnTo>
                  <a:pt x="136" y="358"/>
                </a:lnTo>
                <a:lnTo>
                  <a:pt x="137" y="357"/>
                </a:lnTo>
                <a:lnTo>
                  <a:pt x="137" y="355"/>
                </a:lnTo>
                <a:lnTo>
                  <a:pt x="137" y="354"/>
                </a:lnTo>
                <a:lnTo>
                  <a:pt x="136" y="354"/>
                </a:lnTo>
                <a:lnTo>
                  <a:pt x="135" y="355"/>
                </a:lnTo>
                <a:lnTo>
                  <a:pt x="134" y="355"/>
                </a:lnTo>
                <a:lnTo>
                  <a:pt x="133" y="355"/>
                </a:lnTo>
                <a:lnTo>
                  <a:pt x="132" y="356"/>
                </a:lnTo>
                <a:lnTo>
                  <a:pt x="131" y="358"/>
                </a:lnTo>
                <a:lnTo>
                  <a:pt x="130" y="359"/>
                </a:lnTo>
                <a:lnTo>
                  <a:pt x="130" y="360"/>
                </a:lnTo>
                <a:lnTo>
                  <a:pt x="129" y="360"/>
                </a:lnTo>
                <a:lnTo>
                  <a:pt x="129" y="361"/>
                </a:lnTo>
                <a:lnTo>
                  <a:pt x="129" y="362"/>
                </a:lnTo>
                <a:lnTo>
                  <a:pt x="128" y="362"/>
                </a:lnTo>
                <a:lnTo>
                  <a:pt x="128" y="363"/>
                </a:lnTo>
                <a:lnTo>
                  <a:pt x="127" y="363"/>
                </a:lnTo>
                <a:lnTo>
                  <a:pt x="127" y="364"/>
                </a:lnTo>
                <a:lnTo>
                  <a:pt x="126" y="365"/>
                </a:lnTo>
                <a:lnTo>
                  <a:pt x="125" y="365"/>
                </a:lnTo>
                <a:lnTo>
                  <a:pt x="125" y="366"/>
                </a:lnTo>
                <a:lnTo>
                  <a:pt x="124" y="366"/>
                </a:lnTo>
                <a:lnTo>
                  <a:pt x="123" y="366"/>
                </a:lnTo>
                <a:lnTo>
                  <a:pt x="122" y="367"/>
                </a:lnTo>
                <a:lnTo>
                  <a:pt x="121" y="367"/>
                </a:lnTo>
                <a:lnTo>
                  <a:pt x="119" y="368"/>
                </a:lnTo>
                <a:lnTo>
                  <a:pt x="118" y="369"/>
                </a:lnTo>
                <a:lnTo>
                  <a:pt x="118" y="370"/>
                </a:lnTo>
                <a:lnTo>
                  <a:pt x="117" y="370"/>
                </a:lnTo>
                <a:lnTo>
                  <a:pt x="116" y="370"/>
                </a:lnTo>
                <a:lnTo>
                  <a:pt x="115" y="370"/>
                </a:lnTo>
                <a:lnTo>
                  <a:pt x="114" y="370"/>
                </a:lnTo>
                <a:lnTo>
                  <a:pt x="113" y="370"/>
                </a:lnTo>
                <a:lnTo>
                  <a:pt x="113" y="371"/>
                </a:lnTo>
                <a:lnTo>
                  <a:pt x="111" y="371"/>
                </a:lnTo>
                <a:lnTo>
                  <a:pt x="111" y="372"/>
                </a:lnTo>
                <a:lnTo>
                  <a:pt x="111" y="373"/>
                </a:lnTo>
                <a:lnTo>
                  <a:pt x="111" y="374"/>
                </a:lnTo>
                <a:lnTo>
                  <a:pt x="110" y="374"/>
                </a:lnTo>
                <a:lnTo>
                  <a:pt x="109" y="374"/>
                </a:lnTo>
                <a:lnTo>
                  <a:pt x="109" y="373"/>
                </a:lnTo>
                <a:lnTo>
                  <a:pt x="107" y="372"/>
                </a:lnTo>
                <a:lnTo>
                  <a:pt x="107" y="373"/>
                </a:lnTo>
                <a:lnTo>
                  <a:pt x="106" y="373"/>
                </a:lnTo>
                <a:lnTo>
                  <a:pt x="105" y="373"/>
                </a:lnTo>
                <a:lnTo>
                  <a:pt x="103" y="374"/>
                </a:lnTo>
                <a:lnTo>
                  <a:pt x="102" y="374"/>
                </a:lnTo>
                <a:lnTo>
                  <a:pt x="102" y="375"/>
                </a:lnTo>
                <a:lnTo>
                  <a:pt x="101" y="375"/>
                </a:lnTo>
                <a:lnTo>
                  <a:pt x="101" y="376"/>
                </a:lnTo>
                <a:lnTo>
                  <a:pt x="101" y="377"/>
                </a:lnTo>
                <a:lnTo>
                  <a:pt x="101" y="378"/>
                </a:lnTo>
                <a:lnTo>
                  <a:pt x="101" y="379"/>
                </a:lnTo>
                <a:lnTo>
                  <a:pt x="100" y="379"/>
                </a:lnTo>
                <a:lnTo>
                  <a:pt x="100" y="380"/>
                </a:lnTo>
                <a:lnTo>
                  <a:pt x="99" y="380"/>
                </a:lnTo>
                <a:lnTo>
                  <a:pt x="96" y="381"/>
                </a:lnTo>
                <a:lnTo>
                  <a:pt x="95" y="381"/>
                </a:lnTo>
                <a:lnTo>
                  <a:pt x="94" y="381"/>
                </a:lnTo>
                <a:lnTo>
                  <a:pt x="93" y="381"/>
                </a:lnTo>
                <a:lnTo>
                  <a:pt x="92" y="382"/>
                </a:lnTo>
                <a:lnTo>
                  <a:pt x="91" y="382"/>
                </a:lnTo>
                <a:lnTo>
                  <a:pt x="91" y="383"/>
                </a:lnTo>
                <a:lnTo>
                  <a:pt x="90" y="383"/>
                </a:lnTo>
                <a:lnTo>
                  <a:pt x="90" y="384"/>
                </a:lnTo>
                <a:lnTo>
                  <a:pt x="90" y="385"/>
                </a:lnTo>
                <a:lnTo>
                  <a:pt x="90" y="386"/>
                </a:lnTo>
                <a:lnTo>
                  <a:pt x="89" y="386"/>
                </a:lnTo>
                <a:lnTo>
                  <a:pt x="88" y="386"/>
                </a:lnTo>
                <a:lnTo>
                  <a:pt x="88" y="387"/>
                </a:lnTo>
                <a:lnTo>
                  <a:pt x="87" y="387"/>
                </a:lnTo>
                <a:lnTo>
                  <a:pt x="86" y="388"/>
                </a:lnTo>
                <a:lnTo>
                  <a:pt x="86" y="389"/>
                </a:lnTo>
                <a:lnTo>
                  <a:pt x="83" y="389"/>
                </a:lnTo>
                <a:lnTo>
                  <a:pt x="82" y="389"/>
                </a:lnTo>
                <a:lnTo>
                  <a:pt x="81" y="389"/>
                </a:lnTo>
                <a:lnTo>
                  <a:pt x="80" y="389"/>
                </a:lnTo>
                <a:lnTo>
                  <a:pt x="79" y="390"/>
                </a:lnTo>
                <a:lnTo>
                  <a:pt x="78" y="390"/>
                </a:lnTo>
                <a:lnTo>
                  <a:pt x="78" y="391"/>
                </a:lnTo>
                <a:lnTo>
                  <a:pt x="77" y="391"/>
                </a:lnTo>
                <a:lnTo>
                  <a:pt x="77" y="392"/>
                </a:lnTo>
                <a:lnTo>
                  <a:pt x="76" y="392"/>
                </a:lnTo>
                <a:lnTo>
                  <a:pt x="76" y="393"/>
                </a:lnTo>
                <a:lnTo>
                  <a:pt x="74" y="394"/>
                </a:lnTo>
                <a:lnTo>
                  <a:pt x="74" y="395"/>
                </a:lnTo>
                <a:lnTo>
                  <a:pt x="72" y="395"/>
                </a:lnTo>
                <a:lnTo>
                  <a:pt x="71" y="395"/>
                </a:lnTo>
                <a:lnTo>
                  <a:pt x="70" y="396"/>
                </a:lnTo>
                <a:lnTo>
                  <a:pt x="69" y="396"/>
                </a:lnTo>
                <a:lnTo>
                  <a:pt x="68" y="397"/>
                </a:lnTo>
                <a:lnTo>
                  <a:pt x="67" y="398"/>
                </a:lnTo>
                <a:lnTo>
                  <a:pt x="66" y="399"/>
                </a:lnTo>
                <a:lnTo>
                  <a:pt x="65" y="399"/>
                </a:lnTo>
                <a:lnTo>
                  <a:pt x="65" y="400"/>
                </a:lnTo>
                <a:lnTo>
                  <a:pt x="64" y="400"/>
                </a:lnTo>
                <a:lnTo>
                  <a:pt x="63" y="401"/>
                </a:lnTo>
                <a:lnTo>
                  <a:pt x="61" y="406"/>
                </a:lnTo>
                <a:lnTo>
                  <a:pt x="60" y="409"/>
                </a:lnTo>
                <a:lnTo>
                  <a:pt x="59" y="409"/>
                </a:lnTo>
                <a:lnTo>
                  <a:pt x="59" y="410"/>
                </a:lnTo>
                <a:lnTo>
                  <a:pt x="59" y="411"/>
                </a:lnTo>
                <a:lnTo>
                  <a:pt x="58" y="411"/>
                </a:lnTo>
                <a:lnTo>
                  <a:pt x="58" y="412"/>
                </a:lnTo>
                <a:lnTo>
                  <a:pt x="57" y="412"/>
                </a:lnTo>
                <a:lnTo>
                  <a:pt x="55" y="413"/>
                </a:lnTo>
                <a:lnTo>
                  <a:pt x="55" y="414"/>
                </a:lnTo>
                <a:lnTo>
                  <a:pt x="54" y="415"/>
                </a:lnTo>
                <a:lnTo>
                  <a:pt x="53" y="415"/>
                </a:lnTo>
                <a:lnTo>
                  <a:pt x="53" y="414"/>
                </a:lnTo>
                <a:lnTo>
                  <a:pt x="52" y="414"/>
                </a:lnTo>
                <a:lnTo>
                  <a:pt x="51" y="413"/>
                </a:lnTo>
                <a:lnTo>
                  <a:pt x="50" y="413"/>
                </a:lnTo>
                <a:lnTo>
                  <a:pt x="51" y="413"/>
                </a:lnTo>
                <a:lnTo>
                  <a:pt x="51" y="412"/>
                </a:lnTo>
                <a:lnTo>
                  <a:pt x="50" y="412"/>
                </a:lnTo>
                <a:lnTo>
                  <a:pt x="50" y="410"/>
                </a:lnTo>
                <a:lnTo>
                  <a:pt x="51" y="410"/>
                </a:lnTo>
                <a:lnTo>
                  <a:pt x="51" y="409"/>
                </a:lnTo>
                <a:lnTo>
                  <a:pt x="51" y="408"/>
                </a:lnTo>
                <a:lnTo>
                  <a:pt x="51" y="407"/>
                </a:lnTo>
                <a:lnTo>
                  <a:pt x="51" y="406"/>
                </a:lnTo>
                <a:lnTo>
                  <a:pt x="51" y="405"/>
                </a:lnTo>
                <a:lnTo>
                  <a:pt x="52" y="405"/>
                </a:lnTo>
                <a:lnTo>
                  <a:pt x="52" y="402"/>
                </a:lnTo>
                <a:lnTo>
                  <a:pt x="51" y="402"/>
                </a:lnTo>
                <a:lnTo>
                  <a:pt x="50" y="402"/>
                </a:lnTo>
                <a:lnTo>
                  <a:pt x="50" y="401"/>
                </a:lnTo>
                <a:lnTo>
                  <a:pt x="51" y="401"/>
                </a:lnTo>
                <a:lnTo>
                  <a:pt x="52" y="401"/>
                </a:lnTo>
                <a:lnTo>
                  <a:pt x="52" y="399"/>
                </a:lnTo>
                <a:lnTo>
                  <a:pt x="53" y="396"/>
                </a:lnTo>
                <a:lnTo>
                  <a:pt x="52" y="392"/>
                </a:lnTo>
                <a:lnTo>
                  <a:pt x="52" y="391"/>
                </a:lnTo>
                <a:lnTo>
                  <a:pt x="51" y="390"/>
                </a:lnTo>
                <a:lnTo>
                  <a:pt x="51" y="389"/>
                </a:lnTo>
                <a:lnTo>
                  <a:pt x="51" y="388"/>
                </a:lnTo>
                <a:lnTo>
                  <a:pt x="51" y="387"/>
                </a:lnTo>
                <a:lnTo>
                  <a:pt x="51" y="386"/>
                </a:lnTo>
                <a:lnTo>
                  <a:pt x="51" y="385"/>
                </a:lnTo>
                <a:lnTo>
                  <a:pt x="51" y="384"/>
                </a:lnTo>
                <a:lnTo>
                  <a:pt x="53" y="384"/>
                </a:lnTo>
                <a:lnTo>
                  <a:pt x="54" y="385"/>
                </a:lnTo>
                <a:lnTo>
                  <a:pt x="54" y="384"/>
                </a:lnTo>
                <a:lnTo>
                  <a:pt x="55" y="384"/>
                </a:lnTo>
                <a:lnTo>
                  <a:pt x="55" y="382"/>
                </a:lnTo>
                <a:lnTo>
                  <a:pt x="55" y="381"/>
                </a:lnTo>
                <a:lnTo>
                  <a:pt x="56" y="381"/>
                </a:lnTo>
                <a:lnTo>
                  <a:pt x="57" y="381"/>
                </a:lnTo>
                <a:lnTo>
                  <a:pt x="57" y="380"/>
                </a:lnTo>
                <a:lnTo>
                  <a:pt x="57" y="379"/>
                </a:lnTo>
                <a:lnTo>
                  <a:pt x="58" y="379"/>
                </a:lnTo>
                <a:lnTo>
                  <a:pt x="59" y="379"/>
                </a:lnTo>
                <a:lnTo>
                  <a:pt x="60" y="379"/>
                </a:lnTo>
                <a:lnTo>
                  <a:pt x="60" y="378"/>
                </a:lnTo>
                <a:lnTo>
                  <a:pt x="60" y="379"/>
                </a:lnTo>
                <a:lnTo>
                  <a:pt x="61" y="378"/>
                </a:lnTo>
                <a:lnTo>
                  <a:pt x="61" y="376"/>
                </a:lnTo>
                <a:lnTo>
                  <a:pt x="61" y="375"/>
                </a:lnTo>
                <a:lnTo>
                  <a:pt x="61" y="374"/>
                </a:lnTo>
                <a:lnTo>
                  <a:pt x="60" y="374"/>
                </a:lnTo>
                <a:lnTo>
                  <a:pt x="60" y="373"/>
                </a:lnTo>
                <a:lnTo>
                  <a:pt x="60" y="371"/>
                </a:lnTo>
                <a:lnTo>
                  <a:pt x="60" y="370"/>
                </a:lnTo>
                <a:lnTo>
                  <a:pt x="60" y="369"/>
                </a:lnTo>
                <a:lnTo>
                  <a:pt x="61" y="369"/>
                </a:lnTo>
                <a:lnTo>
                  <a:pt x="61" y="368"/>
                </a:lnTo>
                <a:lnTo>
                  <a:pt x="61" y="367"/>
                </a:lnTo>
                <a:lnTo>
                  <a:pt x="63" y="364"/>
                </a:lnTo>
                <a:lnTo>
                  <a:pt x="63" y="363"/>
                </a:lnTo>
                <a:lnTo>
                  <a:pt x="63" y="362"/>
                </a:lnTo>
                <a:lnTo>
                  <a:pt x="63" y="361"/>
                </a:lnTo>
                <a:lnTo>
                  <a:pt x="63" y="360"/>
                </a:lnTo>
                <a:lnTo>
                  <a:pt x="64" y="360"/>
                </a:lnTo>
                <a:lnTo>
                  <a:pt x="64" y="359"/>
                </a:lnTo>
                <a:lnTo>
                  <a:pt x="63" y="359"/>
                </a:lnTo>
                <a:lnTo>
                  <a:pt x="63" y="357"/>
                </a:lnTo>
                <a:lnTo>
                  <a:pt x="63" y="356"/>
                </a:lnTo>
                <a:lnTo>
                  <a:pt x="63" y="355"/>
                </a:lnTo>
                <a:lnTo>
                  <a:pt x="62" y="354"/>
                </a:lnTo>
                <a:lnTo>
                  <a:pt x="62" y="353"/>
                </a:lnTo>
                <a:lnTo>
                  <a:pt x="62" y="352"/>
                </a:lnTo>
                <a:lnTo>
                  <a:pt x="62" y="351"/>
                </a:lnTo>
                <a:lnTo>
                  <a:pt x="61" y="351"/>
                </a:lnTo>
                <a:lnTo>
                  <a:pt x="61" y="349"/>
                </a:lnTo>
                <a:lnTo>
                  <a:pt x="62" y="349"/>
                </a:lnTo>
                <a:lnTo>
                  <a:pt x="62" y="348"/>
                </a:lnTo>
                <a:lnTo>
                  <a:pt x="61" y="348"/>
                </a:lnTo>
                <a:lnTo>
                  <a:pt x="61" y="347"/>
                </a:lnTo>
                <a:lnTo>
                  <a:pt x="60" y="347"/>
                </a:lnTo>
                <a:lnTo>
                  <a:pt x="60" y="346"/>
                </a:lnTo>
                <a:lnTo>
                  <a:pt x="61" y="346"/>
                </a:lnTo>
                <a:lnTo>
                  <a:pt x="61" y="345"/>
                </a:lnTo>
                <a:lnTo>
                  <a:pt x="61" y="344"/>
                </a:lnTo>
                <a:lnTo>
                  <a:pt x="61" y="343"/>
                </a:lnTo>
                <a:lnTo>
                  <a:pt x="60" y="342"/>
                </a:lnTo>
                <a:lnTo>
                  <a:pt x="60" y="341"/>
                </a:lnTo>
                <a:lnTo>
                  <a:pt x="59" y="341"/>
                </a:lnTo>
                <a:lnTo>
                  <a:pt x="59" y="340"/>
                </a:lnTo>
                <a:lnTo>
                  <a:pt x="59" y="339"/>
                </a:lnTo>
                <a:lnTo>
                  <a:pt x="58" y="338"/>
                </a:lnTo>
                <a:lnTo>
                  <a:pt x="58" y="337"/>
                </a:lnTo>
                <a:lnTo>
                  <a:pt x="57" y="338"/>
                </a:lnTo>
                <a:lnTo>
                  <a:pt x="56" y="338"/>
                </a:lnTo>
                <a:lnTo>
                  <a:pt x="55" y="338"/>
                </a:lnTo>
                <a:lnTo>
                  <a:pt x="55" y="337"/>
                </a:lnTo>
                <a:lnTo>
                  <a:pt x="54" y="337"/>
                </a:lnTo>
                <a:lnTo>
                  <a:pt x="54" y="336"/>
                </a:lnTo>
                <a:lnTo>
                  <a:pt x="53" y="336"/>
                </a:lnTo>
                <a:lnTo>
                  <a:pt x="53" y="335"/>
                </a:lnTo>
                <a:lnTo>
                  <a:pt x="53" y="334"/>
                </a:lnTo>
                <a:lnTo>
                  <a:pt x="53" y="333"/>
                </a:lnTo>
                <a:lnTo>
                  <a:pt x="53" y="332"/>
                </a:lnTo>
                <a:lnTo>
                  <a:pt x="53" y="331"/>
                </a:lnTo>
                <a:lnTo>
                  <a:pt x="52" y="330"/>
                </a:lnTo>
                <a:lnTo>
                  <a:pt x="51" y="330"/>
                </a:lnTo>
                <a:lnTo>
                  <a:pt x="51" y="331"/>
                </a:lnTo>
                <a:lnTo>
                  <a:pt x="50" y="331"/>
                </a:lnTo>
                <a:lnTo>
                  <a:pt x="50" y="332"/>
                </a:lnTo>
                <a:lnTo>
                  <a:pt x="49" y="332"/>
                </a:lnTo>
                <a:lnTo>
                  <a:pt x="48" y="332"/>
                </a:lnTo>
                <a:lnTo>
                  <a:pt x="48" y="331"/>
                </a:lnTo>
                <a:lnTo>
                  <a:pt x="48" y="332"/>
                </a:lnTo>
                <a:lnTo>
                  <a:pt x="47" y="333"/>
                </a:lnTo>
                <a:lnTo>
                  <a:pt x="47" y="334"/>
                </a:lnTo>
                <a:lnTo>
                  <a:pt x="46" y="334"/>
                </a:lnTo>
                <a:lnTo>
                  <a:pt x="45" y="334"/>
                </a:lnTo>
                <a:lnTo>
                  <a:pt x="45" y="333"/>
                </a:lnTo>
                <a:lnTo>
                  <a:pt x="45" y="332"/>
                </a:lnTo>
                <a:lnTo>
                  <a:pt x="46" y="331"/>
                </a:lnTo>
                <a:lnTo>
                  <a:pt x="46" y="330"/>
                </a:lnTo>
                <a:lnTo>
                  <a:pt x="46" y="328"/>
                </a:lnTo>
                <a:lnTo>
                  <a:pt x="45" y="327"/>
                </a:lnTo>
                <a:lnTo>
                  <a:pt x="44" y="327"/>
                </a:lnTo>
                <a:lnTo>
                  <a:pt x="43" y="327"/>
                </a:lnTo>
                <a:lnTo>
                  <a:pt x="43" y="325"/>
                </a:lnTo>
                <a:lnTo>
                  <a:pt x="42" y="325"/>
                </a:lnTo>
                <a:lnTo>
                  <a:pt x="42" y="324"/>
                </a:lnTo>
                <a:lnTo>
                  <a:pt x="42" y="323"/>
                </a:lnTo>
                <a:lnTo>
                  <a:pt x="42" y="322"/>
                </a:lnTo>
                <a:lnTo>
                  <a:pt x="42" y="321"/>
                </a:lnTo>
                <a:lnTo>
                  <a:pt x="42" y="320"/>
                </a:lnTo>
                <a:lnTo>
                  <a:pt x="41" y="320"/>
                </a:lnTo>
                <a:lnTo>
                  <a:pt x="41" y="321"/>
                </a:lnTo>
                <a:lnTo>
                  <a:pt x="40" y="321"/>
                </a:lnTo>
                <a:lnTo>
                  <a:pt x="40" y="320"/>
                </a:lnTo>
                <a:lnTo>
                  <a:pt x="39" y="320"/>
                </a:lnTo>
                <a:lnTo>
                  <a:pt x="39" y="319"/>
                </a:lnTo>
                <a:lnTo>
                  <a:pt x="38" y="319"/>
                </a:lnTo>
                <a:lnTo>
                  <a:pt x="37" y="319"/>
                </a:lnTo>
                <a:lnTo>
                  <a:pt x="36" y="319"/>
                </a:lnTo>
                <a:lnTo>
                  <a:pt x="37" y="318"/>
                </a:lnTo>
                <a:lnTo>
                  <a:pt x="36" y="318"/>
                </a:lnTo>
                <a:lnTo>
                  <a:pt x="37" y="318"/>
                </a:lnTo>
                <a:lnTo>
                  <a:pt x="37" y="317"/>
                </a:lnTo>
                <a:lnTo>
                  <a:pt x="38" y="316"/>
                </a:lnTo>
                <a:lnTo>
                  <a:pt x="38" y="315"/>
                </a:lnTo>
                <a:lnTo>
                  <a:pt x="39" y="315"/>
                </a:lnTo>
                <a:lnTo>
                  <a:pt x="38" y="314"/>
                </a:lnTo>
                <a:lnTo>
                  <a:pt x="38" y="313"/>
                </a:lnTo>
                <a:lnTo>
                  <a:pt x="38" y="312"/>
                </a:lnTo>
                <a:lnTo>
                  <a:pt x="37" y="311"/>
                </a:lnTo>
                <a:lnTo>
                  <a:pt x="36" y="310"/>
                </a:lnTo>
                <a:lnTo>
                  <a:pt x="36" y="311"/>
                </a:lnTo>
                <a:lnTo>
                  <a:pt x="36" y="312"/>
                </a:lnTo>
                <a:lnTo>
                  <a:pt x="35" y="312"/>
                </a:lnTo>
                <a:lnTo>
                  <a:pt x="35" y="311"/>
                </a:lnTo>
                <a:lnTo>
                  <a:pt x="35" y="310"/>
                </a:lnTo>
                <a:lnTo>
                  <a:pt x="35" y="309"/>
                </a:lnTo>
                <a:lnTo>
                  <a:pt x="34" y="309"/>
                </a:lnTo>
                <a:lnTo>
                  <a:pt x="34" y="308"/>
                </a:lnTo>
                <a:lnTo>
                  <a:pt x="34" y="307"/>
                </a:lnTo>
                <a:lnTo>
                  <a:pt x="34" y="306"/>
                </a:lnTo>
                <a:lnTo>
                  <a:pt x="35" y="305"/>
                </a:lnTo>
                <a:lnTo>
                  <a:pt x="35" y="304"/>
                </a:lnTo>
                <a:lnTo>
                  <a:pt x="36" y="302"/>
                </a:lnTo>
                <a:lnTo>
                  <a:pt x="36" y="301"/>
                </a:lnTo>
                <a:lnTo>
                  <a:pt x="36" y="300"/>
                </a:lnTo>
                <a:lnTo>
                  <a:pt x="37" y="300"/>
                </a:lnTo>
                <a:lnTo>
                  <a:pt x="37" y="299"/>
                </a:lnTo>
                <a:lnTo>
                  <a:pt x="38" y="298"/>
                </a:lnTo>
                <a:lnTo>
                  <a:pt x="38" y="297"/>
                </a:lnTo>
                <a:lnTo>
                  <a:pt x="38" y="296"/>
                </a:lnTo>
                <a:lnTo>
                  <a:pt x="38" y="295"/>
                </a:lnTo>
                <a:lnTo>
                  <a:pt x="38" y="294"/>
                </a:lnTo>
                <a:lnTo>
                  <a:pt x="38" y="293"/>
                </a:lnTo>
                <a:lnTo>
                  <a:pt x="38" y="292"/>
                </a:lnTo>
                <a:lnTo>
                  <a:pt x="39" y="291"/>
                </a:lnTo>
                <a:lnTo>
                  <a:pt x="39" y="289"/>
                </a:lnTo>
                <a:lnTo>
                  <a:pt x="39" y="288"/>
                </a:lnTo>
                <a:lnTo>
                  <a:pt x="39" y="287"/>
                </a:lnTo>
                <a:lnTo>
                  <a:pt x="40" y="287"/>
                </a:lnTo>
                <a:lnTo>
                  <a:pt x="40" y="286"/>
                </a:lnTo>
                <a:lnTo>
                  <a:pt x="40" y="285"/>
                </a:lnTo>
                <a:lnTo>
                  <a:pt x="41" y="285"/>
                </a:lnTo>
                <a:lnTo>
                  <a:pt x="41" y="286"/>
                </a:lnTo>
                <a:lnTo>
                  <a:pt x="42" y="285"/>
                </a:lnTo>
                <a:lnTo>
                  <a:pt x="43" y="284"/>
                </a:lnTo>
                <a:lnTo>
                  <a:pt x="43" y="282"/>
                </a:lnTo>
                <a:lnTo>
                  <a:pt x="44" y="282"/>
                </a:lnTo>
                <a:lnTo>
                  <a:pt x="44" y="281"/>
                </a:lnTo>
                <a:lnTo>
                  <a:pt x="43" y="281"/>
                </a:lnTo>
                <a:lnTo>
                  <a:pt x="43" y="280"/>
                </a:lnTo>
                <a:lnTo>
                  <a:pt x="44" y="280"/>
                </a:lnTo>
                <a:lnTo>
                  <a:pt x="45" y="279"/>
                </a:lnTo>
                <a:lnTo>
                  <a:pt x="46" y="279"/>
                </a:lnTo>
                <a:lnTo>
                  <a:pt x="46" y="278"/>
                </a:lnTo>
                <a:lnTo>
                  <a:pt x="46" y="277"/>
                </a:lnTo>
                <a:lnTo>
                  <a:pt x="47" y="276"/>
                </a:lnTo>
                <a:lnTo>
                  <a:pt x="47" y="275"/>
                </a:lnTo>
                <a:lnTo>
                  <a:pt x="48" y="275"/>
                </a:lnTo>
                <a:lnTo>
                  <a:pt x="49" y="274"/>
                </a:lnTo>
                <a:lnTo>
                  <a:pt x="50" y="274"/>
                </a:lnTo>
                <a:lnTo>
                  <a:pt x="50" y="273"/>
                </a:lnTo>
                <a:lnTo>
                  <a:pt x="50" y="272"/>
                </a:lnTo>
                <a:lnTo>
                  <a:pt x="50" y="271"/>
                </a:lnTo>
                <a:lnTo>
                  <a:pt x="50" y="270"/>
                </a:lnTo>
                <a:lnTo>
                  <a:pt x="51" y="269"/>
                </a:lnTo>
                <a:lnTo>
                  <a:pt x="51" y="268"/>
                </a:lnTo>
                <a:lnTo>
                  <a:pt x="52" y="267"/>
                </a:lnTo>
                <a:lnTo>
                  <a:pt x="52" y="266"/>
                </a:lnTo>
                <a:lnTo>
                  <a:pt x="52" y="265"/>
                </a:lnTo>
                <a:lnTo>
                  <a:pt x="53" y="265"/>
                </a:lnTo>
                <a:lnTo>
                  <a:pt x="52" y="265"/>
                </a:lnTo>
                <a:lnTo>
                  <a:pt x="52" y="263"/>
                </a:lnTo>
                <a:lnTo>
                  <a:pt x="53" y="263"/>
                </a:lnTo>
                <a:lnTo>
                  <a:pt x="54" y="263"/>
                </a:lnTo>
                <a:lnTo>
                  <a:pt x="56" y="262"/>
                </a:lnTo>
                <a:lnTo>
                  <a:pt x="57" y="262"/>
                </a:lnTo>
                <a:lnTo>
                  <a:pt x="58" y="262"/>
                </a:lnTo>
                <a:lnTo>
                  <a:pt x="58" y="261"/>
                </a:lnTo>
                <a:lnTo>
                  <a:pt x="59" y="261"/>
                </a:lnTo>
                <a:lnTo>
                  <a:pt x="60" y="261"/>
                </a:lnTo>
                <a:lnTo>
                  <a:pt x="61" y="260"/>
                </a:lnTo>
                <a:lnTo>
                  <a:pt x="62" y="260"/>
                </a:lnTo>
                <a:lnTo>
                  <a:pt x="63" y="260"/>
                </a:lnTo>
                <a:lnTo>
                  <a:pt x="64" y="260"/>
                </a:lnTo>
                <a:lnTo>
                  <a:pt x="64" y="259"/>
                </a:lnTo>
                <a:lnTo>
                  <a:pt x="65" y="259"/>
                </a:lnTo>
                <a:lnTo>
                  <a:pt x="65" y="258"/>
                </a:lnTo>
                <a:lnTo>
                  <a:pt x="66" y="258"/>
                </a:lnTo>
                <a:lnTo>
                  <a:pt x="68" y="257"/>
                </a:lnTo>
                <a:lnTo>
                  <a:pt x="69" y="257"/>
                </a:lnTo>
                <a:lnTo>
                  <a:pt x="70" y="255"/>
                </a:lnTo>
                <a:lnTo>
                  <a:pt x="71" y="255"/>
                </a:lnTo>
                <a:lnTo>
                  <a:pt x="72" y="254"/>
                </a:lnTo>
                <a:lnTo>
                  <a:pt x="73" y="254"/>
                </a:lnTo>
                <a:lnTo>
                  <a:pt x="74" y="253"/>
                </a:lnTo>
                <a:lnTo>
                  <a:pt x="75" y="253"/>
                </a:lnTo>
                <a:lnTo>
                  <a:pt x="76" y="253"/>
                </a:lnTo>
                <a:lnTo>
                  <a:pt x="76" y="252"/>
                </a:lnTo>
                <a:lnTo>
                  <a:pt x="76" y="251"/>
                </a:lnTo>
                <a:lnTo>
                  <a:pt x="76" y="250"/>
                </a:lnTo>
                <a:lnTo>
                  <a:pt x="77" y="250"/>
                </a:lnTo>
                <a:lnTo>
                  <a:pt x="76" y="250"/>
                </a:lnTo>
                <a:lnTo>
                  <a:pt x="76" y="249"/>
                </a:lnTo>
                <a:lnTo>
                  <a:pt x="76" y="248"/>
                </a:lnTo>
                <a:lnTo>
                  <a:pt x="76" y="247"/>
                </a:lnTo>
                <a:lnTo>
                  <a:pt x="77" y="247"/>
                </a:lnTo>
                <a:lnTo>
                  <a:pt x="77" y="245"/>
                </a:lnTo>
                <a:lnTo>
                  <a:pt x="77" y="244"/>
                </a:lnTo>
                <a:lnTo>
                  <a:pt x="77" y="243"/>
                </a:lnTo>
                <a:lnTo>
                  <a:pt x="78" y="243"/>
                </a:lnTo>
                <a:lnTo>
                  <a:pt x="78" y="242"/>
                </a:lnTo>
                <a:lnTo>
                  <a:pt x="78" y="241"/>
                </a:lnTo>
                <a:lnTo>
                  <a:pt x="79" y="241"/>
                </a:lnTo>
                <a:lnTo>
                  <a:pt x="79" y="240"/>
                </a:lnTo>
                <a:lnTo>
                  <a:pt x="80" y="240"/>
                </a:lnTo>
                <a:lnTo>
                  <a:pt x="80" y="239"/>
                </a:lnTo>
                <a:lnTo>
                  <a:pt x="81" y="239"/>
                </a:lnTo>
                <a:lnTo>
                  <a:pt x="81" y="238"/>
                </a:lnTo>
                <a:lnTo>
                  <a:pt x="82" y="238"/>
                </a:lnTo>
                <a:lnTo>
                  <a:pt x="83" y="238"/>
                </a:lnTo>
                <a:lnTo>
                  <a:pt x="83" y="237"/>
                </a:lnTo>
                <a:lnTo>
                  <a:pt x="84" y="237"/>
                </a:lnTo>
                <a:lnTo>
                  <a:pt x="84" y="236"/>
                </a:lnTo>
                <a:lnTo>
                  <a:pt x="84" y="235"/>
                </a:lnTo>
                <a:lnTo>
                  <a:pt x="83" y="235"/>
                </a:lnTo>
                <a:lnTo>
                  <a:pt x="83" y="234"/>
                </a:lnTo>
                <a:lnTo>
                  <a:pt x="84" y="234"/>
                </a:lnTo>
                <a:lnTo>
                  <a:pt x="83" y="233"/>
                </a:lnTo>
                <a:lnTo>
                  <a:pt x="83" y="232"/>
                </a:lnTo>
                <a:lnTo>
                  <a:pt x="84" y="232"/>
                </a:lnTo>
                <a:lnTo>
                  <a:pt x="84" y="233"/>
                </a:lnTo>
                <a:lnTo>
                  <a:pt x="85" y="232"/>
                </a:lnTo>
                <a:lnTo>
                  <a:pt x="85" y="231"/>
                </a:lnTo>
                <a:lnTo>
                  <a:pt x="86" y="231"/>
                </a:lnTo>
                <a:lnTo>
                  <a:pt x="86" y="230"/>
                </a:lnTo>
                <a:lnTo>
                  <a:pt x="87" y="228"/>
                </a:lnTo>
                <a:lnTo>
                  <a:pt x="87" y="227"/>
                </a:lnTo>
                <a:lnTo>
                  <a:pt x="86" y="227"/>
                </a:lnTo>
                <a:lnTo>
                  <a:pt x="85" y="227"/>
                </a:lnTo>
                <a:lnTo>
                  <a:pt x="85" y="226"/>
                </a:lnTo>
                <a:lnTo>
                  <a:pt x="85" y="225"/>
                </a:lnTo>
                <a:lnTo>
                  <a:pt x="84" y="225"/>
                </a:lnTo>
                <a:lnTo>
                  <a:pt x="84" y="224"/>
                </a:lnTo>
                <a:lnTo>
                  <a:pt x="85" y="223"/>
                </a:lnTo>
                <a:lnTo>
                  <a:pt x="85" y="222"/>
                </a:lnTo>
                <a:lnTo>
                  <a:pt x="86" y="222"/>
                </a:lnTo>
                <a:lnTo>
                  <a:pt x="87" y="221"/>
                </a:lnTo>
                <a:lnTo>
                  <a:pt x="87" y="220"/>
                </a:lnTo>
                <a:lnTo>
                  <a:pt x="88" y="220"/>
                </a:lnTo>
                <a:lnTo>
                  <a:pt x="88" y="219"/>
                </a:lnTo>
                <a:lnTo>
                  <a:pt x="87" y="218"/>
                </a:lnTo>
                <a:lnTo>
                  <a:pt x="88" y="218"/>
                </a:lnTo>
                <a:lnTo>
                  <a:pt x="89" y="218"/>
                </a:lnTo>
                <a:lnTo>
                  <a:pt x="89" y="217"/>
                </a:lnTo>
                <a:lnTo>
                  <a:pt x="89" y="216"/>
                </a:lnTo>
                <a:lnTo>
                  <a:pt x="90" y="215"/>
                </a:lnTo>
                <a:lnTo>
                  <a:pt x="91" y="214"/>
                </a:lnTo>
                <a:lnTo>
                  <a:pt x="91" y="213"/>
                </a:lnTo>
                <a:lnTo>
                  <a:pt x="92" y="213"/>
                </a:lnTo>
                <a:lnTo>
                  <a:pt x="92" y="212"/>
                </a:lnTo>
                <a:lnTo>
                  <a:pt x="93" y="211"/>
                </a:lnTo>
                <a:lnTo>
                  <a:pt x="93" y="210"/>
                </a:lnTo>
                <a:lnTo>
                  <a:pt x="93" y="209"/>
                </a:lnTo>
                <a:lnTo>
                  <a:pt x="93" y="208"/>
                </a:lnTo>
                <a:lnTo>
                  <a:pt x="94" y="208"/>
                </a:lnTo>
                <a:lnTo>
                  <a:pt x="94" y="207"/>
                </a:lnTo>
                <a:lnTo>
                  <a:pt x="94" y="206"/>
                </a:lnTo>
                <a:lnTo>
                  <a:pt x="94" y="205"/>
                </a:lnTo>
                <a:lnTo>
                  <a:pt x="94" y="204"/>
                </a:lnTo>
                <a:lnTo>
                  <a:pt x="95" y="203"/>
                </a:lnTo>
                <a:lnTo>
                  <a:pt x="94" y="202"/>
                </a:lnTo>
                <a:lnTo>
                  <a:pt x="94" y="201"/>
                </a:lnTo>
                <a:lnTo>
                  <a:pt x="94" y="200"/>
                </a:lnTo>
                <a:lnTo>
                  <a:pt x="93" y="200"/>
                </a:lnTo>
                <a:lnTo>
                  <a:pt x="93" y="199"/>
                </a:lnTo>
                <a:lnTo>
                  <a:pt x="94" y="198"/>
                </a:lnTo>
                <a:lnTo>
                  <a:pt x="94" y="197"/>
                </a:lnTo>
                <a:lnTo>
                  <a:pt x="95" y="196"/>
                </a:lnTo>
                <a:lnTo>
                  <a:pt x="96" y="196"/>
                </a:lnTo>
                <a:lnTo>
                  <a:pt x="97" y="195"/>
                </a:lnTo>
                <a:lnTo>
                  <a:pt x="97" y="194"/>
                </a:lnTo>
                <a:lnTo>
                  <a:pt x="96" y="193"/>
                </a:lnTo>
                <a:lnTo>
                  <a:pt x="96" y="192"/>
                </a:lnTo>
                <a:lnTo>
                  <a:pt x="96" y="191"/>
                </a:lnTo>
                <a:lnTo>
                  <a:pt x="96" y="190"/>
                </a:lnTo>
                <a:lnTo>
                  <a:pt x="96" y="189"/>
                </a:lnTo>
                <a:lnTo>
                  <a:pt x="98" y="188"/>
                </a:lnTo>
                <a:lnTo>
                  <a:pt x="98" y="187"/>
                </a:lnTo>
                <a:lnTo>
                  <a:pt x="99" y="186"/>
                </a:lnTo>
                <a:lnTo>
                  <a:pt x="100" y="186"/>
                </a:lnTo>
                <a:lnTo>
                  <a:pt x="101" y="186"/>
                </a:lnTo>
                <a:lnTo>
                  <a:pt x="101" y="185"/>
                </a:lnTo>
                <a:lnTo>
                  <a:pt x="102" y="185"/>
                </a:lnTo>
                <a:lnTo>
                  <a:pt x="102" y="184"/>
                </a:lnTo>
                <a:lnTo>
                  <a:pt x="103" y="184"/>
                </a:lnTo>
                <a:lnTo>
                  <a:pt x="103" y="183"/>
                </a:lnTo>
                <a:lnTo>
                  <a:pt x="102" y="183"/>
                </a:lnTo>
                <a:lnTo>
                  <a:pt x="102" y="182"/>
                </a:lnTo>
                <a:lnTo>
                  <a:pt x="103" y="181"/>
                </a:lnTo>
                <a:lnTo>
                  <a:pt x="103" y="180"/>
                </a:lnTo>
                <a:lnTo>
                  <a:pt x="103" y="178"/>
                </a:lnTo>
                <a:lnTo>
                  <a:pt x="102" y="178"/>
                </a:lnTo>
                <a:lnTo>
                  <a:pt x="102" y="177"/>
                </a:lnTo>
                <a:lnTo>
                  <a:pt x="101" y="177"/>
                </a:lnTo>
                <a:lnTo>
                  <a:pt x="102" y="176"/>
                </a:lnTo>
                <a:lnTo>
                  <a:pt x="102" y="175"/>
                </a:lnTo>
                <a:lnTo>
                  <a:pt x="102" y="174"/>
                </a:lnTo>
                <a:lnTo>
                  <a:pt x="103" y="174"/>
                </a:lnTo>
                <a:lnTo>
                  <a:pt x="103" y="173"/>
                </a:lnTo>
                <a:lnTo>
                  <a:pt x="103" y="172"/>
                </a:lnTo>
                <a:lnTo>
                  <a:pt x="103" y="171"/>
                </a:lnTo>
                <a:lnTo>
                  <a:pt x="103" y="170"/>
                </a:lnTo>
                <a:lnTo>
                  <a:pt x="102" y="170"/>
                </a:lnTo>
                <a:lnTo>
                  <a:pt x="102" y="169"/>
                </a:lnTo>
                <a:lnTo>
                  <a:pt x="103" y="168"/>
                </a:lnTo>
                <a:lnTo>
                  <a:pt x="104" y="168"/>
                </a:lnTo>
                <a:lnTo>
                  <a:pt x="105" y="168"/>
                </a:lnTo>
                <a:lnTo>
                  <a:pt x="106" y="168"/>
                </a:lnTo>
                <a:lnTo>
                  <a:pt x="106" y="167"/>
                </a:lnTo>
                <a:lnTo>
                  <a:pt x="107" y="166"/>
                </a:lnTo>
                <a:lnTo>
                  <a:pt x="108" y="165"/>
                </a:lnTo>
                <a:lnTo>
                  <a:pt x="110" y="165"/>
                </a:lnTo>
                <a:lnTo>
                  <a:pt x="110" y="164"/>
                </a:lnTo>
                <a:lnTo>
                  <a:pt x="111" y="164"/>
                </a:lnTo>
                <a:lnTo>
                  <a:pt x="111" y="163"/>
                </a:lnTo>
                <a:lnTo>
                  <a:pt x="112" y="163"/>
                </a:lnTo>
                <a:lnTo>
                  <a:pt x="113" y="163"/>
                </a:lnTo>
                <a:lnTo>
                  <a:pt x="113" y="162"/>
                </a:lnTo>
                <a:lnTo>
                  <a:pt x="114" y="162"/>
                </a:lnTo>
                <a:lnTo>
                  <a:pt x="116" y="163"/>
                </a:lnTo>
                <a:lnTo>
                  <a:pt x="117" y="162"/>
                </a:lnTo>
                <a:lnTo>
                  <a:pt x="118" y="162"/>
                </a:lnTo>
                <a:lnTo>
                  <a:pt x="120" y="161"/>
                </a:lnTo>
                <a:lnTo>
                  <a:pt x="121" y="161"/>
                </a:lnTo>
                <a:lnTo>
                  <a:pt x="122" y="160"/>
                </a:lnTo>
                <a:lnTo>
                  <a:pt x="123" y="160"/>
                </a:lnTo>
                <a:lnTo>
                  <a:pt x="123" y="159"/>
                </a:lnTo>
                <a:lnTo>
                  <a:pt x="124" y="160"/>
                </a:lnTo>
                <a:lnTo>
                  <a:pt x="125" y="161"/>
                </a:lnTo>
                <a:lnTo>
                  <a:pt x="126" y="162"/>
                </a:lnTo>
                <a:lnTo>
                  <a:pt x="127" y="162"/>
                </a:lnTo>
                <a:lnTo>
                  <a:pt x="129" y="162"/>
                </a:lnTo>
                <a:lnTo>
                  <a:pt x="130" y="162"/>
                </a:lnTo>
                <a:lnTo>
                  <a:pt x="131" y="162"/>
                </a:lnTo>
                <a:lnTo>
                  <a:pt x="132" y="162"/>
                </a:lnTo>
                <a:lnTo>
                  <a:pt x="132" y="161"/>
                </a:lnTo>
                <a:lnTo>
                  <a:pt x="133" y="160"/>
                </a:lnTo>
                <a:lnTo>
                  <a:pt x="133" y="159"/>
                </a:lnTo>
                <a:lnTo>
                  <a:pt x="134" y="158"/>
                </a:lnTo>
                <a:lnTo>
                  <a:pt x="134" y="157"/>
                </a:lnTo>
                <a:lnTo>
                  <a:pt x="135" y="157"/>
                </a:lnTo>
                <a:lnTo>
                  <a:pt x="135" y="156"/>
                </a:lnTo>
                <a:lnTo>
                  <a:pt x="136" y="156"/>
                </a:lnTo>
                <a:lnTo>
                  <a:pt x="136" y="155"/>
                </a:lnTo>
                <a:lnTo>
                  <a:pt x="137" y="155"/>
                </a:lnTo>
                <a:lnTo>
                  <a:pt x="136" y="155"/>
                </a:lnTo>
                <a:lnTo>
                  <a:pt x="135" y="154"/>
                </a:lnTo>
                <a:lnTo>
                  <a:pt x="135" y="153"/>
                </a:lnTo>
                <a:lnTo>
                  <a:pt x="134" y="153"/>
                </a:lnTo>
                <a:lnTo>
                  <a:pt x="134" y="152"/>
                </a:lnTo>
                <a:lnTo>
                  <a:pt x="135" y="152"/>
                </a:lnTo>
                <a:lnTo>
                  <a:pt x="135" y="151"/>
                </a:lnTo>
                <a:lnTo>
                  <a:pt x="134" y="151"/>
                </a:lnTo>
                <a:lnTo>
                  <a:pt x="134" y="152"/>
                </a:lnTo>
                <a:lnTo>
                  <a:pt x="133" y="152"/>
                </a:lnTo>
                <a:lnTo>
                  <a:pt x="132" y="152"/>
                </a:lnTo>
                <a:lnTo>
                  <a:pt x="132" y="153"/>
                </a:lnTo>
                <a:lnTo>
                  <a:pt x="130" y="152"/>
                </a:lnTo>
                <a:lnTo>
                  <a:pt x="129" y="152"/>
                </a:lnTo>
                <a:lnTo>
                  <a:pt x="129" y="151"/>
                </a:lnTo>
                <a:lnTo>
                  <a:pt x="130" y="150"/>
                </a:lnTo>
                <a:lnTo>
                  <a:pt x="130" y="149"/>
                </a:lnTo>
                <a:lnTo>
                  <a:pt x="131" y="149"/>
                </a:lnTo>
                <a:lnTo>
                  <a:pt x="131" y="147"/>
                </a:lnTo>
                <a:lnTo>
                  <a:pt x="130" y="147"/>
                </a:lnTo>
                <a:lnTo>
                  <a:pt x="129" y="147"/>
                </a:lnTo>
                <a:lnTo>
                  <a:pt x="129" y="146"/>
                </a:lnTo>
                <a:lnTo>
                  <a:pt x="129" y="145"/>
                </a:lnTo>
                <a:lnTo>
                  <a:pt x="128" y="145"/>
                </a:lnTo>
                <a:lnTo>
                  <a:pt x="128" y="144"/>
                </a:lnTo>
                <a:lnTo>
                  <a:pt x="129" y="144"/>
                </a:lnTo>
                <a:lnTo>
                  <a:pt x="130" y="144"/>
                </a:lnTo>
                <a:lnTo>
                  <a:pt x="130" y="143"/>
                </a:lnTo>
                <a:lnTo>
                  <a:pt x="130" y="142"/>
                </a:lnTo>
                <a:lnTo>
                  <a:pt x="131" y="142"/>
                </a:lnTo>
                <a:lnTo>
                  <a:pt x="132" y="143"/>
                </a:lnTo>
                <a:lnTo>
                  <a:pt x="133" y="144"/>
                </a:lnTo>
                <a:lnTo>
                  <a:pt x="133" y="145"/>
                </a:lnTo>
                <a:lnTo>
                  <a:pt x="134" y="145"/>
                </a:lnTo>
                <a:lnTo>
                  <a:pt x="135" y="146"/>
                </a:lnTo>
                <a:lnTo>
                  <a:pt x="135" y="145"/>
                </a:lnTo>
                <a:lnTo>
                  <a:pt x="134" y="144"/>
                </a:lnTo>
                <a:lnTo>
                  <a:pt x="134" y="143"/>
                </a:lnTo>
                <a:lnTo>
                  <a:pt x="135" y="143"/>
                </a:lnTo>
                <a:lnTo>
                  <a:pt x="136" y="143"/>
                </a:lnTo>
                <a:lnTo>
                  <a:pt x="136" y="142"/>
                </a:lnTo>
                <a:lnTo>
                  <a:pt x="135" y="142"/>
                </a:lnTo>
                <a:lnTo>
                  <a:pt x="135" y="141"/>
                </a:lnTo>
                <a:lnTo>
                  <a:pt x="136" y="141"/>
                </a:lnTo>
                <a:lnTo>
                  <a:pt x="136" y="140"/>
                </a:lnTo>
                <a:lnTo>
                  <a:pt x="135" y="141"/>
                </a:lnTo>
                <a:lnTo>
                  <a:pt x="135" y="140"/>
                </a:lnTo>
                <a:lnTo>
                  <a:pt x="135" y="139"/>
                </a:lnTo>
                <a:lnTo>
                  <a:pt x="134" y="139"/>
                </a:lnTo>
                <a:lnTo>
                  <a:pt x="134" y="138"/>
                </a:lnTo>
                <a:lnTo>
                  <a:pt x="134" y="137"/>
                </a:lnTo>
                <a:lnTo>
                  <a:pt x="134" y="136"/>
                </a:lnTo>
                <a:lnTo>
                  <a:pt x="135" y="136"/>
                </a:lnTo>
                <a:lnTo>
                  <a:pt x="135" y="137"/>
                </a:lnTo>
                <a:lnTo>
                  <a:pt x="135" y="136"/>
                </a:lnTo>
                <a:lnTo>
                  <a:pt x="135" y="135"/>
                </a:lnTo>
                <a:lnTo>
                  <a:pt x="134" y="135"/>
                </a:lnTo>
                <a:lnTo>
                  <a:pt x="135" y="135"/>
                </a:lnTo>
                <a:lnTo>
                  <a:pt x="135" y="133"/>
                </a:lnTo>
                <a:lnTo>
                  <a:pt x="134" y="132"/>
                </a:lnTo>
                <a:lnTo>
                  <a:pt x="135" y="132"/>
                </a:lnTo>
                <a:lnTo>
                  <a:pt x="135" y="131"/>
                </a:lnTo>
                <a:lnTo>
                  <a:pt x="136" y="131"/>
                </a:lnTo>
                <a:lnTo>
                  <a:pt x="136" y="130"/>
                </a:lnTo>
                <a:lnTo>
                  <a:pt x="135" y="130"/>
                </a:lnTo>
                <a:lnTo>
                  <a:pt x="135" y="129"/>
                </a:lnTo>
                <a:lnTo>
                  <a:pt x="136" y="129"/>
                </a:lnTo>
                <a:lnTo>
                  <a:pt x="136" y="130"/>
                </a:lnTo>
                <a:lnTo>
                  <a:pt x="137" y="130"/>
                </a:lnTo>
                <a:lnTo>
                  <a:pt x="137" y="129"/>
                </a:lnTo>
                <a:lnTo>
                  <a:pt x="138" y="129"/>
                </a:lnTo>
                <a:lnTo>
                  <a:pt x="139" y="129"/>
                </a:lnTo>
                <a:lnTo>
                  <a:pt x="139" y="128"/>
                </a:lnTo>
                <a:lnTo>
                  <a:pt x="138" y="128"/>
                </a:lnTo>
                <a:lnTo>
                  <a:pt x="138" y="127"/>
                </a:lnTo>
                <a:lnTo>
                  <a:pt x="139" y="127"/>
                </a:lnTo>
                <a:lnTo>
                  <a:pt x="140" y="128"/>
                </a:lnTo>
                <a:lnTo>
                  <a:pt x="141" y="129"/>
                </a:lnTo>
                <a:lnTo>
                  <a:pt x="142" y="129"/>
                </a:lnTo>
                <a:lnTo>
                  <a:pt x="143" y="129"/>
                </a:lnTo>
                <a:lnTo>
                  <a:pt x="143" y="128"/>
                </a:lnTo>
                <a:lnTo>
                  <a:pt x="144" y="129"/>
                </a:lnTo>
                <a:lnTo>
                  <a:pt x="143" y="129"/>
                </a:lnTo>
                <a:lnTo>
                  <a:pt x="144" y="129"/>
                </a:lnTo>
                <a:lnTo>
                  <a:pt x="145" y="129"/>
                </a:lnTo>
                <a:lnTo>
                  <a:pt x="145" y="130"/>
                </a:lnTo>
                <a:lnTo>
                  <a:pt x="145" y="132"/>
                </a:lnTo>
                <a:lnTo>
                  <a:pt x="145" y="133"/>
                </a:lnTo>
                <a:lnTo>
                  <a:pt x="144" y="133"/>
                </a:lnTo>
                <a:lnTo>
                  <a:pt x="144" y="134"/>
                </a:lnTo>
                <a:lnTo>
                  <a:pt x="144" y="135"/>
                </a:lnTo>
                <a:lnTo>
                  <a:pt x="145" y="136"/>
                </a:lnTo>
                <a:lnTo>
                  <a:pt x="146" y="136"/>
                </a:lnTo>
                <a:lnTo>
                  <a:pt x="146" y="135"/>
                </a:lnTo>
                <a:lnTo>
                  <a:pt x="147" y="136"/>
                </a:lnTo>
                <a:lnTo>
                  <a:pt x="146" y="136"/>
                </a:lnTo>
                <a:lnTo>
                  <a:pt x="146" y="137"/>
                </a:lnTo>
                <a:lnTo>
                  <a:pt x="147" y="137"/>
                </a:lnTo>
                <a:lnTo>
                  <a:pt x="148" y="137"/>
                </a:lnTo>
                <a:lnTo>
                  <a:pt x="149" y="137"/>
                </a:lnTo>
                <a:lnTo>
                  <a:pt x="149" y="138"/>
                </a:lnTo>
                <a:lnTo>
                  <a:pt x="150" y="138"/>
                </a:lnTo>
                <a:lnTo>
                  <a:pt x="150" y="139"/>
                </a:lnTo>
                <a:lnTo>
                  <a:pt x="151" y="141"/>
                </a:lnTo>
                <a:lnTo>
                  <a:pt x="152" y="141"/>
                </a:lnTo>
                <a:lnTo>
                  <a:pt x="152" y="142"/>
                </a:lnTo>
                <a:lnTo>
                  <a:pt x="153" y="142"/>
                </a:lnTo>
                <a:lnTo>
                  <a:pt x="153" y="141"/>
                </a:lnTo>
                <a:lnTo>
                  <a:pt x="154" y="138"/>
                </a:lnTo>
                <a:lnTo>
                  <a:pt x="154" y="137"/>
                </a:lnTo>
                <a:lnTo>
                  <a:pt x="155" y="136"/>
                </a:lnTo>
                <a:lnTo>
                  <a:pt x="155" y="135"/>
                </a:lnTo>
                <a:lnTo>
                  <a:pt x="156" y="135"/>
                </a:lnTo>
                <a:lnTo>
                  <a:pt x="157" y="134"/>
                </a:lnTo>
                <a:lnTo>
                  <a:pt x="158" y="134"/>
                </a:lnTo>
                <a:lnTo>
                  <a:pt x="158" y="133"/>
                </a:lnTo>
                <a:lnTo>
                  <a:pt x="159" y="132"/>
                </a:lnTo>
                <a:lnTo>
                  <a:pt x="160" y="131"/>
                </a:lnTo>
                <a:lnTo>
                  <a:pt x="160" y="130"/>
                </a:lnTo>
                <a:lnTo>
                  <a:pt x="161" y="130"/>
                </a:lnTo>
                <a:lnTo>
                  <a:pt x="161" y="129"/>
                </a:lnTo>
                <a:lnTo>
                  <a:pt x="161" y="128"/>
                </a:lnTo>
                <a:lnTo>
                  <a:pt x="162" y="127"/>
                </a:lnTo>
                <a:lnTo>
                  <a:pt x="163" y="127"/>
                </a:lnTo>
                <a:lnTo>
                  <a:pt x="163" y="126"/>
                </a:lnTo>
                <a:lnTo>
                  <a:pt x="164" y="126"/>
                </a:lnTo>
                <a:lnTo>
                  <a:pt x="164" y="124"/>
                </a:lnTo>
                <a:lnTo>
                  <a:pt x="165" y="123"/>
                </a:lnTo>
                <a:lnTo>
                  <a:pt x="166" y="122"/>
                </a:lnTo>
                <a:lnTo>
                  <a:pt x="166" y="120"/>
                </a:lnTo>
                <a:lnTo>
                  <a:pt x="167" y="119"/>
                </a:lnTo>
                <a:lnTo>
                  <a:pt x="169" y="118"/>
                </a:lnTo>
                <a:lnTo>
                  <a:pt x="170" y="117"/>
                </a:lnTo>
                <a:lnTo>
                  <a:pt x="170" y="116"/>
                </a:lnTo>
                <a:lnTo>
                  <a:pt x="171" y="115"/>
                </a:lnTo>
                <a:lnTo>
                  <a:pt x="172" y="114"/>
                </a:lnTo>
                <a:lnTo>
                  <a:pt x="172" y="113"/>
                </a:lnTo>
                <a:lnTo>
                  <a:pt x="173" y="113"/>
                </a:lnTo>
                <a:lnTo>
                  <a:pt x="173" y="112"/>
                </a:lnTo>
                <a:lnTo>
                  <a:pt x="173" y="111"/>
                </a:lnTo>
                <a:lnTo>
                  <a:pt x="174" y="110"/>
                </a:lnTo>
                <a:lnTo>
                  <a:pt x="173" y="110"/>
                </a:lnTo>
                <a:lnTo>
                  <a:pt x="173" y="109"/>
                </a:lnTo>
                <a:lnTo>
                  <a:pt x="173" y="108"/>
                </a:lnTo>
                <a:lnTo>
                  <a:pt x="174" y="108"/>
                </a:lnTo>
                <a:lnTo>
                  <a:pt x="175" y="108"/>
                </a:lnTo>
                <a:lnTo>
                  <a:pt x="176" y="107"/>
                </a:lnTo>
                <a:lnTo>
                  <a:pt x="176" y="106"/>
                </a:lnTo>
                <a:lnTo>
                  <a:pt x="176" y="104"/>
                </a:lnTo>
                <a:lnTo>
                  <a:pt x="177" y="102"/>
                </a:lnTo>
                <a:lnTo>
                  <a:pt x="177" y="101"/>
                </a:lnTo>
                <a:lnTo>
                  <a:pt x="177" y="100"/>
                </a:lnTo>
                <a:lnTo>
                  <a:pt x="178" y="100"/>
                </a:lnTo>
                <a:lnTo>
                  <a:pt x="179" y="100"/>
                </a:lnTo>
                <a:lnTo>
                  <a:pt x="179" y="99"/>
                </a:lnTo>
                <a:lnTo>
                  <a:pt x="179" y="98"/>
                </a:lnTo>
                <a:lnTo>
                  <a:pt x="181" y="98"/>
                </a:lnTo>
                <a:lnTo>
                  <a:pt x="181" y="99"/>
                </a:lnTo>
                <a:lnTo>
                  <a:pt x="182" y="98"/>
                </a:lnTo>
                <a:lnTo>
                  <a:pt x="183" y="97"/>
                </a:lnTo>
                <a:lnTo>
                  <a:pt x="183" y="96"/>
                </a:lnTo>
                <a:lnTo>
                  <a:pt x="182" y="96"/>
                </a:lnTo>
                <a:lnTo>
                  <a:pt x="182" y="95"/>
                </a:lnTo>
                <a:lnTo>
                  <a:pt x="182" y="94"/>
                </a:lnTo>
                <a:lnTo>
                  <a:pt x="183" y="94"/>
                </a:lnTo>
                <a:lnTo>
                  <a:pt x="184" y="94"/>
                </a:lnTo>
                <a:lnTo>
                  <a:pt x="184" y="95"/>
                </a:lnTo>
                <a:lnTo>
                  <a:pt x="185" y="95"/>
                </a:lnTo>
                <a:lnTo>
                  <a:pt x="185" y="94"/>
                </a:lnTo>
                <a:lnTo>
                  <a:pt x="186" y="94"/>
                </a:lnTo>
                <a:lnTo>
                  <a:pt x="186" y="93"/>
                </a:lnTo>
                <a:lnTo>
                  <a:pt x="186" y="90"/>
                </a:lnTo>
                <a:lnTo>
                  <a:pt x="186" y="89"/>
                </a:lnTo>
                <a:lnTo>
                  <a:pt x="186" y="88"/>
                </a:lnTo>
                <a:lnTo>
                  <a:pt x="187" y="86"/>
                </a:lnTo>
                <a:lnTo>
                  <a:pt x="188" y="85"/>
                </a:lnTo>
                <a:lnTo>
                  <a:pt x="189" y="84"/>
                </a:lnTo>
                <a:lnTo>
                  <a:pt x="189" y="83"/>
                </a:lnTo>
                <a:lnTo>
                  <a:pt x="189" y="82"/>
                </a:lnTo>
                <a:lnTo>
                  <a:pt x="189" y="80"/>
                </a:lnTo>
                <a:lnTo>
                  <a:pt x="190" y="80"/>
                </a:lnTo>
                <a:lnTo>
                  <a:pt x="191" y="80"/>
                </a:lnTo>
                <a:lnTo>
                  <a:pt x="191" y="81"/>
                </a:lnTo>
                <a:lnTo>
                  <a:pt x="192" y="81"/>
                </a:lnTo>
                <a:lnTo>
                  <a:pt x="192" y="80"/>
                </a:lnTo>
                <a:lnTo>
                  <a:pt x="192" y="81"/>
                </a:lnTo>
                <a:lnTo>
                  <a:pt x="193" y="81"/>
                </a:lnTo>
                <a:lnTo>
                  <a:pt x="194" y="81"/>
                </a:lnTo>
                <a:lnTo>
                  <a:pt x="194" y="82"/>
                </a:lnTo>
                <a:lnTo>
                  <a:pt x="195" y="82"/>
                </a:lnTo>
                <a:lnTo>
                  <a:pt x="196" y="81"/>
                </a:lnTo>
                <a:lnTo>
                  <a:pt x="199" y="80"/>
                </a:lnTo>
                <a:lnTo>
                  <a:pt x="200" y="79"/>
                </a:lnTo>
                <a:lnTo>
                  <a:pt x="201" y="79"/>
                </a:lnTo>
                <a:lnTo>
                  <a:pt x="203" y="79"/>
                </a:lnTo>
                <a:lnTo>
                  <a:pt x="204" y="79"/>
                </a:lnTo>
                <a:lnTo>
                  <a:pt x="206" y="79"/>
                </a:lnTo>
                <a:lnTo>
                  <a:pt x="206" y="80"/>
                </a:lnTo>
                <a:lnTo>
                  <a:pt x="207" y="80"/>
                </a:lnTo>
                <a:lnTo>
                  <a:pt x="207" y="79"/>
                </a:lnTo>
                <a:lnTo>
                  <a:pt x="208" y="79"/>
                </a:lnTo>
                <a:lnTo>
                  <a:pt x="209" y="79"/>
                </a:lnTo>
                <a:lnTo>
                  <a:pt x="210" y="79"/>
                </a:lnTo>
                <a:lnTo>
                  <a:pt x="211" y="79"/>
                </a:lnTo>
                <a:lnTo>
                  <a:pt x="212" y="79"/>
                </a:lnTo>
                <a:lnTo>
                  <a:pt x="214" y="79"/>
                </a:lnTo>
                <a:lnTo>
                  <a:pt x="217" y="79"/>
                </a:lnTo>
                <a:lnTo>
                  <a:pt x="218" y="79"/>
                </a:lnTo>
                <a:lnTo>
                  <a:pt x="218" y="78"/>
                </a:lnTo>
                <a:lnTo>
                  <a:pt x="219" y="78"/>
                </a:lnTo>
                <a:lnTo>
                  <a:pt x="219" y="77"/>
                </a:lnTo>
                <a:lnTo>
                  <a:pt x="219" y="78"/>
                </a:lnTo>
                <a:lnTo>
                  <a:pt x="220" y="77"/>
                </a:lnTo>
                <a:lnTo>
                  <a:pt x="221" y="76"/>
                </a:lnTo>
                <a:lnTo>
                  <a:pt x="222" y="76"/>
                </a:lnTo>
                <a:lnTo>
                  <a:pt x="223" y="76"/>
                </a:lnTo>
                <a:lnTo>
                  <a:pt x="224" y="76"/>
                </a:lnTo>
                <a:lnTo>
                  <a:pt x="225" y="76"/>
                </a:lnTo>
                <a:lnTo>
                  <a:pt x="226" y="76"/>
                </a:lnTo>
                <a:lnTo>
                  <a:pt x="229" y="76"/>
                </a:lnTo>
                <a:lnTo>
                  <a:pt x="231" y="77"/>
                </a:lnTo>
                <a:lnTo>
                  <a:pt x="232" y="76"/>
                </a:lnTo>
                <a:lnTo>
                  <a:pt x="233" y="76"/>
                </a:lnTo>
                <a:lnTo>
                  <a:pt x="233" y="75"/>
                </a:lnTo>
                <a:lnTo>
                  <a:pt x="234" y="75"/>
                </a:lnTo>
                <a:lnTo>
                  <a:pt x="235" y="75"/>
                </a:lnTo>
                <a:lnTo>
                  <a:pt x="236" y="75"/>
                </a:lnTo>
                <a:lnTo>
                  <a:pt x="237" y="75"/>
                </a:lnTo>
                <a:lnTo>
                  <a:pt x="244" y="75"/>
                </a:lnTo>
                <a:lnTo>
                  <a:pt x="245" y="75"/>
                </a:lnTo>
                <a:lnTo>
                  <a:pt x="246" y="74"/>
                </a:lnTo>
                <a:lnTo>
                  <a:pt x="246" y="73"/>
                </a:lnTo>
                <a:lnTo>
                  <a:pt x="248" y="73"/>
                </a:lnTo>
                <a:lnTo>
                  <a:pt x="249" y="72"/>
                </a:lnTo>
                <a:lnTo>
                  <a:pt x="250" y="71"/>
                </a:lnTo>
                <a:lnTo>
                  <a:pt x="252" y="70"/>
                </a:lnTo>
                <a:lnTo>
                  <a:pt x="253" y="70"/>
                </a:lnTo>
                <a:lnTo>
                  <a:pt x="254" y="70"/>
                </a:lnTo>
                <a:lnTo>
                  <a:pt x="254" y="71"/>
                </a:lnTo>
                <a:lnTo>
                  <a:pt x="255" y="71"/>
                </a:lnTo>
                <a:lnTo>
                  <a:pt x="256" y="71"/>
                </a:lnTo>
                <a:lnTo>
                  <a:pt x="257" y="71"/>
                </a:lnTo>
                <a:lnTo>
                  <a:pt x="258" y="71"/>
                </a:lnTo>
                <a:lnTo>
                  <a:pt x="259" y="72"/>
                </a:lnTo>
                <a:lnTo>
                  <a:pt x="260" y="72"/>
                </a:lnTo>
                <a:lnTo>
                  <a:pt x="261" y="72"/>
                </a:lnTo>
                <a:lnTo>
                  <a:pt x="262" y="72"/>
                </a:lnTo>
                <a:lnTo>
                  <a:pt x="264" y="71"/>
                </a:lnTo>
                <a:lnTo>
                  <a:pt x="264" y="70"/>
                </a:lnTo>
                <a:lnTo>
                  <a:pt x="267" y="64"/>
                </a:lnTo>
                <a:lnTo>
                  <a:pt x="267" y="63"/>
                </a:lnTo>
                <a:lnTo>
                  <a:pt x="267" y="62"/>
                </a:lnTo>
                <a:lnTo>
                  <a:pt x="268" y="60"/>
                </a:lnTo>
                <a:lnTo>
                  <a:pt x="269" y="58"/>
                </a:lnTo>
                <a:lnTo>
                  <a:pt x="270" y="57"/>
                </a:lnTo>
                <a:lnTo>
                  <a:pt x="271" y="56"/>
                </a:lnTo>
                <a:lnTo>
                  <a:pt x="271" y="54"/>
                </a:lnTo>
                <a:lnTo>
                  <a:pt x="271" y="53"/>
                </a:lnTo>
                <a:lnTo>
                  <a:pt x="271" y="52"/>
                </a:lnTo>
                <a:lnTo>
                  <a:pt x="271" y="50"/>
                </a:lnTo>
                <a:lnTo>
                  <a:pt x="271" y="48"/>
                </a:lnTo>
                <a:lnTo>
                  <a:pt x="272" y="47"/>
                </a:lnTo>
                <a:lnTo>
                  <a:pt x="272" y="46"/>
                </a:lnTo>
                <a:lnTo>
                  <a:pt x="273" y="45"/>
                </a:lnTo>
                <a:lnTo>
                  <a:pt x="273" y="44"/>
                </a:lnTo>
                <a:lnTo>
                  <a:pt x="273" y="43"/>
                </a:lnTo>
                <a:lnTo>
                  <a:pt x="273" y="42"/>
                </a:lnTo>
                <a:lnTo>
                  <a:pt x="274" y="41"/>
                </a:lnTo>
                <a:lnTo>
                  <a:pt x="275" y="40"/>
                </a:lnTo>
                <a:lnTo>
                  <a:pt x="274" y="40"/>
                </a:lnTo>
                <a:lnTo>
                  <a:pt x="274" y="39"/>
                </a:lnTo>
                <a:lnTo>
                  <a:pt x="274" y="38"/>
                </a:lnTo>
                <a:lnTo>
                  <a:pt x="275" y="37"/>
                </a:lnTo>
                <a:lnTo>
                  <a:pt x="275" y="36"/>
                </a:lnTo>
                <a:lnTo>
                  <a:pt x="276" y="36"/>
                </a:lnTo>
                <a:lnTo>
                  <a:pt x="276" y="35"/>
                </a:lnTo>
                <a:lnTo>
                  <a:pt x="277" y="35"/>
                </a:lnTo>
                <a:lnTo>
                  <a:pt x="278" y="35"/>
                </a:lnTo>
                <a:lnTo>
                  <a:pt x="279" y="34"/>
                </a:lnTo>
                <a:lnTo>
                  <a:pt x="280" y="34"/>
                </a:lnTo>
                <a:lnTo>
                  <a:pt x="280" y="35"/>
                </a:lnTo>
                <a:lnTo>
                  <a:pt x="281" y="35"/>
                </a:lnTo>
                <a:lnTo>
                  <a:pt x="283" y="34"/>
                </a:lnTo>
                <a:lnTo>
                  <a:pt x="284" y="34"/>
                </a:lnTo>
                <a:lnTo>
                  <a:pt x="285" y="34"/>
                </a:lnTo>
                <a:lnTo>
                  <a:pt x="286" y="34"/>
                </a:lnTo>
                <a:lnTo>
                  <a:pt x="286" y="33"/>
                </a:lnTo>
                <a:lnTo>
                  <a:pt x="287" y="33"/>
                </a:lnTo>
                <a:lnTo>
                  <a:pt x="288" y="32"/>
                </a:lnTo>
                <a:lnTo>
                  <a:pt x="289" y="32"/>
                </a:lnTo>
                <a:lnTo>
                  <a:pt x="290" y="32"/>
                </a:lnTo>
                <a:lnTo>
                  <a:pt x="290" y="33"/>
                </a:lnTo>
                <a:lnTo>
                  <a:pt x="291" y="32"/>
                </a:lnTo>
                <a:lnTo>
                  <a:pt x="292" y="31"/>
                </a:lnTo>
                <a:lnTo>
                  <a:pt x="292" y="30"/>
                </a:lnTo>
                <a:lnTo>
                  <a:pt x="293" y="30"/>
                </a:lnTo>
                <a:lnTo>
                  <a:pt x="293" y="29"/>
                </a:lnTo>
                <a:lnTo>
                  <a:pt x="293" y="28"/>
                </a:lnTo>
                <a:lnTo>
                  <a:pt x="293" y="27"/>
                </a:lnTo>
                <a:lnTo>
                  <a:pt x="294" y="26"/>
                </a:lnTo>
                <a:lnTo>
                  <a:pt x="294" y="25"/>
                </a:lnTo>
                <a:lnTo>
                  <a:pt x="295" y="24"/>
                </a:lnTo>
                <a:lnTo>
                  <a:pt x="296" y="23"/>
                </a:lnTo>
                <a:lnTo>
                  <a:pt x="297" y="23"/>
                </a:lnTo>
                <a:lnTo>
                  <a:pt x="297" y="22"/>
                </a:lnTo>
                <a:lnTo>
                  <a:pt x="297" y="21"/>
                </a:lnTo>
                <a:lnTo>
                  <a:pt x="296" y="19"/>
                </a:lnTo>
                <a:lnTo>
                  <a:pt x="296" y="18"/>
                </a:lnTo>
                <a:lnTo>
                  <a:pt x="297" y="18"/>
                </a:lnTo>
                <a:lnTo>
                  <a:pt x="297" y="17"/>
                </a:lnTo>
                <a:lnTo>
                  <a:pt x="298" y="17"/>
                </a:lnTo>
                <a:lnTo>
                  <a:pt x="299" y="17"/>
                </a:lnTo>
                <a:lnTo>
                  <a:pt x="300" y="16"/>
                </a:lnTo>
                <a:lnTo>
                  <a:pt x="299" y="16"/>
                </a:lnTo>
                <a:lnTo>
                  <a:pt x="299" y="15"/>
                </a:lnTo>
                <a:lnTo>
                  <a:pt x="298" y="15"/>
                </a:lnTo>
                <a:lnTo>
                  <a:pt x="299" y="14"/>
                </a:lnTo>
                <a:lnTo>
                  <a:pt x="299" y="13"/>
                </a:lnTo>
                <a:lnTo>
                  <a:pt x="298" y="12"/>
                </a:lnTo>
                <a:lnTo>
                  <a:pt x="298" y="11"/>
                </a:lnTo>
                <a:lnTo>
                  <a:pt x="299" y="11"/>
                </a:lnTo>
                <a:lnTo>
                  <a:pt x="300" y="9"/>
                </a:lnTo>
                <a:lnTo>
                  <a:pt x="299" y="8"/>
                </a:lnTo>
                <a:lnTo>
                  <a:pt x="300" y="7"/>
                </a:lnTo>
                <a:lnTo>
                  <a:pt x="300" y="6"/>
                </a:lnTo>
                <a:lnTo>
                  <a:pt x="300" y="5"/>
                </a:lnTo>
                <a:lnTo>
                  <a:pt x="298" y="3"/>
                </a:lnTo>
                <a:lnTo>
                  <a:pt x="297" y="3"/>
                </a:lnTo>
                <a:lnTo>
                  <a:pt x="298" y="2"/>
                </a:lnTo>
                <a:lnTo>
                  <a:pt x="298" y="1"/>
                </a:lnTo>
                <a:lnTo>
                  <a:pt x="298" y="0"/>
                </a:lnTo>
                <a:lnTo>
                  <a:pt x="299" y="0"/>
                </a:lnTo>
                <a:lnTo>
                  <a:pt x="301" y="1"/>
                </a:lnTo>
                <a:lnTo>
                  <a:pt x="301" y="2"/>
                </a:lnTo>
                <a:lnTo>
                  <a:pt x="30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2558880" y="4661640"/>
            <a:ext cx="2160" cy="2520"/>
          </a:xfrm>
          <a:custGeom>
            <a:avLst/>
            <a:gdLst/>
            <a:ahLst/>
            <a:rect l="0" t="0" r="r" b="b"/>
            <a:pathLst>
              <a:path w="6" h="7">
                <a:moveTo>
                  <a:pt x="6" y="2"/>
                </a:move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2" y="5"/>
                </a:lnTo>
                <a:lnTo>
                  <a:pt x="1" y="6"/>
                </a:lnTo>
                <a:lnTo>
                  <a:pt x="1" y="7"/>
                </a:lnTo>
                <a:lnTo>
                  <a:pt x="0" y="7"/>
                </a:lnTo>
                <a:lnTo>
                  <a:pt x="0" y="6"/>
                </a:lnTo>
                <a:lnTo>
                  <a:pt x="1" y="5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1" y="1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6" y="1"/>
                </a:lnTo>
                <a:lnTo>
                  <a:pt x="4" y="2"/>
                </a:lnTo>
                <a:lnTo>
                  <a:pt x="6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2559960" y="46594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3"/>
                </a:moveTo>
                <a:lnTo>
                  <a:pt x="4" y="3"/>
                </a:lnTo>
                <a:lnTo>
                  <a:pt x="2" y="4"/>
                </a:lnTo>
                <a:lnTo>
                  <a:pt x="0" y="4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2562120" y="465840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3" y="0"/>
                </a:moveTo>
                <a:lnTo>
                  <a:pt x="3" y="2"/>
                </a:lnTo>
                <a:lnTo>
                  <a:pt x="2" y="2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3" y="4"/>
                </a:lnTo>
                <a:lnTo>
                  <a:pt x="4" y="4"/>
                </a:lnTo>
                <a:lnTo>
                  <a:pt x="4" y="6"/>
                </a:lnTo>
                <a:lnTo>
                  <a:pt x="3" y="4"/>
                </a:lnTo>
                <a:lnTo>
                  <a:pt x="2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2562120" y="465660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4" y="1"/>
                </a:moveTo>
                <a:lnTo>
                  <a:pt x="4" y="3"/>
                </a:lnTo>
                <a:lnTo>
                  <a:pt x="6" y="3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2134440" y="4805280"/>
            <a:ext cx="280440" cy="267480"/>
          </a:xfrm>
          <a:custGeom>
            <a:avLst/>
            <a:gdLst/>
            <a:ahLst/>
            <a:rect l="0" t="0" r="r" b="b"/>
            <a:pathLst>
              <a:path w="779" h="743">
                <a:moveTo>
                  <a:pt x="390" y="1"/>
                </a:moveTo>
                <a:lnTo>
                  <a:pt x="390" y="2"/>
                </a:lnTo>
                <a:lnTo>
                  <a:pt x="391" y="3"/>
                </a:lnTo>
                <a:lnTo>
                  <a:pt x="393" y="4"/>
                </a:lnTo>
                <a:lnTo>
                  <a:pt x="394" y="3"/>
                </a:lnTo>
                <a:lnTo>
                  <a:pt x="395" y="4"/>
                </a:lnTo>
                <a:lnTo>
                  <a:pt x="396" y="5"/>
                </a:lnTo>
                <a:lnTo>
                  <a:pt x="397" y="6"/>
                </a:lnTo>
                <a:lnTo>
                  <a:pt x="398" y="6"/>
                </a:lnTo>
                <a:lnTo>
                  <a:pt x="399" y="6"/>
                </a:lnTo>
                <a:lnTo>
                  <a:pt x="400" y="5"/>
                </a:lnTo>
                <a:lnTo>
                  <a:pt x="401" y="5"/>
                </a:lnTo>
                <a:lnTo>
                  <a:pt x="401" y="6"/>
                </a:lnTo>
                <a:lnTo>
                  <a:pt x="402" y="6"/>
                </a:lnTo>
                <a:lnTo>
                  <a:pt x="403" y="6"/>
                </a:lnTo>
                <a:lnTo>
                  <a:pt x="403" y="5"/>
                </a:lnTo>
                <a:lnTo>
                  <a:pt x="401" y="5"/>
                </a:lnTo>
                <a:lnTo>
                  <a:pt x="401" y="4"/>
                </a:lnTo>
                <a:lnTo>
                  <a:pt x="401" y="3"/>
                </a:lnTo>
                <a:lnTo>
                  <a:pt x="402" y="2"/>
                </a:lnTo>
                <a:lnTo>
                  <a:pt x="403" y="2"/>
                </a:lnTo>
                <a:lnTo>
                  <a:pt x="405" y="2"/>
                </a:lnTo>
                <a:lnTo>
                  <a:pt x="406" y="2"/>
                </a:lnTo>
                <a:lnTo>
                  <a:pt x="406" y="3"/>
                </a:lnTo>
                <a:lnTo>
                  <a:pt x="409" y="6"/>
                </a:lnTo>
                <a:lnTo>
                  <a:pt x="409" y="7"/>
                </a:lnTo>
                <a:lnTo>
                  <a:pt x="409" y="8"/>
                </a:lnTo>
                <a:lnTo>
                  <a:pt x="410" y="7"/>
                </a:lnTo>
                <a:lnTo>
                  <a:pt x="411" y="6"/>
                </a:lnTo>
                <a:lnTo>
                  <a:pt x="412" y="6"/>
                </a:lnTo>
                <a:lnTo>
                  <a:pt x="412" y="5"/>
                </a:lnTo>
                <a:lnTo>
                  <a:pt x="412" y="4"/>
                </a:lnTo>
                <a:lnTo>
                  <a:pt x="413" y="4"/>
                </a:lnTo>
                <a:lnTo>
                  <a:pt x="414" y="4"/>
                </a:lnTo>
                <a:lnTo>
                  <a:pt x="414" y="3"/>
                </a:lnTo>
                <a:lnTo>
                  <a:pt x="414" y="2"/>
                </a:lnTo>
                <a:lnTo>
                  <a:pt x="413" y="2"/>
                </a:lnTo>
                <a:lnTo>
                  <a:pt x="412" y="2"/>
                </a:lnTo>
                <a:lnTo>
                  <a:pt x="413" y="1"/>
                </a:lnTo>
                <a:lnTo>
                  <a:pt x="413" y="0"/>
                </a:lnTo>
                <a:lnTo>
                  <a:pt x="414" y="1"/>
                </a:lnTo>
                <a:lnTo>
                  <a:pt x="415" y="1"/>
                </a:lnTo>
                <a:lnTo>
                  <a:pt x="416" y="4"/>
                </a:lnTo>
                <a:lnTo>
                  <a:pt x="417" y="4"/>
                </a:lnTo>
                <a:lnTo>
                  <a:pt x="417" y="5"/>
                </a:lnTo>
                <a:lnTo>
                  <a:pt x="417" y="6"/>
                </a:lnTo>
                <a:lnTo>
                  <a:pt x="418" y="6"/>
                </a:lnTo>
                <a:lnTo>
                  <a:pt x="418" y="7"/>
                </a:lnTo>
                <a:lnTo>
                  <a:pt x="419" y="7"/>
                </a:lnTo>
                <a:lnTo>
                  <a:pt x="420" y="4"/>
                </a:lnTo>
                <a:lnTo>
                  <a:pt x="420" y="3"/>
                </a:lnTo>
                <a:lnTo>
                  <a:pt x="419" y="2"/>
                </a:lnTo>
                <a:lnTo>
                  <a:pt x="418" y="2"/>
                </a:lnTo>
                <a:lnTo>
                  <a:pt x="417" y="2"/>
                </a:lnTo>
                <a:lnTo>
                  <a:pt x="416" y="1"/>
                </a:lnTo>
                <a:lnTo>
                  <a:pt x="416" y="0"/>
                </a:lnTo>
                <a:lnTo>
                  <a:pt x="417" y="0"/>
                </a:lnTo>
                <a:lnTo>
                  <a:pt x="418" y="0"/>
                </a:lnTo>
                <a:lnTo>
                  <a:pt x="419" y="1"/>
                </a:lnTo>
                <a:lnTo>
                  <a:pt x="420" y="2"/>
                </a:lnTo>
                <a:lnTo>
                  <a:pt x="421" y="2"/>
                </a:lnTo>
                <a:lnTo>
                  <a:pt x="421" y="1"/>
                </a:lnTo>
                <a:lnTo>
                  <a:pt x="421" y="0"/>
                </a:lnTo>
                <a:lnTo>
                  <a:pt x="422" y="0"/>
                </a:lnTo>
                <a:lnTo>
                  <a:pt x="423" y="0"/>
                </a:lnTo>
                <a:lnTo>
                  <a:pt x="423" y="1"/>
                </a:lnTo>
                <a:lnTo>
                  <a:pt x="423" y="2"/>
                </a:lnTo>
                <a:lnTo>
                  <a:pt x="423" y="3"/>
                </a:lnTo>
                <a:lnTo>
                  <a:pt x="423" y="4"/>
                </a:lnTo>
                <a:lnTo>
                  <a:pt x="422" y="4"/>
                </a:lnTo>
                <a:lnTo>
                  <a:pt x="423" y="5"/>
                </a:lnTo>
                <a:lnTo>
                  <a:pt x="423" y="4"/>
                </a:lnTo>
                <a:lnTo>
                  <a:pt x="424" y="4"/>
                </a:lnTo>
                <a:lnTo>
                  <a:pt x="425" y="4"/>
                </a:lnTo>
                <a:lnTo>
                  <a:pt x="426" y="4"/>
                </a:lnTo>
                <a:lnTo>
                  <a:pt x="427" y="4"/>
                </a:lnTo>
                <a:lnTo>
                  <a:pt x="427" y="5"/>
                </a:lnTo>
                <a:lnTo>
                  <a:pt x="427" y="6"/>
                </a:lnTo>
                <a:lnTo>
                  <a:pt x="426" y="6"/>
                </a:lnTo>
                <a:lnTo>
                  <a:pt x="426" y="7"/>
                </a:lnTo>
                <a:lnTo>
                  <a:pt x="425" y="7"/>
                </a:lnTo>
                <a:lnTo>
                  <a:pt x="425" y="8"/>
                </a:lnTo>
                <a:lnTo>
                  <a:pt x="424" y="8"/>
                </a:lnTo>
                <a:lnTo>
                  <a:pt x="425" y="9"/>
                </a:lnTo>
                <a:lnTo>
                  <a:pt x="426" y="9"/>
                </a:lnTo>
                <a:lnTo>
                  <a:pt x="427" y="10"/>
                </a:lnTo>
                <a:lnTo>
                  <a:pt x="427" y="11"/>
                </a:lnTo>
                <a:lnTo>
                  <a:pt x="427" y="12"/>
                </a:lnTo>
                <a:lnTo>
                  <a:pt x="428" y="12"/>
                </a:lnTo>
                <a:lnTo>
                  <a:pt x="430" y="12"/>
                </a:lnTo>
                <a:lnTo>
                  <a:pt x="430" y="13"/>
                </a:lnTo>
                <a:lnTo>
                  <a:pt x="431" y="12"/>
                </a:lnTo>
                <a:lnTo>
                  <a:pt x="432" y="11"/>
                </a:lnTo>
                <a:lnTo>
                  <a:pt x="432" y="12"/>
                </a:lnTo>
                <a:lnTo>
                  <a:pt x="433" y="12"/>
                </a:lnTo>
                <a:lnTo>
                  <a:pt x="434" y="12"/>
                </a:lnTo>
                <a:lnTo>
                  <a:pt x="434" y="11"/>
                </a:lnTo>
                <a:lnTo>
                  <a:pt x="434" y="12"/>
                </a:lnTo>
                <a:lnTo>
                  <a:pt x="435" y="12"/>
                </a:lnTo>
                <a:lnTo>
                  <a:pt x="435" y="11"/>
                </a:lnTo>
                <a:lnTo>
                  <a:pt x="435" y="10"/>
                </a:lnTo>
                <a:lnTo>
                  <a:pt x="436" y="10"/>
                </a:lnTo>
                <a:lnTo>
                  <a:pt x="437" y="11"/>
                </a:lnTo>
                <a:lnTo>
                  <a:pt x="439" y="12"/>
                </a:lnTo>
                <a:lnTo>
                  <a:pt x="440" y="12"/>
                </a:lnTo>
                <a:lnTo>
                  <a:pt x="441" y="12"/>
                </a:lnTo>
                <a:lnTo>
                  <a:pt x="441" y="13"/>
                </a:lnTo>
                <a:lnTo>
                  <a:pt x="441" y="14"/>
                </a:lnTo>
                <a:lnTo>
                  <a:pt x="441" y="15"/>
                </a:lnTo>
                <a:lnTo>
                  <a:pt x="441" y="16"/>
                </a:lnTo>
                <a:lnTo>
                  <a:pt x="442" y="16"/>
                </a:lnTo>
                <a:lnTo>
                  <a:pt x="443" y="15"/>
                </a:lnTo>
                <a:lnTo>
                  <a:pt x="444" y="15"/>
                </a:lnTo>
                <a:lnTo>
                  <a:pt x="445" y="15"/>
                </a:lnTo>
                <a:lnTo>
                  <a:pt x="445" y="14"/>
                </a:lnTo>
                <a:lnTo>
                  <a:pt x="445" y="13"/>
                </a:lnTo>
                <a:lnTo>
                  <a:pt x="445" y="11"/>
                </a:lnTo>
                <a:lnTo>
                  <a:pt x="446" y="11"/>
                </a:lnTo>
                <a:lnTo>
                  <a:pt x="447" y="11"/>
                </a:lnTo>
                <a:lnTo>
                  <a:pt x="447" y="12"/>
                </a:lnTo>
                <a:lnTo>
                  <a:pt x="448" y="12"/>
                </a:lnTo>
                <a:lnTo>
                  <a:pt x="448" y="13"/>
                </a:lnTo>
                <a:lnTo>
                  <a:pt x="449" y="14"/>
                </a:lnTo>
                <a:lnTo>
                  <a:pt x="450" y="13"/>
                </a:lnTo>
                <a:lnTo>
                  <a:pt x="450" y="12"/>
                </a:lnTo>
                <a:lnTo>
                  <a:pt x="451" y="12"/>
                </a:lnTo>
                <a:lnTo>
                  <a:pt x="452" y="12"/>
                </a:lnTo>
                <a:lnTo>
                  <a:pt x="453" y="12"/>
                </a:lnTo>
                <a:lnTo>
                  <a:pt x="453" y="13"/>
                </a:lnTo>
                <a:lnTo>
                  <a:pt x="454" y="13"/>
                </a:lnTo>
                <a:lnTo>
                  <a:pt x="455" y="13"/>
                </a:lnTo>
                <a:lnTo>
                  <a:pt x="455" y="14"/>
                </a:lnTo>
                <a:lnTo>
                  <a:pt x="456" y="14"/>
                </a:lnTo>
                <a:lnTo>
                  <a:pt x="457" y="14"/>
                </a:lnTo>
                <a:lnTo>
                  <a:pt x="457" y="13"/>
                </a:lnTo>
                <a:lnTo>
                  <a:pt x="458" y="13"/>
                </a:lnTo>
                <a:lnTo>
                  <a:pt x="459" y="13"/>
                </a:lnTo>
                <a:lnTo>
                  <a:pt x="460" y="13"/>
                </a:lnTo>
                <a:lnTo>
                  <a:pt x="460" y="12"/>
                </a:lnTo>
                <a:lnTo>
                  <a:pt x="462" y="12"/>
                </a:lnTo>
                <a:lnTo>
                  <a:pt x="462" y="13"/>
                </a:lnTo>
                <a:lnTo>
                  <a:pt x="462" y="14"/>
                </a:lnTo>
                <a:lnTo>
                  <a:pt x="463" y="14"/>
                </a:lnTo>
                <a:lnTo>
                  <a:pt x="463" y="15"/>
                </a:lnTo>
                <a:lnTo>
                  <a:pt x="463" y="16"/>
                </a:lnTo>
                <a:lnTo>
                  <a:pt x="464" y="16"/>
                </a:lnTo>
                <a:lnTo>
                  <a:pt x="465" y="16"/>
                </a:lnTo>
                <a:lnTo>
                  <a:pt x="466" y="16"/>
                </a:lnTo>
                <a:lnTo>
                  <a:pt x="466" y="17"/>
                </a:lnTo>
                <a:lnTo>
                  <a:pt x="468" y="17"/>
                </a:lnTo>
                <a:lnTo>
                  <a:pt x="468" y="16"/>
                </a:lnTo>
                <a:lnTo>
                  <a:pt x="468" y="15"/>
                </a:lnTo>
                <a:lnTo>
                  <a:pt x="469" y="15"/>
                </a:lnTo>
                <a:lnTo>
                  <a:pt x="470" y="16"/>
                </a:lnTo>
                <a:lnTo>
                  <a:pt x="470" y="17"/>
                </a:lnTo>
                <a:lnTo>
                  <a:pt x="470" y="18"/>
                </a:lnTo>
                <a:lnTo>
                  <a:pt x="470" y="19"/>
                </a:lnTo>
                <a:lnTo>
                  <a:pt x="471" y="19"/>
                </a:lnTo>
                <a:lnTo>
                  <a:pt x="472" y="18"/>
                </a:lnTo>
                <a:lnTo>
                  <a:pt x="472" y="19"/>
                </a:lnTo>
                <a:lnTo>
                  <a:pt x="473" y="20"/>
                </a:lnTo>
                <a:lnTo>
                  <a:pt x="474" y="19"/>
                </a:lnTo>
                <a:lnTo>
                  <a:pt x="474" y="18"/>
                </a:lnTo>
                <a:lnTo>
                  <a:pt x="475" y="18"/>
                </a:lnTo>
                <a:lnTo>
                  <a:pt x="476" y="18"/>
                </a:lnTo>
                <a:lnTo>
                  <a:pt x="476" y="19"/>
                </a:lnTo>
                <a:lnTo>
                  <a:pt x="477" y="20"/>
                </a:lnTo>
                <a:lnTo>
                  <a:pt x="477" y="21"/>
                </a:lnTo>
                <a:lnTo>
                  <a:pt x="478" y="21"/>
                </a:lnTo>
                <a:lnTo>
                  <a:pt x="479" y="22"/>
                </a:lnTo>
                <a:lnTo>
                  <a:pt x="479" y="21"/>
                </a:lnTo>
                <a:lnTo>
                  <a:pt x="479" y="22"/>
                </a:lnTo>
                <a:lnTo>
                  <a:pt x="480" y="22"/>
                </a:lnTo>
                <a:lnTo>
                  <a:pt x="481" y="22"/>
                </a:lnTo>
                <a:lnTo>
                  <a:pt x="483" y="22"/>
                </a:lnTo>
                <a:lnTo>
                  <a:pt x="483" y="23"/>
                </a:lnTo>
                <a:lnTo>
                  <a:pt x="483" y="24"/>
                </a:lnTo>
                <a:lnTo>
                  <a:pt x="483" y="23"/>
                </a:lnTo>
                <a:lnTo>
                  <a:pt x="484" y="22"/>
                </a:lnTo>
                <a:lnTo>
                  <a:pt x="485" y="22"/>
                </a:lnTo>
                <a:lnTo>
                  <a:pt x="485" y="23"/>
                </a:lnTo>
                <a:lnTo>
                  <a:pt x="485" y="24"/>
                </a:lnTo>
                <a:lnTo>
                  <a:pt x="486" y="24"/>
                </a:lnTo>
                <a:lnTo>
                  <a:pt x="487" y="24"/>
                </a:lnTo>
                <a:lnTo>
                  <a:pt x="487" y="25"/>
                </a:lnTo>
                <a:lnTo>
                  <a:pt x="488" y="25"/>
                </a:lnTo>
                <a:lnTo>
                  <a:pt x="489" y="25"/>
                </a:lnTo>
                <a:lnTo>
                  <a:pt x="490" y="25"/>
                </a:lnTo>
                <a:lnTo>
                  <a:pt x="490" y="26"/>
                </a:lnTo>
                <a:lnTo>
                  <a:pt x="491" y="26"/>
                </a:lnTo>
                <a:lnTo>
                  <a:pt x="492" y="26"/>
                </a:lnTo>
                <a:lnTo>
                  <a:pt x="492" y="27"/>
                </a:lnTo>
                <a:lnTo>
                  <a:pt x="492" y="28"/>
                </a:lnTo>
                <a:lnTo>
                  <a:pt x="493" y="28"/>
                </a:lnTo>
                <a:lnTo>
                  <a:pt x="492" y="29"/>
                </a:lnTo>
                <a:lnTo>
                  <a:pt x="492" y="30"/>
                </a:lnTo>
                <a:lnTo>
                  <a:pt x="491" y="30"/>
                </a:lnTo>
                <a:lnTo>
                  <a:pt x="492" y="30"/>
                </a:lnTo>
                <a:lnTo>
                  <a:pt x="493" y="30"/>
                </a:lnTo>
                <a:lnTo>
                  <a:pt x="494" y="29"/>
                </a:lnTo>
                <a:lnTo>
                  <a:pt x="495" y="29"/>
                </a:lnTo>
                <a:lnTo>
                  <a:pt x="495" y="28"/>
                </a:lnTo>
                <a:lnTo>
                  <a:pt x="496" y="28"/>
                </a:lnTo>
                <a:lnTo>
                  <a:pt x="496" y="29"/>
                </a:lnTo>
                <a:lnTo>
                  <a:pt x="497" y="29"/>
                </a:lnTo>
                <a:lnTo>
                  <a:pt x="498" y="29"/>
                </a:lnTo>
                <a:lnTo>
                  <a:pt x="498" y="28"/>
                </a:lnTo>
                <a:lnTo>
                  <a:pt x="498" y="27"/>
                </a:lnTo>
                <a:lnTo>
                  <a:pt x="498" y="26"/>
                </a:lnTo>
                <a:lnTo>
                  <a:pt x="499" y="26"/>
                </a:lnTo>
                <a:lnTo>
                  <a:pt x="500" y="26"/>
                </a:lnTo>
                <a:lnTo>
                  <a:pt x="505" y="26"/>
                </a:lnTo>
                <a:lnTo>
                  <a:pt x="505" y="25"/>
                </a:lnTo>
                <a:lnTo>
                  <a:pt x="506" y="24"/>
                </a:lnTo>
                <a:lnTo>
                  <a:pt x="507" y="24"/>
                </a:lnTo>
                <a:lnTo>
                  <a:pt x="507" y="25"/>
                </a:lnTo>
                <a:lnTo>
                  <a:pt x="508" y="25"/>
                </a:lnTo>
                <a:lnTo>
                  <a:pt x="508" y="24"/>
                </a:lnTo>
                <a:lnTo>
                  <a:pt x="509" y="24"/>
                </a:lnTo>
                <a:lnTo>
                  <a:pt x="509" y="23"/>
                </a:lnTo>
                <a:lnTo>
                  <a:pt x="510" y="23"/>
                </a:lnTo>
                <a:lnTo>
                  <a:pt x="511" y="23"/>
                </a:lnTo>
                <a:lnTo>
                  <a:pt x="512" y="24"/>
                </a:lnTo>
                <a:lnTo>
                  <a:pt x="512" y="25"/>
                </a:lnTo>
                <a:lnTo>
                  <a:pt x="513" y="25"/>
                </a:lnTo>
                <a:lnTo>
                  <a:pt x="514" y="26"/>
                </a:lnTo>
                <a:lnTo>
                  <a:pt x="514" y="27"/>
                </a:lnTo>
                <a:lnTo>
                  <a:pt x="514" y="26"/>
                </a:lnTo>
                <a:lnTo>
                  <a:pt x="515" y="26"/>
                </a:lnTo>
                <a:lnTo>
                  <a:pt x="515" y="25"/>
                </a:lnTo>
                <a:lnTo>
                  <a:pt x="516" y="25"/>
                </a:lnTo>
                <a:lnTo>
                  <a:pt x="518" y="25"/>
                </a:lnTo>
                <a:lnTo>
                  <a:pt x="518" y="26"/>
                </a:lnTo>
                <a:lnTo>
                  <a:pt x="519" y="26"/>
                </a:lnTo>
                <a:lnTo>
                  <a:pt x="520" y="26"/>
                </a:lnTo>
                <a:lnTo>
                  <a:pt x="521" y="26"/>
                </a:lnTo>
                <a:lnTo>
                  <a:pt x="522" y="25"/>
                </a:lnTo>
                <a:lnTo>
                  <a:pt x="523" y="25"/>
                </a:lnTo>
                <a:lnTo>
                  <a:pt x="524" y="25"/>
                </a:lnTo>
                <a:lnTo>
                  <a:pt x="525" y="25"/>
                </a:lnTo>
                <a:lnTo>
                  <a:pt x="525" y="24"/>
                </a:lnTo>
                <a:lnTo>
                  <a:pt x="524" y="24"/>
                </a:lnTo>
                <a:lnTo>
                  <a:pt x="524" y="23"/>
                </a:lnTo>
                <a:lnTo>
                  <a:pt x="525" y="23"/>
                </a:lnTo>
                <a:lnTo>
                  <a:pt x="526" y="23"/>
                </a:lnTo>
                <a:lnTo>
                  <a:pt x="527" y="22"/>
                </a:lnTo>
                <a:lnTo>
                  <a:pt x="527" y="23"/>
                </a:lnTo>
                <a:lnTo>
                  <a:pt x="527" y="22"/>
                </a:lnTo>
                <a:lnTo>
                  <a:pt x="529" y="22"/>
                </a:lnTo>
                <a:lnTo>
                  <a:pt x="529" y="23"/>
                </a:lnTo>
                <a:lnTo>
                  <a:pt x="530" y="23"/>
                </a:lnTo>
                <a:lnTo>
                  <a:pt x="531" y="23"/>
                </a:lnTo>
                <a:lnTo>
                  <a:pt x="531" y="24"/>
                </a:lnTo>
                <a:lnTo>
                  <a:pt x="531" y="25"/>
                </a:lnTo>
                <a:lnTo>
                  <a:pt x="531" y="26"/>
                </a:lnTo>
                <a:lnTo>
                  <a:pt x="531" y="27"/>
                </a:lnTo>
                <a:lnTo>
                  <a:pt x="532" y="27"/>
                </a:lnTo>
                <a:lnTo>
                  <a:pt x="532" y="28"/>
                </a:lnTo>
                <a:lnTo>
                  <a:pt x="533" y="28"/>
                </a:lnTo>
                <a:lnTo>
                  <a:pt x="533" y="29"/>
                </a:lnTo>
                <a:lnTo>
                  <a:pt x="534" y="29"/>
                </a:lnTo>
                <a:lnTo>
                  <a:pt x="534" y="30"/>
                </a:lnTo>
                <a:lnTo>
                  <a:pt x="533" y="30"/>
                </a:lnTo>
                <a:lnTo>
                  <a:pt x="533" y="31"/>
                </a:lnTo>
                <a:lnTo>
                  <a:pt x="533" y="33"/>
                </a:lnTo>
                <a:lnTo>
                  <a:pt x="533" y="34"/>
                </a:lnTo>
                <a:lnTo>
                  <a:pt x="532" y="34"/>
                </a:lnTo>
                <a:lnTo>
                  <a:pt x="532" y="35"/>
                </a:lnTo>
                <a:lnTo>
                  <a:pt x="533" y="35"/>
                </a:lnTo>
                <a:lnTo>
                  <a:pt x="533" y="37"/>
                </a:lnTo>
                <a:lnTo>
                  <a:pt x="533" y="36"/>
                </a:lnTo>
                <a:lnTo>
                  <a:pt x="534" y="36"/>
                </a:lnTo>
                <a:lnTo>
                  <a:pt x="534" y="35"/>
                </a:lnTo>
                <a:lnTo>
                  <a:pt x="535" y="35"/>
                </a:lnTo>
                <a:lnTo>
                  <a:pt x="536" y="34"/>
                </a:lnTo>
                <a:lnTo>
                  <a:pt x="537" y="33"/>
                </a:lnTo>
                <a:lnTo>
                  <a:pt x="539" y="33"/>
                </a:lnTo>
                <a:lnTo>
                  <a:pt x="540" y="33"/>
                </a:lnTo>
                <a:lnTo>
                  <a:pt x="541" y="34"/>
                </a:lnTo>
                <a:lnTo>
                  <a:pt x="541" y="33"/>
                </a:lnTo>
                <a:lnTo>
                  <a:pt x="541" y="34"/>
                </a:lnTo>
                <a:lnTo>
                  <a:pt x="542" y="33"/>
                </a:lnTo>
                <a:lnTo>
                  <a:pt x="543" y="33"/>
                </a:lnTo>
                <a:lnTo>
                  <a:pt x="543" y="32"/>
                </a:lnTo>
                <a:lnTo>
                  <a:pt x="544" y="32"/>
                </a:lnTo>
                <a:lnTo>
                  <a:pt x="543" y="32"/>
                </a:lnTo>
                <a:lnTo>
                  <a:pt x="543" y="31"/>
                </a:lnTo>
                <a:lnTo>
                  <a:pt x="546" y="28"/>
                </a:lnTo>
                <a:lnTo>
                  <a:pt x="547" y="28"/>
                </a:lnTo>
                <a:lnTo>
                  <a:pt x="547" y="27"/>
                </a:lnTo>
                <a:lnTo>
                  <a:pt x="547" y="26"/>
                </a:lnTo>
                <a:lnTo>
                  <a:pt x="547" y="25"/>
                </a:lnTo>
                <a:lnTo>
                  <a:pt x="548" y="25"/>
                </a:lnTo>
                <a:lnTo>
                  <a:pt x="548" y="24"/>
                </a:lnTo>
                <a:lnTo>
                  <a:pt x="547" y="24"/>
                </a:lnTo>
                <a:lnTo>
                  <a:pt x="547" y="23"/>
                </a:lnTo>
                <a:lnTo>
                  <a:pt x="547" y="22"/>
                </a:lnTo>
                <a:lnTo>
                  <a:pt x="547" y="21"/>
                </a:lnTo>
                <a:lnTo>
                  <a:pt x="547" y="20"/>
                </a:lnTo>
                <a:lnTo>
                  <a:pt x="547" y="19"/>
                </a:lnTo>
                <a:lnTo>
                  <a:pt x="546" y="19"/>
                </a:lnTo>
                <a:lnTo>
                  <a:pt x="547" y="18"/>
                </a:lnTo>
                <a:lnTo>
                  <a:pt x="548" y="17"/>
                </a:lnTo>
                <a:lnTo>
                  <a:pt x="548" y="16"/>
                </a:lnTo>
                <a:lnTo>
                  <a:pt x="548" y="15"/>
                </a:lnTo>
                <a:lnTo>
                  <a:pt x="549" y="15"/>
                </a:lnTo>
                <a:lnTo>
                  <a:pt x="550" y="15"/>
                </a:lnTo>
                <a:lnTo>
                  <a:pt x="551" y="16"/>
                </a:lnTo>
                <a:lnTo>
                  <a:pt x="552" y="16"/>
                </a:lnTo>
                <a:lnTo>
                  <a:pt x="553" y="16"/>
                </a:lnTo>
                <a:lnTo>
                  <a:pt x="553" y="15"/>
                </a:lnTo>
                <a:lnTo>
                  <a:pt x="553" y="14"/>
                </a:lnTo>
                <a:lnTo>
                  <a:pt x="552" y="14"/>
                </a:lnTo>
                <a:lnTo>
                  <a:pt x="553" y="12"/>
                </a:lnTo>
                <a:lnTo>
                  <a:pt x="554" y="12"/>
                </a:lnTo>
                <a:lnTo>
                  <a:pt x="554" y="11"/>
                </a:lnTo>
                <a:lnTo>
                  <a:pt x="554" y="10"/>
                </a:lnTo>
                <a:lnTo>
                  <a:pt x="555" y="10"/>
                </a:lnTo>
                <a:lnTo>
                  <a:pt x="556" y="10"/>
                </a:lnTo>
                <a:lnTo>
                  <a:pt x="557" y="10"/>
                </a:lnTo>
                <a:lnTo>
                  <a:pt x="558" y="10"/>
                </a:lnTo>
                <a:lnTo>
                  <a:pt x="558" y="9"/>
                </a:lnTo>
                <a:lnTo>
                  <a:pt x="559" y="10"/>
                </a:lnTo>
                <a:lnTo>
                  <a:pt x="559" y="11"/>
                </a:lnTo>
                <a:lnTo>
                  <a:pt x="560" y="11"/>
                </a:lnTo>
                <a:lnTo>
                  <a:pt x="560" y="12"/>
                </a:lnTo>
                <a:lnTo>
                  <a:pt x="561" y="12"/>
                </a:lnTo>
                <a:lnTo>
                  <a:pt x="563" y="12"/>
                </a:lnTo>
                <a:lnTo>
                  <a:pt x="563" y="11"/>
                </a:lnTo>
                <a:lnTo>
                  <a:pt x="564" y="10"/>
                </a:lnTo>
                <a:lnTo>
                  <a:pt x="564" y="9"/>
                </a:lnTo>
                <a:lnTo>
                  <a:pt x="564" y="8"/>
                </a:lnTo>
                <a:lnTo>
                  <a:pt x="564" y="9"/>
                </a:lnTo>
                <a:lnTo>
                  <a:pt x="565" y="9"/>
                </a:lnTo>
                <a:lnTo>
                  <a:pt x="565" y="10"/>
                </a:lnTo>
                <a:lnTo>
                  <a:pt x="566" y="10"/>
                </a:lnTo>
                <a:lnTo>
                  <a:pt x="567" y="10"/>
                </a:lnTo>
                <a:lnTo>
                  <a:pt x="567" y="11"/>
                </a:lnTo>
                <a:lnTo>
                  <a:pt x="568" y="10"/>
                </a:lnTo>
                <a:lnTo>
                  <a:pt x="569" y="10"/>
                </a:lnTo>
                <a:lnTo>
                  <a:pt x="569" y="11"/>
                </a:lnTo>
                <a:lnTo>
                  <a:pt x="570" y="11"/>
                </a:lnTo>
                <a:lnTo>
                  <a:pt x="571" y="11"/>
                </a:lnTo>
                <a:lnTo>
                  <a:pt x="571" y="12"/>
                </a:lnTo>
                <a:lnTo>
                  <a:pt x="571" y="13"/>
                </a:lnTo>
                <a:lnTo>
                  <a:pt x="572" y="13"/>
                </a:lnTo>
                <a:lnTo>
                  <a:pt x="572" y="14"/>
                </a:lnTo>
                <a:lnTo>
                  <a:pt x="572" y="16"/>
                </a:lnTo>
                <a:lnTo>
                  <a:pt x="573" y="17"/>
                </a:lnTo>
                <a:lnTo>
                  <a:pt x="574" y="17"/>
                </a:lnTo>
                <a:lnTo>
                  <a:pt x="574" y="18"/>
                </a:lnTo>
                <a:lnTo>
                  <a:pt x="574" y="19"/>
                </a:lnTo>
                <a:lnTo>
                  <a:pt x="575" y="19"/>
                </a:lnTo>
                <a:lnTo>
                  <a:pt x="576" y="19"/>
                </a:lnTo>
                <a:lnTo>
                  <a:pt x="577" y="19"/>
                </a:lnTo>
                <a:lnTo>
                  <a:pt x="578" y="19"/>
                </a:lnTo>
                <a:lnTo>
                  <a:pt x="578" y="20"/>
                </a:lnTo>
                <a:lnTo>
                  <a:pt x="578" y="21"/>
                </a:lnTo>
                <a:lnTo>
                  <a:pt x="578" y="23"/>
                </a:lnTo>
                <a:lnTo>
                  <a:pt x="577" y="23"/>
                </a:lnTo>
                <a:lnTo>
                  <a:pt x="577" y="24"/>
                </a:lnTo>
                <a:lnTo>
                  <a:pt x="578" y="24"/>
                </a:lnTo>
                <a:lnTo>
                  <a:pt x="578" y="25"/>
                </a:lnTo>
                <a:lnTo>
                  <a:pt x="580" y="26"/>
                </a:lnTo>
                <a:lnTo>
                  <a:pt x="581" y="26"/>
                </a:lnTo>
                <a:lnTo>
                  <a:pt x="582" y="25"/>
                </a:lnTo>
                <a:lnTo>
                  <a:pt x="583" y="25"/>
                </a:lnTo>
                <a:lnTo>
                  <a:pt x="583" y="26"/>
                </a:lnTo>
                <a:lnTo>
                  <a:pt x="585" y="24"/>
                </a:lnTo>
                <a:lnTo>
                  <a:pt x="586" y="24"/>
                </a:lnTo>
                <a:lnTo>
                  <a:pt x="586" y="23"/>
                </a:lnTo>
                <a:lnTo>
                  <a:pt x="586" y="22"/>
                </a:lnTo>
                <a:lnTo>
                  <a:pt x="587" y="21"/>
                </a:lnTo>
                <a:lnTo>
                  <a:pt x="586" y="21"/>
                </a:lnTo>
                <a:lnTo>
                  <a:pt x="586" y="20"/>
                </a:lnTo>
                <a:lnTo>
                  <a:pt x="586" y="19"/>
                </a:lnTo>
                <a:lnTo>
                  <a:pt x="587" y="19"/>
                </a:lnTo>
                <a:lnTo>
                  <a:pt x="588" y="19"/>
                </a:lnTo>
                <a:lnTo>
                  <a:pt x="589" y="18"/>
                </a:lnTo>
                <a:lnTo>
                  <a:pt x="589" y="17"/>
                </a:lnTo>
                <a:lnTo>
                  <a:pt x="589" y="16"/>
                </a:lnTo>
                <a:lnTo>
                  <a:pt x="589" y="15"/>
                </a:lnTo>
                <a:lnTo>
                  <a:pt x="589" y="14"/>
                </a:lnTo>
                <a:lnTo>
                  <a:pt x="590" y="15"/>
                </a:lnTo>
                <a:lnTo>
                  <a:pt x="590" y="16"/>
                </a:lnTo>
                <a:lnTo>
                  <a:pt x="590" y="17"/>
                </a:lnTo>
                <a:lnTo>
                  <a:pt x="591" y="17"/>
                </a:lnTo>
                <a:lnTo>
                  <a:pt x="592" y="17"/>
                </a:lnTo>
                <a:lnTo>
                  <a:pt x="592" y="16"/>
                </a:lnTo>
                <a:lnTo>
                  <a:pt x="593" y="16"/>
                </a:lnTo>
                <a:lnTo>
                  <a:pt x="593" y="15"/>
                </a:lnTo>
                <a:lnTo>
                  <a:pt x="594" y="15"/>
                </a:lnTo>
                <a:lnTo>
                  <a:pt x="595" y="15"/>
                </a:lnTo>
                <a:lnTo>
                  <a:pt x="595" y="14"/>
                </a:lnTo>
                <a:lnTo>
                  <a:pt x="595" y="12"/>
                </a:lnTo>
                <a:lnTo>
                  <a:pt x="595" y="11"/>
                </a:lnTo>
                <a:lnTo>
                  <a:pt x="596" y="11"/>
                </a:lnTo>
                <a:lnTo>
                  <a:pt x="597" y="12"/>
                </a:lnTo>
                <a:lnTo>
                  <a:pt x="597" y="13"/>
                </a:lnTo>
                <a:lnTo>
                  <a:pt x="597" y="14"/>
                </a:lnTo>
                <a:lnTo>
                  <a:pt x="598" y="14"/>
                </a:lnTo>
                <a:lnTo>
                  <a:pt x="598" y="15"/>
                </a:lnTo>
                <a:lnTo>
                  <a:pt x="599" y="15"/>
                </a:lnTo>
                <a:lnTo>
                  <a:pt x="599" y="17"/>
                </a:lnTo>
                <a:lnTo>
                  <a:pt x="600" y="17"/>
                </a:lnTo>
                <a:lnTo>
                  <a:pt x="600" y="18"/>
                </a:lnTo>
                <a:lnTo>
                  <a:pt x="599" y="18"/>
                </a:lnTo>
                <a:lnTo>
                  <a:pt x="599" y="19"/>
                </a:lnTo>
                <a:lnTo>
                  <a:pt x="599" y="20"/>
                </a:lnTo>
                <a:lnTo>
                  <a:pt x="599" y="21"/>
                </a:lnTo>
                <a:lnTo>
                  <a:pt x="599" y="22"/>
                </a:lnTo>
                <a:lnTo>
                  <a:pt x="597" y="25"/>
                </a:lnTo>
                <a:lnTo>
                  <a:pt x="597" y="26"/>
                </a:lnTo>
                <a:lnTo>
                  <a:pt x="597" y="27"/>
                </a:lnTo>
                <a:lnTo>
                  <a:pt x="596" y="27"/>
                </a:lnTo>
                <a:lnTo>
                  <a:pt x="596" y="28"/>
                </a:lnTo>
                <a:lnTo>
                  <a:pt x="596" y="29"/>
                </a:lnTo>
                <a:lnTo>
                  <a:pt x="596" y="31"/>
                </a:lnTo>
                <a:lnTo>
                  <a:pt x="596" y="32"/>
                </a:lnTo>
                <a:lnTo>
                  <a:pt x="597" y="32"/>
                </a:lnTo>
                <a:lnTo>
                  <a:pt x="597" y="33"/>
                </a:lnTo>
                <a:lnTo>
                  <a:pt x="597" y="34"/>
                </a:lnTo>
                <a:lnTo>
                  <a:pt x="597" y="36"/>
                </a:lnTo>
                <a:lnTo>
                  <a:pt x="596" y="37"/>
                </a:lnTo>
                <a:lnTo>
                  <a:pt x="596" y="36"/>
                </a:lnTo>
                <a:lnTo>
                  <a:pt x="596" y="37"/>
                </a:lnTo>
                <a:lnTo>
                  <a:pt x="595" y="37"/>
                </a:lnTo>
                <a:lnTo>
                  <a:pt x="594" y="37"/>
                </a:lnTo>
                <a:lnTo>
                  <a:pt x="593" y="37"/>
                </a:lnTo>
                <a:lnTo>
                  <a:pt x="593" y="38"/>
                </a:lnTo>
                <a:lnTo>
                  <a:pt x="593" y="39"/>
                </a:lnTo>
                <a:lnTo>
                  <a:pt x="592" y="39"/>
                </a:lnTo>
                <a:lnTo>
                  <a:pt x="591" y="39"/>
                </a:lnTo>
                <a:lnTo>
                  <a:pt x="591" y="40"/>
                </a:lnTo>
                <a:lnTo>
                  <a:pt x="591" y="42"/>
                </a:lnTo>
                <a:lnTo>
                  <a:pt x="590" y="42"/>
                </a:lnTo>
                <a:lnTo>
                  <a:pt x="590" y="43"/>
                </a:lnTo>
                <a:lnTo>
                  <a:pt x="589" y="42"/>
                </a:lnTo>
                <a:lnTo>
                  <a:pt x="587" y="42"/>
                </a:lnTo>
                <a:lnTo>
                  <a:pt x="587" y="43"/>
                </a:lnTo>
                <a:lnTo>
                  <a:pt x="587" y="44"/>
                </a:lnTo>
                <a:lnTo>
                  <a:pt x="587" y="45"/>
                </a:lnTo>
                <a:lnTo>
                  <a:pt x="587" y="46"/>
                </a:lnTo>
                <a:lnTo>
                  <a:pt x="587" y="47"/>
                </a:lnTo>
                <a:lnTo>
                  <a:pt x="587" y="48"/>
                </a:lnTo>
                <a:lnTo>
                  <a:pt x="588" y="49"/>
                </a:lnTo>
                <a:lnTo>
                  <a:pt x="588" y="50"/>
                </a:lnTo>
                <a:lnTo>
                  <a:pt x="589" y="54"/>
                </a:lnTo>
                <a:lnTo>
                  <a:pt x="588" y="57"/>
                </a:lnTo>
                <a:lnTo>
                  <a:pt x="588" y="59"/>
                </a:lnTo>
                <a:lnTo>
                  <a:pt x="587" y="59"/>
                </a:lnTo>
                <a:lnTo>
                  <a:pt x="586" y="59"/>
                </a:lnTo>
                <a:lnTo>
                  <a:pt x="586" y="60"/>
                </a:lnTo>
                <a:lnTo>
                  <a:pt x="587" y="60"/>
                </a:lnTo>
                <a:lnTo>
                  <a:pt x="588" y="60"/>
                </a:lnTo>
                <a:lnTo>
                  <a:pt x="588" y="62"/>
                </a:lnTo>
                <a:lnTo>
                  <a:pt x="587" y="62"/>
                </a:lnTo>
                <a:lnTo>
                  <a:pt x="587" y="63"/>
                </a:lnTo>
                <a:lnTo>
                  <a:pt x="587" y="64"/>
                </a:lnTo>
                <a:lnTo>
                  <a:pt x="587" y="65"/>
                </a:lnTo>
                <a:lnTo>
                  <a:pt x="587" y="66"/>
                </a:lnTo>
                <a:lnTo>
                  <a:pt x="587" y="67"/>
                </a:lnTo>
                <a:lnTo>
                  <a:pt x="586" y="67"/>
                </a:lnTo>
                <a:lnTo>
                  <a:pt x="586" y="69"/>
                </a:lnTo>
                <a:lnTo>
                  <a:pt x="587" y="69"/>
                </a:lnTo>
                <a:lnTo>
                  <a:pt x="587" y="70"/>
                </a:lnTo>
                <a:lnTo>
                  <a:pt x="586" y="70"/>
                </a:lnTo>
                <a:lnTo>
                  <a:pt x="587" y="70"/>
                </a:lnTo>
                <a:lnTo>
                  <a:pt x="588" y="71"/>
                </a:lnTo>
                <a:lnTo>
                  <a:pt x="589" y="71"/>
                </a:lnTo>
                <a:lnTo>
                  <a:pt x="589" y="72"/>
                </a:lnTo>
                <a:lnTo>
                  <a:pt x="590" y="72"/>
                </a:lnTo>
                <a:lnTo>
                  <a:pt x="591" y="71"/>
                </a:lnTo>
                <a:lnTo>
                  <a:pt x="591" y="70"/>
                </a:lnTo>
                <a:lnTo>
                  <a:pt x="593" y="69"/>
                </a:lnTo>
                <a:lnTo>
                  <a:pt x="594" y="69"/>
                </a:lnTo>
                <a:lnTo>
                  <a:pt x="594" y="68"/>
                </a:lnTo>
                <a:lnTo>
                  <a:pt x="595" y="68"/>
                </a:lnTo>
                <a:lnTo>
                  <a:pt x="595" y="67"/>
                </a:lnTo>
                <a:lnTo>
                  <a:pt x="595" y="66"/>
                </a:lnTo>
                <a:lnTo>
                  <a:pt x="596" y="66"/>
                </a:lnTo>
                <a:lnTo>
                  <a:pt x="597" y="63"/>
                </a:lnTo>
                <a:lnTo>
                  <a:pt x="599" y="59"/>
                </a:lnTo>
                <a:lnTo>
                  <a:pt x="600" y="58"/>
                </a:lnTo>
                <a:lnTo>
                  <a:pt x="601" y="58"/>
                </a:lnTo>
                <a:lnTo>
                  <a:pt x="601" y="57"/>
                </a:lnTo>
                <a:lnTo>
                  <a:pt x="602" y="57"/>
                </a:lnTo>
                <a:lnTo>
                  <a:pt x="603" y="56"/>
                </a:lnTo>
                <a:lnTo>
                  <a:pt x="604" y="55"/>
                </a:lnTo>
                <a:lnTo>
                  <a:pt x="605" y="54"/>
                </a:lnTo>
                <a:lnTo>
                  <a:pt x="606" y="54"/>
                </a:lnTo>
                <a:lnTo>
                  <a:pt x="607" y="53"/>
                </a:lnTo>
                <a:lnTo>
                  <a:pt x="608" y="53"/>
                </a:lnTo>
                <a:lnTo>
                  <a:pt x="610" y="53"/>
                </a:lnTo>
                <a:lnTo>
                  <a:pt x="610" y="52"/>
                </a:lnTo>
                <a:lnTo>
                  <a:pt x="612" y="51"/>
                </a:lnTo>
                <a:lnTo>
                  <a:pt x="612" y="50"/>
                </a:lnTo>
                <a:lnTo>
                  <a:pt x="613" y="50"/>
                </a:lnTo>
                <a:lnTo>
                  <a:pt x="613" y="49"/>
                </a:lnTo>
                <a:lnTo>
                  <a:pt x="614" y="49"/>
                </a:lnTo>
                <a:lnTo>
                  <a:pt x="614" y="48"/>
                </a:lnTo>
                <a:lnTo>
                  <a:pt x="615" y="48"/>
                </a:lnTo>
                <a:lnTo>
                  <a:pt x="616" y="47"/>
                </a:lnTo>
                <a:lnTo>
                  <a:pt x="617" y="47"/>
                </a:lnTo>
                <a:lnTo>
                  <a:pt x="618" y="47"/>
                </a:lnTo>
                <a:lnTo>
                  <a:pt x="619" y="47"/>
                </a:lnTo>
                <a:lnTo>
                  <a:pt x="622" y="47"/>
                </a:lnTo>
                <a:lnTo>
                  <a:pt x="622" y="46"/>
                </a:lnTo>
                <a:lnTo>
                  <a:pt x="623" y="45"/>
                </a:lnTo>
                <a:lnTo>
                  <a:pt x="624" y="45"/>
                </a:lnTo>
                <a:lnTo>
                  <a:pt x="624" y="44"/>
                </a:lnTo>
                <a:lnTo>
                  <a:pt x="625" y="44"/>
                </a:lnTo>
                <a:lnTo>
                  <a:pt x="626" y="44"/>
                </a:lnTo>
                <a:lnTo>
                  <a:pt x="626" y="43"/>
                </a:lnTo>
                <a:lnTo>
                  <a:pt x="626" y="42"/>
                </a:lnTo>
                <a:lnTo>
                  <a:pt x="626" y="41"/>
                </a:lnTo>
                <a:lnTo>
                  <a:pt x="627" y="41"/>
                </a:lnTo>
                <a:lnTo>
                  <a:pt x="627" y="40"/>
                </a:lnTo>
                <a:lnTo>
                  <a:pt x="628" y="40"/>
                </a:lnTo>
                <a:lnTo>
                  <a:pt x="629" y="39"/>
                </a:lnTo>
                <a:lnTo>
                  <a:pt x="630" y="39"/>
                </a:lnTo>
                <a:lnTo>
                  <a:pt x="631" y="39"/>
                </a:lnTo>
                <a:lnTo>
                  <a:pt x="632" y="39"/>
                </a:lnTo>
                <a:lnTo>
                  <a:pt x="635" y="38"/>
                </a:lnTo>
                <a:lnTo>
                  <a:pt x="636" y="38"/>
                </a:lnTo>
                <a:lnTo>
                  <a:pt x="636" y="37"/>
                </a:lnTo>
                <a:lnTo>
                  <a:pt x="637" y="37"/>
                </a:lnTo>
                <a:lnTo>
                  <a:pt x="637" y="36"/>
                </a:lnTo>
                <a:lnTo>
                  <a:pt x="637" y="35"/>
                </a:lnTo>
                <a:lnTo>
                  <a:pt x="637" y="34"/>
                </a:lnTo>
                <a:lnTo>
                  <a:pt x="637" y="33"/>
                </a:lnTo>
                <a:lnTo>
                  <a:pt x="638" y="33"/>
                </a:lnTo>
                <a:lnTo>
                  <a:pt x="638" y="32"/>
                </a:lnTo>
                <a:lnTo>
                  <a:pt x="639" y="32"/>
                </a:lnTo>
                <a:lnTo>
                  <a:pt x="641" y="31"/>
                </a:lnTo>
                <a:lnTo>
                  <a:pt x="642" y="31"/>
                </a:lnTo>
                <a:lnTo>
                  <a:pt x="643" y="31"/>
                </a:lnTo>
                <a:lnTo>
                  <a:pt x="643" y="30"/>
                </a:lnTo>
                <a:lnTo>
                  <a:pt x="645" y="31"/>
                </a:lnTo>
                <a:lnTo>
                  <a:pt x="645" y="32"/>
                </a:lnTo>
                <a:lnTo>
                  <a:pt x="646" y="32"/>
                </a:lnTo>
                <a:lnTo>
                  <a:pt x="647" y="32"/>
                </a:lnTo>
                <a:lnTo>
                  <a:pt x="647" y="31"/>
                </a:lnTo>
                <a:lnTo>
                  <a:pt x="647" y="30"/>
                </a:lnTo>
                <a:lnTo>
                  <a:pt x="647" y="29"/>
                </a:lnTo>
                <a:lnTo>
                  <a:pt x="649" y="29"/>
                </a:lnTo>
                <a:lnTo>
                  <a:pt x="649" y="28"/>
                </a:lnTo>
                <a:lnTo>
                  <a:pt x="650" y="28"/>
                </a:lnTo>
                <a:lnTo>
                  <a:pt x="651" y="28"/>
                </a:lnTo>
                <a:lnTo>
                  <a:pt x="652" y="28"/>
                </a:lnTo>
                <a:lnTo>
                  <a:pt x="653" y="28"/>
                </a:lnTo>
                <a:lnTo>
                  <a:pt x="654" y="28"/>
                </a:lnTo>
                <a:lnTo>
                  <a:pt x="654" y="27"/>
                </a:lnTo>
                <a:lnTo>
                  <a:pt x="655" y="26"/>
                </a:lnTo>
                <a:lnTo>
                  <a:pt x="657" y="25"/>
                </a:lnTo>
                <a:lnTo>
                  <a:pt x="658" y="25"/>
                </a:lnTo>
                <a:lnTo>
                  <a:pt x="659" y="24"/>
                </a:lnTo>
                <a:lnTo>
                  <a:pt x="660" y="24"/>
                </a:lnTo>
                <a:lnTo>
                  <a:pt x="661" y="24"/>
                </a:lnTo>
                <a:lnTo>
                  <a:pt x="661" y="23"/>
                </a:lnTo>
                <a:lnTo>
                  <a:pt x="662" y="23"/>
                </a:lnTo>
                <a:lnTo>
                  <a:pt x="663" y="22"/>
                </a:lnTo>
                <a:lnTo>
                  <a:pt x="663" y="21"/>
                </a:lnTo>
                <a:lnTo>
                  <a:pt x="664" y="21"/>
                </a:lnTo>
                <a:lnTo>
                  <a:pt x="664" y="20"/>
                </a:lnTo>
                <a:lnTo>
                  <a:pt x="665" y="20"/>
                </a:lnTo>
                <a:lnTo>
                  <a:pt x="665" y="19"/>
                </a:lnTo>
                <a:lnTo>
                  <a:pt x="665" y="18"/>
                </a:lnTo>
                <a:lnTo>
                  <a:pt x="666" y="18"/>
                </a:lnTo>
                <a:lnTo>
                  <a:pt x="666" y="17"/>
                </a:lnTo>
                <a:lnTo>
                  <a:pt x="667" y="16"/>
                </a:lnTo>
                <a:lnTo>
                  <a:pt x="668" y="14"/>
                </a:lnTo>
                <a:lnTo>
                  <a:pt x="669" y="13"/>
                </a:lnTo>
                <a:lnTo>
                  <a:pt x="670" y="13"/>
                </a:lnTo>
                <a:lnTo>
                  <a:pt x="671" y="13"/>
                </a:lnTo>
                <a:lnTo>
                  <a:pt x="672" y="12"/>
                </a:lnTo>
                <a:lnTo>
                  <a:pt x="673" y="12"/>
                </a:lnTo>
                <a:lnTo>
                  <a:pt x="673" y="13"/>
                </a:lnTo>
                <a:lnTo>
                  <a:pt x="673" y="15"/>
                </a:lnTo>
                <a:lnTo>
                  <a:pt x="672" y="16"/>
                </a:lnTo>
                <a:lnTo>
                  <a:pt x="673" y="17"/>
                </a:lnTo>
                <a:lnTo>
                  <a:pt x="672" y="17"/>
                </a:lnTo>
                <a:lnTo>
                  <a:pt x="672" y="18"/>
                </a:lnTo>
                <a:lnTo>
                  <a:pt x="673" y="19"/>
                </a:lnTo>
                <a:lnTo>
                  <a:pt x="672" y="19"/>
                </a:lnTo>
                <a:lnTo>
                  <a:pt x="672" y="20"/>
                </a:lnTo>
                <a:lnTo>
                  <a:pt x="672" y="21"/>
                </a:lnTo>
                <a:lnTo>
                  <a:pt x="673" y="21"/>
                </a:lnTo>
                <a:lnTo>
                  <a:pt x="672" y="21"/>
                </a:lnTo>
                <a:lnTo>
                  <a:pt x="671" y="21"/>
                </a:lnTo>
                <a:lnTo>
                  <a:pt x="671" y="22"/>
                </a:lnTo>
                <a:lnTo>
                  <a:pt x="672" y="22"/>
                </a:lnTo>
                <a:lnTo>
                  <a:pt x="672" y="23"/>
                </a:lnTo>
                <a:lnTo>
                  <a:pt x="672" y="25"/>
                </a:lnTo>
                <a:lnTo>
                  <a:pt x="671" y="26"/>
                </a:lnTo>
                <a:lnTo>
                  <a:pt x="671" y="25"/>
                </a:lnTo>
                <a:lnTo>
                  <a:pt x="670" y="25"/>
                </a:lnTo>
                <a:lnTo>
                  <a:pt x="670" y="27"/>
                </a:lnTo>
                <a:lnTo>
                  <a:pt x="670" y="28"/>
                </a:lnTo>
                <a:lnTo>
                  <a:pt x="670" y="29"/>
                </a:lnTo>
                <a:lnTo>
                  <a:pt x="669" y="30"/>
                </a:lnTo>
                <a:lnTo>
                  <a:pt x="669" y="34"/>
                </a:lnTo>
                <a:lnTo>
                  <a:pt x="669" y="35"/>
                </a:lnTo>
                <a:lnTo>
                  <a:pt x="668" y="35"/>
                </a:lnTo>
                <a:lnTo>
                  <a:pt x="667" y="35"/>
                </a:lnTo>
                <a:lnTo>
                  <a:pt x="666" y="35"/>
                </a:lnTo>
                <a:lnTo>
                  <a:pt x="664" y="35"/>
                </a:lnTo>
                <a:lnTo>
                  <a:pt x="663" y="35"/>
                </a:lnTo>
                <a:lnTo>
                  <a:pt x="661" y="35"/>
                </a:lnTo>
                <a:lnTo>
                  <a:pt x="659" y="36"/>
                </a:lnTo>
                <a:lnTo>
                  <a:pt x="657" y="36"/>
                </a:lnTo>
                <a:lnTo>
                  <a:pt x="656" y="37"/>
                </a:lnTo>
                <a:lnTo>
                  <a:pt x="654" y="37"/>
                </a:lnTo>
                <a:lnTo>
                  <a:pt x="653" y="38"/>
                </a:lnTo>
                <a:lnTo>
                  <a:pt x="653" y="39"/>
                </a:lnTo>
                <a:lnTo>
                  <a:pt x="653" y="40"/>
                </a:lnTo>
                <a:lnTo>
                  <a:pt x="653" y="41"/>
                </a:lnTo>
                <a:lnTo>
                  <a:pt x="653" y="42"/>
                </a:lnTo>
                <a:lnTo>
                  <a:pt x="653" y="43"/>
                </a:lnTo>
                <a:lnTo>
                  <a:pt x="652" y="43"/>
                </a:lnTo>
                <a:lnTo>
                  <a:pt x="652" y="44"/>
                </a:lnTo>
                <a:lnTo>
                  <a:pt x="651" y="44"/>
                </a:lnTo>
                <a:lnTo>
                  <a:pt x="650" y="44"/>
                </a:lnTo>
                <a:lnTo>
                  <a:pt x="650" y="45"/>
                </a:lnTo>
                <a:lnTo>
                  <a:pt x="649" y="45"/>
                </a:lnTo>
                <a:lnTo>
                  <a:pt x="649" y="46"/>
                </a:lnTo>
                <a:lnTo>
                  <a:pt x="651" y="46"/>
                </a:lnTo>
                <a:lnTo>
                  <a:pt x="651" y="48"/>
                </a:lnTo>
                <a:lnTo>
                  <a:pt x="651" y="50"/>
                </a:lnTo>
                <a:lnTo>
                  <a:pt x="651" y="52"/>
                </a:lnTo>
                <a:lnTo>
                  <a:pt x="651" y="54"/>
                </a:lnTo>
                <a:lnTo>
                  <a:pt x="650" y="54"/>
                </a:lnTo>
                <a:lnTo>
                  <a:pt x="650" y="53"/>
                </a:lnTo>
                <a:lnTo>
                  <a:pt x="650" y="52"/>
                </a:lnTo>
                <a:lnTo>
                  <a:pt x="649" y="52"/>
                </a:lnTo>
                <a:lnTo>
                  <a:pt x="649" y="53"/>
                </a:lnTo>
                <a:lnTo>
                  <a:pt x="649" y="54"/>
                </a:lnTo>
                <a:lnTo>
                  <a:pt x="647" y="54"/>
                </a:lnTo>
                <a:lnTo>
                  <a:pt x="646" y="54"/>
                </a:lnTo>
                <a:lnTo>
                  <a:pt x="647" y="55"/>
                </a:lnTo>
                <a:lnTo>
                  <a:pt x="646" y="55"/>
                </a:lnTo>
                <a:lnTo>
                  <a:pt x="646" y="56"/>
                </a:lnTo>
                <a:lnTo>
                  <a:pt x="644" y="55"/>
                </a:lnTo>
                <a:lnTo>
                  <a:pt x="644" y="56"/>
                </a:lnTo>
                <a:lnTo>
                  <a:pt x="644" y="57"/>
                </a:lnTo>
                <a:lnTo>
                  <a:pt x="643" y="57"/>
                </a:lnTo>
                <a:lnTo>
                  <a:pt x="643" y="56"/>
                </a:lnTo>
                <a:lnTo>
                  <a:pt x="638" y="56"/>
                </a:lnTo>
                <a:lnTo>
                  <a:pt x="638" y="57"/>
                </a:lnTo>
                <a:lnTo>
                  <a:pt x="637" y="58"/>
                </a:lnTo>
                <a:lnTo>
                  <a:pt x="636" y="59"/>
                </a:lnTo>
                <a:lnTo>
                  <a:pt x="634" y="59"/>
                </a:lnTo>
                <a:lnTo>
                  <a:pt x="634" y="60"/>
                </a:lnTo>
                <a:lnTo>
                  <a:pt x="634" y="62"/>
                </a:lnTo>
                <a:lnTo>
                  <a:pt x="633" y="64"/>
                </a:lnTo>
                <a:lnTo>
                  <a:pt x="632" y="64"/>
                </a:lnTo>
                <a:lnTo>
                  <a:pt x="631" y="64"/>
                </a:lnTo>
                <a:lnTo>
                  <a:pt x="631" y="66"/>
                </a:lnTo>
                <a:lnTo>
                  <a:pt x="630" y="67"/>
                </a:lnTo>
                <a:lnTo>
                  <a:pt x="630" y="68"/>
                </a:lnTo>
                <a:lnTo>
                  <a:pt x="631" y="68"/>
                </a:lnTo>
                <a:lnTo>
                  <a:pt x="631" y="70"/>
                </a:lnTo>
                <a:lnTo>
                  <a:pt x="631" y="72"/>
                </a:lnTo>
                <a:lnTo>
                  <a:pt x="629" y="72"/>
                </a:lnTo>
                <a:lnTo>
                  <a:pt x="629" y="73"/>
                </a:lnTo>
                <a:lnTo>
                  <a:pt x="628" y="73"/>
                </a:lnTo>
                <a:lnTo>
                  <a:pt x="627" y="73"/>
                </a:lnTo>
                <a:lnTo>
                  <a:pt x="626" y="73"/>
                </a:lnTo>
                <a:lnTo>
                  <a:pt x="625" y="74"/>
                </a:lnTo>
                <a:lnTo>
                  <a:pt x="622" y="75"/>
                </a:lnTo>
                <a:lnTo>
                  <a:pt x="620" y="76"/>
                </a:lnTo>
                <a:lnTo>
                  <a:pt x="619" y="76"/>
                </a:lnTo>
                <a:lnTo>
                  <a:pt x="619" y="77"/>
                </a:lnTo>
                <a:lnTo>
                  <a:pt x="618" y="77"/>
                </a:lnTo>
                <a:lnTo>
                  <a:pt x="615" y="76"/>
                </a:lnTo>
                <a:lnTo>
                  <a:pt x="614" y="78"/>
                </a:lnTo>
                <a:lnTo>
                  <a:pt x="613" y="78"/>
                </a:lnTo>
                <a:lnTo>
                  <a:pt x="611" y="78"/>
                </a:lnTo>
                <a:lnTo>
                  <a:pt x="609" y="79"/>
                </a:lnTo>
                <a:lnTo>
                  <a:pt x="609" y="80"/>
                </a:lnTo>
                <a:lnTo>
                  <a:pt x="608" y="80"/>
                </a:lnTo>
                <a:lnTo>
                  <a:pt x="608" y="81"/>
                </a:lnTo>
                <a:lnTo>
                  <a:pt x="606" y="83"/>
                </a:lnTo>
                <a:lnTo>
                  <a:pt x="606" y="84"/>
                </a:lnTo>
                <a:lnTo>
                  <a:pt x="605" y="87"/>
                </a:lnTo>
                <a:lnTo>
                  <a:pt x="604" y="88"/>
                </a:lnTo>
                <a:lnTo>
                  <a:pt x="605" y="89"/>
                </a:lnTo>
                <a:lnTo>
                  <a:pt x="604" y="89"/>
                </a:lnTo>
                <a:lnTo>
                  <a:pt x="603" y="90"/>
                </a:lnTo>
                <a:lnTo>
                  <a:pt x="602" y="90"/>
                </a:lnTo>
                <a:lnTo>
                  <a:pt x="601" y="90"/>
                </a:lnTo>
                <a:lnTo>
                  <a:pt x="600" y="91"/>
                </a:lnTo>
                <a:lnTo>
                  <a:pt x="601" y="91"/>
                </a:lnTo>
                <a:lnTo>
                  <a:pt x="602" y="91"/>
                </a:lnTo>
                <a:lnTo>
                  <a:pt x="603" y="91"/>
                </a:lnTo>
                <a:lnTo>
                  <a:pt x="602" y="91"/>
                </a:lnTo>
                <a:lnTo>
                  <a:pt x="601" y="91"/>
                </a:lnTo>
                <a:lnTo>
                  <a:pt x="600" y="94"/>
                </a:lnTo>
                <a:lnTo>
                  <a:pt x="600" y="95"/>
                </a:lnTo>
                <a:lnTo>
                  <a:pt x="599" y="95"/>
                </a:lnTo>
                <a:lnTo>
                  <a:pt x="599" y="97"/>
                </a:lnTo>
                <a:lnTo>
                  <a:pt x="599" y="100"/>
                </a:lnTo>
                <a:lnTo>
                  <a:pt x="598" y="100"/>
                </a:lnTo>
                <a:lnTo>
                  <a:pt x="597" y="101"/>
                </a:lnTo>
                <a:lnTo>
                  <a:pt x="597" y="102"/>
                </a:lnTo>
                <a:lnTo>
                  <a:pt x="597" y="103"/>
                </a:lnTo>
                <a:lnTo>
                  <a:pt x="596" y="104"/>
                </a:lnTo>
                <a:lnTo>
                  <a:pt x="595" y="105"/>
                </a:lnTo>
                <a:lnTo>
                  <a:pt x="593" y="107"/>
                </a:lnTo>
                <a:lnTo>
                  <a:pt x="592" y="107"/>
                </a:lnTo>
                <a:lnTo>
                  <a:pt x="592" y="108"/>
                </a:lnTo>
                <a:lnTo>
                  <a:pt x="593" y="108"/>
                </a:lnTo>
                <a:lnTo>
                  <a:pt x="593" y="109"/>
                </a:lnTo>
                <a:lnTo>
                  <a:pt x="593" y="110"/>
                </a:lnTo>
                <a:lnTo>
                  <a:pt x="593" y="111"/>
                </a:lnTo>
                <a:lnTo>
                  <a:pt x="594" y="113"/>
                </a:lnTo>
                <a:lnTo>
                  <a:pt x="594" y="114"/>
                </a:lnTo>
                <a:lnTo>
                  <a:pt x="594" y="115"/>
                </a:lnTo>
                <a:lnTo>
                  <a:pt x="594" y="116"/>
                </a:lnTo>
                <a:lnTo>
                  <a:pt x="593" y="116"/>
                </a:lnTo>
                <a:lnTo>
                  <a:pt x="593" y="117"/>
                </a:lnTo>
                <a:lnTo>
                  <a:pt x="592" y="117"/>
                </a:lnTo>
                <a:lnTo>
                  <a:pt x="591" y="118"/>
                </a:lnTo>
                <a:lnTo>
                  <a:pt x="590" y="119"/>
                </a:lnTo>
                <a:lnTo>
                  <a:pt x="589" y="119"/>
                </a:lnTo>
                <a:lnTo>
                  <a:pt x="589" y="120"/>
                </a:lnTo>
                <a:lnTo>
                  <a:pt x="588" y="121"/>
                </a:lnTo>
                <a:lnTo>
                  <a:pt x="586" y="121"/>
                </a:lnTo>
                <a:lnTo>
                  <a:pt x="586" y="122"/>
                </a:lnTo>
                <a:lnTo>
                  <a:pt x="585" y="122"/>
                </a:lnTo>
                <a:lnTo>
                  <a:pt x="584" y="123"/>
                </a:lnTo>
                <a:lnTo>
                  <a:pt x="584" y="124"/>
                </a:lnTo>
                <a:lnTo>
                  <a:pt x="585" y="124"/>
                </a:lnTo>
                <a:lnTo>
                  <a:pt x="584" y="124"/>
                </a:lnTo>
                <a:lnTo>
                  <a:pt x="584" y="125"/>
                </a:lnTo>
                <a:lnTo>
                  <a:pt x="583" y="126"/>
                </a:lnTo>
                <a:lnTo>
                  <a:pt x="582" y="127"/>
                </a:lnTo>
                <a:lnTo>
                  <a:pt x="582" y="128"/>
                </a:lnTo>
                <a:lnTo>
                  <a:pt x="581" y="128"/>
                </a:lnTo>
                <a:lnTo>
                  <a:pt x="580" y="129"/>
                </a:lnTo>
                <a:lnTo>
                  <a:pt x="579" y="129"/>
                </a:lnTo>
                <a:lnTo>
                  <a:pt x="578" y="129"/>
                </a:lnTo>
                <a:lnTo>
                  <a:pt x="577" y="129"/>
                </a:lnTo>
                <a:lnTo>
                  <a:pt x="576" y="129"/>
                </a:lnTo>
                <a:lnTo>
                  <a:pt x="576" y="130"/>
                </a:lnTo>
                <a:lnTo>
                  <a:pt x="575" y="130"/>
                </a:lnTo>
                <a:lnTo>
                  <a:pt x="575" y="129"/>
                </a:lnTo>
                <a:lnTo>
                  <a:pt x="574" y="129"/>
                </a:lnTo>
                <a:lnTo>
                  <a:pt x="573" y="129"/>
                </a:lnTo>
                <a:lnTo>
                  <a:pt x="570" y="129"/>
                </a:lnTo>
                <a:lnTo>
                  <a:pt x="569" y="129"/>
                </a:lnTo>
                <a:lnTo>
                  <a:pt x="568" y="130"/>
                </a:lnTo>
                <a:lnTo>
                  <a:pt x="568" y="131"/>
                </a:lnTo>
                <a:lnTo>
                  <a:pt x="568" y="132"/>
                </a:lnTo>
                <a:lnTo>
                  <a:pt x="568" y="133"/>
                </a:lnTo>
                <a:lnTo>
                  <a:pt x="565" y="133"/>
                </a:lnTo>
                <a:lnTo>
                  <a:pt x="565" y="132"/>
                </a:lnTo>
                <a:lnTo>
                  <a:pt x="564" y="132"/>
                </a:lnTo>
                <a:lnTo>
                  <a:pt x="564" y="131"/>
                </a:lnTo>
                <a:lnTo>
                  <a:pt x="563" y="131"/>
                </a:lnTo>
                <a:lnTo>
                  <a:pt x="563" y="132"/>
                </a:lnTo>
                <a:lnTo>
                  <a:pt x="563" y="133"/>
                </a:lnTo>
                <a:lnTo>
                  <a:pt x="563" y="134"/>
                </a:lnTo>
                <a:lnTo>
                  <a:pt x="563" y="135"/>
                </a:lnTo>
                <a:lnTo>
                  <a:pt x="563" y="137"/>
                </a:lnTo>
                <a:lnTo>
                  <a:pt x="562" y="138"/>
                </a:lnTo>
                <a:lnTo>
                  <a:pt x="561" y="138"/>
                </a:lnTo>
                <a:lnTo>
                  <a:pt x="560" y="138"/>
                </a:lnTo>
                <a:lnTo>
                  <a:pt x="559" y="138"/>
                </a:lnTo>
                <a:lnTo>
                  <a:pt x="558" y="138"/>
                </a:lnTo>
                <a:lnTo>
                  <a:pt x="557" y="138"/>
                </a:lnTo>
                <a:lnTo>
                  <a:pt x="556" y="139"/>
                </a:lnTo>
                <a:lnTo>
                  <a:pt x="556" y="140"/>
                </a:lnTo>
                <a:lnTo>
                  <a:pt x="555" y="140"/>
                </a:lnTo>
                <a:lnTo>
                  <a:pt x="555" y="141"/>
                </a:lnTo>
                <a:lnTo>
                  <a:pt x="556" y="142"/>
                </a:lnTo>
                <a:lnTo>
                  <a:pt x="556" y="143"/>
                </a:lnTo>
                <a:lnTo>
                  <a:pt x="556" y="144"/>
                </a:lnTo>
                <a:lnTo>
                  <a:pt x="556" y="145"/>
                </a:lnTo>
                <a:lnTo>
                  <a:pt x="557" y="145"/>
                </a:lnTo>
                <a:lnTo>
                  <a:pt x="557" y="146"/>
                </a:lnTo>
                <a:lnTo>
                  <a:pt x="556" y="146"/>
                </a:lnTo>
                <a:lnTo>
                  <a:pt x="556" y="145"/>
                </a:lnTo>
                <a:lnTo>
                  <a:pt x="555" y="146"/>
                </a:lnTo>
                <a:lnTo>
                  <a:pt x="555" y="147"/>
                </a:lnTo>
                <a:lnTo>
                  <a:pt x="554" y="148"/>
                </a:lnTo>
                <a:lnTo>
                  <a:pt x="553" y="149"/>
                </a:lnTo>
                <a:lnTo>
                  <a:pt x="553" y="150"/>
                </a:lnTo>
                <a:lnTo>
                  <a:pt x="552" y="151"/>
                </a:lnTo>
                <a:lnTo>
                  <a:pt x="552" y="152"/>
                </a:lnTo>
                <a:lnTo>
                  <a:pt x="551" y="152"/>
                </a:lnTo>
                <a:lnTo>
                  <a:pt x="551" y="154"/>
                </a:lnTo>
                <a:lnTo>
                  <a:pt x="550" y="155"/>
                </a:lnTo>
                <a:lnTo>
                  <a:pt x="549" y="157"/>
                </a:lnTo>
                <a:lnTo>
                  <a:pt x="549" y="158"/>
                </a:lnTo>
                <a:lnTo>
                  <a:pt x="548" y="158"/>
                </a:lnTo>
                <a:lnTo>
                  <a:pt x="547" y="158"/>
                </a:lnTo>
                <a:lnTo>
                  <a:pt x="547" y="159"/>
                </a:lnTo>
                <a:lnTo>
                  <a:pt x="547" y="160"/>
                </a:lnTo>
                <a:lnTo>
                  <a:pt x="547" y="161"/>
                </a:lnTo>
                <a:lnTo>
                  <a:pt x="547" y="162"/>
                </a:lnTo>
                <a:lnTo>
                  <a:pt x="547" y="163"/>
                </a:lnTo>
                <a:lnTo>
                  <a:pt x="548" y="164"/>
                </a:lnTo>
                <a:lnTo>
                  <a:pt x="548" y="165"/>
                </a:lnTo>
                <a:lnTo>
                  <a:pt x="548" y="166"/>
                </a:lnTo>
                <a:lnTo>
                  <a:pt x="548" y="167"/>
                </a:lnTo>
                <a:lnTo>
                  <a:pt x="547" y="167"/>
                </a:lnTo>
                <a:lnTo>
                  <a:pt x="546" y="167"/>
                </a:lnTo>
                <a:lnTo>
                  <a:pt x="545" y="167"/>
                </a:lnTo>
                <a:lnTo>
                  <a:pt x="544" y="167"/>
                </a:lnTo>
                <a:lnTo>
                  <a:pt x="543" y="167"/>
                </a:lnTo>
                <a:lnTo>
                  <a:pt x="542" y="168"/>
                </a:lnTo>
                <a:lnTo>
                  <a:pt x="541" y="168"/>
                </a:lnTo>
                <a:lnTo>
                  <a:pt x="541" y="169"/>
                </a:lnTo>
                <a:lnTo>
                  <a:pt x="540" y="169"/>
                </a:lnTo>
                <a:lnTo>
                  <a:pt x="539" y="170"/>
                </a:lnTo>
                <a:lnTo>
                  <a:pt x="539" y="171"/>
                </a:lnTo>
                <a:lnTo>
                  <a:pt x="538" y="171"/>
                </a:lnTo>
                <a:lnTo>
                  <a:pt x="538" y="172"/>
                </a:lnTo>
                <a:lnTo>
                  <a:pt x="538" y="173"/>
                </a:lnTo>
                <a:lnTo>
                  <a:pt x="538" y="174"/>
                </a:lnTo>
                <a:lnTo>
                  <a:pt x="539" y="176"/>
                </a:lnTo>
                <a:lnTo>
                  <a:pt x="541" y="177"/>
                </a:lnTo>
                <a:lnTo>
                  <a:pt x="542" y="178"/>
                </a:lnTo>
                <a:lnTo>
                  <a:pt x="543" y="179"/>
                </a:lnTo>
                <a:lnTo>
                  <a:pt x="543" y="180"/>
                </a:lnTo>
                <a:lnTo>
                  <a:pt x="543" y="181"/>
                </a:lnTo>
                <a:lnTo>
                  <a:pt x="543" y="182"/>
                </a:lnTo>
                <a:lnTo>
                  <a:pt x="543" y="183"/>
                </a:lnTo>
                <a:lnTo>
                  <a:pt x="543" y="184"/>
                </a:lnTo>
                <a:lnTo>
                  <a:pt x="542" y="184"/>
                </a:lnTo>
                <a:lnTo>
                  <a:pt x="541" y="185"/>
                </a:lnTo>
                <a:lnTo>
                  <a:pt x="538" y="185"/>
                </a:lnTo>
                <a:lnTo>
                  <a:pt x="537" y="186"/>
                </a:lnTo>
                <a:lnTo>
                  <a:pt x="536" y="186"/>
                </a:lnTo>
                <a:lnTo>
                  <a:pt x="536" y="187"/>
                </a:lnTo>
                <a:lnTo>
                  <a:pt x="536" y="190"/>
                </a:lnTo>
                <a:lnTo>
                  <a:pt x="537" y="190"/>
                </a:lnTo>
                <a:lnTo>
                  <a:pt x="537" y="191"/>
                </a:lnTo>
                <a:lnTo>
                  <a:pt x="538" y="191"/>
                </a:lnTo>
                <a:lnTo>
                  <a:pt x="540" y="191"/>
                </a:lnTo>
                <a:lnTo>
                  <a:pt x="541" y="191"/>
                </a:lnTo>
                <a:lnTo>
                  <a:pt x="541" y="192"/>
                </a:lnTo>
                <a:lnTo>
                  <a:pt x="541" y="193"/>
                </a:lnTo>
                <a:lnTo>
                  <a:pt x="540" y="194"/>
                </a:lnTo>
                <a:lnTo>
                  <a:pt x="539" y="195"/>
                </a:lnTo>
                <a:lnTo>
                  <a:pt x="538" y="195"/>
                </a:lnTo>
                <a:lnTo>
                  <a:pt x="538" y="196"/>
                </a:lnTo>
                <a:lnTo>
                  <a:pt x="537" y="196"/>
                </a:lnTo>
                <a:lnTo>
                  <a:pt x="538" y="196"/>
                </a:lnTo>
                <a:lnTo>
                  <a:pt x="541" y="197"/>
                </a:lnTo>
                <a:lnTo>
                  <a:pt x="542" y="197"/>
                </a:lnTo>
                <a:lnTo>
                  <a:pt x="542" y="195"/>
                </a:lnTo>
                <a:lnTo>
                  <a:pt x="543" y="194"/>
                </a:lnTo>
                <a:lnTo>
                  <a:pt x="543" y="193"/>
                </a:lnTo>
                <a:lnTo>
                  <a:pt x="544" y="193"/>
                </a:lnTo>
                <a:lnTo>
                  <a:pt x="545" y="194"/>
                </a:lnTo>
                <a:lnTo>
                  <a:pt x="545" y="195"/>
                </a:lnTo>
                <a:lnTo>
                  <a:pt x="544" y="197"/>
                </a:lnTo>
                <a:lnTo>
                  <a:pt x="545" y="197"/>
                </a:lnTo>
                <a:lnTo>
                  <a:pt x="545" y="198"/>
                </a:lnTo>
                <a:lnTo>
                  <a:pt x="548" y="198"/>
                </a:lnTo>
                <a:lnTo>
                  <a:pt x="548" y="200"/>
                </a:lnTo>
                <a:lnTo>
                  <a:pt x="549" y="201"/>
                </a:lnTo>
                <a:lnTo>
                  <a:pt x="551" y="201"/>
                </a:lnTo>
                <a:lnTo>
                  <a:pt x="552" y="199"/>
                </a:lnTo>
                <a:lnTo>
                  <a:pt x="552" y="198"/>
                </a:lnTo>
                <a:lnTo>
                  <a:pt x="554" y="197"/>
                </a:lnTo>
                <a:lnTo>
                  <a:pt x="556" y="197"/>
                </a:lnTo>
                <a:lnTo>
                  <a:pt x="558" y="197"/>
                </a:lnTo>
                <a:lnTo>
                  <a:pt x="559" y="197"/>
                </a:lnTo>
                <a:lnTo>
                  <a:pt x="560" y="197"/>
                </a:lnTo>
                <a:lnTo>
                  <a:pt x="561" y="198"/>
                </a:lnTo>
                <a:lnTo>
                  <a:pt x="561" y="199"/>
                </a:lnTo>
                <a:lnTo>
                  <a:pt x="562" y="200"/>
                </a:lnTo>
                <a:lnTo>
                  <a:pt x="563" y="200"/>
                </a:lnTo>
                <a:lnTo>
                  <a:pt x="564" y="200"/>
                </a:lnTo>
                <a:lnTo>
                  <a:pt x="564" y="199"/>
                </a:lnTo>
                <a:lnTo>
                  <a:pt x="564" y="198"/>
                </a:lnTo>
                <a:lnTo>
                  <a:pt x="565" y="198"/>
                </a:lnTo>
                <a:lnTo>
                  <a:pt x="566" y="197"/>
                </a:lnTo>
                <a:lnTo>
                  <a:pt x="566" y="196"/>
                </a:lnTo>
                <a:lnTo>
                  <a:pt x="567" y="196"/>
                </a:lnTo>
                <a:lnTo>
                  <a:pt x="568" y="195"/>
                </a:lnTo>
                <a:lnTo>
                  <a:pt x="570" y="195"/>
                </a:lnTo>
                <a:lnTo>
                  <a:pt x="570" y="194"/>
                </a:lnTo>
                <a:lnTo>
                  <a:pt x="571" y="194"/>
                </a:lnTo>
                <a:lnTo>
                  <a:pt x="571" y="195"/>
                </a:lnTo>
                <a:lnTo>
                  <a:pt x="572" y="195"/>
                </a:lnTo>
                <a:lnTo>
                  <a:pt x="573" y="195"/>
                </a:lnTo>
                <a:lnTo>
                  <a:pt x="573" y="194"/>
                </a:lnTo>
                <a:lnTo>
                  <a:pt x="573" y="193"/>
                </a:lnTo>
                <a:lnTo>
                  <a:pt x="574" y="193"/>
                </a:lnTo>
                <a:lnTo>
                  <a:pt x="575" y="194"/>
                </a:lnTo>
                <a:lnTo>
                  <a:pt x="575" y="195"/>
                </a:lnTo>
                <a:lnTo>
                  <a:pt x="575" y="196"/>
                </a:lnTo>
                <a:lnTo>
                  <a:pt x="575" y="197"/>
                </a:lnTo>
                <a:lnTo>
                  <a:pt x="576" y="197"/>
                </a:lnTo>
                <a:lnTo>
                  <a:pt x="578" y="198"/>
                </a:lnTo>
                <a:lnTo>
                  <a:pt x="578" y="199"/>
                </a:lnTo>
                <a:lnTo>
                  <a:pt x="579" y="200"/>
                </a:lnTo>
                <a:lnTo>
                  <a:pt x="581" y="199"/>
                </a:lnTo>
                <a:lnTo>
                  <a:pt x="582" y="199"/>
                </a:lnTo>
                <a:lnTo>
                  <a:pt x="583" y="200"/>
                </a:lnTo>
                <a:lnTo>
                  <a:pt x="584" y="200"/>
                </a:lnTo>
                <a:lnTo>
                  <a:pt x="584" y="199"/>
                </a:lnTo>
                <a:lnTo>
                  <a:pt x="585" y="199"/>
                </a:lnTo>
                <a:lnTo>
                  <a:pt x="587" y="200"/>
                </a:lnTo>
                <a:lnTo>
                  <a:pt x="587" y="201"/>
                </a:lnTo>
                <a:lnTo>
                  <a:pt x="586" y="202"/>
                </a:lnTo>
                <a:lnTo>
                  <a:pt x="585" y="202"/>
                </a:lnTo>
                <a:lnTo>
                  <a:pt x="585" y="204"/>
                </a:lnTo>
                <a:lnTo>
                  <a:pt x="584" y="204"/>
                </a:lnTo>
                <a:lnTo>
                  <a:pt x="583" y="205"/>
                </a:lnTo>
                <a:lnTo>
                  <a:pt x="583" y="206"/>
                </a:lnTo>
                <a:lnTo>
                  <a:pt x="585" y="207"/>
                </a:lnTo>
                <a:lnTo>
                  <a:pt x="586" y="208"/>
                </a:lnTo>
                <a:lnTo>
                  <a:pt x="587" y="208"/>
                </a:lnTo>
                <a:lnTo>
                  <a:pt x="587" y="207"/>
                </a:lnTo>
                <a:lnTo>
                  <a:pt x="587" y="206"/>
                </a:lnTo>
                <a:lnTo>
                  <a:pt x="588" y="206"/>
                </a:lnTo>
                <a:lnTo>
                  <a:pt x="589" y="205"/>
                </a:lnTo>
                <a:lnTo>
                  <a:pt x="591" y="206"/>
                </a:lnTo>
                <a:lnTo>
                  <a:pt x="592" y="207"/>
                </a:lnTo>
                <a:lnTo>
                  <a:pt x="591" y="209"/>
                </a:lnTo>
                <a:lnTo>
                  <a:pt x="590" y="209"/>
                </a:lnTo>
                <a:lnTo>
                  <a:pt x="589" y="209"/>
                </a:lnTo>
                <a:lnTo>
                  <a:pt x="589" y="210"/>
                </a:lnTo>
                <a:lnTo>
                  <a:pt x="589" y="212"/>
                </a:lnTo>
                <a:lnTo>
                  <a:pt x="590" y="213"/>
                </a:lnTo>
                <a:lnTo>
                  <a:pt x="591" y="214"/>
                </a:lnTo>
                <a:lnTo>
                  <a:pt x="591" y="215"/>
                </a:lnTo>
                <a:lnTo>
                  <a:pt x="591" y="216"/>
                </a:lnTo>
                <a:lnTo>
                  <a:pt x="591" y="217"/>
                </a:lnTo>
                <a:lnTo>
                  <a:pt x="593" y="217"/>
                </a:lnTo>
                <a:lnTo>
                  <a:pt x="594" y="214"/>
                </a:lnTo>
                <a:lnTo>
                  <a:pt x="595" y="214"/>
                </a:lnTo>
                <a:lnTo>
                  <a:pt x="596" y="215"/>
                </a:lnTo>
                <a:lnTo>
                  <a:pt x="596" y="217"/>
                </a:lnTo>
                <a:lnTo>
                  <a:pt x="596" y="216"/>
                </a:lnTo>
                <a:lnTo>
                  <a:pt x="597" y="216"/>
                </a:lnTo>
                <a:lnTo>
                  <a:pt x="597" y="215"/>
                </a:lnTo>
                <a:lnTo>
                  <a:pt x="597" y="213"/>
                </a:lnTo>
                <a:lnTo>
                  <a:pt x="598" y="213"/>
                </a:lnTo>
                <a:lnTo>
                  <a:pt x="599" y="213"/>
                </a:lnTo>
                <a:lnTo>
                  <a:pt x="600" y="213"/>
                </a:lnTo>
                <a:lnTo>
                  <a:pt x="601" y="214"/>
                </a:lnTo>
                <a:lnTo>
                  <a:pt x="603" y="214"/>
                </a:lnTo>
                <a:lnTo>
                  <a:pt x="604" y="216"/>
                </a:lnTo>
                <a:lnTo>
                  <a:pt x="605" y="216"/>
                </a:lnTo>
                <a:lnTo>
                  <a:pt x="607" y="217"/>
                </a:lnTo>
                <a:lnTo>
                  <a:pt x="608" y="217"/>
                </a:lnTo>
                <a:lnTo>
                  <a:pt x="610" y="216"/>
                </a:lnTo>
                <a:lnTo>
                  <a:pt x="611" y="218"/>
                </a:lnTo>
                <a:lnTo>
                  <a:pt x="612" y="219"/>
                </a:lnTo>
                <a:lnTo>
                  <a:pt x="613" y="220"/>
                </a:lnTo>
                <a:lnTo>
                  <a:pt x="614" y="220"/>
                </a:lnTo>
                <a:lnTo>
                  <a:pt x="614" y="221"/>
                </a:lnTo>
                <a:lnTo>
                  <a:pt x="614" y="223"/>
                </a:lnTo>
                <a:lnTo>
                  <a:pt x="615" y="224"/>
                </a:lnTo>
                <a:lnTo>
                  <a:pt x="616" y="225"/>
                </a:lnTo>
                <a:lnTo>
                  <a:pt x="617" y="228"/>
                </a:lnTo>
                <a:lnTo>
                  <a:pt x="618" y="228"/>
                </a:lnTo>
                <a:lnTo>
                  <a:pt x="618" y="229"/>
                </a:lnTo>
                <a:lnTo>
                  <a:pt x="617" y="230"/>
                </a:lnTo>
                <a:lnTo>
                  <a:pt x="616" y="231"/>
                </a:lnTo>
                <a:lnTo>
                  <a:pt x="615" y="231"/>
                </a:lnTo>
                <a:lnTo>
                  <a:pt x="615" y="232"/>
                </a:lnTo>
                <a:lnTo>
                  <a:pt x="616" y="233"/>
                </a:lnTo>
                <a:lnTo>
                  <a:pt x="617" y="233"/>
                </a:lnTo>
                <a:lnTo>
                  <a:pt x="617" y="234"/>
                </a:lnTo>
                <a:lnTo>
                  <a:pt x="619" y="237"/>
                </a:lnTo>
                <a:lnTo>
                  <a:pt x="619" y="240"/>
                </a:lnTo>
                <a:lnTo>
                  <a:pt x="619" y="241"/>
                </a:lnTo>
                <a:lnTo>
                  <a:pt x="618" y="241"/>
                </a:lnTo>
                <a:lnTo>
                  <a:pt x="618" y="242"/>
                </a:lnTo>
                <a:lnTo>
                  <a:pt x="620" y="242"/>
                </a:lnTo>
                <a:lnTo>
                  <a:pt x="619" y="242"/>
                </a:lnTo>
                <a:lnTo>
                  <a:pt x="620" y="242"/>
                </a:lnTo>
                <a:lnTo>
                  <a:pt x="620" y="241"/>
                </a:lnTo>
                <a:lnTo>
                  <a:pt x="620" y="242"/>
                </a:lnTo>
                <a:lnTo>
                  <a:pt x="621" y="244"/>
                </a:lnTo>
                <a:lnTo>
                  <a:pt x="620" y="245"/>
                </a:lnTo>
                <a:lnTo>
                  <a:pt x="620" y="246"/>
                </a:lnTo>
                <a:lnTo>
                  <a:pt x="621" y="246"/>
                </a:lnTo>
                <a:lnTo>
                  <a:pt x="621" y="245"/>
                </a:lnTo>
                <a:lnTo>
                  <a:pt x="622" y="245"/>
                </a:lnTo>
                <a:lnTo>
                  <a:pt x="623" y="245"/>
                </a:lnTo>
                <a:lnTo>
                  <a:pt x="623" y="246"/>
                </a:lnTo>
                <a:lnTo>
                  <a:pt x="623" y="247"/>
                </a:lnTo>
                <a:lnTo>
                  <a:pt x="624" y="247"/>
                </a:lnTo>
                <a:lnTo>
                  <a:pt x="624" y="248"/>
                </a:lnTo>
                <a:lnTo>
                  <a:pt x="625" y="249"/>
                </a:lnTo>
                <a:lnTo>
                  <a:pt x="626" y="250"/>
                </a:lnTo>
                <a:lnTo>
                  <a:pt x="627" y="251"/>
                </a:lnTo>
                <a:lnTo>
                  <a:pt x="627" y="252"/>
                </a:lnTo>
                <a:lnTo>
                  <a:pt x="628" y="252"/>
                </a:lnTo>
                <a:lnTo>
                  <a:pt x="629" y="253"/>
                </a:lnTo>
                <a:lnTo>
                  <a:pt x="630" y="253"/>
                </a:lnTo>
                <a:lnTo>
                  <a:pt x="631" y="254"/>
                </a:lnTo>
                <a:lnTo>
                  <a:pt x="632" y="254"/>
                </a:lnTo>
                <a:lnTo>
                  <a:pt x="633" y="254"/>
                </a:lnTo>
                <a:lnTo>
                  <a:pt x="634" y="254"/>
                </a:lnTo>
                <a:lnTo>
                  <a:pt x="636" y="254"/>
                </a:lnTo>
                <a:lnTo>
                  <a:pt x="637" y="253"/>
                </a:lnTo>
                <a:lnTo>
                  <a:pt x="639" y="253"/>
                </a:lnTo>
                <a:lnTo>
                  <a:pt x="640" y="253"/>
                </a:lnTo>
                <a:lnTo>
                  <a:pt x="641" y="252"/>
                </a:lnTo>
                <a:lnTo>
                  <a:pt x="642" y="253"/>
                </a:lnTo>
                <a:lnTo>
                  <a:pt x="643" y="253"/>
                </a:lnTo>
                <a:lnTo>
                  <a:pt x="644" y="253"/>
                </a:lnTo>
                <a:lnTo>
                  <a:pt x="645" y="254"/>
                </a:lnTo>
                <a:lnTo>
                  <a:pt x="646" y="254"/>
                </a:lnTo>
                <a:lnTo>
                  <a:pt x="647" y="255"/>
                </a:lnTo>
                <a:lnTo>
                  <a:pt x="649" y="255"/>
                </a:lnTo>
                <a:lnTo>
                  <a:pt x="649" y="254"/>
                </a:lnTo>
                <a:lnTo>
                  <a:pt x="650" y="253"/>
                </a:lnTo>
                <a:lnTo>
                  <a:pt x="650" y="252"/>
                </a:lnTo>
                <a:lnTo>
                  <a:pt x="650" y="251"/>
                </a:lnTo>
                <a:lnTo>
                  <a:pt x="650" y="250"/>
                </a:lnTo>
                <a:lnTo>
                  <a:pt x="650" y="249"/>
                </a:lnTo>
                <a:lnTo>
                  <a:pt x="650" y="248"/>
                </a:lnTo>
                <a:lnTo>
                  <a:pt x="651" y="248"/>
                </a:lnTo>
                <a:lnTo>
                  <a:pt x="651" y="247"/>
                </a:lnTo>
                <a:lnTo>
                  <a:pt x="651" y="248"/>
                </a:lnTo>
                <a:lnTo>
                  <a:pt x="652" y="248"/>
                </a:lnTo>
                <a:lnTo>
                  <a:pt x="653" y="248"/>
                </a:lnTo>
                <a:lnTo>
                  <a:pt x="653" y="249"/>
                </a:lnTo>
                <a:lnTo>
                  <a:pt x="654" y="249"/>
                </a:lnTo>
                <a:lnTo>
                  <a:pt x="656" y="249"/>
                </a:lnTo>
                <a:lnTo>
                  <a:pt x="657" y="249"/>
                </a:lnTo>
                <a:lnTo>
                  <a:pt x="658" y="249"/>
                </a:lnTo>
                <a:lnTo>
                  <a:pt x="659" y="249"/>
                </a:lnTo>
                <a:lnTo>
                  <a:pt x="660" y="249"/>
                </a:lnTo>
                <a:lnTo>
                  <a:pt x="661" y="250"/>
                </a:lnTo>
                <a:lnTo>
                  <a:pt x="662" y="250"/>
                </a:lnTo>
                <a:lnTo>
                  <a:pt x="663" y="250"/>
                </a:lnTo>
                <a:lnTo>
                  <a:pt x="663" y="251"/>
                </a:lnTo>
                <a:lnTo>
                  <a:pt x="664" y="251"/>
                </a:lnTo>
                <a:lnTo>
                  <a:pt x="665" y="251"/>
                </a:lnTo>
                <a:lnTo>
                  <a:pt x="665" y="252"/>
                </a:lnTo>
                <a:lnTo>
                  <a:pt x="666" y="252"/>
                </a:lnTo>
                <a:lnTo>
                  <a:pt x="667" y="252"/>
                </a:lnTo>
                <a:lnTo>
                  <a:pt x="668" y="252"/>
                </a:lnTo>
                <a:lnTo>
                  <a:pt x="669" y="251"/>
                </a:lnTo>
                <a:lnTo>
                  <a:pt x="672" y="250"/>
                </a:lnTo>
                <a:lnTo>
                  <a:pt x="675" y="249"/>
                </a:lnTo>
                <a:lnTo>
                  <a:pt x="679" y="248"/>
                </a:lnTo>
                <a:lnTo>
                  <a:pt x="680" y="248"/>
                </a:lnTo>
                <a:lnTo>
                  <a:pt x="681" y="248"/>
                </a:lnTo>
                <a:lnTo>
                  <a:pt x="683" y="247"/>
                </a:lnTo>
                <a:lnTo>
                  <a:pt x="685" y="247"/>
                </a:lnTo>
                <a:lnTo>
                  <a:pt x="686" y="246"/>
                </a:lnTo>
                <a:lnTo>
                  <a:pt x="686" y="245"/>
                </a:lnTo>
                <a:lnTo>
                  <a:pt x="686" y="244"/>
                </a:lnTo>
                <a:lnTo>
                  <a:pt x="686" y="243"/>
                </a:lnTo>
                <a:lnTo>
                  <a:pt x="686" y="242"/>
                </a:lnTo>
                <a:lnTo>
                  <a:pt x="687" y="242"/>
                </a:lnTo>
                <a:lnTo>
                  <a:pt x="687" y="241"/>
                </a:lnTo>
                <a:lnTo>
                  <a:pt x="688" y="241"/>
                </a:lnTo>
                <a:lnTo>
                  <a:pt x="689" y="242"/>
                </a:lnTo>
                <a:lnTo>
                  <a:pt x="693" y="244"/>
                </a:lnTo>
                <a:lnTo>
                  <a:pt x="694" y="244"/>
                </a:lnTo>
                <a:lnTo>
                  <a:pt x="695" y="243"/>
                </a:lnTo>
                <a:lnTo>
                  <a:pt x="696" y="243"/>
                </a:lnTo>
                <a:lnTo>
                  <a:pt x="698" y="243"/>
                </a:lnTo>
                <a:lnTo>
                  <a:pt x="699" y="243"/>
                </a:lnTo>
                <a:lnTo>
                  <a:pt x="701" y="243"/>
                </a:lnTo>
                <a:lnTo>
                  <a:pt x="702" y="244"/>
                </a:lnTo>
                <a:lnTo>
                  <a:pt x="703" y="245"/>
                </a:lnTo>
                <a:lnTo>
                  <a:pt x="704" y="245"/>
                </a:lnTo>
                <a:lnTo>
                  <a:pt x="704" y="246"/>
                </a:lnTo>
                <a:lnTo>
                  <a:pt x="705" y="247"/>
                </a:lnTo>
                <a:lnTo>
                  <a:pt x="706" y="248"/>
                </a:lnTo>
                <a:lnTo>
                  <a:pt x="707" y="248"/>
                </a:lnTo>
                <a:lnTo>
                  <a:pt x="709" y="247"/>
                </a:lnTo>
                <a:lnTo>
                  <a:pt x="711" y="246"/>
                </a:lnTo>
                <a:lnTo>
                  <a:pt x="712" y="245"/>
                </a:lnTo>
                <a:lnTo>
                  <a:pt x="713" y="246"/>
                </a:lnTo>
                <a:lnTo>
                  <a:pt x="713" y="247"/>
                </a:lnTo>
                <a:lnTo>
                  <a:pt x="713" y="249"/>
                </a:lnTo>
                <a:lnTo>
                  <a:pt x="712" y="251"/>
                </a:lnTo>
                <a:lnTo>
                  <a:pt x="712" y="252"/>
                </a:lnTo>
                <a:lnTo>
                  <a:pt x="715" y="254"/>
                </a:lnTo>
                <a:lnTo>
                  <a:pt x="714" y="255"/>
                </a:lnTo>
                <a:lnTo>
                  <a:pt x="713" y="255"/>
                </a:lnTo>
                <a:lnTo>
                  <a:pt x="713" y="256"/>
                </a:lnTo>
                <a:lnTo>
                  <a:pt x="712" y="258"/>
                </a:lnTo>
                <a:lnTo>
                  <a:pt x="711" y="260"/>
                </a:lnTo>
                <a:lnTo>
                  <a:pt x="711" y="261"/>
                </a:lnTo>
                <a:lnTo>
                  <a:pt x="710" y="261"/>
                </a:lnTo>
                <a:lnTo>
                  <a:pt x="710" y="262"/>
                </a:lnTo>
                <a:lnTo>
                  <a:pt x="710" y="263"/>
                </a:lnTo>
                <a:lnTo>
                  <a:pt x="710" y="264"/>
                </a:lnTo>
                <a:lnTo>
                  <a:pt x="710" y="265"/>
                </a:lnTo>
                <a:lnTo>
                  <a:pt x="711" y="265"/>
                </a:lnTo>
                <a:lnTo>
                  <a:pt x="712" y="265"/>
                </a:lnTo>
                <a:lnTo>
                  <a:pt x="713" y="265"/>
                </a:lnTo>
                <a:lnTo>
                  <a:pt x="713" y="266"/>
                </a:lnTo>
                <a:lnTo>
                  <a:pt x="713" y="267"/>
                </a:lnTo>
                <a:lnTo>
                  <a:pt x="713" y="268"/>
                </a:lnTo>
                <a:lnTo>
                  <a:pt x="715" y="268"/>
                </a:lnTo>
                <a:lnTo>
                  <a:pt x="715" y="269"/>
                </a:lnTo>
                <a:lnTo>
                  <a:pt x="716" y="269"/>
                </a:lnTo>
                <a:lnTo>
                  <a:pt x="718" y="270"/>
                </a:lnTo>
                <a:lnTo>
                  <a:pt x="718" y="271"/>
                </a:lnTo>
                <a:lnTo>
                  <a:pt x="717" y="271"/>
                </a:lnTo>
                <a:lnTo>
                  <a:pt x="717" y="273"/>
                </a:lnTo>
                <a:lnTo>
                  <a:pt x="717" y="274"/>
                </a:lnTo>
                <a:lnTo>
                  <a:pt x="718" y="275"/>
                </a:lnTo>
                <a:lnTo>
                  <a:pt x="720" y="275"/>
                </a:lnTo>
                <a:lnTo>
                  <a:pt x="721" y="275"/>
                </a:lnTo>
                <a:lnTo>
                  <a:pt x="722" y="274"/>
                </a:lnTo>
                <a:lnTo>
                  <a:pt x="723" y="274"/>
                </a:lnTo>
                <a:lnTo>
                  <a:pt x="725" y="275"/>
                </a:lnTo>
                <a:lnTo>
                  <a:pt x="725" y="276"/>
                </a:lnTo>
                <a:lnTo>
                  <a:pt x="726" y="276"/>
                </a:lnTo>
                <a:lnTo>
                  <a:pt x="726" y="277"/>
                </a:lnTo>
                <a:lnTo>
                  <a:pt x="727" y="276"/>
                </a:lnTo>
                <a:lnTo>
                  <a:pt x="728" y="276"/>
                </a:lnTo>
                <a:lnTo>
                  <a:pt x="728" y="277"/>
                </a:lnTo>
                <a:lnTo>
                  <a:pt x="728" y="278"/>
                </a:lnTo>
                <a:lnTo>
                  <a:pt x="729" y="279"/>
                </a:lnTo>
                <a:lnTo>
                  <a:pt x="730" y="280"/>
                </a:lnTo>
                <a:lnTo>
                  <a:pt x="730" y="279"/>
                </a:lnTo>
                <a:lnTo>
                  <a:pt x="731" y="279"/>
                </a:lnTo>
                <a:lnTo>
                  <a:pt x="732" y="280"/>
                </a:lnTo>
                <a:lnTo>
                  <a:pt x="733" y="281"/>
                </a:lnTo>
                <a:lnTo>
                  <a:pt x="735" y="281"/>
                </a:lnTo>
                <a:lnTo>
                  <a:pt x="735" y="280"/>
                </a:lnTo>
                <a:lnTo>
                  <a:pt x="736" y="282"/>
                </a:lnTo>
                <a:lnTo>
                  <a:pt x="737" y="282"/>
                </a:lnTo>
                <a:lnTo>
                  <a:pt x="737" y="283"/>
                </a:lnTo>
                <a:lnTo>
                  <a:pt x="739" y="284"/>
                </a:lnTo>
                <a:lnTo>
                  <a:pt x="739" y="285"/>
                </a:lnTo>
                <a:lnTo>
                  <a:pt x="738" y="286"/>
                </a:lnTo>
                <a:lnTo>
                  <a:pt x="737" y="287"/>
                </a:lnTo>
                <a:lnTo>
                  <a:pt x="738" y="288"/>
                </a:lnTo>
                <a:lnTo>
                  <a:pt x="738" y="289"/>
                </a:lnTo>
                <a:lnTo>
                  <a:pt x="739" y="289"/>
                </a:lnTo>
                <a:lnTo>
                  <a:pt x="739" y="288"/>
                </a:lnTo>
                <a:lnTo>
                  <a:pt x="740" y="288"/>
                </a:lnTo>
                <a:lnTo>
                  <a:pt x="741" y="288"/>
                </a:lnTo>
                <a:lnTo>
                  <a:pt x="743" y="287"/>
                </a:lnTo>
                <a:lnTo>
                  <a:pt x="743" y="288"/>
                </a:lnTo>
                <a:lnTo>
                  <a:pt x="744" y="288"/>
                </a:lnTo>
                <a:lnTo>
                  <a:pt x="745" y="288"/>
                </a:lnTo>
                <a:lnTo>
                  <a:pt x="746" y="288"/>
                </a:lnTo>
                <a:lnTo>
                  <a:pt x="746" y="287"/>
                </a:lnTo>
                <a:lnTo>
                  <a:pt x="746" y="286"/>
                </a:lnTo>
                <a:lnTo>
                  <a:pt x="747" y="285"/>
                </a:lnTo>
                <a:lnTo>
                  <a:pt x="748" y="285"/>
                </a:lnTo>
                <a:lnTo>
                  <a:pt x="749" y="285"/>
                </a:lnTo>
                <a:lnTo>
                  <a:pt x="748" y="285"/>
                </a:lnTo>
                <a:lnTo>
                  <a:pt x="748" y="286"/>
                </a:lnTo>
                <a:lnTo>
                  <a:pt x="749" y="287"/>
                </a:lnTo>
                <a:lnTo>
                  <a:pt x="751" y="287"/>
                </a:lnTo>
                <a:lnTo>
                  <a:pt x="752" y="287"/>
                </a:lnTo>
                <a:lnTo>
                  <a:pt x="754" y="284"/>
                </a:lnTo>
                <a:lnTo>
                  <a:pt x="753" y="284"/>
                </a:lnTo>
                <a:lnTo>
                  <a:pt x="753" y="283"/>
                </a:lnTo>
                <a:lnTo>
                  <a:pt x="754" y="283"/>
                </a:lnTo>
                <a:lnTo>
                  <a:pt x="756" y="283"/>
                </a:lnTo>
                <a:lnTo>
                  <a:pt x="757" y="283"/>
                </a:lnTo>
                <a:lnTo>
                  <a:pt x="758" y="283"/>
                </a:lnTo>
                <a:lnTo>
                  <a:pt x="759" y="283"/>
                </a:lnTo>
                <a:lnTo>
                  <a:pt x="760" y="283"/>
                </a:lnTo>
                <a:lnTo>
                  <a:pt x="761" y="283"/>
                </a:lnTo>
                <a:lnTo>
                  <a:pt x="762" y="284"/>
                </a:lnTo>
                <a:lnTo>
                  <a:pt x="762" y="285"/>
                </a:lnTo>
                <a:lnTo>
                  <a:pt x="765" y="285"/>
                </a:lnTo>
                <a:lnTo>
                  <a:pt x="765" y="286"/>
                </a:lnTo>
                <a:lnTo>
                  <a:pt x="764" y="287"/>
                </a:lnTo>
                <a:lnTo>
                  <a:pt x="763" y="288"/>
                </a:lnTo>
                <a:lnTo>
                  <a:pt x="763" y="289"/>
                </a:lnTo>
                <a:lnTo>
                  <a:pt x="762" y="289"/>
                </a:lnTo>
                <a:lnTo>
                  <a:pt x="762" y="290"/>
                </a:lnTo>
                <a:lnTo>
                  <a:pt x="761" y="290"/>
                </a:lnTo>
                <a:lnTo>
                  <a:pt x="760" y="290"/>
                </a:lnTo>
                <a:lnTo>
                  <a:pt x="760" y="291"/>
                </a:lnTo>
                <a:lnTo>
                  <a:pt x="761" y="293"/>
                </a:lnTo>
                <a:lnTo>
                  <a:pt x="760" y="293"/>
                </a:lnTo>
                <a:lnTo>
                  <a:pt x="760" y="294"/>
                </a:lnTo>
                <a:lnTo>
                  <a:pt x="761" y="296"/>
                </a:lnTo>
                <a:lnTo>
                  <a:pt x="761" y="298"/>
                </a:lnTo>
                <a:lnTo>
                  <a:pt x="762" y="298"/>
                </a:lnTo>
                <a:lnTo>
                  <a:pt x="762" y="299"/>
                </a:lnTo>
                <a:lnTo>
                  <a:pt x="763" y="299"/>
                </a:lnTo>
                <a:lnTo>
                  <a:pt x="763" y="300"/>
                </a:lnTo>
                <a:lnTo>
                  <a:pt x="764" y="300"/>
                </a:lnTo>
                <a:lnTo>
                  <a:pt x="764" y="301"/>
                </a:lnTo>
                <a:lnTo>
                  <a:pt x="764" y="302"/>
                </a:lnTo>
                <a:lnTo>
                  <a:pt x="763" y="302"/>
                </a:lnTo>
                <a:lnTo>
                  <a:pt x="762" y="303"/>
                </a:lnTo>
                <a:lnTo>
                  <a:pt x="761" y="306"/>
                </a:lnTo>
                <a:lnTo>
                  <a:pt x="761" y="309"/>
                </a:lnTo>
                <a:lnTo>
                  <a:pt x="761" y="310"/>
                </a:lnTo>
                <a:lnTo>
                  <a:pt x="762" y="311"/>
                </a:lnTo>
                <a:lnTo>
                  <a:pt x="762" y="312"/>
                </a:lnTo>
                <a:lnTo>
                  <a:pt x="762" y="313"/>
                </a:lnTo>
                <a:lnTo>
                  <a:pt x="763" y="313"/>
                </a:lnTo>
                <a:lnTo>
                  <a:pt x="764" y="313"/>
                </a:lnTo>
                <a:lnTo>
                  <a:pt x="764" y="312"/>
                </a:lnTo>
                <a:lnTo>
                  <a:pt x="766" y="314"/>
                </a:lnTo>
                <a:lnTo>
                  <a:pt x="766" y="315"/>
                </a:lnTo>
                <a:lnTo>
                  <a:pt x="766" y="316"/>
                </a:lnTo>
                <a:lnTo>
                  <a:pt x="767" y="317"/>
                </a:lnTo>
                <a:lnTo>
                  <a:pt x="768" y="318"/>
                </a:lnTo>
                <a:lnTo>
                  <a:pt x="768" y="319"/>
                </a:lnTo>
                <a:lnTo>
                  <a:pt x="769" y="319"/>
                </a:lnTo>
                <a:lnTo>
                  <a:pt x="769" y="320"/>
                </a:lnTo>
                <a:lnTo>
                  <a:pt x="770" y="320"/>
                </a:lnTo>
                <a:lnTo>
                  <a:pt x="770" y="321"/>
                </a:lnTo>
                <a:lnTo>
                  <a:pt x="771" y="321"/>
                </a:lnTo>
                <a:lnTo>
                  <a:pt x="771" y="322"/>
                </a:lnTo>
                <a:lnTo>
                  <a:pt x="771" y="323"/>
                </a:lnTo>
                <a:lnTo>
                  <a:pt x="772" y="323"/>
                </a:lnTo>
                <a:lnTo>
                  <a:pt x="772" y="324"/>
                </a:lnTo>
                <a:lnTo>
                  <a:pt x="771" y="324"/>
                </a:lnTo>
                <a:lnTo>
                  <a:pt x="772" y="324"/>
                </a:lnTo>
                <a:lnTo>
                  <a:pt x="772" y="325"/>
                </a:lnTo>
                <a:lnTo>
                  <a:pt x="772" y="326"/>
                </a:lnTo>
                <a:lnTo>
                  <a:pt x="773" y="327"/>
                </a:lnTo>
                <a:lnTo>
                  <a:pt x="774" y="327"/>
                </a:lnTo>
                <a:lnTo>
                  <a:pt x="775" y="329"/>
                </a:lnTo>
                <a:lnTo>
                  <a:pt x="776" y="329"/>
                </a:lnTo>
                <a:lnTo>
                  <a:pt x="777" y="329"/>
                </a:lnTo>
                <a:lnTo>
                  <a:pt x="777" y="330"/>
                </a:lnTo>
                <a:lnTo>
                  <a:pt x="778" y="330"/>
                </a:lnTo>
                <a:lnTo>
                  <a:pt x="778" y="331"/>
                </a:lnTo>
                <a:lnTo>
                  <a:pt x="778" y="332"/>
                </a:lnTo>
                <a:lnTo>
                  <a:pt x="778" y="333"/>
                </a:lnTo>
                <a:lnTo>
                  <a:pt x="777" y="334"/>
                </a:lnTo>
                <a:lnTo>
                  <a:pt x="778" y="336"/>
                </a:lnTo>
                <a:lnTo>
                  <a:pt x="778" y="337"/>
                </a:lnTo>
                <a:lnTo>
                  <a:pt x="778" y="339"/>
                </a:lnTo>
                <a:lnTo>
                  <a:pt x="778" y="340"/>
                </a:lnTo>
                <a:lnTo>
                  <a:pt x="779" y="341"/>
                </a:lnTo>
                <a:lnTo>
                  <a:pt x="779" y="344"/>
                </a:lnTo>
                <a:lnTo>
                  <a:pt x="778" y="344"/>
                </a:lnTo>
                <a:lnTo>
                  <a:pt x="775" y="343"/>
                </a:lnTo>
                <a:lnTo>
                  <a:pt x="774" y="343"/>
                </a:lnTo>
                <a:lnTo>
                  <a:pt x="774" y="342"/>
                </a:lnTo>
                <a:lnTo>
                  <a:pt x="773" y="342"/>
                </a:lnTo>
                <a:lnTo>
                  <a:pt x="772" y="342"/>
                </a:lnTo>
                <a:lnTo>
                  <a:pt x="771" y="342"/>
                </a:lnTo>
                <a:lnTo>
                  <a:pt x="771" y="341"/>
                </a:lnTo>
                <a:lnTo>
                  <a:pt x="770" y="340"/>
                </a:lnTo>
                <a:lnTo>
                  <a:pt x="768" y="341"/>
                </a:lnTo>
                <a:lnTo>
                  <a:pt x="768" y="342"/>
                </a:lnTo>
                <a:lnTo>
                  <a:pt x="768" y="343"/>
                </a:lnTo>
                <a:lnTo>
                  <a:pt x="768" y="344"/>
                </a:lnTo>
                <a:lnTo>
                  <a:pt x="768" y="345"/>
                </a:lnTo>
                <a:lnTo>
                  <a:pt x="766" y="346"/>
                </a:lnTo>
                <a:lnTo>
                  <a:pt x="765" y="345"/>
                </a:lnTo>
                <a:lnTo>
                  <a:pt x="764" y="346"/>
                </a:lnTo>
                <a:lnTo>
                  <a:pt x="764" y="348"/>
                </a:lnTo>
                <a:lnTo>
                  <a:pt x="763" y="348"/>
                </a:lnTo>
                <a:lnTo>
                  <a:pt x="762" y="349"/>
                </a:lnTo>
                <a:lnTo>
                  <a:pt x="761" y="348"/>
                </a:lnTo>
                <a:lnTo>
                  <a:pt x="760" y="348"/>
                </a:lnTo>
                <a:lnTo>
                  <a:pt x="759" y="348"/>
                </a:lnTo>
                <a:lnTo>
                  <a:pt x="758" y="349"/>
                </a:lnTo>
                <a:lnTo>
                  <a:pt x="757" y="349"/>
                </a:lnTo>
                <a:lnTo>
                  <a:pt x="757" y="350"/>
                </a:lnTo>
                <a:lnTo>
                  <a:pt x="756" y="350"/>
                </a:lnTo>
                <a:lnTo>
                  <a:pt x="757" y="351"/>
                </a:lnTo>
                <a:lnTo>
                  <a:pt x="755" y="352"/>
                </a:lnTo>
                <a:lnTo>
                  <a:pt x="754" y="352"/>
                </a:lnTo>
                <a:lnTo>
                  <a:pt x="754" y="353"/>
                </a:lnTo>
                <a:lnTo>
                  <a:pt x="754" y="357"/>
                </a:lnTo>
                <a:lnTo>
                  <a:pt x="754" y="358"/>
                </a:lnTo>
                <a:lnTo>
                  <a:pt x="755" y="359"/>
                </a:lnTo>
                <a:lnTo>
                  <a:pt x="755" y="360"/>
                </a:lnTo>
                <a:lnTo>
                  <a:pt x="754" y="360"/>
                </a:lnTo>
                <a:lnTo>
                  <a:pt x="753" y="360"/>
                </a:lnTo>
                <a:lnTo>
                  <a:pt x="752" y="359"/>
                </a:lnTo>
                <a:lnTo>
                  <a:pt x="751" y="359"/>
                </a:lnTo>
                <a:lnTo>
                  <a:pt x="751" y="360"/>
                </a:lnTo>
                <a:lnTo>
                  <a:pt x="750" y="360"/>
                </a:lnTo>
                <a:lnTo>
                  <a:pt x="750" y="361"/>
                </a:lnTo>
                <a:lnTo>
                  <a:pt x="750" y="362"/>
                </a:lnTo>
                <a:lnTo>
                  <a:pt x="749" y="363"/>
                </a:lnTo>
                <a:lnTo>
                  <a:pt x="748" y="363"/>
                </a:lnTo>
                <a:lnTo>
                  <a:pt x="746" y="364"/>
                </a:lnTo>
                <a:lnTo>
                  <a:pt x="745" y="364"/>
                </a:lnTo>
                <a:lnTo>
                  <a:pt x="744" y="364"/>
                </a:lnTo>
                <a:lnTo>
                  <a:pt x="744" y="363"/>
                </a:lnTo>
                <a:lnTo>
                  <a:pt x="743" y="363"/>
                </a:lnTo>
                <a:lnTo>
                  <a:pt x="742" y="364"/>
                </a:lnTo>
                <a:lnTo>
                  <a:pt x="742" y="365"/>
                </a:lnTo>
                <a:lnTo>
                  <a:pt x="742" y="366"/>
                </a:lnTo>
                <a:lnTo>
                  <a:pt x="741" y="366"/>
                </a:lnTo>
                <a:lnTo>
                  <a:pt x="740" y="366"/>
                </a:lnTo>
                <a:lnTo>
                  <a:pt x="739" y="368"/>
                </a:lnTo>
                <a:lnTo>
                  <a:pt x="738" y="368"/>
                </a:lnTo>
                <a:lnTo>
                  <a:pt x="737" y="368"/>
                </a:lnTo>
                <a:lnTo>
                  <a:pt x="736" y="369"/>
                </a:lnTo>
                <a:lnTo>
                  <a:pt x="735" y="371"/>
                </a:lnTo>
                <a:lnTo>
                  <a:pt x="735" y="373"/>
                </a:lnTo>
                <a:lnTo>
                  <a:pt x="734" y="373"/>
                </a:lnTo>
                <a:lnTo>
                  <a:pt x="733" y="372"/>
                </a:lnTo>
                <a:lnTo>
                  <a:pt x="732" y="372"/>
                </a:lnTo>
                <a:lnTo>
                  <a:pt x="732" y="371"/>
                </a:lnTo>
                <a:lnTo>
                  <a:pt x="731" y="371"/>
                </a:lnTo>
                <a:lnTo>
                  <a:pt x="730" y="372"/>
                </a:lnTo>
                <a:lnTo>
                  <a:pt x="729" y="372"/>
                </a:lnTo>
                <a:lnTo>
                  <a:pt x="730" y="372"/>
                </a:lnTo>
                <a:lnTo>
                  <a:pt x="730" y="373"/>
                </a:lnTo>
                <a:lnTo>
                  <a:pt x="731" y="373"/>
                </a:lnTo>
                <a:lnTo>
                  <a:pt x="730" y="373"/>
                </a:lnTo>
                <a:lnTo>
                  <a:pt x="730" y="374"/>
                </a:lnTo>
                <a:lnTo>
                  <a:pt x="728" y="375"/>
                </a:lnTo>
                <a:lnTo>
                  <a:pt x="728" y="374"/>
                </a:lnTo>
                <a:lnTo>
                  <a:pt x="727" y="374"/>
                </a:lnTo>
                <a:lnTo>
                  <a:pt x="726" y="374"/>
                </a:lnTo>
                <a:lnTo>
                  <a:pt x="726" y="375"/>
                </a:lnTo>
                <a:lnTo>
                  <a:pt x="726" y="376"/>
                </a:lnTo>
                <a:lnTo>
                  <a:pt x="726" y="377"/>
                </a:lnTo>
                <a:lnTo>
                  <a:pt x="725" y="377"/>
                </a:lnTo>
                <a:lnTo>
                  <a:pt x="722" y="377"/>
                </a:lnTo>
                <a:lnTo>
                  <a:pt x="722" y="376"/>
                </a:lnTo>
                <a:lnTo>
                  <a:pt x="720" y="375"/>
                </a:lnTo>
                <a:lnTo>
                  <a:pt x="720" y="373"/>
                </a:lnTo>
                <a:lnTo>
                  <a:pt x="718" y="371"/>
                </a:lnTo>
                <a:lnTo>
                  <a:pt x="717" y="371"/>
                </a:lnTo>
                <a:lnTo>
                  <a:pt x="716" y="370"/>
                </a:lnTo>
                <a:lnTo>
                  <a:pt x="715" y="370"/>
                </a:lnTo>
                <a:lnTo>
                  <a:pt x="714" y="369"/>
                </a:lnTo>
                <a:lnTo>
                  <a:pt x="714" y="368"/>
                </a:lnTo>
                <a:lnTo>
                  <a:pt x="714" y="367"/>
                </a:lnTo>
                <a:lnTo>
                  <a:pt x="713" y="367"/>
                </a:lnTo>
                <a:lnTo>
                  <a:pt x="712" y="367"/>
                </a:lnTo>
                <a:lnTo>
                  <a:pt x="711" y="367"/>
                </a:lnTo>
                <a:lnTo>
                  <a:pt x="710" y="367"/>
                </a:lnTo>
                <a:lnTo>
                  <a:pt x="710" y="366"/>
                </a:lnTo>
                <a:lnTo>
                  <a:pt x="710" y="365"/>
                </a:lnTo>
                <a:lnTo>
                  <a:pt x="709" y="364"/>
                </a:lnTo>
                <a:lnTo>
                  <a:pt x="708" y="363"/>
                </a:lnTo>
                <a:lnTo>
                  <a:pt x="709" y="363"/>
                </a:lnTo>
                <a:lnTo>
                  <a:pt x="708" y="362"/>
                </a:lnTo>
                <a:lnTo>
                  <a:pt x="708" y="361"/>
                </a:lnTo>
                <a:lnTo>
                  <a:pt x="707" y="361"/>
                </a:lnTo>
                <a:lnTo>
                  <a:pt x="707" y="362"/>
                </a:lnTo>
                <a:lnTo>
                  <a:pt x="706" y="362"/>
                </a:lnTo>
                <a:lnTo>
                  <a:pt x="706" y="360"/>
                </a:lnTo>
                <a:lnTo>
                  <a:pt x="707" y="360"/>
                </a:lnTo>
                <a:lnTo>
                  <a:pt x="708" y="360"/>
                </a:lnTo>
                <a:lnTo>
                  <a:pt x="708" y="361"/>
                </a:lnTo>
                <a:lnTo>
                  <a:pt x="709" y="361"/>
                </a:lnTo>
                <a:lnTo>
                  <a:pt x="709" y="357"/>
                </a:lnTo>
                <a:lnTo>
                  <a:pt x="708" y="357"/>
                </a:lnTo>
                <a:lnTo>
                  <a:pt x="707" y="355"/>
                </a:lnTo>
                <a:lnTo>
                  <a:pt x="706" y="354"/>
                </a:lnTo>
                <a:lnTo>
                  <a:pt x="705" y="353"/>
                </a:lnTo>
                <a:lnTo>
                  <a:pt x="704" y="353"/>
                </a:lnTo>
                <a:lnTo>
                  <a:pt x="703" y="352"/>
                </a:lnTo>
                <a:lnTo>
                  <a:pt x="702" y="352"/>
                </a:lnTo>
                <a:lnTo>
                  <a:pt x="701" y="351"/>
                </a:lnTo>
                <a:lnTo>
                  <a:pt x="701" y="350"/>
                </a:lnTo>
                <a:lnTo>
                  <a:pt x="700" y="350"/>
                </a:lnTo>
                <a:lnTo>
                  <a:pt x="699" y="350"/>
                </a:lnTo>
                <a:lnTo>
                  <a:pt x="699" y="351"/>
                </a:lnTo>
                <a:lnTo>
                  <a:pt x="698" y="350"/>
                </a:lnTo>
                <a:lnTo>
                  <a:pt x="697" y="348"/>
                </a:lnTo>
                <a:lnTo>
                  <a:pt x="697" y="346"/>
                </a:lnTo>
                <a:lnTo>
                  <a:pt x="698" y="345"/>
                </a:lnTo>
                <a:lnTo>
                  <a:pt x="698" y="344"/>
                </a:lnTo>
                <a:lnTo>
                  <a:pt x="698" y="343"/>
                </a:lnTo>
                <a:lnTo>
                  <a:pt x="699" y="341"/>
                </a:lnTo>
                <a:lnTo>
                  <a:pt x="699" y="340"/>
                </a:lnTo>
                <a:lnTo>
                  <a:pt x="697" y="338"/>
                </a:lnTo>
                <a:lnTo>
                  <a:pt x="697" y="337"/>
                </a:lnTo>
                <a:lnTo>
                  <a:pt x="696" y="337"/>
                </a:lnTo>
                <a:lnTo>
                  <a:pt x="696" y="336"/>
                </a:lnTo>
                <a:lnTo>
                  <a:pt x="695" y="336"/>
                </a:lnTo>
                <a:lnTo>
                  <a:pt x="694" y="335"/>
                </a:lnTo>
                <a:lnTo>
                  <a:pt x="692" y="335"/>
                </a:lnTo>
                <a:lnTo>
                  <a:pt x="690" y="335"/>
                </a:lnTo>
                <a:lnTo>
                  <a:pt x="689" y="334"/>
                </a:lnTo>
                <a:lnTo>
                  <a:pt x="688" y="335"/>
                </a:lnTo>
                <a:lnTo>
                  <a:pt x="687" y="336"/>
                </a:lnTo>
                <a:lnTo>
                  <a:pt x="686" y="336"/>
                </a:lnTo>
                <a:lnTo>
                  <a:pt x="685" y="334"/>
                </a:lnTo>
                <a:lnTo>
                  <a:pt x="684" y="334"/>
                </a:lnTo>
                <a:lnTo>
                  <a:pt x="685" y="333"/>
                </a:lnTo>
                <a:lnTo>
                  <a:pt x="686" y="333"/>
                </a:lnTo>
                <a:lnTo>
                  <a:pt x="685" y="332"/>
                </a:lnTo>
                <a:lnTo>
                  <a:pt x="683" y="332"/>
                </a:lnTo>
                <a:lnTo>
                  <a:pt x="682" y="333"/>
                </a:lnTo>
                <a:lnTo>
                  <a:pt x="682" y="334"/>
                </a:lnTo>
                <a:lnTo>
                  <a:pt x="682" y="335"/>
                </a:lnTo>
                <a:lnTo>
                  <a:pt x="683" y="336"/>
                </a:lnTo>
                <a:lnTo>
                  <a:pt x="680" y="336"/>
                </a:lnTo>
                <a:lnTo>
                  <a:pt x="680" y="334"/>
                </a:lnTo>
                <a:lnTo>
                  <a:pt x="679" y="333"/>
                </a:lnTo>
                <a:lnTo>
                  <a:pt x="679" y="332"/>
                </a:lnTo>
                <a:lnTo>
                  <a:pt x="678" y="332"/>
                </a:lnTo>
                <a:lnTo>
                  <a:pt x="677" y="332"/>
                </a:lnTo>
                <a:lnTo>
                  <a:pt x="675" y="331"/>
                </a:lnTo>
                <a:lnTo>
                  <a:pt x="673" y="330"/>
                </a:lnTo>
                <a:lnTo>
                  <a:pt x="673" y="329"/>
                </a:lnTo>
                <a:lnTo>
                  <a:pt x="674" y="329"/>
                </a:lnTo>
                <a:lnTo>
                  <a:pt x="674" y="328"/>
                </a:lnTo>
                <a:lnTo>
                  <a:pt x="673" y="328"/>
                </a:lnTo>
                <a:lnTo>
                  <a:pt x="672" y="328"/>
                </a:lnTo>
                <a:lnTo>
                  <a:pt x="671" y="328"/>
                </a:lnTo>
                <a:lnTo>
                  <a:pt x="670" y="328"/>
                </a:lnTo>
                <a:lnTo>
                  <a:pt x="670" y="327"/>
                </a:lnTo>
                <a:lnTo>
                  <a:pt x="669" y="327"/>
                </a:lnTo>
                <a:lnTo>
                  <a:pt x="669" y="328"/>
                </a:lnTo>
                <a:lnTo>
                  <a:pt x="668" y="329"/>
                </a:lnTo>
                <a:lnTo>
                  <a:pt x="666" y="329"/>
                </a:lnTo>
                <a:lnTo>
                  <a:pt x="666" y="328"/>
                </a:lnTo>
                <a:lnTo>
                  <a:pt x="665" y="328"/>
                </a:lnTo>
                <a:lnTo>
                  <a:pt x="664" y="328"/>
                </a:lnTo>
                <a:lnTo>
                  <a:pt x="664" y="327"/>
                </a:lnTo>
                <a:lnTo>
                  <a:pt x="664" y="326"/>
                </a:lnTo>
                <a:lnTo>
                  <a:pt x="663" y="326"/>
                </a:lnTo>
                <a:lnTo>
                  <a:pt x="663" y="327"/>
                </a:lnTo>
                <a:lnTo>
                  <a:pt x="662" y="328"/>
                </a:lnTo>
                <a:lnTo>
                  <a:pt x="661" y="329"/>
                </a:lnTo>
                <a:lnTo>
                  <a:pt x="660" y="329"/>
                </a:lnTo>
                <a:lnTo>
                  <a:pt x="657" y="329"/>
                </a:lnTo>
                <a:lnTo>
                  <a:pt x="657" y="330"/>
                </a:lnTo>
                <a:lnTo>
                  <a:pt x="656" y="330"/>
                </a:lnTo>
                <a:lnTo>
                  <a:pt x="656" y="331"/>
                </a:lnTo>
                <a:lnTo>
                  <a:pt x="655" y="331"/>
                </a:lnTo>
                <a:lnTo>
                  <a:pt x="655" y="330"/>
                </a:lnTo>
                <a:lnTo>
                  <a:pt x="654" y="330"/>
                </a:lnTo>
                <a:lnTo>
                  <a:pt x="653" y="330"/>
                </a:lnTo>
                <a:lnTo>
                  <a:pt x="654" y="331"/>
                </a:lnTo>
                <a:lnTo>
                  <a:pt x="654" y="334"/>
                </a:lnTo>
                <a:lnTo>
                  <a:pt x="653" y="335"/>
                </a:lnTo>
                <a:lnTo>
                  <a:pt x="652" y="335"/>
                </a:lnTo>
                <a:lnTo>
                  <a:pt x="652" y="334"/>
                </a:lnTo>
                <a:lnTo>
                  <a:pt x="651" y="334"/>
                </a:lnTo>
                <a:lnTo>
                  <a:pt x="649" y="335"/>
                </a:lnTo>
                <a:lnTo>
                  <a:pt x="648" y="335"/>
                </a:lnTo>
                <a:lnTo>
                  <a:pt x="648" y="337"/>
                </a:lnTo>
                <a:lnTo>
                  <a:pt x="648" y="338"/>
                </a:lnTo>
                <a:lnTo>
                  <a:pt x="648" y="339"/>
                </a:lnTo>
                <a:lnTo>
                  <a:pt x="647" y="338"/>
                </a:lnTo>
                <a:lnTo>
                  <a:pt x="646" y="338"/>
                </a:lnTo>
                <a:lnTo>
                  <a:pt x="646" y="342"/>
                </a:lnTo>
                <a:lnTo>
                  <a:pt x="647" y="342"/>
                </a:lnTo>
                <a:lnTo>
                  <a:pt x="647" y="343"/>
                </a:lnTo>
                <a:lnTo>
                  <a:pt x="647" y="344"/>
                </a:lnTo>
                <a:lnTo>
                  <a:pt x="646" y="344"/>
                </a:lnTo>
                <a:lnTo>
                  <a:pt x="646" y="346"/>
                </a:lnTo>
                <a:lnTo>
                  <a:pt x="646" y="348"/>
                </a:lnTo>
                <a:lnTo>
                  <a:pt x="645" y="348"/>
                </a:lnTo>
                <a:lnTo>
                  <a:pt x="645" y="349"/>
                </a:lnTo>
                <a:lnTo>
                  <a:pt x="645" y="351"/>
                </a:lnTo>
                <a:lnTo>
                  <a:pt x="644" y="351"/>
                </a:lnTo>
                <a:lnTo>
                  <a:pt x="644" y="352"/>
                </a:lnTo>
                <a:lnTo>
                  <a:pt x="644" y="353"/>
                </a:lnTo>
                <a:lnTo>
                  <a:pt x="645" y="354"/>
                </a:lnTo>
                <a:lnTo>
                  <a:pt x="644" y="355"/>
                </a:lnTo>
                <a:lnTo>
                  <a:pt x="644" y="356"/>
                </a:lnTo>
                <a:lnTo>
                  <a:pt x="644" y="357"/>
                </a:lnTo>
                <a:lnTo>
                  <a:pt x="643" y="357"/>
                </a:lnTo>
                <a:lnTo>
                  <a:pt x="643" y="359"/>
                </a:lnTo>
                <a:lnTo>
                  <a:pt x="643" y="360"/>
                </a:lnTo>
                <a:lnTo>
                  <a:pt x="644" y="360"/>
                </a:lnTo>
                <a:lnTo>
                  <a:pt x="645" y="360"/>
                </a:lnTo>
                <a:lnTo>
                  <a:pt x="646" y="360"/>
                </a:lnTo>
                <a:lnTo>
                  <a:pt x="646" y="359"/>
                </a:lnTo>
                <a:lnTo>
                  <a:pt x="647" y="359"/>
                </a:lnTo>
                <a:lnTo>
                  <a:pt x="648" y="360"/>
                </a:lnTo>
                <a:lnTo>
                  <a:pt x="649" y="360"/>
                </a:lnTo>
                <a:lnTo>
                  <a:pt x="650" y="361"/>
                </a:lnTo>
                <a:lnTo>
                  <a:pt x="651" y="361"/>
                </a:lnTo>
                <a:lnTo>
                  <a:pt x="651" y="360"/>
                </a:lnTo>
                <a:lnTo>
                  <a:pt x="652" y="360"/>
                </a:lnTo>
                <a:lnTo>
                  <a:pt x="652" y="359"/>
                </a:lnTo>
                <a:lnTo>
                  <a:pt x="653" y="359"/>
                </a:lnTo>
                <a:lnTo>
                  <a:pt x="654" y="359"/>
                </a:lnTo>
                <a:lnTo>
                  <a:pt x="654" y="360"/>
                </a:lnTo>
                <a:lnTo>
                  <a:pt x="655" y="363"/>
                </a:lnTo>
                <a:lnTo>
                  <a:pt x="655" y="364"/>
                </a:lnTo>
                <a:lnTo>
                  <a:pt x="654" y="364"/>
                </a:lnTo>
                <a:lnTo>
                  <a:pt x="654" y="365"/>
                </a:lnTo>
                <a:lnTo>
                  <a:pt x="653" y="367"/>
                </a:lnTo>
                <a:lnTo>
                  <a:pt x="652" y="367"/>
                </a:lnTo>
                <a:lnTo>
                  <a:pt x="653" y="368"/>
                </a:lnTo>
                <a:lnTo>
                  <a:pt x="654" y="368"/>
                </a:lnTo>
                <a:lnTo>
                  <a:pt x="653" y="373"/>
                </a:lnTo>
                <a:lnTo>
                  <a:pt x="653" y="374"/>
                </a:lnTo>
                <a:lnTo>
                  <a:pt x="652" y="374"/>
                </a:lnTo>
                <a:lnTo>
                  <a:pt x="651" y="373"/>
                </a:lnTo>
                <a:lnTo>
                  <a:pt x="650" y="373"/>
                </a:lnTo>
                <a:lnTo>
                  <a:pt x="649" y="373"/>
                </a:lnTo>
                <a:lnTo>
                  <a:pt x="649" y="372"/>
                </a:lnTo>
                <a:lnTo>
                  <a:pt x="648" y="373"/>
                </a:lnTo>
                <a:lnTo>
                  <a:pt x="648" y="374"/>
                </a:lnTo>
                <a:lnTo>
                  <a:pt x="647" y="375"/>
                </a:lnTo>
                <a:lnTo>
                  <a:pt x="647" y="376"/>
                </a:lnTo>
                <a:lnTo>
                  <a:pt x="648" y="376"/>
                </a:lnTo>
                <a:lnTo>
                  <a:pt x="649" y="377"/>
                </a:lnTo>
                <a:lnTo>
                  <a:pt x="649" y="378"/>
                </a:lnTo>
                <a:lnTo>
                  <a:pt x="650" y="380"/>
                </a:lnTo>
                <a:lnTo>
                  <a:pt x="651" y="381"/>
                </a:lnTo>
                <a:lnTo>
                  <a:pt x="652" y="382"/>
                </a:lnTo>
                <a:lnTo>
                  <a:pt x="652" y="383"/>
                </a:lnTo>
                <a:lnTo>
                  <a:pt x="653" y="384"/>
                </a:lnTo>
                <a:lnTo>
                  <a:pt x="653" y="385"/>
                </a:lnTo>
                <a:lnTo>
                  <a:pt x="652" y="385"/>
                </a:lnTo>
                <a:lnTo>
                  <a:pt x="652" y="387"/>
                </a:lnTo>
                <a:lnTo>
                  <a:pt x="653" y="388"/>
                </a:lnTo>
                <a:lnTo>
                  <a:pt x="654" y="388"/>
                </a:lnTo>
                <a:lnTo>
                  <a:pt x="653" y="389"/>
                </a:lnTo>
                <a:lnTo>
                  <a:pt x="653" y="390"/>
                </a:lnTo>
                <a:lnTo>
                  <a:pt x="653" y="391"/>
                </a:lnTo>
                <a:lnTo>
                  <a:pt x="654" y="391"/>
                </a:lnTo>
                <a:lnTo>
                  <a:pt x="653" y="392"/>
                </a:lnTo>
                <a:lnTo>
                  <a:pt x="654" y="393"/>
                </a:lnTo>
                <a:lnTo>
                  <a:pt x="654" y="394"/>
                </a:lnTo>
                <a:lnTo>
                  <a:pt x="655" y="395"/>
                </a:lnTo>
                <a:lnTo>
                  <a:pt x="656" y="396"/>
                </a:lnTo>
                <a:lnTo>
                  <a:pt x="656" y="397"/>
                </a:lnTo>
                <a:lnTo>
                  <a:pt x="657" y="397"/>
                </a:lnTo>
                <a:lnTo>
                  <a:pt x="657" y="398"/>
                </a:lnTo>
                <a:lnTo>
                  <a:pt x="658" y="401"/>
                </a:lnTo>
                <a:lnTo>
                  <a:pt x="659" y="403"/>
                </a:lnTo>
                <a:lnTo>
                  <a:pt x="659" y="404"/>
                </a:lnTo>
                <a:lnTo>
                  <a:pt x="660" y="404"/>
                </a:lnTo>
                <a:lnTo>
                  <a:pt x="659" y="404"/>
                </a:lnTo>
                <a:lnTo>
                  <a:pt x="658" y="404"/>
                </a:lnTo>
                <a:lnTo>
                  <a:pt x="657" y="404"/>
                </a:lnTo>
                <a:lnTo>
                  <a:pt x="657" y="405"/>
                </a:lnTo>
                <a:lnTo>
                  <a:pt x="657" y="406"/>
                </a:lnTo>
                <a:lnTo>
                  <a:pt x="655" y="405"/>
                </a:lnTo>
                <a:lnTo>
                  <a:pt x="654" y="406"/>
                </a:lnTo>
                <a:lnTo>
                  <a:pt x="650" y="406"/>
                </a:lnTo>
                <a:lnTo>
                  <a:pt x="650" y="407"/>
                </a:lnTo>
                <a:lnTo>
                  <a:pt x="650" y="408"/>
                </a:lnTo>
                <a:lnTo>
                  <a:pt x="649" y="408"/>
                </a:lnTo>
                <a:lnTo>
                  <a:pt x="649" y="409"/>
                </a:lnTo>
                <a:lnTo>
                  <a:pt x="649" y="408"/>
                </a:lnTo>
                <a:lnTo>
                  <a:pt x="648" y="408"/>
                </a:lnTo>
                <a:lnTo>
                  <a:pt x="647" y="408"/>
                </a:lnTo>
                <a:lnTo>
                  <a:pt x="646" y="409"/>
                </a:lnTo>
                <a:lnTo>
                  <a:pt x="644" y="410"/>
                </a:lnTo>
                <a:lnTo>
                  <a:pt x="643" y="410"/>
                </a:lnTo>
                <a:lnTo>
                  <a:pt x="643" y="409"/>
                </a:lnTo>
                <a:lnTo>
                  <a:pt x="641" y="409"/>
                </a:lnTo>
                <a:lnTo>
                  <a:pt x="640" y="410"/>
                </a:lnTo>
                <a:lnTo>
                  <a:pt x="639" y="410"/>
                </a:lnTo>
                <a:lnTo>
                  <a:pt x="638" y="409"/>
                </a:lnTo>
                <a:lnTo>
                  <a:pt x="637" y="409"/>
                </a:lnTo>
                <a:lnTo>
                  <a:pt x="636" y="409"/>
                </a:lnTo>
                <a:lnTo>
                  <a:pt x="637" y="409"/>
                </a:lnTo>
                <a:lnTo>
                  <a:pt x="637" y="410"/>
                </a:lnTo>
                <a:lnTo>
                  <a:pt x="636" y="410"/>
                </a:lnTo>
                <a:lnTo>
                  <a:pt x="632" y="411"/>
                </a:lnTo>
                <a:lnTo>
                  <a:pt x="632" y="412"/>
                </a:lnTo>
                <a:lnTo>
                  <a:pt x="631" y="415"/>
                </a:lnTo>
                <a:lnTo>
                  <a:pt x="631" y="417"/>
                </a:lnTo>
                <a:lnTo>
                  <a:pt x="632" y="417"/>
                </a:lnTo>
                <a:lnTo>
                  <a:pt x="632" y="418"/>
                </a:lnTo>
                <a:lnTo>
                  <a:pt x="631" y="418"/>
                </a:lnTo>
                <a:lnTo>
                  <a:pt x="631" y="419"/>
                </a:lnTo>
                <a:lnTo>
                  <a:pt x="629" y="418"/>
                </a:lnTo>
                <a:lnTo>
                  <a:pt x="628" y="418"/>
                </a:lnTo>
                <a:lnTo>
                  <a:pt x="627" y="417"/>
                </a:lnTo>
                <a:lnTo>
                  <a:pt x="626" y="419"/>
                </a:lnTo>
                <a:lnTo>
                  <a:pt x="625" y="420"/>
                </a:lnTo>
                <a:lnTo>
                  <a:pt x="625" y="421"/>
                </a:lnTo>
                <a:lnTo>
                  <a:pt x="625" y="422"/>
                </a:lnTo>
                <a:lnTo>
                  <a:pt x="626" y="424"/>
                </a:lnTo>
                <a:lnTo>
                  <a:pt x="626" y="425"/>
                </a:lnTo>
                <a:lnTo>
                  <a:pt x="625" y="425"/>
                </a:lnTo>
                <a:lnTo>
                  <a:pt x="625" y="426"/>
                </a:lnTo>
                <a:lnTo>
                  <a:pt x="625" y="427"/>
                </a:lnTo>
                <a:lnTo>
                  <a:pt x="626" y="427"/>
                </a:lnTo>
                <a:lnTo>
                  <a:pt x="626" y="428"/>
                </a:lnTo>
                <a:lnTo>
                  <a:pt x="626" y="429"/>
                </a:lnTo>
                <a:lnTo>
                  <a:pt x="625" y="429"/>
                </a:lnTo>
                <a:lnTo>
                  <a:pt x="624" y="429"/>
                </a:lnTo>
                <a:lnTo>
                  <a:pt x="624" y="428"/>
                </a:lnTo>
                <a:lnTo>
                  <a:pt x="623" y="428"/>
                </a:lnTo>
                <a:lnTo>
                  <a:pt x="622" y="430"/>
                </a:lnTo>
                <a:lnTo>
                  <a:pt x="622" y="432"/>
                </a:lnTo>
                <a:lnTo>
                  <a:pt x="622" y="433"/>
                </a:lnTo>
                <a:lnTo>
                  <a:pt x="623" y="435"/>
                </a:lnTo>
                <a:lnTo>
                  <a:pt x="624" y="435"/>
                </a:lnTo>
                <a:lnTo>
                  <a:pt x="624" y="436"/>
                </a:lnTo>
                <a:lnTo>
                  <a:pt x="624" y="437"/>
                </a:lnTo>
                <a:lnTo>
                  <a:pt x="622" y="438"/>
                </a:lnTo>
                <a:lnTo>
                  <a:pt x="623" y="440"/>
                </a:lnTo>
                <a:lnTo>
                  <a:pt x="623" y="441"/>
                </a:lnTo>
                <a:lnTo>
                  <a:pt x="624" y="442"/>
                </a:lnTo>
                <a:lnTo>
                  <a:pt x="625" y="441"/>
                </a:lnTo>
                <a:lnTo>
                  <a:pt x="625" y="440"/>
                </a:lnTo>
                <a:lnTo>
                  <a:pt x="626" y="440"/>
                </a:lnTo>
                <a:lnTo>
                  <a:pt x="627" y="441"/>
                </a:lnTo>
                <a:lnTo>
                  <a:pt x="626" y="441"/>
                </a:lnTo>
                <a:lnTo>
                  <a:pt x="627" y="442"/>
                </a:lnTo>
                <a:lnTo>
                  <a:pt x="627" y="443"/>
                </a:lnTo>
                <a:lnTo>
                  <a:pt x="628" y="444"/>
                </a:lnTo>
                <a:lnTo>
                  <a:pt x="628" y="445"/>
                </a:lnTo>
                <a:lnTo>
                  <a:pt x="629" y="445"/>
                </a:lnTo>
                <a:lnTo>
                  <a:pt x="630" y="445"/>
                </a:lnTo>
                <a:lnTo>
                  <a:pt x="630" y="446"/>
                </a:lnTo>
                <a:lnTo>
                  <a:pt x="629" y="447"/>
                </a:lnTo>
                <a:lnTo>
                  <a:pt x="629" y="449"/>
                </a:lnTo>
                <a:lnTo>
                  <a:pt x="630" y="450"/>
                </a:lnTo>
                <a:lnTo>
                  <a:pt x="630" y="451"/>
                </a:lnTo>
                <a:lnTo>
                  <a:pt x="629" y="451"/>
                </a:lnTo>
                <a:lnTo>
                  <a:pt x="628" y="451"/>
                </a:lnTo>
                <a:lnTo>
                  <a:pt x="627" y="451"/>
                </a:lnTo>
                <a:lnTo>
                  <a:pt x="627" y="453"/>
                </a:lnTo>
                <a:lnTo>
                  <a:pt x="627" y="454"/>
                </a:lnTo>
                <a:lnTo>
                  <a:pt x="627" y="455"/>
                </a:lnTo>
                <a:lnTo>
                  <a:pt x="628" y="455"/>
                </a:lnTo>
                <a:lnTo>
                  <a:pt x="628" y="456"/>
                </a:lnTo>
                <a:lnTo>
                  <a:pt x="628" y="457"/>
                </a:lnTo>
                <a:lnTo>
                  <a:pt x="628" y="458"/>
                </a:lnTo>
                <a:lnTo>
                  <a:pt x="627" y="458"/>
                </a:lnTo>
                <a:lnTo>
                  <a:pt x="627" y="460"/>
                </a:lnTo>
                <a:lnTo>
                  <a:pt x="627" y="461"/>
                </a:lnTo>
                <a:lnTo>
                  <a:pt x="626" y="462"/>
                </a:lnTo>
                <a:lnTo>
                  <a:pt x="626" y="463"/>
                </a:lnTo>
                <a:lnTo>
                  <a:pt x="625" y="463"/>
                </a:lnTo>
                <a:lnTo>
                  <a:pt x="625" y="464"/>
                </a:lnTo>
                <a:lnTo>
                  <a:pt x="627" y="464"/>
                </a:lnTo>
                <a:lnTo>
                  <a:pt x="627" y="465"/>
                </a:lnTo>
                <a:lnTo>
                  <a:pt x="625" y="466"/>
                </a:lnTo>
                <a:lnTo>
                  <a:pt x="624" y="466"/>
                </a:lnTo>
                <a:lnTo>
                  <a:pt x="623" y="466"/>
                </a:lnTo>
                <a:lnTo>
                  <a:pt x="623" y="467"/>
                </a:lnTo>
                <a:lnTo>
                  <a:pt x="623" y="468"/>
                </a:lnTo>
                <a:lnTo>
                  <a:pt x="624" y="469"/>
                </a:lnTo>
                <a:lnTo>
                  <a:pt x="624" y="471"/>
                </a:lnTo>
                <a:lnTo>
                  <a:pt x="624" y="473"/>
                </a:lnTo>
                <a:lnTo>
                  <a:pt x="625" y="475"/>
                </a:lnTo>
                <a:lnTo>
                  <a:pt x="625" y="476"/>
                </a:lnTo>
                <a:lnTo>
                  <a:pt x="624" y="476"/>
                </a:lnTo>
                <a:lnTo>
                  <a:pt x="623" y="476"/>
                </a:lnTo>
                <a:lnTo>
                  <a:pt x="624" y="477"/>
                </a:lnTo>
                <a:lnTo>
                  <a:pt x="623" y="477"/>
                </a:lnTo>
                <a:lnTo>
                  <a:pt x="622" y="476"/>
                </a:lnTo>
                <a:lnTo>
                  <a:pt x="621" y="477"/>
                </a:lnTo>
                <a:lnTo>
                  <a:pt x="620" y="477"/>
                </a:lnTo>
                <a:lnTo>
                  <a:pt x="620" y="478"/>
                </a:lnTo>
                <a:lnTo>
                  <a:pt x="618" y="478"/>
                </a:lnTo>
                <a:lnTo>
                  <a:pt x="618" y="477"/>
                </a:lnTo>
                <a:lnTo>
                  <a:pt x="618" y="478"/>
                </a:lnTo>
                <a:lnTo>
                  <a:pt x="618" y="479"/>
                </a:lnTo>
                <a:lnTo>
                  <a:pt x="617" y="479"/>
                </a:lnTo>
                <a:lnTo>
                  <a:pt x="614" y="481"/>
                </a:lnTo>
                <a:lnTo>
                  <a:pt x="613" y="480"/>
                </a:lnTo>
                <a:lnTo>
                  <a:pt x="612" y="480"/>
                </a:lnTo>
                <a:lnTo>
                  <a:pt x="612" y="481"/>
                </a:lnTo>
                <a:lnTo>
                  <a:pt x="611" y="481"/>
                </a:lnTo>
                <a:lnTo>
                  <a:pt x="610" y="482"/>
                </a:lnTo>
                <a:lnTo>
                  <a:pt x="609" y="482"/>
                </a:lnTo>
                <a:lnTo>
                  <a:pt x="609" y="483"/>
                </a:lnTo>
                <a:lnTo>
                  <a:pt x="609" y="484"/>
                </a:lnTo>
                <a:lnTo>
                  <a:pt x="609" y="485"/>
                </a:lnTo>
                <a:lnTo>
                  <a:pt x="610" y="485"/>
                </a:lnTo>
                <a:lnTo>
                  <a:pt x="609" y="486"/>
                </a:lnTo>
                <a:lnTo>
                  <a:pt x="608" y="487"/>
                </a:lnTo>
                <a:lnTo>
                  <a:pt x="607" y="487"/>
                </a:lnTo>
                <a:lnTo>
                  <a:pt x="606" y="487"/>
                </a:lnTo>
                <a:lnTo>
                  <a:pt x="604" y="488"/>
                </a:lnTo>
                <a:lnTo>
                  <a:pt x="603" y="488"/>
                </a:lnTo>
                <a:lnTo>
                  <a:pt x="600" y="487"/>
                </a:lnTo>
                <a:lnTo>
                  <a:pt x="599" y="487"/>
                </a:lnTo>
                <a:lnTo>
                  <a:pt x="598" y="487"/>
                </a:lnTo>
                <a:lnTo>
                  <a:pt x="597" y="487"/>
                </a:lnTo>
                <a:lnTo>
                  <a:pt x="596" y="488"/>
                </a:lnTo>
                <a:lnTo>
                  <a:pt x="597" y="488"/>
                </a:lnTo>
                <a:lnTo>
                  <a:pt x="596" y="488"/>
                </a:lnTo>
                <a:lnTo>
                  <a:pt x="595" y="487"/>
                </a:lnTo>
                <a:lnTo>
                  <a:pt x="595" y="486"/>
                </a:lnTo>
                <a:lnTo>
                  <a:pt x="594" y="486"/>
                </a:lnTo>
                <a:lnTo>
                  <a:pt x="594" y="487"/>
                </a:lnTo>
                <a:lnTo>
                  <a:pt x="593" y="487"/>
                </a:lnTo>
                <a:lnTo>
                  <a:pt x="591" y="487"/>
                </a:lnTo>
                <a:lnTo>
                  <a:pt x="590" y="487"/>
                </a:lnTo>
                <a:lnTo>
                  <a:pt x="588" y="486"/>
                </a:lnTo>
                <a:lnTo>
                  <a:pt x="587" y="485"/>
                </a:lnTo>
                <a:lnTo>
                  <a:pt x="587" y="484"/>
                </a:lnTo>
                <a:lnTo>
                  <a:pt x="586" y="483"/>
                </a:lnTo>
                <a:lnTo>
                  <a:pt x="585" y="482"/>
                </a:lnTo>
                <a:lnTo>
                  <a:pt x="584" y="481"/>
                </a:lnTo>
                <a:lnTo>
                  <a:pt x="584" y="480"/>
                </a:lnTo>
                <a:lnTo>
                  <a:pt x="585" y="480"/>
                </a:lnTo>
                <a:lnTo>
                  <a:pt x="585" y="479"/>
                </a:lnTo>
                <a:lnTo>
                  <a:pt x="583" y="479"/>
                </a:lnTo>
                <a:lnTo>
                  <a:pt x="582" y="479"/>
                </a:lnTo>
                <a:lnTo>
                  <a:pt x="579" y="478"/>
                </a:lnTo>
                <a:lnTo>
                  <a:pt x="579" y="479"/>
                </a:lnTo>
                <a:lnTo>
                  <a:pt x="579" y="480"/>
                </a:lnTo>
                <a:lnTo>
                  <a:pt x="579" y="481"/>
                </a:lnTo>
                <a:lnTo>
                  <a:pt x="578" y="481"/>
                </a:lnTo>
                <a:lnTo>
                  <a:pt x="577" y="481"/>
                </a:lnTo>
                <a:lnTo>
                  <a:pt x="576" y="482"/>
                </a:lnTo>
                <a:lnTo>
                  <a:pt x="576" y="483"/>
                </a:lnTo>
                <a:lnTo>
                  <a:pt x="575" y="483"/>
                </a:lnTo>
                <a:lnTo>
                  <a:pt x="576" y="484"/>
                </a:lnTo>
                <a:lnTo>
                  <a:pt x="576" y="485"/>
                </a:lnTo>
                <a:lnTo>
                  <a:pt x="576" y="486"/>
                </a:lnTo>
                <a:lnTo>
                  <a:pt x="576" y="487"/>
                </a:lnTo>
                <a:lnTo>
                  <a:pt x="576" y="488"/>
                </a:lnTo>
                <a:lnTo>
                  <a:pt x="576" y="490"/>
                </a:lnTo>
                <a:lnTo>
                  <a:pt x="577" y="489"/>
                </a:lnTo>
                <a:lnTo>
                  <a:pt x="578" y="490"/>
                </a:lnTo>
                <a:lnTo>
                  <a:pt x="578" y="491"/>
                </a:lnTo>
                <a:lnTo>
                  <a:pt x="579" y="492"/>
                </a:lnTo>
                <a:lnTo>
                  <a:pt x="579" y="494"/>
                </a:lnTo>
                <a:lnTo>
                  <a:pt x="579" y="495"/>
                </a:lnTo>
                <a:lnTo>
                  <a:pt x="580" y="495"/>
                </a:lnTo>
                <a:lnTo>
                  <a:pt x="580" y="496"/>
                </a:lnTo>
                <a:lnTo>
                  <a:pt x="580" y="497"/>
                </a:lnTo>
                <a:lnTo>
                  <a:pt x="581" y="497"/>
                </a:lnTo>
                <a:lnTo>
                  <a:pt x="581" y="498"/>
                </a:lnTo>
                <a:lnTo>
                  <a:pt x="580" y="499"/>
                </a:lnTo>
                <a:lnTo>
                  <a:pt x="579" y="500"/>
                </a:lnTo>
                <a:lnTo>
                  <a:pt x="578" y="500"/>
                </a:lnTo>
                <a:lnTo>
                  <a:pt x="577" y="499"/>
                </a:lnTo>
                <a:lnTo>
                  <a:pt x="576" y="499"/>
                </a:lnTo>
                <a:lnTo>
                  <a:pt x="576" y="500"/>
                </a:lnTo>
                <a:lnTo>
                  <a:pt x="577" y="501"/>
                </a:lnTo>
                <a:lnTo>
                  <a:pt x="577" y="502"/>
                </a:lnTo>
                <a:lnTo>
                  <a:pt x="578" y="502"/>
                </a:lnTo>
                <a:lnTo>
                  <a:pt x="578" y="503"/>
                </a:lnTo>
                <a:lnTo>
                  <a:pt x="577" y="503"/>
                </a:lnTo>
                <a:lnTo>
                  <a:pt x="576" y="504"/>
                </a:lnTo>
                <a:lnTo>
                  <a:pt x="576" y="505"/>
                </a:lnTo>
                <a:lnTo>
                  <a:pt x="576" y="506"/>
                </a:lnTo>
                <a:lnTo>
                  <a:pt x="576" y="507"/>
                </a:lnTo>
                <a:lnTo>
                  <a:pt x="577" y="507"/>
                </a:lnTo>
                <a:lnTo>
                  <a:pt x="578" y="507"/>
                </a:lnTo>
                <a:lnTo>
                  <a:pt x="579" y="507"/>
                </a:lnTo>
                <a:lnTo>
                  <a:pt x="580" y="507"/>
                </a:lnTo>
                <a:lnTo>
                  <a:pt x="582" y="509"/>
                </a:lnTo>
                <a:lnTo>
                  <a:pt x="583" y="510"/>
                </a:lnTo>
                <a:lnTo>
                  <a:pt x="583" y="511"/>
                </a:lnTo>
                <a:lnTo>
                  <a:pt x="584" y="512"/>
                </a:lnTo>
                <a:lnTo>
                  <a:pt x="585" y="512"/>
                </a:lnTo>
                <a:lnTo>
                  <a:pt x="587" y="511"/>
                </a:lnTo>
                <a:lnTo>
                  <a:pt x="588" y="510"/>
                </a:lnTo>
                <a:lnTo>
                  <a:pt x="591" y="510"/>
                </a:lnTo>
                <a:lnTo>
                  <a:pt x="592" y="510"/>
                </a:lnTo>
                <a:lnTo>
                  <a:pt x="593" y="511"/>
                </a:lnTo>
                <a:lnTo>
                  <a:pt x="595" y="511"/>
                </a:lnTo>
                <a:lnTo>
                  <a:pt x="595" y="510"/>
                </a:lnTo>
                <a:lnTo>
                  <a:pt x="596" y="510"/>
                </a:lnTo>
                <a:lnTo>
                  <a:pt x="596" y="511"/>
                </a:lnTo>
                <a:lnTo>
                  <a:pt x="596" y="513"/>
                </a:lnTo>
                <a:lnTo>
                  <a:pt x="596" y="514"/>
                </a:lnTo>
                <a:lnTo>
                  <a:pt x="595" y="514"/>
                </a:lnTo>
                <a:lnTo>
                  <a:pt x="594" y="513"/>
                </a:lnTo>
                <a:lnTo>
                  <a:pt x="594" y="514"/>
                </a:lnTo>
                <a:lnTo>
                  <a:pt x="594" y="515"/>
                </a:lnTo>
                <a:lnTo>
                  <a:pt x="595" y="515"/>
                </a:lnTo>
                <a:lnTo>
                  <a:pt x="596" y="515"/>
                </a:lnTo>
                <a:lnTo>
                  <a:pt x="599" y="515"/>
                </a:lnTo>
                <a:lnTo>
                  <a:pt x="601" y="515"/>
                </a:lnTo>
                <a:lnTo>
                  <a:pt x="602" y="515"/>
                </a:lnTo>
                <a:lnTo>
                  <a:pt x="603" y="515"/>
                </a:lnTo>
                <a:lnTo>
                  <a:pt x="603" y="516"/>
                </a:lnTo>
                <a:lnTo>
                  <a:pt x="604" y="516"/>
                </a:lnTo>
                <a:lnTo>
                  <a:pt x="605" y="516"/>
                </a:lnTo>
                <a:lnTo>
                  <a:pt x="605" y="515"/>
                </a:lnTo>
                <a:lnTo>
                  <a:pt x="606" y="515"/>
                </a:lnTo>
                <a:lnTo>
                  <a:pt x="608" y="515"/>
                </a:lnTo>
                <a:lnTo>
                  <a:pt x="609" y="515"/>
                </a:lnTo>
                <a:lnTo>
                  <a:pt x="609" y="516"/>
                </a:lnTo>
                <a:lnTo>
                  <a:pt x="610" y="517"/>
                </a:lnTo>
                <a:lnTo>
                  <a:pt x="611" y="517"/>
                </a:lnTo>
                <a:lnTo>
                  <a:pt x="611" y="518"/>
                </a:lnTo>
                <a:lnTo>
                  <a:pt x="611" y="519"/>
                </a:lnTo>
                <a:lnTo>
                  <a:pt x="611" y="520"/>
                </a:lnTo>
                <a:lnTo>
                  <a:pt x="612" y="520"/>
                </a:lnTo>
                <a:lnTo>
                  <a:pt x="613" y="521"/>
                </a:lnTo>
                <a:lnTo>
                  <a:pt x="614" y="521"/>
                </a:lnTo>
                <a:lnTo>
                  <a:pt x="615" y="521"/>
                </a:lnTo>
                <a:lnTo>
                  <a:pt x="616" y="521"/>
                </a:lnTo>
                <a:lnTo>
                  <a:pt x="617" y="521"/>
                </a:lnTo>
                <a:lnTo>
                  <a:pt x="618" y="522"/>
                </a:lnTo>
                <a:lnTo>
                  <a:pt x="617" y="523"/>
                </a:lnTo>
                <a:lnTo>
                  <a:pt x="616" y="523"/>
                </a:lnTo>
                <a:lnTo>
                  <a:pt x="616" y="524"/>
                </a:lnTo>
                <a:lnTo>
                  <a:pt x="616" y="525"/>
                </a:lnTo>
                <a:lnTo>
                  <a:pt x="617" y="525"/>
                </a:lnTo>
                <a:lnTo>
                  <a:pt x="617" y="526"/>
                </a:lnTo>
                <a:lnTo>
                  <a:pt x="616" y="527"/>
                </a:lnTo>
                <a:lnTo>
                  <a:pt x="616" y="528"/>
                </a:lnTo>
                <a:lnTo>
                  <a:pt x="617" y="529"/>
                </a:lnTo>
                <a:lnTo>
                  <a:pt x="618" y="529"/>
                </a:lnTo>
                <a:lnTo>
                  <a:pt x="619" y="529"/>
                </a:lnTo>
                <a:lnTo>
                  <a:pt x="619" y="530"/>
                </a:lnTo>
                <a:lnTo>
                  <a:pt x="620" y="530"/>
                </a:lnTo>
                <a:lnTo>
                  <a:pt x="620" y="531"/>
                </a:lnTo>
                <a:lnTo>
                  <a:pt x="619" y="531"/>
                </a:lnTo>
                <a:lnTo>
                  <a:pt x="618" y="532"/>
                </a:lnTo>
                <a:lnTo>
                  <a:pt x="617" y="531"/>
                </a:lnTo>
                <a:lnTo>
                  <a:pt x="617" y="530"/>
                </a:lnTo>
                <a:lnTo>
                  <a:pt x="616" y="531"/>
                </a:lnTo>
                <a:lnTo>
                  <a:pt x="616" y="533"/>
                </a:lnTo>
                <a:lnTo>
                  <a:pt x="617" y="533"/>
                </a:lnTo>
                <a:lnTo>
                  <a:pt x="617" y="534"/>
                </a:lnTo>
                <a:lnTo>
                  <a:pt x="617" y="536"/>
                </a:lnTo>
                <a:lnTo>
                  <a:pt x="616" y="538"/>
                </a:lnTo>
                <a:lnTo>
                  <a:pt x="616" y="539"/>
                </a:lnTo>
                <a:lnTo>
                  <a:pt x="616" y="540"/>
                </a:lnTo>
                <a:lnTo>
                  <a:pt x="616" y="541"/>
                </a:lnTo>
                <a:lnTo>
                  <a:pt x="617" y="541"/>
                </a:lnTo>
                <a:lnTo>
                  <a:pt x="617" y="545"/>
                </a:lnTo>
                <a:lnTo>
                  <a:pt x="617" y="547"/>
                </a:lnTo>
                <a:lnTo>
                  <a:pt x="617" y="548"/>
                </a:lnTo>
                <a:lnTo>
                  <a:pt x="618" y="548"/>
                </a:lnTo>
                <a:lnTo>
                  <a:pt x="618" y="549"/>
                </a:lnTo>
                <a:lnTo>
                  <a:pt x="617" y="549"/>
                </a:lnTo>
                <a:lnTo>
                  <a:pt x="617" y="550"/>
                </a:lnTo>
                <a:lnTo>
                  <a:pt x="618" y="550"/>
                </a:lnTo>
                <a:lnTo>
                  <a:pt x="619" y="549"/>
                </a:lnTo>
                <a:lnTo>
                  <a:pt x="620" y="549"/>
                </a:lnTo>
                <a:lnTo>
                  <a:pt x="620" y="548"/>
                </a:lnTo>
                <a:lnTo>
                  <a:pt x="620" y="549"/>
                </a:lnTo>
                <a:lnTo>
                  <a:pt x="621" y="549"/>
                </a:lnTo>
                <a:lnTo>
                  <a:pt x="621" y="550"/>
                </a:lnTo>
                <a:lnTo>
                  <a:pt x="620" y="551"/>
                </a:lnTo>
                <a:lnTo>
                  <a:pt x="620" y="552"/>
                </a:lnTo>
                <a:lnTo>
                  <a:pt x="620" y="553"/>
                </a:lnTo>
                <a:lnTo>
                  <a:pt x="620" y="555"/>
                </a:lnTo>
                <a:lnTo>
                  <a:pt x="620" y="554"/>
                </a:lnTo>
                <a:lnTo>
                  <a:pt x="621" y="555"/>
                </a:lnTo>
                <a:lnTo>
                  <a:pt x="621" y="556"/>
                </a:lnTo>
                <a:lnTo>
                  <a:pt x="620" y="556"/>
                </a:lnTo>
                <a:lnTo>
                  <a:pt x="621" y="557"/>
                </a:lnTo>
                <a:lnTo>
                  <a:pt x="622" y="557"/>
                </a:lnTo>
                <a:lnTo>
                  <a:pt x="621" y="558"/>
                </a:lnTo>
                <a:lnTo>
                  <a:pt x="620" y="558"/>
                </a:lnTo>
                <a:lnTo>
                  <a:pt x="620" y="559"/>
                </a:lnTo>
                <a:lnTo>
                  <a:pt x="620" y="560"/>
                </a:lnTo>
                <a:lnTo>
                  <a:pt x="621" y="560"/>
                </a:lnTo>
                <a:lnTo>
                  <a:pt x="621" y="561"/>
                </a:lnTo>
                <a:lnTo>
                  <a:pt x="622" y="560"/>
                </a:lnTo>
                <a:lnTo>
                  <a:pt x="623" y="561"/>
                </a:lnTo>
                <a:lnTo>
                  <a:pt x="624" y="561"/>
                </a:lnTo>
                <a:lnTo>
                  <a:pt x="624" y="560"/>
                </a:lnTo>
                <a:lnTo>
                  <a:pt x="625" y="560"/>
                </a:lnTo>
                <a:lnTo>
                  <a:pt x="625" y="561"/>
                </a:lnTo>
                <a:lnTo>
                  <a:pt x="626" y="561"/>
                </a:lnTo>
                <a:lnTo>
                  <a:pt x="626" y="560"/>
                </a:lnTo>
                <a:lnTo>
                  <a:pt x="627" y="560"/>
                </a:lnTo>
                <a:lnTo>
                  <a:pt x="628" y="560"/>
                </a:lnTo>
                <a:lnTo>
                  <a:pt x="628" y="559"/>
                </a:lnTo>
                <a:lnTo>
                  <a:pt x="628" y="560"/>
                </a:lnTo>
                <a:lnTo>
                  <a:pt x="629" y="560"/>
                </a:lnTo>
                <a:lnTo>
                  <a:pt x="628" y="560"/>
                </a:lnTo>
                <a:lnTo>
                  <a:pt x="628" y="561"/>
                </a:lnTo>
                <a:lnTo>
                  <a:pt x="629" y="562"/>
                </a:lnTo>
                <a:lnTo>
                  <a:pt x="630" y="562"/>
                </a:lnTo>
                <a:lnTo>
                  <a:pt x="631" y="561"/>
                </a:lnTo>
                <a:lnTo>
                  <a:pt x="631" y="560"/>
                </a:lnTo>
                <a:lnTo>
                  <a:pt x="634" y="560"/>
                </a:lnTo>
                <a:lnTo>
                  <a:pt x="634" y="561"/>
                </a:lnTo>
                <a:lnTo>
                  <a:pt x="634" y="563"/>
                </a:lnTo>
                <a:lnTo>
                  <a:pt x="633" y="564"/>
                </a:lnTo>
                <a:lnTo>
                  <a:pt x="634" y="564"/>
                </a:lnTo>
                <a:lnTo>
                  <a:pt x="634" y="565"/>
                </a:lnTo>
                <a:lnTo>
                  <a:pt x="635" y="565"/>
                </a:lnTo>
                <a:lnTo>
                  <a:pt x="636" y="565"/>
                </a:lnTo>
                <a:lnTo>
                  <a:pt x="637" y="565"/>
                </a:lnTo>
                <a:lnTo>
                  <a:pt x="637" y="564"/>
                </a:lnTo>
                <a:lnTo>
                  <a:pt x="638" y="564"/>
                </a:lnTo>
                <a:lnTo>
                  <a:pt x="639" y="563"/>
                </a:lnTo>
                <a:lnTo>
                  <a:pt x="644" y="562"/>
                </a:lnTo>
                <a:lnTo>
                  <a:pt x="645" y="561"/>
                </a:lnTo>
                <a:lnTo>
                  <a:pt x="646" y="561"/>
                </a:lnTo>
                <a:lnTo>
                  <a:pt x="646" y="560"/>
                </a:lnTo>
                <a:lnTo>
                  <a:pt x="647" y="560"/>
                </a:lnTo>
                <a:lnTo>
                  <a:pt x="648" y="560"/>
                </a:lnTo>
                <a:lnTo>
                  <a:pt x="648" y="562"/>
                </a:lnTo>
                <a:lnTo>
                  <a:pt x="648" y="563"/>
                </a:lnTo>
                <a:lnTo>
                  <a:pt x="649" y="564"/>
                </a:lnTo>
                <a:lnTo>
                  <a:pt x="650" y="564"/>
                </a:lnTo>
                <a:lnTo>
                  <a:pt x="651" y="564"/>
                </a:lnTo>
                <a:lnTo>
                  <a:pt x="652" y="564"/>
                </a:lnTo>
                <a:lnTo>
                  <a:pt x="652" y="565"/>
                </a:lnTo>
                <a:lnTo>
                  <a:pt x="652" y="566"/>
                </a:lnTo>
                <a:lnTo>
                  <a:pt x="651" y="566"/>
                </a:lnTo>
                <a:lnTo>
                  <a:pt x="652" y="566"/>
                </a:lnTo>
                <a:lnTo>
                  <a:pt x="652" y="567"/>
                </a:lnTo>
                <a:lnTo>
                  <a:pt x="653" y="567"/>
                </a:lnTo>
                <a:lnTo>
                  <a:pt x="654" y="568"/>
                </a:lnTo>
                <a:lnTo>
                  <a:pt x="655" y="568"/>
                </a:lnTo>
                <a:lnTo>
                  <a:pt x="656" y="568"/>
                </a:lnTo>
                <a:lnTo>
                  <a:pt x="657" y="568"/>
                </a:lnTo>
                <a:lnTo>
                  <a:pt x="657" y="569"/>
                </a:lnTo>
                <a:lnTo>
                  <a:pt x="658" y="569"/>
                </a:lnTo>
                <a:lnTo>
                  <a:pt x="658" y="570"/>
                </a:lnTo>
                <a:lnTo>
                  <a:pt x="658" y="571"/>
                </a:lnTo>
                <a:lnTo>
                  <a:pt x="659" y="571"/>
                </a:lnTo>
                <a:lnTo>
                  <a:pt x="659" y="572"/>
                </a:lnTo>
                <a:lnTo>
                  <a:pt x="660" y="572"/>
                </a:lnTo>
                <a:lnTo>
                  <a:pt x="660" y="573"/>
                </a:lnTo>
                <a:lnTo>
                  <a:pt x="661" y="574"/>
                </a:lnTo>
                <a:lnTo>
                  <a:pt x="661" y="575"/>
                </a:lnTo>
                <a:lnTo>
                  <a:pt x="662" y="576"/>
                </a:lnTo>
                <a:lnTo>
                  <a:pt x="662" y="577"/>
                </a:lnTo>
                <a:lnTo>
                  <a:pt x="662" y="578"/>
                </a:lnTo>
                <a:lnTo>
                  <a:pt x="663" y="578"/>
                </a:lnTo>
                <a:lnTo>
                  <a:pt x="664" y="578"/>
                </a:lnTo>
                <a:lnTo>
                  <a:pt x="664" y="579"/>
                </a:lnTo>
                <a:lnTo>
                  <a:pt x="664" y="580"/>
                </a:lnTo>
                <a:lnTo>
                  <a:pt x="665" y="580"/>
                </a:lnTo>
                <a:lnTo>
                  <a:pt x="665" y="579"/>
                </a:lnTo>
                <a:lnTo>
                  <a:pt x="666" y="579"/>
                </a:lnTo>
                <a:lnTo>
                  <a:pt x="666" y="580"/>
                </a:lnTo>
                <a:lnTo>
                  <a:pt x="667" y="581"/>
                </a:lnTo>
                <a:lnTo>
                  <a:pt x="667" y="582"/>
                </a:lnTo>
                <a:lnTo>
                  <a:pt x="668" y="582"/>
                </a:lnTo>
                <a:lnTo>
                  <a:pt x="669" y="582"/>
                </a:lnTo>
                <a:lnTo>
                  <a:pt x="670" y="582"/>
                </a:lnTo>
                <a:lnTo>
                  <a:pt x="670" y="583"/>
                </a:lnTo>
                <a:lnTo>
                  <a:pt x="669" y="583"/>
                </a:lnTo>
                <a:lnTo>
                  <a:pt x="669" y="584"/>
                </a:lnTo>
                <a:lnTo>
                  <a:pt x="669" y="583"/>
                </a:lnTo>
                <a:lnTo>
                  <a:pt x="668" y="583"/>
                </a:lnTo>
                <a:lnTo>
                  <a:pt x="668" y="584"/>
                </a:lnTo>
                <a:lnTo>
                  <a:pt x="669" y="584"/>
                </a:lnTo>
                <a:lnTo>
                  <a:pt x="670" y="584"/>
                </a:lnTo>
                <a:lnTo>
                  <a:pt x="670" y="583"/>
                </a:lnTo>
                <a:lnTo>
                  <a:pt x="671" y="583"/>
                </a:lnTo>
                <a:lnTo>
                  <a:pt x="672" y="582"/>
                </a:lnTo>
                <a:lnTo>
                  <a:pt x="672" y="581"/>
                </a:lnTo>
                <a:lnTo>
                  <a:pt x="673" y="581"/>
                </a:lnTo>
                <a:lnTo>
                  <a:pt x="674" y="581"/>
                </a:lnTo>
                <a:lnTo>
                  <a:pt x="674" y="580"/>
                </a:lnTo>
                <a:lnTo>
                  <a:pt x="674" y="581"/>
                </a:lnTo>
                <a:lnTo>
                  <a:pt x="675" y="581"/>
                </a:lnTo>
                <a:lnTo>
                  <a:pt x="675" y="582"/>
                </a:lnTo>
                <a:lnTo>
                  <a:pt x="677" y="582"/>
                </a:lnTo>
                <a:lnTo>
                  <a:pt x="677" y="583"/>
                </a:lnTo>
                <a:lnTo>
                  <a:pt x="678" y="583"/>
                </a:lnTo>
                <a:lnTo>
                  <a:pt x="678" y="584"/>
                </a:lnTo>
                <a:lnTo>
                  <a:pt x="678" y="583"/>
                </a:lnTo>
                <a:lnTo>
                  <a:pt x="680" y="582"/>
                </a:lnTo>
                <a:lnTo>
                  <a:pt x="680" y="581"/>
                </a:lnTo>
                <a:lnTo>
                  <a:pt x="681" y="581"/>
                </a:lnTo>
                <a:lnTo>
                  <a:pt x="681" y="580"/>
                </a:lnTo>
                <a:lnTo>
                  <a:pt x="682" y="581"/>
                </a:lnTo>
                <a:lnTo>
                  <a:pt x="682" y="582"/>
                </a:lnTo>
                <a:lnTo>
                  <a:pt x="682" y="583"/>
                </a:lnTo>
                <a:lnTo>
                  <a:pt x="683" y="583"/>
                </a:lnTo>
                <a:lnTo>
                  <a:pt x="683" y="582"/>
                </a:lnTo>
                <a:lnTo>
                  <a:pt x="684" y="581"/>
                </a:lnTo>
                <a:lnTo>
                  <a:pt x="684" y="577"/>
                </a:lnTo>
                <a:lnTo>
                  <a:pt x="684" y="576"/>
                </a:lnTo>
                <a:lnTo>
                  <a:pt x="684" y="575"/>
                </a:lnTo>
                <a:lnTo>
                  <a:pt x="683" y="574"/>
                </a:lnTo>
                <a:lnTo>
                  <a:pt x="683" y="573"/>
                </a:lnTo>
                <a:lnTo>
                  <a:pt x="684" y="573"/>
                </a:lnTo>
                <a:lnTo>
                  <a:pt x="685" y="573"/>
                </a:lnTo>
                <a:lnTo>
                  <a:pt x="686" y="573"/>
                </a:lnTo>
                <a:lnTo>
                  <a:pt x="687" y="573"/>
                </a:lnTo>
                <a:lnTo>
                  <a:pt x="687" y="572"/>
                </a:lnTo>
                <a:lnTo>
                  <a:pt x="686" y="572"/>
                </a:lnTo>
                <a:lnTo>
                  <a:pt x="685" y="571"/>
                </a:lnTo>
                <a:lnTo>
                  <a:pt x="685" y="570"/>
                </a:lnTo>
                <a:lnTo>
                  <a:pt x="686" y="569"/>
                </a:lnTo>
                <a:lnTo>
                  <a:pt x="687" y="569"/>
                </a:lnTo>
                <a:lnTo>
                  <a:pt x="688" y="570"/>
                </a:lnTo>
                <a:lnTo>
                  <a:pt x="689" y="570"/>
                </a:lnTo>
                <a:lnTo>
                  <a:pt x="690" y="570"/>
                </a:lnTo>
                <a:lnTo>
                  <a:pt x="691" y="571"/>
                </a:lnTo>
                <a:lnTo>
                  <a:pt x="692" y="571"/>
                </a:lnTo>
                <a:lnTo>
                  <a:pt x="693" y="571"/>
                </a:lnTo>
                <a:lnTo>
                  <a:pt x="693" y="570"/>
                </a:lnTo>
                <a:lnTo>
                  <a:pt x="694" y="570"/>
                </a:lnTo>
                <a:lnTo>
                  <a:pt x="694" y="569"/>
                </a:lnTo>
                <a:lnTo>
                  <a:pt x="694" y="568"/>
                </a:lnTo>
                <a:lnTo>
                  <a:pt x="694" y="567"/>
                </a:lnTo>
                <a:lnTo>
                  <a:pt x="694" y="566"/>
                </a:lnTo>
                <a:lnTo>
                  <a:pt x="695" y="567"/>
                </a:lnTo>
                <a:lnTo>
                  <a:pt x="696" y="567"/>
                </a:lnTo>
                <a:lnTo>
                  <a:pt x="696" y="568"/>
                </a:lnTo>
                <a:lnTo>
                  <a:pt x="697" y="568"/>
                </a:lnTo>
                <a:lnTo>
                  <a:pt x="697" y="569"/>
                </a:lnTo>
                <a:lnTo>
                  <a:pt x="697" y="570"/>
                </a:lnTo>
                <a:lnTo>
                  <a:pt x="697" y="571"/>
                </a:lnTo>
                <a:lnTo>
                  <a:pt x="697" y="572"/>
                </a:lnTo>
                <a:lnTo>
                  <a:pt x="698" y="570"/>
                </a:lnTo>
                <a:lnTo>
                  <a:pt x="699" y="569"/>
                </a:lnTo>
                <a:lnTo>
                  <a:pt x="699" y="568"/>
                </a:lnTo>
                <a:lnTo>
                  <a:pt x="700" y="568"/>
                </a:lnTo>
                <a:lnTo>
                  <a:pt x="701" y="567"/>
                </a:lnTo>
                <a:lnTo>
                  <a:pt x="701" y="566"/>
                </a:lnTo>
                <a:lnTo>
                  <a:pt x="702" y="566"/>
                </a:lnTo>
                <a:lnTo>
                  <a:pt x="703" y="566"/>
                </a:lnTo>
                <a:lnTo>
                  <a:pt x="703" y="564"/>
                </a:lnTo>
                <a:lnTo>
                  <a:pt x="703" y="563"/>
                </a:lnTo>
                <a:lnTo>
                  <a:pt x="703" y="562"/>
                </a:lnTo>
                <a:lnTo>
                  <a:pt x="703" y="561"/>
                </a:lnTo>
                <a:lnTo>
                  <a:pt x="704" y="561"/>
                </a:lnTo>
                <a:lnTo>
                  <a:pt x="704" y="560"/>
                </a:lnTo>
                <a:lnTo>
                  <a:pt x="705" y="560"/>
                </a:lnTo>
                <a:lnTo>
                  <a:pt x="706" y="560"/>
                </a:lnTo>
                <a:lnTo>
                  <a:pt x="707" y="557"/>
                </a:lnTo>
                <a:lnTo>
                  <a:pt x="707" y="556"/>
                </a:lnTo>
                <a:lnTo>
                  <a:pt x="708" y="555"/>
                </a:lnTo>
                <a:lnTo>
                  <a:pt x="708" y="554"/>
                </a:lnTo>
                <a:lnTo>
                  <a:pt x="709" y="554"/>
                </a:lnTo>
                <a:lnTo>
                  <a:pt x="709" y="553"/>
                </a:lnTo>
                <a:lnTo>
                  <a:pt x="711" y="553"/>
                </a:lnTo>
                <a:lnTo>
                  <a:pt x="712" y="553"/>
                </a:lnTo>
                <a:lnTo>
                  <a:pt x="712" y="554"/>
                </a:lnTo>
                <a:lnTo>
                  <a:pt x="713" y="554"/>
                </a:lnTo>
                <a:lnTo>
                  <a:pt x="713" y="555"/>
                </a:lnTo>
                <a:lnTo>
                  <a:pt x="712" y="555"/>
                </a:lnTo>
                <a:lnTo>
                  <a:pt x="711" y="555"/>
                </a:lnTo>
                <a:lnTo>
                  <a:pt x="711" y="556"/>
                </a:lnTo>
                <a:lnTo>
                  <a:pt x="710" y="556"/>
                </a:lnTo>
                <a:lnTo>
                  <a:pt x="710" y="557"/>
                </a:lnTo>
                <a:lnTo>
                  <a:pt x="709" y="557"/>
                </a:lnTo>
                <a:lnTo>
                  <a:pt x="709" y="558"/>
                </a:lnTo>
                <a:lnTo>
                  <a:pt x="708" y="558"/>
                </a:lnTo>
                <a:lnTo>
                  <a:pt x="707" y="559"/>
                </a:lnTo>
                <a:lnTo>
                  <a:pt x="707" y="560"/>
                </a:lnTo>
                <a:lnTo>
                  <a:pt x="707" y="562"/>
                </a:lnTo>
                <a:lnTo>
                  <a:pt x="706" y="562"/>
                </a:lnTo>
                <a:lnTo>
                  <a:pt x="706" y="563"/>
                </a:lnTo>
                <a:lnTo>
                  <a:pt x="705" y="563"/>
                </a:lnTo>
                <a:lnTo>
                  <a:pt x="704" y="564"/>
                </a:lnTo>
                <a:lnTo>
                  <a:pt x="704" y="565"/>
                </a:lnTo>
                <a:lnTo>
                  <a:pt x="704" y="566"/>
                </a:lnTo>
                <a:lnTo>
                  <a:pt x="704" y="565"/>
                </a:lnTo>
                <a:lnTo>
                  <a:pt x="705" y="565"/>
                </a:lnTo>
                <a:lnTo>
                  <a:pt x="706" y="565"/>
                </a:lnTo>
                <a:lnTo>
                  <a:pt x="707" y="565"/>
                </a:lnTo>
                <a:lnTo>
                  <a:pt x="708" y="565"/>
                </a:lnTo>
                <a:lnTo>
                  <a:pt x="708" y="566"/>
                </a:lnTo>
                <a:lnTo>
                  <a:pt x="707" y="566"/>
                </a:lnTo>
                <a:lnTo>
                  <a:pt x="708" y="566"/>
                </a:lnTo>
                <a:lnTo>
                  <a:pt x="709" y="566"/>
                </a:lnTo>
                <a:lnTo>
                  <a:pt x="709" y="567"/>
                </a:lnTo>
                <a:lnTo>
                  <a:pt x="709" y="568"/>
                </a:lnTo>
                <a:lnTo>
                  <a:pt x="709" y="569"/>
                </a:lnTo>
                <a:lnTo>
                  <a:pt x="709" y="570"/>
                </a:lnTo>
                <a:lnTo>
                  <a:pt x="708" y="570"/>
                </a:lnTo>
                <a:lnTo>
                  <a:pt x="707" y="571"/>
                </a:lnTo>
                <a:lnTo>
                  <a:pt x="707" y="572"/>
                </a:lnTo>
                <a:lnTo>
                  <a:pt x="708" y="572"/>
                </a:lnTo>
                <a:lnTo>
                  <a:pt x="709" y="572"/>
                </a:lnTo>
                <a:lnTo>
                  <a:pt x="710" y="573"/>
                </a:lnTo>
                <a:lnTo>
                  <a:pt x="710" y="574"/>
                </a:lnTo>
                <a:lnTo>
                  <a:pt x="710" y="576"/>
                </a:lnTo>
                <a:lnTo>
                  <a:pt x="711" y="579"/>
                </a:lnTo>
                <a:lnTo>
                  <a:pt x="712" y="581"/>
                </a:lnTo>
                <a:lnTo>
                  <a:pt x="712" y="582"/>
                </a:lnTo>
                <a:lnTo>
                  <a:pt x="713" y="582"/>
                </a:lnTo>
                <a:lnTo>
                  <a:pt x="713" y="583"/>
                </a:lnTo>
                <a:lnTo>
                  <a:pt x="713" y="585"/>
                </a:lnTo>
                <a:lnTo>
                  <a:pt x="713" y="586"/>
                </a:lnTo>
                <a:lnTo>
                  <a:pt x="713" y="587"/>
                </a:lnTo>
                <a:lnTo>
                  <a:pt x="713" y="588"/>
                </a:lnTo>
                <a:lnTo>
                  <a:pt x="713" y="589"/>
                </a:lnTo>
                <a:lnTo>
                  <a:pt x="714" y="590"/>
                </a:lnTo>
                <a:lnTo>
                  <a:pt x="715" y="592"/>
                </a:lnTo>
                <a:lnTo>
                  <a:pt x="714" y="593"/>
                </a:lnTo>
                <a:lnTo>
                  <a:pt x="715" y="596"/>
                </a:lnTo>
                <a:lnTo>
                  <a:pt x="716" y="596"/>
                </a:lnTo>
                <a:lnTo>
                  <a:pt x="716" y="598"/>
                </a:lnTo>
                <a:lnTo>
                  <a:pt x="717" y="599"/>
                </a:lnTo>
                <a:lnTo>
                  <a:pt x="717" y="600"/>
                </a:lnTo>
                <a:lnTo>
                  <a:pt x="718" y="600"/>
                </a:lnTo>
                <a:lnTo>
                  <a:pt x="717" y="601"/>
                </a:lnTo>
                <a:lnTo>
                  <a:pt x="717" y="602"/>
                </a:lnTo>
                <a:lnTo>
                  <a:pt x="717" y="603"/>
                </a:lnTo>
                <a:lnTo>
                  <a:pt x="717" y="604"/>
                </a:lnTo>
                <a:lnTo>
                  <a:pt x="717" y="605"/>
                </a:lnTo>
                <a:lnTo>
                  <a:pt x="717" y="606"/>
                </a:lnTo>
                <a:lnTo>
                  <a:pt x="717" y="607"/>
                </a:lnTo>
                <a:lnTo>
                  <a:pt x="718" y="609"/>
                </a:lnTo>
                <a:lnTo>
                  <a:pt x="718" y="610"/>
                </a:lnTo>
                <a:lnTo>
                  <a:pt x="719" y="612"/>
                </a:lnTo>
                <a:lnTo>
                  <a:pt x="720" y="613"/>
                </a:lnTo>
                <a:lnTo>
                  <a:pt x="720" y="614"/>
                </a:lnTo>
                <a:lnTo>
                  <a:pt x="721" y="615"/>
                </a:lnTo>
                <a:lnTo>
                  <a:pt x="721" y="616"/>
                </a:lnTo>
                <a:lnTo>
                  <a:pt x="721" y="618"/>
                </a:lnTo>
                <a:lnTo>
                  <a:pt x="722" y="619"/>
                </a:lnTo>
                <a:lnTo>
                  <a:pt x="722" y="621"/>
                </a:lnTo>
                <a:lnTo>
                  <a:pt x="721" y="622"/>
                </a:lnTo>
                <a:lnTo>
                  <a:pt x="721" y="623"/>
                </a:lnTo>
                <a:lnTo>
                  <a:pt x="721" y="624"/>
                </a:lnTo>
                <a:lnTo>
                  <a:pt x="721" y="625"/>
                </a:lnTo>
                <a:lnTo>
                  <a:pt x="722" y="627"/>
                </a:lnTo>
                <a:lnTo>
                  <a:pt x="722" y="628"/>
                </a:lnTo>
                <a:lnTo>
                  <a:pt x="723" y="629"/>
                </a:lnTo>
                <a:lnTo>
                  <a:pt x="723" y="630"/>
                </a:lnTo>
                <a:lnTo>
                  <a:pt x="723" y="631"/>
                </a:lnTo>
                <a:lnTo>
                  <a:pt x="722" y="632"/>
                </a:lnTo>
                <a:lnTo>
                  <a:pt x="721" y="632"/>
                </a:lnTo>
                <a:lnTo>
                  <a:pt x="721" y="633"/>
                </a:lnTo>
                <a:lnTo>
                  <a:pt x="722" y="634"/>
                </a:lnTo>
                <a:lnTo>
                  <a:pt x="722" y="635"/>
                </a:lnTo>
                <a:lnTo>
                  <a:pt x="722" y="636"/>
                </a:lnTo>
                <a:lnTo>
                  <a:pt x="721" y="636"/>
                </a:lnTo>
                <a:lnTo>
                  <a:pt x="721" y="637"/>
                </a:lnTo>
                <a:lnTo>
                  <a:pt x="722" y="637"/>
                </a:lnTo>
                <a:lnTo>
                  <a:pt x="722" y="638"/>
                </a:lnTo>
                <a:lnTo>
                  <a:pt x="722" y="640"/>
                </a:lnTo>
                <a:lnTo>
                  <a:pt x="723" y="640"/>
                </a:lnTo>
                <a:lnTo>
                  <a:pt x="724" y="641"/>
                </a:lnTo>
                <a:lnTo>
                  <a:pt x="723" y="641"/>
                </a:lnTo>
                <a:lnTo>
                  <a:pt x="723" y="642"/>
                </a:lnTo>
                <a:lnTo>
                  <a:pt x="723" y="641"/>
                </a:lnTo>
                <a:lnTo>
                  <a:pt x="722" y="641"/>
                </a:lnTo>
                <a:lnTo>
                  <a:pt x="722" y="642"/>
                </a:lnTo>
                <a:lnTo>
                  <a:pt x="722" y="643"/>
                </a:lnTo>
                <a:lnTo>
                  <a:pt x="723" y="643"/>
                </a:lnTo>
                <a:lnTo>
                  <a:pt x="723" y="644"/>
                </a:lnTo>
                <a:lnTo>
                  <a:pt x="722" y="644"/>
                </a:lnTo>
                <a:lnTo>
                  <a:pt x="722" y="645"/>
                </a:lnTo>
                <a:lnTo>
                  <a:pt x="722" y="646"/>
                </a:lnTo>
                <a:lnTo>
                  <a:pt x="722" y="648"/>
                </a:lnTo>
                <a:lnTo>
                  <a:pt x="721" y="648"/>
                </a:lnTo>
                <a:lnTo>
                  <a:pt x="721" y="649"/>
                </a:lnTo>
                <a:lnTo>
                  <a:pt x="721" y="650"/>
                </a:lnTo>
                <a:lnTo>
                  <a:pt x="722" y="650"/>
                </a:lnTo>
                <a:lnTo>
                  <a:pt x="722" y="651"/>
                </a:lnTo>
                <a:lnTo>
                  <a:pt x="723" y="651"/>
                </a:lnTo>
                <a:lnTo>
                  <a:pt x="722" y="651"/>
                </a:lnTo>
                <a:lnTo>
                  <a:pt x="722" y="652"/>
                </a:lnTo>
                <a:lnTo>
                  <a:pt x="723" y="652"/>
                </a:lnTo>
                <a:lnTo>
                  <a:pt x="723" y="653"/>
                </a:lnTo>
                <a:lnTo>
                  <a:pt x="723" y="654"/>
                </a:lnTo>
                <a:lnTo>
                  <a:pt x="723" y="655"/>
                </a:lnTo>
                <a:lnTo>
                  <a:pt x="723" y="656"/>
                </a:lnTo>
                <a:lnTo>
                  <a:pt x="722" y="657"/>
                </a:lnTo>
                <a:lnTo>
                  <a:pt x="722" y="658"/>
                </a:lnTo>
                <a:lnTo>
                  <a:pt x="722" y="659"/>
                </a:lnTo>
                <a:lnTo>
                  <a:pt x="721" y="659"/>
                </a:lnTo>
                <a:lnTo>
                  <a:pt x="721" y="660"/>
                </a:lnTo>
                <a:lnTo>
                  <a:pt x="721" y="661"/>
                </a:lnTo>
                <a:lnTo>
                  <a:pt x="721" y="662"/>
                </a:lnTo>
                <a:lnTo>
                  <a:pt x="721" y="664"/>
                </a:lnTo>
                <a:lnTo>
                  <a:pt x="721" y="665"/>
                </a:lnTo>
                <a:lnTo>
                  <a:pt x="721" y="666"/>
                </a:lnTo>
                <a:lnTo>
                  <a:pt x="721" y="667"/>
                </a:lnTo>
                <a:lnTo>
                  <a:pt x="722" y="667"/>
                </a:lnTo>
                <a:lnTo>
                  <a:pt x="723" y="667"/>
                </a:lnTo>
                <a:lnTo>
                  <a:pt x="723" y="668"/>
                </a:lnTo>
                <a:lnTo>
                  <a:pt x="724" y="668"/>
                </a:lnTo>
                <a:lnTo>
                  <a:pt x="724" y="669"/>
                </a:lnTo>
                <a:lnTo>
                  <a:pt x="724" y="672"/>
                </a:lnTo>
                <a:lnTo>
                  <a:pt x="724" y="673"/>
                </a:lnTo>
                <a:lnTo>
                  <a:pt x="723" y="673"/>
                </a:lnTo>
                <a:lnTo>
                  <a:pt x="722" y="673"/>
                </a:lnTo>
                <a:lnTo>
                  <a:pt x="722" y="674"/>
                </a:lnTo>
                <a:lnTo>
                  <a:pt x="722" y="675"/>
                </a:lnTo>
                <a:lnTo>
                  <a:pt x="721" y="675"/>
                </a:lnTo>
                <a:lnTo>
                  <a:pt x="721" y="676"/>
                </a:lnTo>
                <a:lnTo>
                  <a:pt x="719" y="676"/>
                </a:lnTo>
                <a:lnTo>
                  <a:pt x="718" y="676"/>
                </a:lnTo>
                <a:lnTo>
                  <a:pt x="717" y="676"/>
                </a:lnTo>
                <a:lnTo>
                  <a:pt x="717" y="675"/>
                </a:lnTo>
                <a:lnTo>
                  <a:pt x="717" y="674"/>
                </a:lnTo>
                <a:lnTo>
                  <a:pt x="716" y="674"/>
                </a:lnTo>
                <a:lnTo>
                  <a:pt x="716" y="675"/>
                </a:lnTo>
                <a:lnTo>
                  <a:pt x="716" y="676"/>
                </a:lnTo>
                <a:lnTo>
                  <a:pt x="715" y="676"/>
                </a:lnTo>
                <a:lnTo>
                  <a:pt x="715" y="677"/>
                </a:lnTo>
                <a:lnTo>
                  <a:pt x="715" y="676"/>
                </a:lnTo>
                <a:lnTo>
                  <a:pt x="714" y="676"/>
                </a:lnTo>
                <a:lnTo>
                  <a:pt x="714" y="677"/>
                </a:lnTo>
                <a:lnTo>
                  <a:pt x="713" y="677"/>
                </a:lnTo>
                <a:lnTo>
                  <a:pt x="713" y="678"/>
                </a:lnTo>
                <a:lnTo>
                  <a:pt x="712" y="678"/>
                </a:lnTo>
                <a:lnTo>
                  <a:pt x="711" y="678"/>
                </a:lnTo>
                <a:lnTo>
                  <a:pt x="711" y="677"/>
                </a:lnTo>
                <a:lnTo>
                  <a:pt x="710" y="677"/>
                </a:lnTo>
                <a:lnTo>
                  <a:pt x="709" y="677"/>
                </a:lnTo>
                <a:lnTo>
                  <a:pt x="709" y="676"/>
                </a:lnTo>
                <a:lnTo>
                  <a:pt x="708" y="676"/>
                </a:lnTo>
                <a:lnTo>
                  <a:pt x="707" y="676"/>
                </a:lnTo>
                <a:lnTo>
                  <a:pt x="706" y="676"/>
                </a:lnTo>
                <a:lnTo>
                  <a:pt x="706" y="675"/>
                </a:lnTo>
                <a:lnTo>
                  <a:pt x="706" y="676"/>
                </a:lnTo>
                <a:lnTo>
                  <a:pt x="705" y="676"/>
                </a:lnTo>
                <a:lnTo>
                  <a:pt x="703" y="676"/>
                </a:lnTo>
                <a:lnTo>
                  <a:pt x="703" y="677"/>
                </a:lnTo>
                <a:lnTo>
                  <a:pt x="702" y="678"/>
                </a:lnTo>
                <a:lnTo>
                  <a:pt x="702" y="679"/>
                </a:lnTo>
                <a:lnTo>
                  <a:pt x="703" y="679"/>
                </a:lnTo>
                <a:lnTo>
                  <a:pt x="703" y="680"/>
                </a:lnTo>
                <a:lnTo>
                  <a:pt x="702" y="680"/>
                </a:lnTo>
                <a:lnTo>
                  <a:pt x="701" y="679"/>
                </a:lnTo>
                <a:lnTo>
                  <a:pt x="701" y="680"/>
                </a:lnTo>
                <a:lnTo>
                  <a:pt x="700" y="679"/>
                </a:lnTo>
                <a:lnTo>
                  <a:pt x="699" y="679"/>
                </a:lnTo>
                <a:lnTo>
                  <a:pt x="699" y="678"/>
                </a:lnTo>
                <a:lnTo>
                  <a:pt x="699" y="679"/>
                </a:lnTo>
                <a:lnTo>
                  <a:pt x="698" y="679"/>
                </a:lnTo>
                <a:lnTo>
                  <a:pt x="697" y="679"/>
                </a:lnTo>
                <a:lnTo>
                  <a:pt x="697" y="678"/>
                </a:lnTo>
                <a:lnTo>
                  <a:pt x="696" y="678"/>
                </a:lnTo>
                <a:lnTo>
                  <a:pt x="695" y="678"/>
                </a:lnTo>
                <a:lnTo>
                  <a:pt x="694" y="679"/>
                </a:lnTo>
                <a:lnTo>
                  <a:pt x="694" y="680"/>
                </a:lnTo>
                <a:lnTo>
                  <a:pt x="694" y="681"/>
                </a:lnTo>
                <a:lnTo>
                  <a:pt x="693" y="681"/>
                </a:lnTo>
                <a:lnTo>
                  <a:pt x="692" y="681"/>
                </a:lnTo>
                <a:lnTo>
                  <a:pt x="691" y="681"/>
                </a:lnTo>
                <a:lnTo>
                  <a:pt x="690" y="682"/>
                </a:lnTo>
                <a:lnTo>
                  <a:pt x="690" y="683"/>
                </a:lnTo>
                <a:lnTo>
                  <a:pt x="689" y="684"/>
                </a:lnTo>
                <a:lnTo>
                  <a:pt x="689" y="685"/>
                </a:lnTo>
                <a:lnTo>
                  <a:pt x="688" y="685"/>
                </a:lnTo>
                <a:lnTo>
                  <a:pt x="687" y="685"/>
                </a:lnTo>
                <a:lnTo>
                  <a:pt x="687" y="686"/>
                </a:lnTo>
                <a:lnTo>
                  <a:pt x="686" y="686"/>
                </a:lnTo>
                <a:lnTo>
                  <a:pt x="686" y="687"/>
                </a:lnTo>
                <a:lnTo>
                  <a:pt x="685" y="687"/>
                </a:lnTo>
                <a:lnTo>
                  <a:pt x="685" y="688"/>
                </a:lnTo>
                <a:lnTo>
                  <a:pt x="684" y="688"/>
                </a:lnTo>
                <a:lnTo>
                  <a:pt x="684" y="689"/>
                </a:lnTo>
                <a:lnTo>
                  <a:pt x="683" y="689"/>
                </a:lnTo>
                <a:lnTo>
                  <a:pt x="683" y="690"/>
                </a:lnTo>
                <a:lnTo>
                  <a:pt x="682" y="690"/>
                </a:lnTo>
                <a:lnTo>
                  <a:pt x="681" y="691"/>
                </a:lnTo>
                <a:lnTo>
                  <a:pt x="681" y="692"/>
                </a:lnTo>
                <a:lnTo>
                  <a:pt x="680" y="692"/>
                </a:lnTo>
                <a:lnTo>
                  <a:pt x="679" y="692"/>
                </a:lnTo>
                <a:lnTo>
                  <a:pt x="678" y="692"/>
                </a:lnTo>
                <a:lnTo>
                  <a:pt x="677" y="692"/>
                </a:lnTo>
                <a:lnTo>
                  <a:pt x="677" y="693"/>
                </a:lnTo>
                <a:lnTo>
                  <a:pt x="675" y="693"/>
                </a:lnTo>
                <a:lnTo>
                  <a:pt x="675" y="694"/>
                </a:lnTo>
                <a:lnTo>
                  <a:pt x="675" y="695"/>
                </a:lnTo>
                <a:lnTo>
                  <a:pt x="674" y="695"/>
                </a:lnTo>
                <a:lnTo>
                  <a:pt x="674" y="696"/>
                </a:lnTo>
                <a:lnTo>
                  <a:pt x="673" y="696"/>
                </a:lnTo>
                <a:lnTo>
                  <a:pt x="673" y="697"/>
                </a:lnTo>
                <a:lnTo>
                  <a:pt x="673" y="698"/>
                </a:lnTo>
                <a:lnTo>
                  <a:pt x="672" y="698"/>
                </a:lnTo>
                <a:lnTo>
                  <a:pt x="672" y="699"/>
                </a:lnTo>
                <a:lnTo>
                  <a:pt x="672" y="700"/>
                </a:lnTo>
                <a:lnTo>
                  <a:pt x="672" y="701"/>
                </a:lnTo>
                <a:lnTo>
                  <a:pt x="671" y="701"/>
                </a:lnTo>
                <a:lnTo>
                  <a:pt x="671" y="702"/>
                </a:lnTo>
                <a:lnTo>
                  <a:pt x="672" y="702"/>
                </a:lnTo>
                <a:lnTo>
                  <a:pt x="672" y="703"/>
                </a:lnTo>
                <a:lnTo>
                  <a:pt x="672" y="704"/>
                </a:lnTo>
                <a:lnTo>
                  <a:pt x="673" y="704"/>
                </a:lnTo>
                <a:lnTo>
                  <a:pt x="673" y="705"/>
                </a:lnTo>
                <a:lnTo>
                  <a:pt x="673" y="706"/>
                </a:lnTo>
                <a:lnTo>
                  <a:pt x="672" y="707"/>
                </a:lnTo>
                <a:lnTo>
                  <a:pt x="671" y="707"/>
                </a:lnTo>
                <a:lnTo>
                  <a:pt x="670" y="708"/>
                </a:lnTo>
                <a:lnTo>
                  <a:pt x="669" y="708"/>
                </a:lnTo>
                <a:lnTo>
                  <a:pt x="669" y="709"/>
                </a:lnTo>
                <a:lnTo>
                  <a:pt x="668" y="709"/>
                </a:lnTo>
                <a:lnTo>
                  <a:pt x="667" y="709"/>
                </a:lnTo>
                <a:lnTo>
                  <a:pt x="667" y="710"/>
                </a:lnTo>
                <a:lnTo>
                  <a:pt x="667" y="711"/>
                </a:lnTo>
                <a:lnTo>
                  <a:pt x="667" y="712"/>
                </a:lnTo>
                <a:lnTo>
                  <a:pt x="666" y="712"/>
                </a:lnTo>
                <a:lnTo>
                  <a:pt x="666" y="713"/>
                </a:lnTo>
                <a:lnTo>
                  <a:pt x="666" y="714"/>
                </a:lnTo>
                <a:lnTo>
                  <a:pt x="666" y="715"/>
                </a:lnTo>
                <a:lnTo>
                  <a:pt x="666" y="716"/>
                </a:lnTo>
                <a:lnTo>
                  <a:pt x="666" y="717"/>
                </a:lnTo>
                <a:lnTo>
                  <a:pt x="666" y="718"/>
                </a:lnTo>
                <a:lnTo>
                  <a:pt x="666" y="719"/>
                </a:lnTo>
                <a:lnTo>
                  <a:pt x="665" y="719"/>
                </a:lnTo>
                <a:lnTo>
                  <a:pt x="665" y="720"/>
                </a:lnTo>
                <a:lnTo>
                  <a:pt x="665" y="721"/>
                </a:lnTo>
                <a:lnTo>
                  <a:pt x="664" y="721"/>
                </a:lnTo>
                <a:lnTo>
                  <a:pt x="663" y="721"/>
                </a:lnTo>
                <a:lnTo>
                  <a:pt x="663" y="722"/>
                </a:lnTo>
                <a:lnTo>
                  <a:pt x="662" y="722"/>
                </a:lnTo>
                <a:lnTo>
                  <a:pt x="662" y="723"/>
                </a:lnTo>
                <a:lnTo>
                  <a:pt x="661" y="724"/>
                </a:lnTo>
                <a:lnTo>
                  <a:pt x="660" y="724"/>
                </a:lnTo>
                <a:lnTo>
                  <a:pt x="660" y="725"/>
                </a:lnTo>
                <a:lnTo>
                  <a:pt x="660" y="726"/>
                </a:lnTo>
                <a:lnTo>
                  <a:pt x="661" y="726"/>
                </a:lnTo>
                <a:lnTo>
                  <a:pt x="660" y="726"/>
                </a:lnTo>
                <a:lnTo>
                  <a:pt x="661" y="727"/>
                </a:lnTo>
                <a:lnTo>
                  <a:pt x="660" y="727"/>
                </a:lnTo>
                <a:lnTo>
                  <a:pt x="661" y="727"/>
                </a:lnTo>
                <a:lnTo>
                  <a:pt x="660" y="727"/>
                </a:lnTo>
                <a:lnTo>
                  <a:pt x="661" y="728"/>
                </a:lnTo>
                <a:lnTo>
                  <a:pt x="661" y="729"/>
                </a:lnTo>
                <a:lnTo>
                  <a:pt x="662" y="729"/>
                </a:lnTo>
                <a:lnTo>
                  <a:pt x="662" y="730"/>
                </a:lnTo>
                <a:lnTo>
                  <a:pt x="662" y="731"/>
                </a:lnTo>
                <a:lnTo>
                  <a:pt x="663" y="732"/>
                </a:lnTo>
                <a:lnTo>
                  <a:pt x="662" y="733"/>
                </a:lnTo>
                <a:lnTo>
                  <a:pt x="663" y="733"/>
                </a:lnTo>
                <a:lnTo>
                  <a:pt x="662" y="734"/>
                </a:lnTo>
                <a:lnTo>
                  <a:pt x="663" y="734"/>
                </a:lnTo>
                <a:lnTo>
                  <a:pt x="662" y="735"/>
                </a:lnTo>
                <a:lnTo>
                  <a:pt x="663" y="736"/>
                </a:lnTo>
                <a:lnTo>
                  <a:pt x="663" y="737"/>
                </a:lnTo>
                <a:lnTo>
                  <a:pt x="662" y="737"/>
                </a:lnTo>
                <a:lnTo>
                  <a:pt x="662" y="738"/>
                </a:lnTo>
                <a:lnTo>
                  <a:pt x="662" y="739"/>
                </a:lnTo>
                <a:lnTo>
                  <a:pt x="661" y="739"/>
                </a:lnTo>
                <a:lnTo>
                  <a:pt x="660" y="739"/>
                </a:lnTo>
                <a:lnTo>
                  <a:pt x="659" y="740"/>
                </a:lnTo>
                <a:lnTo>
                  <a:pt x="658" y="740"/>
                </a:lnTo>
                <a:lnTo>
                  <a:pt x="657" y="740"/>
                </a:lnTo>
                <a:lnTo>
                  <a:pt x="656" y="741"/>
                </a:lnTo>
                <a:lnTo>
                  <a:pt x="655" y="742"/>
                </a:lnTo>
                <a:lnTo>
                  <a:pt x="655" y="743"/>
                </a:lnTo>
                <a:lnTo>
                  <a:pt x="654" y="743"/>
                </a:lnTo>
                <a:lnTo>
                  <a:pt x="653" y="743"/>
                </a:lnTo>
                <a:lnTo>
                  <a:pt x="652" y="743"/>
                </a:lnTo>
                <a:lnTo>
                  <a:pt x="652" y="742"/>
                </a:lnTo>
                <a:lnTo>
                  <a:pt x="652" y="741"/>
                </a:lnTo>
                <a:lnTo>
                  <a:pt x="651" y="741"/>
                </a:lnTo>
                <a:lnTo>
                  <a:pt x="650" y="741"/>
                </a:lnTo>
                <a:lnTo>
                  <a:pt x="649" y="741"/>
                </a:lnTo>
                <a:lnTo>
                  <a:pt x="649" y="742"/>
                </a:lnTo>
                <a:lnTo>
                  <a:pt x="648" y="743"/>
                </a:lnTo>
                <a:lnTo>
                  <a:pt x="647" y="743"/>
                </a:lnTo>
                <a:lnTo>
                  <a:pt x="647" y="742"/>
                </a:lnTo>
                <a:lnTo>
                  <a:pt x="646" y="742"/>
                </a:lnTo>
                <a:lnTo>
                  <a:pt x="646" y="741"/>
                </a:lnTo>
                <a:lnTo>
                  <a:pt x="647" y="741"/>
                </a:lnTo>
                <a:lnTo>
                  <a:pt x="647" y="740"/>
                </a:lnTo>
                <a:lnTo>
                  <a:pt x="647" y="739"/>
                </a:lnTo>
                <a:lnTo>
                  <a:pt x="646" y="738"/>
                </a:lnTo>
                <a:lnTo>
                  <a:pt x="645" y="738"/>
                </a:lnTo>
                <a:lnTo>
                  <a:pt x="644" y="738"/>
                </a:lnTo>
                <a:lnTo>
                  <a:pt x="644" y="737"/>
                </a:lnTo>
                <a:lnTo>
                  <a:pt x="643" y="737"/>
                </a:lnTo>
                <a:lnTo>
                  <a:pt x="643" y="738"/>
                </a:lnTo>
                <a:lnTo>
                  <a:pt x="642" y="738"/>
                </a:lnTo>
                <a:lnTo>
                  <a:pt x="641" y="737"/>
                </a:lnTo>
                <a:lnTo>
                  <a:pt x="641" y="736"/>
                </a:lnTo>
                <a:lnTo>
                  <a:pt x="640" y="735"/>
                </a:lnTo>
                <a:lnTo>
                  <a:pt x="640" y="734"/>
                </a:lnTo>
                <a:lnTo>
                  <a:pt x="641" y="732"/>
                </a:lnTo>
                <a:lnTo>
                  <a:pt x="641" y="731"/>
                </a:lnTo>
                <a:lnTo>
                  <a:pt x="641" y="730"/>
                </a:lnTo>
                <a:lnTo>
                  <a:pt x="640" y="729"/>
                </a:lnTo>
                <a:lnTo>
                  <a:pt x="640" y="728"/>
                </a:lnTo>
                <a:lnTo>
                  <a:pt x="640" y="727"/>
                </a:lnTo>
                <a:lnTo>
                  <a:pt x="641" y="725"/>
                </a:lnTo>
                <a:lnTo>
                  <a:pt x="640" y="725"/>
                </a:lnTo>
                <a:lnTo>
                  <a:pt x="640" y="724"/>
                </a:lnTo>
                <a:lnTo>
                  <a:pt x="640" y="723"/>
                </a:lnTo>
                <a:lnTo>
                  <a:pt x="641" y="723"/>
                </a:lnTo>
                <a:lnTo>
                  <a:pt x="641" y="722"/>
                </a:lnTo>
                <a:lnTo>
                  <a:pt x="641" y="720"/>
                </a:lnTo>
                <a:lnTo>
                  <a:pt x="641" y="719"/>
                </a:lnTo>
                <a:lnTo>
                  <a:pt x="642" y="718"/>
                </a:lnTo>
                <a:lnTo>
                  <a:pt x="642" y="717"/>
                </a:lnTo>
                <a:lnTo>
                  <a:pt x="641" y="718"/>
                </a:lnTo>
                <a:lnTo>
                  <a:pt x="640" y="718"/>
                </a:lnTo>
                <a:lnTo>
                  <a:pt x="639" y="718"/>
                </a:lnTo>
                <a:lnTo>
                  <a:pt x="638" y="718"/>
                </a:lnTo>
                <a:lnTo>
                  <a:pt x="639" y="717"/>
                </a:lnTo>
                <a:lnTo>
                  <a:pt x="638" y="717"/>
                </a:lnTo>
                <a:lnTo>
                  <a:pt x="637" y="717"/>
                </a:lnTo>
                <a:lnTo>
                  <a:pt x="636" y="717"/>
                </a:lnTo>
                <a:lnTo>
                  <a:pt x="636" y="716"/>
                </a:lnTo>
                <a:lnTo>
                  <a:pt x="635" y="716"/>
                </a:lnTo>
                <a:lnTo>
                  <a:pt x="635" y="715"/>
                </a:lnTo>
                <a:lnTo>
                  <a:pt x="634" y="715"/>
                </a:lnTo>
                <a:lnTo>
                  <a:pt x="634" y="714"/>
                </a:lnTo>
                <a:lnTo>
                  <a:pt x="634" y="713"/>
                </a:lnTo>
                <a:lnTo>
                  <a:pt x="634" y="712"/>
                </a:lnTo>
                <a:lnTo>
                  <a:pt x="633" y="712"/>
                </a:lnTo>
                <a:lnTo>
                  <a:pt x="633" y="711"/>
                </a:lnTo>
                <a:lnTo>
                  <a:pt x="632" y="711"/>
                </a:lnTo>
                <a:lnTo>
                  <a:pt x="631" y="711"/>
                </a:lnTo>
                <a:lnTo>
                  <a:pt x="630" y="711"/>
                </a:lnTo>
                <a:lnTo>
                  <a:pt x="629" y="712"/>
                </a:lnTo>
                <a:lnTo>
                  <a:pt x="627" y="712"/>
                </a:lnTo>
                <a:lnTo>
                  <a:pt x="627" y="713"/>
                </a:lnTo>
                <a:lnTo>
                  <a:pt x="627" y="714"/>
                </a:lnTo>
                <a:lnTo>
                  <a:pt x="628" y="714"/>
                </a:lnTo>
                <a:lnTo>
                  <a:pt x="628" y="715"/>
                </a:lnTo>
                <a:lnTo>
                  <a:pt x="628" y="716"/>
                </a:lnTo>
                <a:lnTo>
                  <a:pt x="627" y="716"/>
                </a:lnTo>
                <a:lnTo>
                  <a:pt x="626" y="717"/>
                </a:lnTo>
                <a:lnTo>
                  <a:pt x="625" y="718"/>
                </a:lnTo>
                <a:lnTo>
                  <a:pt x="625" y="719"/>
                </a:lnTo>
                <a:lnTo>
                  <a:pt x="625" y="720"/>
                </a:lnTo>
                <a:lnTo>
                  <a:pt x="626" y="720"/>
                </a:lnTo>
                <a:lnTo>
                  <a:pt x="626" y="721"/>
                </a:lnTo>
                <a:lnTo>
                  <a:pt x="625" y="721"/>
                </a:lnTo>
                <a:lnTo>
                  <a:pt x="625" y="722"/>
                </a:lnTo>
                <a:lnTo>
                  <a:pt x="626" y="722"/>
                </a:lnTo>
                <a:lnTo>
                  <a:pt x="627" y="723"/>
                </a:lnTo>
                <a:lnTo>
                  <a:pt x="626" y="724"/>
                </a:lnTo>
                <a:lnTo>
                  <a:pt x="625" y="725"/>
                </a:lnTo>
                <a:lnTo>
                  <a:pt x="624" y="725"/>
                </a:lnTo>
                <a:lnTo>
                  <a:pt x="624" y="726"/>
                </a:lnTo>
                <a:lnTo>
                  <a:pt x="625" y="726"/>
                </a:lnTo>
                <a:lnTo>
                  <a:pt x="625" y="727"/>
                </a:lnTo>
                <a:lnTo>
                  <a:pt x="624" y="727"/>
                </a:lnTo>
                <a:lnTo>
                  <a:pt x="623" y="727"/>
                </a:lnTo>
                <a:lnTo>
                  <a:pt x="622" y="727"/>
                </a:lnTo>
                <a:lnTo>
                  <a:pt x="621" y="727"/>
                </a:lnTo>
                <a:lnTo>
                  <a:pt x="620" y="726"/>
                </a:lnTo>
                <a:lnTo>
                  <a:pt x="619" y="726"/>
                </a:lnTo>
                <a:lnTo>
                  <a:pt x="618" y="726"/>
                </a:lnTo>
                <a:lnTo>
                  <a:pt x="618" y="727"/>
                </a:lnTo>
                <a:lnTo>
                  <a:pt x="618" y="726"/>
                </a:lnTo>
                <a:lnTo>
                  <a:pt x="617" y="726"/>
                </a:lnTo>
                <a:lnTo>
                  <a:pt x="616" y="725"/>
                </a:lnTo>
                <a:lnTo>
                  <a:pt x="615" y="725"/>
                </a:lnTo>
                <a:lnTo>
                  <a:pt x="615" y="726"/>
                </a:lnTo>
                <a:lnTo>
                  <a:pt x="615" y="727"/>
                </a:lnTo>
                <a:lnTo>
                  <a:pt x="614" y="727"/>
                </a:lnTo>
                <a:lnTo>
                  <a:pt x="614" y="728"/>
                </a:lnTo>
                <a:lnTo>
                  <a:pt x="614" y="729"/>
                </a:lnTo>
                <a:lnTo>
                  <a:pt x="613" y="729"/>
                </a:lnTo>
                <a:lnTo>
                  <a:pt x="613" y="730"/>
                </a:lnTo>
                <a:lnTo>
                  <a:pt x="614" y="730"/>
                </a:lnTo>
                <a:lnTo>
                  <a:pt x="614" y="731"/>
                </a:lnTo>
                <a:lnTo>
                  <a:pt x="613" y="732"/>
                </a:lnTo>
                <a:lnTo>
                  <a:pt x="613" y="733"/>
                </a:lnTo>
                <a:lnTo>
                  <a:pt x="613" y="734"/>
                </a:lnTo>
                <a:lnTo>
                  <a:pt x="612" y="733"/>
                </a:lnTo>
                <a:lnTo>
                  <a:pt x="611" y="733"/>
                </a:lnTo>
                <a:lnTo>
                  <a:pt x="611" y="732"/>
                </a:lnTo>
                <a:lnTo>
                  <a:pt x="610" y="732"/>
                </a:lnTo>
                <a:lnTo>
                  <a:pt x="610" y="731"/>
                </a:lnTo>
                <a:lnTo>
                  <a:pt x="611" y="731"/>
                </a:lnTo>
                <a:lnTo>
                  <a:pt x="610" y="730"/>
                </a:lnTo>
                <a:lnTo>
                  <a:pt x="610" y="729"/>
                </a:lnTo>
                <a:lnTo>
                  <a:pt x="609" y="730"/>
                </a:lnTo>
                <a:lnTo>
                  <a:pt x="608" y="730"/>
                </a:lnTo>
                <a:lnTo>
                  <a:pt x="608" y="731"/>
                </a:lnTo>
                <a:lnTo>
                  <a:pt x="607" y="731"/>
                </a:lnTo>
                <a:lnTo>
                  <a:pt x="607" y="732"/>
                </a:lnTo>
                <a:lnTo>
                  <a:pt x="606" y="733"/>
                </a:lnTo>
                <a:lnTo>
                  <a:pt x="606" y="735"/>
                </a:lnTo>
                <a:lnTo>
                  <a:pt x="605" y="734"/>
                </a:lnTo>
                <a:lnTo>
                  <a:pt x="604" y="734"/>
                </a:lnTo>
                <a:lnTo>
                  <a:pt x="604" y="733"/>
                </a:lnTo>
                <a:lnTo>
                  <a:pt x="603" y="733"/>
                </a:lnTo>
                <a:lnTo>
                  <a:pt x="601" y="734"/>
                </a:lnTo>
                <a:lnTo>
                  <a:pt x="600" y="734"/>
                </a:lnTo>
                <a:lnTo>
                  <a:pt x="600" y="735"/>
                </a:lnTo>
                <a:lnTo>
                  <a:pt x="599" y="735"/>
                </a:lnTo>
                <a:lnTo>
                  <a:pt x="598" y="735"/>
                </a:lnTo>
                <a:lnTo>
                  <a:pt x="597" y="734"/>
                </a:lnTo>
                <a:lnTo>
                  <a:pt x="596" y="734"/>
                </a:lnTo>
                <a:lnTo>
                  <a:pt x="595" y="734"/>
                </a:lnTo>
                <a:lnTo>
                  <a:pt x="595" y="735"/>
                </a:lnTo>
                <a:lnTo>
                  <a:pt x="594" y="735"/>
                </a:lnTo>
                <a:lnTo>
                  <a:pt x="594" y="736"/>
                </a:lnTo>
                <a:lnTo>
                  <a:pt x="594" y="737"/>
                </a:lnTo>
                <a:lnTo>
                  <a:pt x="593" y="737"/>
                </a:lnTo>
                <a:lnTo>
                  <a:pt x="593" y="738"/>
                </a:lnTo>
                <a:lnTo>
                  <a:pt x="592" y="738"/>
                </a:lnTo>
                <a:lnTo>
                  <a:pt x="592" y="737"/>
                </a:lnTo>
                <a:lnTo>
                  <a:pt x="591" y="737"/>
                </a:lnTo>
                <a:lnTo>
                  <a:pt x="591" y="736"/>
                </a:lnTo>
                <a:lnTo>
                  <a:pt x="591" y="735"/>
                </a:lnTo>
                <a:lnTo>
                  <a:pt x="590" y="735"/>
                </a:lnTo>
                <a:lnTo>
                  <a:pt x="589" y="735"/>
                </a:lnTo>
                <a:lnTo>
                  <a:pt x="588" y="735"/>
                </a:lnTo>
                <a:lnTo>
                  <a:pt x="587" y="735"/>
                </a:lnTo>
                <a:lnTo>
                  <a:pt x="586" y="735"/>
                </a:lnTo>
                <a:lnTo>
                  <a:pt x="586" y="734"/>
                </a:lnTo>
                <a:lnTo>
                  <a:pt x="585" y="734"/>
                </a:lnTo>
                <a:lnTo>
                  <a:pt x="586" y="733"/>
                </a:lnTo>
                <a:lnTo>
                  <a:pt x="586" y="732"/>
                </a:lnTo>
                <a:lnTo>
                  <a:pt x="585" y="732"/>
                </a:lnTo>
                <a:lnTo>
                  <a:pt x="584" y="732"/>
                </a:lnTo>
                <a:lnTo>
                  <a:pt x="584" y="731"/>
                </a:lnTo>
                <a:lnTo>
                  <a:pt x="584" y="730"/>
                </a:lnTo>
                <a:lnTo>
                  <a:pt x="585" y="729"/>
                </a:lnTo>
                <a:lnTo>
                  <a:pt x="586" y="729"/>
                </a:lnTo>
                <a:lnTo>
                  <a:pt x="586" y="728"/>
                </a:lnTo>
                <a:lnTo>
                  <a:pt x="585" y="728"/>
                </a:lnTo>
                <a:lnTo>
                  <a:pt x="584" y="728"/>
                </a:lnTo>
                <a:lnTo>
                  <a:pt x="585" y="728"/>
                </a:lnTo>
                <a:lnTo>
                  <a:pt x="585" y="729"/>
                </a:lnTo>
                <a:lnTo>
                  <a:pt x="584" y="729"/>
                </a:lnTo>
                <a:lnTo>
                  <a:pt x="583" y="729"/>
                </a:lnTo>
                <a:lnTo>
                  <a:pt x="582" y="728"/>
                </a:lnTo>
                <a:lnTo>
                  <a:pt x="581" y="728"/>
                </a:lnTo>
                <a:lnTo>
                  <a:pt x="581" y="729"/>
                </a:lnTo>
                <a:lnTo>
                  <a:pt x="580" y="729"/>
                </a:lnTo>
                <a:lnTo>
                  <a:pt x="580" y="728"/>
                </a:lnTo>
                <a:lnTo>
                  <a:pt x="579" y="728"/>
                </a:lnTo>
                <a:lnTo>
                  <a:pt x="578" y="729"/>
                </a:lnTo>
                <a:lnTo>
                  <a:pt x="577" y="730"/>
                </a:lnTo>
                <a:lnTo>
                  <a:pt x="577" y="729"/>
                </a:lnTo>
                <a:lnTo>
                  <a:pt x="577" y="728"/>
                </a:lnTo>
                <a:lnTo>
                  <a:pt x="576" y="729"/>
                </a:lnTo>
                <a:lnTo>
                  <a:pt x="575" y="729"/>
                </a:lnTo>
                <a:lnTo>
                  <a:pt x="574" y="729"/>
                </a:lnTo>
                <a:lnTo>
                  <a:pt x="574" y="728"/>
                </a:lnTo>
                <a:lnTo>
                  <a:pt x="574" y="727"/>
                </a:lnTo>
                <a:lnTo>
                  <a:pt x="574" y="726"/>
                </a:lnTo>
                <a:lnTo>
                  <a:pt x="573" y="726"/>
                </a:lnTo>
                <a:lnTo>
                  <a:pt x="572" y="726"/>
                </a:lnTo>
                <a:lnTo>
                  <a:pt x="572" y="727"/>
                </a:lnTo>
                <a:lnTo>
                  <a:pt x="571" y="727"/>
                </a:lnTo>
                <a:lnTo>
                  <a:pt x="570" y="726"/>
                </a:lnTo>
                <a:lnTo>
                  <a:pt x="569" y="725"/>
                </a:lnTo>
                <a:lnTo>
                  <a:pt x="569" y="724"/>
                </a:lnTo>
                <a:lnTo>
                  <a:pt x="568" y="724"/>
                </a:lnTo>
                <a:lnTo>
                  <a:pt x="568" y="723"/>
                </a:lnTo>
                <a:lnTo>
                  <a:pt x="567" y="722"/>
                </a:lnTo>
                <a:lnTo>
                  <a:pt x="567" y="721"/>
                </a:lnTo>
                <a:lnTo>
                  <a:pt x="566" y="721"/>
                </a:lnTo>
                <a:lnTo>
                  <a:pt x="564" y="721"/>
                </a:lnTo>
                <a:lnTo>
                  <a:pt x="563" y="721"/>
                </a:lnTo>
                <a:lnTo>
                  <a:pt x="563" y="722"/>
                </a:lnTo>
                <a:lnTo>
                  <a:pt x="562" y="723"/>
                </a:lnTo>
                <a:lnTo>
                  <a:pt x="561" y="722"/>
                </a:lnTo>
                <a:lnTo>
                  <a:pt x="561" y="723"/>
                </a:lnTo>
                <a:lnTo>
                  <a:pt x="560" y="725"/>
                </a:lnTo>
                <a:lnTo>
                  <a:pt x="559" y="725"/>
                </a:lnTo>
                <a:lnTo>
                  <a:pt x="558" y="725"/>
                </a:lnTo>
                <a:lnTo>
                  <a:pt x="558" y="726"/>
                </a:lnTo>
                <a:lnTo>
                  <a:pt x="557" y="726"/>
                </a:lnTo>
                <a:lnTo>
                  <a:pt x="556" y="725"/>
                </a:lnTo>
                <a:lnTo>
                  <a:pt x="556" y="724"/>
                </a:lnTo>
                <a:lnTo>
                  <a:pt x="556" y="723"/>
                </a:lnTo>
                <a:lnTo>
                  <a:pt x="555" y="722"/>
                </a:lnTo>
                <a:lnTo>
                  <a:pt x="555" y="721"/>
                </a:lnTo>
                <a:lnTo>
                  <a:pt x="555" y="720"/>
                </a:lnTo>
                <a:lnTo>
                  <a:pt x="555" y="719"/>
                </a:lnTo>
                <a:lnTo>
                  <a:pt x="554" y="718"/>
                </a:lnTo>
                <a:lnTo>
                  <a:pt x="554" y="717"/>
                </a:lnTo>
                <a:lnTo>
                  <a:pt x="554" y="716"/>
                </a:lnTo>
                <a:lnTo>
                  <a:pt x="554" y="715"/>
                </a:lnTo>
                <a:lnTo>
                  <a:pt x="554" y="714"/>
                </a:lnTo>
                <a:lnTo>
                  <a:pt x="554" y="713"/>
                </a:lnTo>
                <a:lnTo>
                  <a:pt x="554" y="712"/>
                </a:lnTo>
                <a:lnTo>
                  <a:pt x="554" y="711"/>
                </a:lnTo>
                <a:lnTo>
                  <a:pt x="555" y="711"/>
                </a:lnTo>
                <a:lnTo>
                  <a:pt x="556" y="710"/>
                </a:lnTo>
                <a:lnTo>
                  <a:pt x="556" y="709"/>
                </a:lnTo>
                <a:lnTo>
                  <a:pt x="556" y="708"/>
                </a:lnTo>
                <a:lnTo>
                  <a:pt x="556" y="707"/>
                </a:lnTo>
                <a:lnTo>
                  <a:pt x="556" y="705"/>
                </a:lnTo>
                <a:lnTo>
                  <a:pt x="557" y="705"/>
                </a:lnTo>
                <a:lnTo>
                  <a:pt x="558" y="705"/>
                </a:lnTo>
                <a:lnTo>
                  <a:pt x="558" y="704"/>
                </a:lnTo>
                <a:lnTo>
                  <a:pt x="558" y="703"/>
                </a:lnTo>
                <a:lnTo>
                  <a:pt x="557" y="703"/>
                </a:lnTo>
                <a:lnTo>
                  <a:pt x="556" y="703"/>
                </a:lnTo>
                <a:lnTo>
                  <a:pt x="556" y="702"/>
                </a:lnTo>
                <a:lnTo>
                  <a:pt x="557" y="702"/>
                </a:lnTo>
                <a:lnTo>
                  <a:pt x="557" y="701"/>
                </a:lnTo>
                <a:lnTo>
                  <a:pt x="557" y="700"/>
                </a:lnTo>
                <a:lnTo>
                  <a:pt x="557" y="699"/>
                </a:lnTo>
                <a:lnTo>
                  <a:pt x="556" y="698"/>
                </a:lnTo>
                <a:lnTo>
                  <a:pt x="557" y="696"/>
                </a:lnTo>
                <a:lnTo>
                  <a:pt x="557" y="695"/>
                </a:lnTo>
                <a:lnTo>
                  <a:pt x="556" y="694"/>
                </a:lnTo>
                <a:lnTo>
                  <a:pt x="555" y="694"/>
                </a:lnTo>
                <a:lnTo>
                  <a:pt x="554" y="694"/>
                </a:lnTo>
                <a:lnTo>
                  <a:pt x="553" y="694"/>
                </a:lnTo>
                <a:lnTo>
                  <a:pt x="552" y="694"/>
                </a:lnTo>
                <a:lnTo>
                  <a:pt x="552" y="695"/>
                </a:lnTo>
                <a:lnTo>
                  <a:pt x="553" y="695"/>
                </a:lnTo>
                <a:lnTo>
                  <a:pt x="552" y="696"/>
                </a:lnTo>
                <a:lnTo>
                  <a:pt x="552" y="697"/>
                </a:lnTo>
                <a:lnTo>
                  <a:pt x="551" y="698"/>
                </a:lnTo>
                <a:lnTo>
                  <a:pt x="550" y="698"/>
                </a:lnTo>
                <a:lnTo>
                  <a:pt x="550" y="697"/>
                </a:lnTo>
                <a:lnTo>
                  <a:pt x="549" y="697"/>
                </a:lnTo>
                <a:lnTo>
                  <a:pt x="549" y="696"/>
                </a:lnTo>
                <a:lnTo>
                  <a:pt x="549" y="695"/>
                </a:lnTo>
                <a:lnTo>
                  <a:pt x="548" y="694"/>
                </a:lnTo>
                <a:lnTo>
                  <a:pt x="547" y="695"/>
                </a:lnTo>
                <a:lnTo>
                  <a:pt x="547" y="696"/>
                </a:lnTo>
                <a:lnTo>
                  <a:pt x="546" y="696"/>
                </a:lnTo>
                <a:lnTo>
                  <a:pt x="546" y="697"/>
                </a:lnTo>
                <a:lnTo>
                  <a:pt x="546" y="698"/>
                </a:lnTo>
                <a:lnTo>
                  <a:pt x="546" y="697"/>
                </a:lnTo>
                <a:lnTo>
                  <a:pt x="547" y="697"/>
                </a:lnTo>
                <a:lnTo>
                  <a:pt x="547" y="698"/>
                </a:lnTo>
                <a:lnTo>
                  <a:pt x="547" y="699"/>
                </a:lnTo>
                <a:lnTo>
                  <a:pt x="546" y="699"/>
                </a:lnTo>
                <a:lnTo>
                  <a:pt x="545" y="699"/>
                </a:lnTo>
                <a:lnTo>
                  <a:pt x="545" y="698"/>
                </a:lnTo>
                <a:lnTo>
                  <a:pt x="544" y="699"/>
                </a:lnTo>
                <a:lnTo>
                  <a:pt x="543" y="699"/>
                </a:lnTo>
                <a:lnTo>
                  <a:pt x="542" y="699"/>
                </a:lnTo>
                <a:lnTo>
                  <a:pt x="542" y="700"/>
                </a:lnTo>
                <a:lnTo>
                  <a:pt x="541" y="700"/>
                </a:lnTo>
                <a:lnTo>
                  <a:pt x="540" y="700"/>
                </a:lnTo>
                <a:lnTo>
                  <a:pt x="540" y="701"/>
                </a:lnTo>
                <a:lnTo>
                  <a:pt x="539" y="701"/>
                </a:lnTo>
                <a:lnTo>
                  <a:pt x="538" y="701"/>
                </a:lnTo>
                <a:lnTo>
                  <a:pt x="537" y="700"/>
                </a:lnTo>
                <a:lnTo>
                  <a:pt x="537" y="701"/>
                </a:lnTo>
                <a:lnTo>
                  <a:pt x="536" y="701"/>
                </a:lnTo>
                <a:lnTo>
                  <a:pt x="536" y="700"/>
                </a:lnTo>
                <a:lnTo>
                  <a:pt x="535" y="699"/>
                </a:lnTo>
                <a:lnTo>
                  <a:pt x="534" y="699"/>
                </a:lnTo>
                <a:lnTo>
                  <a:pt x="533" y="699"/>
                </a:lnTo>
                <a:lnTo>
                  <a:pt x="533" y="700"/>
                </a:lnTo>
                <a:lnTo>
                  <a:pt x="532" y="700"/>
                </a:lnTo>
                <a:lnTo>
                  <a:pt x="531" y="700"/>
                </a:lnTo>
                <a:lnTo>
                  <a:pt x="530" y="699"/>
                </a:lnTo>
                <a:lnTo>
                  <a:pt x="529" y="699"/>
                </a:lnTo>
                <a:lnTo>
                  <a:pt x="528" y="699"/>
                </a:lnTo>
                <a:lnTo>
                  <a:pt x="527" y="698"/>
                </a:lnTo>
                <a:lnTo>
                  <a:pt x="526" y="699"/>
                </a:lnTo>
                <a:lnTo>
                  <a:pt x="525" y="699"/>
                </a:lnTo>
                <a:lnTo>
                  <a:pt x="524" y="699"/>
                </a:lnTo>
                <a:lnTo>
                  <a:pt x="523" y="699"/>
                </a:lnTo>
                <a:lnTo>
                  <a:pt x="522" y="699"/>
                </a:lnTo>
                <a:lnTo>
                  <a:pt x="521" y="699"/>
                </a:lnTo>
                <a:lnTo>
                  <a:pt x="521" y="700"/>
                </a:lnTo>
                <a:lnTo>
                  <a:pt x="520" y="700"/>
                </a:lnTo>
                <a:lnTo>
                  <a:pt x="520" y="699"/>
                </a:lnTo>
                <a:lnTo>
                  <a:pt x="519" y="698"/>
                </a:lnTo>
                <a:lnTo>
                  <a:pt x="518" y="698"/>
                </a:lnTo>
                <a:lnTo>
                  <a:pt x="518" y="697"/>
                </a:lnTo>
                <a:lnTo>
                  <a:pt x="517" y="697"/>
                </a:lnTo>
                <a:lnTo>
                  <a:pt x="517" y="696"/>
                </a:lnTo>
                <a:lnTo>
                  <a:pt x="517" y="695"/>
                </a:lnTo>
                <a:lnTo>
                  <a:pt x="516" y="694"/>
                </a:lnTo>
                <a:lnTo>
                  <a:pt x="515" y="694"/>
                </a:lnTo>
                <a:lnTo>
                  <a:pt x="515" y="693"/>
                </a:lnTo>
                <a:lnTo>
                  <a:pt x="515" y="692"/>
                </a:lnTo>
                <a:lnTo>
                  <a:pt x="514" y="692"/>
                </a:lnTo>
                <a:lnTo>
                  <a:pt x="514" y="691"/>
                </a:lnTo>
                <a:lnTo>
                  <a:pt x="513" y="691"/>
                </a:lnTo>
                <a:lnTo>
                  <a:pt x="512" y="690"/>
                </a:lnTo>
                <a:lnTo>
                  <a:pt x="512" y="689"/>
                </a:lnTo>
                <a:lnTo>
                  <a:pt x="511" y="688"/>
                </a:lnTo>
                <a:lnTo>
                  <a:pt x="511" y="687"/>
                </a:lnTo>
                <a:lnTo>
                  <a:pt x="512" y="687"/>
                </a:lnTo>
                <a:lnTo>
                  <a:pt x="511" y="687"/>
                </a:lnTo>
                <a:lnTo>
                  <a:pt x="510" y="688"/>
                </a:lnTo>
                <a:lnTo>
                  <a:pt x="509" y="688"/>
                </a:lnTo>
                <a:lnTo>
                  <a:pt x="508" y="687"/>
                </a:lnTo>
                <a:lnTo>
                  <a:pt x="507" y="687"/>
                </a:lnTo>
                <a:lnTo>
                  <a:pt x="507" y="686"/>
                </a:lnTo>
                <a:lnTo>
                  <a:pt x="506" y="686"/>
                </a:lnTo>
                <a:lnTo>
                  <a:pt x="505" y="685"/>
                </a:lnTo>
                <a:lnTo>
                  <a:pt x="504" y="685"/>
                </a:lnTo>
                <a:lnTo>
                  <a:pt x="503" y="685"/>
                </a:lnTo>
                <a:lnTo>
                  <a:pt x="503" y="686"/>
                </a:lnTo>
                <a:lnTo>
                  <a:pt x="502" y="687"/>
                </a:lnTo>
                <a:lnTo>
                  <a:pt x="502" y="688"/>
                </a:lnTo>
                <a:lnTo>
                  <a:pt x="501" y="688"/>
                </a:lnTo>
                <a:lnTo>
                  <a:pt x="500" y="688"/>
                </a:lnTo>
                <a:lnTo>
                  <a:pt x="499" y="688"/>
                </a:lnTo>
                <a:lnTo>
                  <a:pt x="499" y="687"/>
                </a:lnTo>
                <a:lnTo>
                  <a:pt x="498" y="687"/>
                </a:lnTo>
                <a:lnTo>
                  <a:pt x="498" y="688"/>
                </a:lnTo>
                <a:lnTo>
                  <a:pt x="498" y="689"/>
                </a:lnTo>
                <a:lnTo>
                  <a:pt x="498" y="690"/>
                </a:lnTo>
                <a:lnTo>
                  <a:pt x="498" y="691"/>
                </a:lnTo>
                <a:lnTo>
                  <a:pt x="497" y="691"/>
                </a:lnTo>
                <a:lnTo>
                  <a:pt x="497" y="692"/>
                </a:lnTo>
                <a:lnTo>
                  <a:pt x="497" y="693"/>
                </a:lnTo>
                <a:lnTo>
                  <a:pt x="497" y="694"/>
                </a:lnTo>
                <a:lnTo>
                  <a:pt x="495" y="694"/>
                </a:lnTo>
                <a:lnTo>
                  <a:pt x="494" y="695"/>
                </a:lnTo>
                <a:lnTo>
                  <a:pt x="494" y="696"/>
                </a:lnTo>
                <a:lnTo>
                  <a:pt x="495" y="696"/>
                </a:lnTo>
                <a:lnTo>
                  <a:pt x="494" y="696"/>
                </a:lnTo>
                <a:lnTo>
                  <a:pt x="494" y="697"/>
                </a:lnTo>
                <a:lnTo>
                  <a:pt x="494" y="698"/>
                </a:lnTo>
                <a:lnTo>
                  <a:pt x="493" y="698"/>
                </a:lnTo>
                <a:lnTo>
                  <a:pt x="492" y="698"/>
                </a:lnTo>
                <a:lnTo>
                  <a:pt x="491" y="698"/>
                </a:lnTo>
                <a:lnTo>
                  <a:pt x="490" y="698"/>
                </a:lnTo>
                <a:lnTo>
                  <a:pt x="490" y="699"/>
                </a:lnTo>
                <a:lnTo>
                  <a:pt x="490" y="700"/>
                </a:lnTo>
                <a:lnTo>
                  <a:pt x="489" y="699"/>
                </a:lnTo>
                <a:lnTo>
                  <a:pt x="488" y="699"/>
                </a:lnTo>
                <a:lnTo>
                  <a:pt x="487" y="699"/>
                </a:lnTo>
                <a:lnTo>
                  <a:pt x="487" y="700"/>
                </a:lnTo>
                <a:lnTo>
                  <a:pt x="486" y="700"/>
                </a:lnTo>
                <a:lnTo>
                  <a:pt x="485" y="700"/>
                </a:lnTo>
                <a:lnTo>
                  <a:pt x="484" y="700"/>
                </a:lnTo>
                <a:lnTo>
                  <a:pt x="484" y="701"/>
                </a:lnTo>
                <a:lnTo>
                  <a:pt x="483" y="701"/>
                </a:lnTo>
                <a:lnTo>
                  <a:pt x="483" y="702"/>
                </a:lnTo>
                <a:lnTo>
                  <a:pt x="483" y="703"/>
                </a:lnTo>
                <a:lnTo>
                  <a:pt x="482" y="703"/>
                </a:lnTo>
                <a:lnTo>
                  <a:pt x="482" y="704"/>
                </a:lnTo>
                <a:lnTo>
                  <a:pt x="481" y="704"/>
                </a:lnTo>
                <a:lnTo>
                  <a:pt x="481" y="703"/>
                </a:lnTo>
                <a:lnTo>
                  <a:pt x="480" y="703"/>
                </a:lnTo>
                <a:lnTo>
                  <a:pt x="480" y="702"/>
                </a:lnTo>
                <a:lnTo>
                  <a:pt x="479" y="701"/>
                </a:lnTo>
                <a:lnTo>
                  <a:pt x="479" y="700"/>
                </a:lnTo>
                <a:lnTo>
                  <a:pt x="479" y="699"/>
                </a:lnTo>
                <a:lnTo>
                  <a:pt x="478" y="698"/>
                </a:lnTo>
                <a:lnTo>
                  <a:pt x="476" y="698"/>
                </a:lnTo>
                <a:lnTo>
                  <a:pt x="476" y="697"/>
                </a:lnTo>
                <a:lnTo>
                  <a:pt x="476" y="696"/>
                </a:lnTo>
                <a:lnTo>
                  <a:pt x="476" y="695"/>
                </a:lnTo>
                <a:lnTo>
                  <a:pt x="476" y="694"/>
                </a:lnTo>
                <a:lnTo>
                  <a:pt x="475" y="694"/>
                </a:lnTo>
                <a:lnTo>
                  <a:pt x="475" y="693"/>
                </a:lnTo>
                <a:lnTo>
                  <a:pt x="475" y="691"/>
                </a:lnTo>
                <a:lnTo>
                  <a:pt x="476" y="691"/>
                </a:lnTo>
                <a:lnTo>
                  <a:pt x="476" y="690"/>
                </a:lnTo>
                <a:lnTo>
                  <a:pt x="476" y="689"/>
                </a:lnTo>
                <a:lnTo>
                  <a:pt x="476" y="687"/>
                </a:lnTo>
                <a:lnTo>
                  <a:pt x="475" y="687"/>
                </a:lnTo>
                <a:lnTo>
                  <a:pt x="474" y="687"/>
                </a:lnTo>
                <a:lnTo>
                  <a:pt x="473" y="686"/>
                </a:lnTo>
                <a:lnTo>
                  <a:pt x="473" y="685"/>
                </a:lnTo>
                <a:lnTo>
                  <a:pt x="473" y="684"/>
                </a:lnTo>
                <a:lnTo>
                  <a:pt x="472" y="684"/>
                </a:lnTo>
                <a:lnTo>
                  <a:pt x="471" y="685"/>
                </a:lnTo>
                <a:lnTo>
                  <a:pt x="470" y="686"/>
                </a:lnTo>
                <a:lnTo>
                  <a:pt x="469" y="686"/>
                </a:lnTo>
                <a:lnTo>
                  <a:pt x="469" y="687"/>
                </a:lnTo>
                <a:lnTo>
                  <a:pt x="469" y="688"/>
                </a:lnTo>
                <a:lnTo>
                  <a:pt x="469" y="689"/>
                </a:lnTo>
                <a:lnTo>
                  <a:pt x="468" y="690"/>
                </a:lnTo>
                <a:lnTo>
                  <a:pt x="467" y="690"/>
                </a:lnTo>
                <a:lnTo>
                  <a:pt x="466" y="690"/>
                </a:lnTo>
                <a:lnTo>
                  <a:pt x="466" y="691"/>
                </a:lnTo>
                <a:lnTo>
                  <a:pt x="465" y="691"/>
                </a:lnTo>
                <a:lnTo>
                  <a:pt x="465" y="690"/>
                </a:lnTo>
                <a:lnTo>
                  <a:pt x="464" y="690"/>
                </a:lnTo>
                <a:lnTo>
                  <a:pt x="464" y="691"/>
                </a:lnTo>
                <a:lnTo>
                  <a:pt x="463" y="691"/>
                </a:lnTo>
                <a:lnTo>
                  <a:pt x="461" y="689"/>
                </a:lnTo>
                <a:lnTo>
                  <a:pt x="461" y="688"/>
                </a:lnTo>
                <a:lnTo>
                  <a:pt x="461" y="687"/>
                </a:lnTo>
                <a:lnTo>
                  <a:pt x="460" y="686"/>
                </a:lnTo>
                <a:lnTo>
                  <a:pt x="460" y="685"/>
                </a:lnTo>
                <a:lnTo>
                  <a:pt x="460" y="684"/>
                </a:lnTo>
                <a:lnTo>
                  <a:pt x="460" y="683"/>
                </a:lnTo>
                <a:lnTo>
                  <a:pt x="460" y="682"/>
                </a:lnTo>
                <a:lnTo>
                  <a:pt x="460" y="681"/>
                </a:lnTo>
                <a:lnTo>
                  <a:pt x="459" y="680"/>
                </a:lnTo>
                <a:lnTo>
                  <a:pt x="459" y="679"/>
                </a:lnTo>
                <a:lnTo>
                  <a:pt x="458" y="679"/>
                </a:lnTo>
                <a:lnTo>
                  <a:pt x="457" y="679"/>
                </a:lnTo>
                <a:lnTo>
                  <a:pt x="456" y="678"/>
                </a:lnTo>
                <a:lnTo>
                  <a:pt x="456" y="676"/>
                </a:lnTo>
                <a:lnTo>
                  <a:pt x="456" y="675"/>
                </a:lnTo>
                <a:lnTo>
                  <a:pt x="456" y="674"/>
                </a:lnTo>
                <a:lnTo>
                  <a:pt x="456" y="673"/>
                </a:lnTo>
                <a:lnTo>
                  <a:pt x="455" y="672"/>
                </a:lnTo>
                <a:lnTo>
                  <a:pt x="455" y="671"/>
                </a:lnTo>
                <a:lnTo>
                  <a:pt x="454" y="671"/>
                </a:lnTo>
                <a:lnTo>
                  <a:pt x="454" y="672"/>
                </a:lnTo>
                <a:lnTo>
                  <a:pt x="453" y="672"/>
                </a:lnTo>
                <a:lnTo>
                  <a:pt x="452" y="672"/>
                </a:lnTo>
                <a:lnTo>
                  <a:pt x="452" y="671"/>
                </a:lnTo>
                <a:lnTo>
                  <a:pt x="450" y="671"/>
                </a:lnTo>
                <a:lnTo>
                  <a:pt x="449" y="670"/>
                </a:lnTo>
                <a:lnTo>
                  <a:pt x="449" y="669"/>
                </a:lnTo>
                <a:lnTo>
                  <a:pt x="449" y="668"/>
                </a:lnTo>
                <a:lnTo>
                  <a:pt x="449" y="667"/>
                </a:lnTo>
                <a:lnTo>
                  <a:pt x="450" y="667"/>
                </a:lnTo>
                <a:lnTo>
                  <a:pt x="450" y="666"/>
                </a:lnTo>
                <a:lnTo>
                  <a:pt x="450" y="665"/>
                </a:lnTo>
                <a:lnTo>
                  <a:pt x="451" y="665"/>
                </a:lnTo>
                <a:lnTo>
                  <a:pt x="452" y="663"/>
                </a:lnTo>
                <a:lnTo>
                  <a:pt x="453" y="663"/>
                </a:lnTo>
                <a:lnTo>
                  <a:pt x="453" y="662"/>
                </a:lnTo>
                <a:lnTo>
                  <a:pt x="451" y="660"/>
                </a:lnTo>
                <a:lnTo>
                  <a:pt x="450" y="660"/>
                </a:lnTo>
                <a:lnTo>
                  <a:pt x="449" y="659"/>
                </a:lnTo>
                <a:lnTo>
                  <a:pt x="447" y="658"/>
                </a:lnTo>
                <a:lnTo>
                  <a:pt x="446" y="657"/>
                </a:lnTo>
                <a:lnTo>
                  <a:pt x="446" y="656"/>
                </a:lnTo>
                <a:lnTo>
                  <a:pt x="445" y="656"/>
                </a:lnTo>
                <a:lnTo>
                  <a:pt x="444" y="656"/>
                </a:lnTo>
                <a:lnTo>
                  <a:pt x="444" y="655"/>
                </a:lnTo>
                <a:lnTo>
                  <a:pt x="444" y="654"/>
                </a:lnTo>
                <a:lnTo>
                  <a:pt x="444" y="652"/>
                </a:lnTo>
                <a:lnTo>
                  <a:pt x="443" y="652"/>
                </a:lnTo>
                <a:lnTo>
                  <a:pt x="443" y="651"/>
                </a:lnTo>
                <a:lnTo>
                  <a:pt x="443" y="650"/>
                </a:lnTo>
                <a:lnTo>
                  <a:pt x="443" y="649"/>
                </a:lnTo>
                <a:lnTo>
                  <a:pt x="444" y="649"/>
                </a:lnTo>
                <a:lnTo>
                  <a:pt x="444" y="650"/>
                </a:lnTo>
                <a:lnTo>
                  <a:pt x="445" y="650"/>
                </a:lnTo>
                <a:lnTo>
                  <a:pt x="445" y="651"/>
                </a:lnTo>
                <a:lnTo>
                  <a:pt x="446" y="651"/>
                </a:lnTo>
                <a:lnTo>
                  <a:pt x="447" y="649"/>
                </a:lnTo>
                <a:lnTo>
                  <a:pt x="448" y="647"/>
                </a:lnTo>
                <a:lnTo>
                  <a:pt x="448" y="646"/>
                </a:lnTo>
                <a:lnTo>
                  <a:pt x="448" y="645"/>
                </a:lnTo>
                <a:lnTo>
                  <a:pt x="448" y="644"/>
                </a:lnTo>
                <a:lnTo>
                  <a:pt x="447" y="644"/>
                </a:lnTo>
                <a:lnTo>
                  <a:pt x="448" y="643"/>
                </a:lnTo>
                <a:lnTo>
                  <a:pt x="449" y="640"/>
                </a:lnTo>
                <a:lnTo>
                  <a:pt x="450" y="639"/>
                </a:lnTo>
                <a:lnTo>
                  <a:pt x="449" y="639"/>
                </a:lnTo>
                <a:lnTo>
                  <a:pt x="449" y="638"/>
                </a:lnTo>
                <a:lnTo>
                  <a:pt x="449" y="637"/>
                </a:lnTo>
                <a:lnTo>
                  <a:pt x="448" y="636"/>
                </a:lnTo>
                <a:lnTo>
                  <a:pt x="448" y="637"/>
                </a:lnTo>
                <a:lnTo>
                  <a:pt x="447" y="637"/>
                </a:lnTo>
                <a:lnTo>
                  <a:pt x="445" y="636"/>
                </a:lnTo>
                <a:lnTo>
                  <a:pt x="445" y="635"/>
                </a:lnTo>
                <a:lnTo>
                  <a:pt x="445" y="634"/>
                </a:lnTo>
                <a:lnTo>
                  <a:pt x="445" y="633"/>
                </a:lnTo>
                <a:lnTo>
                  <a:pt x="445" y="632"/>
                </a:lnTo>
                <a:lnTo>
                  <a:pt x="444" y="632"/>
                </a:lnTo>
                <a:lnTo>
                  <a:pt x="443" y="631"/>
                </a:lnTo>
                <a:lnTo>
                  <a:pt x="443" y="630"/>
                </a:lnTo>
                <a:lnTo>
                  <a:pt x="443" y="629"/>
                </a:lnTo>
                <a:lnTo>
                  <a:pt x="444" y="629"/>
                </a:lnTo>
                <a:lnTo>
                  <a:pt x="444" y="628"/>
                </a:lnTo>
                <a:lnTo>
                  <a:pt x="445" y="628"/>
                </a:lnTo>
                <a:lnTo>
                  <a:pt x="445" y="627"/>
                </a:lnTo>
                <a:lnTo>
                  <a:pt x="444" y="627"/>
                </a:lnTo>
                <a:lnTo>
                  <a:pt x="444" y="626"/>
                </a:lnTo>
                <a:lnTo>
                  <a:pt x="443" y="626"/>
                </a:lnTo>
                <a:lnTo>
                  <a:pt x="443" y="625"/>
                </a:lnTo>
                <a:lnTo>
                  <a:pt x="444" y="623"/>
                </a:lnTo>
                <a:lnTo>
                  <a:pt x="445" y="623"/>
                </a:lnTo>
                <a:lnTo>
                  <a:pt x="447" y="622"/>
                </a:lnTo>
                <a:lnTo>
                  <a:pt x="447" y="621"/>
                </a:lnTo>
                <a:lnTo>
                  <a:pt x="446" y="621"/>
                </a:lnTo>
                <a:lnTo>
                  <a:pt x="446" y="620"/>
                </a:lnTo>
                <a:lnTo>
                  <a:pt x="445" y="619"/>
                </a:lnTo>
                <a:lnTo>
                  <a:pt x="444" y="618"/>
                </a:lnTo>
                <a:lnTo>
                  <a:pt x="444" y="617"/>
                </a:lnTo>
                <a:lnTo>
                  <a:pt x="444" y="616"/>
                </a:lnTo>
                <a:lnTo>
                  <a:pt x="444" y="615"/>
                </a:lnTo>
                <a:lnTo>
                  <a:pt x="444" y="614"/>
                </a:lnTo>
                <a:lnTo>
                  <a:pt x="445" y="614"/>
                </a:lnTo>
                <a:lnTo>
                  <a:pt x="446" y="613"/>
                </a:lnTo>
                <a:lnTo>
                  <a:pt x="446" y="612"/>
                </a:lnTo>
                <a:lnTo>
                  <a:pt x="445" y="612"/>
                </a:lnTo>
                <a:lnTo>
                  <a:pt x="445" y="611"/>
                </a:lnTo>
                <a:lnTo>
                  <a:pt x="445" y="612"/>
                </a:lnTo>
                <a:lnTo>
                  <a:pt x="444" y="612"/>
                </a:lnTo>
                <a:lnTo>
                  <a:pt x="444" y="613"/>
                </a:lnTo>
                <a:lnTo>
                  <a:pt x="443" y="613"/>
                </a:lnTo>
                <a:lnTo>
                  <a:pt x="442" y="612"/>
                </a:lnTo>
                <a:lnTo>
                  <a:pt x="442" y="611"/>
                </a:lnTo>
                <a:lnTo>
                  <a:pt x="443" y="611"/>
                </a:lnTo>
                <a:lnTo>
                  <a:pt x="443" y="610"/>
                </a:lnTo>
                <a:lnTo>
                  <a:pt x="443" y="609"/>
                </a:lnTo>
                <a:lnTo>
                  <a:pt x="442" y="608"/>
                </a:lnTo>
                <a:lnTo>
                  <a:pt x="441" y="608"/>
                </a:lnTo>
                <a:lnTo>
                  <a:pt x="441" y="607"/>
                </a:lnTo>
                <a:lnTo>
                  <a:pt x="441" y="606"/>
                </a:lnTo>
                <a:lnTo>
                  <a:pt x="440" y="606"/>
                </a:lnTo>
                <a:lnTo>
                  <a:pt x="439" y="605"/>
                </a:lnTo>
                <a:lnTo>
                  <a:pt x="438" y="605"/>
                </a:lnTo>
                <a:lnTo>
                  <a:pt x="438" y="606"/>
                </a:lnTo>
                <a:lnTo>
                  <a:pt x="437" y="606"/>
                </a:lnTo>
                <a:lnTo>
                  <a:pt x="436" y="605"/>
                </a:lnTo>
                <a:lnTo>
                  <a:pt x="435" y="605"/>
                </a:lnTo>
                <a:lnTo>
                  <a:pt x="434" y="605"/>
                </a:lnTo>
                <a:lnTo>
                  <a:pt x="433" y="605"/>
                </a:lnTo>
                <a:lnTo>
                  <a:pt x="432" y="605"/>
                </a:lnTo>
                <a:lnTo>
                  <a:pt x="432" y="606"/>
                </a:lnTo>
                <a:lnTo>
                  <a:pt x="431" y="606"/>
                </a:lnTo>
                <a:lnTo>
                  <a:pt x="430" y="606"/>
                </a:lnTo>
                <a:lnTo>
                  <a:pt x="429" y="608"/>
                </a:lnTo>
                <a:lnTo>
                  <a:pt x="429" y="610"/>
                </a:lnTo>
                <a:lnTo>
                  <a:pt x="429" y="611"/>
                </a:lnTo>
                <a:lnTo>
                  <a:pt x="428" y="611"/>
                </a:lnTo>
                <a:lnTo>
                  <a:pt x="427" y="612"/>
                </a:lnTo>
                <a:lnTo>
                  <a:pt x="427" y="613"/>
                </a:lnTo>
                <a:lnTo>
                  <a:pt x="427" y="614"/>
                </a:lnTo>
                <a:lnTo>
                  <a:pt x="427" y="615"/>
                </a:lnTo>
                <a:lnTo>
                  <a:pt x="426" y="615"/>
                </a:lnTo>
                <a:lnTo>
                  <a:pt x="425" y="614"/>
                </a:lnTo>
                <a:lnTo>
                  <a:pt x="424" y="614"/>
                </a:lnTo>
                <a:lnTo>
                  <a:pt x="423" y="614"/>
                </a:lnTo>
                <a:lnTo>
                  <a:pt x="423" y="615"/>
                </a:lnTo>
                <a:lnTo>
                  <a:pt x="424" y="615"/>
                </a:lnTo>
                <a:lnTo>
                  <a:pt x="425" y="616"/>
                </a:lnTo>
                <a:lnTo>
                  <a:pt x="424" y="616"/>
                </a:lnTo>
                <a:lnTo>
                  <a:pt x="423" y="616"/>
                </a:lnTo>
                <a:lnTo>
                  <a:pt x="423" y="617"/>
                </a:lnTo>
                <a:lnTo>
                  <a:pt x="422" y="618"/>
                </a:lnTo>
                <a:lnTo>
                  <a:pt x="421" y="618"/>
                </a:lnTo>
                <a:lnTo>
                  <a:pt x="420" y="618"/>
                </a:lnTo>
                <a:lnTo>
                  <a:pt x="420" y="619"/>
                </a:lnTo>
                <a:lnTo>
                  <a:pt x="419" y="620"/>
                </a:lnTo>
                <a:lnTo>
                  <a:pt x="419" y="621"/>
                </a:lnTo>
                <a:lnTo>
                  <a:pt x="420" y="621"/>
                </a:lnTo>
                <a:lnTo>
                  <a:pt x="420" y="622"/>
                </a:lnTo>
                <a:lnTo>
                  <a:pt x="420" y="623"/>
                </a:lnTo>
                <a:lnTo>
                  <a:pt x="421" y="624"/>
                </a:lnTo>
                <a:lnTo>
                  <a:pt x="422" y="624"/>
                </a:lnTo>
                <a:lnTo>
                  <a:pt x="421" y="624"/>
                </a:lnTo>
                <a:lnTo>
                  <a:pt x="420" y="624"/>
                </a:lnTo>
                <a:lnTo>
                  <a:pt x="419" y="624"/>
                </a:lnTo>
                <a:lnTo>
                  <a:pt x="418" y="623"/>
                </a:lnTo>
                <a:lnTo>
                  <a:pt x="418" y="622"/>
                </a:lnTo>
                <a:lnTo>
                  <a:pt x="419" y="622"/>
                </a:lnTo>
                <a:lnTo>
                  <a:pt x="419" y="621"/>
                </a:lnTo>
                <a:lnTo>
                  <a:pt x="418" y="620"/>
                </a:lnTo>
                <a:lnTo>
                  <a:pt x="416" y="620"/>
                </a:lnTo>
                <a:lnTo>
                  <a:pt x="415" y="621"/>
                </a:lnTo>
                <a:lnTo>
                  <a:pt x="414" y="623"/>
                </a:lnTo>
                <a:lnTo>
                  <a:pt x="413" y="623"/>
                </a:lnTo>
                <a:lnTo>
                  <a:pt x="412" y="624"/>
                </a:lnTo>
                <a:lnTo>
                  <a:pt x="411" y="624"/>
                </a:lnTo>
                <a:lnTo>
                  <a:pt x="411" y="625"/>
                </a:lnTo>
                <a:lnTo>
                  <a:pt x="410" y="626"/>
                </a:lnTo>
                <a:lnTo>
                  <a:pt x="409" y="626"/>
                </a:lnTo>
                <a:lnTo>
                  <a:pt x="408" y="626"/>
                </a:lnTo>
                <a:lnTo>
                  <a:pt x="409" y="626"/>
                </a:lnTo>
                <a:lnTo>
                  <a:pt x="408" y="626"/>
                </a:lnTo>
                <a:lnTo>
                  <a:pt x="408" y="627"/>
                </a:lnTo>
                <a:lnTo>
                  <a:pt x="407" y="627"/>
                </a:lnTo>
                <a:lnTo>
                  <a:pt x="406" y="629"/>
                </a:lnTo>
                <a:lnTo>
                  <a:pt x="405" y="629"/>
                </a:lnTo>
                <a:lnTo>
                  <a:pt x="404" y="631"/>
                </a:lnTo>
                <a:lnTo>
                  <a:pt x="403" y="631"/>
                </a:lnTo>
                <a:lnTo>
                  <a:pt x="402" y="630"/>
                </a:lnTo>
                <a:lnTo>
                  <a:pt x="401" y="629"/>
                </a:lnTo>
                <a:lnTo>
                  <a:pt x="400" y="630"/>
                </a:lnTo>
                <a:lnTo>
                  <a:pt x="400" y="629"/>
                </a:lnTo>
                <a:lnTo>
                  <a:pt x="400" y="628"/>
                </a:lnTo>
                <a:lnTo>
                  <a:pt x="399" y="627"/>
                </a:lnTo>
                <a:lnTo>
                  <a:pt x="398" y="627"/>
                </a:lnTo>
                <a:lnTo>
                  <a:pt x="397" y="627"/>
                </a:lnTo>
                <a:lnTo>
                  <a:pt x="396" y="627"/>
                </a:lnTo>
                <a:lnTo>
                  <a:pt x="395" y="627"/>
                </a:lnTo>
                <a:lnTo>
                  <a:pt x="394" y="627"/>
                </a:lnTo>
                <a:lnTo>
                  <a:pt x="393" y="627"/>
                </a:lnTo>
                <a:lnTo>
                  <a:pt x="393" y="626"/>
                </a:lnTo>
                <a:lnTo>
                  <a:pt x="392" y="625"/>
                </a:lnTo>
                <a:lnTo>
                  <a:pt x="391" y="624"/>
                </a:lnTo>
                <a:lnTo>
                  <a:pt x="390" y="624"/>
                </a:lnTo>
                <a:lnTo>
                  <a:pt x="389" y="624"/>
                </a:lnTo>
                <a:lnTo>
                  <a:pt x="389" y="623"/>
                </a:lnTo>
                <a:lnTo>
                  <a:pt x="390" y="622"/>
                </a:lnTo>
                <a:lnTo>
                  <a:pt x="391" y="621"/>
                </a:lnTo>
                <a:lnTo>
                  <a:pt x="391" y="620"/>
                </a:lnTo>
                <a:lnTo>
                  <a:pt x="390" y="620"/>
                </a:lnTo>
                <a:lnTo>
                  <a:pt x="389" y="619"/>
                </a:lnTo>
                <a:lnTo>
                  <a:pt x="388" y="620"/>
                </a:lnTo>
                <a:lnTo>
                  <a:pt x="387" y="619"/>
                </a:lnTo>
                <a:lnTo>
                  <a:pt x="386" y="619"/>
                </a:lnTo>
                <a:lnTo>
                  <a:pt x="386" y="618"/>
                </a:lnTo>
                <a:lnTo>
                  <a:pt x="386" y="617"/>
                </a:lnTo>
                <a:lnTo>
                  <a:pt x="385" y="616"/>
                </a:lnTo>
                <a:lnTo>
                  <a:pt x="384" y="616"/>
                </a:lnTo>
                <a:lnTo>
                  <a:pt x="383" y="615"/>
                </a:lnTo>
                <a:lnTo>
                  <a:pt x="382" y="614"/>
                </a:lnTo>
                <a:lnTo>
                  <a:pt x="381" y="614"/>
                </a:lnTo>
                <a:lnTo>
                  <a:pt x="380" y="613"/>
                </a:lnTo>
                <a:lnTo>
                  <a:pt x="378" y="612"/>
                </a:lnTo>
                <a:lnTo>
                  <a:pt x="378" y="611"/>
                </a:lnTo>
                <a:lnTo>
                  <a:pt x="377" y="610"/>
                </a:lnTo>
                <a:lnTo>
                  <a:pt x="377" y="609"/>
                </a:lnTo>
                <a:lnTo>
                  <a:pt x="376" y="609"/>
                </a:lnTo>
                <a:lnTo>
                  <a:pt x="375" y="608"/>
                </a:lnTo>
                <a:lnTo>
                  <a:pt x="374" y="608"/>
                </a:lnTo>
                <a:lnTo>
                  <a:pt x="372" y="609"/>
                </a:lnTo>
                <a:lnTo>
                  <a:pt x="372" y="610"/>
                </a:lnTo>
                <a:lnTo>
                  <a:pt x="371" y="610"/>
                </a:lnTo>
                <a:lnTo>
                  <a:pt x="370" y="610"/>
                </a:lnTo>
                <a:lnTo>
                  <a:pt x="369" y="611"/>
                </a:lnTo>
                <a:lnTo>
                  <a:pt x="368" y="612"/>
                </a:lnTo>
                <a:lnTo>
                  <a:pt x="368" y="613"/>
                </a:lnTo>
                <a:lnTo>
                  <a:pt x="369" y="613"/>
                </a:lnTo>
                <a:lnTo>
                  <a:pt x="369" y="614"/>
                </a:lnTo>
                <a:lnTo>
                  <a:pt x="368" y="614"/>
                </a:lnTo>
                <a:lnTo>
                  <a:pt x="368" y="616"/>
                </a:lnTo>
                <a:lnTo>
                  <a:pt x="369" y="616"/>
                </a:lnTo>
                <a:lnTo>
                  <a:pt x="368" y="617"/>
                </a:lnTo>
                <a:lnTo>
                  <a:pt x="366" y="617"/>
                </a:lnTo>
                <a:lnTo>
                  <a:pt x="365" y="617"/>
                </a:lnTo>
                <a:lnTo>
                  <a:pt x="364" y="618"/>
                </a:lnTo>
                <a:lnTo>
                  <a:pt x="364" y="617"/>
                </a:lnTo>
                <a:lnTo>
                  <a:pt x="363" y="617"/>
                </a:lnTo>
                <a:lnTo>
                  <a:pt x="363" y="616"/>
                </a:lnTo>
                <a:lnTo>
                  <a:pt x="363" y="615"/>
                </a:lnTo>
                <a:lnTo>
                  <a:pt x="362" y="614"/>
                </a:lnTo>
                <a:lnTo>
                  <a:pt x="361" y="614"/>
                </a:lnTo>
                <a:lnTo>
                  <a:pt x="360" y="614"/>
                </a:lnTo>
                <a:lnTo>
                  <a:pt x="360" y="615"/>
                </a:lnTo>
                <a:lnTo>
                  <a:pt x="359" y="615"/>
                </a:lnTo>
                <a:lnTo>
                  <a:pt x="358" y="615"/>
                </a:lnTo>
                <a:lnTo>
                  <a:pt x="357" y="615"/>
                </a:lnTo>
                <a:lnTo>
                  <a:pt x="357" y="614"/>
                </a:lnTo>
                <a:lnTo>
                  <a:pt x="356" y="614"/>
                </a:lnTo>
                <a:lnTo>
                  <a:pt x="356" y="613"/>
                </a:lnTo>
                <a:lnTo>
                  <a:pt x="355" y="612"/>
                </a:lnTo>
                <a:lnTo>
                  <a:pt x="354" y="612"/>
                </a:lnTo>
                <a:lnTo>
                  <a:pt x="354" y="611"/>
                </a:lnTo>
                <a:lnTo>
                  <a:pt x="353" y="611"/>
                </a:lnTo>
                <a:lnTo>
                  <a:pt x="352" y="611"/>
                </a:lnTo>
                <a:lnTo>
                  <a:pt x="351" y="611"/>
                </a:lnTo>
                <a:lnTo>
                  <a:pt x="351" y="612"/>
                </a:lnTo>
                <a:lnTo>
                  <a:pt x="350" y="612"/>
                </a:lnTo>
                <a:lnTo>
                  <a:pt x="349" y="612"/>
                </a:lnTo>
                <a:lnTo>
                  <a:pt x="349" y="613"/>
                </a:lnTo>
                <a:lnTo>
                  <a:pt x="348" y="613"/>
                </a:lnTo>
                <a:lnTo>
                  <a:pt x="348" y="614"/>
                </a:lnTo>
                <a:lnTo>
                  <a:pt x="347" y="615"/>
                </a:lnTo>
                <a:lnTo>
                  <a:pt x="348" y="616"/>
                </a:lnTo>
                <a:lnTo>
                  <a:pt x="349" y="616"/>
                </a:lnTo>
                <a:lnTo>
                  <a:pt x="349" y="617"/>
                </a:lnTo>
                <a:lnTo>
                  <a:pt x="348" y="617"/>
                </a:lnTo>
                <a:lnTo>
                  <a:pt x="348" y="619"/>
                </a:lnTo>
                <a:lnTo>
                  <a:pt x="348" y="620"/>
                </a:lnTo>
                <a:lnTo>
                  <a:pt x="347" y="620"/>
                </a:lnTo>
                <a:lnTo>
                  <a:pt x="346" y="620"/>
                </a:lnTo>
                <a:lnTo>
                  <a:pt x="345" y="620"/>
                </a:lnTo>
                <a:lnTo>
                  <a:pt x="345" y="619"/>
                </a:lnTo>
                <a:lnTo>
                  <a:pt x="344" y="619"/>
                </a:lnTo>
                <a:lnTo>
                  <a:pt x="345" y="618"/>
                </a:lnTo>
                <a:lnTo>
                  <a:pt x="345" y="617"/>
                </a:lnTo>
                <a:lnTo>
                  <a:pt x="344" y="617"/>
                </a:lnTo>
                <a:lnTo>
                  <a:pt x="343" y="617"/>
                </a:lnTo>
                <a:lnTo>
                  <a:pt x="343" y="618"/>
                </a:lnTo>
                <a:lnTo>
                  <a:pt x="343" y="619"/>
                </a:lnTo>
                <a:lnTo>
                  <a:pt x="342" y="619"/>
                </a:lnTo>
                <a:lnTo>
                  <a:pt x="342" y="618"/>
                </a:lnTo>
                <a:lnTo>
                  <a:pt x="341" y="618"/>
                </a:lnTo>
                <a:lnTo>
                  <a:pt x="340" y="618"/>
                </a:lnTo>
                <a:lnTo>
                  <a:pt x="339" y="618"/>
                </a:lnTo>
                <a:lnTo>
                  <a:pt x="338" y="617"/>
                </a:lnTo>
                <a:lnTo>
                  <a:pt x="337" y="617"/>
                </a:lnTo>
                <a:lnTo>
                  <a:pt x="337" y="616"/>
                </a:lnTo>
                <a:lnTo>
                  <a:pt x="337" y="617"/>
                </a:lnTo>
                <a:lnTo>
                  <a:pt x="335" y="618"/>
                </a:lnTo>
                <a:lnTo>
                  <a:pt x="335" y="619"/>
                </a:lnTo>
                <a:lnTo>
                  <a:pt x="335" y="620"/>
                </a:lnTo>
                <a:lnTo>
                  <a:pt x="334" y="620"/>
                </a:lnTo>
                <a:lnTo>
                  <a:pt x="334" y="619"/>
                </a:lnTo>
                <a:lnTo>
                  <a:pt x="333" y="618"/>
                </a:lnTo>
                <a:lnTo>
                  <a:pt x="333" y="617"/>
                </a:lnTo>
                <a:lnTo>
                  <a:pt x="332" y="617"/>
                </a:lnTo>
                <a:lnTo>
                  <a:pt x="332" y="618"/>
                </a:lnTo>
                <a:lnTo>
                  <a:pt x="331" y="618"/>
                </a:lnTo>
                <a:lnTo>
                  <a:pt x="331" y="619"/>
                </a:lnTo>
                <a:lnTo>
                  <a:pt x="330" y="619"/>
                </a:lnTo>
                <a:lnTo>
                  <a:pt x="329" y="620"/>
                </a:lnTo>
                <a:lnTo>
                  <a:pt x="329" y="621"/>
                </a:lnTo>
                <a:lnTo>
                  <a:pt x="328" y="621"/>
                </a:lnTo>
                <a:lnTo>
                  <a:pt x="327" y="621"/>
                </a:lnTo>
                <a:lnTo>
                  <a:pt x="327" y="622"/>
                </a:lnTo>
                <a:lnTo>
                  <a:pt x="326" y="622"/>
                </a:lnTo>
                <a:lnTo>
                  <a:pt x="325" y="622"/>
                </a:lnTo>
                <a:lnTo>
                  <a:pt x="324" y="622"/>
                </a:lnTo>
                <a:lnTo>
                  <a:pt x="324" y="623"/>
                </a:lnTo>
                <a:lnTo>
                  <a:pt x="323" y="624"/>
                </a:lnTo>
                <a:lnTo>
                  <a:pt x="322" y="624"/>
                </a:lnTo>
                <a:lnTo>
                  <a:pt x="321" y="624"/>
                </a:lnTo>
                <a:lnTo>
                  <a:pt x="321" y="625"/>
                </a:lnTo>
                <a:lnTo>
                  <a:pt x="321" y="626"/>
                </a:lnTo>
                <a:lnTo>
                  <a:pt x="320" y="626"/>
                </a:lnTo>
                <a:lnTo>
                  <a:pt x="319" y="626"/>
                </a:lnTo>
                <a:lnTo>
                  <a:pt x="318" y="626"/>
                </a:lnTo>
                <a:lnTo>
                  <a:pt x="317" y="626"/>
                </a:lnTo>
                <a:lnTo>
                  <a:pt x="316" y="625"/>
                </a:lnTo>
                <a:lnTo>
                  <a:pt x="316" y="624"/>
                </a:lnTo>
                <a:lnTo>
                  <a:pt x="316" y="623"/>
                </a:lnTo>
                <a:lnTo>
                  <a:pt x="315" y="623"/>
                </a:lnTo>
                <a:lnTo>
                  <a:pt x="314" y="624"/>
                </a:lnTo>
                <a:lnTo>
                  <a:pt x="313" y="624"/>
                </a:lnTo>
                <a:lnTo>
                  <a:pt x="313" y="625"/>
                </a:lnTo>
                <a:lnTo>
                  <a:pt x="312" y="625"/>
                </a:lnTo>
                <a:lnTo>
                  <a:pt x="311" y="625"/>
                </a:lnTo>
                <a:lnTo>
                  <a:pt x="310" y="625"/>
                </a:lnTo>
                <a:lnTo>
                  <a:pt x="309" y="624"/>
                </a:lnTo>
                <a:lnTo>
                  <a:pt x="309" y="623"/>
                </a:lnTo>
                <a:lnTo>
                  <a:pt x="308" y="623"/>
                </a:lnTo>
                <a:lnTo>
                  <a:pt x="307" y="623"/>
                </a:lnTo>
                <a:lnTo>
                  <a:pt x="307" y="624"/>
                </a:lnTo>
                <a:lnTo>
                  <a:pt x="307" y="623"/>
                </a:lnTo>
                <a:lnTo>
                  <a:pt x="307" y="622"/>
                </a:lnTo>
                <a:lnTo>
                  <a:pt x="306" y="622"/>
                </a:lnTo>
                <a:lnTo>
                  <a:pt x="304" y="623"/>
                </a:lnTo>
                <a:lnTo>
                  <a:pt x="303" y="623"/>
                </a:lnTo>
                <a:lnTo>
                  <a:pt x="302" y="623"/>
                </a:lnTo>
                <a:lnTo>
                  <a:pt x="301" y="622"/>
                </a:lnTo>
                <a:lnTo>
                  <a:pt x="300" y="622"/>
                </a:lnTo>
                <a:lnTo>
                  <a:pt x="299" y="621"/>
                </a:lnTo>
                <a:lnTo>
                  <a:pt x="298" y="621"/>
                </a:lnTo>
                <a:lnTo>
                  <a:pt x="298" y="622"/>
                </a:lnTo>
                <a:lnTo>
                  <a:pt x="297" y="622"/>
                </a:lnTo>
                <a:lnTo>
                  <a:pt x="296" y="622"/>
                </a:lnTo>
                <a:lnTo>
                  <a:pt x="296" y="621"/>
                </a:lnTo>
                <a:lnTo>
                  <a:pt x="295" y="621"/>
                </a:lnTo>
                <a:lnTo>
                  <a:pt x="295" y="620"/>
                </a:lnTo>
                <a:lnTo>
                  <a:pt x="294" y="620"/>
                </a:lnTo>
                <a:lnTo>
                  <a:pt x="294" y="619"/>
                </a:lnTo>
                <a:lnTo>
                  <a:pt x="294" y="620"/>
                </a:lnTo>
                <a:lnTo>
                  <a:pt x="293" y="620"/>
                </a:lnTo>
                <a:lnTo>
                  <a:pt x="292" y="619"/>
                </a:lnTo>
                <a:lnTo>
                  <a:pt x="291" y="620"/>
                </a:lnTo>
                <a:lnTo>
                  <a:pt x="292" y="620"/>
                </a:lnTo>
                <a:lnTo>
                  <a:pt x="292" y="621"/>
                </a:lnTo>
                <a:lnTo>
                  <a:pt x="291" y="622"/>
                </a:lnTo>
                <a:lnTo>
                  <a:pt x="291" y="623"/>
                </a:lnTo>
                <a:lnTo>
                  <a:pt x="290" y="623"/>
                </a:lnTo>
                <a:lnTo>
                  <a:pt x="289" y="623"/>
                </a:lnTo>
                <a:lnTo>
                  <a:pt x="289" y="622"/>
                </a:lnTo>
                <a:lnTo>
                  <a:pt x="288" y="622"/>
                </a:lnTo>
                <a:lnTo>
                  <a:pt x="288" y="623"/>
                </a:lnTo>
                <a:lnTo>
                  <a:pt x="287" y="623"/>
                </a:lnTo>
                <a:lnTo>
                  <a:pt x="286" y="623"/>
                </a:lnTo>
                <a:lnTo>
                  <a:pt x="286" y="624"/>
                </a:lnTo>
                <a:lnTo>
                  <a:pt x="285" y="624"/>
                </a:lnTo>
                <a:lnTo>
                  <a:pt x="285" y="623"/>
                </a:lnTo>
                <a:lnTo>
                  <a:pt x="284" y="623"/>
                </a:lnTo>
                <a:lnTo>
                  <a:pt x="283" y="623"/>
                </a:lnTo>
                <a:lnTo>
                  <a:pt x="283" y="624"/>
                </a:lnTo>
                <a:lnTo>
                  <a:pt x="283" y="625"/>
                </a:lnTo>
                <a:lnTo>
                  <a:pt x="282" y="625"/>
                </a:lnTo>
                <a:lnTo>
                  <a:pt x="281" y="625"/>
                </a:lnTo>
                <a:lnTo>
                  <a:pt x="281" y="626"/>
                </a:lnTo>
                <a:lnTo>
                  <a:pt x="280" y="627"/>
                </a:lnTo>
                <a:lnTo>
                  <a:pt x="280" y="628"/>
                </a:lnTo>
                <a:lnTo>
                  <a:pt x="280" y="629"/>
                </a:lnTo>
                <a:lnTo>
                  <a:pt x="281" y="629"/>
                </a:lnTo>
                <a:lnTo>
                  <a:pt x="280" y="629"/>
                </a:lnTo>
                <a:lnTo>
                  <a:pt x="279" y="629"/>
                </a:lnTo>
                <a:lnTo>
                  <a:pt x="279" y="628"/>
                </a:lnTo>
                <a:lnTo>
                  <a:pt x="277" y="628"/>
                </a:lnTo>
                <a:lnTo>
                  <a:pt x="276" y="628"/>
                </a:lnTo>
                <a:lnTo>
                  <a:pt x="276" y="627"/>
                </a:lnTo>
                <a:lnTo>
                  <a:pt x="275" y="626"/>
                </a:lnTo>
                <a:lnTo>
                  <a:pt x="274" y="626"/>
                </a:lnTo>
                <a:lnTo>
                  <a:pt x="273" y="626"/>
                </a:lnTo>
                <a:lnTo>
                  <a:pt x="273" y="627"/>
                </a:lnTo>
                <a:lnTo>
                  <a:pt x="271" y="626"/>
                </a:lnTo>
                <a:lnTo>
                  <a:pt x="270" y="626"/>
                </a:lnTo>
                <a:lnTo>
                  <a:pt x="269" y="626"/>
                </a:lnTo>
                <a:lnTo>
                  <a:pt x="268" y="628"/>
                </a:lnTo>
                <a:lnTo>
                  <a:pt x="268" y="629"/>
                </a:lnTo>
                <a:lnTo>
                  <a:pt x="267" y="629"/>
                </a:lnTo>
                <a:lnTo>
                  <a:pt x="266" y="629"/>
                </a:lnTo>
                <a:lnTo>
                  <a:pt x="266" y="630"/>
                </a:lnTo>
                <a:lnTo>
                  <a:pt x="266" y="631"/>
                </a:lnTo>
                <a:lnTo>
                  <a:pt x="265" y="632"/>
                </a:lnTo>
                <a:lnTo>
                  <a:pt x="265" y="633"/>
                </a:lnTo>
                <a:lnTo>
                  <a:pt x="264" y="633"/>
                </a:lnTo>
                <a:lnTo>
                  <a:pt x="263" y="633"/>
                </a:lnTo>
                <a:lnTo>
                  <a:pt x="262" y="632"/>
                </a:lnTo>
                <a:lnTo>
                  <a:pt x="261" y="632"/>
                </a:lnTo>
                <a:lnTo>
                  <a:pt x="261" y="631"/>
                </a:lnTo>
                <a:lnTo>
                  <a:pt x="260" y="630"/>
                </a:lnTo>
                <a:lnTo>
                  <a:pt x="257" y="628"/>
                </a:lnTo>
                <a:lnTo>
                  <a:pt x="256" y="628"/>
                </a:lnTo>
                <a:lnTo>
                  <a:pt x="256" y="629"/>
                </a:lnTo>
                <a:lnTo>
                  <a:pt x="256" y="628"/>
                </a:lnTo>
                <a:lnTo>
                  <a:pt x="255" y="628"/>
                </a:lnTo>
                <a:lnTo>
                  <a:pt x="255" y="627"/>
                </a:lnTo>
                <a:lnTo>
                  <a:pt x="254" y="627"/>
                </a:lnTo>
                <a:lnTo>
                  <a:pt x="253" y="627"/>
                </a:lnTo>
                <a:lnTo>
                  <a:pt x="253" y="626"/>
                </a:lnTo>
                <a:lnTo>
                  <a:pt x="252" y="626"/>
                </a:lnTo>
                <a:lnTo>
                  <a:pt x="252" y="625"/>
                </a:lnTo>
                <a:lnTo>
                  <a:pt x="252" y="624"/>
                </a:lnTo>
                <a:lnTo>
                  <a:pt x="252" y="625"/>
                </a:lnTo>
                <a:lnTo>
                  <a:pt x="251" y="625"/>
                </a:lnTo>
                <a:lnTo>
                  <a:pt x="250" y="624"/>
                </a:lnTo>
                <a:lnTo>
                  <a:pt x="249" y="625"/>
                </a:lnTo>
                <a:lnTo>
                  <a:pt x="249" y="624"/>
                </a:lnTo>
                <a:lnTo>
                  <a:pt x="248" y="624"/>
                </a:lnTo>
                <a:lnTo>
                  <a:pt x="247" y="624"/>
                </a:lnTo>
                <a:lnTo>
                  <a:pt x="247" y="625"/>
                </a:lnTo>
                <a:lnTo>
                  <a:pt x="246" y="625"/>
                </a:lnTo>
                <a:lnTo>
                  <a:pt x="245" y="625"/>
                </a:lnTo>
                <a:lnTo>
                  <a:pt x="246" y="624"/>
                </a:lnTo>
                <a:lnTo>
                  <a:pt x="246" y="623"/>
                </a:lnTo>
                <a:lnTo>
                  <a:pt x="245" y="622"/>
                </a:lnTo>
                <a:lnTo>
                  <a:pt x="244" y="622"/>
                </a:lnTo>
                <a:lnTo>
                  <a:pt x="244" y="621"/>
                </a:lnTo>
                <a:lnTo>
                  <a:pt x="242" y="622"/>
                </a:lnTo>
                <a:lnTo>
                  <a:pt x="241" y="622"/>
                </a:lnTo>
                <a:lnTo>
                  <a:pt x="242" y="623"/>
                </a:lnTo>
                <a:lnTo>
                  <a:pt x="243" y="623"/>
                </a:lnTo>
                <a:lnTo>
                  <a:pt x="244" y="623"/>
                </a:lnTo>
                <a:lnTo>
                  <a:pt x="244" y="624"/>
                </a:lnTo>
                <a:lnTo>
                  <a:pt x="243" y="625"/>
                </a:lnTo>
                <a:lnTo>
                  <a:pt x="242" y="625"/>
                </a:lnTo>
                <a:lnTo>
                  <a:pt x="242" y="626"/>
                </a:lnTo>
                <a:lnTo>
                  <a:pt x="243" y="625"/>
                </a:lnTo>
                <a:lnTo>
                  <a:pt x="244" y="625"/>
                </a:lnTo>
                <a:lnTo>
                  <a:pt x="244" y="626"/>
                </a:lnTo>
                <a:lnTo>
                  <a:pt x="244" y="627"/>
                </a:lnTo>
                <a:lnTo>
                  <a:pt x="243" y="627"/>
                </a:lnTo>
                <a:lnTo>
                  <a:pt x="242" y="626"/>
                </a:lnTo>
                <a:lnTo>
                  <a:pt x="241" y="626"/>
                </a:lnTo>
                <a:lnTo>
                  <a:pt x="240" y="625"/>
                </a:lnTo>
                <a:lnTo>
                  <a:pt x="240" y="624"/>
                </a:lnTo>
                <a:lnTo>
                  <a:pt x="240" y="623"/>
                </a:lnTo>
                <a:lnTo>
                  <a:pt x="239" y="623"/>
                </a:lnTo>
                <a:lnTo>
                  <a:pt x="239" y="624"/>
                </a:lnTo>
                <a:lnTo>
                  <a:pt x="238" y="624"/>
                </a:lnTo>
                <a:lnTo>
                  <a:pt x="238" y="623"/>
                </a:lnTo>
                <a:lnTo>
                  <a:pt x="237" y="623"/>
                </a:lnTo>
                <a:lnTo>
                  <a:pt x="237" y="622"/>
                </a:lnTo>
                <a:lnTo>
                  <a:pt x="236" y="622"/>
                </a:lnTo>
                <a:lnTo>
                  <a:pt x="235" y="621"/>
                </a:lnTo>
                <a:lnTo>
                  <a:pt x="233" y="621"/>
                </a:lnTo>
                <a:lnTo>
                  <a:pt x="233" y="620"/>
                </a:lnTo>
                <a:lnTo>
                  <a:pt x="233" y="619"/>
                </a:lnTo>
                <a:lnTo>
                  <a:pt x="232" y="618"/>
                </a:lnTo>
                <a:lnTo>
                  <a:pt x="231" y="618"/>
                </a:lnTo>
                <a:lnTo>
                  <a:pt x="231" y="617"/>
                </a:lnTo>
                <a:lnTo>
                  <a:pt x="231" y="616"/>
                </a:lnTo>
                <a:lnTo>
                  <a:pt x="231" y="615"/>
                </a:lnTo>
                <a:lnTo>
                  <a:pt x="231" y="614"/>
                </a:lnTo>
                <a:lnTo>
                  <a:pt x="230" y="613"/>
                </a:lnTo>
                <a:lnTo>
                  <a:pt x="231" y="613"/>
                </a:lnTo>
                <a:lnTo>
                  <a:pt x="230" y="613"/>
                </a:lnTo>
                <a:lnTo>
                  <a:pt x="228" y="613"/>
                </a:lnTo>
                <a:lnTo>
                  <a:pt x="227" y="613"/>
                </a:lnTo>
                <a:lnTo>
                  <a:pt x="227" y="614"/>
                </a:lnTo>
                <a:lnTo>
                  <a:pt x="227" y="615"/>
                </a:lnTo>
                <a:lnTo>
                  <a:pt x="226" y="616"/>
                </a:lnTo>
                <a:lnTo>
                  <a:pt x="224" y="617"/>
                </a:lnTo>
                <a:lnTo>
                  <a:pt x="223" y="616"/>
                </a:lnTo>
                <a:lnTo>
                  <a:pt x="223" y="615"/>
                </a:lnTo>
                <a:lnTo>
                  <a:pt x="222" y="615"/>
                </a:lnTo>
                <a:lnTo>
                  <a:pt x="222" y="616"/>
                </a:lnTo>
                <a:lnTo>
                  <a:pt x="221" y="616"/>
                </a:lnTo>
                <a:lnTo>
                  <a:pt x="221" y="615"/>
                </a:lnTo>
                <a:lnTo>
                  <a:pt x="222" y="615"/>
                </a:lnTo>
                <a:lnTo>
                  <a:pt x="222" y="614"/>
                </a:lnTo>
                <a:lnTo>
                  <a:pt x="220" y="614"/>
                </a:lnTo>
                <a:lnTo>
                  <a:pt x="219" y="614"/>
                </a:lnTo>
                <a:lnTo>
                  <a:pt x="218" y="611"/>
                </a:lnTo>
                <a:lnTo>
                  <a:pt x="218" y="610"/>
                </a:lnTo>
                <a:lnTo>
                  <a:pt x="218" y="609"/>
                </a:lnTo>
                <a:lnTo>
                  <a:pt x="217" y="608"/>
                </a:lnTo>
                <a:lnTo>
                  <a:pt x="216" y="607"/>
                </a:lnTo>
                <a:lnTo>
                  <a:pt x="215" y="607"/>
                </a:lnTo>
                <a:lnTo>
                  <a:pt x="214" y="607"/>
                </a:lnTo>
                <a:lnTo>
                  <a:pt x="213" y="608"/>
                </a:lnTo>
                <a:lnTo>
                  <a:pt x="212" y="609"/>
                </a:lnTo>
                <a:lnTo>
                  <a:pt x="211" y="610"/>
                </a:lnTo>
                <a:lnTo>
                  <a:pt x="210" y="610"/>
                </a:lnTo>
                <a:lnTo>
                  <a:pt x="209" y="610"/>
                </a:lnTo>
                <a:lnTo>
                  <a:pt x="207" y="610"/>
                </a:lnTo>
                <a:lnTo>
                  <a:pt x="206" y="609"/>
                </a:lnTo>
                <a:lnTo>
                  <a:pt x="205" y="609"/>
                </a:lnTo>
                <a:lnTo>
                  <a:pt x="205" y="608"/>
                </a:lnTo>
                <a:lnTo>
                  <a:pt x="205" y="607"/>
                </a:lnTo>
                <a:lnTo>
                  <a:pt x="205" y="606"/>
                </a:lnTo>
                <a:lnTo>
                  <a:pt x="204" y="606"/>
                </a:lnTo>
                <a:lnTo>
                  <a:pt x="202" y="607"/>
                </a:lnTo>
                <a:lnTo>
                  <a:pt x="201" y="607"/>
                </a:lnTo>
                <a:lnTo>
                  <a:pt x="201" y="606"/>
                </a:lnTo>
                <a:lnTo>
                  <a:pt x="200" y="606"/>
                </a:lnTo>
                <a:lnTo>
                  <a:pt x="200" y="605"/>
                </a:lnTo>
                <a:lnTo>
                  <a:pt x="199" y="605"/>
                </a:lnTo>
                <a:lnTo>
                  <a:pt x="198" y="605"/>
                </a:lnTo>
                <a:lnTo>
                  <a:pt x="197" y="605"/>
                </a:lnTo>
                <a:lnTo>
                  <a:pt x="196" y="604"/>
                </a:lnTo>
                <a:lnTo>
                  <a:pt x="195" y="604"/>
                </a:lnTo>
                <a:lnTo>
                  <a:pt x="195" y="603"/>
                </a:lnTo>
                <a:lnTo>
                  <a:pt x="194" y="602"/>
                </a:lnTo>
                <a:lnTo>
                  <a:pt x="193" y="602"/>
                </a:lnTo>
                <a:lnTo>
                  <a:pt x="192" y="602"/>
                </a:lnTo>
                <a:lnTo>
                  <a:pt x="191" y="601"/>
                </a:lnTo>
                <a:lnTo>
                  <a:pt x="190" y="600"/>
                </a:lnTo>
                <a:lnTo>
                  <a:pt x="189" y="599"/>
                </a:lnTo>
                <a:lnTo>
                  <a:pt x="189" y="598"/>
                </a:lnTo>
                <a:lnTo>
                  <a:pt x="188" y="598"/>
                </a:lnTo>
                <a:lnTo>
                  <a:pt x="187" y="597"/>
                </a:lnTo>
                <a:lnTo>
                  <a:pt x="187" y="596"/>
                </a:lnTo>
                <a:lnTo>
                  <a:pt x="186" y="596"/>
                </a:lnTo>
                <a:lnTo>
                  <a:pt x="184" y="595"/>
                </a:lnTo>
                <a:lnTo>
                  <a:pt x="183" y="596"/>
                </a:lnTo>
                <a:lnTo>
                  <a:pt x="181" y="595"/>
                </a:lnTo>
                <a:lnTo>
                  <a:pt x="179" y="595"/>
                </a:lnTo>
                <a:lnTo>
                  <a:pt x="178" y="595"/>
                </a:lnTo>
                <a:lnTo>
                  <a:pt x="178" y="596"/>
                </a:lnTo>
                <a:lnTo>
                  <a:pt x="178" y="597"/>
                </a:lnTo>
                <a:lnTo>
                  <a:pt x="177" y="597"/>
                </a:lnTo>
                <a:lnTo>
                  <a:pt x="176" y="596"/>
                </a:lnTo>
                <a:lnTo>
                  <a:pt x="176" y="595"/>
                </a:lnTo>
                <a:lnTo>
                  <a:pt x="176" y="594"/>
                </a:lnTo>
                <a:lnTo>
                  <a:pt x="177" y="593"/>
                </a:lnTo>
                <a:lnTo>
                  <a:pt x="176" y="593"/>
                </a:lnTo>
                <a:lnTo>
                  <a:pt x="174" y="593"/>
                </a:lnTo>
                <a:lnTo>
                  <a:pt x="173" y="594"/>
                </a:lnTo>
                <a:lnTo>
                  <a:pt x="173" y="595"/>
                </a:lnTo>
                <a:lnTo>
                  <a:pt x="172" y="596"/>
                </a:lnTo>
                <a:lnTo>
                  <a:pt x="171" y="597"/>
                </a:lnTo>
                <a:lnTo>
                  <a:pt x="171" y="598"/>
                </a:lnTo>
                <a:lnTo>
                  <a:pt x="170" y="598"/>
                </a:lnTo>
                <a:lnTo>
                  <a:pt x="169" y="598"/>
                </a:lnTo>
                <a:lnTo>
                  <a:pt x="169" y="599"/>
                </a:lnTo>
                <a:lnTo>
                  <a:pt x="168" y="599"/>
                </a:lnTo>
                <a:lnTo>
                  <a:pt x="167" y="599"/>
                </a:lnTo>
                <a:lnTo>
                  <a:pt x="166" y="599"/>
                </a:lnTo>
                <a:lnTo>
                  <a:pt x="166" y="598"/>
                </a:lnTo>
                <a:lnTo>
                  <a:pt x="166" y="597"/>
                </a:lnTo>
                <a:lnTo>
                  <a:pt x="165" y="597"/>
                </a:lnTo>
                <a:lnTo>
                  <a:pt x="165" y="596"/>
                </a:lnTo>
                <a:lnTo>
                  <a:pt x="164" y="596"/>
                </a:lnTo>
                <a:lnTo>
                  <a:pt x="163" y="596"/>
                </a:lnTo>
                <a:lnTo>
                  <a:pt x="162" y="595"/>
                </a:lnTo>
                <a:lnTo>
                  <a:pt x="163" y="595"/>
                </a:lnTo>
                <a:lnTo>
                  <a:pt x="163" y="594"/>
                </a:lnTo>
                <a:lnTo>
                  <a:pt x="163" y="593"/>
                </a:lnTo>
                <a:lnTo>
                  <a:pt x="162" y="593"/>
                </a:lnTo>
                <a:lnTo>
                  <a:pt x="161" y="592"/>
                </a:lnTo>
                <a:lnTo>
                  <a:pt x="162" y="591"/>
                </a:lnTo>
                <a:lnTo>
                  <a:pt x="161" y="589"/>
                </a:lnTo>
                <a:lnTo>
                  <a:pt x="160" y="588"/>
                </a:lnTo>
                <a:lnTo>
                  <a:pt x="159" y="587"/>
                </a:lnTo>
                <a:lnTo>
                  <a:pt x="158" y="587"/>
                </a:lnTo>
                <a:lnTo>
                  <a:pt x="158" y="586"/>
                </a:lnTo>
                <a:lnTo>
                  <a:pt x="157" y="586"/>
                </a:lnTo>
                <a:lnTo>
                  <a:pt x="157" y="585"/>
                </a:lnTo>
                <a:lnTo>
                  <a:pt x="156" y="585"/>
                </a:lnTo>
                <a:lnTo>
                  <a:pt x="156" y="584"/>
                </a:lnTo>
                <a:lnTo>
                  <a:pt x="155" y="584"/>
                </a:lnTo>
                <a:lnTo>
                  <a:pt x="154" y="583"/>
                </a:lnTo>
                <a:lnTo>
                  <a:pt x="154" y="582"/>
                </a:lnTo>
                <a:lnTo>
                  <a:pt x="154" y="581"/>
                </a:lnTo>
                <a:lnTo>
                  <a:pt x="154" y="580"/>
                </a:lnTo>
                <a:lnTo>
                  <a:pt x="153" y="580"/>
                </a:lnTo>
                <a:lnTo>
                  <a:pt x="152" y="580"/>
                </a:lnTo>
                <a:lnTo>
                  <a:pt x="151" y="580"/>
                </a:lnTo>
                <a:lnTo>
                  <a:pt x="150" y="580"/>
                </a:lnTo>
                <a:lnTo>
                  <a:pt x="149" y="580"/>
                </a:lnTo>
                <a:lnTo>
                  <a:pt x="148" y="579"/>
                </a:lnTo>
                <a:lnTo>
                  <a:pt x="148" y="578"/>
                </a:lnTo>
                <a:lnTo>
                  <a:pt x="149" y="578"/>
                </a:lnTo>
                <a:lnTo>
                  <a:pt x="149" y="579"/>
                </a:lnTo>
                <a:lnTo>
                  <a:pt x="150" y="579"/>
                </a:lnTo>
                <a:lnTo>
                  <a:pt x="152" y="579"/>
                </a:lnTo>
                <a:lnTo>
                  <a:pt x="153" y="578"/>
                </a:lnTo>
                <a:lnTo>
                  <a:pt x="153" y="577"/>
                </a:lnTo>
                <a:lnTo>
                  <a:pt x="153" y="575"/>
                </a:lnTo>
                <a:lnTo>
                  <a:pt x="154" y="575"/>
                </a:lnTo>
                <a:lnTo>
                  <a:pt x="154" y="574"/>
                </a:lnTo>
                <a:lnTo>
                  <a:pt x="153" y="573"/>
                </a:lnTo>
                <a:lnTo>
                  <a:pt x="152" y="572"/>
                </a:lnTo>
                <a:lnTo>
                  <a:pt x="152" y="573"/>
                </a:lnTo>
                <a:lnTo>
                  <a:pt x="152" y="574"/>
                </a:lnTo>
                <a:lnTo>
                  <a:pt x="151" y="574"/>
                </a:lnTo>
                <a:lnTo>
                  <a:pt x="150" y="575"/>
                </a:lnTo>
                <a:lnTo>
                  <a:pt x="150" y="576"/>
                </a:lnTo>
                <a:lnTo>
                  <a:pt x="147" y="576"/>
                </a:lnTo>
                <a:lnTo>
                  <a:pt x="146" y="576"/>
                </a:lnTo>
                <a:lnTo>
                  <a:pt x="146" y="575"/>
                </a:lnTo>
                <a:lnTo>
                  <a:pt x="146" y="574"/>
                </a:lnTo>
                <a:lnTo>
                  <a:pt x="145" y="572"/>
                </a:lnTo>
                <a:lnTo>
                  <a:pt x="145" y="571"/>
                </a:lnTo>
                <a:lnTo>
                  <a:pt x="144" y="570"/>
                </a:lnTo>
                <a:lnTo>
                  <a:pt x="143" y="569"/>
                </a:lnTo>
                <a:lnTo>
                  <a:pt x="143" y="568"/>
                </a:lnTo>
                <a:lnTo>
                  <a:pt x="142" y="567"/>
                </a:lnTo>
                <a:lnTo>
                  <a:pt x="142" y="566"/>
                </a:lnTo>
                <a:lnTo>
                  <a:pt x="141" y="566"/>
                </a:lnTo>
                <a:lnTo>
                  <a:pt x="140" y="565"/>
                </a:lnTo>
                <a:lnTo>
                  <a:pt x="140" y="564"/>
                </a:lnTo>
                <a:lnTo>
                  <a:pt x="139" y="564"/>
                </a:lnTo>
                <a:lnTo>
                  <a:pt x="137" y="564"/>
                </a:lnTo>
                <a:lnTo>
                  <a:pt x="136" y="564"/>
                </a:lnTo>
                <a:lnTo>
                  <a:pt x="135" y="564"/>
                </a:lnTo>
                <a:lnTo>
                  <a:pt x="134" y="562"/>
                </a:lnTo>
                <a:lnTo>
                  <a:pt x="133" y="562"/>
                </a:lnTo>
                <a:lnTo>
                  <a:pt x="132" y="561"/>
                </a:lnTo>
                <a:lnTo>
                  <a:pt x="131" y="561"/>
                </a:lnTo>
                <a:lnTo>
                  <a:pt x="130" y="561"/>
                </a:lnTo>
                <a:lnTo>
                  <a:pt x="129" y="559"/>
                </a:lnTo>
                <a:lnTo>
                  <a:pt x="130" y="559"/>
                </a:lnTo>
                <a:lnTo>
                  <a:pt x="130" y="558"/>
                </a:lnTo>
                <a:lnTo>
                  <a:pt x="130" y="557"/>
                </a:lnTo>
                <a:lnTo>
                  <a:pt x="130" y="556"/>
                </a:lnTo>
                <a:lnTo>
                  <a:pt x="128" y="555"/>
                </a:lnTo>
                <a:lnTo>
                  <a:pt x="127" y="555"/>
                </a:lnTo>
                <a:lnTo>
                  <a:pt x="127" y="556"/>
                </a:lnTo>
                <a:lnTo>
                  <a:pt x="126" y="557"/>
                </a:lnTo>
                <a:lnTo>
                  <a:pt x="124" y="557"/>
                </a:lnTo>
                <a:lnTo>
                  <a:pt x="124" y="556"/>
                </a:lnTo>
                <a:lnTo>
                  <a:pt x="124" y="555"/>
                </a:lnTo>
                <a:lnTo>
                  <a:pt x="125" y="554"/>
                </a:lnTo>
                <a:lnTo>
                  <a:pt x="124" y="553"/>
                </a:lnTo>
                <a:lnTo>
                  <a:pt x="124" y="552"/>
                </a:lnTo>
                <a:lnTo>
                  <a:pt x="124" y="550"/>
                </a:lnTo>
                <a:lnTo>
                  <a:pt x="124" y="548"/>
                </a:lnTo>
                <a:lnTo>
                  <a:pt x="124" y="547"/>
                </a:lnTo>
                <a:lnTo>
                  <a:pt x="125" y="547"/>
                </a:lnTo>
                <a:lnTo>
                  <a:pt x="126" y="546"/>
                </a:lnTo>
                <a:lnTo>
                  <a:pt x="127" y="545"/>
                </a:lnTo>
                <a:lnTo>
                  <a:pt x="127" y="544"/>
                </a:lnTo>
                <a:lnTo>
                  <a:pt x="127" y="543"/>
                </a:lnTo>
                <a:lnTo>
                  <a:pt x="126" y="543"/>
                </a:lnTo>
                <a:lnTo>
                  <a:pt x="126" y="542"/>
                </a:lnTo>
                <a:lnTo>
                  <a:pt x="127" y="542"/>
                </a:lnTo>
                <a:lnTo>
                  <a:pt x="127" y="541"/>
                </a:lnTo>
                <a:lnTo>
                  <a:pt x="126" y="541"/>
                </a:lnTo>
                <a:lnTo>
                  <a:pt x="125" y="541"/>
                </a:lnTo>
                <a:lnTo>
                  <a:pt x="125" y="540"/>
                </a:lnTo>
                <a:lnTo>
                  <a:pt x="125" y="539"/>
                </a:lnTo>
                <a:lnTo>
                  <a:pt x="125" y="538"/>
                </a:lnTo>
                <a:lnTo>
                  <a:pt x="124" y="537"/>
                </a:lnTo>
                <a:lnTo>
                  <a:pt x="124" y="538"/>
                </a:lnTo>
                <a:lnTo>
                  <a:pt x="123" y="538"/>
                </a:lnTo>
                <a:lnTo>
                  <a:pt x="123" y="537"/>
                </a:lnTo>
                <a:lnTo>
                  <a:pt x="123" y="536"/>
                </a:lnTo>
                <a:lnTo>
                  <a:pt x="123" y="535"/>
                </a:lnTo>
                <a:lnTo>
                  <a:pt x="122" y="534"/>
                </a:lnTo>
                <a:lnTo>
                  <a:pt x="121" y="533"/>
                </a:lnTo>
                <a:lnTo>
                  <a:pt x="120" y="533"/>
                </a:lnTo>
                <a:lnTo>
                  <a:pt x="119" y="533"/>
                </a:lnTo>
                <a:lnTo>
                  <a:pt x="118" y="533"/>
                </a:lnTo>
                <a:lnTo>
                  <a:pt x="117" y="534"/>
                </a:lnTo>
                <a:lnTo>
                  <a:pt x="116" y="534"/>
                </a:lnTo>
                <a:lnTo>
                  <a:pt x="115" y="534"/>
                </a:lnTo>
                <a:lnTo>
                  <a:pt x="115" y="533"/>
                </a:lnTo>
                <a:lnTo>
                  <a:pt x="114" y="533"/>
                </a:lnTo>
                <a:lnTo>
                  <a:pt x="113" y="533"/>
                </a:lnTo>
                <a:lnTo>
                  <a:pt x="113" y="534"/>
                </a:lnTo>
                <a:lnTo>
                  <a:pt x="112" y="534"/>
                </a:lnTo>
                <a:lnTo>
                  <a:pt x="111" y="534"/>
                </a:lnTo>
                <a:lnTo>
                  <a:pt x="111" y="533"/>
                </a:lnTo>
                <a:lnTo>
                  <a:pt x="113" y="531"/>
                </a:lnTo>
                <a:lnTo>
                  <a:pt x="114" y="530"/>
                </a:lnTo>
                <a:lnTo>
                  <a:pt x="115" y="530"/>
                </a:lnTo>
                <a:lnTo>
                  <a:pt x="116" y="530"/>
                </a:lnTo>
                <a:lnTo>
                  <a:pt x="116" y="529"/>
                </a:lnTo>
                <a:lnTo>
                  <a:pt x="117" y="529"/>
                </a:lnTo>
                <a:lnTo>
                  <a:pt x="117" y="528"/>
                </a:lnTo>
                <a:lnTo>
                  <a:pt x="116" y="528"/>
                </a:lnTo>
                <a:lnTo>
                  <a:pt x="116" y="527"/>
                </a:lnTo>
                <a:lnTo>
                  <a:pt x="116" y="526"/>
                </a:lnTo>
                <a:lnTo>
                  <a:pt x="115" y="526"/>
                </a:lnTo>
                <a:lnTo>
                  <a:pt x="115" y="525"/>
                </a:lnTo>
                <a:lnTo>
                  <a:pt x="115" y="526"/>
                </a:lnTo>
                <a:lnTo>
                  <a:pt x="113" y="526"/>
                </a:lnTo>
                <a:lnTo>
                  <a:pt x="113" y="525"/>
                </a:lnTo>
                <a:lnTo>
                  <a:pt x="113" y="523"/>
                </a:lnTo>
                <a:lnTo>
                  <a:pt x="114" y="523"/>
                </a:lnTo>
                <a:lnTo>
                  <a:pt x="114" y="522"/>
                </a:lnTo>
                <a:lnTo>
                  <a:pt x="113" y="522"/>
                </a:lnTo>
                <a:lnTo>
                  <a:pt x="112" y="522"/>
                </a:lnTo>
                <a:lnTo>
                  <a:pt x="112" y="521"/>
                </a:lnTo>
                <a:lnTo>
                  <a:pt x="111" y="521"/>
                </a:lnTo>
                <a:lnTo>
                  <a:pt x="110" y="521"/>
                </a:lnTo>
                <a:lnTo>
                  <a:pt x="109" y="521"/>
                </a:lnTo>
                <a:lnTo>
                  <a:pt x="109" y="520"/>
                </a:lnTo>
                <a:lnTo>
                  <a:pt x="108" y="520"/>
                </a:lnTo>
                <a:lnTo>
                  <a:pt x="108" y="519"/>
                </a:lnTo>
                <a:lnTo>
                  <a:pt x="107" y="519"/>
                </a:lnTo>
                <a:lnTo>
                  <a:pt x="107" y="517"/>
                </a:lnTo>
                <a:lnTo>
                  <a:pt x="107" y="516"/>
                </a:lnTo>
                <a:lnTo>
                  <a:pt x="106" y="516"/>
                </a:lnTo>
                <a:lnTo>
                  <a:pt x="105" y="516"/>
                </a:lnTo>
                <a:lnTo>
                  <a:pt x="104" y="515"/>
                </a:lnTo>
                <a:lnTo>
                  <a:pt x="104" y="514"/>
                </a:lnTo>
                <a:lnTo>
                  <a:pt x="102" y="514"/>
                </a:lnTo>
                <a:lnTo>
                  <a:pt x="102" y="513"/>
                </a:lnTo>
                <a:lnTo>
                  <a:pt x="101" y="513"/>
                </a:lnTo>
                <a:lnTo>
                  <a:pt x="100" y="513"/>
                </a:lnTo>
                <a:lnTo>
                  <a:pt x="100" y="514"/>
                </a:lnTo>
                <a:lnTo>
                  <a:pt x="100" y="513"/>
                </a:lnTo>
                <a:lnTo>
                  <a:pt x="100" y="514"/>
                </a:lnTo>
                <a:lnTo>
                  <a:pt x="99" y="514"/>
                </a:lnTo>
                <a:lnTo>
                  <a:pt x="99" y="515"/>
                </a:lnTo>
                <a:lnTo>
                  <a:pt x="99" y="516"/>
                </a:lnTo>
                <a:lnTo>
                  <a:pt x="98" y="517"/>
                </a:lnTo>
                <a:lnTo>
                  <a:pt x="97" y="517"/>
                </a:lnTo>
                <a:lnTo>
                  <a:pt x="96" y="518"/>
                </a:lnTo>
                <a:lnTo>
                  <a:pt x="96" y="517"/>
                </a:lnTo>
                <a:lnTo>
                  <a:pt x="97" y="516"/>
                </a:lnTo>
                <a:lnTo>
                  <a:pt x="97" y="515"/>
                </a:lnTo>
                <a:lnTo>
                  <a:pt x="98" y="514"/>
                </a:lnTo>
                <a:lnTo>
                  <a:pt x="98" y="513"/>
                </a:lnTo>
                <a:lnTo>
                  <a:pt x="99" y="513"/>
                </a:lnTo>
                <a:lnTo>
                  <a:pt x="99" y="512"/>
                </a:lnTo>
                <a:lnTo>
                  <a:pt x="98" y="511"/>
                </a:lnTo>
                <a:lnTo>
                  <a:pt x="97" y="511"/>
                </a:lnTo>
                <a:lnTo>
                  <a:pt x="96" y="510"/>
                </a:lnTo>
                <a:lnTo>
                  <a:pt x="95" y="510"/>
                </a:lnTo>
                <a:lnTo>
                  <a:pt x="95" y="509"/>
                </a:lnTo>
                <a:lnTo>
                  <a:pt x="94" y="509"/>
                </a:lnTo>
                <a:lnTo>
                  <a:pt x="93" y="508"/>
                </a:lnTo>
                <a:lnTo>
                  <a:pt x="93" y="507"/>
                </a:lnTo>
                <a:lnTo>
                  <a:pt x="92" y="507"/>
                </a:lnTo>
                <a:lnTo>
                  <a:pt x="92" y="506"/>
                </a:lnTo>
                <a:lnTo>
                  <a:pt x="91" y="506"/>
                </a:lnTo>
                <a:lnTo>
                  <a:pt x="91" y="505"/>
                </a:lnTo>
                <a:lnTo>
                  <a:pt x="90" y="505"/>
                </a:lnTo>
                <a:lnTo>
                  <a:pt x="89" y="505"/>
                </a:lnTo>
                <a:lnTo>
                  <a:pt x="89" y="504"/>
                </a:lnTo>
                <a:lnTo>
                  <a:pt x="90" y="504"/>
                </a:lnTo>
                <a:lnTo>
                  <a:pt x="90" y="503"/>
                </a:lnTo>
                <a:lnTo>
                  <a:pt x="89" y="503"/>
                </a:lnTo>
                <a:lnTo>
                  <a:pt x="89" y="502"/>
                </a:lnTo>
                <a:lnTo>
                  <a:pt x="88" y="501"/>
                </a:lnTo>
                <a:lnTo>
                  <a:pt x="88" y="500"/>
                </a:lnTo>
                <a:lnTo>
                  <a:pt x="89" y="499"/>
                </a:lnTo>
                <a:lnTo>
                  <a:pt x="89" y="498"/>
                </a:lnTo>
                <a:lnTo>
                  <a:pt x="89" y="497"/>
                </a:lnTo>
                <a:lnTo>
                  <a:pt x="89" y="496"/>
                </a:lnTo>
                <a:lnTo>
                  <a:pt x="89" y="495"/>
                </a:lnTo>
                <a:lnTo>
                  <a:pt x="90" y="495"/>
                </a:lnTo>
                <a:lnTo>
                  <a:pt x="91" y="495"/>
                </a:lnTo>
                <a:lnTo>
                  <a:pt x="90" y="495"/>
                </a:lnTo>
                <a:lnTo>
                  <a:pt x="90" y="494"/>
                </a:lnTo>
                <a:lnTo>
                  <a:pt x="90" y="493"/>
                </a:lnTo>
                <a:lnTo>
                  <a:pt x="91" y="492"/>
                </a:lnTo>
                <a:lnTo>
                  <a:pt x="91" y="491"/>
                </a:lnTo>
                <a:lnTo>
                  <a:pt x="92" y="491"/>
                </a:lnTo>
                <a:lnTo>
                  <a:pt x="93" y="491"/>
                </a:lnTo>
                <a:lnTo>
                  <a:pt x="93" y="490"/>
                </a:lnTo>
                <a:lnTo>
                  <a:pt x="94" y="490"/>
                </a:lnTo>
                <a:lnTo>
                  <a:pt x="93" y="490"/>
                </a:lnTo>
                <a:lnTo>
                  <a:pt x="93" y="488"/>
                </a:lnTo>
                <a:lnTo>
                  <a:pt x="93" y="487"/>
                </a:lnTo>
                <a:lnTo>
                  <a:pt x="92" y="487"/>
                </a:lnTo>
                <a:lnTo>
                  <a:pt x="93" y="486"/>
                </a:lnTo>
                <a:lnTo>
                  <a:pt x="94" y="485"/>
                </a:lnTo>
                <a:lnTo>
                  <a:pt x="93" y="485"/>
                </a:lnTo>
                <a:lnTo>
                  <a:pt x="93" y="484"/>
                </a:lnTo>
                <a:lnTo>
                  <a:pt x="93" y="483"/>
                </a:lnTo>
                <a:lnTo>
                  <a:pt x="92" y="483"/>
                </a:lnTo>
                <a:lnTo>
                  <a:pt x="92" y="482"/>
                </a:lnTo>
                <a:lnTo>
                  <a:pt x="91" y="482"/>
                </a:lnTo>
                <a:lnTo>
                  <a:pt x="91" y="481"/>
                </a:lnTo>
                <a:lnTo>
                  <a:pt x="90" y="480"/>
                </a:lnTo>
                <a:lnTo>
                  <a:pt x="90" y="478"/>
                </a:lnTo>
                <a:lnTo>
                  <a:pt x="90" y="477"/>
                </a:lnTo>
                <a:lnTo>
                  <a:pt x="89" y="476"/>
                </a:lnTo>
                <a:lnTo>
                  <a:pt x="89" y="475"/>
                </a:lnTo>
                <a:lnTo>
                  <a:pt x="88" y="475"/>
                </a:lnTo>
                <a:lnTo>
                  <a:pt x="88" y="474"/>
                </a:lnTo>
                <a:lnTo>
                  <a:pt x="89" y="474"/>
                </a:lnTo>
                <a:lnTo>
                  <a:pt x="89" y="475"/>
                </a:lnTo>
                <a:lnTo>
                  <a:pt x="90" y="475"/>
                </a:lnTo>
                <a:lnTo>
                  <a:pt x="90" y="474"/>
                </a:lnTo>
                <a:lnTo>
                  <a:pt x="91" y="473"/>
                </a:lnTo>
                <a:lnTo>
                  <a:pt x="91" y="472"/>
                </a:lnTo>
                <a:lnTo>
                  <a:pt x="91" y="471"/>
                </a:lnTo>
                <a:lnTo>
                  <a:pt x="91" y="470"/>
                </a:lnTo>
                <a:lnTo>
                  <a:pt x="91" y="469"/>
                </a:lnTo>
                <a:lnTo>
                  <a:pt x="91" y="468"/>
                </a:lnTo>
                <a:lnTo>
                  <a:pt x="92" y="467"/>
                </a:lnTo>
                <a:lnTo>
                  <a:pt x="91" y="465"/>
                </a:lnTo>
                <a:lnTo>
                  <a:pt x="91" y="464"/>
                </a:lnTo>
                <a:lnTo>
                  <a:pt x="91" y="463"/>
                </a:lnTo>
                <a:lnTo>
                  <a:pt x="90" y="463"/>
                </a:lnTo>
                <a:lnTo>
                  <a:pt x="90" y="462"/>
                </a:lnTo>
                <a:lnTo>
                  <a:pt x="89" y="461"/>
                </a:lnTo>
                <a:lnTo>
                  <a:pt x="89" y="460"/>
                </a:lnTo>
                <a:lnTo>
                  <a:pt x="88" y="460"/>
                </a:lnTo>
                <a:lnTo>
                  <a:pt x="88" y="458"/>
                </a:lnTo>
                <a:lnTo>
                  <a:pt x="88" y="457"/>
                </a:lnTo>
                <a:lnTo>
                  <a:pt x="89" y="456"/>
                </a:lnTo>
                <a:lnTo>
                  <a:pt x="88" y="456"/>
                </a:lnTo>
                <a:lnTo>
                  <a:pt x="88" y="455"/>
                </a:lnTo>
                <a:lnTo>
                  <a:pt x="88" y="454"/>
                </a:lnTo>
                <a:lnTo>
                  <a:pt x="88" y="453"/>
                </a:lnTo>
                <a:lnTo>
                  <a:pt x="87" y="453"/>
                </a:lnTo>
                <a:lnTo>
                  <a:pt x="86" y="452"/>
                </a:lnTo>
                <a:lnTo>
                  <a:pt x="86" y="451"/>
                </a:lnTo>
                <a:lnTo>
                  <a:pt x="85" y="451"/>
                </a:lnTo>
                <a:lnTo>
                  <a:pt x="84" y="450"/>
                </a:lnTo>
                <a:lnTo>
                  <a:pt x="84" y="449"/>
                </a:lnTo>
                <a:lnTo>
                  <a:pt x="83" y="449"/>
                </a:lnTo>
                <a:lnTo>
                  <a:pt x="82" y="448"/>
                </a:lnTo>
                <a:lnTo>
                  <a:pt x="82" y="449"/>
                </a:lnTo>
                <a:lnTo>
                  <a:pt x="81" y="449"/>
                </a:lnTo>
                <a:lnTo>
                  <a:pt x="80" y="448"/>
                </a:lnTo>
                <a:lnTo>
                  <a:pt x="80" y="447"/>
                </a:lnTo>
                <a:lnTo>
                  <a:pt x="79" y="447"/>
                </a:lnTo>
                <a:lnTo>
                  <a:pt x="77" y="447"/>
                </a:lnTo>
                <a:lnTo>
                  <a:pt x="76" y="446"/>
                </a:lnTo>
                <a:lnTo>
                  <a:pt x="75" y="446"/>
                </a:lnTo>
                <a:lnTo>
                  <a:pt x="74" y="446"/>
                </a:lnTo>
                <a:lnTo>
                  <a:pt x="73" y="445"/>
                </a:lnTo>
                <a:lnTo>
                  <a:pt x="72" y="446"/>
                </a:lnTo>
                <a:lnTo>
                  <a:pt x="70" y="444"/>
                </a:lnTo>
                <a:lnTo>
                  <a:pt x="70" y="443"/>
                </a:lnTo>
                <a:lnTo>
                  <a:pt x="69" y="442"/>
                </a:lnTo>
                <a:lnTo>
                  <a:pt x="68" y="442"/>
                </a:lnTo>
                <a:lnTo>
                  <a:pt x="67" y="441"/>
                </a:lnTo>
                <a:lnTo>
                  <a:pt x="66" y="441"/>
                </a:lnTo>
                <a:lnTo>
                  <a:pt x="66" y="440"/>
                </a:lnTo>
                <a:lnTo>
                  <a:pt x="66" y="439"/>
                </a:lnTo>
                <a:lnTo>
                  <a:pt x="65" y="439"/>
                </a:lnTo>
                <a:lnTo>
                  <a:pt x="64" y="438"/>
                </a:lnTo>
                <a:lnTo>
                  <a:pt x="64" y="437"/>
                </a:lnTo>
                <a:lnTo>
                  <a:pt x="64" y="436"/>
                </a:lnTo>
                <a:lnTo>
                  <a:pt x="65" y="435"/>
                </a:lnTo>
                <a:lnTo>
                  <a:pt x="65" y="434"/>
                </a:lnTo>
                <a:lnTo>
                  <a:pt x="65" y="433"/>
                </a:lnTo>
                <a:lnTo>
                  <a:pt x="64" y="433"/>
                </a:lnTo>
                <a:lnTo>
                  <a:pt x="64" y="431"/>
                </a:lnTo>
                <a:lnTo>
                  <a:pt x="63" y="430"/>
                </a:lnTo>
                <a:lnTo>
                  <a:pt x="63" y="429"/>
                </a:lnTo>
                <a:lnTo>
                  <a:pt x="63" y="428"/>
                </a:lnTo>
                <a:lnTo>
                  <a:pt x="62" y="427"/>
                </a:lnTo>
                <a:lnTo>
                  <a:pt x="61" y="426"/>
                </a:lnTo>
                <a:lnTo>
                  <a:pt x="61" y="425"/>
                </a:lnTo>
                <a:lnTo>
                  <a:pt x="60" y="424"/>
                </a:lnTo>
                <a:lnTo>
                  <a:pt x="59" y="424"/>
                </a:lnTo>
                <a:lnTo>
                  <a:pt x="59" y="423"/>
                </a:lnTo>
                <a:lnTo>
                  <a:pt x="58" y="423"/>
                </a:lnTo>
                <a:lnTo>
                  <a:pt x="58" y="422"/>
                </a:lnTo>
                <a:lnTo>
                  <a:pt x="58" y="421"/>
                </a:lnTo>
                <a:lnTo>
                  <a:pt x="57" y="421"/>
                </a:lnTo>
                <a:lnTo>
                  <a:pt x="57" y="422"/>
                </a:lnTo>
                <a:lnTo>
                  <a:pt x="56" y="422"/>
                </a:lnTo>
                <a:lnTo>
                  <a:pt x="54" y="422"/>
                </a:lnTo>
                <a:lnTo>
                  <a:pt x="53" y="421"/>
                </a:lnTo>
                <a:lnTo>
                  <a:pt x="52" y="421"/>
                </a:lnTo>
                <a:lnTo>
                  <a:pt x="52" y="420"/>
                </a:lnTo>
                <a:lnTo>
                  <a:pt x="51" y="420"/>
                </a:lnTo>
                <a:lnTo>
                  <a:pt x="51" y="419"/>
                </a:lnTo>
                <a:lnTo>
                  <a:pt x="51" y="418"/>
                </a:lnTo>
                <a:lnTo>
                  <a:pt x="50" y="417"/>
                </a:lnTo>
                <a:lnTo>
                  <a:pt x="49" y="416"/>
                </a:lnTo>
                <a:lnTo>
                  <a:pt x="48" y="416"/>
                </a:lnTo>
                <a:lnTo>
                  <a:pt x="47" y="416"/>
                </a:lnTo>
                <a:lnTo>
                  <a:pt x="46" y="416"/>
                </a:lnTo>
                <a:lnTo>
                  <a:pt x="46" y="415"/>
                </a:lnTo>
                <a:lnTo>
                  <a:pt x="45" y="415"/>
                </a:lnTo>
                <a:lnTo>
                  <a:pt x="44" y="414"/>
                </a:lnTo>
                <a:lnTo>
                  <a:pt x="44" y="413"/>
                </a:lnTo>
                <a:lnTo>
                  <a:pt x="43" y="413"/>
                </a:lnTo>
                <a:lnTo>
                  <a:pt x="42" y="414"/>
                </a:lnTo>
                <a:lnTo>
                  <a:pt x="40" y="415"/>
                </a:lnTo>
                <a:lnTo>
                  <a:pt x="39" y="415"/>
                </a:lnTo>
                <a:lnTo>
                  <a:pt x="39" y="414"/>
                </a:lnTo>
                <a:lnTo>
                  <a:pt x="38" y="414"/>
                </a:lnTo>
                <a:lnTo>
                  <a:pt x="37" y="414"/>
                </a:lnTo>
                <a:lnTo>
                  <a:pt x="37" y="413"/>
                </a:lnTo>
                <a:lnTo>
                  <a:pt x="37" y="412"/>
                </a:lnTo>
                <a:lnTo>
                  <a:pt x="37" y="411"/>
                </a:lnTo>
                <a:lnTo>
                  <a:pt x="36" y="411"/>
                </a:lnTo>
                <a:lnTo>
                  <a:pt x="35" y="411"/>
                </a:lnTo>
                <a:lnTo>
                  <a:pt x="35" y="410"/>
                </a:lnTo>
                <a:lnTo>
                  <a:pt x="34" y="410"/>
                </a:lnTo>
                <a:lnTo>
                  <a:pt x="34" y="409"/>
                </a:lnTo>
                <a:lnTo>
                  <a:pt x="33" y="409"/>
                </a:lnTo>
                <a:lnTo>
                  <a:pt x="34" y="409"/>
                </a:lnTo>
                <a:lnTo>
                  <a:pt x="34" y="407"/>
                </a:lnTo>
                <a:lnTo>
                  <a:pt x="35" y="406"/>
                </a:lnTo>
                <a:lnTo>
                  <a:pt x="36" y="406"/>
                </a:lnTo>
                <a:lnTo>
                  <a:pt x="36" y="405"/>
                </a:lnTo>
                <a:lnTo>
                  <a:pt x="37" y="405"/>
                </a:lnTo>
                <a:lnTo>
                  <a:pt x="38" y="405"/>
                </a:lnTo>
                <a:lnTo>
                  <a:pt x="38" y="404"/>
                </a:lnTo>
                <a:lnTo>
                  <a:pt x="38" y="403"/>
                </a:lnTo>
                <a:lnTo>
                  <a:pt x="39" y="403"/>
                </a:lnTo>
                <a:lnTo>
                  <a:pt x="40" y="401"/>
                </a:lnTo>
                <a:lnTo>
                  <a:pt x="40" y="400"/>
                </a:lnTo>
                <a:lnTo>
                  <a:pt x="41" y="400"/>
                </a:lnTo>
                <a:lnTo>
                  <a:pt x="42" y="400"/>
                </a:lnTo>
                <a:lnTo>
                  <a:pt x="43" y="400"/>
                </a:lnTo>
                <a:lnTo>
                  <a:pt x="44" y="399"/>
                </a:lnTo>
                <a:lnTo>
                  <a:pt x="44" y="398"/>
                </a:lnTo>
                <a:lnTo>
                  <a:pt x="43" y="398"/>
                </a:lnTo>
                <a:lnTo>
                  <a:pt x="43" y="397"/>
                </a:lnTo>
                <a:lnTo>
                  <a:pt x="43" y="396"/>
                </a:lnTo>
                <a:lnTo>
                  <a:pt x="42" y="396"/>
                </a:lnTo>
                <a:lnTo>
                  <a:pt x="41" y="396"/>
                </a:lnTo>
                <a:lnTo>
                  <a:pt x="40" y="395"/>
                </a:lnTo>
                <a:lnTo>
                  <a:pt x="40" y="393"/>
                </a:lnTo>
                <a:lnTo>
                  <a:pt x="40" y="392"/>
                </a:lnTo>
                <a:lnTo>
                  <a:pt x="40" y="391"/>
                </a:lnTo>
                <a:lnTo>
                  <a:pt x="39" y="391"/>
                </a:lnTo>
                <a:lnTo>
                  <a:pt x="39" y="390"/>
                </a:lnTo>
                <a:lnTo>
                  <a:pt x="39" y="389"/>
                </a:lnTo>
                <a:lnTo>
                  <a:pt x="38" y="389"/>
                </a:lnTo>
                <a:lnTo>
                  <a:pt x="37" y="388"/>
                </a:lnTo>
                <a:lnTo>
                  <a:pt x="38" y="387"/>
                </a:lnTo>
                <a:lnTo>
                  <a:pt x="37" y="386"/>
                </a:lnTo>
                <a:lnTo>
                  <a:pt x="36" y="386"/>
                </a:lnTo>
                <a:lnTo>
                  <a:pt x="35" y="386"/>
                </a:lnTo>
                <a:lnTo>
                  <a:pt x="35" y="387"/>
                </a:lnTo>
                <a:lnTo>
                  <a:pt x="36" y="387"/>
                </a:lnTo>
                <a:lnTo>
                  <a:pt x="35" y="388"/>
                </a:lnTo>
                <a:lnTo>
                  <a:pt x="34" y="388"/>
                </a:lnTo>
                <a:lnTo>
                  <a:pt x="33" y="388"/>
                </a:lnTo>
                <a:lnTo>
                  <a:pt x="32" y="388"/>
                </a:lnTo>
                <a:lnTo>
                  <a:pt x="32" y="387"/>
                </a:lnTo>
                <a:lnTo>
                  <a:pt x="32" y="386"/>
                </a:lnTo>
                <a:lnTo>
                  <a:pt x="32" y="385"/>
                </a:lnTo>
                <a:lnTo>
                  <a:pt x="33" y="385"/>
                </a:lnTo>
                <a:lnTo>
                  <a:pt x="32" y="384"/>
                </a:lnTo>
                <a:lnTo>
                  <a:pt x="32" y="383"/>
                </a:lnTo>
                <a:lnTo>
                  <a:pt x="32" y="382"/>
                </a:lnTo>
                <a:lnTo>
                  <a:pt x="33" y="381"/>
                </a:lnTo>
                <a:lnTo>
                  <a:pt x="33" y="378"/>
                </a:lnTo>
                <a:lnTo>
                  <a:pt x="33" y="377"/>
                </a:lnTo>
                <a:lnTo>
                  <a:pt x="32" y="376"/>
                </a:lnTo>
                <a:lnTo>
                  <a:pt x="32" y="375"/>
                </a:lnTo>
                <a:lnTo>
                  <a:pt x="32" y="374"/>
                </a:lnTo>
                <a:lnTo>
                  <a:pt x="33" y="374"/>
                </a:lnTo>
                <a:lnTo>
                  <a:pt x="34" y="374"/>
                </a:lnTo>
                <a:lnTo>
                  <a:pt x="35" y="373"/>
                </a:lnTo>
                <a:lnTo>
                  <a:pt x="35" y="371"/>
                </a:lnTo>
                <a:lnTo>
                  <a:pt x="36" y="371"/>
                </a:lnTo>
                <a:lnTo>
                  <a:pt x="36" y="370"/>
                </a:lnTo>
                <a:lnTo>
                  <a:pt x="36" y="369"/>
                </a:lnTo>
                <a:lnTo>
                  <a:pt x="37" y="368"/>
                </a:lnTo>
                <a:lnTo>
                  <a:pt x="38" y="367"/>
                </a:lnTo>
                <a:lnTo>
                  <a:pt x="38" y="366"/>
                </a:lnTo>
                <a:lnTo>
                  <a:pt x="38" y="365"/>
                </a:lnTo>
                <a:lnTo>
                  <a:pt x="37" y="365"/>
                </a:lnTo>
                <a:lnTo>
                  <a:pt x="35" y="363"/>
                </a:lnTo>
                <a:lnTo>
                  <a:pt x="35" y="364"/>
                </a:lnTo>
                <a:lnTo>
                  <a:pt x="34" y="364"/>
                </a:lnTo>
                <a:lnTo>
                  <a:pt x="33" y="363"/>
                </a:lnTo>
                <a:lnTo>
                  <a:pt x="32" y="363"/>
                </a:lnTo>
                <a:lnTo>
                  <a:pt x="31" y="363"/>
                </a:lnTo>
                <a:lnTo>
                  <a:pt x="31" y="362"/>
                </a:lnTo>
                <a:lnTo>
                  <a:pt x="30" y="361"/>
                </a:lnTo>
                <a:lnTo>
                  <a:pt x="29" y="361"/>
                </a:lnTo>
                <a:lnTo>
                  <a:pt x="29" y="362"/>
                </a:lnTo>
                <a:lnTo>
                  <a:pt x="27" y="361"/>
                </a:lnTo>
                <a:lnTo>
                  <a:pt x="27" y="360"/>
                </a:lnTo>
                <a:lnTo>
                  <a:pt x="27" y="359"/>
                </a:lnTo>
                <a:lnTo>
                  <a:pt x="26" y="359"/>
                </a:lnTo>
                <a:lnTo>
                  <a:pt x="26" y="358"/>
                </a:lnTo>
                <a:lnTo>
                  <a:pt x="25" y="358"/>
                </a:lnTo>
                <a:lnTo>
                  <a:pt x="23" y="357"/>
                </a:lnTo>
                <a:lnTo>
                  <a:pt x="22" y="357"/>
                </a:lnTo>
                <a:lnTo>
                  <a:pt x="22" y="358"/>
                </a:lnTo>
                <a:lnTo>
                  <a:pt x="21" y="358"/>
                </a:lnTo>
                <a:lnTo>
                  <a:pt x="20" y="357"/>
                </a:lnTo>
                <a:lnTo>
                  <a:pt x="19" y="356"/>
                </a:lnTo>
                <a:lnTo>
                  <a:pt x="18" y="356"/>
                </a:lnTo>
                <a:lnTo>
                  <a:pt x="16" y="356"/>
                </a:lnTo>
                <a:lnTo>
                  <a:pt x="16" y="355"/>
                </a:lnTo>
                <a:lnTo>
                  <a:pt x="15" y="355"/>
                </a:lnTo>
                <a:lnTo>
                  <a:pt x="14" y="355"/>
                </a:lnTo>
                <a:lnTo>
                  <a:pt x="13" y="355"/>
                </a:lnTo>
                <a:lnTo>
                  <a:pt x="12" y="355"/>
                </a:lnTo>
                <a:lnTo>
                  <a:pt x="12" y="354"/>
                </a:lnTo>
                <a:lnTo>
                  <a:pt x="12" y="353"/>
                </a:lnTo>
                <a:lnTo>
                  <a:pt x="13" y="353"/>
                </a:lnTo>
                <a:lnTo>
                  <a:pt x="13" y="352"/>
                </a:lnTo>
                <a:lnTo>
                  <a:pt x="11" y="350"/>
                </a:lnTo>
                <a:lnTo>
                  <a:pt x="10" y="349"/>
                </a:lnTo>
                <a:lnTo>
                  <a:pt x="11" y="348"/>
                </a:lnTo>
                <a:lnTo>
                  <a:pt x="11" y="347"/>
                </a:lnTo>
                <a:lnTo>
                  <a:pt x="12" y="347"/>
                </a:lnTo>
                <a:lnTo>
                  <a:pt x="13" y="347"/>
                </a:lnTo>
                <a:lnTo>
                  <a:pt x="14" y="346"/>
                </a:lnTo>
                <a:lnTo>
                  <a:pt x="14" y="345"/>
                </a:lnTo>
                <a:lnTo>
                  <a:pt x="15" y="345"/>
                </a:lnTo>
                <a:lnTo>
                  <a:pt x="16" y="343"/>
                </a:lnTo>
                <a:lnTo>
                  <a:pt x="16" y="342"/>
                </a:lnTo>
                <a:lnTo>
                  <a:pt x="18" y="343"/>
                </a:lnTo>
                <a:lnTo>
                  <a:pt x="19" y="342"/>
                </a:lnTo>
                <a:lnTo>
                  <a:pt x="19" y="340"/>
                </a:lnTo>
                <a:lnTo>
                  <a:pt x="20" y="339"/>
                </a:lnTo>
                <a:lnTo>
                  <a:pt x="19" y="339"/>
                </a:lnTo>
                <a:lnTo>
                  <a:pt x="19" y="338"/>
                </a:lnTo>
                <a:lnTo>
                  <a:pt x="19" y="337"/>
                </a:lnTo>
                <a:lnTo>
                  <a:pt x="18" y="337"/>
                </a:lnTo>
                <a:lnTo>
                  <a:pt x="17" y="337"/>
                </a:lnTo>
                <a:lnTo>
                  <a:pt x="17" y="336"/>
                </a:lnTo>
                <a:lnTo>
                  <a:pt x="17" y="335"/>
                </a:lnTo>
                <a:lnTo>
                  <a:pt x="16" y="334"/>
                </a:lnTo>
                <a:lnTo>
                  <a:pt x="16" y="333"/>
                </a:lnTo>
                <a:lnTo>
                  <a:pt x="16" y="332"/>
                </a:lnTo>
                <a:lnTo>
                  <a:pt x="15" y="331"/>
                </a:lnTo>
                <a:lnTo>
                  <a:pt x="15" y="330"/>
                </a:lnTo>
                <a:lnTo>
                  <a:pt x="16" y="329"/>
                </a:lnTo>
                <a:lnTo>
                  <a:pt x="15" y="329"/>
                </a:lnTo>
                <a:lnTo>
                  <a:pt x="14" y="329"/>
                </a:lnTo>
                <a:lnTo>
                  <a:pt x="14" y="330"/>
                </a:lnTo>
                <a:lnTo>
                  <a:pt x="13" y="330"/>
                </a:lnTo>
                <a:lnTo>
                  <a:pt x="12" y="330"/>
                </a:lnTo>
                <a:lnTo>
                  <a:pt x="11" y="330"/>
                </a:lnTo>
                <a:lnTo>
                  <a:pt x="10" y="329"/>
                </a:lnTo>
                <a:lnTo>
                  <a:pt x="9" y="329"/>
                </a:lnTo>
                <a:lnTo>
                  <a:pt x="9" y="328"/>
                </a:lnTo>
                <a:lnTo>
                  <a:pt x="8" y="328"/>
                </a:lnTo>
                <a:lnTo>
                  <a:pt x="7" y="328"/>
                </a:lnTo>
                <a:lnTo>
                  <a:pt x="7" y="327"/>
                </a:lnTo>
                <a:lnTo>
                  <a:pt x="7" y="326"/>
                </a:lnTo>
                <a:lnTo>
                  <a:pt x="6" y="325"/>
                </a:lnTo>
                <a:lnTo>
                  <a:pt x="6" y="324"/>
                </a:lnTo>
                <a:lnTo>
                  <a:pt x="6" y="323"/>
                </a:lnTo>
                <a:lnTo>
                  <a:pt x="5" y="323"/>
                </a:lnTo>
                <a:lnTo>
                  <a:pt x="5" y="322"/>
                </a:lnTo>
                <a:lnTo>
                  <a:pt x="5" y="321"/>
                </a:lnTo>
                <a:lnTo>
                  <a:pt x="5" y="320"/>
                </a:lnTo>
                <a:lnTo>
                  <a:pt x="4" y="320"/>
                </a:lnTo>
                <a:lnTo>
                  <a:pt x="3" y="319"/>
                </a:lnTo>
                <a:lnTo>
                  <a:pt x="3" y="318"/>
                </a:lnTo>
                <a:lnTo>
                  <a:pt x="2" y="316"/>
                </a:lnTo>
                <a:lnTo>
                  <a:pt x="2" y="317"/>
                </a:lnTo>
                <a:lnTo>
                  <a:pt x="1" y="316"/>
                </a:lnTo>
                <a:lnTo>
                  <a:pt x="1" y="314"/>
                </a:lnTo>
                <a:lnTo>
                  <a:pt x="0" y="313"/>
                </a:lnTo>
                <a:lnTo>
                  <a:pt x="0" y="311"/>
                </a:lnTo>
                <a:lnTo>
                  <a:pt x="0" y="310"/>
                </a:lnTo>
                <a:lnTo>
                  <a:pt x="1" y="310"/>
                </a:lnTo>
                <a:lnTo>
                  <a:pt x="1" y="309"/>
                </a:lnTo>
                <a:lnTo>
                  <a:pt x="2" y="309"/>
                </a:lnTo>
                <a:lnTo>
                  <a:pt x="2" y="308"/>
                </a:lnTo>
                <a:lnTo>
                  <a:pt x="3" y="307"/>
                </a:lnTo>
                <a:lnTo>
                  <a:pt x="4" y="307"/>
                </a:lnTo>
                <a:lnTo>
                  <a:pt x="5" y="307"/>
                </a:lnTo>
                <a:lnTo>
                  <a:pt x="5" y="306"/>
                </a:lnTo>
                <a:lnTo>
                  <a:pt x="4" y="306"/>
                </a:lnTo>
                <a:lnTo>
                  <a:pt x="2" y="306"/>
                </a:lnTo>
                <a:lnTo>
                  <a:pt x="1" y="306"/>
                </a:lnTo>
                <a:lnTo>
                  <a:pt x="1" y="305"/>
                </a:lnTo>
                <a:lnTo>
                  <a:pt x="0" y="305"/>
                </a:lnTo>
                <a:lnTo>
                  <a:pt x="1" y="305"/>
                </a:lnTo>
                <a:lnTo>
                  <a:pt x="1" y="304"/>
                </a:lnTo>
                <a:lnTo>
                  <a:pt x="1" y="302"/>
                </a:lnTo>
                <a:lnTo>
                  <a:pt x="1" y="301"/>
                </a:lnTo>
                <a:lnTo>
                  <a:pt x="2" y="300"/>
                </a:lnTo>
                <a:lnTo>
                  <a:pt x="3" y="300"/>
                </a:lnTo>
                <a:lnTo>
                  <a:pt x="3" y="301"/>
                </a:lnTo>
                <a:lnTo>
                  <a:pt x="4" y="301"/>
                </a:lnTo>
                <a:lnTo>
                  <a:pt x="5" y="301"/>
                </a:lnTo>
                <a:lnTo>
                  <a:pt x="7" y="301"/>
                </a:lnTo>
                <a:lnTo>
                  <a:pt x="8" y="301"/>
                </a:lnTo>
                <a:lnTo>
                  <a:pt x="9" y="301"/>
                </a:lnTo>
                <a:lnTo>
                  <a:pt x="9" y="300"/>
                </a:lnTo>
                <a:lnTo>
                  <a:pt x="10" y="300"/>
                </a:lnTo>
                <a:lnTo>
                  <a:pt x="10" y="299"/>
                </a:lnTo>
                <a:lnTo>
                  <a:pt x="11" y="299"/>
                </a:lnTo>
                <a:lnTo>
                  <a:pt x="11" y="298"/>
                </a:lnTo>
                <a:lnTo>
                  <a:pt x="12" y="298"/>
                </a:lnTo>
                <a:lnTo>
                  <a:pt x="12" y="297"/>
                </a:lnTo>
                <a:lnTo>
                  <a:pt x="13" y="297"/>
                </a:lnTo>
                <a:lnTo>
                  <a:pt x="14" y="297"/>
                </a:lnTo>
                <a:lnTo>
                  <a:pt x="15" y="297"/>
                </a:lnTo>
                <a:lnTo>
                  <a:pt x="15" y="298"/>
                </a:lnTo>
                <a:lnTo>
                  <a:pt x="16" y="298"/>
                </a:lnTo>
                <a:lnTo>
                  <a:pt x="16" y="299"/>
                </a:lnTo>
                <a:lnTo>
                  <a:pt x="17" y="299"/>
                </a:lnTo>
                <a:lnTo>
                  <a:pt x="18" y="299"/>
                </a:lnTo>
                <a:lnTo>
                  <a:pt x="18" y="300"/>
                </a:lnTo>
                <a:lnTo>
                  <a:pt x="19" y="300"/>
                </a:lnTo>
                <a:lnTo>
                  <a:pt x="19" y="301"/>
                </a:lnTo>
                <a:lnTo>
                  <a:pt x="20" y="301"/>
                </a:lnTo>
                <a:lnTo>
                  <a:pt x="20" y="302"/>
                </a:lnTo>
                <a:lnTo>
                  <a:pt x="21" y="302"/>
                </a:lnTo>
                <a:lnTo>
                  <a:pt x="22" y="302"/>
                </a:lnTo>
                <a:lnTo>
                  <a:pt x="23" y="302"/>
                </a:lnTo>
                <a:lnTo>
                  <a:pt x="23" y="301"/>
                </a:lnTo>
                <a:lnTo>
                  <a:pt x="24" y="301"/>
                </a:lnTo>
                <a:lnTo>
                  <a:pt x="25" y="301"/>
                </a:lnTo>
                <a:lnTo>
                  <a:pt x="25" y="300"/>
                </a:lnTo>
                <a:lnTo>
                  <a:pt x="26" y="300"/>
                </a:lnTo>
                <a:lnTo>
                  <a:pt x="27" y="300"/>
                </a:lnTo>
                <a:lnTo>
                  <a:pt x="27" y="299"/>
                </a:lnTo>
                <a:lnTo>
                  <a:pt x="28" y="299"/>
                </a:lnTo>
                <a:lnTo>
                  <a:pt x="28" y="298"/>
                </a:lnTo>
                <a:lnTo>
                  <a:pt x="29" y="298"/>
                </a:lnTo>
                <a:lnTo>
                  <a:pt x="29" y="297"/>
                </a:lnTo>
                <a:lnTo>
                  <a:pt x="30" y="297"/>
                </a:lnTo>
                <a:lnTo>
                  <a:pt x="31" y="297"/>
                </a:lnTo>
                <a:lnTo>
                  <a:pt x="31" y="298"/>
                </a:lnTo>
                <a:lnTo>
                  <a:pt x="32" y="298"/>
                </a:lnTo>
                <a:lnTo>
                  <a:pt x="33" y="298"/>
                </a:lnTo>
                <a:lnTo>
                  <a:pt x="34" y="298"/>
                </a:lnTo>
                <a:lnTo>
                  <a:pt x="34" y="299"/>
                </a:lnTo>
                <a:lnTo>
                  <a:pt x="35" y="299"/>
                </a:lnTo>
                <a:lnTo>
                  <a:pt x="35" y="300"/>
                </a:lnTo>
                <a:lnTo>
                  <a:pt x="36" y="300"/>
                </a:lnTo>
                <a:lnTo>
                  <a:pt x="37" y="300"/>
                </a:lnTo>
                <a:lnTo>
                  <a:pt x="38" y="300"/>
                </a:lnTo>
                <a:lnTo>
                  <a:pt x="38" y="299"/>
                </a:lnTo>
                <a:lnTo>
                  <a:pt x="39" y="299"/>
                </a:lnTo>
                <a:lnTo>
                  <a:pt x="39" y="298"/>
                </a:lnTo>
                <a:lnTo>
                  <a:pt x="39" y="297"/>
                </a:lnTo>
                <a:lnTo>
                  <a:pt x="40" y="297"/>
                </a:lnTo>
                <a:lnTo>
                  <a:pt x="40" y="296"/>
                </a:lnTo>
                <a:lnTo>
                  <a:pt x="41" y="296"/>
                </a:lnTo>
                <a:lnTo>
                  <a:pt x="41" y="297"/>
                </a:lnTo>
                <a:lnTo>
                  <a:pt x="42" y="297"/>
                </a:lnTo>
                <a:lnTo>
                  <a:pt x="42" y="296"/>
                </a:lnTo>
                <a:lnTo>
                  <a:pt x="43" y="296"/>
                </a:lnTo>
                <a:lnTo>
                  <a:pt x="43" y="295"/>
                </a:lnTo>
                <a:lnTo>
                  <a:pt x="43" y="294"/>
                </a:lnTo>
                <a:lnTo>
                  <a:pt x="44" y="293"/>
                </a:lnTo>
                <a:lnTo>
                  <a:pt x="45" y="293"/>
                </a:lnTo>
                <a:lnTo>
                  <a:pt x="45" y="292"/>
                </a:lnTo>
                <a:lnTo>
                  <a:pt x="46" y="292"/>
                </a:lnTo>
                <a:lnTo>
                  <a:pt x="46" y="291"/>
                </a:lnTo>
                <a:lnTo>
                  <a:pt x="46" y="290"/>
                </a:lnTo>
                <a:lnTo>
                  <a:pt x="47" y="290"/>
                </a:lnTo>
                <a:lnTo>
                  <a:pt x="47" y="289"/>
                </a:lnTo>
                <a:lnTo>
                  <a:pt x="50" y="289"/>
                </a:lnTo>
                <a:lnTo>
                  <a:pt x="51" y="290"/>
                </a:lnTo>
                <a:lnTo>
                  <a:pt x="52" y="290"/>
                </a:lnTo>
                <a:lnTo>
                  <a:pt x="53" y="290"/>
                </a:lnTo>
                <a:lnTo>
                  <a:pt x="53" y="291"/>
                </a:lnTo>
                <a:lnTo>
                  <a:pt x="54" y="292"/>
                </a:lnTo>
                <a:lnTo>
                  <a:pt x="54" y="293"/>
                </a:lnTo>
                <a:lnTo>
                  <a:pt x="55" y="294"/>
                </a:lnTo>
                <a:lnTo>
                  <a:pt x="56" y="294"/>
                </a:lnTo>
                <a:lnTo>
                  <a:pt x="56" y="295"/>
                </a:lnTo>
                <a:lnTo>
                  <a:pt x="57" y="295"/>
                </a:lnTo>
                <a:lnTo>
                  <a:pt x="57" y="294"/>
                </a:lnTo>
                <a:lnTo>
                  <a:pt x="58" y="294"/>
                </a:lnTo>
                <a:lnTo>
                  <a:pt x="59" y="292"/>
                </a:lnTo>
                <a:lnTo>
                  <a:pt x="59" y="291"/>
                </a:lnTo>
                <a:lnTo>
                  <a:pt x="60" y="291"/>
                </a:lnTo>
                <a:lnTo>
                  <a:pt x="62" y="291"/>
                </a:lnTo>
                <a:lnTo>
                  <a:pt x="63" y="290"/>
                </a:lnTo>
                <a:lnTo>
                  <a:pt x="64" y="289"/>
                </a:lnTo>
                <a:lnTo>
                  <a:pt x="65" y="287"/>
                </a:lnTo>
                <a:lnTo>
                  <a:pt x="65" y="286"/>
                </a:lnTo>
                <a:lnTo>
                  <a:pt x="65" y="285"/>
                </a:lnTo>
                <a:lnTo>
                  <a:pt x="66" y="285"/>
                </a:lnTo>
                <a:lnTo>
                  <a:pt x="66" y="284"/>
                </a:lnTo>
                <a:lnTo>
                  <a:pt x="66" y="283"/>
                </a:lnTo>
                <a:lnTo>
                  <a:pt x="66" y="282"/>
                </a:lnTo>
                <a:lnTo>
                  <a:pt x="66" y="281"/>
                </a:lnTo>
                <a:lnTo>
                  <a:pt x="66" y="280"/>
                </a:lnTo>
                <a:lnTo>
                  <a:pt x="67" y="279"/>
                </a:lnTo>
                <a:lnTo>
                  <a:pt x="67" y="278"/>
                </a:lnTo>
                <a:lnTo>
                  <a:pt x="66" y="278"/>
                </a:lnTo>
                <a:lnTo>
                  <a:pt x="67" y="277"/>
                </a:lnTo>
                <a:lnTo>
                  <a:pt x="67" y="276"/>
                </a:lnTo>
                <a:lnTo>
                  <a:pt x="68" y="276"/>
                </a:lnTo>
                <a:lnTo>
                  <a:pt x="69" y="276"/>
                </a:lnTo>
                <a:lnTo>
                  <a:pt x="70" y="277"/>
                </a:lnTo>
                <a:lnTo>
                  <a:pt x="71" y="278"/>
                </a:lnTo>
                <a:lnTo>
                  <a:pt x="72" y="278"/>
                </a:lnTo>
                <a:lnTo>
                  <a:pt x="72" y="279"/>
                </a:lnTo>
                <a:lnTo>
                  <a:pt x="72" y="280"/>
                </a:lnTo>
                <a:lnTo>
                  <a:pt x="73" y="281"/>
                </a:lnTo>
                <a:lnTo>
                  <a:pt x="74" y="280"/>
                </a:lnTo>
                <a:lnTo>
                  <a:pt x="75" y="279"/>
                </a:lnTo>
                <a:lnTo>
                  <a:pt x="76" y="278"/>
                </a:lnTo>
                <a:lnTo>
                  <a:pt x="77" y="278"/>
                </a:lnTo>
                <a:lnTo>
                  <a:pt x="77" y="277"/>
                </a:lnTo>
                <a:lnTo>
                  <a:pt x="79" y="275"/>
                </a:lnTo>
                <a:lnTo>
                  <a:pt x="80" y="275"/>
                </a:lnTo>
                <a:lnTo>
                  <a:pt x="80" y="274"/>
                </a:lnTo>
                <a:lnTo>
                  <a:pt x="82" y="273"/>
                </a:lnTo>
                <a:lnTo>
                  <a:pt x="83" y="273"/>
                </a:lnTo>
                <a:lnTo>
                  <a:pt x="83" y="272"/>
                </a:lnTo>
                <a:lnTo>
                  <a:pt x="84" y="272"/>
                </a:lnTo>
                <a:lnTo>
                  <a:pt x="85" y="272"/>
                </a:lnTo>
                <a:lnTo>
                  <a:pt x="86" y="272"/>
                </a:lnTo>
                <a:lnTo>
                  <a:pt x="88" y="272"/>
                </a:lnTo>
                <a:lnTo>
                  <a:pt x="88" y="271"/>
                </a:lnTo>
                <a:lnTo>
                  <a:pt x="89" y="271"/>
                </a:lnTo>
                <a:lnTo>
                  <a:pt x="90" y="271"/>
                </a:lnTo>
                <a:lnTo>
                  <a:pt x="91" y="271"/>
                </a:lnTo>
                <a:lnTo>
                  <a:pt x="91" y="270"/>
                </a:lnTo>
                <a:lnTo>
                  <a:pt x="92" y="269"/>
                </a:lnTo>
                <a:lnTo>
                  <a:pt x="92" y="268"/>
                </a:lnTo>
                <a:lnTo>
                  <a:pt x="92" y="267"/>
                </a:lnTo>
                <a:lnTo>
                  <a:pt x="92" y="266"/>
                </a:lnTo>
                <a:lnTo>
                  <a:pt x="92" y="265"/>
                </a:lnTo>
                <a:lnTo>
                  <a:pt x="93" y="265"/>
                </a:lnTo>
                <a:lnTo>
                  <a:pt x="94" y="263"/>
                </a:lnTo>
                <a:lnTo>
                  <a:pt x="94" y="262"/>
                </a:lnTo>
                <a:lnTo>
                  <a:pt x="95" y="262"/>
                </a:lnTo>
                <a:lnTo>
                  <a:pt x="96" y="262"/>
                </a:lnTo>
                <a:lnTo>
                  <a:pt x="97" y="262"/>
                </a:lnTo>
                <a:lnTo>
                  <a:pt x="97" y="263"/>
                </a:lnTo>
                <a:lnTo>
                  <a:pt x="97" y="264"/>
                </a:lnTo>
                <a:lnTo>
                  <a:pt x="98" y="264"/>
                </a:lnTo>
                <a:lnTo>
                  <a:pt x="99" y="264"/>
                </a:lnTo>
                <a:lnTo>
                  <a:pt x="100" y="264"/>
                </a:lnTo>
                <a:lnTo>
                  <a:pt x="101" y="264"/>
                </a:lnTo>
                <a:lnTo>
                  <a:pt x="102" y="264"/>
                </a:lnTo>
                <a:lnTo>
                  <a:pt x="102" y="265"/>
                </a:lnTo>
                <a:lnTo>
                  <a:pt x="103" y="265"/>
                </a:lnTo>
                <a:lnTo>
                  <a:pt x="104" y="265"/>
                </a:lnTo>
                <a:lnTo>
                  <a:pt x="105" y="265"/>
                </a:lnTo>
                <a:lnTo>
                  <a:pt x="105" y="264"/>
                </a:lnTo>
                <a:lnTo>
                  <a:pt x="106" y="263"/>
                </a:lnTo>
                <a:lnTo>
                  <a:pt x="106" y="262"/>
                </a:lnTo>
                <a:lnTo>
                  <a:pt x="106" y="261"/>
                </a:lnTo>
                <a:lnTo>
                  <a:pt x="106" y="260"/>
                </a:lnTo>
                <a:lnTo>
                  <a:pt x="107" y="260"/>
                </a:lnTo>
                <a:lnTo>
                  <a:pt x="108" y="260"/>
                </a:lnTo>
                <a:lnTo>
                  <a:pt x="108" y="261"/>
                </a:lnTo>
                <a:lnTo>
                  <a:pt x="109" y="261"/>
                </a:lnTo>
                <a:lnTo>
                  <a:pt x="110" y="262"/>
                </a:lnTo>
                <a:lnTo>
                  <a:pt x="111" y="262"/>
                </a:lnTo>
                <a:lnTo>
                  <a:pt x="112" y="262"/>
                </a:lnTo>
                <a:lnTo>
                  <a:pt x="113" y="260"/>
                </a:lnTo>
                <a:lnTo>
                  <a:pt x="114" y="260"/>
                </a:lnTo>
                <a:lnTo>
                  <a:pt x="115" y="260"/>
                </a:lnTo>
                <a:lnTo>
                  <a:pt x="115" y="259"/>
                </a:lnTo>
                <a:lnTo>
                  <a:pt x="116" y="259"/>
                </a:lnTo>
                <a:lnTo>
                  <a:pt x="117" y="258"/>
                </a:lnTo>
                <a:lnTo>
                  <a:pt x="118" y="258"/>
                </a:lnTo>
                <a:lnTo>
                  <a:pt x="118" y="259"/>
                </a:lnTo>
                <a:lnTo>
                  <a:pt x="119" y="259"/>
                </a:lnTo>
                <a:lnTo>
                  <a:pt x="120" y="259"/>
                </a:lnTo>
                <a:lnTo>
                  <a:pt x="121" y="259"/>
                </a:lnTo>
                <a:lnTo>
                  <a:pt x="123" y="260"/>
                </a:lnTo>
                <a:lnTo>
                  <a:pt x="124" y="260"/>
                </a:lnTo>
                <a:lnTo>
                  <a:pt x="125" y="259"/>
                </a:lnTo>
                <a:lnTo>
                  <a:pt x="125" y="258"/>
                </a:lnTo>
                <a:lnTo>
                  <a:pt x="126" y="258"/>
                </a:lnTo>
                <a:lnTo>
                  <a:pt x="127" y="258"/>
                </a:lnTo>
                <a:lnTo>
                  <a:pt x="128" y="258"/>
                </a:lnTo>
                <a:lnTo>
                  <a:pt x="128" y="257"/>
                </a:lnTo>
                <a:lnTo>
                  <a:pt x="129" y="257"/>
                </a:lnTo>
                <a:lnTo>
                  <a:pt x="129" y="256"/>
                </a:lnTo>
                <a:lnTo>
                  <a:pt x="130" y="256"/>
                </a:lnTo>
                <a:lnTo>
                  <a:pt x="131" y="257"/>
                </a:lnTo>
                <a:lnTo>
                  <a:pt x="132" y="258"/>
                </a:lnTo>
                <a:lnTo>
                  <a:pt x="134" y="258"/>
                </a:lnTo>
                <a:lnTo>
                  <a:pt x="136" y="257"/>
                </a:lnTo>
                <a:lnTo>
                  <a:pt x="137" y="257"/>
                </a:lnTo>
                <a:lnTo>
                  <a:pt x="137" y="256"/>
                </a:lnTo>
                <a:lnTo>
                  <a:pt x="138" y="255"/>
                </a:lnTo>
                <a:lnTo>
                  <a:pt x="139" y="254"/>
                </a:lnTo>
                <a:lnTo>
                  <a:pt x="140" y="254"/>
                </a:lnTo>
                <a:lnTo>
                  <a:pt x="141" y="253"/>
                </a:lnTo>
                <a:lnTo>
                  <a:pt x="142" y="253"/>
                </a:lnTo>
                <a:lnTo>
                  <a:pt x="143" y="253"/>
                </a:lnTo>
                <a:lnTo>
                  <a:pt x="143" y="254"/>
                </a:lnTo>
                <a:lnTo>
                  <a:pt x="144" y="254"/>
                </a:lnTo>
                <a:lnTo>
                  <a:pt x="145" y="254"/>
                </a:lnTo>
                <a:lnTo>
                  <a:pt x="146" y="253"/>
                </a:lnTo>
                <a:lnTo>
                  <a:pt x="147" y="252"/>
                </a:lnTo>
                <a:lnTo>
                  <a:pt x="147" y="251"/>
                </a:lnTo>
                <a:lnTo>
                  <a:pt x="147" y="248"/>
                </a:lnTo>
                <a:lnTo>
                  <a:pt x="148" y="247"/>
                </a:lnTo>
                <a:lnTo>
                  <a:pt x="149" y="246"/>
                </a:lnTo>
                <a:lnTo>
                  <a:pt x="150" y="246"/>
                </a:lnTo>
                <a:lnTo>
                  <a:pt x="150" y="244"/>
                </a:lnTo>
                <a:lnTo>
                  <a:pt x="150" y="243"/>
                </a:lnTo>
                <a:lnTo>
                  <a:pt x="151" y="243"/>
                </a:lnTo>
                <a:lnTo>
                  <a:pt x="151" y="241"/>
                </a:lnTo>
                <a:lnTo>
                  <a:pt x="152" y="241"/>
                </a:lnTo>
                <a:lnTo>
                  <a:pt x="152" y="240"/>
                </a:lnTo>
                <a:lnTo>
                  <a:pt x="153" y="240"/>
                </a:lnTo>
                <a:lnTo>
                  <a:pt x="153" y="239"/>
                </a:lnTo>
                <a:lnTo>
                  <a:pt x="154" y="239"/>
                </a:lnTo>
                <a:lnTo>
                  <a:pt x="155" y="239"/>
                </a:lnTo>
                <a:lnTo>
                  <a:pt x="156" y="238"/>
                </a:lnTo>
                <a:lnTo>
                  <a:pt x="157" y="238"/>
                </a:lnTo>
                <a:lnTo>
                  <a:pt x="157" y="237"/>
                </a:lnTo>
                <a:lnTo>
                  <a:pt x="156" y="234"/>
                </a:lnTo>
                <a:lnTo>
                  <a:pt x="156" y="233"/>
                </a:lnTo>
                <a:lnTo>
                  <a:pt x="155" y="233"/>
                </a:lnTo>
                <a:lnTo>
                  <a:pt x="155" y="232"/>
                </a:lnTo>
                <a:lnTo>
                  <a:pt x="155" y="231"/>
                </a:lnTo>
                <a:lnTo>
                  <a:pt x="156" y="231"/>
                </a:lnTo>
                <a:lnTo>
                  <a:pt x="157" y="231"/>
                </a:lnTo>
                <a:lnTo>
                  <a:pt x="158" y="230"/>
                </a:lnTo>
                <a:lnTo>
                  <a:pt x="158" y="229"/>
                </a:lnTo>
                <a:lnTo>
                  <a:pt x="159" y="229"/>
                </a:lnTo>
                <a:lnTo>
                  <a:pt x="160" y="229"/>
                </a:lnTo>
                <a:lnTo>
                  <a:pt x="161" y="229"/>
                </a:lnTo>
                <a:lnTo>
                  <a:pt x="161" y="228"/>
                </a:lnTo>
                <a:lnTo>
                  <a:pt x="162" y="228"/>
                </a:lnTo>
                <a:lnTo>
                  <a:pt x="163" y="228"/>
                </a:lnTo>
                <a:lnTo>
                  <a:pt x="164" y="228"/>
                </a:lnTo>
                <a:lnTo>
                  <a:pt x="164" y="227"/>
                </a:lnTo>
                <a:lnTo>
                  <a:pt x="165" y="226"/>
                </a:lnTo>
                <a:lnTo>
                  <a:pt x="167" y="226"/>
                </a:lnTo>
                <a:lnTo>
                  <a:pt x="168" y="226"/>
                </a:lnTo>
                <a:lnTo>
                  <a:pt x="168" y="224"/>
                </a:lnTo>
                <a:lnTo>
                  <a:pt x="169" y="224"/>
                </a:lnTo>
                <a:lnTo>
                  <a:pt x="170" y="224"/>
                </a:lnTo>
                <a:lnTo>
                  <a:pt x="171" y="224"/>
                </a:lnTo>
                <a:lnTo>
                  <a:pt x="172" y="223"/>
                </a:lnTo>
                <a:lnTo>
                  <a:pt x="172" y="222"/>
                </a:lnTo>
                <a:lnTo>
                  <a:pt x="172" y="221"/>
                </a:lnTo>
                <a:lnTo>
                  <a:pt x="172" y="220"/>
                </a:lnTo>
                <a:lnTo>
                  <a:pt x="172" y="219"/>
                </a:lnTo>
                <a:lnTo>
                  <a:pt x="172" y="218"/>
                </a:lnTo>
                <a:lnTo>
                  <a:pt x="174" y="217"/>
                </a:lnTo>
                <a:lnTo>
                  <a:pt x="175" y="217"/>
                </a:lnTo>
                <a:lnTo>
                  <a:pt x="176" y="217"/>
                </a:lnTo>
                <a:lnTo>
                  <a:pt x="177" y="217"/>
                </a:lnTo>
                <a:lnTo>
                  <a:pt x="178" y="216"/>
                </a:lnTo>
                <a:lnTo>
                  <a:pt x="179" y="216"/>
                </a:lnTo>
                <a:lnTo>
                  <a:pt x="179" y="217"/>
                </a:lnTo>
                <a:lnTo>
                  <a:pt x="180" y="217"/>
                </a:lnTo>
                <a:lnTo>
                  <a:pt x="181" y="217"/>
                </a:lnTo>
                <a:lnTo>
                  <a:pt x="182" y="216"/>
                </a:lnTo>
                <a:lnTo>
                  <a:pt x="182" y="215"/>
                </a:lnTo>
                <a:lnTo>
                  <a:pt x="183" y="215"/>
                </a:lnTo>
                <a:lnTo>
                  <a:pt x="183" y="216"/>
                </a:lnTo>
                <a:lnTo>
                  <a:pt x="184" y="216"/>
                </a:lnTo>
                <a:lnTo>
                  <a:pt x="184" y="217"/>
                </a:lnTo>
                <a:lnTo>
                  <a:pt x="185" y="217"/>
                </a:lnTo>
                <a:lnTo>
                  <a:pt x="185" y="216"/>
                </a:lnTo>
                <a:lnTo>
                  <a:pt x="186" y="215"/>
                </a:lnTo>
                <a:lnTo>
                  <a:pt x="189" y="215"/>
                </a:lnTo>
                <a:lnTo>
                  <a:pt x="190" y="215"/>
                </a:lnTo>
                <a:lnTo>
                  <a:pt x="191" y="215"/>
                </a:lnTo>
                <a:lnTo>
                  <a:pt x="191" y="216"/>
                </a:lnTo>
                <a:lnTo>
                  <a:pt x="192" y="217"/>
                </a:lnTo>
                <a:lnTo>
                  <a:pt x="193" y="217"/>
                </a:lnTo>
                <a:lnTo>
                  <a:pt x="193" y="216"/>
                </a:lnTo>
                <a:lnTo>
                  <a:pt x="194" y="216"/>
                </a:lnTo>
                <a:lnTo>
                  <a:pt x="194" y="217"/>
                </a:lnTo>
                <a:lnTo>
                  <a:pt x="195" y="217"/>
                </a:lnTo>
                <a:lnTo>
                  <a:pt x="196" y="216"/>
                </a:lnTo>
                <a:lnTo>
                  <a:pt x="197" y="216"/>
                </a:lnTo>
                <a:lnTo>
                  <a:pt x="197" y="217"/>
                </a:lnTo>
                <a:lnTo>
                  <a:pt x="198" y="217"/>
                </a:lnTo>
                <a:lnTo>
                  <a:pt x="198" y="218"/>
                </a:lnTo>
                <a:lnTo>
                  <a:pt x="199" y="218"/>
                </a:lnTo>
                <a:lnTo>
                  <a:pt x="199" y="219"/>
                </a:lnTo>
                <a:lnTo>
                  <a:pt x="200" y="220"/>
                </a:lnTo>
                <a:lnTo>
                  <a:pt x="200" y="219"/>
                </a:lnTo>
                <a:lnTo>
                  <a:pt x="201" y="220"/>
                </a:lnTo>
                <a:lnTo>
                  <a:pt x="202" y="218"/>
                </a:lnTo>
                <a:lnTo>
                  <a:pt x="202" y="217"/>
                </a:lnTo>
                <a:lnTo>
                  <a:pt x="202" y="216"/>
                </a:lnTo>
                <a:lnTo>
                  <a:pt x="202" y="215"/>
                </a:lnTo>
                <a:lnTo>
                  <a:pt x="202" y="214"/>
                </a:lnTo>
                <a:lnTo>
                  <a:pt x="202" y="213"/>
                </a:lnTo>
                <a:lnTo>
                  <a:pt x="201" y="213"/>
                </a:lnTo>
                <a:lnTo>
                  <a:pt x="201" y="212"/>
                </a:lnTo>
                <a:lnTo>
                  <a:pt x="201" y="211"/>
                </a:lnTo>
                <a:lnTo>
                  <a:pt x="201" y="209"/>
                </a:lnTo>
                <a:lnTo>
                  <a:pt x="202" y="208"/>
                </a:lnTo>
                <a:lnTo>
                  <a:pt x="202" y="207"/>
                </a:lnTo>
                <a:lnTo>
                  <a:pt x="202" y="206"/>
                </a:lnTo>
                <a:lnTo>
                  <a:pt x="201" y="205"/>
                </a:lnTo>
                <a:lnTo>
                  <a:pt x="202" y="204"/>
                </a:lnTo>
                <a:lnTo>
                  <a:pt x="202" y="203"/>
                </a:lnTo>
                <a:lnTo>
                  <a:pt x="201" y="203"/>
                </a:lnTo>
                <a:lnTo>
                  <a:pt x="201" y="202"/>
                </a:lnTo>
                <a:lnTo>
                  <a:pt x="201" y="201"/>
                </a:lnTo>
                <a:lnTo>
                  <a:pt x="200" y="200"/>
                </a:lnTo>
                <a:lnTo>
                  <a:pt x="199" y="198"/>
                </a:lnTo>
                <a:lnTo>
                  <a:pt x="198" y="198"/>
                </a:lnTo>
                <a:lnTo>
                  <a:pt x="198" y="197"/>
                </a:lnTo>
                <a:lnTo>
                  <a:pt x="198" y="196"/>
                </a:lnTo>
                <a:lnTo>
                  <a:pt x="199" y="196"/>
                </a:lnTo>
                <a:lnTo>
                  <a:pt x="200" y="194"/>
                </a:lnTo>
                <a:lnTo>
                  <a:pt x="201" y="194"/>
                </a:lnTo>
                <a:lnTo>
                  <a:pt x="201" y="193"/>
                </a:lnTo>
                <a:lnTo>
                  <a:pt x="202" y="193"/>
                </a:lnTo>
                <a:lnTo>
                  <a:pt x="203" y="193"/>
                </a:lnTo>
                <a:lnTo>
                  <a:pt x="203" y="192"/>
                </a:lnTo>
                <a:lnTo>
                  <a:pt x="202" y="190"/>
                </a:lnTo>
                <a:lnTo>
                  <a:pt x="202" y="189"/>
                </a:lnTo>
                <a:lnTo>
                  <a:pt x="202" y="188"/>
                </a:lnTo>
                <a:lnTo>
                  <a:pt x="201" y="188"/>
                </a:lnTo>
                <a:lnTo>
                  <a:pt x="200" y="187"/>
                </a:lnTo>
                <a:lnTo>
                  <a:pt x="199" y="185"/>
                </a:lnTo>
                <a:lnTo>
                  <a:pt x="199" y="184"/>
                </a:lnTo>
                <a:lnTo>
                  <a:pt x="200" y="184"/>
                </a:lnTo>
                <a:lnTo>
                  <a:pt x="202" y="184"/>
                </a:lnTo>
                <a:lnTo>
                  <a:pt x="203" y="183"/>
                </a:lnTo>
                <a:lnTo>
                  <a:pt x="205" y="184"/>
                </a:lnTo>
                <a:lnTo>
                  <a:pt x="206" y="184"/>
                </a:lnTo>
                <a:lnTo>
                  <a:pt x="206" y="185"/>
                </a:lnTo>
                <a:lnTo>
                  <a:pt x="207" y="185"/>
                </a:lnTo>
                <a:lnTo>
                  <a:pt x="208" y="185"/>
                </a:lnTo>
                <a:lnTo>
                  <a:pt x="208" y="184"/>
                </a:lnTo>
                <a:lnTo>
                  <a:pt x="209" y="184"/>
                </a:lnTo>
                <a:lnTo>
                  <a:pt x="211" y="184"/>
                </a:lnTo>
                <a:lnTo>
                  <a:pt x="211" y="185"/>
                </a:lnTo>
                <a:lnTo>
                  <a:pt x="212" y="185"/>
                </a:lnTo>
                <a:lnTo>
                  <a:pt x="213" y="185"/>
                </a:lnTo>
                <a:lnTo>
                  <a:pt x="214" y="185"/>
                </a:lnTo>
                <a:lnTo>
                  <a:pt x="216" y="186"/>
                </a:lnTo>
                <a:lnTo>
                  <a:pt x="217" y="186"/>
                </a:lnTo>
                <a:lnTo>
                  <a:pt x="218" y="187"/>
                </a:lnTo>
                <a:lnTo>
                  <a:pt x="218" y="188"/>
                </a:lnTo>
                <a:lnTo>
                  <a:pt x="219" y="188"/>
                </a:lnTo>
                <a:lnTo>
                  <a:pt x="219" y="189"/>
                </a:lnTo>
                <a:lnTo>
                  <a:pt x="220" y="189"/>
                </a:lnTo>
                <a:lnTo>
                  <a:pt x="222" y="189"/>
                </a:lnTo>
                <a:lnTo>
                  <a:pt x="223" y="188"/>
                </a:lnTo>
                <a:lnTo>
                  <a:pt x="224" y="187"/>
                </a:lnTo>
                <a:lnTo>
                  <a:pt x="225" y="187"/>
                </a:lnTo>
                <a:lnTo>
                  <a:pt x="225" y="186"/>
                </a:lnTo>
                <a:lnTo>
                  <a:pt x="226" y="186"/>
                </a:lnTo>
                <a:lnTo>
                  <a:pt x="227" y="186"/>
                </a:lnTo>
                <a:lnTo>
                  <a:pt x="228" y="186"/>
                </a:lnTo>
                <a:lnTo>
                  <a:pt x="229" y="186"/>
                </a:lnTo>
                <a:lnTo>
                  <a:pt x="229" y="187"/>
                </a:lnTo>
                <a:lnTo>
                  <a:pt x="229" y="188"/>
                </a:lnTo>
                <a:lnTo>
                  <a:pt x="228" y="189"/>
                </a:lnTo>
                <a:lnTo>
                  <a:pt x="228" y="190"/>
                </a:lnTo>
                <a:lnTo>
                  <a:pt x="228" y="191"/>
                </a:lnTo>
                <a:lnTo>
                  <a:pt x="229" y="191"/>
                </a:lnTo>
                <a:lnTo>
                  <a:pt x="229" y="190"/>
                </a:lnTo>
                <a:lnTo>
                  <a:pt x="230" y="190"/>
                </a:lnTo>
                <a:lnTo>
                  <a:pt x="233" y="190"/>
                </a:lnTo>
                <a:lnTo>
                  <a:pt x="235" y="190"/>
                </a:lnTo>
                <a:lnTo>
                  <a:pt x="236" y="190"/>
                </a:lnTo>
                <a:lnTo>
                  <a:pt x="237" y="190"/>
                </a:lnTo>
                <a:lnTo>
                  <a:pt x="239" y="188"/>
                </a:lnTo>
                <a:lnTo>
                  <a:pt x="240" y="188"/>
                </a:lnTo>
                <a:lnTo>
                  <a:pt x="240" y="187"/>
                </a:lnTo>
                <a:lnTo>
                  <a:pt x="241" y="186"/>
                </a:lnTo>
                <a:lnTo>
                  <a:pt x="242" y="186"/>
                </a:lnTo>
                <a:lnTo>
                  <a:pt x="243" y="187"/>
                </a:lnTo>
                <a:lnTo>
                  <a:pt x="245" y="187"/>
                </a:lnTo>
                <a:lnTo>
                  <a:pt x="247" y="187"/>
                </a:lnTo>
                <a:lnTo>
                  <a:pt x="247" y="188"/>
                </a:lnTo>
                <a:lnTo>
                  <a:pt x="249" y="187"/>
                </a:lnTo>
                <a:lnTo>
                  <a:pt x="250" y="187"/>
                </a:lnTo>
                <a:lnTo>
                  <a:pt x="250" y="188"/>
                </a:lnTo>
                <a:lnTo>
                  <a:pt x="251" y="188"/>
                </a:lnTo>
                <a:lnTo>
                  <a:pt x="252" y="187"/>
                </a:lnTo>
                <a:lnTo>
                  <a:pt x="253" y="188"/>
                </a:lnTo>
                <a:lnTo>
                  <a:pt x="254" y="188"/>
                </a:lnTo>
                <a:lnTo>
                  <a:pt x="256" y="189"/>
                </a:lnTo>
                <a:lnTo>
                  <a:pt x="257" y="188"/>
                </a:lnTo>
                <a:lnTo>
                  <a:pt x="259" y="188"/>
                </a:lnTo>
                <a:lnTo>
                  <a:pt x="259" y="189"/>
                </a:lnTo>
                <a:lnTo>
                  <a:pt x="260" y="189"/>
                </a:lnTo>
                <a:lnTo>
                  <a:pt x="261" y="189"/>
                </a:lnTo>
                <a:lnTo>
                  <a:pt x="261" y="190"/>
                </a:lnTo>
                <a:lnTo>
                  <a:pt x="262" y="190"/>
                </a:lnTo>
                <a:lnTo>
                  <a:pt x="262" y="189"/>
                </a:lnTo>
                <a:lnTo>
                  <a:pt x="262" y="188"/>
                </a:lnTo>
                <a:lnTo>
                  <a:pt x="263" y="188"/>
                </a:lnTo>
                <a:lnTo>
                  <a:pt x="265" y="188"/>
                </a:lnTo>
                <a:lnTo>
                  <a:pt x="265" y="187"/>
                </a:lnTo>
                <a:lnTo>
                  <a:pt x="266" y="187"/>
                </a:lnTo>
                <a:lnTo>
                  <a:pt x="267" y="187"/>
                </a:lnTo>
                <a:lnTo>
                  <a:pt x="267" y="188"/>
                </a:lnTo>
                <a:lnTo>
                  <a:pt x="268" y="188"/>
                </a:lnTo>
                <a:lnTo>
                  <a:pt x="268" y="187"/>
                </a:lnTo>
                <a:lnTo>
                  <a:pt x="269" y="186"/>
                </a:lnTo>
                <a:lnTo>
                  <a:pt x="270" y="186"/>
                </a:lnTo>
                <a:lnTo>
                  <a:pt x="270" y="185"/>
                </a:lnTo>
                <a:lnTo>
                  <a:pt x="270" y="184"/>
                </a:lnTo>
                <a:lnTo>
                  <a:pt x="269" y="184"/>
                </a:lnTo>
                <a:lnTo>
                  <a:pt x="268" y="184"/>
                </a:lnTo>
                <a:lnTo>
                  <a:pt x="267" y="183"/>
                </a:lnTo>
                <a:lnTo>
                  <a:pt x="267" y="182"/>
                </a:lnTo>
                <a:lnTo>
                  <a:pt x="268" y="182"/>
                </a:lnTo>
                <a:lnTo>
                  <a:pt x="268" y="181"/>
                </a:lnTo>
                <a:lnTo>
                  <a:pt x="268" y="180"/>
                </a:lnTo>
                <a:lnTo>
                  <a:pt x="269" y="180"/>
                </a:lnTo>
                <a:lnTo>
                  <a:pt x="270" y="181"/>
                </a:lnTo>
                <a:lnTo>
                  <a:pt x="271" y="181"/>
                </a:lnTo>
                <a:lnTo>
                  <a:pt x="271" y="182"/>
                </a:lnTo>
                <a:lnTo>
                  <a:pt x="272" y="182"/>
                </a:lnTo>
                <a:lnTo>
                  <a:pt x="272" y="183"/>
                </a:lnTo>
                <a:lnTo>
                  <a:pt x="272" y="184"/>
                </a:lnTo>
                <a:lnTo>
                  <a:pt x="273" y="184"/>
                </a:lnTo>
                <a:lnTo>
                  <a:pt x="274" y="185"/>
                </a:lnTo>
                <a:lnTo>
                  <a:pt x="275" y="185"/>
                </a:lnTo>
                <a:lnTo>
                  <a:pt x="276" y="185"/>
                </a:lnTo>
                <a:lnTo>
                  <a:pt x="276" y="186"/>
                </a:lnTo>
                <a:lnTo>
                  <a:pt x="277" y="187"/>
                </a:lnTo>
                <a:lnTo>
                  <a:pt x="278" y="187"/>
                </a:lnTo>
                <a:lnTo>
                  <a:pt x="279" y="187"/>
                </a:lnTo>
                <a:lnTo>
                  <a:pt x="279" y="188"/>
                </a:lnTo>
                <a:lnTo>
                  <a:pt x="278" y="188"/>
                </a:lnTo>
                <a:lnTo>
                  <a:pt x="278" y="189"/>
                </a:lnTo>
                <a:lnTo>
                  <a:pt x="278" y="190"/>
                </a:lnTo>
                <a:lnTo>
                  <a:pt x="279" y="191"/>
                </a:lnTo>
                <a:lnTo>
                  <a:pt x="279" y="192"/>
                </a:lnTo>
                <a:lnTo>
                  <a:pt x="280" y="192"/>
                </a:lnTo>
                <a:lnTo>
                  <a:pt x="280" y="191"/>
                </a:lnTo>
                <a:lnTo>
                  <a:pt x="280" y="190"/>
                </a:lnTo>
                <a:lnTo>
                  <a:pt x="280" y="189"/>
                </a:lnTo>
                <a:lnTo>
                  <a:pt x="281" y="188"/>
                </a:lnTo>
                <a:lnTo>
                  <a:pt x="282" y="188"/>
                </a:lnTo>
                <a:lnTo>
                  <a:pt x="283" y="189"/>
                </a:lnTo>
                <a:lnTo>
                  <a:pt x="284" y="189"/>
                </a:lnTo>
                <a:lnTo>
                  <a:pt x="285" y="189"/>
                </a:lnTo>
                <a:lnTo>
                  <a:pt x="286" y="188"/>
                </a:lnTo>
                <a:lnTo>
                  <a:pt x="286" y="187"/>
                </a:lnTo>
                <a:lnTo>
                  <a:pt x="287" y="186"/>
                </a:lnTo>
                <a:lnTo>
                  <a:pt x="287" y="185"/>
                </a:lnTo>
                <a:lnTo>
                  <a:pt x="287" y="184"/>
                </a:lnTo>
                <a:lnTo>
                  <a:pt x="287" y="183"/>
                </a:lnTo>
                <a:lnTo>
                  <a:pt x="287" y="182"/>
                </a:lnTo>
                <a:lnTo>
                  <a:pt x="288" y="182"/>
                </a:lnTo>
                <a:lnTo>
                  <a:pt x="289" y="182"/>
                </a:lnTo>
                <a:lnTo>
                  <a:pt x="289" y="183"/>
                </a:lnTo>
                <a:lnTo>
                  <a:pt x="288" y="183"/>
                </a:lnTo>
                <a:lnTo>
                  <a:pt x="289" y="183"/>
                </a:lnTo>
                <a:lnTo>
                  <a:pt x="290" y="183"/>
                </a:lnTo>
                <a:lnTo>
                  <a:pt x="291" y="183"/>
                </a:lnTo>
                <a:lnTo>
                  <a:pt x="291" y="182"/>
                </a:lnTo>
                <a:lnTo>
                  <a:pt x="291" y="181"/>
                </a:lnTo>
                <a:lnTo>
                  <a:pt x="291" y="180"/>
                </a:lnTo>
                <a:lnTo>
                  <a:pt x="292" y="180"/>
                </a:lnTo>
                <a:lnTo>
                  <a:pt x="293" y="180"/>
                </a:lnTo>
                <a:lnTo>
                  <a:pt x="296" y="180"/>
                </a:lnTo>
                <a:lnTo>
                  <a:pt x="296" y="181"/>
                </a:lnTo>
                <a:lnTo>
                  <a:pt x="297" y="181"/>
                </a:lnTo>
                <a:lnTo>
                  <a:pt x="298" y="182"/>
                </a:lnTo>
                <a:lnTo>
                  <a:pt x="299" y="182"/>
                </a:lnTo>
                <a:lnTo>
                  <a:pt x="300" y="182"/>
                </a:lnTo>
                <a:lnTo>
                  <a:pt x="302" y="181"/>
                </a:lnTo>
                <a:lnTo>
                  <a:pt x="304" y="181"/>
                </a:lnTo>
                <a:lnTo>
                  <a:pt x="304" y="180"/>
                </a:lnTo>
                <a:lnTo>
                  <a:pt x="305" y="180"/>
                </a:lnTo>
                <a:lnTo>
                  <a:pt x="305" y="178"/>
                </a:lnTo>
                <a:lnTo>
                  <a:pt x="306" y="177"/>
                </a:lnTo>
                <a:lnTo>
                  <a:pt x="305" y="176"/>
                </a:lnTo>
                <a:lnTo>
                  <a:pt x="305" y="175"/>
                </a:lnTo>
                <a:lnTo>
                  <a:pt x="306" y="175"/>
                </a:lnTo>
                <a:lnTo>
                  <a:pt x="307" y="175"/>
                </a:lnTo>
                <a:lnTo>
                  <a:pt x="307" y="174"/>
                </a:lnTo>
                <a:lnTo>
                  <a:pt x="308" y="174"/>
                </a:lnTo>
                <a:lnTo>
                  <a:pt x="309" y="173"/>
                </a:lnTo>
                <a:lnTo>
                  <a:pt x="310" y="173"/>
                </a:lnTo>
                <a:lnTo>
                  <a:pt x="310" y="174"/>
                </a:lnTo>
                <a:lnTo>
                  <a:pt x="311" y="174"/>
                </a:lnTo>
                <a:lnTo>
                  <a:pt x="312" y="173"/>
                </a:lnTo>
                <a:lnTo>
                  <a:pt x="312" y="172"/>
                </a:lnTo>
                <a:lnTo>
                  <a:pt x="311" y="171"/>
                </a:lnTo>
                <a:lnTo>
                  <a:pt x="311" y="170"/>
                </a:lnTo>
                <a:lnTo>
                  <a:pt x="311" y="169"/>
                </a:lnTo>
                <a:lnTo>
                  <a:pt x="311" y="168"/>
                </a:lnTo>
                <a:lnTo>
                  <a:pt x="311" y="167"/>
                </a:lnTo>
                <a:lnTo>
                  <a:pt x="311" y="166"/>
                </a:lnTo>
                <a:lnTo>
                  <a:pt x="311" y="165"/>
                </a:lnTo>
                <a:lnTo>
                  <a:pt x="311" y="164"/>
                </a:lnTo>
                <a:lnTo>
                  <a:pt x="311" y="163"/>
                </a:lnTo>
                <a:lnTo>
                  <a:pt x="312" y="162"/>
                </a:lnTo>
                <a:lnTo>
                  <a:pt x="313" y="162"/>
                </a:lnTo>
                <a:lnTo>
                  <a:pt x="313" y="163"/>
                </a:lnTo>
                <a:lnTo>
                  <a:pt x="313" y="162"/>
                </a:lnTo>
                <a:lnTo>
                  <a:pt x="314" y="162"/>
                </a:lnTo>
                <a:lnTo>
                  <a:pt x="314" y="163"/>
                </a:lnTo>
                <a:lnTo>
                  <a:pt x="315" y="163"/>
                </a:lnTo>
                <a:lnTo>
                  <a:pt x="316" y="162"/>
                </a:lnTo>
                <a:lnTo>
                  <a:pt x="317" y="162"/>
                </a:lnTo>
                <a:lnTo>
                  <a:pt x="317" y="163"/>
                </a:lnTo>
                <a:lnTo>
                  <a:pt x="318" y="163"/>
                </a:lnTo>
                <a:lnTo>
                  <a:pt x="319" y="163"/>
                </a:lnTo>
                <a:lnTo>
                  <a:pt x="320" y="163"/>
                </a:lnTo>
                <a:lnTo>
                  <a:pt x="320" y="164"/>
                </a:lnTo>
                <a:lnTo>
                  <a:pt x="321" y="163"/>
                </a:lnTo>
                <a:lnTo>
                  <a:pt x="321" y="164"/>
                </a:lnTo>
                <a:lnTo>
                  <a:pt x="322" y="165"/>
                </a:lnTo>
                <a:lnTo>
                  <a:pt x="323" y="165"/>
                </a:lnTo>
                <a:lnTo>
                  <a:pt x="324" y="165"/>
                </a:lnTo>
                <a:lnTo>
                  <a:pt x="325" y="165"/>
                </a:lnTo>
                <a:lnTo>
                  <a:pt x="326" y="165"/>
                </a:lnTo>
                <a:lnTo>
                  <a:pt x="327" y="165"/>
                </a:lnTo>
                <a:lnTo>
                  <a:pt x="327" y="166"/>
                </a:lnTo>
                <a:lnTo>
                  <a:pt x="328" y="166"/>
                </a:lnTo>
                <a:lnTo>
                  <a:pt x="329" y="165"/>
                </a:lnTo>
                <a:lnTo>
                  <a:pt x="329" y="164"/>
                </a:lnTo>
                <a:lnTo>
                  <a:pt x="329" y="163"/>
                </a:lnTo>
                <a:lnTo>
                  <a:pt x="330" y="163"/>
                </a:lnTo>
                <a:lnTo>
                  <a:pt x="330" y="162"/>
                </a:lnTo>
                <a:lnTo>
                  <a:pt x="330" y="160"/>
                </a:lnTo>
                <a:lnTo>
                  <a:pt x="330" y="159"/>
                </a:lnTo>
                <a:lnTo>
                  <a:pt x="331" y="159"/>
                </a:lnTo>
                <a:lnTo>
                  <a:pt x="331" y="158"/>
                </a:lnTo>
                <a:lnTo>
                  <a:pt x="331" y="157"/>
                </a:lnTo>
                <a:lnTo>
                  <a:pt x="332" y="157"/>
                </a:lnTo>
                <a:lnTo>
                  <a:pt x="333" y="156"/>
                </a:lnTo>
                <a:lnTo>
                  <a:pt x="333" y="155"/>
                </a:lnTo>
                <a:lnTo>
                  <a:pt x="332" y="155"/>
                </a:lnTo>
                <a:lnTo>
                  <a:pt x="332" y="154"/>
                </a:lnTo>
                <a:lnTo>
                  <a:pt x="331" y="153"/>
                </a:lnTo>
                <a:lnTo>
                  <a:pt x="333" y="153"/>
                </a:lnTo>
                <a:lnTo>
                  <a:pt x="334" y="153"/>
                </a:lnTo>
                <a:lnTo>
                  <a:pt x="334" y="152"/>
                </a:lnTo>
                <a:lnTo>
                  <a:pt x="334" y="151"/>
                </a:lnTo>
                <a:lnTo>
                  <a:pt x="334" y="150"/>
                </a:lnTo>
                <a:lnTo>
                  <a:pt x="334" y="149"/>
                </a:lnTo>
                <a:lnTo>
                  <a:pt x="334" y="147"/>
                </a:lnTo>
                <a:lnTo>
                  <a:pt x="335" y="147"/>
                </a:lnTo>
                <a:lnTo>
                  <a:pt x="336" y="147"/>
                </a:lnTo>
                <a:lnTo>
                  <a:pt x="337" y="147"/>
                </a:lnTo>
                <a:lnTo>
                  <a:pt x="338" y="147"/>
                </a:lnTo>
                <a:lnTo>
                  <a:pt x="338" y="146"/>
                </a:lnTo>
                <a:lnTo>
                  <a:pt x="339" y="146"/>
                </a:lnTo>
                <a:lnTo>
                  <a:pt x="340" y="146"/>
                </a:lnTo>
                <a:lnTo>
                  <a:pt x="340" y="147"/>
                </a:lnTo>
                <a:lnTo>
                  <a:pt x="341" y="148"/>
                </a:lnTo>
                <a:lnTo>
                  <a:pt x="342" y="148"/>
                </a:lnTo>
                <a:lnTo>
                  <a:pt x="343" y="148"/>
                </a:lnTo>
                <a:lnTo>
                  <a:pt x="345" y="148"/>
                </a:lnTo>
                <a:lnTo>
                  <a:pt x="345" y="149"/>
                </a:lnTo>
                <a:lnTo>
                  <a:pt x="346" y="149"/>
                </a:lnTo>
                <a:lnTo>
                  <a:pt x="347" y="149"/>
                </a:lnTo>
                <a:lnTo>
                  <a:pt x="347" y="150"/>
                </a:lnTo>
                <a:lnTo>
                  <a:pt x="348" y="150"/>
                </a:lnTo>
                <a:lnTo>
                  <a:pt x="348" y="149"/>
                </a:lnTo>
                <a:lnTo>
                  <a:pt x="347" y="148"/>
                </a:lnTo>
                <a:lnTo>
                  <a:pt x="347" y="147"/>
                </a:lnTo>
                <a:lnTo>
                  <a:pt x="347" y="146"/>
                </a:lnTo>
                <a:lnTo>
                  <a:pt x="348" y="146"/>
                </a:lnTo>
                <a:lnTo>
                  <a:pt x="348" y="145"/>
                </a:lnTo>
                <a:lnTo>
                  <a:pt x="348" y="144"/>
                </a:lnTo>
                <a:lnTo>
                  <a:pt x="349" y="145"/>
                </a:lnTo>
                <a:lnTo>
                  <a:pt x="349" y="146"/>
                </a:lnTo>
                <a:lnTo>
                  <a:pt x="350" y="145"/>
                </a:lnTo>
                <a:lnTo>
                  <a:pt x="350" y="144"/>
                </a:lnTo>
                <a:lnTo>
                  <a:pt x="349" y="144"/>
                </a:lnTo>
                <a:lnTo>
                  <a:pt x="348" y="144"/>
                </a:lnTo>
                <a:lnTo>
                  <a:pt x="348" y="143"/>
                </a:lnTo>
                <a:lnTo>
                  <a:pt x="347" y="144"/>
                </a:lnTo>
                <a:lnTo>
                  <a:pt x="347" y="143"/>
                </a:lnTo>
                <a:lnTo>
                  <a:pt x="346" y="143"/>
                </a:lnTo>
                <a:lnTo>
                  <a:pt x="346" y="142"/>
                </a:lnTo>
                <a:lnTo>
                  <a:pt x="348" y="141"/>
                </a:lnTo>
                <a:lnTo>
                  <a:pt x="349" y="141"/>
                </a:lnTo>
                <a:lnTo>
                  <a:pt x="349" y="142"/>
                </a:lnTo>
                <a:lnTo>
                  <a:pt x="350" y="142"/>
                </a:lnTo>
                <a:lnTo>
                  <a:pt x="351" y="143"/>
                </a:lnTo>
                <a:lnTo>
                  <a:pt x="353" y="143"/>
                </a:lnTo>
                <a:lnTo>
                  <a:pt x="353" y="142"/>
                </a:lnTo>
                <a:lnTo>
                  <a:pt x="354" y="141"/>
                </a:lnTo>
                <a:lnTo>
                  <a:pt x="356" y="140"/>
                </a:lnTo>
                <a:lnTo>
                  <a:pt x="356" y="139"/>
                </a:lnTo>
                <a:lnTo>
                  <a:pt x="356" y="138"/>
                </a:lnTo>
                <a:lnTo>
                  <a:pt x="357" y="137"/>
                </a:lnTo>
                <a:lnTo>
                  <a:pt x="358" y="137"/>
                </a:lnTo>
                <a:lnTo>
                  <a:pt x="359" y="136"/>
                </a:lnTo>
                <a:lnTo>
                  <a:pt x="359" y="135"/>
                </a:lnTo>
                <a:lnTo>
                  <a:pt x="359" y="136"/>
                </a:lnTo>
                <a:lnTo>
                  <a:pt x="360" y="136"/>
                </a:lnTo>
                <a:lnTo>
                  <a:pt x="360" y="137"/>
                </a:lnTo>
                <a:lnTo>
                  <a:pt x="361" y="136"/>
                </a:lnTo>
                <a:lnTo>
                  <a:pt x="362" y="136"/>
                </a:lnTo>
                <a:lnTo>
                  <a:pt x="363" y="135"/>
                </a:lnTo>
                <a:lnTo>
                  <a:pt x="364" y="135"/>
                </a:lnTo>
                <a:lnTo>
                  <a:pt x="366" y="135"/>
                </a:lnTo>
                <a:lnTo>
                  <a:pt x="367" y="135"/>
                </a:lnTo>
                <a:lnTo>
                  <a:pt x="368" y="135"/>
                </a:lnTo>
                <a:lnTo>
                  <a:pt x="368" y="134"/>
                </a:lnTo>
                <a:lnTo>
                  <a:pt x="368" y="133"/>
                </a:lnTo>
                <a:lnTo>
                  <a:pt x="369" y="133"/>
                </a:lnTo>
                <a:lnTo>
                  <a:pt x="370" y="134"/>
                </a:lnTo>
                <a:lnTo>
                  <a:pt x="371" y="134"/>
                </a:lnTo>
                <a:lnTo>
                  <a:pt x="372" y="134"/>
                </a:lnTo>
                <a:lnTo>
                  <a:pt x="372" y="133"/>
                </a:lnTo>
                <a:lnTo>
                  <a:pt x="371" y="132"/>
                </a:lnTo>
                <a:lnTo>
                  <a:pt x="370" y="132"/>
                </a:lnTo>
                <a:lnTo>
                  <a:pt x="370" y="130"/>
                </a:lnTo>
                <a:lnTo>
                  <a:pt x="370" y="129"/>
                </a:lnTo>
                <a:lnTo>
                  <a:pt x="371" y="128"/>
                </a:lnTo>
                <a:lnTo>
                  <a:pt x="371" y="127"/>
                </a:lnTo>
                <a:lnTo>
                  <a:pt x="370" y="126"/>
                </a:lnTo>
                <a:lnTo>
                  <a:pt x="370" y="125"/>
                </a:lnTo>
                <a:lnTo>
                  <a:pt x="371" y="125"/>
                </a:lnTo>
                <a:lnTo>
                  <a:pt x="372" y="124"/>
                </a:lnTo>
                <a:lnTo>
                  <a:pt x="372" y="123"/>
                </a:lnTo>
                <a:lnTo>
                  <a:pt x="373" y="122"/>
                </a:lnTo>
                <a:lnTo>
                  <a:pt x="374" y="122"/>
                </a:lnTo>
                <a:lnTo>
                  <a:pt x="374" y="121"/>
                </a:lnTo>
                <a:lnTo>
                  <a:pt x="375" y="121"/>
                </a:lnTo>
                <a:lnTo>
                  <a:pt x="374" y="121"/>
                </a:lnTo>
                <a:lnTo>
                  <a:pt x="374" y="120"/>
                </a:lnTo>
                <a:lnTo>
                  <a:pt x="375" y="118"/>
                </a:lnTo>
                <a:lnTo>
                  <a:pt x="376" y="117"/>
                </a:lnTo>
                <a:lnTo>
                  <a:pt x="376" y="116"/>
                </a:lnTo>
                <a:lnTo>
                  <a:pt x="375" y="116"/>
                </a:lnTo>
                <a:lnTo>
                  <a:pt x="375" y="115"/>
                </a:lnTo>
                <a:lnTo>
                  <a:pt x="375" y="114"/>
                </a:lnTo>
                <a:lnTo>
                  <a:pt x="375" y="113"/>
                </a:lnTo>
                <a:lnTo>
                  <a:pt x="375" y="112"/>
                </a:lnTo>
                <a:lnTo>
                  <a:pt x="376" y="112"/>
                </a:lnTo>
                <a:lnTo>
                  <a:pt x="376" y="113"/>
                </a:lnTo>
                <a:lnTo>
                  <a:pt x="376" y="114"/>
                </a:lnTo>
                <a:lnTo>
                  <a:pt x="377" y="114"/>
                </a:lnTo>
                <a:lnTo>
                  <a:pt x="378" y="114"/>
                </a:lnTo>
                <a:lnTo>
                  <a:pt x="378" y="115"/>
                </a:lnTo>
                <a:lnTo>
                  <a:pt x="380" y="115"/>
                </a:lnTo>
                <a:lnTo>
                  <a:pt x="381" y="115"/>
                </a:lnTo>
                <a:lnTo>
                  <a:pt x="382" y="115"/>
                </a:lnTo>
                <a:lnTo>
                  <a:pt x="383" y="115"/>
                </a:lnTo>
                <a:lnTo>
                  <a:pt x="384" y="115"/>
                </a:lnTo>
                <a:lnTo>
                  <a:pt x="384" y="114"/>
                </a:lnTo>
                <a:lnTo>
                  <a:pt x="384" y="113"/>
                </a:lnTo>
                <a:lnTo>
                  <a:pt x="384" y="111"/>
                </a:lnTo>
                <a:lnTo>
                  <a:pt x="383" y="110"/>
                </a:lnTo>
                <a:lnTo>
                  <a:pt x="383" y="109"/>
                </a:lnTo>
                <a:lnTo>
                  <a:pt x="383" y="108"/>
                </a:lnTo>
                <a:lnTo>
                  <a:pt x="382" y="107"/>
                </a:lnTo>
                <a:lnTo>
                  <a:pt x="381" y="107"/>
                </a:lnTo>
                <a:lnTo>
                  <a:pt x="380" y="106"/>
                </a:lnTo>
                <a:lnTo>
                  <a:pt x="379" y="106"/>
                </a:lnTo>
                <a:lnTo>
                  <a:pt x="380" y="105"/>
                </a:lnTo>
                <a:lnTo>
                  <a:pt x="380" y="103"/>
                </a:lnTo>
                <a:lnTo>
                  <a:pt x="380" y="102"/>
                </a:lnTo>
                <a:lnTo>
                  <a:pt x="381" y="102"/>
                </a:lnTo>
                <a:lnTo>
                  <a:pt x="380" y="101"/>
                </a:lnTo>
                <a:lnTo>
                  <a:pt x="379" y="101"/>
                </a:lnTo>
                <a:lnTo>
                  <a:pt x="379" y="100"/>
                </a:lnTo>
                <a:lnTo>
                  <a:pt x="379" y="99"/>
                </a:lnTo>
                <a:lnTo>
                  <a:pt x="378" y="99"/>
                </a:lnTo>
                <a:lnTo>
                  <a:pt x="378" y="98"/>
                </a:lnTo>
                <a:lnTo>
                  <a:pt x="378" y="97"/>
                </a:lnTo>
                <a:lnTo>
                  <a:pt x="379" y="96"/>
                </a:lnTo>
                <a:lnTo>
                  <a:pt x="380" y="96"/>
                </a:lnTo>
                <a:lnTo>
                  <a:pt x="380" y="94"/>
                </a:lnTo>
                <a:lnTo>
                  <a:pt x="380" y="93"/>
                </a:lnTo>
                <a:lnTo>
                  <a:pt x="378" y="92"/>
                </a:lnTo>
                <a:lnTo>
                  <a:pt x="377" y="92"/>
                </a:lnTo>
                <a:lnTo>
                  <a:pt x="377" y="91"/>
                </a:lnTo>
                <a:lnTo>
                  <a:pt x="377" y="90"/>
                </a:lnTo>
                <a:lnTo>
                  <a:pt x="378" y="90"/>
                </a:lnTo>
                <a:lnTo>
                  <a:pt x="379" y="90"/>
                </a:lnTo>
                <a:lnTo>
                  <a:pt x="380" y="89"/>
                </a:lnTo>
                <a:lnTo>
                  <a:pt x="379" y="89"/>
                </a:lnTo>
                <a:lnTo>
                  <a:pt x="378" y="89"/>
                </a:lnTo>
                <a:lnTo>
                  <a:pt x="377" y="89"/>
                </a:lnTo>
                <a:lnTo>
                  <a:pt x="377" y="88"/>
                </a:lnTo>
                <a:lnTo>
                  <a:pt x="377" y="87"/>
                </a:lnTo>
                <a:lnTo>
                  <a:pt x="377" y="86"/>
                </a:lnTo>
                <a:lnTo>
                  <a:pt x="379" y="86"/>
                </a:lnTo>
                <a:lnTo>
                  <a:pt x="380" y="85"/>
                </a:lnTo>
                <a:lnTo>
                  <a:pt x="381" y="85"/>
                </a:lnTo>
                <a:lnTo>
                  <a:pt x="381" y="84"/>
                </a:lnTo>
                <a:lnTo>
                  <a:pt x="382" y="84"/>
                </a:lnTo>
                <a:lnTo>
                  <a:pt x="383" y="84"/>
                </a:lnTo>
                <a:lnTo>
                  <a:pt x="383" y="85"/>
                </a:lnTo>
                <a:lnTo>
                  <a:pt x="384" y="86"/>
                </a:lnTo>
                <a:lnTo>
                  <a:pt x="384" y="85"/>
                </a:lnTo>
                <a:lnTo>
                  <a:pt x="385" y="85"/>
                </a:lnTo>
                <a:lnTo>
                  <a:pt x="386" y="84"/>
                </a:lnTo>
                <a:lnTo>
                  <a:pt x="386" y="83"/>
                </a:lnTo>
                <a:lnTo>
                  <a:pt x="385" y="83"/>
                </a:lnTo>
                <a:lnTo>
                  <a:pt x="385" y="81"/>
                </a:lnTo>
                <a:lnTo>
                  <a:pt x="386" y="81"/>
                </a:lnTo>
                <a:lnTo>
                  <a:pt x="385" y="81"/>
                </a:lnTo>
                <a:lnTo>
                  <a:pt x="385" y="80"/>
                </a:lnTo>
                <a:lnTo>
                  <a:pt x="384" y="80"/>
                </a:lnTo>
                <a:lnTo>
                  <a:pt x="384" y="81"/>
                </a:lnTo>
                <a:lnTo>
                  <a:pt x="383" y="81"/>
                </a:lnTo>
                <a:lnTo>
                  <a:pt x="382" y="80"/>
                </a:lnTo>
                <a:lnTo>
                  <a:pt x="382" y="79"/>
                </a:lnTo>
                <a:lnTo>
                  <a:pt x="382" y="78"/>
                </a:lnTo>
                <a:lnTo>
                  <a:pt x="383" y="76"/>
                </a:lnTo>
                <a:lnTo>
                  <a:pt x="383" y="75"/>
                </a:lnTo>
                <a:lnTo>
                  <a:pt x="383" y="74"/>
                </a:lnTo>
                <a:lnTo>
                  <a:pt x="383" y="73"/>
                </a:lnTo>
                <a:lnTo>
                  <a:pt x="383" y="72"/>
                </a:lnTo>
                <a:lnTo>
                  <a:pt x="383" y="71"/>
                </a:lnTo>
                <a:lnTo>
                  <a:pt x="382" y="70"/>
                </a:lnTo>
                <a:lnTo>
                  <a:pt x="383" y="69"/>
                </a:lnTo>
                <a:lnTo>
                  <a:pt x="384" y="69"/>
                </a:lnTo>
                <a:lnTo>
                  <a:pt x="384" y="68"/>
                </a:lnTo>
                <a:lnTo>
                  <a:pt x="384" y="67"/>
                </a:lnTo>
                <a:lnTo>
                  <a:pt x="383" y="66"/>
                </a:lnTo>
                <a:lnTo>
                  <a:pt x="383" y="65"/>
                </a:lnTo>
                <a:lnTo>
                  <a:pt x="383" y="64"/>
                </a:lnTo>
                <a:lnTo>
                  <a:pt x="382" y="64"/>
                </a:lnTo>
                <a:lnTo>
                  <a:pt x="382" y="63"/>
                </a:lnTo>
                <a:lnTo>
                  <a:pt x="381" y="63"/>
                </a:lnTo>
                <a:lnTo>
                  <a:pt x="381" y="62"/>
                </a:lnTo>
                <a:lnTo>
                  <a:pt x="380" y="61"/>
                </a:lnTo>
                <a:lnTo>
                  <a:pt x="381" y="61"/>
                </a:lnTo>
                <a:lnTo>
                  <a:pt x="382" y="60"/>
                </a:lnTo>
                <a:lnTo>
                  <a:pt x="382" y="59"/>
                </a:lnTo>
                <a:lnTo>
                  <a:pt x="383" y="59"/>
                </a:lnTo>
                <a:lnTo>
                  <a:pt x="384" y="60"/>
                </a:lnTo>
                <a:lnTo>
                  <a:pt x="384" y="61"/>
                </a:lnTo>
                <a:lnTo>
                  <a:pt x="385" y="61"/>
                </a:lnTo>
                <a:lnTo>
                  <a:pt x="386" y="60"/>
                </a:lnTo>
                <a:lnTo>
                  <a:pt x="387" y="60"/>
                </a:lnTo>
                <a:lnTo>
                  <a:pt x="388" y="59"/>
                </a:lnTo>
                <a:lnTo>
                  <a:pt x="389" y="59"/>
                </a:lnTo>
                <a:lnTo>
                  <a:pt x="388" y="59"/>
                </a:lnTo>
                <a:lnTo>
                  <a:pt x="388" y="58"/>
                </a:lnTo>
                <a:lnTo>
                  <a:pt x="387" y="57"/>
                </a:lnTo>
                <a:lnTo>
                  <a:pt x="388" y="55"/>
                </a:lnTo>
                <a:lnTo>
                  <a:pt x="388" y="54"/>
                </a:lnTo>
                <a:lnTo>
                  <a:pt x="387" y="54"/>
                </a:lnTo>
                <a:lnTo>
                  <a:pt x="385" y="54"/>
                </a:lnTo>
                <a:lnTo>
                  <a:pt x="384" y="54"/>
                </a:lnTo>
                <a:lnTo>
                  <a:pt x="383" y="54"/>
                </a:lnTo>
                <a:lnTo>
                  <a:pt x="383" y="53"/>
                </a:lnTo>
                <a:lnTo>
                  <a:pt x="383" y="52"/>
                </a:lnTo>
                <a:lnTo>
                  <a:pt x="383" y="51"/>
                </a:lnTo>
                <a:lnTo>
                  <a:pt x="384" y="50"/>
                </a:lnTo>
                <a:lnTo>
                  <a:pt x="385" y="50"/>
                </a:lnTo>
                <a:lnTo>
                  <a:pt x="386" y="50"/>
                </a:lnTo>
                <a:lnTo>
                  <a:pt x="386" y="49"/>
                </a:lnTo>
                <a:lnTo>
                  <a:pt x="386" y="48"/>
                </a:lnTo>
                <a:lnTo>
                  <a:pt x="385" y="46"/>
                </a:lnTo>
                <a:lnTo>
                  <a:pt x="384" y="43"/>
                </a:lnTo>
                <a:lnTo>
                  <a:pt x="383" y="41"/>
                </a:lnTo>
                <a:lnTo>
                  <a:pt x="383" y="40"/>
                </a:lnTo>
                <a:lnTo>
                  <a:pt x="384" y="39"/>
                </a:lnTo>
                <a:lnTo>
                  <a:pt x="386" y="39"/>
                </a:lnTo>
                <a:lnTo>
                  <a:pt x="387" y="38"/>
                </a:lnTo>
                <a:lnTo>
                  <a:pt x="388" y="38"/>
                </a:lnTo>
                <a:lnTo>
                  <a:pt x="388" y="37"/>
                </a:lnTo>
                <a:lnTo>
                  <a:pt x="387" y="35"/>
                </a:lnTo>
                <a:lnTo>
                  <a:pt x="386" y="34"/>
                </a:lnTo>
                <a:lnTo>
                  <a:pt x="383" y="34"/>
                </a:lnTo>
                <a:lnTo>
                  <a:pt x="383" y="33"/>
                </a:lnTo>
                <a:lnTo>
                  <a:pt x="382" y="33"/>
                </a:lnTo>
                <a:lnTo>
                  <a:pt x="381" y="33"/>
                </a:lnTo>
                <a:lnTo>
                  <a:pt x="380" y="32"/>
                </a:lnTo>
                <a:lnTo>
                  <a:pt x="382" y="31"/>
                </a:lnTo>
                <a:lnTo>
                  <a:pt x="383" y="31"/>
                </a:lnTo>
                <a:lnTo>
                  <a:pt x="385" y="31"/>
                </a:lnTo>
                <a:lnTo>
                  <a:pt x="386" y="30"/>
                </a:lnTo>
                <a:lnTo>
                  <a:pt x="385" y="29"/>
                </a:lnTo>
                <a:lnTo>
                  <a:pt x="384" y="29"/>
                </a:lnTo>
                <a:lnTo>
                  <a:pt x="384" y="28"/>
                </a:lnTo>
                <a:lnTo>
                  <a:pt x="385" y="27"/>
                </a:lnTo>
                <a:lnTo>
                  <a:pt x="386" y="27"/>
                </a:lnTo>
                <a:lnTo>
                  <a:pt x="385" y="25"/>
                </a:lnTo>
                <a:lnTo>
                  <a:pt x="384" y="25"/>
                </a:lnTo>
                <a:lnTo>
                  <a:pt x="384" y="23"/>
                </a:lnTo>
                <a:lnTo>
                  <a:pt x="385" y="20"/>
                </a:lnTo>
                <a:lnTo>
                  <a:pt x="384" y="19"/>
                </a:lnTo>
                <a:lnTo>
                  <a:pt x="385" y="19"/>
                </a:lnTo>
                <a:lnTo>
                  <a:pt x="385" y="18"/>
                </a:lnTo>
                <a:lnTo>
                  <a:pt x="386" y="18"/>
                </a:lnTo>
                <a:lnTo>
                  <a:pt x="386" y="16"/>
                </a:lnTo>
                <a:lnTo>
                  <a:pt x="386" y="15"/>
                </a:lnTo>
                <a:lnTo>
                  <a:pt x="385" y="12"/>
                </a:lnTo>
                <a:lnTo>
                  <a:pt x="385" y="11"/>
                </a:lnTo>
                <a:lnTo>
                  <a:pt x="386" y="11"/>
                </a:lnTo>
                <a:lnTo>
                  <a:pt x="386" y="12"/>
                </a:lnTo>
                <a:lnTo>
                  <a:pt x="386" y="11"/>
                </a:lnTo>
                <a:lnTo>
                  <a:pt x="387" y="11"/>
                </a:lnTo>
                <a:lnTo>
                  <a:pt x="389" y="9"/>
                </a:lnTo>
                <a:lnTo>
                  <a:pt x="389" y="8"/>
                </a:lnTo>
                <a:lnTo>
                  <a:pt x="388" y="7"/>
                </a:lnTo>
                <a:lnTo>
                  <a:pt x="387" y="6"/>
                </a:lnTo>
                <a:lnTo>
                  <a:pt x="388" y="3"/>
                </a:lnTo>
                <a:lnTo>
                  <a:pt x="388" y="2"/>
                </a:lnTo>
                <a:lnTo>
                  <a:pt x="389" y="1"/>
                </a:lnTo>
                <a:lnTo>
                  <a:pt x="390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2055600" y="4985640"/>
            <a:ext cx="361800" cy="231840"/>
          </a:xfrm>
          <a:custGeom>
            <a:avLst/>
            <a:gdLst/>
            <a:ahLst/>
            <a:rect l="0" t="0" r="r" b="b"/>
            <a:pathLst>
              <a:path w="1005" h="644">
                <a:moveTo>
                  <a:pt x="140" y="7"/>
                </a:moveTo>
                <a:lnTo>
                  <a:pt x="141" y="7"/>
                </a:lnTo>
                <a:lnTo>
                  <a:pt x="141" y="8"/>
                </a:lnTo>
                <a:lnTo>
                  <a:pt x="141" y="9"/>
                </a:lnTo>
                <a:lnTo>
                  <a:pt x="141" y="10"/>
                </a:lnTo>
                <a:lnTo>
                  <a:pt x="142" y="10"/>
                </a:lnTo>
                <a:lnTo>
                  <a:pt x="142" y="11"/>
                </a:lnTo>
                <a:lnTo>
                  <a:pt x="143" y="11"/>
                </a:lnTo>
                <a:lnTo>
                  <a:pt x="143" y="10"/>
                </a:lnTo>
                <a:lnTo>
                  <a:pt x="143" y="9"/>
                </a:lnTo>
                <a:lnTo>
                  <a:pt x="144" y="9"/>
                </a:lnTo>
                <a:lnTo>
                  <a:pt x="145" y="9"/>
                </a:lnTo>
                <a:lnTo>
                  <a:pt x="146" y="9"/>
                </a:lnTo>
                <a:lnTo>
                  <a:pt x="147" y="9"/>
                </a:lnTo>
                <a:lnTo>
                  <a:pt x="148" y="9"/>
                </a:lnTo>
                <a:lnTo>
                  <a:pt x="148" y="10"/>
                </a:lnTo>
                <a:lnTo>
                  <a:pt x="149" y="10"/>
                </a:lnTo>
                <a:lnTo>
                  <a:pt x="149" y="11"/>
                </a:lnTo>
                <a:lnTo>
                  <a:pt x="148" y="11"/>
                </a:lnTo>
                <a:lnTo>
                  <a:pt x="149" y="12"/>
                </a:lnTo>
                <a:lnTo>
                  <a:pt x="150" y="12"/>
                </a:lnTo>
                <a:lnTo>
                  <a:pt x="151" y="12"/>
                </a:lnTo>
                <a:lnTo>
                  <a:pt x="152" y="12"/>
                </a:lnTo>
                <a:lnTo>
                  <a:pt x="153" y="12"/>
                </a:lnTo>
                <a:lnTo>
                  <a:pt x="156" y="12"/>
                </a:lnTo>
                <a:lnTo>
                  <a:pt x="156" y="11"/>
                </a:lnTo>
                <a:lnTo>
                  <a:pt x="157" y="11"/>
                </a:lnTo>
                <a:lnTo>
                  <a:pt x="158" y="11"/>
                </a:lnTo>
                <a:lnTo>
                  <a:pt x="158" y="12"/>
                </a:lnTo>
                <a:lnTo>
                  <a:pt x="159" y="12"/>
                </a:lnTo>
                <a:lnTo>
                  <a:pt x="160" y="12"/>
                </a:lnTo>
                <a:lnTo>
                  <a:pt x="161" y="12"/>
                </a:lnTo>
                <a:lnTo>
                  <a:pt x="161" y="11"/>
                </a:lnTo>
                <a:lnTo>
                  <a:pt x="162" y="11"/>
                </a:lnTo>
                <a:lnTo>
                  <a:pt x="163" y="11"/>
                </a:lnTo>
                <a:lnTo>
                  <a:pt x="164" y="10"/>
                </a:lnTo>
                <a:lnTo>
                  <a:pt x="165" y="10"/>
                </a:lnTo>
                <a:lnTo>
                  <a:pt x="166" y="10"/>
                </a:lnTo>
                <a:lnTo>
                  <a:pt x="167" y="9"/>
                </a:lnTo>
                <a:lnTo>
                  <a:pt x="168" y="9"/>
                </a:lnTo>
                <a:lnTo>
                  <a:pt x="169" y="9"/>
                </a:lnTo>
                <a:lnTo>
                  <a:pt x="170" y="10"/>
                </a:lnTo>
                <a:lnTo>
                  <a:pt x="171" y="10"/>
                </a:lnTo>
                <a:lnTo>
                  <a:pt x="172" y="11"/>
                </a:lnTo>
                <a:lnTo>
                  <a:pt x="173" y="11"/>
                </a:lnTo>
                <a:lnTo>
                  <a:pt x="174" y="11"/>
                </a:lnTo>
                <a:lnTo>
                  <a:pt x="175" y="12"/>
                </a:lnTo>
                <a:lnTo>
                  <a:pt x="176" y="12"/>
                </a:lnTo>
                <a:lnTo>
                  <a:pt x="177" y="12"/>
                </a:lnTo>
                <a:lnTo>
                  <a:pt x="178" y="13"/>
                </a:lnTo>
                <a:lnTo>
                  <a:pt x="179" y="14"/>
                </a:lnTo>
                <a:lnTo>
                  <a:pt x="181" y="15"/>
                </a:lnTo>
                <a:lnTo>
                  <a:pt x="182" y="15"/>
                </a:lnTo>
                <a:lnTo>
                  <a:pt x="183" y="16"/>
                </a:lnTo>
                <a:lnTo>
                  <a:pt x="184" y="16"/>
                </a:lnTo>
                <a:lnTo>
                  <a:pt x="184" y="15"/>
                </a:lnTo>
                <a:lnTo>
                  <a:pt x="185" y="15"/>
                </a:lnTo>
                <a:lnTo>
                  <a:pt x="186" y="14"/>
                </a:lnTo>
                <a:lnTo>
                  <a:pt x="187" y="14"/>
                </a:lnTo>
                <a:lnTo>
                  <a:pt x="188" y="15"/>
                </a:lnTo>
                <a:lnTo>
                  <a:pt x="189" y="15"/>
                </a:lnTo>
                <a:lnTo>
                  <a:pt x="189" y="16"/>
                </a:lnTo>
                <a:lnTo>
                  <a:pt x="190" y="16"/>
                </a:lnTo>
                <a:lnTo>
                  <a:pt x="191" y="16"/>
                </a:lnTo>
                <a:lnTo>
                  <a:pt x="192" y="16"/>
                </a:lnTo>
                <a:lnTo>
                  <a:pt x="193" y="16"/>
                </a:lnTo>
                <a:lnTo>
                  <a:pt x="194" y="16"/>
                </a:lnTo>
                <a:lnTo>
                  <a:pt x="194" y="15"/>
                </a:lnTo>
                <a:lnTo>
                  <a:pt x="194" y="14"/>
                </a:lnTo>
                <a:lnTo>
                  <a:pt x="195" y="14"/>
                </a:lnTo>
                <a:lnTo>
                  <a:pt x="195" y="15"/>
                </a:lnTo>
                <a:lnTo>
                  <a:pt x="197" y="15"/>
                </a:lnTo>
                <a:lnTo>
                  <a:pt x="197" y="14"/>
                </a:lnTo>
                <a:lnTo>
                  <a:pt x="198" y="14"/>
                </a:lnTo>
                <a:lnTo>
                  <a:pt x="199" y="14"/>
                </a:lnTo>
                <a:lnTo>
                  <a:pt x="199" y="15"/>
                </a:lnTo>
                <a:lnTo>
                  <a:pt x="200" y="15"/>
                </a:lnTo>
                <a:lnTo>
                  <a:pt x="201" y="14"/>
                </a:lnTo>
                <a:lnTo>
                  <a:pt x="202" y="14"/>
                </a:lnTo>
                <a:lnTo>
                  <a:pt x="203" y="14"/>
                </a:lnTo>
                <a:lnTo>
                  <a:pt x="204" y="14"/>
                </a:lnTo>
                <a:lnTo>
                  <a:pt x="205" y="13"/>
                </a:lnTo>
                <a:lnTo>
                  <a:pt x="206" y="13"/>
                </a:lnTo>
                <a:lnTo>
                  <a:pt x="207" y="14"/>
                </a:lnTo>
                <a:lnTo>
                  <a:pt x="207" y="15"/>
                </a:lnTo>
                <a:lnTo>
                  <a:pt x="207" y="16"/>
                </a:lnTo>
                <a:lnTo>
                  <a:pt x="208" y="16"/>
                </a:lnTo>
                <a:lnTo>
                  <a:pt x="209" y="17"/>
                </a:lnTo>
                <a:lnTo>
                  <a:pt x="210" y="17"/>
                </a:lnTo>
                <a:lnTo>
                  <a:pt x="211" y="17"/>
                </a:lnTo>
                <a:lnTo>
                  <a:pt x="211" y="18"/>
                </a:lnTo>
                <a:lnTo>
                  <a:pt x="212" y="20"/>
                </a:lnTo>
                <a:lnTo>
                  <a:pt x="214" y="20"/>
                </a:lnTo>
                <a:lnTo>
                  <a:pt x="215" y="20"/>
                </a:lnTo>
                <a:lnTo>
                  <a:pt x="216" y="19"/>
                </a:lnTo>
                <a:lnTo>
                  <a:pt x="216" y="20"/>
                </a:lnTo>
                <a:lnTo>
                  <a:pt x="217" y="20"/>
                </a:lnTo>
                <a:lnTo>
                  <a:pt x="218" y="20"/>
                </a:lnTo>
                <a:lnTo>
                  <a:pt x="218" y="19"/>
                </a:lnTo>
                <a:lnTo>
                  <a:pt x="219" y="19"/>
                </a:lnTo>
                <a:lnTo>
                  <a:pt x="221" y="18"/>
                </a:lnTo>
                <a:lnTo>
                  <a:pt x="222" y="18"/>
                </a:lnTo>
                <a:lnTo>
                  <a:pt x="224" y="18"/>
                </a:lnTo>
                <a:lnTo>
                  <a:pt x="224" y="19"/>
                </a:lnTo>
                <a:lnTo>
                  <a:pt x="226" y="19"/>
                </a:lnTo>
                <a:lnTo>
                  <a:pt x="227" y="19"/>
                </a:lnTo>
                <a:lnTo>
                  <a:pt x="227" y="20"/>
                </a:lnTo>
                <a:lnTo>
                  <a:pt x="228" y="20"/>
                </a:lnTo>
                <a:lnTo>
                  <a:pt x="228" y="19"/>
                </a:lnTo>
                <a:lnTo>
                  <a:pt x="228" y="18"/>
                </a:lnTo>
                <a:lnTo>
                  <a:pt x="228" y="17"/>
                </a:lnTo>
                <a:lnTo>
                  <a:pt x="229" y="17"/>
                </a:lnTo>
                <a:lnTo>
                  <a:pt x="230" y="17"/>
                </a:lnTo>
                <a:lnTo>
                  <a:pt x="231" y="16"/>
                </a:lnTo>
                <a:lnTo>
                  <a:pt x="232" y="15"/>
                </a:lnTo>
                <a:lnTo>
                  <a:pt x="232" y="16"/>
                </a:lnTo>
                <a:lnTo>
                  <a:pt x="232" y="17"/>
                </a:lnTo>
                <a:lnTo>
                  <a:pt x="233" y="17"/>
                </a:lnTo>
                <a:lnTo>
                  <a:pt x="234" y="17"/>
                </a:lnTo>
                <a:lnTo>
                  <a:pt x="235" y="17"/>
                </a:lnTo>
                <a:lnTo>
                  <a:pt x="236" y="17"/>
                </a:lnTo>
                <a:lnTo>
                  <a:pt x="237" y="17"/>
                </a:lnTo>
                <a:lnTo>
                  <a:pt x="238" y="17"/>
                </a:lnTo>
                <a:lnTo>
                  <a:pt x="239" y="17"/>
                </a:lnTo>
                <a:lnTo>
                  <a:pt x="240" y="17"/>
                </a:lnTo>
                <a:lnTo>
                  <a:pt x="240" y="16"/>
                </a:lnTo>
                <a:lnTo>
                  <a:pt x="241" y="16"/>
                </a:lnTo>
                <a:lnTo>
                  <a:pt x="242" y="16"/>
                </a:lnTo>
                <a:lnTo>
                  <a:pt x="243" y="17"/>
                </a:lnTo>
                <a:lnTo>
                  <a:pt x="244" y="17"/>
                </a:lnTo>
                <a:lnTo>
                  <a:pt x="244" y="16"/>
                </a:lnTo>
                <a:lnTo>
                  <a:pt x="244" y="15"/>
                </a:lnTo>
                <a:lnTo>
                  <a:pt x="245" y="14"/>
                </a:lnTo>
                <a:lnTo>
                  <a:pt x="246" y="13"/>
                </a:lnTo>
                <a:lnTo>
                  <a:pt x="247" y="12"/>
                </a:lnTo>
                <a:lnTo>
                  <a:pt x="247" y="11"/>
                </a:lnTo>
                <a:lnTo>
                  <a:pt x="246" y="11"/>
                </a:lnTo>
                <a:lnTo>
                  <a:pt x="247" y="11"/>
                </a:lnTo>
                <a:lnTo>
                  <a:pt x="248" y="10"/>
                </a:lnTo>
                <a:lnTo>
                  <a:pt x="248" y="9"/>
                </a:lnTo>
                <a:lnTo>
                  <a:pt x="249" y="8"/>
                </a:lnTo>
                <a:lnTo>
                  <a:pt x="249" y="7"/>
                </a:lnTo>
                <a:lnTo>
                  <a:pt x="250" y="7"/>
                </a:lnTo>
                <a:lnTo>
                  <a:pt x="250" y="8"/>
                </a:lnTo>
                <a:lnTo>
                  <a:pt x="251" y="8"/>
                </a:lnTo>
                <a:lnTo>
                  <a:pt x="251" y="7"/>
                </a:lnTo>
                <a:lnTo>
                  <a:pt x="252" y="6"/>
                </a:lnTo>
                <a:lnTo>
                  <a:pt x="251" y="5"/>
                </a:lnTo>
                <a:lnTo>
                  <a:pt x="251" y="4"/>
                </a:lnTo>
                <a:lnTo>
                  <a:pt x="252" y="4"/>
                </a:lnTo>
                <a:lnTo>
                  <a:pt x="253" y="4"/>
                </a:lnTo>
                <a:lnTo>
                  <a:pt x="255" y="4"/>
                </a:lnTo>
                <a:lnTo>
                  <a:pt x="255" y="5"/>
                </a:lnTo>
                <a:lnTo>
                  <a:pt x="256" y="5"/>
                </a:lnTo>
                <a:lnTo>
                  <a:pt x="257" y="5"/>
                </a:lnTo>
                <a:lnTo>
                  <a:pt x="257" y="6"/>
                </a:lnTo>
                <a:lnTo>
                  <a:pt x="258" y="6"/>
                </a:lnTo>
                <a:lnTo>
                  <a:pt x="258" y="7"/>
                </a:lnTo>
                <a:lnTo>
                  <a:pt x="258" y="8"/>
                </a:lnTo>
                <a:lnTo>
                  <a:pt x="258" y="9"/>
                </a:lnTo>
                <a:lnTo>
                  <a:pt x="259" y="9"/>
                </a:lnTo>
                <a:lnTo>
                  <a:pt x="259" y="10"/>
                </a:lnTo>
                <a:lnTo>
                  <a:pt x="260" y="11"/>
                </a:lnTo>
                <a:lnTo>
                  <a:pt x="259" y="11"/>
                </a:lnTo>
                <a:lnTo>
                  <a:pt x="260" y="12"/>
                </a:lnTo>
                <a:lnTo>
                  <a:pt x="260" y="15"/>
                </a:lnTo>
                <a:lnTo>
                  <a:pt x="260" y="16"/>
                </a:lnTo>
                <a:lnTo>
                  <a:pt x="260" y="18"/>
                </a:lnTo>
                <a:lnTo>
                  <a:pt x="259" y="18"/>
                </a:lnTo>
                <a:lnTo>
                  <a:pt x="260" y="19"/>
                </a:lnTo>
                <a:lnTo>
                  <a:pt x="261" y="19"/>
                </a:lnTo>
                <a:lnTo>
                  <a:pt x="262" y="19"/>
                </a:lnTo>
                <a:lnTo>
                  <a:pt x="263" y="20"/>
                </a:lnTo>
                <a:lnTo>
                  <a:pt x="264" y="20"/>
                </a:lnTo>
                <a:lnTo>
                  <a:pt x="265" y="20"/>
                </a:lnTo>
                <a:lnTo>
                  <a:pt x="266" y="20"/>
                </a:lnTo>
                <a:lnTo>
                  <a:pt x="266" y="19"/>
                </a:lnTo>
                <a:lnTo>
                  <a:pt x="266" y="18"/>
                </a:lnTo>
                <a:lnTo>
                  <a:pt x="266" y="17"/>
                </a:lnTo>
                <a:lnTo>
                  <a:pt x="267" y="17"/>
                </a:lnTo>
                <a:lnTo>
                  <a:pt x="267" y="19"/>
                </a:lnTo>
                <a:lnTo>
                  <a:pt x="268" y="20"/>
                </a:lnTo>
                <a:lnTo>
                  <a:pt x="269" y="21"/>
                </a:lnTo>
                <a:lnTo>
                  <a:pt x="270" y="21"/>
                </a:lnTo>
                <a:lnTo>
                  <a:pt x="270" y="22"/>
                </a:lnTo>
                <a:lnTo>
                  <a:pt x="270" y="23"/>
                </a:lnTo>
                <a:lnTo>
                  <a:pt x="271" y="24"/>
                </a:lnTo>
                <a:lnTo>
                  <a:pt x="272" y="25"/>
                </a:lnTo>
                <a:lnTo>
                  <a:pt x="273" y="26"/>
                </a:lnTo>
                <a:lnTo>
                  <a:pt x="274" y="27"/>
                </a:lnTo>
                <a:lnTo>
                  <a:pt x="275" y="27"/>
                </a:lnTo>
                <a:lnTo>
                  <a:pt x="276" y="26"/>
                </a:lnTo>
                <a:lnTo>
                  <a:pt x="276" y="25"/>
                </a:lnTo>
                <a:lnTo>
                  <a:pt x="276" y="24"/>
                </a:lnTo>
                <a:lnTo>
                  <a:pt x="276" y="23"/>
                </a:lnTo>
                <a:lnTo>
                  <a:pt x="275" y="23"/>
                </a:lnTo>
                <a:lnTo>
                  <a:pt x="276" y="23"/>
                </a:lnTo>
                <a:lnTo>
                  <a:pt x="276" y="22"/>
                </a:lnTo>
                <a:lnTo>
                  <a:pt x="276" y="21"/>
                </a:lnTo>
                <a:lnTo>
                  <a:pt x="277" y="21"/>
                </a:lnTo>
                <a:lnTo>
                  <a:pt x="278" y="21"/>
                </a:lnTo>
                <a:lnTo>
                  <a:pt x="278" y="20"/>
                </a:lnTo>
                <a:lnTo>
                  <a:pt x="279" y="19"/>
                </a:lnTo>
                <a:lnTo>
                  <a:pt x="280" y="19"/>
                </a:lnTo>
                <a:lnTo>
                  <a:pt x="280" y="18"/>
                </a:lnTo>
                <a:lnTo>
                  <a:pt x="281" y="18"/>
                </a:lnTo>
                <a:lnTo>
                  <a:pt x="282" y="18"/>
                </a:lnTo>
                <a:lnTo>
                  <a:pt x="283" y="19"/>
                </a:lnTo>
                <a:lnTo>
                  <a:pt x="285" y="18"/>
                </a:lnTo>
                <a:lnTo>
                  <a:pt x="285" y="17"/>
                </a:lnTo>
                <a:lnTo>
                  <a:pt x="286" y="16"/>
                </a:lnTo>
                <a:lnTo>
                  <a:pt x="286" y="17"/>
                </a:lnTo>
                <a:lnTo>
                  <a:pt x="287" y="17"/>
                </a:lnTo>
                <a:lnTo>
                  <a:pt x="288" y="17"/>
                </a:lnTo>
                <a:lnTo>
                  <a:pt x="288" y="16"/>
                </a:lnTo>
                <a:lnTo>
                  <a:pt x="288" y="15"/>
                </a:lnTo>
                <a:lnTo>
                  <a:pt x="287" y="15"/>
                </a:lnTo>
                <a:lnTo>
                  <a:pt x="287" y="14"/>
                </a:lnTo>
                <a:lnTo>
                  <a:pt x="287" y="12"/>
                </a:lnTo>
                <a:lnTo>
                  <a:pt x="287" y="11"/>
                </a:lnTo>
                <a:lnTo>
                  <a:pt x="288" y="10"/>
                </a:lnTo>
                <a:lnTo>
                  <a:pt x="289" y="10"/>
                </a:lnTo>
                <a:lnTo>
                  <a:pt x="289" y="9"/>
                </a:lnTo>
                <a:lnTo>
                  <a:pt x="290" y="9"/>
                </a:lnTo>
                <a:lnTo>
                  <a:pt x="291" y="9"/>
                </a:lnTo>
                <a:lnTo>
                  <a:pt x="292" y="8"/>
                </a:lnTo>
                <a:lnTo>
                  <a:pt x="293" y="8"/>
                </a:lnTo>
                <a:lnTo>
                  <a:pt x="294" y="7"/>
                </a:lnTo>
                <a:lnTo>
                  <a:pt x="294" y="8"/>
                </a:lnTo>
                <a:lnTo>
                  <a:pt x="295" y="8"/>
                </a:lnTo>
                <a:lnTo>
                  <a:pt x="296" y="8"/>
                </a:lnTo>
                <a:lnTo>
                  <a:pt x="297" y="8"/>
                </a:lnTo>
                <a:lnTo>
                  <a:pt x="297" y="9"/>
                </a:lnTo>
                <a:lnTo>
                  <a:pt x="298" y="9"/>
                </a:lnTo>
                <a:lnTo>
                  <a:pt x="298" y="8"/>
                </a:lnTo>
                <a:lnTo>
                  <a:pt x="299" y="8"/>
                </a:lnTo>
                <a:lnTo>
                  <a:pt x="299" y="7"/>
                </a:lnTo>
                <a:lnTo>
                  <a:pt x="299" y="8"/>
                </a:lnTo>
                <a:lnTo>
                  <a:pt x="299" y="9"/>
                </a:lnTo>
                <a:lnTo>
                  <a:pt x="300" y="9"/>
                </a:lnTo>
                <a:lnTo>
                  <a:pt x="300" y="8"/>
                </a:lnTo>
                <a:lnTo>
                  <a:pt x="301" y="7"/>
                </a:lnTo>
                <a:lnTo>
                  <a:pt x="302" y="6"/>
                </a:lnTo>
                <a:lnTo>
                  <a:pt x="302" y="5"/>
                </a:lnTo>
                <a:lnTo>
                  <a:pt x="302" y="4"/>
                </a:lnTo>
                <a:lnTo>
                  <a:pt x="303" y="3"/>
                </a:lnTo>
                <a:lnTo>
                  <a:pt x="304" y="3"/>
                </a:lnTo>
                <a:lnTo>
                  <a:pt x="304" y="2"/>
                </a:lnTo>
                <a:lnTo>
                  <a:pt x="304" y="1"/>
                </a:lnTo>
                <a:lnTo>
                  <a:pt x="305" y="0"/>
                </a:lnTo>
                <a:lnTo>
                  <a:pt x="306" y="0"/>
                </a:lnTo>
                <a:lnTo>
                  <a:pt x="307" y="0"/>
                </a:lnTo>
                <a:lnTo>
                  <a:pt x="308" y="1"/>
                </a:lnTo>
                <a:lnTo>
                  <a:pt x="309" y="1"/>
                </a:lnTo>
                <a:lnTo>
                  <a:pt x="309" y="2"/>
                </a:lnTo>
                <a:lnTo>
                  <a:pt x="308" y="2"/>
                </a:lnTo>
                <a:lnTo>
                  <a:pt x="308" y="3"/>
                </a:lnTo>
                <a:lnTo>
                  <a:pt x="309" y="3"/>
                </a:lnTo>
                <a:lnTo>
                  <a:pt x="310" y="3"/>
                </a:lnTo>
                <a:lnTo>
                  <a:pt x="310" y="4"/>
                </a:lnTo>
                <a:lnTo>
                  <a:pt x="311" y="4"/>
                </a:lnTo>
                <a:lnTo>
                  <a:pt x="311" y="5"/>
                </a:lnTo>
                <a:lnTo>
                  <a:pt x="312" y="5"/>
                </a:lnTo>
                <a:lnTo>
                  <a:pt x="312" y="6"/>
                </a:lnTo>
                <a:lnTo>
                  <a:pt x="313" y="7"/>
                </a:lnTo>
                <a:lnTo>
                  <a:pt x="314" y="7"/>
                </a:lnTo>
                <a:lnTo>
                  <a:pt x="314" y="8"/>
                </a:lnTo>
                <a:lnTo>
                  <a:pt x="315" y="8"/>
                </a:lnTo>
                <a:lnTo>
                  <a:pt x="316" y="9"/>
                </a:lnTo>
                <a:lnTo>
                  <a:pt x="317" y="9"/>
                </a:lnTo>
                <a:lnTo>
                  <a:pt x="318" y="10"/>
                </a:lnTo>
                <a:lnTo>
                  <a:pt x="318" y="11"/>
                </a:lnTo>
                <a:lnTo>
                  <a:pt x="317" y="11"/>
                </a:lnTo>
                <a:lnTo>
                  <a:pt x="317" y="12"/>
                </a:lnTo>
                <a:lnTo>
                  <a:pt x="316" y="13"/>
                </a:lnTo>
                <a:lnTo>
                  <a:pt x="316" y="14"/>
                </a:lnTo>
                <a:lnTo>
                  <a:pt x="315" y="15"/>
                </a:lnTo>
                <a:lnTo>
                  <a:pt x="315" y="16"/>
                </a:lnTo>
                <a:lnTo>
                  <a:pt x="316" y="15"/>
                </a:lnTo>
                <a:lnTo>
                  <a:pt x="317" y="15"/>
                </a:lnTo>
                <a:lnTo>
                  <a:pt x="318" y="14"/>
                </a:lnTo>
                <a:lnTo>
                  <a:pt x="318" y="13"/>
                </a:lnTo>
                <a:lnTo>
                  <a:pt x="318" y="12"/>
                </a:lnTo>
                <a:lnTo>
                  <a:pt x="319" y="12"/>
                </a:lnTo>
                <a:lnTo>
                  <a:pt x="319" y="11"/>
                </a:lnTo>
                <a:lnTo>
                  <a:pt x="319" y="12"/>
                </a:lnTo>
                <a:lnTo>
                  <a:pt x="319" y="11"/>
                </a:lnTo>
                <a:lnTo>
                  <a:pt x="320" y="11"/>
                </a:lnTo>
                <a:lnTo>
                  <a:pt x="321" y="11"/>
                </a:lnTo>
                <a:lnTo>
                  <a:pt x="321" y="12"/>
                </a:lnTo>
                <a:lnTo>
                  <a:pt x="323" y="12"/>
                </a:lnTo>
                <a:lnTo>
                  <a:pt x="323" y="13"/>
                </a:lnTo>
                <a:lnTo>
                  <a:pt x="324" y="14"/>
                </a:lnTo>
                <a:lnTo>
                  <a:pt x="325" y="14"/>
                </a:lnTo>
                <a:lnTo>
                  <a:pt x="326" y="14"/>
                </a:lnTo>
                <a:lnTo>
                  <a:pt x="326" y="15"/>
                </a:lnTo>
                <a:lnTo>
                  <a:pt x="326" y="17"/>
                </a:lnTo>
                <a:lnTo>
                  <a:pt x="327" y="17"/>
                </a:lnTo>
                <a:lnTo>
                  <a:pt x="327" y="18"/>
                </a:lnTo>
                <a:lnTo>
                  <a:pt x="328" y="18"/>
                </a:lnTo>
                <a:lnTo>
                  <a:pt x="328" y="19"/>
                </a:lnTo>
                <a:lnTo>
                  <a:pt x="329" y="19"/>
                </a:lnTo>
                <a:lnTo>
                  <a:pt x="330" y="19"/>
                </a:lnTo>
                <a:lnTo>
                  <a:pt x="331" y="19"/>
                </a:lnTo>
                <a:lnTo>
                  <a:pt x="331" y="20"/>
                </a:lnTo>
                <a:lnTo>
                  <a:pt x="332" y="20"/>
                </a:lnTo>
                <a:lnTo>
                  <a:pt x="333" y="20"/>
                </a:lnTo>
                <a:lnTo>
                  <a:pt x="333" y="21"/>
                </a:lnTo>
                <a:lnTo>
                  <a:pt x="332" y="21"/>
                </a:lnTo>
                <a:lnTo>
                  <a:pt x="332" y="23"/>
                </a:lnTo>
                <a:lnTo>
                  <a:pt x="332" y="24"/>
                </a:lnTo>
                <a:lnTo>
                  <a:pt x="334" y="24"/>
                </a:lnTo>
                <a:lnTo>
                  <a:pt x="334" y="23"/>
                </a:lnTo>
                <a:lnTo>
                  <a:pt x="334" y="24"/>
                </a:lnTo>
                <a:lnTo>
                  <a:pt x="335" y="24"/>
                </a:lnTo>
                <a:lnTo>
                  <a:pt x="335" y="25"/>
                </a:lnTo>
                <a:lnTo>
                  <a:pt x="335" y="26"/>
                </a:lnTo>
                <a:lnTo>
                  <a:pt x="336" y="26"/>
                </a:lnTo>
                <a:lnTo>
                  <a:pt x="336" y="27"/>
                </a:lnTo>
                <a:lnTo>
                  <a:pt x="335" y="27"/>
                </a:lnTo>
                <a:lnTo>
                  <a:pt x="335" y="28"/>
                </a:lnTo>
                <a:lnTo>
                  <a:pt x="334" y="28"/>
                </a:lnTo>
                <a:lnTo>
                  <a:pt x="333" y="28"/>
                </a:lnTo>
                <a:lnTo>
                  <a:pt x="332" y="29"/>
                </a:lnTo>
                <a:lnTo>
                  <a:pt x="330" y="31"/>
                </a:lnTo>
                <a:lnTo>
                  <a:pt x="330" y="32"/>
                </a:lnTo>
                <a:lnTo>
                  <a:pt x="331" y="32"/>
                </a:lnTo>
                <a:lnTo>
                  <a:pt x="332" y="32"/>
                </a:lnTo>
                <a:lnTo>
                  <a:pt x="332" y="31"/>
                </a:lnTo>
                <a:lnTo>
                  <a:pt x="333" y="31"/>
                </a:lnTo>
                <a:lnTo>
                  <a:pt x="334" y="31"/>
                </a:lnTo>
                <a:lnTo>
                  <a:pt x="334" y="32"/>
                </a:lnTo>
                <a:lnTo>
                  <a:pt x="335" y="32"/>
                </a:lnTo>
                <a:lnTo>
                  <a:pt x="336" y="32"/>
                </a:lnTo>
                <a:lnTo>
                  <a:pt x="337" y="31"/>
                </a:lnTo>
                <a:lnTo>
                  <a:pt x="338" y="31"/>
                </a:lnTo>
                <a:lnTo>
                  <a:pt x="339" y="31"/>
                </a:lnTo>
                <a:lnTo>
                  <a:pt x="340" y="31"/>
                </a:lnTo>
                <a:lnTo>
                  <a:pt x="341" y="32"/>
                </a:lnTo>
                <a:lnTo>
                  <a:pt x="342" y="33"/>
                </a:lnTo>
                <a:lnTo>
                  <a:pt x="342" y="34"/>
                </a:lnTo>
                <a:lnTo>
                  <a:pt x="342" y="35"/>
                </a:lnTo>
                <a:lnTo>
                  <a:pt x="342" y="36"/>
                </a:lnTo>
                <a:lnTo>
                  <a:pt x="343" y="36"/>
                </a:lnTo>
                <a:lnTo>
                  <a:pt x="343" y="35"/>
                </a:lnTo>
                <a:lnTo>
                  <a:pt x="344" y="36"/>
                </a:lnTo>
                <a:lnTo>
                  <a:pt x="344" y="37"/>
                </a:lnTo>
                <a:lnTo>
                  <a:pt x="344" y="38"/>
                </a:lnTo>
                <a:lnTo>
                  <a:pt x="344" y="39"/>
                </a:lnTo>
                <a:lnTo>
                  <a:pt x="345" y="39"/>
                </a:lnTo>
                <a:lnTo>
                  <a:pt x="346" y="39"/>
                </a:lnTo>
                <a:lnTo>
                  <a:pt x="346" y="40"/>
                </a:lnTo>
                <a:lnTo>
                  <a:pt x="345" y="40"/>
                </a:lnTo>
                <a:lnTo>
                  <a:pt x="345" y="41"/>
                </a:lnTo>
                <a:lnTo>
                  <a:pt x="346" y="41"/>
                </a:lnTo>
                <a:lnTo>
                  <a:pt x="346" y="42"/>
                </a:lnTo>
                <a:lnTo>
                  <a:pt x="346" y="43"/>
                </a:lnTo>
                <a:lnTo>
                  <a:pt x="345" y="44"/>
                </a:lnTo>
                <a:lnTo>
                  <a:pt x="344" y="45"/>
                </a:lnTo>
                <a:lnTo>
                  <a:pt x="343" y="45"/>
                </a:lnTo>
                <a:lnTo>
                  <a:pt x="343" y="46"/>
                </a:lnTo>
                <a:lnTo>
                  <a:pt x="343" y="48"/>
                </a:lnTo>
                <a:lnTo>
                  <a:pt x="343" y="50"/>
                </a:lnTo>
                <a:lnTo>
                  <a:pt x="343" y="51"/>
                </a:lnTo>
                <a:lnTo>
                  <a:pt x="344" y="52"/>
                </a:lnTo>
                <a:lnTo>
                  <a:pt x="343" y="53"/>
                </a:lnTo>
                <a:lnTo>
                  <a:pt x="343" y="54"/>
                </a:lnTo>
                <a:lnTo>
                  <a:pt x="343" y="55"/>
                </a:lnTo>
                <a:lnTo>
                  <a:pt x="345" y="55"/>
                </a:lnTo>
                <a:lnTo>
                  <a:pt x="346" y="54"/>
                </a:lnTo>
                <a:lnTo>
                  <a:pt x="346" y="53"/>
                </a:lnTo>
                <a:lnTo>
                  <a:pt x="347" y="53"/>
                </a:lnTo>
                <a:lnTo>
                  <a:pt x="349" y="54"/>
                </a:lnTo>
                <a:lnTo>
                  <a:pt x="349" y="55"/>
                </a:lnTo>
                <a:lnTo>
                  <a:pt x="349" y="56"/>
                </a:lnTo>
                <a:lnTo>
                  <a:pt x="349" y="57"/>
                </a:lnTo>
                <a:lnTo>
                  <a:pt x="348" y="57"/>
                </a:lnTo>
                <a:lnTo>
                  <a:pt x="349" y="59"/>
                </a:lnTo>
                <a:lnTo>
                  <a:pt x="350" y="59"/>
                </a:lnTo>
                <a:lnTo>
                  <a:pt x="351" y="59"/>
                </a:lnTo>
                <a:lnTo>
                  <a:pt x="352" y="60"/>
                </a:lnTo>
                <a:lnTo>
                  <a:pt x="353" y="60"/>
                </a:lnTo>
                <a:lnTo>
                  <a:pt x="354" y="62"/>
                </a:lnTo>
                <a:lnTo>
                  <a:pt x="355" y="62"/>
                </a:lnTo>
                <a:lnTo>
                  <a:pt x="356" y="62"/>
                </a:lnTo>
                <a:lnTo>
                  <a:pt x="358" y="62"/>
                </a:lnTo>
                <a:lnTo>
                  <a:pt x="359" y="62"/>
                </a:lnTo>
                <a:lnTo>
                  <a:pt x="359" y="63"/>
                </a:lnTo>
                <a:lnTo>
                  <a:pt x="360" y="64"/>
                </a:lnTo>
                <a:lnTo>
                  <a:pt x="361" y="64"/>
                </a:lnTo>
                <a:lnTo>
                  <a:pt x="361" y="65"/>
                </a:lnTo>
                <a:lnTo>
                  <a:pt x="362" y="66"/>
                </a:lnTo>
                <a:lnTo>
                  <a:pt x="362" y="67"/>
                </a:lnTo>
                <a:lnTo>
                  <a:pt x="363" y="68"/>
                </a:lnTo>
                <a:lnTo>
                  <a:pt x="364" y="69"/>
                </a:lnTo>
                <a:lnTo>
                  <a:pt x="364" y="70"/>
                </a:lnTo>
                <a:lnTo>
                  <a:pt x="365" y="72"/>
                </a:lnTo>
                <a:lnTo>
                  <a:pt x="365" y="73"/>
                </a:lnTo>
                <a:lnTo>
                  <a:pt x="365" y="74"/>
                </a:lnTo>
                <a:lnTo>
                  <a:pt x="366" y="74"/>
                </a:lnTo>
                <a:lnTo>
                  <a:pt x="369" y="74"/>
                </a:lnTo>
                <a:lnTo>
                  <a:pt x="369" y="73"/>
                </a:lnTo>
                <a:lnTo>
                  <a:pt x="370" y="72"/>
                </a:lnTo>
                <a:lnTo>
                  <a:pt x="371" y="72"/>
                </a:lnTo>
                <a:lnTo>
                  <a:pt x="371" y="71"/>
                </a:lnTo>
                <a:lnTo>
                  <a:pt x="371" y="70"/>
                </a:lnTo>
                <a:lnTo>
                  <a:pt x="372" y="71"/>
                </a:lnTo>
                <a:lnTo>
                  <a:pt x="373" y="72"/>
                </a:lnTo>
                <a:lnTo>
                  <a:pt x="373" y="73"/>
                </a:lnTo>
                <a:lnTo>
                  <a:pt x="372" y="73"/>
                </a:lnTo>
                <a:lnTo>
                  <a:pt x="372" y="75"/>
                </a:lnTo>
                <a:lnTo>
                  <a:pt x="372" y="76"/>
                </a:lnTo>
                <a:lnTo>
                  <a:pt x="371" y="77"/>
                </a:lnTo>
                <a:lnTo>
                  <a:pt x="369" y="77"/>
                </a:lnTo>
                <a:lnTo>
                  <a:pt x="368" y="77"/>
                </a:lnTo>
                <a:lnTo>
                  <a:pt x="368" y="76"/>
                </a:lnTo>
                <a:lnTo>
                  <a:pt x="367" y="76"/>
                </a:lnTo>
                <a:lnTo>
                  <a:pt x="367" y="77"/>
                </a:lnTo>
                <a:lnTo>
                  <a:pt x="368" y="78"/>
                </a:lnTo>
                <a:lnTo>
                  <a:pt x="369" y="78"/>
                </a:lnTo>
                <a:lnTo>
                  <a:pt x="370" y="78"/>
                </a:lnTo>
                <a:lnTo>
                  <a:pt x="371" y="78"/>
                </a:lnTo>
                <a:lnTo>
                  <a:pt x="372" y="78"/>
                </a:lnTo>
                <a:lnTo>
                  <a:pt x="373" y="78"/>
                </a:lnTo>
                <a:lnTo>
                  <a:pt x="373" y="79"/>
                </a:lnTo>
                <a:lnTo>
                  <a:pt x="373" y="80"/>
                </a:lnTo>
                <a:lnTo>
                  <a:pt x="373" y="81"/>
                </a:lnTo>
                <a:lnTo>
                  <a:pt x="374" y="82"/>
                </a:lnTo>
                <a:lnTo>
                  <a:pt x="375" y="82"/>
                </a:lnTo>
                <a:lnTo>
                  <a:pt x="375" y="83"/>
                </a:lnTo>
                <a:lnTo>
                  <a:pt x="376" y="83"/>
                </a:lnTo>
                <a:lnTo>
                  <a:pt x="376" y="84"/>
                </a:lnTo>
                <a:lnTo>
                  <a:pt x="377" y="84"/>
                </a:lnTo>
                <a:lnTo>
                  <a:pt x="377" y="85"/>
                </a:lnTo>
                <a:lnTo>
                  <a:pt x="378" y="85"/>
                </a:lnTo>
                <a:lnTo>
                  <a:pt x="379" y="86"/>
                </a:lnTo>
                <a:lnTo>
                  <a:pt x="380" y="87"/>
                </a:lnTo>
                <a:lnTo>
                  <a:pt x="381" y="89"/>
                </a:lnTo>
                <a:lnTo>
                  <a:pt x="380" y="90"/>
                </a:lnTo>
                <a:lnTo>
                  <a:pt x="381" y="91"/>
                </a:lnTo>
                <a:lnTo>
                  <a:pt x="382" y="91"/>
                </a:lnTo>
                <a:lnTo>
                  <a:pt x="382" y="92"/>
                </a:lnTo>
                <a:lnTo>
                  <a:pt x="382" y="93"/>
                </a:lnTo>
                <a:lnTo>
                  <a:pt x="381" y="93"/>
                </a:lnTo>
                <a:lnTo>
                  <a:pt x="382" y="94"/>
                </a:lnTo>
                <a:lnTo>
                  <a:pt x="383" y="94"/>
                </a:lnTo>
                <a:lnTo>
                  <a:pt x="384" y="94"/>
                </a:lnTo>
                <a:lnTo>
                  <a:pt x="384" y="95"/>
                </a:lnTo>
                <a:lnTo>
                  <a:pt x="385" y="95"/>
                </a:lnTo>
                <a:lnTo>
                  <a:pt x="385" y="96"/>
                </a:lnTo>
                <a:lnTo>
                  <a:pt x="385" y="97"/>
                </a:lnTo>
                <a:lnTo>
                  <a:pt x="386" y="97"/>
                </a:lnTo>
                <a:lnTo>
                  <a:pt x="387" y="97"/>
                </a:lnTo>
                <a:lnTo>
                  <a:pt x="388" y="97"/>
                </a:lnTo>
                <a:lnTo>
                  <a:pt x="388" y="96"/>
                </a:lnTo>
                <a:lnTo>
                  <a:pt x="389" y="96"/>
                </a:lnTo>
                <a:lnTo>
                  <a:pt x="390" y="96"/>
                </a:lnTo>
                <a:lnTo>
                  <a:pt x="390" y="95"/>
                </a:lnTo>
                <a:lnTo>
                  <a:pt x="391" y="94"/>
                </a:lnTo>
                <a:lnTo>
                  <a:pt x="392" y="93"/>
                </a:lnTo>
                <a:lnTo>
                  <a:pt x="392" y="92"/>
                </a:lnTo>
                <a:lnTo>
                  <a:pt x="393" y="91"/>
                </a:lnTo>
                <a:lnTo>
                  <a:pt x="395" y="91"/>
                </a:lnTo>
                <a:lnTo>
                  <a:pt x="396" y="91"/>
                </a:lnTo>
                <a:lnTo>
                  <a:pt x="395" y="92"/>
                </a:lnTo>
                <a:lnTo>
                  <a:pt x="395" y="93"/>
                </a:lnTo>
                <a:lnTo>
                  <a:pt x="395" y="94"/>
                </a:lnTo>
                <a:lnTo>
                  <a:pt x="396" y="95"/>
                </a:lnTo>
                <a:lnTo>
                  <a:pt x="397" y="95"/>
                </a:lnTo>
                <a:lnTo>
                  <a:pt x="397" y="94"/>
                </a:lnTo>
                <a:lnTo>
                  <a:pt x="397" y="93"/>
                </a:lnTo>
                <a:lnTo>
                  <a:pt x="398" y="93"/>
                </a:lnTo>
                <a:lnTo>
                  <a:pt x="400" y="93"/>
                </a:lnTo>
                <a:lnTo>
                  <a:pt x="402" y="94"/>
                </a:lnTo>
                <a:lnTo>
                  <a:pt x="403" y="93"/>
                </a:lnTo>
                <a:lnTo>
                  <a:pt x="405" y="94"/>
                </a:lnTo>
                <a:lnTo>
                  <a:pt x="406" y="94"/>
                </a:lnTo>
                <a:lnTo>
                  <a:pt x="406" y="95"/>
                </a:lnTo>
                <a:lnTo>
                  <a:pt x="407" y="96"/>
                </a:lnTo>
                <a:lnTo>
                  <a:pt x="408" y="96"/>
                </a:lnTo>
                <a:lnTo>
                  <a:pt x="408" y="97"/>
                </a:lnTo>
                <a:lnTo>
                  <a:pt x="409" y="98"/>
                </a:lnTo>
                <a:lnTo>
                  <a:pt x="410" y="99"/>
                </a:lnTo>
                <a:lnTo>
                  <a:pt x="411" y="100"/>
                </a:lnTo>
                <a:lnTo>
                  <a:pt x="412" y="100"/>
                </a:lnTo>
                <a:lnTo>
                  <a:pt x="413" y="100"/>
                </a:lnTo>
                <a:lnTo>
                  <a:pt x="414" y="101"/>
                </a:lnTo>
                <a:lnTo>
                  <a:pt x="414" y="102"/>
                </a:lnTo>
                <a:lnTo>
                  <a:pt x="415" y="102"/>
                </a:lnTo>
                <a:lnTo>
                  <a:pt x="416" y="103"/>
                </a:lnTo>
                <a:lnTo>
                  <a:pt x="417" y="103"/>
                </a:lnTo>
                <a:lnTo>
                  <a:pt x="418" y="103"/>
                </a:lnTo>
                <a:lnTo>
                  <a:pt x="419" y="103"/>
                </a:lnTo>
                <a:lnTo>
                  <a:pt x="419" y="104"/>
                </a:lnTo>
                <a:lnTo>
                  <a:pt x="420" y="104"/>
                </a:lnTo>
                <a:lnTo>
                  <a:pt x="420" y="105"/>
                </a:lnTo>
                <a:lnTo>
                  <a:pt x="421" y="105"/>
                </a:lnTo>
                <a:lnTo>
                  <a:pt x="423" y="104"/>
                </a:lnTo>
                <a:lnTo>
                  <a:pt x="424" y="104"/>
                </a:lnTo>
                <a:lnTo>
                  <a:pt x="424" y="105"/>
                </a:lnTo>
                <a:lnTo>
                  <a:pt x="424" y="106"/>
                </a:lnTo>
                <a:lnTo>
                  <a:pt x="424" y="107"/>
                </a:lnTo>
                <a:lnTo>
                  <a:pt x="425" y="107"/>
                </a:lnTo>
                <a:lnTo>
                  <a:pt x="426" y="108"/>
                </a:lnTo>
                <a:lnTo>
                  <a:pt x="428" y="108"/>
                </a:lnTo>
                <a:lnTo>
                  <a:pt x="429" y="108"/>
                </a:lnTo>
                <a:lnTo>
                  <a:pt x="430" y="108"/>
                </a:lnTo>
                <a:lnTo>
                  <a:pt x="431" y="107"/>
                </a:lnTo>
                <a:lnTo>
                  <a:pt x="432" y="106"/>
                </a:lnTo>
                <a:lnTo>
                  <a:pt x="433" y="105"/>
                </a:lnTo>
                <a:lnTo>
                  <a:pt x="434" y="105"/>
                </a:lnTo>
                <a:lnTo>
                  <a:pt x="435" y="105"/>
                </a:lnTo>
                <a:lnTo>
                  <a:pt x="436" y="106"/>
                </a:lnTo>
                <a:lnTo>
                  <a:pt x="437" y="107"/>
                </a:lnTo>
                <a:lnTo>
                  <a:pt x="437" y="108"/>
                </a:lnTo>
                <a:lnTo>
                  <a:pt x="437" y="109"/>
                </a:lnTo>
                <a:lnTo>
                  <a:pt x="438" y="112"/>
                </a:lnTo>
                <a:lnTo>
                  <a:pt x="439" y="112"/>
                </a:lnTo>
                <a:lnTo>
                  <a:pt x="441" y="112"/>
                </a:lnTo>
                <a:lnTo>
                  <a:pt x="441" y="113"/>
                </a:lnTo>
                <a:lnTo>
                  <a:pt x="440" y="113"/>
                </a:lnTo>
                <a:lnTo>
                  <a:pt x="440" y="114"/>
                </a:lnTo>
                <a:lnTo>
                  <a:pt x="441" y="114"/>
                </a:lnTo>
                <a:lnTo>
                  <a:pt x="441" y="113"/>
                </a:lnTo>
                <a:lnTo>
                  <a:pt x="442" y="113"/>
                </a:lnTo>
                <a:lnTo>
                  <a:pt x="442" y="114"/>
                </a:lnTo>
                <a:lnTo>
                  <a:pt x="443" y="115"/>
                </a:lnTo>
                <a:lnTo>
                  <a:pt x="445" y="114"/>
                </a:lnTo>
                <a:lnTo>
                  <a:pt x="446" y="113"/>
                </a:lnTo>
                <a:lnTo>
                  <a:pt x="446" y="112"/>
                </a:lnTo>
                <a:lnTo>
                  <a:pt x="446" y="111"/>
                </a:lnTo>
                <a:lnTo>
                  <a:pt x="447" y="111"/>
                </a:lnTo>
                <a:lnTo>
                  <a:pt x="449" y="111"/>
                </a:lnTo>
                <a:lnTo>
                  <a:pt x="450" y="111"/>
                </a:lnTo>
                <a:lnTo>
                  <a:pt x="449" y="111"/>
                </a:lnTo>
                <a:lnTo>
                  <a:pt x="450" y="112"/>
                </a:lnTo>
                <a:lnTo>
                  <a:pt x="450" y="113"/>
                </a:lnTo>
                <a:lnTo>
                  <a:pt x="450" y="114"/>
                </a:lnTo>
                <a:lnTo>
                  <a:pt x="450" y="115"/>
                </a:lnTo>
                <a:lnTo>
                  <a:pt x="450" y="116"/>
                </a:lnTo>
                <a:lnTo>
                  <a:pt x="451" y="116"/>
                </a:lnTo>
                <a:lnTo>
                  <a:pt x="452" y="117"/>
                </a:lnTo>
                <a:lnTo>
                  <a:pt x="452" y="118"/>
                </a:lnTo>
                <a:lnTo>
                  <a:pt x="452" y="119"/>
                </a:lnTo>
                <a:lnTo>
                  <a:pt x="454" y="119"/>
                </a:lnTo>
                <a:lnTo>
                  <a:pt x="455" y="120"/>
                </a:lnTo>
                <a:lnTo>
                  <a:pt x="456" y="120"/>
                </a:lnTo>
                <a:lnTo>
                  <a:pt x="456" y="121"/>
                </a:lnTo>
                <a:lnTo>
                  <a:pt x="457" y="121"/>
                </a:lnTo>
                <a:lnTo>
                  <a:pt x="457" y="122"/>
                </a:lnTo>
                <a:lnTo>
                  <a:pt x="458" y="122"/>
                </a:lnTo>
                <a:lnTo>
                  <a:pt x="458" y="121"/>
                </a:lnTo>
                <a:lnTo>
                  <a:pt x="459" y="121"/>
                </a:lnTo>
                <a:lnTo>
                  <a:pt x="459" y="122"/>
                </a:lnTo>
                <a:lnTo>
                  <a:pt x="459" y="123"/>
                </a:lnTo>
                <a:lnTo>
                  <a:pt x="460" y="124"/>
                </a:lnTo>
                <a:lnTo>
                  <a:pt x="461" y="124"/>
                </a:lnTo>
                <a:lnTo>
                  <a:pt x="462" y="125"/>
                </a:lnTo>
                <a:lnTo>
                  <a:pt x="463" y="125"/>
                </a:lnTo>
                <a:lnTo>
                  <a:pt x="463" y="124"/>
                </a:lnTo>
                <a:lnTo>
                  <a:pt x="463" y="123"/>
                </a:lnTo>
                <a:lnTo>
                  <a:pt x="462" y="123"/>
                </a:lnTo>
                <a:lnTo>
                  <a:pt x="461" y="124"/>
                </a:lnTo>
                <a:lnTo>
                  <a:pt x="461" y="123"/>
                </a:lnTo>
                <a:lnTo>
                  <a:pt x="462" y="123"/>
                </a:lnTo>
                <a:lnTo>
                  <a:pt x="463" y="122"/>
                </a:lnTo>
                <a:lnTo>
                  <a:pt x="463" y="121"/>
                </a:lnTo>
                <a:lnTo>
                  <a:pt x="462" y="121"/>
                </a:lnTo>
                <a:lnTo>
                  <a:pt x="461" y="121"/>
                </a:lnTo>
                <a:lnTo>
                  <a:pt x="460" y="120"/>
                </a:lnTo>
                <a:lnTo>
                  <a:pt x="461" y="120"/>
                </a:lnTo>
                <a:lnTo>
                  <a:pt x="463" y="119"/>
                </a:lnTo>
                <a:lnTo>
                  <a:pt x="463" y="120"/>
                </a:lnTo>
                <a:lnTo>
                  <a:pt x="464" y="120"/>
                </a:lnTo>
                <a:lnTo>
                  <a:pt x="465" y="121"/>
                </a:lnTo>
                <a:lnTo>
                  <a:pt x="465" y="122"/>
                </a:lnTo>
                <a:lnTo>
                  <a:pt x="464" y="123"/>
                </a:lnTo>
                <a:lnTo>
                  <a:pt x="465" y="123"/>
                </a:lnTo>
                <a:lnTo>
                  <a:pt x="466" y="123"/>
                </a:lnTo>
                <a:lnTo>
                  <a:pt x="466" y="122"/>
                </a:lnTo>
                <a:lnTo>
                  <a:pt x="467" y="122"/>
                </a:lnTo>
                <a:lnTo>
                  <a:pt x="468" y="122"/>
                </a:lnTo>
                <a:lnTo>
                  <a:pt x="468" y="123"/>
                </a:lnTo>
                <a:lnTo>
                  <a:pt x="469" y="122"/>
                </a:lnTo>
                <a:lnTo>
                  <a:pt x="470" y="123"/>
                </a:lnTo>
                <a:lnTo>
                  <a:pt x="471" y="123"/>
                </a:lnTo>
                <a:lnTo>
                  <a:pt x="471" y="122"/>
                </a:lnTo>
                <a:lnTo>
                  <a:pt x="471" y="123"/>
                </a:lnTo>
                <a:lnTo>
                  <a:pt x="471" y="124"/>
                </a:lnTo>
                <a:lnTo>
                  <a:pt x="472" y="124"/>
                </a:lnTo>
                <a:lnTo>
                  <a:pt x="472" y="125"/>
                </a:lnTo>
                <a:lnTo>
                  <a:pt x="473" y="125"/>
                </a:lnTo>
                <a:lnTo>
                  <a:pt x="474" y="125"/>
                </a:lnTo>
                <a:lnTo>
                  <a:pt x="474" y="126"/>
                </a:lnTo>
                <a:lnTo>
                  <a:pt x="475" y="126"/>
                </a:lnTo>
                <a:lnTo>
                  <a:pt x="475" y="127"/>
                </a:lnTo>
                <a:lnTo>
                  <a:pt x="475" y="126"/>
                </a:lnTo>
                <a:lnTo>
                  <a:pt x="476" y="126"/>
                </a:lnTo>
                <a:lnTo>
                  <a:pt x="479" y="128"/>
                </a:lnTo>
                <a:lnTo>
                  <a:pt x="480" y="129"/>
                </a:lnTo>
                <a:lnTo>
                  <a:pt x="480" y="130"/>
                </a:lnTo>
                <a:lnTo>
                  <a:pt x="481" y="130"/>
                </a:lnTo>
                <a:lnTo>
                  <a:pt x="482" y="131"/>
                </a:lnTo>
                <a:lnTo>
                  <a:pt x="483" y="131"/>
                </a:lnTo>
                <a:lnTo>
                  <a:pt x="484" y="131"/>
                </a:lnTo>
                <a:lnTo>
                  <a:pt x="484" y="130"/>
                </a:lnTo>
                <a:lnTo>
                  <a:pt x="485" y="129"/>
                </a:lnTo>
                <a:lnTo>
                  <a:pt x="485" y="128"/>
                </a:lnTo>
                <a:lnTo>
                  <a:pt x="485" y="127"/>
                </a:lnTo>
                <a:lnTo>
                  <a:pt x="486" y="127"/>
                </a:lnTo>
                <a:lnTo>
                  <a:pt x="487" y="127"/>
                </a:lnTo>
                <a:lnTo>
                  <a:pt x="487" y="126"/>
                </a:lnTo>
                <a:lnTo>
                  <a:pt x="488" y="124"/>
                </a:lnTo>
                <a:lnTo>
                  <a:pt x="489" y="124"/>
                </a:lnTo>
                <a:lnTo>
                  <a:pt x="490" y="124"/>
                </a:lnTo>
                <a:lnTo>
                  <a:pt x="492" y="125"/>
                </a:lnTo>
                <a:lnTo>
                  <a:pt x="492" y="124"/>
                </a:lnTo>
                <a:lnTo>
                  <a:pt x="493" y="124"/>
                </a:lnTo>
                <a:lnTo>
                  <a:pt x="494" y="124"/>
                </a:lnTo>
                <a:lnTo>
                  <a:pt x="495" y="125"/>
                </a:lnTo>
                <a:lnTo>
                  <a:pt x="495" y="126"/>
                </a:lnTo>
                <a:lnTo>
                  <a:pt x="496" y="126"/>
                </a:lnTo>
                <a:lnTo>
                  <a:pt x="498" y="126"/>
                </a:lnTo>
                <a:lnTo>
                  <a:pt x="498" y="127"/>
                </a:lnTo>
                <a:lnTo>
                  <a:pt x="499" y="127"/>
                </a:lnTo>
                <a:lnTo>
                  <a:pt x="500" y="127"/>
                </a:lnTo>
                <a:lnTo>
                  <a:pt x="499" y="127"/>
                </a:lnTo>
                <a:lnTo>
                  <a:pt x="499" y="126"/>
                </a:lnTo>
                <a:lnTo>
                  <a:pt x="499" y="125"/>
                </a:lnTo>
                <a:lnTo>
                  <a:pt x="500" y="124"/>
                </a:lnTo>
                <a:lnTo>
                  <a:pt x="500" y="123"/>
                </a:lnTo>
                <a:lnTo>
                  <a:pt x="501" y="123"/>
                </a:lnTo>
                <a:lnTo>
                  <a:pt x="502" y="123"/>
                </a:lnTo>
                <a:lnTo>
                  <a:pt x="502" y="122"/>
                </a:lnTo>
                <a:lnTo>
                  <a:pt x="502" y="121"/>
                </a:lnTo>
                <a:lnTo>
                  <a:pt x="503" y="121"/>
                </a:lnTo>
                <a:lnTo>
                  <a:pt x="504" y="121"/>
                </a:lnTo>
                <a:lnTo>
                  <a:pt x="504" y="122"/>
                </a:lnTo>
                <a:lnTo>
                  <a:pt x="505" y="122"/>
                </a:lnTo>
                <a:lnTo>
                  <a:pt x="505" y="121"/>
                </a:lnTo>
                <a:lnTo>
                  <a:pt x="506" y="121"/>
                </a:lnTo>
                <a:lnTo>
                  <a:pt x="507" y="121"/>
                </a:lnTo>
                <a:lnTo>
                  <a:pt x="507" y="120"/>
                </a:lnTo>
                <a:lnTo>
                  <a:pt x="508" y="120"/>
                </a:lnTo>
                <a:lnTo>
                  <a:pt x="508" y="121"/>
                </a:lnTo>
                <a:lnTo>
                  <a:pt x="509" y="121"/>
                </a:lnTo>
                <a:lnTo>
                  <a:pt x="510" y="121"/>
                </a:lnTo>
                <a:lnTo>
                  <a:pt x="510" y="120"/>
                </a:lnTo>
                <a:lnTo>
                  <a:pt x="511" y="119"/>
                </a:lnTo>
                <a:lnTo>
                  <a:pt x="511" y="118"/>
                </a:lnTo>
                <a:lnTo>
                  <a:pt x="510" y="118"/>
                </a:lnTo>
                <a:lnTo>
                  <a:pt x="511" y="117"/>
                </a:lnTo>
                <a:lnTo>
                  <a:pt x="512" y="118"/>
                </a:lnTo>
                <a:lnTo>
                  <a:pt x="513" y="118"/>
                </a:lnTo>
                <a:lnTo>
                  <a:pt x="513" y="117"/>
                </a:lnTo>
                <a:lnTo>
                  <a:pt x="513" y="118"/>
                </a:lnTo>
                <a:lnTo>
                  <a:pt x="514" y="118"/>
                </a:lnTo>
                <a:lnTo>
                  <a:pt x="514" y="119"/>
                </a:lnTo>
                <a:lnTo>
                  <a:pt x="515" y="119"/>
                </a:lnTo>
                <a:lnTo>
                  <a:pt x="515" y="120"/>
                </a:lnTo>
                <a:lnTo>
                  <a:pt x="516" y="120"/>
                </a:lnTo>
                <a:lnTo>
                  <a:pt x="517" y="120"/>
                </a:lnTo>
                <a:lnTo>
                  <a:pt x="517" y="119"/>
                </a:lnTo>
                <a:lnTo>
                  <a:pt x="518" y="119"/>
                </a:lnTo>
                <a:lnTo>
                  <a:pt x="519" y="120"/>
                </a:lnTo>
                <a:lnTo>
                  <a:pt x="520" y="120"/>
                </a:lnTo>
                <a:lnTo>
                  <a:pt x="521" y="121"/>
                </a:lnTo>
                <a:lnTo>
                  <a:pt x="522" y="121"/>
                </a:lnTo>
                <a:lnTo>
                  <a:pt x="523" y="121"/>
                </a:lnTo>
                <a:lnTo>
                  <a:pt x="525" y="120"/>
                </a:lnTo>
                <a:lnTo>
                  <a:pt x="526" y="120"/>
                </a:lnTo>
                <a:lnTo>
                  <a:pt x="526" y="121"/>
                </a:lnTo>
                <a:lnTo>
                  <a:pt x="526" y="122"/>
                </a:lnTo>
                <a:lnTo>
                  <a:pt x="526" y="121"/>
                </a:lnTo>
                <a:lnTo>
                  <a:pt x="527" y="121"/>
                </a:lnTo>
                <a:lnTo>
                  <a:pt x="528" y="121"/>
                </a:lnTo>
                <a:lnTo>
                  <a:pt x="528" y="122"/>
                </a:lnTo>
                <a:lnTo>
                  <a:pt x="529" y="123"/>
                </a:lnTo>
                <a:lnTo>
                  <a:pt x="530" y="123"/>
                </a:lnTo>
                <a:lnTo>
                  <a:pt x="531" y="123"/>
                </a:lnTo>
                <a:lnTo>
                  <a:pt x="532" y="123"/>
                </a:lnTo>
                <a:lnTo>
                  <a:pt x="532" y="122"/>
                </a:lnTo>
                <a:lnTo>
                  <a:pt x="533" y="122"/>
                </a:lnTo>
                <a:lnTo>
                  <a:pt x="534" y="121"/>
                </a:lnTo>
                <a:lnTo>
                  <a:pt x="535" y="121"/>
                </a:lnTo>
                <a:lnTo>
                  <a:pt x="535" y="122"/>
                </a:lnTo>
                <a:lnTo>
                  <a:pt x="535" y="123"/>
                </a:lnTo>
                <a:lnTo>
                  <a:pt x="536" y="124"/>
                </a:lnTo>
                <a:lnTo>
                  <a:pt x="537" y="124"/>
                </a:lnTo>
                <a:lnTo>
                  <a:pt x="538" y="124"/>
                </a:lnTo>
                <a:lnTo>
                  <a:pt x="539" y="124"/>
                </a:lnTo>
                <a:lnTo>
                  <a:pt x="540" y="124"/>
                </a:lnTo>
                <a:lnTo>
                  <a:pt x="540" y="123"/>
                </a:lnTo>
                <a:lnTo>
                  <a:pt x="540" y="122"/>
                </a:lnTo>
                <a:lnTo>
                  <a:pt x="541" y="122"/>
                </a:lnTo>
                <a:lnTo>
                  <a:pt x="542" y="122"/>
                </a:lnTo>
                <a:lnTo>
                  <a:pt x="543" y="121"/>
                </a:lnTo>
                <a:lnTo>
                  <a:pt x="543" y="120"/>
                </a:lnTo>
                <a:lnTo>
                  <a:pt x="544" y="120"/>
                </a:lnTo>
                <a:lnTo>
                  <a:pt x="545" y="120"/>
                </a:lnTo>
                <a:lnTo>
                  <a:pt x="546" y="120"/>
                </a:lnTo>
                <a:lnTo>
                  <a:pt x="546" y="119"/>
                </a:lnTo>
                <a:lnTo>
                  <a:pt x="547" y="119"/>
                </a:lnTo>
                <a:lnTo>
                  <a:pt x="548" y="119"/>
                </a:lnTo>
                <a:lnTo>
                  <a:pt x="548" y="118"/>
                </a:lnTo>
                <a:lnTo>
                  <a:pt x="549" y="117"/>
                </a:lnTo>
                <a:lnTo>
                  <a:pt x="550" y="117"/>
                </a:lnTo>
                <a:lnTo>
                  <a:pt x="550" y="116"/>
                </a:lnTo>
                <a:lnTo>
                  <a:pt x="551" y="116"/>
                </a:lnTo>
                <a:lnTo>
                  <a:pt x="551" y="115"/>
                </a:lnTo>
                <a:lnTo>
                  <a:pt x="552" y="115"/>
                </a:lnTo>
                <a:lnTo>
                  <a:pt x="552" y="116"/>
                </a:lnTo>
                <a:lnTo>
                  <a:pt x="553" y="117"/>
                </a:lnTo>
                <a:lnTo>
                  <a:pt x="553" y="118"/>
                </a:lnTo>
                <a:lnTo>
                  <a:pt x="554" y="118"/>
                </a:lnTo>
                <a:lnTo>
                  <a:pt x="554" y="117"/>
                </a:lnTo>
                <a:lnTo>
                  <a:pt x="554" y="116"/>
                </a:lnTo>
                <a:lnTo>
                  <a:pt x="556" y="115"/>
                </a:lnTo>
                <a:lnTo>
                  <a:pt x="556" y="114"/>
                </a:lnTo>
                <a:lnTo>
                  <a:pt x="556" y="115"/>
                </a:lnTo>
                <a:lnTo>
                  <a:pt x="557" y="115"/>
                </a:lnTo>
                <a:lnTo>
                  <a:pt x="558" y="116"/>
                </a:lnTo>
                <a:lnTo>
                  <a:pt x="559" y="116"/>
                </a:lnTo>
                <a:lnTo>
                  <a:pt x="560" y="116"/>
                </a:lnTo>
                <a:lnTo>
                  <a:pt x="561" y="116"/>
                </a:lnTo>
                <a:lnTo>
                  <a:pt x="561" y="117"/>
                </a:lnTo>
                <a:lnTo>
                  <a:pt x="562" y="117"/>
                </a:lnTo>
                <a:lnTo>
                  <a:pt x="562" y="116"/>
                </a:lnTo>
                <a:lnTo>
                  <a:pt x="562" y="115"/>
                </a:lnTo>
                <a:lnTo>
                  <a:pt x="563" y="115"/>
                </a:lnTo>
                <a:lnTo>
                  <a:pt x="564" y="115"/>
                </a:lnTo>
                <a:lnTo>
                  <a:pt x="564" y="116"/>
                </a:lnTo>
                <a:lnTo>
                  <a:pt x="563" y="117"/>
                </a:lnTo>
                <a:lnTo>
                  <a:pt x="564" y="117"/>
                </a:lnTo>
                <a:lnTo>
                  <a:pt x="564" y="118"/>
                </a:lnTo>
                <a:lnTo>
                  <a:pt x="565" y="118"/>
                </a:lnTo>
                <a:lnTo>
                  <a:pt x="566" y="118"/>
                </a:lnTo>
                <a:lnTo>
                  <a:pt x="567" y="118"/>
                </a:lnTo>
                <a:lnTo>
                  <a:pt x="567" y="117"/>
                </a:lnTo>
                <a:lnTo>
                  <a:pt x="567" y="115"/>
                </a:lnTo>
                <a:lnTo>
                  <a:pt x="568" y="115"/>
                </a:lnTo>
                <a:lnTo>
                  <a:pt x="568" y="114"/>
                </a:lnTo>
                <a:lnTo>
                  <a:pt x="567" y="114"/>
                </a:lnTo>
                <a:lnTo>
                  <a:pt x="566" y="113"/>
                </a:lnTo>
                <a:lnTo>
                  <a:pt x="567" y="112"/>
                </a:lnTo>
                <a:lnTo>
                  <a:pt x="567" y="111"/>
                </a:lnTo>
                <a:lnTo>
                  <a:pt x="568" y="111"/>
                </a:lnTo>
                <a:lnTo>
                  <a:pt x="568" y="110"/>
                </a:lnTo>
                <a:lnTo>
                  <a:pt x="569" y="110"/>
                </a:lnTo>
                <a:lnTo>
                  <a:pt x="570" y="110"/>
                </a:lnTo>
                <a:lnTo>
                  <a:pt x="570" y="109"/>
                </a:lnTo>
                <a:lnTo>
                  <a:pt x="571" y="109"/>
                </a:lnTo>
                <a:lnTo>
                  <a:pt x="572" y="109"/>
                </a:lnTo>
                <a:lnTo>
                  <a:pt x="573" y="109"/>
                </a:lnTo>
                <a:lnTo>
                  <a:pt x="573" y="110"/>
                </a:lnTo>
                <a:lnTo>
                  <a:pt x="574" y="110"/>
                </a:lnTo>
                <a:lnTo>
                  <a:pt x="575" y="111"/>
                </a:lnTo>
                <a:lnTo>
                  <a:pt x="575" y="112"/>
                </a:lnTo>
                <a:lnTo>
                  <a:pt x="576" y="112"/>
                </a:lnTo>
                <a:lnTo>
                  <a:pt x="576" y="113"/>
                </a:lnTo>
                <a:lnTo>
                  <a:pt x="577" y="113"/>
                </a:lnTo>
                <a:lnTo>
                  <a:pt x="578" y="113"/>
                </a:lnTo>
                <a:lnTo>
                  <a:pt x="579" y="113"/>
                </a:lnTo>
                <a:lnTo>
                  <a:pt x="579" y="112"/>
                </a:lnTo>
                <a:lnTo>
                  <a:pt x="580" y="112"/>
                </a:lnTo>
                <a:lnTo>
                  <a:pt x="581" y="112"/>
                </a:lnTo>
                <a:lnTo>
                  <a:pt x="582" y="113"/>
                </a:lnTo>
                <a:lnTo>
                  <a:pt x="582" y="114"/>
                </a:lnTo>
                <a:lnTo>
                  <a:pt x="582" y="115"/>
                </a:lnTo>
                <a:lnTo>
                  <a:pt x="583" y="115"/>
                </a:lnTo>
                <a:lnTo>
                  <a:pt x="583" y="116"/>
                </a:lnTo>
                <a:lnTo>
                  <a:pt x="584" y="115"/>
                </a:lnTo>
                <a:lnTo>
                  <a:pt x="585" y="115"/>
                </a:lnTo>
                <a:lnTo>
                  <a:pt x="587" y="115"/>
                </a:lnTo>
                <a:lnTo>
                  <a:pt x="588" y="114"/>
                </a:lnTo>
                <a:lnTo>
                  <a:pt x="587" y="114"/>
                </a:lnTo>
                <a:lnTo>
                  <a:pt x="587" y="112"/>
                </a:lnTo>
                <a:lnTo>
                  <a:pt x="588" y="112"/>
                </a:lnTo>
                <a:lnTo>
                  <a:pt x="588" y="111"/>
                </a:lnTo>
                <a:lnTo>
                  <a:pt x="587" y="111"/>
                </a:lnTo>
                <a:lnTo>
                  <a:pt x="587" y="110"/>
                </a:lnTo>
                <a:lnTo>
                  <a:pt x="588" y="109"/>
                </a:lnTo>
                <a:lnTo>
                  <a:pt x="589" y="108"/>
                </a:lnTo>
                <a:lnTo>
                  <a:pt x="590" y="108"/>
                </a:lnTo>
                <a:lnTo>
                  <a:pt x="591" y="108"/>
                </a:lnTo>
                <a:lnTo>
                  <a:pt x="591" y="107"/>
                </a:lnTo>
                <a:lnTo>
                  <a:pt x="593" y="106"/>
                </a:lnTo>
                <a:lnTo>
                  <a:pt x="594" y="106"/>
                </a:lnTo>
                <a:lnTo>
                  <a:pt x="595" y="107"/>
                </a:lnTo>
                <a:lnTo>
                  <a:pt x="596" y="107"/>
                </a:lnTo>
                <a:lnTo>
                  <a:pt x="596" y="108"/>
                </a:lnTo>
                <a:lnTo>
                  <a:pt x="597" y="109"/>
                </a:lnTo>
                <a:lnTo>
                  <a:pt x="597" y="110"/>
                </a:lnTo>
                <a:lnTo>
                  <a:pt x="599" y="111"/>
                </a:lnTo>
                <a:lnTo>
                  <a:pt x="600" y="112"/>
                </a:lnTo>
                <a:lnTo>
                  <a:pt x="601" y="112"/>
                </a:lnTo>
                <a:lnTo>
                  <a:pt x="602" y="113"/>
                </a:lnTo>
                <a:lnTo>
                  <a:pt x="603" y="114"/>
                </a:lnTo>
                <a:lnTo>
                  <a:pt x="604" y="114"/>
                </a:lnTo>
                <a:lnTo>
                  <a:pt x="605" y="115"/>
                </a:lnTo>
                <a:lnTo>
                  <a:pt x="605" y="116"/>
                </a:lnTo>
                <a:lnTo>
                  <a:pt x="605" y="117"/>
                </a:lnTo>
                <a:lnTo>
                  <a:pt x="606" y="117"/>
                </a:lnTo>
                <a:lnTo>
                  <a:pt x="607" y="118"/>
                </a:lnTo>
                <a:lnTo>
                  <a:pt x="608" y="117"/>
                </a:lnTo>
                <a:lnTo>
                  <a:pt x="609" y="118"/>
                </a:lnTo>
                <a:lnTo>
                  <a:pt x="610" y="118"/>
                </a:lnTo>
                <a:lnTo>
                  <a:pt x="610" y="119"/>
                </a:lnTo>
                <a:lnTo>
                  <a:pt x="609" y="120"/>
                </a:lnTo>
                <a:lnTo>
                  <a:pt x="608" y="121"/>
                </a:lnTo>
                <a:lnTo>
                  <a:pt x="608" y="122"/>
                </a:lnTo>
                <a:lnTo>
                  <a:pt x="609" y="122"/>
                </a:lnTo>
                <a:lnTo>
                  <a:pt x="610" y="122"/>
                </a:lnTo>
                <a:lnTo>
                  <a:pt x="611" y="123"/>
                </a:lnTo>
                <a:lnTo>
                  <a:pt x="612" y="124"/>
                </a:lnTo>
                <a:lnTo>
                  <a:pt x="612" y="125"/>
                </a:lnTo>
                <a:lnTo>
                  <a:pt x="613" y="125"/>
                </a:lnTo>
                <a:lnTo>
                  <a:pt x="614" y="125"/>
                </a:lnTo>
                <a:lnTo>
                  <a:pt x="615" y="125"/>
                </a:lnTo>
                <a:lnTo>
                  <a:pt x="616" y="125"/>
                </a:lnTo>
                <a:lnTo>
                  <a:pt x="617" y="125"/>
                </a:lnTo>
                <a:lnTo>
                  <a:pt x="618" y="125"/>
                </a:lnTo>
                <a:lnTo>
                  <a:pt x="619" y="126"/>
                </a:lnTo>
                <a:lnTo>
                  <a:pt x="619" y="127"/>
                </a:lnTo>
                <a:lnTo>
                  <a:pt x="619" y="128"/>
                </a:lnTo>
                <a:lnTo>
                  <a:pt x="620" y="127"/>
                </a:lnTo>
                <a:lnTo>
                  <a:pt x="621" y="128"/>
                </a:lnTo>
                <a:lnTo>
                  <a:pt x="622" y="129"/>
                </a:lnTo>
                <a:lnTo>
                  <a:pt x="623" y="129"/>
                </a:lnTo>
                <a:lnTo>
                  <a:pt x="624" y="127"/>
                </a:lnTo>
                <a:lnTo>
                  <a:pt x="625" y="127"/>
                </a:lnTo>
                <a:lnTo>
                  <a:pt x="626" y="125"/>
                </a:lnTo>
                <a:lnTo>
                  <a:pt x="627" y="125"/>
                </a:lnTo>
                <a:lnTo>
                  <a:pt x="627" y="124"/>
                </a:lnTo>
                <a:lnTo>
                  <a:pt x="628" y="124"/>
                </a:lnTo>
                <a:lnTo>
                  <a:pt x="627" y="124"/>
                </a:lnTo>
                <a:lnTo>
                  <a:pt x="628" y="124"/>
                </a:lnTo>
                <a:lnTo>
                  <a:pt x="629" y="124"/>
                </a:lnTo>
                <a:lnTo>
                  <a:pt x="630" y="123"/>
                </a:lnTo>
                <a:lnTo>
                  <a:pt x="630" y="122"/>
                </a:lnTo>
                <a:lnTo>
                  <a:pt x="631" y="122"/>
                </a:lnTo>
                <a:lnTo>
                  <a:pt x="632" y="121"/>
                </a:lnTo>
                <a:lnTo>
                  <a:pt x="633" y="121"/>
                </a:lnTo>
                <a:lnTo>
                  <a:pt x="634" y="119"/>
                </a:lnTo>
                <a:lnTo>
                  <a:pt x="635" y="118"/>
                </a:lnTo>
                <a:lnTo>
                  <a:pt x="637" y="118"/>
                </a:lnTo>
                <a:lnTo>
                  <a:pt x="638" y="119"/>
                </a:lnTo>
                <a:lnTo>
                  <a:pt x="638" y="120"/>
                </a:lnTo>
                <a:lnTo>
                  <a:pt x="637" y="120"/>
                </a:lnTo>
                <a:lnTo>
                  <a:pt x="637" y="121"/>
                </a:lnTo>
                <a:lnTo>
                  <a:pt x="638" y="122"/>
                </a:lnTo>
                <a:lnTo>
                  <a:pt x="639" y="122"/>
                </a:lnTo>
                <a:lnTo>
                  <a:pt x="640" y="122"/>
                </a:lnTo>
                <a:lnTo>
                  <a:pt x="641" y="122"/>
                </a:lnTo>
                <a:lnTo>
                  <a:pt x="640" y="122"/>
                </a:lnTo>
                <a:lnTo>
                  <a:pt x="639" y="121"/>
                </a:lnTo>
                <a:lnTo>
                  <a:pt x="639" y="120"/>
                </a:lnTo>
                <a:lnTo>
                  <a:pt x="639" y="119"/>
                </a:lnTo>
                <a:lnTo>
                  <a:pt x="638" y="119"/>
                </a:lnTo>
                <a:lnTo>
                  <a:pt x="638" y="118"/>
                </a:lnTo>
                <a:lnTo>
                  <a:pt x="639" y="117"/>
                </a:lnTo>
                <a:lnTo>
                  <a:pt x="639" y="116"/>
                </a:lnTo>
                <a:lnTo>
                  <a:pt x="640" y="116"/>
                </a:lnTo>
                <a:lnTo>
                  <a:pt x="641" y="116"/>
                </a:lnTo>
                <a:lnTo>
                  <a:pt x="642" y="115"/>
                </a:lnTo>
                <a:lnTo>
                  <a:pt x="642" y="114"/>
                </a:lnTo>
                <a:lnTo>
                  <a:pt x="643" y="114"/>
                </a:lnTo>
                <a:lnTo>
                  <a:pt x="644" y="114"/>
                </a:lnTo>
                <a:lnTo>
                  <a:pt x="643" y="113"/>
                </a:lnTo>
                <a:lnTo>
                  <a:pt x="642" y="113"/>
                </a:lnTo>
                <a:lnTo>
                  <a:pt x="642" y="112"/>
                </a:lnTo>
                <a:lnTo>
                  <a:pt x="643" y="112"/>
                </a:lnTo>
                <a:lnTo>
                  <a:pt x="644" y="112"/>
                </a:lnTo>
                <a:lnTo>
                  <a:pt x="645" y="113"/>
                </a:lnTo>
                <a:lnTo>
                  <a:pt x="646" y="113"/>
                </a:lnTo>
                <a:lnTo>
                  <a:pt x="646" y="112"/>
                </a:lnTo>
                <a:lnTo>
                  <a:pt x="646" y="111"/>
                </a:lnTo>
                <a:lnTo>
                  <a:pt x="646" y="110"/>
                </a:lnTo>
                <a:lnTo>
                  <a:pt x="647" y="109"/>
                </a:lnTo>
                <a:lnTo>
                  <a:pt x="648" y="109"/>
                </a:lnTo>
                <a:lnTo>
                  <a:pt x="648" y="108"/>
                </a:lnTo>
                <a:lnTo>
                  <a:pt x="648" y="106"/>
                </a:lnTo>
                <a:lnTo>
                  <a:pt x="649" y="104"/>
                </a:lnTo>
                <a:lnTo>
                  <a:pt x="650" y="104"/>
                </a:lnTo>
                <a:lnTo>
                  <a:pt x="651" y="104"/>
                </a:lnTo>
                <a:lnTo>
                  <a:pt x="651" y="103"/>
                </a:lnTo>
                <a:lnTo>
                  <a:pt x="652" y="103"/>
                </a:lnTo>
                <a:lnTo>
                  <a:pt x="653" y="103"/>
                </a:lnTo>
                <a:lnTo>
                  <a:pt x="654" y="103"/>
                </a:lnTo>
                <a:lnTo>
                  <a:pt x="655" y="103"/>
                </a:lnTo>
                <a:lnTo>
                  <a:pt x="656" y="104"/>
                </a:lnTo>
                <a:lnTo>
                  <a:pt x="657" y="104"/>
                </a:lnTo>
                <a:lnTo>
                  <a:pt x="657" y="103"/>
                </a:lnTo>
                <a:lnTo>
                  <a:pt x="658" y="103"/>
                </a:lnTo>
                <a:lnTo>
                  <a:pt x="659" y="104"/>
                </a:lnTo>
                <a:lnTo>
                  <a:pt x="660" y="104"/>
                </a:lnTo>
                <a:lnTo>
                  <a:pt x="660" y="105"/>
                </a:lnTo>
                <a:lnTo>
                  <a:pt x="660" y="106"/>
                </a:lnTo>
                <a:lnTo>
                  <a:pt x="661" y="106"/>
                </a:lnTo>
                <a:lnTo>
                  <a:pt x="662" y="107"/>
                </a:lnTo>
                <a:lnTo>
                  <a:pt x="662" y="108"/>
                </a:lnTo>
                <a:lnTo>
                  <a:pt x="662" y="109"/>
                </a:lnTo>
                <a:lnTo>
                  <a:pt x="661" y="109"/>
                </a:lnTo>
                <a:lnTo>
                  <a:pt x="661" y="110"/>
                </a:lnTo>
                <a:lnTo>
                  <a:pt x="662" y="111"/>
                </a:lnTo>
                <a:lnTo>
                  <a:pt x="663" y="111"/>
                </a:lnTo>
                <a:lnTo>
                  <a:pt x="663" y="110"/>
                </a:lnTo>
                <a:lnTo>
                  <a:pt x="664" y="110"/>
                </a:lnTo>
                <a:lnTo>
                  <a:pt x="664" y="109"/>
                </a:lnTo>
                <a:lnTo>
                  <a:pt x="664" y="110"/>
                </a:lnTo>
                <a:lnTo>
                  <a:pt x="665" y="110"/>
                </a:lnTo>
                <a:lnTo>
                  <a:pt x="665" y="111"/>
                </a:lnTo>
                <a:lnTo>
                  <a:pt x="664" y="112"/>
                </a:lnTo>
                <a:lnTo>
                  <a:pt x="663" y="112"/>
                </a:lnTo>
                <a:lnTo>
                  <a:pt x="663" y="113"/>
                </a:lnTo>
                <a:lnTo>
                  <a:pt x="663" y="114"/>
                </a:lnTo>
                <a:lnTo>
                  <a:pt x="663" y="115"/>
                </a:lnTo>
                <a:lnTo>
                  <a:pt x="663" y="116"/>
                </a:lnTo>
                <a:lnTo>
                  <a:pt x="664" y="117"/>
                </a:lnTo>
                <a:lnTo>
                  <a:pt x="665" y="118"/>
                </a:lnTo>
                <a:lnTo>
                  <a:pt x="665" y="119"/>
                </a:lnTo>
                <a:lnTo>
                  <a:pt x="666" y="119"/>
                </a:lnTo>
                <a:lnTo>
                  <a:pt x="666" y="120"/>
                </a:lnTo>
                <a:lnTo>
                  <a:pt x="664" y="121"/>
                </a:lnTo>
                <a:lnTo>
                  <a:pt x="663" y="121"/>
                </a:lnTo>
                <a:lnTo>
                  <a:pt x="662" y="123"/>
                </a:lnTo>
                <a:lnTo>
                  <a:pt x="662" y="124"/>
                </a:lnTo>
                <a:lnTo>
                  <a:pt x="663" y="124"/>
                </a:lnTo>
                <a:lnTo>
                  <a:pt x="663" y="125"/>
                </a:lnTo>
                <a:lnTo>
                  <a:pt x="664" y="125"/>
                </a:lnTo>
                <a:lnTo>
                  <a:pt x="664" y="126"/>
                </a:lnTo>
                <a:lnTo>
                  <a:pt x="663" y="126"/>
                </a:lnTo>
                <a:lnTo>
                  <a:pt x="663" y="127"/>
                </a:lnTo>
                <a:lnTo>
                  <a:pt x="662" y="127"/>
                </a:lnTo>
                <a:lnTo>
                  <a:pt x="662" y="128"/>
                </a:lnTo>
                <a:lnTo>
                  <a:pt x="662" y="129"/>
                </a:lnTo>
                <a:lnTo>
                  <a:pt x="663" y="130"/>
                </a:lnTo>
                <a:lnTo>
                  <a:pt x="664" y="130"/>
                </a:lnTo>
                <a:lnTo>
                  <a:pt x="664" y="131"/>
                </a:lnTo>
                <a:lnTo>
                  <a:pt x="664" y="132"/>
                </a:lnTo>
                <a:lnTo>
                  <a:pt x="664" y="133"/>
                </a:lnTo>
                <a:lnTo>
                  <a:pt x="664" y="134"/>
                </a:lnTo>
                <a:lnTo>
                  <a:pt x="666" y="135"/>
                </a:lnTo>
                <a:lnTo>
                  <a:pt x="667" y="135"/>
                </a:lnTo>
                <a:lnTo>
                  <a:pt x="667" y="134"/>
                </a:lnTo>
                <a:lnTo>
                  <a:pt x="668" y="135"/>
                </a:lnTo>
                <a:lnTo>
                  <a:pt x="668" y="136"/>
                </a:lnTo>
                <a:lnTo>
                  <a:pt x="668" y="137"/>
                </a:lnTo>
                <a:lnTo>
                  <a:pt x="669" y="137"/>
                </a:lnTo>
                <a:lnTo>
                  <a:pt x="668" y="138"/>
                </a:lnTo>
                <a:lnTo>
                  <a:pt x="667" y="141"/>
                </a:lnTo>
                <a:lnTo>
                  <a:pt x="666" y="142"/>
                </a:lnTo>
                <a:lnTo>
                  <a:pt x="667" y="142"/>
                </a:lnTo>
                <a:lnTo>
                  <a:pt x="667" y="143"/>
                </a:lnTo>
                <a:lnTo>
                  <a:pt x="667" y="144"/>
                </a:lnTo>
                <a:lnTo>
                  <a:pt x="667" y="145"/>
                </a:lnTo>
                <a:lnTo>
                  <a:pt x="666" y="147"/>
                </a:lnTo>
                <a:lnTo>
                  <a:pt x="665" y="149"/>
                </a:lnTo>
                <a:lnTo>
                  <a:pt x="664" y="149"/>
                </a:lnTo>
                <a:lnTo>
                  <a:pt x="664" y="148"/>
                </a:lnTo>
                <a:lnTo>
                  <a:pt x="663" y="148"/>
                </a:lnTo>
                <a:lnTo>
                  <a:pt x="663" y="147"/>
                </a:lnTo>
                <a:lnTo>
                  <a:pt x="662" y="147"/>
                </a:lnTo>
                <a:lnTo>
                  <a:pt x="662" y="148"/>
                </a:lnTo>
                <a:lnTo>
                  <a:pt x="662" y="149"/>
                </a:lnTo>
                <a:lnTo>
                  <a:pt x="662" y="150"/>
                </a:lnTo>
                <a:lnTo>
                  <a:pt x="663" y="150"/>
                </a:lnTo>
                <a:lnTo>
                  <a:pt x="663" y="152"/>
                </a:lnTo>
                <a:lnTo>
                  <a:pt x="663" y="153"/>
                </a:lnTo>
                <a:lnTo>
                  <a:pt x="663" y="154"/>
                </a:lnTo>
                <a:lnTo>
                  <a:pt x="664" y="154"/>
                </a:lnTo>
                <a:lnTo>
                  <a:pt x="665" y="154"/>
                </a:lnTo>
                <a:lnTo>
                  <a:pt x="665" y="155"/>
                </a:lnTo>
                <a:lnTo>
                  <a:pt x="666" y="156"/>
                </a:lnTo>
                <a:lnTo>
                  <a:pt x="668" y="157"/>
                </a:lnTo>
                <a:lnTo>
                  <a:pt x="669" y="158"/>
                </a:lnTo>
                <a:lnTo>
                  <a:pt x="670" y="158"/>
                </a:lnTo>
                <a:lnTo>
                  <a:pt x="672" y="160"/>
                </a:lnTo>
                <a:lnTo>
                  <a:pt x="672" y="161"/>
                </a:lnTo>
                <a:lnTo>
                  <a:pt x="671" y="161"/>
                </a:lnTo>
                <a:lnTo>
                  <a:pt x="670" y="163"/>
                </a:lnTo>
                <a:lnTo>
                  <a:pt x="669" y="163"/>
                </a:lnTo>
                <a:lnTo>
                  <a:pt x="669" y="164"/>
                </a:lnTo>
                <a:lnTo>
                  <a:pt x="669" y="165"/>
                </a:lnTo>
                <a:lnTo>
                  <a:pt x="668" y="165"/>
                </a:lnTo>
                <a:lnTo>
                  <a:pt x="668" y="166"/>
                </a:lnTo>
                <a:lnTo>
                  <a:pt x="668" y="167"/>
                </a:lnTo>
                <a:lnTo>
                  <a:pt x="668" y="168"/>
                </a:lnTo>
                <a:lnTo>
                  <a:pt x="669" y="169"/>
                </a:lnTo>
                <a:lnTo>
                  <a:pt x="671" y="169"/>
                </a:lnTo>
                <a:lnTo>
                  <a:pt x="671" y="170"/>
                </a:lnTo>
                <a:lnTo>
                  <a:pt x="672" y="170"/>
                </a:lnTo>
                <a:lnTo>
                  <a:pt x="673" y="170"/>
                </a:lnTo>
                <a:lnTo>
                  <a:pt x="673" y="169"/>
                </a:lnTo>
                <a:lnTo>
                  <a:pt x="674" y="169"/>
                </a:lnTo>
                <a:lnTo>
                  <a:pt x="674" y="170"/>
                </a:lnTo>
                <a:lnTo>
                  <a:pt x="675" y="171"/>
                </a:lnTo>
                <a:lnTo>
                  <a:pt x="675" y="172"/>
                </a:lnTo>
                <a:lnTo>
                  <a:pt x="675" y="173"/>
                </a:lnTo>
                <a:lnTo>
                  <a:pt x="675" y="174"/>
                </a:lnTo>
                <a:lnTo>
                  <a:pt x="675" y="176"/>
                </a:lnTo>
                <a:lnTo>
                  <a:pt x="676" y="177"/>
                </a:lnTo>
                <a:lnTo>
                  <a:pt x="677" y="177"/>
                </a:lnTo>
                <a:lnTo>
                  <a:pt x="678" y="177"/>
                </a:lnTo>
                <a:lnTo>
                  <a:pt x="678" y="178"/>
                </a:lnTo>
                <a:lnTo>
                  <a:pt x="679" y="179"/>
                </a:lnTo>
                <a:lnTo>
                  <a:pt x="679" y="180"/>
                </a:lnTo>
                <a:lnTo>
                  <a:pt x="679" y="181"/>
                </a:lnTo>
                <a:lnTo>
                  <a:pt x="679" y="182"/>
                </a:lnTo>
                <a:lnTo>
                  <a:pt x="679" y="183"/>
                </a:lnTo>
                <a:lnTo>
                  <a:pt x="679" y="184"/>
                </a:lnTo>
                <a:lnTo>
                  <a:pt x="680" y="185"/>
                </a:lnTo>
                <a:lnTo>
                  <a:pt x="680" y="186"/>
                </a:lnTo>
                <a:lnTo>
                  <a:pt x="680" y="187"/>
                </a:lnTo>
                <a:lnTo>
                  <a:pt x="682" y="189"/>
                </a:lnTo>
                <a:lnTo>
                  <a:pt x="683" y="189"/>
                </a:lnTo>
                <a:lnTo>
                  <a:pt x="683" y="188"/>
                </a:lnTo>
                <a:lnTo>
                  <a:pt x="684" y="188"/>
                </a:lnTo>
                <a:lnTo>
                  <a:pt x="684" y="189"/>
                </a:lnTo>
                <a:lnTo>
                  <a:pt x="685" y="189"/>
                </a:lnTo>
                <a:lnTo>
                  <a:pt x="685" y="188"/>
                </a:lnTo>
                <a:lnTo>
                  <a:pt x="686" y="188"/>
                </a:lnTo>
                <a:lnTo>
                  <a:pt x="687" y="188"/>
                </a:lnTo>
                <a:lnTo>
                  <a:pt x="688" y="187"/>
                </a:lnTo>
                <a:lnTo>
                  <a:pt x="688" y="186"/>
                </a:lnTo>
                <a:lnTo>
                  <a:pt x="688" y="185"/>
                </a:lnTo>
                <a:lnTo>
                  <a:pt x="688" y="184"/>
                </a:lnTo>
                <a:lnTo>
                  <a:pt x="689" y="184"/>
                </a:lnTo>
                <a:lnTo>
                  <a:pt x="690" y="183"/>
                </a:lnTo>
                <a:lnTo>
                  <a:pt x="691" y="182"/>
                </a:lnTo>
                <a:lnTo>
                  <a:pt x="692" y="182"/>
                </a:lnTo>
                <a:lnTo>
                  <a:pt x="692" y="183"/>
                </a:lnTo>
                <a:lnTo>
                  <a:pt x="692" y="184"/>
                </a:lnTo>
                <a:lnTo>
                  <a:pt x="693" y="185"/>
                </a:lnTo>
                <a:lnTo>
                  <a:pt x="694" y="185"/>
                </a:lnTo>
                <a:lnTo>
                  <a:pt x="695" y="185"/>
                </a:lnTo>
                <a:lnTo>
                  <a:pt x="695" y="187"/>
                </a:lnTo>
                <a:lnTo>
                  <a:pt x="695" y="188"/>
                </a:lnTo>
                <a:lnTo>
                  <a:pt x="695" y="189"/>
                </a:lnTo>
                <a:lnTo>
                  <a:pt x="694" y="189"/>
                </a:lnTo>
                <a:lnTo>
                  <a:pt x="694" y="191"/>
                </a:lnTo>
                <a:lnTo>
                  <a:pt x="694" y="192"/>
                </a:lnTo>
                <a:lnTo>
                  <a:pt x="695" y="192"/>
                </a:lnTo>
                <a:lnTo>
                  <a:pt x="695" y="193"/>
                </a:lnTo>
                <a:lnTo>
                  <a:pt x="695" y="194"/>
                </a:lnTo>
                <a:lnTo>
                  <a:pt x="695" y="195"/>
                </a:lnTo>
                <a:lnTo>
                  <a:pt x="695" y="196"/>
                </a:lnTo>
                <a:lnTo>
                  <a:pt x="697" y="196"/>
                </a:lnTo>
                <a:lnTo>
                  <a:pt x="698" y="197"/>
                </a:lnTo>
                <a:lnTo>
                  <a:pt x="698" y="198"/>
                </a:lnTo>
                <a:lnTo>
                  <a:pt x="698" y="199"/>
                </a:lnTo>
                <a:lnTo>
                  <a:pt x="699" y="200"/>
                </a:lnTo>
                <a:lnTo>
                  <a:pt x="699" y="201"/>
                </a:lnTo>
                <a:lnTo>
                  <a:pt x="700" y="201"/>
                </a:lnTo>
                <a:lnTo>
                  <a:pt x="700" y="202"/>
                </a:lnTo>
                <a:lnTo>
                  <a:pt x="701" y="202"/>
                </a:lnTo>
                <a:lnTo>
                  <a:pt x="701" y="201"/>
                </a:lnTo>
                <a:lnTo>
                  <a:pt x="702" y="201"/>
                </a:lnTo>
                <a:lnTo>
                  <a:pt x="702" y="200"/>
                </a:lnTo>
                <a:lnTo>
                  <a:pt x="702" y="199"/>
                </a:lnTo>
                <a:lnTo>
                  <a:pt x="703" y="199"/>
                </a:lnTo>
                <a:lnTo>
                  <a:pt x="703" y="198"/>
                </a:lnTo>
                <a:lnTo>
                  <a:pt x="704" y="198"/>
                </a:lnTo>
                <a:lnTo>
                  <a:pt x="705" y="198"/>
                </a:lnTo>
                <a:lnTo>
                  <a:pt x="706" y="198"/>
                </a:lnTo>
                <a:lnTo>
                  <a:pt x="706" y="197"/>
                </a:lnTo>
                <a:lnTo>
                  <a:pt x="707" y="197"/>
                </a:lnTo>
                <a:lnTo>
                  <a:pt x="708" y="197"/>
                </a:lnTo>
                <a:lnTo>
                  <a:pt x="709" y="198"/>
                </a:lnTo>
                <a:lnTo>
                  <a:pt x="709" y="197"/>
                </a:lnTo>
                <a:lnTo>
                  <a:pt x="709" y="196"/>
                </a:lnTo>
                <a:lnTo>
                  <a:pt x="710" y="196"/>
                </a:lnTo>
                <a:lnTo>
                  <a:pt x="711" y="196"/>
                </a:lnTo>
                <a:lnTo>
                  <a:pt x="712" y="196"/>
                </a:lnTo>
                <a:lnTo>
                  <a:pt x="713" y="196"/>
                </a:lnTo>
                <a:lnTo>
                  <a:pt x="713" y="195"/>
                </a:lnTo>
                <a:lnTo>
                  <a:pt x="713" y="194"/>
                </a:lnTo>
                <a:lnTo>
                  <a:pt x="714" y="194"/>
                </a:lnTo>
                <a:lnTo>
                  <a:pt x="713" y="194"/>
                </a:lnTo>
                <a:lnTo>
                  <a:pt x="713" y="193"/>
                </a:lnTo>
                <a:lnTo>
                  <a:pt x="714" y="192"/>
                </a:lnTo>
                <a:lnTo>
                  <a:pt x="716" y="192"/>
                </a:lnTo>
                <a:lnTo>
                  <a:pt x="716" y="191"/>
                </a:lnTo>
                <a:lnTo>
                  <a:pt x="716" y="190"/>
                </a:lnTo>
                <a:lnTo>
                  <a:pt x="716" y="189"/>
                </a:lnTo>
                <a:lnTo>
                  <a:pt x="717" y="189"/>
                </a:lnTo>
                <a:lnTo>
                  <a:pt x="717" y="188"/>
                </a:lnTo>
                <a:lnTo>
                  <a:pt x="717" y="187"/>
                </a:lnTo>
                <a:lnTo>
                  <a:pt x="717" y="186"/>
                </a:lnTo>
                <a:lnTo>
                  <a:pt x="717" y="185"/>
                </a:lnTo>
                <a:lnTo>
                  <a:pt x="718" y="185"/>
                </a:lnTo>
                <a:lnTo>
                  <a:pt x="718" y="186"/>
                </a:lnTo>
                <a:lnTo>
                  <a:pt x="719" y="186"/>
                </a:lnTo>
                <a:lnTo>
                  <a:pt x="720" y="186"/>
                </a:lnTo>
                <a:lnTo>
                  <a:pt x="721" y="186"/>
                </a:lnTo>
                <a:lnTo>
                  <a:pt x="721" y="185"/>
                </a:lnTo>
                <a:lnTo>
                  <a:pt x="722" y="184"/>
                </a:lnTo>
                <a:lnTo>
                  <a:pt x="722" y="183"/>
                </a:lnTo>
                <a:lnTo>
                  <a:pt x="723" y="183"/>
                </a:lnTo>
                <a:lnTo>
                  <a:pt x="724" y="183"/>
                </a:lnTo>
                <a:lnTo>
                  <a:pt x="725" y="184"/>
                </a:lnTo>
                <a:lnTo>
                  <a:pt x="726" y="184"/>
                </a:lnTo>
                <a:lnTo>
                  <a:pt x="726" y="185"/>
                </a:lnTo>
                <a:lnTo>
                  <a:pt x="727" y="185"/>
                </a:lnTo>
                <a:lnTo>
                  <a:pt x="728" y="186"/>
                </a:lnTo>
                <a:lnTo>
                  <a:pt x="729" y="186"/>
                </a:lnTo>
                <a:lnTo>
                  <a:pt x="730" y="185"/>
                </a:lnTo>
                <a:lnTo>
                  <a:pt x="731" y="185"/>
                </a:lnTo>
                <a:lnTo>
                  <a:pt x="730" y="185"/>
                </a:lnTo>
                <a:lnTo>
                  <a:pt x="730" y="186"/>
                </a:lnTo>
                <a:lnTo>
                  <a:pt x="731" y="187"/>
                </a:lnTo>
                <a:lnTo>
                  <a:pt x="731" y="188"/>
                </a:lnTo>
                <a:lnTo>
                  <a:pt x="732" y="189"/>
                </a:lnTo>
                <a:lnTo>
                  <a:pt x="733" y="189"/>
                </a:lnTo>
                <a:lnTo>
                  <a:pt x="733" y="190"/>
                </a:lnTo>
                <a:lnTo>
                  <a:pt x="734" y="190"/>
                </a:lnTo>
                <a:lnTo>
                  <a:pt x="734" y="191"/>
                </a:lnTo>
                <a:lnTo>
                  <a:pt x="734" y="192"/>
                </a:lnTo>
                <a:lnTo>
                  <a:pt x="735" y="192"/>
                </a:lnTo>
                <a:lnTo>
                  <a:pt x="736" y="193"/>
                </a:lnTo>
                <a:lnTo>
                  <a:pt x="736" y="194"/>
                </a:lnTo>
                <a:lnTo>
                  <a:pt x="736" y="195"/>
                </a:lnTo>
                <a:lnTo>
                  <a:pt x="737" y="195"/>
                </a:lnTo>
                <a:lnTo>
                  <a:pt x="737" y="196"/>
                </a:lnTo>
                <a:lnTo>
                  <a:pt x="738" y="196"/>
                </a:lnTo>
                <a:lnTo>
                  <a:pt x="739" y="197"/>
                </a:lnTo>
                <a:lnTo>
                  <a:pt x="739" y="198"/>
                </a:lnTo>
                <a:lnTo>
                  <a:pt x="740" y="198"/>
                </a:lnTo>
                <a:lnTo>
                  <a:pt x="740" y="197"/>
                </a:lnTo>
                <a:lnTo>
                  <a:pt x="741" y="197"/>
                </a:lnTo>
                <a:lnTo>
                  <a:pt x="742" y="197"/>
                </a:lnTo>
                <a:lnTo>
                  <a:pt x="743" y="197"/>
                </a:lnTo>
                <a:lnTo>
                  <a:pt x="744" y="197"/>
                </a:lnTo>
                <a:lnTo>
                  <a:pt x="745" y="197"/>
                </a:lnTo>
                <a:lnTo>
                  <a:pt x="746" y="196"/>
                </a:lnTo>
                <a:lnTo>
                  <a:pt x="747" y="197"/>
                </a:lnTo>
                <a:lnTo>
                  <a:pt x="748" y="197"/>
                </a:lnTo>
                <a:lnTo>
                  <a:pt x="749" y="197"/>
                </a:lnTo>
                <a:lnTo>
                  <a:pt x="750" y="198"/>
                </a:lnTo>
                <a:lnTo>
                  <a:pt x="751" y="198"/>
                </a:lnTo>
                <a:lnTo>
                  <a:pt x="752" y="198"/>
                </a:lnTo>
                <a:lnTo>
                  <a:pt x="752" y="197"/>
                </a:lnTo>
                <a:lnTo>
                  <a:pt x="753" y="197"/>
                </a:lnTo>
                <a:lnTo>
                  <a:pt x="754" y="197"/>
                </a:lnTo>
                <a:lnTo>
                  <a:pt x="755" y="198"/>
                </a:lnTo>
                <a:lnTo>
                  <a:pt x="755" y="199"/>
                </a:lnTo>
                <a:lnTo>
                  <a:pt x="756" y="199"/>
                </a:lnTo>
                <a:lnTo>
                  <a:pt x="756" y="198"/>
                </a:lnTo>
                <a:lnTo>
                  <a:pt x="757" y="199"/>
                </a:lnTo>
                <a:lnTo>
                  <a:pt x="758" y="199"/>
                </a:lnTo>
                <a:lnTo>
                  <a:pt x="759" y="199"/>
                </a:lnTo>
                <a:lnTo>
                  <a:pt x="759" y="198"/>
                </a:lnTo>
                <a:lnTo>
                  <a:pt x="760" y="198"/>
                </a:lnTo>
                <a:lnTo>
                  <a:pt x="761" y="198"/>
                </a:lnTo>
                <a:lnTo>
                  <a:pt x="761" y="197"/>
                </a:lnTo>
                <a:lnTo>
                  <a:pt x="762" y="197"/>
                </a:lnTo>
                <a:lnTo>
                  <a:pt x="763" y="197"/>
                </a:lnTo>
                <a:lnTo>
                  <a:pt x="764" y="196"/>
                </a:lnTo>
                <a:lnTo>
                  <a:pt x="764" y="197"/>
                </a:lnTo>
                <a:lnTo>
                  <a:pt x="765" y="197"/>
                </a:lnTo>
                <a:lnTo>
                  <a:pt x="766" y="197"/>
                </a:lnTo>
                <a:lnTo>
                  <a:pt x="766" y="196"/>
                </a:lnTo>
                <a:lnTo>
                  <a:pt x="766" y="195"/>
                </a:lnTo>
                <a:lnTo>
                  <a:pt x="765" y="195"/>
                </a:lnTo>
                <a:lnTo>
                  <a:pt x="765" y="196"/>
                </a:lnTo>
                <a:lnTo>
                  <a:pt x="765" y="195"/>
                </a:lnTo>
                <a:lnTo>
                  <a:pt x="765" y="194"/>
                </a:lnTo>
                <a:lnTo>
                  <a:pt x="766" y="194"/>
                </a:lnTo>
                <a:lnTo>
                  <a:pt x="766" y="193"/>
                </a:lnTo>
                <a:lnTo>
                  <a:pt x="767" y="192"/>
                </a:lnTo>
                <a:lnTo>
                  <a:pt x="768" y="193"/>
                </a:lnTo>
                <a:lnTo>
                  <a:pt x="768" y="194"/>
                </a:lnTo>
                <a:lnTo>
                  <a:pt x="768" y="195"/>
                </a:lnTo>
                <a:lnTo>
                  <a:pt x="769" y="195"/>
                </a:lnTo>
                <a:lnTo>
                  <a:pt x="769" y="196"/>
                </a:lnTo>
                <a:lnTo>
                  <a:pt x="770" y="196"/>
                </a:lnTo>
                <a:lnTo>
                  <a:pt x="771" y="195"/>
                </a:lnTo>
                <a:lnTo>
                  <a:pt x="771" y="194"/>
                </a:lnTo>
                <a:lnTo>
                  <a:pt x="772" y="193"/>
                </a:lnTo>
                <a:lnTo>
                  <a:pt x="771" y="193"/>
                </a:lnTo>
                <a:lnTo>
                  <a:pt x="771" y="192"/>
                </a:lnTo>
                <a:lnTo>
                  <a:pt x="772" y="192"/>
                </a:lnTo>
                <a:lnTo>
                  <a:pt x="773" y="192"/>
                </a:lnTo>
                <a:lnTo>
                  <a:pt x="774" y="192"/>
                </a:lnTo>
                <a:lnTo>
                  <a:pt x="775" y="192"/>
                </a:lnTo>
                <a:lnTo>
                  <a:pt x="776" y="193"/>
                </a:lnTo>
                <a:lnTo>
                  <a:pt x="776" y="194"/>
                </a:lnTo>
                <a:lnTo>
                  <a:pt x="775" y="196"/>
                </a:lnTo>
                <a:lnTo>
                  <a:pt x="776" y="197"/>
                </a:lnTo>
                <a:lnTo>
                  <a:pt x="776" y="198"/>
                </a:lnTo>
                <a:lnTo>
                  <a:pt x="776" y="199"/>
                </a:lnTo>
                <a:lnTo>
                  <a:pt x="776" y="200"/>
                </a:lnTo>
                <a:lnTo>
                  <a:pt x="775" y="200"/>
                </a:lnTo>
                <a:lnTo>
                  <a:pt x="775" y="201"/>
                </a:lnTo>
                <a:lnTo>
                  <a:pt x="776" y="201"/>
                </a:lnTo>
                <a:lnTo>
                  <a:pt x="777" y="201"/>
                </a:lnTo>
                <a:lnTo>
                  <a:pt x="777" y="202"/>
                </a:lnTo>
                <a:lnTo>
                  <a:pt x="777" y="203"/>
                </a:lnTo>
                <a:lnTo>
                  <a:pt x="776" y="203"/>
                </a:lnTo>
                <a:lnTo>
                  <a:pt x="775" y="203"/>
                </a:lnTo>
                <a:lnTo>
                  <a:pt x="775" y="205"/>
                </a:lnTo>
                <a:lnTo>
                  <a:pt x="775" y="206"/>
                </a:lnTo>
                <a:lnTo>
                  <a:pt x="775" y="207"/>
                </a:lnTo>
                <a:lnTo>
                  <a:pt x="775" y="208"/>
                </a:lnTo>
                <a:lnTo>
                  <a:pt x="774" y="209"/>
                </a:lnTo>
                <a:lnTo>
                  <a:pt x="773" y="209"/>
                </a:lnTo>
                <a:lnTo>
                  <a:pt x="773" y="210"/>
                </a:lnTo>
                <a:lnTo>
                  <a:pt x="773" y="211"/>
                </a:lnTo>
                <a:lnTo>
                  <a:pt x="773" y="212"/>
                </a:lnTo>
                <a:lnTo>
                  <a:pt x="773" y="213"/>
                </a:lnTo>
                <a:lnTo>
                  <a:pt x="773" y="214"/>
                </a:lnTo>
                <a:lnTo>
                  <a:pt x="773" y="215"/>
                </a:lnTo>
                <a:lnTo>
                  <a:pt x="773" y="216"/>
                </a:lnTo>
                <a:lnTo>
                  <a:pt x="774" y="217"/>
                </a:lnTo>
                <a:lnTo>
                  <a:pt x="774" y="218"/>
                </a:lnTo>
                <a:lnTo>
                  <a:pt x="774" y="219"/>
                </a:lnTo>
                <a:lnTo>
                  <a:pt x="774" y="220"/>
                </a:lnTo>
                <a:lnTo>
                  <a:pt x="775" y="221"/>
                </a:lnTo>
                <a:lnTo>
                  <a:pt x="775" y="222"/>
                </a:lnTo>
                <a:lnTo>
                  <a:pt x="775" y="223"/>
                </a:lnTo>
                <a:lnTo>
                  <a:pt x="776" y="224"/>
                </a:lnTo>
                <a:lnTo>
                  <a:pt x="777" y="224"/>
                </a:lnTo>
                <a:lnTo>
                  <a:pt x="777" y="223"/>
                </a:lnTo>
                <a:lnTo>
                  <a:pt x="778" y="223"/>
                </a:lnTo>
                <a:lnTo>
                  <a:pt x="779" y="223"/>
                </a:lnTo>
                <a:lnTo>
                  <a:pt x="780" y="221"/>
                </a:lnTo>
                <a:lnTo>
                  <a:pt x="780" y="220"/>
                </a:lnTo>
                <a:lnTo>
                  <a:pt x="781" y="221"/>
                </a:lnTo>
                <a:lnTo>
                  <a:pt x="782" y="220"/>
                </a:lnTo>
                <a:lnTo>
                  <a:pt x="782" y="219"/>
                </a:lnTo>
                <a:lnTo>
                  <a:pt x="783" y="219"/>
                </a:lnTo>
                <a:lnTo>
                  <a:pt x="785" y="219"/>
                </a:lnTo>
                <a:lnTo>
                  <a:pt x="786" y="219"/>
                </a:lnTo>
                <a:lnTo>
                  <a:pt x="786" y="220"/>
                </a:lnTo>
                <a:lnTo>
                  <a:pt x="787" y="221"/>
                </a:lnTo>
                <a:lnTo>
                  <a:pt x="787" y="222"/>
                </a:lnTo>
                <a:lnTo>
                  <a:pt x="788" y="222"/>
                </a:lnTo>
                <a:lnTo>
                  <a:pt x="788" y="223"/>
                </a:lnTo>
                <a:lnTo>
                  <a:pt x="789" y="224"/>
                </a:lnTo>
                <a:lnTo>
                  <a:pt x="790" y="225"/>
                </a:lnTo>
                <a:lnTo>
                  <a:pt x="791" y="225"/>
                </a:lnTo>
                <a:lnTo>
                  <a:pt x="791" y="224"/>
                </a:lnTo>
                <a:lnTo>
                  <a:pt x="792" y="224"/>
                </a:lnTo>
                <a:lnTo>
                  <a:pt x="793" y="224"/>
                </a:lnTo>
                <a:lnTo>
                  <a:pt x="793" y="225"/>
                </a:lnTo>
                <a:lnTo>
                  <a:pt x="793" y="226"/>
                </a:lnTo>
                <a:lnTo>
                  <a:pt x="793" y="227"/>
                </a:lnTo>
                <a:lnTo>
                  <a:pt x="794" y="227"/>
                </a:lnTo>
                <a:lnTo>
                  <a:pt x="795" y="227"/>
                </a:lnTo>
                <a:lnTo>
                  <a:pt x="796" y="226"/>
                </a:lnTo>
                <a:lnTo>
                  <a:pt x="796" y="227"/>
                </a:lnTo>
                <a:lnTo>
                  <a:pt x="796" y="228"/>
                </a:lnTo>
                <a:lnTo>
                  <a:pt x="797" y="227"/>
                </a:lnTo>
                <a:lnTo>
                  <a:pt x="798" y="226"/>
                </a:lnTo>
                <a:lnTo>
                  <a:pt x="799" y="226"/>
                </a:lnTo>
                <a:lnTo>
                  <a:pt x="799" y="227"/>
                </a:lnTo>
                <a:lnTo>
                  <a:pt x="800" y="227"/>
                </a:lnTo>
                <a:lnTo>
                  <a:pt x="800" y="226"/>
                </a:lnTo>
                <a:lnTo>
                  <a:pt x="801" y="226"/>
                </a:lnTo>
                <a:lnTo>
                  <a:pt x="802" y="227"/>
                </a:lnTo>
                <a:lnTo>
                  <a:pt x="803" y="227"/>
                </a:lnTo>
                <a:lnTo>
                  <a:pt x="804" y="227"/>
                </a:lnTo>
                <a:lnTo>
                  <a:pt x="804" y="226"/>
                </a:lnTo>
                <a:lnTo>
                  <a:pt x="803" y="226"/>
                </a:lnTo>
                <a:lnTo>
                  <a:pt x="804" y="226"/>
                </a:lnTo>
                <a:lnTo>
                  <a:pt x="805" y="226"/>
                </a:lnTo>
                <a:lnTo>
                  <a:pt x="805" y="227"/>
                </a:lnTo>
                <a:lnTo>
                  <a:pt x="804" y="227"/>
                </a:lnTo>
                <a:lnTo>
                  <a:pt x="803" y="228"/>
                </a:lnTo>
                <a:lnTo>
                  <a:pt x="803" y="229"/>
                </a:lnTo>
                <a:lnTo>
                  <a:pt x="803" y="230"/>
                </a:lnTo>
                <a:lnTo>
                  <a:pt x="804" y="230"/>
                </a:lnTo>
                <a:lnTo>
                  <a:pt x="805" y="230"/>
                </a:lnTo>
                <a:lnTo>
                  <a:pt x="805" y="231"/>
                </a:lnTo>
                <a:lnTo>
                  <a:pt x="804" y="232"/>
                </a:lnTo>
                <a:lnTo>
                  <a:pt x="805" y="232"/>
                </a:lnTo>
                <a:lnTo>
                  <a:pt x="805" y="233"/>
                </a:lnTo>
                <a:lnTo>
                  <a:pt x="806" y="233"/>
                </a:lnTo>
                <a:lnTo>
                  <a:pt x="807" y="233"/>
                </a:lnTo>
                <a:lnTo>
                  <a:pt x="808" y="233"/>
                </a:lnTo>
                <a:lnTo>
                  <a:pt x="809" y="233"/>
                </a:lnTo>
                <a:lnTo>
                  <a:pt x="810" y="233"/>
                </a:lnTo>
                <a:lnTo>
                  <a:pt x="810" y="234"/>
                </a:lnTo>
                <a:lnTo>
                  <a:pt x="810" y="235"/>
                </a:lnTo>
                <a:lnTo>
                  <a:pt x="811" y="235"/>
                </a:lnTo>
                <a:lnTo>
                  <a:pt x="811" y="236"/>
                </a:lnTo>
                <a:lnTo>
                  <a:pt x="812" y="236"/>
                </a:lnTo>
                <a:lnTo>
                  <a:pt x="812" y="235"/>
                </a:lnTo>
                <a:lnTo>
                  <a:pt x="813" y="235"/>
                </a:lnTo>
                <a:lnTo>
                  <a:pt x="813" y="234"/>
                </a:lnTo>
                <a:lnTo>
                  <a:pt x="813" y="233"/>
                </a:lnTo>
                <a:lnTo>
                  <a:pt x="814" y="233"/>
                </a:lnTo>
                <a:lnTo>
                  <a:pt x="814" y="232"/>
                </a:lnTo>
                <a:lnTo>
                  <a:pt x="815" y="232"/>
                </a:lnTo>
                <a:lnTo>
                  <a:pt x="817" y="232"/>
                </a:lnTo>
                <a:lnTo>
                  <a:pt x="818" y="233"/>
                </a:lnTo>
                <a:lnTo>
                  <a:pt x="819" y="233"/>
                </a:lnTo>
                <a:lnTo>
                  <a:pt x="820" y="233"/>
                </a:lnTo>
                <a:lnTo>
                  <a:pt x="820" y="232"/>
                </a:lnTo>
                <a:lnTo>
                  <a:pt x="821" y="232"/>
                </a:lnTo>
                <a:lnTo>
                  <a:pt x="823" y="231"/>
                </a:lnTo>
                <a:lnTo>
                  <a:pt x="824" y="231"/>
                </a:lnTo>
                <a:lnTo>
                  <a:pt x="824" y="232"/>
                </a:lnTo>
                <a:lnTo>
                  <a:pt x="825" y="232"/>
                </a:lnTo>
                <a:lnTo>
                  <a:pt x="826" y="233"/>
                </a:lnTo>
                <a:lnTo>
                  <a:pt x="826" y="231"/>
                </a:lnTo>
                <a:lnTo>
                  <a:pt x="827" y="230"/>
                </a:lnTo>
                <a:lnTo>
                  <a:pt x="827" y="229"/>
                </a:lnTo>
                <a:lnTo>
                  <a:pt x="828" y="229"/>
                </a:lnTo>
                <a:lnTo>
                  <a:pt x="828" y="228"/>
                </a:lnTo>
                <a:lnTo>
                  <a:pt x="829" y="228"/>
                </a:lnTo>
                <a:lnTo>
                  <a:pt x="830" y="227"/>
                </a:lnTo>
                <a:lnTo>
                  <a:pt x="830" y="228"/>
                </a:lnTo>
                <a:lnTo>
                  <a:pt x="831" y="229"/>
                </a:lnTo>
                <a:lnTo>
                  <a:pt x="830" y="229"/>
                </a:lnTo>
                <a:lnTo>
                  <a:pt x="830" y="230"/>
                </a:lnTo>
                <a:lnTo>
                  <a:pt x="831" y="230"/>
                </a:lnTo>
                <a:lnTo>
                  <a:pt x="831" y="231"/>
                </a:lnTo>
                <a:lnTo>
                  <a:pt x="832" y="231"/>
                </a:lnTo>
                <a:lnTo>
                  <a:pt x="833" y="232"/>
                </a:lnTo>
                <a:lnTo>
                  <a:pt x="833" y="231"/>
                </a:lnTo>
                <a:lnTo>
                  <a:pt x="833" y="230"/>
                </a:lnTo>
                <a:lnTo>
                  <a:pt x="834" y="229"/>
                </a:lnTo>
                <a:lnTo>
                  <a:pt x="834" y="228"/>
                </a:lnTo>
                <a:lnTo>
                  <a:pt x="833" y="228"/>
                </a:lnTo>
                <a:lnTo>
                  <a:pt x="833" y="227"/>
                </a:lnTo>
                <a:lnTo>
                  <a:pt x="834" y="227"/>
                </a:lnTo>
                <a:lnTo>
                  <a:pt x="834" y="226"/>
                </a:lnTo>
                <a:lnTo>
                  <a:pt x="834" y="225"/>
                </a:lnTo>
                <a:lnTo>
                  <a:pt x="835" y="225"/>
                </a:lnTo>
                <a:lnTo>
                  <a:pt x="835" y="224"/>
                </a:lnTo>
                <a:lnTo>
                  <a:pt x="835" y="223"/>
                </a:lnTo>
                <a:lnTo>
                  <a:pt x="836" y="223"/>
                </a:lnTo>
                <a:lnTo>
                  <a:pt x="837" y="224"/>
                </a:lnTo>
                <a:lnTo>
                  <a:pt x="838" y="224"/>
                </a:lnTo>
                <a:lnTo>
                  <a:pt x="838" y="225"/>
                </a:lnTo>
                <a:lnTo>
                  <a:pt x="838" y="224"/>
                </a:lnTo>
                <a:lnTo>
                  <a:pt x="839" y="224"/>
                </a:lnTo>
                <a:lnTo>
                  <a:pt x="840" y="224"/>
                </a:lnTo>
                <a:lnTo>
                  <a:pt x="841" y="225"/>
                </a:lnTo>
                <a:lnTo>
                  <a:pt x="842" y="225"/>
                </a:lnTo>
                <a:lnTo>
                  <a:pt x="843" y="225"/>
                </a:lnTo>
                <a:lnTo>
                  <a:pt x="844" y="225"/>
                </a:lnTo>
                <a:lnTo>
                  <a:pt x="845" y="225"/>
                </a:lnTo>
                <a:lnTo>
                  <a:pt x="845" y="224"/>
                </a:lnTo>
                <a:lnTo>
                  <a:pt x="844" y="224"/>
                </a:lnTo>
                <a:lnTo>
                  <a:pt x="844" y="223"/>
                </a:lnTo>
                <a:lnTo>
                  <a:pt x="845" y="223"/>
                </a:lnTo>
                <a:lnTo>
                  <a:pt x="846" y="222"/>
                </a:lnTo>
                <a:lnTo>
                  <a:pt x="847" y="221"/>
                </a:lnTo>
                <a:lnTo>
                  <a:pt x="846" y="220"/>
                </a:lnTo>
                <a:lnTo>
                  <a:pt x="845" y="220"/>
                </a:lnTo>
                <a:lnTo>
                  <a:pt x="845" y="219"/>
                </a:lnTo>
                <a:lnTo>
                  <a:pt x="846" y="219"/>
                </a:lnTo>
                <a:lnTo>
                  <a:pt x="846" y="218"/>
                </a:lnTo>
                <a:lnTo>
                  <a:pt x="845" y="218"/>
                </a:lnTo>
                <a:lnTo>
                  <a:pt x="845" y="217"/>
                </a:lnTo>
                <a:lnTo>
                  <a:pt x="845" y="216"/>
                </a:lnTo>
                <a:lnTo>
                  <a:pt x="846" y="215"/>
                </a:lnTo>
                <a:lnTo>
                  <a:pt x="847" y="214"/>
                </a:lnTo>
                <a:lnTo>
                  <a:pt x="848" y="214"/>
                </a:lnTo>
                <a:lnTo>
                  <a:pt x="848" y="213"/>
                </a:lnTo>
                <a:lnTo>
                  <a:pt x="848" y="212"/>
                </a:lnTo>
                <a:lnTo>
                  <a:pt x="847" y="212"/>
                </a:lnTo>
                <a:lnTo>
                  <a:pt x="847" y="211"/>
                </a:lnTo>
                <a:lnTo>
                  <a:pt x="847" y="210"/>
                </a:lnTo>
                <a:lnTo>
                  <a:pt x="849" y="210"/>
                </a:lnTo>
                <a:lnTo>
                  <a:pt x="850" y="209"/>
                </a:lnTo>
                <a:lnTo>
                  <a:pt x="851" y="209"/>
                </a:lnTo>
                <a:lnTo>
                  <a:pt x="852" y="209"/>
                </a:lnTo>
                <a:lnTo>
                  <a:pt x="853" y="209"/>
                </a:lnTo>
                <a:lnTo>
                  <a:pt x="853" y="210"/>
                </a:lnTo>
                <a:lnTo>
                  <a:pt x="854" y="210"/>
                </a:lnTo>
                <a:lnTo>
                  <a:pt x="854" y="211"/>
                </a:lnTo>
                <a:lnTo>
                  <a:pt x="854" y="212"/>
                </a:lnTo>
                <a:lnTo>
                  <a:pt x="854" y="213"/>
                </a:lnTo>
                <a:lnTo>
                  <a:pt x="855" y="213"/>
                </a:lnTo>
                <a:lnTo>
                  <a:pt x="855" y="214"/>
                </a:lnTo>
                <a:lnTo>
                  <a:pt x="856" y="214"/>
                </a:lnTo>
                <a:lnTo>
                  <a:pt x="856" y="215"/>
                </a:lnTo>
                <a:lnTo>
                  <a:pt x="857" y="215"/>
                </a:lnTo>
                <a:lnTo>
                  <a:pt x="858" y="215"/>
                </a:lnTo>
                <a:lnTo>
                  <a:pt x="859" y="215"/>
                </a:lnTo>
                <a:lnTo>
                  <a:pt x="858" y="216"/>
                </a:lnTo>
                <a:lnTo>
                  <a:pt x="859" y="216"/>
                </a:lnTo>
                <a:lnTo>
                  <a:pt x="860" y="216"/>
                </a:lnTo>
                <a:lnTo>
                  <a:pt x="861" y="216"/>
                </a:lnTo>
                <a:lnTo>
                  <a:pt x="862" y="215"/>
                </a:lnTo>
                <a:lnTo>
                  <a:pt x="862" y="216"/>
                </a:lnTo>
                <a:lnTo>
                  <a:pt x="861" y="217"/>
                </a:lnTo>
                <a:lnTo>
                  <a:pt x="861" y="218"/>
                </a:lnTo>
                <a:lnTo>
                  <a:pt x="861" y="220"/>
                </a:lnTo>
                <a:lnTo>
                  <a:pt x="861" y="221"/>
                </a:lnTo>
                <a:lnTo>
                  <a:pt x="860" y="221"/>
                </a:lnTo>
                <a:lnTo>
                  <a:pt x="860" y="222"/>
                </a:lnTo>
                <a:lnTo>
                  <a:pt x="860" y="223"/>
                </a:lnTo>
                <a:lnTo>
                  <a:pt x="861" y="223"/>
                </a:lnTo>
                <a:lnTo>
                  <a:pt x="860" y="225"/>
                </a:lnTo>
                <a:lnTo>
                  <a:pt x="860" y="226"/>
                </a:lnTo>
                <a:lnTo>
                  <a:pt x="860" y="227"/>
                </a:lnTo>
                <a:lnTo>
                  <a:pt x="861" y="228"/>
                </a:lnTo>
                <a:lnTo>
                  <a:pt x="861" y="229"/>
                </a:lnTo>
                <a:lnTo>
                  <a:pt x="861" y="230"/>
                </a:lnTo>
                <a:lnTo>
                  <a:pt x="860" y="232"/>
                </a:lnTo>
                <a:lnTo>
                  <a:pt x="860" y="233"/>
                </a:lnTo>
                <a:lnTo>
                  <a:pt x="861" y="234"/>
                </a:lnTo>
                <a:lnTo>
                  <a:pt x="861" y="235"/>
                </a:lnTo>
                <a:lnTo>
                  <a:pt x="862" y="236"/>
                </a:lnTo>
                <a:lnTo>
                  <a:pt x="863" y="236"/>
                </a:lnTo>
                <a:lnTo>
                  <a:pt x="863" y="235"/>
                </a:lnTo>
                <a:lnTo>
                  <a:pt x="864" y="235"/>
                </a:lnTo>
                <a:lnTo>
                  <a:pt x="864" y="236"/>
                </a:lnTo>
                <a:lnTo>
                  <a:pt x="865" y="236"/>
                </a:lnTo>
                <a:lnTo>
                  <a:pt x="866" y="236"/>
                </a:lnTo>
                <a:lnTo>
                  <a:pt x="867" y="237"/>
                </a:lnTo>
                <a:lnTo>
                  <a:pt x="867" y="238"/>
                </a:lnTo>
                <a:lnTo>
                  <a:pt x="867" y="239"/>
                </a:lnTo>
                <a:lnTo>
                  <a:pt x="866" y="239"/>
                </a:lnTo>
                <a:lnTo>
                  <a:pt x="866" y="240"/>
                </a:lnTo>
                <a:lnTo>
                  <a:pt x="867" y="240"/>
                </a:lnTo>
                <a:lnTo>
                  <a:pt x="867" y="241"/>
                </a:lnTo>
                <a:lnTo>
                  <a:pt x="868" y="241"/>
                </a:lnTo>
                <a:lnTo>
                  <a:pt x="869" y="240"/>
                </a:lnTo>
                <a:lnTo>
                  <a:pt x="869" y="239"/>
                </a:lnTo>
                <a:lnTo>
                  <a:pt x="870" y="239"/>
                </a:lnTo>
                <a:lnTo>
                  <a:pt x="871" y="239"/>
                </a:lnTo>
                <a:lnTo>
                  <a:pt x="872" y="239"/>
                </a:lnTo>
                <a:lnTo>
                  <a:pt x="872" y="240"/>
                </a:lnTo>
                <a:lnTo>
                  <a:pt x="872" y="241"/>
                </a:lnTo>
                <a:lnTo>
                  <a:pt x="873" y="241"/>
                </a:lnTo>
                <a:lnTo>
                  <a:pt x="874" y="241"/>
                </a:lnTo>
                <a:lnTo>
                  <a:pt x="875" y="241"/>
                </a:lnTo>
                <a:lnTo>
                  <a:pt x="875" y="240"/>
                </a:lnTo>
                <a:lnTo>
                  <a:pt x="876" y="239"/>
                </a:lnTo>
                <a:lnTo>
                  <a:pt x="877" y="238"/>
                </a:lnTo>
                <a:lnTo>
                  <a:pt x="878" y="238"/>
                </a:lnTo>
                <a:lnTo>
                  <a:pt x="879" y="238"/>
                </a:lnTo>
                <a:lnTo>
                  <a:pt x="880" y="237"/>
                </a:lnTo>
                <a:lnTo>
                  <a:pt x="881" y="237"/>
                </a:lnTo>
                <a:lnTo>
                  <a:pt x="882" y="237"/>
                </a:lnTo>
                <a:lnTo>
                  <a:pt x="883" y="238"/>
                </a:lnTo>
                <a:lnTo>
                  <a:pt x="884" y="238"/>
                </a:lnTo>
                <a:lnTo>
                  <a:pt x="884" y="239"/>
                </a:lnTo>
                <a:lnTo>
                  <a:pt x="884" y="240"/>
                </a:lnTo>
                <a:lnTo>
                  <a:pt x="883" y="240"/>
                </a:lnTo>
                <a:lnTo>
                  <a:pt x="883" y="241"/>
                </a:lnTo>
                <a:lnTo>
                  <a:pt x="883" y="242"/>
                </a:lnTo>
                <a:lnTo>
                  <a:pt x="882" y="242"/>
                </a:lnTo>
                <a:lnTo>
                  <a:pt x="883" y="242"/>
                </a:lnTo>
                <a:lnTo>
                  <a:pt x="883" y="243"/>
                </a:lnTo>
                <a:lnTo>
                  <a:pt x="883" y="245"/>
                </a:lnTo>
                <a:lnTo>
                  <a:pt x="882" y="245"/>
                </a:lnTo>
                <a:lnTo>
                  <a:pt x="883" y="245"/>
                </a:lnTo>
                <a:lnTo>
                  <a:pt x="884" y="246"/>
                </a:lnTo>
                <a:lnTo>
                  <a:pt x="885" y="246"/>
                </a:lnTo>
                <a:lnTo>
                  <a:pt x="886" y="246"/>
                </a:lnTo>
                <a:lnTo>
                  <a:pt x="887" y="247"/>
                </a:lnTo>
                <a:lnTo>
                  <a:pt x="887" y="246"/>
                </a:lnTo>
                <a:lnTo>
                  <a:pt x="888" y="246"/>
                </a:lnTo>
                <a:lnTo>
                  <a:pt x="888" y="245"/>
                </a:lnTo>
                <a:lnTo>
                  <a:pt x="889" y="245"/>
                </a:lnTo>
                <a:lnTo>
                  <a:pt x="890" y="245"/>
                </a:lnTo>
                <a:lnTo>
                  <a:pt x="890" y="244"/>
                </a:lnTo>
                <a:lnTo>
                  <a:pt x="891" y="245"/>
                </a:lnTo>
                <a:lnTo>
                  <a:pt x="892" y="246"/>
                </a:lnTo>
                <a:lnTo>
                  <a:pt x="892" y="247"/>
                </a:lnTo>
                <a:lnTo>
                  <a:pt x="892" y="248"/>
                </a:lnTo>
                <a:lnTo>
                  <a:pt x="892" y="249"/>
                </a:lnTo>
                <a:lnTo>
                  <a:pt x="893" y="249"/>
                </a:lnTo>
                <a:lnTo>
                  <a:pt x="893" y="250"/>
                </a:lnTo>
                <a:lnTo>
                  <a:pt x="894" y="250"/>
                </a:lnTo>
                <a:lnTo>
                  <a:pt x="894" y="249"/>
                </a:lnTo>
                <a:lnTo>
                  <a:pt x="895" y="249"/>
                </a:lnTo>
                <a:lnTo>
                  <a:pt x="895" y="250"/>
                </a:lnTo>
                <a:lnTo>
                  <a:pt x="894" y="251"/>
                </a:lnTo>
                <a:lnTo>
                  <a:pt x="894" y="252"/>
                </a:lnTo>
                <a:lnTo>
                  <a:pt x="894" y="253"/>
                </a:lnTo>
                <a:lnTo>
                  <a:pt x="894" y="254"/>
                </a:lnTo>
                <a:lnTo>
                  <a:pt x="894" y="255"/>
                </a:lnTo>
                <a:lnTo>
                  <a:pt x="895" y="255"/>
                </a:lnTo>
                <a:lnTo>
                  <a:pt x="896" y="255"/>
                </a:lnTo>
                <a:lnTo>
                  <a:pt x="896" y="256"/>
                </a:lnTo>
                <a:lnTo>
                  <a:pt x="897" y="257"/>
                </a:lnTo>
                <a:lnTo>
                  <a:pt x="897" y="256"/>
                </a:lnTo>
                <a:lnTo>
                  <a:pt x="898" y="256"/>
                </a:lnTo>
                <a:lnTo>
                  <a:pt x="899" y="256"/>
                </a:lnTo>
                <a:lnTo>
                  <a:pt x="900" y="256"/>
                </a:lnTo>
                <a:lnTo>
                  <a:pt x="900" y="257"/>
                </a:lnTo>
                <a:lnTo>
                  <a:pt x="901" y="256"/>
                </a:lnTo>
                <a:lnTo>
                  <a:pt x="902" y="256"/>
                </a:lnTo>
                <a:lnTo>
                  <a:pt x="903" y="257"/>
                </a:lnTo>
                <a:lnTo>
                  <a:pt x="904" y="258"/>
                </a:lnTo>
                <a:lnTo>
                  <a:pt x="904" y="259"/>
                </a:lnTo>
                <a:lnTo>
                  <a:pt x="905" y="260"/>
                </a:lnTo>
                <a:lnTo>
                  <a:pt x="906" y="260"/>
                </a:lnTo>
                <a:lnTo>
                  <a:pt x="906" y="261"/>
                </a:lnTo>
                <a:lnTo>
                  <a:pt x="906" y="262"/>
                </a:lnTo>
                <a:lnTo>
                  <a:pt x="906" y="263"/>
                </a:lnTo>
                <a:lnTo>
                  <a:pt x="906" y="264"/>
                </a:lnTo>
                <a:lnTo>
                  <a:pt x="906" y="265"/>
                </a:lnTo>
                <a:lnTo>
                  <a:pt x="905" y="265"/>
                </a:lnTo>
                <a:lnTo>
                  <a:pt x="906" y="266"/>
                </a:lnTo>
                <a:lnTo>
                  <a:pt x="906" y="267"/>
                </a:lnTo>
                <a:lnTo>
                  <a:pt x="907" y="267"/>
                </a:lnTo>
                <a:lnTo>
                  <a:pt x="907" y="268"/>
                </a:lnTo>
                <a:lnTo>
                  <a:pt x="908" y="269"/>
                </a:lnTo>
                <a:lnTo>
                  <a:pt x="909" y="269"/>
                </a:lnTo>
                <a:lnTo>
                  <a:pt x="909" y="270"/>
                </a:lnTo>
                <a:lnTo>
                  <a:pt x="908" y="271"/>
                </a:lnTo>
                <a:lnTo>
                  <a:pt x="909" y="271"/>
                </a:lnTo>
                <a:lnTo>
                  <a:pt x="910" y="272"/>
                </a:lnTo>
                <a:lnTo>
                  <a:pt x="912" y="273"/>
                </a:lnTo>
                <a:lnTo>
                  <a:pt x="912" y="274"/>
                </a:lnTo>
                <a:lnTo>
                  <a:pt x="913" y="274"/>
                </a:lnTo>
                <a:lnTo>
                  <a:pt x="914" y="273"/>
                </a:lnTo>
                <a:lnTo>
                  <a:pt x="914" y="272"/>
                </a:lnTo>
                <a:lnTo>
                  <a:pt x="914" y="271"/>
                </a:lnTo>
                <a:lnTo>
                  <a:pt x="914" y="270"/>
                </a:lnTo>
                <a:lnTo>
                  <a:pt x="914" y="271"/>
                </a:lnTo>
                <a:lnTo>
                  <a:pt x="915" y="271"/>
                </a:lnTo>
                <a:lnTo>
                  <a:pt x="915" y="270"/>
                </a:lnTo>
                <a:lnTo>
                  <a:pt x="915" y="269"/>
                </a:lnTo>
                <a:lnTo>
                  <a:pt x="915" y="268"/>
                </a:lnTo>
                <a:lnTo>
                  <a:pt x="916" y="268"/>
                </a:lnTo>
                <a:lnTo>
                  <a:pt x="916" y="267"/>
                </a:lnTo>
                <a:lnTo>
                  <a:pt x="917" y="267"/>
                </a:lnTo>
                <a:lnTo>
                  <a:pt x="918" y="267"/>
                </a:lnTo>
                <a:lnTo>
                  <a:pt x="918" y="266"/>
                </a:lnTo>
                <a:lnTo>
                  <a:pt x="919" y="265"/>
                </a:lnTo>
                <a:lnTo>
                  <a:pt x="919" y="264"/>
                </a:lnTo>
                <a:lnTo>
                  <a:pt x="919" y="263"/>
                </a:lnTo>
                <a:lnTo>
                  <a:pt x="919" y="262"/>
                </a:lnTo>
                <a:lnTo>
                  <a:pt x="919" y="261"/>
                </a:lnTo>
                <a:lnTo>
                  <a:pt x="920" y="261"/>
                </a:lnTo>
                <a:lnTo>
                  <a:pt x="921" y="261"/>
                </a:lnTo>
                <a:lnTo>
                  <a:pt x="921" y="262"/>
                </a:lnTo>
                <a:lnTo>
                  <a:pt x="921" y="263"/>
                </a:lnTo>
                <a:lnTo>
                  <a:pt x="922" y="263"/>
                </a:lnTo>
                <a:lnTo>
                  <a:pt x="923" y="262"/>
                </a:lnTo>
                <a:lnTo>
                  <a:pt x="924" y="263"/>
                </a:lnTo>
                <a:lnTo>
                  <a:pt x="925" y="263"/>
                </a:lnTo>
                <a:lnTo>
                  <a:pt x="926" y="263"/>
                </a:lnTo>
                <a:lnTo>
                  <a:pt x="927" y="263"/>
                </a:lnTo>
                <a:lnTo>
                  <a:pt x="928" y="263"/>
                </a:lnTo>
                <a:lnTo>
                  <a:pt x="928" y="264"/>
                </a:lnTo>
                <a:lnTo>
                  <a:pt x="928" y="266"/>
                </a:lnTo>
                <a:lnTo>
                  <a:pt x="929" y="266"/>
                </a:lnTo>
                <a:lnTo>
                  <a:pt x="930" y="266"/>
                </a:lnTo>
                <a:lnTo>
                  <a:pt x="931" y="267"/>
                </a:lnTo>
                <a:lnTo>
                  <a:pt x="931" y="268"/>
                </a:lnTo>
                <a:lnTo>
                  <a:pt x="931" y="269"/>
                </a:lnTo>
                <a:lnTo>
                  <a:pt x="931" y="270"/>
                </a:lnTo>
                <a:lnTo>
                  <a:pt x="932" y="270"/>
                </a:lnTo>
                <a:lnTo>
                  <a:pt x="933" y="270"/>
                </a:lnTo>
                <a:lnTo>
                  <a:pt x="933" y="271"/>
                </a:lnTo>
                <a:lnTo>
                  <a:pt x="934" y="271"/>
                </a:lnTo>
                <a:lnTo>
                  <a:pt x="934" y="272"/>
                </a:lnTo>
                <a:lnTo>
                  <a:pt x="935" y="272"/>
                </a:lnTo>
                <a:lnTo>
                  <a:pt x="935" y="273"/>
                </a:lnTo>
                <a:lnTo>
                  <a:pt x="936" y="273"/>
                </a:lnTo>
                <a:lnTo>
                  <a:pt x="936" y="275"/>
                </a:lnTo>
                <a:lnTo>
                  <a:pt x="936" y="276"/>
                </a:lnTo>
                <a:lnTo>
                  <a:pt x="937" y="276"/>
                </a:lnTo>
                <a:lnTo>
                  <a:pt x="937" y="277"/>
                </a:lnTo>
                <a:lnTo>
                  <a:pt x="938" y="277"/>
                </a:lnTo>
                <a:lnTo>
                  <a:pt x="938" y="276"/>
                </a:lnTo>
                <a:lnTo>
                  <a:pt x="939" y="276"/>
                </a:lnTo>
                <a:lnTo>
                  <a:pt x="939" y="275"/>
                </a:lnTo>
                <a:lnTo>
                  <a:pt x="939" y="274"/>
                </a:lnTo>
                <a:lnTo>
                  <a:pt x="940" y="273"/>
                </a:lnTo>
                <a:lnTo>
                  <a:pt x="941" y="273"/>
                </a:lnTo>
                <a:lnTo>
                  <a:pt x="942" y="273"/>
                </a:lnTo>
                <a:lnTo>
                  <a:pt x="944" y="273"/>
                </a:lnTo>
                <a:lnTo>
                  <a:pt x="946" y="272"/>
                </a:lnTo>
                <a:lnTo>
                  <a:pt x="946" y="271"/>
                </a:lnTo>
                <a:lnTo>
                  <a:pt x="947" y="271"/>
                </a:lnTo>
                <a:lnTo>
                  <a:pt x="947" y="270"/>
                </a:lnTo>
                <a:lnTo>
                  <a:pt x="948" y="270"/>
                </a:lnTo>
                <a:lnTo>
                  <a:pt x="948" y="269"/>
                </a:lnTo>
                <a:lnTo>
                  <a:pt x="949" y="269"/>
                </a:lnTo>
                <a:lnTo>
                  <a:pt x="950" y="269"/>
                </a:lnTo>
                <a:lnTo>
                  <a:pt x="951" y="270"/>
                </a:lnTo>
                <a:lnTo>
                  <a:pt x="951" y="271"/>
                </a:lnTo>
                <a:lnTo>
                  <a:pt x="952" y="272"/>
                </a:lnTo>
                <a:lnTo>
                  <a:pt x="952" y="273"/>
                </a:lnTo>
                <a:lnTo>
                  <a:pt x="951" y="273"/>
                </a:lnTo>
                <a:lnTo>
                  <a:pt x="952" y="273"/>
                </a:lnTo>
                <a:lnTo>
                  <a:pt x="952" y="274"/>
                </a:lnTo>
                <a:lnTo>
                  <a:pt x="952" y="275"/>
                </a:lnTo>
                <a:lnTo>
                  <a:pt x="953" y="276"/>
                </a:lnTo>
                <a:lnTo>
                  <a:pt x="953" y="277"/>
                </a:lnTo>
                <a:lnTo>
                  <a:pt x="954" y="277"/>
                </a:lnTo>
                <a:lnTo>
                  <a:pt x="955" y="277"/>
                </a:lnTo>
                <a:lnTo>
                  <a:pt x="956" y="278"/>
                </a:lnTo>
                <a:lnTo>
                  <a:pt x="956" y="279"/>
                </a:lnTo>
                <a:lnTo>
                  <a:pt x="957" y="280"/>
                </a:lnTo>
                <a:lnTo>
                  <a:pt x="958" y="280"/>
                </a:lnTo>
                <a:lnTo>
                  <a:pt x="959" y="280"/>
                </a:lnTo>
                <a:lnTo>
                  <a:pt x="960" y="280"/>
                </a:lnTo>
                <a:lnTo>
                  <a:pt x="960" y="281"/>
                </a:lnTo>
                <a:lnTo>
                  <a:pt x="960" y="282"/>
                </a:lnTo>
                <a:lnTo>
                  <a:pt x="959" y="282"/>
                </a:lnTo>
                <a:lnTo>
                  <a:pt x="959" y="284"/>
                </a:lnTo>
                <a:lnTo>
                  <a:pt x="960" y="284"/>
                </a:lnTo>
                <a:lnTo>
                  <a:pt x="961" y="284"/>
                </a:lnTo>
                <a:lnTo>
                  <a:pt x="962" y="284"/>
                </a:lnTo>
                <a:lnTo>
                  <a:pt x="963" y="284"/>
                </a:lnTo>
                <a:lnTo>
                  <a:pt x="964" y="284"/>
                </a:lnTo>
                <a:lnTo>
                  <a:pt x="964" y="283"/>
                </a:lnTo>
                <a:lnTo>
                  <a:pt x="965" y="284"/>
                </a:lnTo>
                <a:lnTo>
                  <a:pt x="966" y="284"/>
                </a:lnTo>
                <a:lnTo>
                  <a:pt x="967" y="285"/>
                </a:lnTo>
                <a:lnTo>
                  <a:pt x="968" y="284"/>
                </a:lnTo>
                <a:lnTo>
                  <a:pt x="968" y="285"/>
                </a:lnTo>
                <a:lnTo>
                  <a:pt x="968" y="286"/>
                </a:lnTo>
                <a:lnTo>
                  <a:pt x="968" y="287"/>
                </a:lnTo>
                <a:lnTo>
                  <a:pt x="969" y="287"/>
                </a:lnTo>
                <a:lnTo>
                  <a:pt x="969" y="288"/>
                </a:lnTo>
                <a:lnTo>
                  <a:pt x="969" y="287"/>
                </a:lnTo>
                <a:lnTo>
                  <a:pt x="970" y="287"/>
                </a:lnTo>
                <a:lnTo>
                  <a:pt x="971" y="287"/>
                </a:lnTo>
                <a:lnTo>
                  <a:pt x="971" y="288"/>
                </a:lnTo>
                <a:lnTo>
                  <a:pt x="972" y="287"/>
                </a:lnTo>
                <a:lnTo>
                  <a:pt x="973" y="287"/>
                </a:lnTo>
                <a:lnTo>
                  <a:pt x="974" y="287"/>
                </a:lnTo>
                <a:lnTo>
                  <a:pt x="975" y="287"/>
                </a:lnTo>
                <a:lnTo>
                  <a:pt x="975" y="288"/>
                </a:lnTo>
                <a:lnTo>
                  <a:pt x="975" y="289"/>
                </a:lnTo>
                <a:lnTo>
                  <a:pt x="976" y="291"/>
                </a:lnTo>
                <a:lnTo>
                  <a:pt x="977" y="292"/>
                </a:lnTo>
                <a:lnTo>
                  <a:pt x="976" y="292"/>
                </a:lnTo>
                <a:lnTo>
                  <a:pt x="977" y="293"/>
                </a:lnTo>
                <a:lnTo>
                  <a:pt x="977" y="294"/>
                </a:lnTo>
                <a:lnTo>
                  <a:pt x="977" y="295"/>
                </a:lnTo>
                <a:lnTo>
                  <a:pt x="978" y="295"/>
                </a:lnTo>
                <a:lnTo>
                  <a:pt x="977" y="295"/>
                </a:lnTo>
                <a:lnTo>
                  <a:pt x="976" y="295"/>
                </a:lnTo>
                <a:lnTo>
                  <a:pt x="975" y="295"/>
                </a:lnTo>
                <a:lnTo>
                  <a:pt x="974" y="295"/>
                </a:lnTo>
                <a:lnTo>
                  <a:pt x="973" y="295"/>
                </a:lnTo>
                <a:lnTo>
                  <a:pt x="973" y="296"/>
                </a:lnTo>
                <a:lnTo>
                  <a:pt x="973" y="297"/>
                </a:lnTo>
                <a:lnTo>
                  <a:pt x="973" y="296"/>
                </a:lnTo>
                <a:lnTo>
                  <a:pt x="972" y="296"/>
                </a:lnTo>
                <a:lnTo>
                  <a:pt x="971" y="296"/>
                </a:lnTo>
                <a:lnTo>
                  <a:pt x="971" y="297"/>
                </a:lnTo>
                <a:lnTo>
                  <a:pt x="970" y="297"/>
                </a:lnTo>
                <a:lnTo>
                  <a:pt x="969" y="297"/>
                </a:lnTo>
                <a:lnTo>
                  <a:pt x="969" y="298"/>
                </a:lnTo>
                <a:lnTo>
                  <a:pt x="968" y="298"/>
                </a:lnTo>
                <a:lnTo>
                  <a:pt x="968" y="299"/>
                </a:lnTo>
                <a:lnTo>
                  <a:pt x="967" y="300"/>
                </a:lnTo>
                <a:lnTo>
                  <a:pt x="966" y="300"/>
                </a:lnTo>
                <a:lnTo>
                  <a:pt x="965" y="301"/>
                </a:lnTo>
                <a:lnTo>
                  <a:pt x="965" y="302"/>
                </a:lnTo>
                <a:lnTo>
                  <a:pt x="964" y="303"/>
                </a:lnTo>
                <a:lnTo>
                  <a:pt x="963" y="303"/>
                </a:lnTo>
                <a:lnTo>
                  <a:pt x="963" y="304"/>
                </a:lnTo>
                <a:lnTo>
                  <a:pt x="963" y="305"/>
                </a:lnTo>
                <a:lnTo>
                  <a:pt x="962" y="305"/>
                </a:lnTo>
                <a:lnTo>
                  <a:pt x="961" y="305"/>
                </a:lnTo>
                <a:lnTo>
                  <a:pt x="961" y="306"/>
                </a:lnTo>
                <a:lnTo>
                  <a:pt x="961" y="308"/>
                </a:lnTo>
                <a:lnTo>
                  <a:pt x="960" y="308"/>
                </a:lnTo>
                <a:lnTo>
                  <a:pt x="959" y="308"/>
                </a:lnTo>
                <a:lnTo>
                  <a:pt x="958" y="308"/>
                </a:lnTo>
                <a:lnTo>
                  <a:pt x="957" y="308"/>
                </a:lnTo>
                <a:lnTo>
                  <a:pt x="958" y="308"/>
                </a:lnTo>
                <a:lnTo>
                  <a:pt x="958" y="309"/>
                </a:lnTo>
                <a:lnTo>
                  <a:pt x="956" y="309"/>
                </a:lnTo>
                <a:lnTo>
                  <a:pt x="955" y="310"/>
                </a:lnTo>
                <a:lnTo>
                  <a:pt x="955" y="311"/>
                </a:lnTo>
                <a:lnTo>
                  <a:pt x="954" y="311"/>
                </a:lnTo>
                <a:lnTo>
                  <a:pt x="953" y="311"/>
                </a:lnTo>
                <a:lnTo>
                  <a:pt x="953" y="312"/>
                </a:lnTo>
                <a:lnTo>
                  <a:pt x="953" y="313"/>
                </a:lnTo>
                <a:lnTo>
                  <a:pt x="953" y="314"/>
                </a:lnTo>
                <a:lnTo>
                  <a:pt x="952" y="314"/>
                </a:lnTo>
                <a:lnTo>
                  <a:pt x="952" y="315"/>
                </a:lnTo>
                <a:lnTo>
                  <a:pt x="951" y="315"/>
                </a:lnTo>
                <a:lnTo>
                  <a:pt x="951" y="317"/>
                </a:lnTo>
                <a:lnTo>
                  <a:pt x="952" y="318"/>
                </a:lnTo>
                <a:lnTo>
                  <a:pt x="953" y="319"/>
                </a:lnTo>
                <a:lnTo>
                  <a:pt x="953" y="320"/>
                </a:lnTo>
                <a:lnTo>
                  <a:pt x="954" y="321"/>
                </a:lnTo>
                <a:lnTo>
                  <a:pt x="954" y="322"/>
                </a:lnTo>
                <a:lnTo>
                  <a:pt x="954" y="323"/>
                </a:lnTo>
                <a:lnTo>
                  <a:pt x="953" y="323"/>
                </a:lnTo>
                <a:lnTo>
                  <a:pt x="953" y="324"/>
                </a:lnTo>
                <a:lnTo>
                  <a:pt x="954" y="325"/>
                </a:lnTo>
                <a:lnTo>
                  <a:pt x="955" y="324"/>
                </a:lnTo>
                <a:lnTo>
                  <a:pt x="955" y="326"/>
                </a:lnTo>
                <a:lnTo>
                  <a:pt x="954" y="326"/>
                </a:lnTo>
                <a:lnTo>
                  <a:pt x="953" y="327"/>
                </a:lnTo>
                <a:lnTo>
                  <a:pt x="953" y="328"/>
                </a:lnTo>
                <a:lnTo>
                  <a:pt x="953" y="329"/>
                </a:lnTo>
                <a:lnTo>
                  <a:pt x="952" y="329"/>
                </a:lnTo>
                <a:lnTo>
                  <a:pt x="951" y="329"/>
                </a:lnTo>
                <a:lnTo>
                  <a:pt x="950" y="329"/>
                </a:lnTo>
                <a:lnTo>
                  <a:pt x="949" y="330"/>
                </a:lnTo>
                <a:lnTo>
                  <a:pt x="948" y="330"/>
                </a:lnTo>
                <a:lnTo>
                  <a:pt x="947" y="329"/>
                </a:lnTo>
                <a:lnTo>
                  <a:pt x="945" y="329"/>
                </a:lnTo>
                <a:lnTo>
                  <a:pt x="944" y="330"/>
                </a:lnTo>
                <a:lnTo>
                  <a:pt x="944" y="331"/>
                </a:lnTo>
                <a:lnTo>
                  <a:pt x="944" y="332"/>
                </a:lnTo>
                <a:lnTo>
                  <a:pt x="944" y="334"/>
                </a:lnTo>
                <a:lnTo>
                  <a:pt x="943" y="334"/>
                </a:lnTo>
                <a:lnTo>
                  <a:pt x="943" y="335"/>
                </a:lnTo>
                <a:lnTo>
                  <a:pt x="943" y="336"/>
                </a:lnTo>
                <a:lnTo>
                  <a:pt x="943" y="337"/>
                </a:lnTo>
                <a:lnTo>
                  <a:pt x="943" y="339"/>
                </a:lnTo>
                <a:lnTo>
                  <a:pt x="943" y="340"/>
                </a:lnTo>
                <a:lnTo>
                  <a:pt x="942" y="340"/>
                </a:lnTo>
                <a:lnTo>
                  <a:pt x="942" y="341"/>
                </a:lnTo>
                <a:lnTo>
                  <a:pt x="943" y="341"/>
                </a:lnTo>
                <a:lnTo>
                  <a:pt x="944" y="341"/>
                </a:lnTo>
                <a:lnTo>
                  <a:pt x="944" y="342"/>
                </a:lnTo>
                <a:lnTo>
                  <a:pt x="944" y="343"/>
                </a:lnTo>
                <a:lnTo>
                  <a:pt x="945" y="343"/>
                </a:lnTo>
                <a:lnTo>
                  <a:pt x="946" y="343"/>
                </a:lnTo>
                <a:lnTo>
                  <a:pt x="947" y="344"/>
                </a:lnTo>
                <a:lnTo>
                  <a:pt x="948" y="344"/>
                </a:lnTo>
                <a:lnTo>
                  <a:pt x="948" y="345"/>
                </a:lnTo>
                <a:lnTo>
                  <a:pt x="948" y="346"/>
                </a:lnTo>
                <a:lnTo>
                  <a:pt x="949" y="347"/>
                </a:lnTo>
                <a:lnTo>
                  <a:pt x="950" y="347"/>
                </a:lnTo>
                <a:lnTo>
                  <a:pt x="950" y="348"/>
                </a:lnTo>
                <a:lnTo>
                  <a:pt x="950" y="349"/>
                </a:lnTo>
                <a:lnTo>
                  <a:pt x="950" y="350"/>
                </a:lnTo>
                <a:lnTo>
                  <a:pt x="949" y="350"/>
                </a:lnTo>
                <a:lnTo>
                  <a:pt x="950" y="351"/>
                </a:lnTo>
                <a:lnTo>
                  <a:pt x="950" y="352"/>
                </a:lnTo>
                <a:lnTo>
                  <a:pt x="951" y="352"/>
                </a:lnTo>
                <a:lnTo>
                  <a:pt x="951" y="353"/>
                </a:lnTo>
                <a:lnTo>
                  <a:pt x="952" y="353"/>
                </a:lnTo>
                <a:lnTo>
                  <a:pt x="952" y="352"/>
                </a:lnTo>
                <a:lnTo>
                  <a:pt x="953" y="352"/>
                </a:lnTo>
                <a:lnTo>
                  <a:pt x="954" y="352"/>
                </a:lnTo>
                <a:lnTo>
                  <a:pt x="955" y="352"/>
                </a:lnTo>
                <a:lnTo>
                  <a:pt x="956" y="353"/>
                </a:lnTo>
                <a:lnTo>
                  <a:pt x="956" y="354"/>
                </a:lnTo>
                <a:lnTo>
                  <a:pt x="957" y="354"/>
                </a:lnTo>
                <a:lnTo>
                  <a:pt x="958" y="354"/>
                </a:lnTo>
                <a:lnTo>
                  <a:pt x="959" y="355"/>
                </a:lnTo>
                <a:lnTo>
                  <a:pt x="959" y="356"/>
                </a:lnTo>
                <a:lnTo>
                  <a:pt x="959" y="357"/>
                </a:lnTo>
                <a:lnTo>
                  <a:pt x="960" y="357"/>
                </a:lnTo>
                <a:lnTo>
                  <a:pt x="960" y="358"/>
                </a:lnTo>
                <a:lnTo>
                  <a:pt x="960" y="359"/>
                </a:lnTo>
                <a:lnTo>
                  <a:pt x="961" y="360"/>
                </a:lnTo>
                <a:lnTo>
                  <a:pt x="962" y="361"/>
                </a:lnTo>
                <a:lnTo>
                  <a:pt x="962" y="360"/>
                </a:lnTo>
                <a:lnTo>
                  <a:pt x="963" y="361"/>
                </a:lnTo>
                <a:lnTo>
                  <a:pt x="963" y="362"/>
                </a:lnTo>
                <a:lnTo>
                  <a:pt x="963" y="363"/>
                </a:lnTo>
                <a:lnTo>
                  <a:pt x="964" y="363"/>
                </a:lnTo>
                <a:lnTo>
                  <a:pt x="965" y="364"/>
                </a:lnTo>
                <a:lnTo>
                  <a:pt x="966" y="364"/>
                </a:lnTo>
                <a:lnTo>
                  <a:pt x="965" y="365"/>
                </a:lnTo>
                <a:lnTo>
                  <a:pt x="964" y="366"/>
                </a:lnTo>
                <a:lnTo>
                  <a:pt x="964" y="367"/>
                </a:lnTo>
                <a:lnTo>
                  <a:pt x="964" y="368"/>
                </a:lnTo>
                <a:lnTo>
                  <a:pt x="964" y="369"/>
                </a:lnTo>
                <a:lnTo>
                  <a:pt x="963" y="369"/>
                </a:lnTo>
                <a:lnTo>
                  <a:pt x="963" y="370"/>
                </a:lnTo>
                <a:lnTo>
                  <a:pt x="964" y="371"/>
                </a:lnTo>
                <a:lnTo>
                  <a:pt x="964" y="372"/>
                </a:lnTo>
                <a:lnTo>
                  <a:pt x="963" y="372"/>
                </a:lnTo>
                <a:lnTo>
                  <a:pt x="963" y="374"/>
                </a:lnTo>
                <a:lnTo>
                  <a:pt x="965" y="374"/>
                </a:lnTo>
                <a:lnTo>
                  <a:pt x="965" y="375"/>
                </a:lnTo>
                <a:lnTo>
                  <a:pt x="966" y="375"/>
                </a:lnTo>
                <a:lnTo>
                  <a:pt x="967" y="375"/>
                </a:lnTo>
                <a:lnTo>
                  <a:pt x="967" y="376"/>
                </a:lnTo>
                <a:lnTo>
                  <a:pt x="967" y="377"/>
                </a:lnTo>
                <a:lnTo>
                  <a:pt x="968" y="377"/>
                </a:lnTo>
                <a:lnTo>
                  <a:pt x="970" y="377"/>
                </a:lnTo>
                <a:lnTo>
                  <a:pt x="970" y="378"/>
                </a:lnTo>
                <a:lnTo>
                  <a:pt x="970" y="379"/>
                </a:lnTo>
                <a:lnTo>
                  <a:pt x="969" y="379"/>
                </a:lnTo>
                <a:lnTo>
                  <a:pt x="969" y="378"/>
                </a:lnTo>
                <a:lnTo>
                  <a:pt x="968" y="378"/>
                </a:lnTo>
                <a:lnTo>
                  <a:pt x="968" y="379"/>
                </a:lnTo>
                <a:lnTo>
                  <a:pt x="967" y="381"/>
                </a:lnTo>
                <a:lnTo>
                  <a:pt x="966" y="382"/>
                </a:lnTo>
                <a:lnTo>
                  <a:pt x="965" y="382"/>
                </a:lnTo>
                <a:lnTo>
                  <a:pt x="965" y="383"/>
                </a:lnTo>
                <a:lnTo>
                  <a:pt x="964" y="384"/>
                </a:lnTo>
                <a:lnTo>
                  <a:pt x="963" y="385"/>
                </a:lnTo>
                <a:lnTo>
                  <a:pt x="964" y="386"/>
                </a:lnTo>
                <a:lnTo>
                  <a:pt x="965" y="387"/>
                </a:lnTo>
                <a:lnTo>
                  <a:pt x="965" y="388"/>
                </a:lnTo>
                <a:lnTo>
                  <a:pt x="965" y="389"/>
                </a:lnTo>
                <a:lnTo>
                  <a:pt x="966" y="389"/>
                </a:lnTo>
                <a:lnTo>
                  <a:pt x="966" y="390"/>
                </a:lnTo>
                <a:lnTo>
                  <a:pt x="967" y="391"/>
                </a:lnTo>
                <a:lnTo>
                  <a:pt x="967" y="390"/>
                </a:lnTo>
                <a:lnTo>
                  <a:pt x="968" y="390"/>
                </a:lnTo>
                <a:lnTo>
                  <a:pt x="968" y="391"/>
                </a:lnTo>
                <a:lnTo>
                  <a:pt x="968" y="393"/>
                </a:lnTo>
                <a:lnTo>
                  <a:pt x="967" y="394"/>
                </a:lnTo>
                <a:lnTo>
                  <a:pt x="968" y="394"/>
                </a:lnTo>
                <a:lnTo>
                  <a:pt x="968" y="395"/>
                </a:lnTo>
                <a:lnTo>
                  <a:pt x="967" y="396"/>
                </a:lnTo>
                <a:lnTo>
                  <a:pt x="968" y="396"/>
                </a:lnTo>
                <a:lnTo>
                  <a:pt x="969" y="396"/>
                </a:lnTo>
                <a:lnTo>
                  <a:pt x="970" y="397"/>
                </a:lnTo>
                <a:lnTo>
                  <a:pt x="970" y="396"/>
                </a:lnTo>
                <a:lnTo>
                  <a:pt x="971" y="396"/>
                </a:lnTo>
                <a:lnTo>
                  <a:pt x="971" y="395"/>
                </a:lnTo>
                <a:lnTo>
                  <a:pt x="972" y="395"/>
                </a:lnTo>
                <a:lnTo>
                  <a:pt x="972" y="396"/>
                </a:lnTo>
                <a:lnTo>
                  <a:pt x="973" y="395"/>
                </a:lnTo>
                <a:lnTo>
                  <a:pt x="974" y="396"/>
                </a:lnTo>
                <a:lnTo>
                  <a:pt x="975" y="396"/>
                </a:lnTo>
                <a:lnTo>
                  <a:pt x="976" y="396"/>
                </a:lnTo>
                <a:lnTo>
                  <a:pt x="976" y="397"/>
                </a:lnTo>
                <a:lnTo>
                  <a:pt x="977" y="397"/>
                </a:lnTo>
                <a:lnTo>
                  <a:pt x="978" y="398"/>
                </a:lnTo>
                <a:lnTo>
                  <a:pt x="978" y="399"/>
                </a:lnTo>
                <a:lnTo>
                  <a:pt x="978" y="400"/>
                </a:lnTo>
                <a:lnTo>
                  <a:pt x="979" y="400"/>
                </a:lnTo>
                <a:lnTo>
                  <a:pt x="979" y="401"/>
                </a:lnTo>
                <a:lnTo>
                  <a:pt x="978" y="401"/>
                </a:lnTo>
                <a:lnTo>
                  <a:pt x="979" y="401"/>
                </a:lnTo>
                <a:lnTo>
                  <a:pt x="979" y="402"/>
                </a:lnTo>
                <a:lnTo>
                  <a:pt x="980" y="402"/>
                </a:lnTo>
                <a:lnTo>
                  <a:pt x="981" y="402"/>
                </a:lnTo>
                <a:lnTo>
                  <a:pt x="982" y="403"/>
                </a:lnTo>
                <a:lnTo>
                  <a:pt x="982" y="404"/>
                </a:lnTo>
                <a:lnTo>
                  <a:pt x="983" y="404"/>
                </a:lnTo>
                <a:lnTo>
                  <a:pt x="984" y="404"/>
                </a:lnTo>
                <a:lnTo>
                  <a:pt x="984" y="405"/>
                </a:lnTo>
                <a:lnTo>
                  <a:pt x="985" y="405"/>
                </a:lnTo>
                <a:lnTo>
                  <a:pt x="985" y="406"/>
                </a:lnTo>
                <a:lnTo>
                  <a:pt x="985" y="407"/>
                </a:lnTo>
                <a:lnTo>
                  <a:pt x="986" y="407"/>
                </a:lnTo>
                <a:lnTo>
                  <a:pt x="986" y="406"/>
                </a:lnTo>
                <a:lnTo>
                  <a:pt x="987" y="406"/>
                </a:lnTo>
                <a:lnTo>
                  <a:pt x="987" y="407"/>
                </a:lnTo>
                <a:lnTo>
                  <a:pt x="987" y="408"/>
                </a:lnTo>
                <a:lnTo>
                  <a:pt x="988" y="408"/>
                </a:lnTo>
                <a:lnTo>
                  <a:pt x="989" y="408"/>
                </a:lnTo>
                <a:lnTo>
                  <a:pt x="989" y="409"/>
                </a:lnTo>
                <a:lnTo>
                  <a:pt x="989" y="410"/>
                </a:lnTo>
                <a:lnTo>
                  <a:pt x="990" y="410"/>
                </a:lnTo>
                <a:lnTo>
                  <a:pt x="990" y="411"/>
                </a:lnTo>
                <a:lnTo>
                  <a:pt x="988" y="412"/>
                </a:lnTo>
                <a:lnTo>
                  <a:pt x="989" y="413"/>
                </a:lnTo>
                <a:lnTo>
                  <a:pt x="989" y="414"/>
                </a:lnTo>
                <a:lnTo>
                  <a:pt x="989" y="415"/>
                </a:lnTo>
                <a:lnTo>
                  <a:pt x="990" y="415"/>
                </a:lnTo>
                <a:lnTo>
                  <a:pt x="990" y="416"/>
                </a:lnTo>
                <a:lnTo>
                  <a:pt x="990" y="417"/>
                </a:lnTo>
                <a:lnTo>
                  <a:pt x="990" y="418"/>
                </a:lnTo>
                <a:lnTo>
                  <a:pt x="991" y="418"/>
                </a:lnTo>
                <a:lnTo>
                  <a:pt x="991" y="419"/>
                </a:lnTo>
                <a:lnTo>
                  <a:pt x="991" y="420"/>
                </a:lnTo>
                <a:lnTo>
                  <a:pt x="992" y="420"/>
                </a:lnTo>
                <a:lnTo>
                  <a:pt x="993" y="420"/>
                </a:lnTo>
                <a:lnTo>
                  <a:pt x="994" y="421"/>
                </a:lnTo>
                <a:lnTo>
                  <a:pt x="993" y="422"/>
                </a:lnTo>
                <a:lnTo>
                  <a:pt x="993" y="423"/>
                </a:lnTo>
                <a:lnTo>
                  <a:pt x="994" y="423"/>
                </a:lnTo>
                <a:lnTo>
                  <a:pt x="994" y="424"/>
                </a:lnTo>
                <a:lnTo>
                  <a:pt x="993" y="425"/>
                </a:lnTo>
                <a:lnTo>
                  <a:pt x="993" y="426"/>
                </a:lnTo>
                <a:lnTo>
                  <a:pt x="994" y="427"/>
                </a:lnTo>
                <a:lnTo>
                  <a:pt x="994" y="428"/>
                </a:lnTo>
                <a:lnTo>
                  <a:pt x="994" y="429"/>
                </a:lnTo>
                <a:lnTo>
                  <a:pt x="993" y="430"/>
                </a:lnTo>
                <a:lnTo>
                  <a:pt x="993" y="431"/>
                </a:lnTo>
                <a:lnTo>
                  <a:pt x="994" y="431"/>
                </a:lnTo>
                <a:lnTo>
                  <a:pt x="995" y="432"/>
                </a:lnTo>
                <a:lnTo>
                  <a:pt x="995" y="433"/>
                </a:lnTo>
                <a:lnTo>
                  <a:pt x="995" y="434"/>
                </a:lnTo>
                <a:lnTo>
                  <a:pt x="996" y="435"/>
                </a:lnTo>
                <a:lnTo>
                  <a:pt x="995" y="435"/>
                </a:lnTo>
                <a:lnTo>
                  <a:pt x="995" y="436"/>
                </a:lnTo>
                <a:lnTo>
                  <a:pt x="995" y="437"/>
                </a:lnTo>
                <a:lnTo>
                  <a:pt x="995" y="438"/>
                </a:lnTo>
                <a:lnTo>
                  <a:pt x="995" y="439"/>
                </a:lnTo>
                <a:lnTo>
                  <a:pt x="995" y="441"/>
                </a:lnTo>
                <a:lnTo>
                  <a:pt x="995" y="442"/>
                </a:lnTo>
                <a:lnTo>
                  <a:pt x="995" y="443"/>
                </a:lnTo>
                <a:lnTo>
                  <a:pt x="995" y="444"/>
                </a:lnTo>
                <a:lnTo>
                  <a:pt x="995" y="445"/>
                </a:lnTo>
                <a:lnTo>
                  <a:pt x="995" y="446"/>
                </a:lnTo>
                <a:lnTo>
                  <a:pt x="1003" y="455"/>
                </a:lnTo>
                <a:lnTo>
                  <a:pt x="1003" y="454"/>
                </a:lnTo>
                <a:lnTo>
                  <a:pt x="1003" y="456"/>
                </a:lnTo>
                <a:lnTo>
                  <a:pt x="1003" y="457"/>
                </a:lnTo>
                <a:lnTo>
                  <a:pt x="1004" y="457"/>
                </a:lnTo>
                <a:lnTo>
                  <a:pt x="1004" y="458"/>
                </a:lnTo>
                <a:lnTo>
                  <a:pt x="1004" y="459"/>
                </a:lnTo>
                <a:lnTo>
                  <a:pt x="1003" y="460"/>
                </a:lnTo>
                <a:lnTo>
                  <a:pt x="1004" y="461"/>
                </a:lnTo>
                <a:lnTo>
                  <a:pt x="1004" y="462"/>
                </a:lnTo>
                <a:lnTo>
                  <a:pt x="1005" y="464"/>
                </a:lnTo>
                <a:lnTo>
                  <a:pt x="1005" y="465"/>
                </a:lnTo>
                <a:lnTo>
                  <a:pt x="1005" y="466"/>
                </a:lnTo>
                <a:lnTo>
                  <a:pt x="1004" y="466"/>
                </a:lnTo>
                <a:lnTo>
                  <a:pt x="1003" y="467"/>
                </a:lnTo>
                <a:lnTo>
                  <a:pt x="1002" y="467"/>
                </a:lnTo>
                <a:lnTo>
                  <a:pt x="1002" y="468"/>
                </a:lnTo>
                <a:lnTo>
                  <a:pt x="999" y="471"/>
                </a:lnTo>
                <a:lnTo>
                  <a:pt x="998" y="471"/>
                </a:lnTo>
                <a:lnTo>
                  <a:pt x="997" y="473"/>
                </a:lnTo>
                <a:lnTo>
                  <a:pt x="997" y="474"/>
                </a:lnTo>
                <a:lnTo>
                  <a:pt x="996" y="475"/>
                </a:lnTo>
                <a:lnTo>
                  <a:pt x="996" y="476"/>
                </a:lnTo>
                <a:lnTo>
                  <a:pt x="995" y="476"/>
                </a:lnTo>
                <a:lnTo>
                  <a:pt x="995" y="477"/>
                </a:lnTo>
                <a:lnTo>
                  <a:pt x="994" y="478"/>
                </a:lnTo>
                <a:lnTo>
                  <a:pt x="993" y="478"/>
                </a:lnTo>
                <a:lnTo>
                  <a:pt x="992" y="478"/>
                </a:lnTo>
                <a:lnTo>
                  <a:pt x="991" y="479"/>
                </a:lnTo>
                <a:lnTo>
                  <a:pt x="990" y="480"/>
                </a:lnTo>
                <a:lnTo>
                  <a:pt x="989" y="480"/>
                </a:lnTo>
                <a:lnTo>
                  <a:pt x="986" y="483"/>
                </a:lnTo>
                <a:lnTo>
                  <a:pt x="984" y="483"/>
                </a:lnTo>
                <a:lnTo>
                  <a:pt x="983" y="483"/>
                </a:lnTo>
                <a:lnTo>
                  <a:pt x="981" y="484"/>
                </a:lnTo>
                <a:lnTo>
                  <a:pt x="980" y="484"/>
                </a:lnTo>
                <a:lnTo>
                  <a:pt x="977" y="484"/>
                </a:lnTo>
                <a:lnTo>
                  <a:pt x="975" y="483"/>
                </a:lnTo>
                <a:lnTo>
                  <a:pt x="973" y="483"/>
                </a:lnTo>
                <a:lnTo>
                  <a:pt x="969" y="482"/>
                </a:lnTo>
                <a:lnTo>
                  <a:pt x="967" y="481"/>
                </a:lnTo>
                <a:lnTo>
                  <a:pt x="966" y="481"/>
                </a:lnTo>
                <a:lnTo>
                  <a:pt x="964" y="479"/>
                </a:lnTo>
                <a:lnTo>
                  <a:pt x="961" y="478"/>
                </a:lnTo>
                <a:lnTo>
                  <a:pt x="960" y="477"/>
                </a:lnTo>
                <a:lnTo>
                  <a:pt x="958" y="476"/>
                </a:lnTo>
                <a:lnTo>
                  <a:pt x="957" y="475"/>
                </a:lnTo>
                <a:lnTo>
                  <a:pt x="956" y="474"/>
                </a:lnTo>
                <a:lnTo>
                  <a:pt x="955" y="474"/>
                </a:lnTo>
                <a:lnTo>
                  <a:pt x="954" y="473"/>
                </a:lnTo>
                <a:lnTo>
                  <a:pt x="952" y="472"/>
                </a:lnTo>
                <a:lnTo>
                  <a:pt x="950" y="470"/>
                </a:lnTo>
                <a:lnTo>
                  <a:pt x="948" y="469"/>
                </a:lnTo>
                <a:lnTo>
                  <a:pt x="947" y="469"/>
                </a:lnTo>
                <a:lnTo>
                  <a:pt x="945" y="469"/>
                </a:lnTo>
                <a:lnTo>
                  <a:pt x="944" y="469"/>
                </a:lnTo>
                <a:lnTo>
                  <a:pt x="943" y="470"/>
                </a:lnTo>
                <a:lnTo>
                  <a:pt x="942" y="470"/>
                </a:lnTo>
                <a:lnTo>
                  <a:pt x="940" y="471"/>
                </a:lnTo>
                <a:lnTo>
                  <a:pt x="939" y="471"/>
                </a:lnTo>
                <a:lnTo>
                  <a:pt x="938" y="471"/>
                </a:lnTo>
                <a:lnTo>
                  <a:pt x="934" y="471"/>
                </a:lnTo>
                <a:lnTo>
                  <a:pt x="932" y="472"/>
                </a:lnTo>
                <a:lnTo>
                  <a:pt x="929" y="472"/>
                </a:lnTo>
                <a:lnTo>
                  <a:pt x="926" y="472"/>
                </a:lnTo>
                <a:lnTo>
                  <a:pt x="925" y="472"/>
                </a:lnTo>
                <a:lnTo>
                  <a:pt x="924" y="472"/>
                </a:lnTo>
                <a:lnTo>
                  <a:pt x="924" y="474"/>
                </a:lnTo>
                <a:lnTo>
                  <a:pt x="924" y="475"/>
                </a:lnTo>
                <a:lnTo>
                  <a:pt x="922" y="475"/>
                </a:lnTo>
                <a:lnTo>
                  <a:pt x="921" y="476"/>
                </a:lnTo>
                <a:lnTo>
                  <a:pt x="921" y="477"/>
                </a:lnTo>
                <a:lnTo>
                  <a:pt x="920" y="477"/>
                </a:lnTo>
                <a:lnTo>
                  <a:pt x="919" y="478"/>
                </a:lnTo>
                <a:lnTo>
                  <a:pt x="920" y="478"/>
                </a:lnTo>
                <a:lnTo>
                  <a:pt x="920" y="479"/>
                </a:lnTo>
                <a:lnTo>
                  <a:pt x="920" y="480"/>
                </a:lnTo>
                <a:lnTo>
                  <a:pt x="921" y="480"/>
                </a:lnTo>
                <a:lnTo>
                  <a:pt x="920" y="480"/>
                </a:lnTo>
                <a:lnTo>
                  <a:pt x="920" y="481"/>
                </a:lnTo>
                <a:lnTo>
                  <a:pt x="921" y="482"/>
                </a:lnTo>
                <a:lnTo>
                  <a:pt x="920" y="483"/>
                </a:lnTo>
                <a:lnTo>
                  <a:pt x="919" y="483"/>
                </a:lnTo>
                <a:lnTo>
                  <a:pt x="919" y="484"/>
                </a:lnTo>
                <a:lnTo>
                  <a:pt x="919" y="485"/>
                </a:lnTo>
                <a:lnTo>
                  <a:pt x="920" y="485"/>
                </a:lnTo>
                <a:lnTo>
                  <a:pt x="920" y="486"/>
                </a:lnTo>
                <a:lnTo>
                  <a:pt x="920" y="485"/>
                </a:lnTo>
                <a:lnTo>
                  <a:pt x="921" y="485"/>
                </a:lnTo>
                <a:lnTo>
                  <a:pt x="921" y="486"/>
                </a:lnTo>
                <a:lnTo>
                  <a:pt x="921" y="487"/>
                </a:lnTo>
                <a:lnTo>
                  <a:pt x="921" y="488"/>
                </a:lnTo>
                <a:lnTo>
                  <a:pt x="920" y="489"/>
                </a:lnTo>
                <a:lnTo>
                  <a:pt x="919" y="489"/>
                </a:lnTo>
                <a:lnTo>
                  <a:pt x="919" y="490"/>
                </a:lnTo>
                <a:lnTo>
                  <a:pt x="919" y="491"/>
                </a:lnTo>
                <a:lnTo>
                  <a:pt x="918" y="491"/>
                </a:lnTo>
                <a:lnTo>
                  <a:pt x="918" y="490"/>
                </a:lnTo>
                <a:lnTo>
                  <a:pt x="917" y="490"/>
                </a:lnTo>
                <a:lnTo>
                  <a:pt x="917" y="491"/>
                </a:lnTo>
                <a:lnTo>
                  <a:pt x="917" y="492"/>
                </a:lnTo>
                <a:lnTo>
                  <a:pt x="916" y="493"/>
                </a:lnTo>
                <a:lnTo>
                  <a:pt x="915" y="493"/>
                </a:lnTo>
                <a:lnTo>
                  <a:pt x="915" y="494"/>
                </a:lnTo>
                <a:lnTo>
                  <a:pt x="915" y="495"/>
                </a:lnTo>
                <a:lnTo>
                  <a:pt x="914" y="495"/>
                </a:lnTo>
                <a:lnTo>
                  <a:pt x="914" y="496"/>
                </a:lnTo>
                <a:lnTo>
                  <a:pt x="915" y="496"/>
                </a:lnTo>
                <a:lnTo>
                  <a:pt x="914" y="498"/>
                </a:lnTo>
                <a:lnTo>
                  <a:pt x="913" y="498"/>
                </a:lnTo>
                <a:lnTo>
                  <a:pt x="912" y="498"/>
                </a:lnTo>
                <a:lnTo>
                  <a:pt x="912" y="499"/>
                </a:lnTo>
                <a:lnTo>
                  <a:pt x="911" y="499"/>
                </a:lnTo>
                <a:lnTo>
                  <a:pt x="910" y="500"/>
                </a:lnTo>
                <a:lnTo>
                  <a:pt x="909" y="500"/>
                </a:lnTo>
                <a:lnTo>
                  <a:pt x="909" y="501"/>
                </a:lnTo>
                <a:lnTo>
                  <a:pt x="909" y="502"/>
                </a:lnTo>
                <a:lnTo>
                  <a:pt x="908" y="502"/>
                </a:lnTo>
                <a:lnTo>
                  <a:pt x="908" y="503"/>
                </a:lnTo>
                <a:lnTo>
                  <a:pt x="907" y="503"/>
                </a:lnTo>
                <a:lnTo>
                  <a:pt x="906" y="503"/>
                </a:lnTo>
                <a:lnTo>
                  <a:pt x="905" y="503"/>
                </a:lnTo>
                <a:lnTo>
                  <a:pt x="904" y="504"/>
                </a:lnTo>
                <a:lnTo>
                  <a:pt x="903" y="504"/>
                </a:lnTo>
                <a:lnTo>
                  <a:pt x="903" y="505"/>
                </a:lnTo>
                <a:lnTo>
                  <a:pt x="902" y="506"/>
                </a:lnTo>
                <a:lnTo>
                  <a:pt x="901" y="506"/>
                </a:lnTo>
                <a:lnTo>
                  <a:pt x="901" y="505"/>
                </a:lnTo>
                <a:lnTo>
                  <a:pt x="901" y="506"/>
                </a:lnTo>
                <a:lnTo>
                  <a:pt x="900" y="507"/>
                </a:lnTo>
                <a:lnTo>
                  <a:pt x="899" y="508"/>
                </a:lnTo>
                <a:lnTo>
                  <a:pt x="899" y="509"/>
                </a:lnTo>
                <a:lnTo>
                  <a:pt x="898" y="508"/>
                </a:lnTo>
                <a:lnTo>
                  <a:pt x="897" y="508"/>
                </a:lnTo>
                <a:lnTo>
                  <a:pt x="896" y="507"/>
                </a:lnTo>
                <a:lnTo>
                  <a:pt x="895" y="506"/>
                </a:lnTo>
                <a:lnTo>
                  <a:pt x="895" y="505"/>
                </a:lnTo>
                <a:lnTo>
                  <a:pt x="896" y="505"/>
                </a:lnTo>
                <a:lnTo>
                  <a:pt x="897" y="504"/>
                </a:lnTo>
                <a:lnTo>
                  <a:pt x="896" y="503"/>
                </a:lnTo>
                <a:lnTo>
                  <a:pt x="895" y="503"/>
                </a:lnTo>
                <a:lnTo>
                  <a:pt x="894" y="503"/>
                </a:lnTo>
                <a:lnTo>
                  <a:pt x="893" y="504"/>
                </a:lnTo>
                <a:lnTo>
                  <a:pt x="892" y="504"/>
                </a:lnTo>
                <a:lnTo>
                  <a:pt x="891" y="504"/>
                </a:lnTo>
                <a:lnTo>
                  <a:pt x="890" y="504"/>
                </a:lnTo>
                <a:lnTo>
                  <a:pt x="889" y="504"/>
                </a:lnTo>
                <a:lnTo>
                  <a:pt x="888" y="504"/>
                </a:lnTo>
                <a:lnTo>
                  <a:pt x="887" y="504"/>
                </a:lnTo>
                <a:lnTo>
                  <a:pt x="885" y="504"/>
                </a:lnTo>
                <a:lnTo>
                  <a:pt x="884" y="504"/>
                </a:lnTo>
                <a:lnTo>
                  <a:pt x="883" y="504"/>
                </a:lnTo>
                <a:lnTo>
                  <a:pt x="882" y="505"/>
                </a:lnTo>
                <a:lnTo>
                  <a:pt x="881" y="504"/>
                </a:lnTo>
                <a:lnTo>
                  <a:pt x="880" y="504"/>
                </a:lnTo>
                <a:lnTo>
                  <a:pt x="879" y="504"/>
                </a:lnTo>
                <a:lnTo>
                  <a:pt x="878" y="502"/>
                </a:lnTo>
                <a:lnTo>
                  <a:pt x="878" y="501"/>
                </a:lnTo>
                <a:lnTo>
                  <a:pt x="877" y="501"/>
                </a:lnTo>
                <a:lnTo>
                  <a:pt x="876" y="501"/>
                </a:lnTo>
                <a:lnTo>
                  <a:pt x="875" y="501"/>
                </a:lnTo>
                <a:lnTo>
                  <a:pt x="875" y="502"/>
                </a:lnTo>
                <a:lnTo>
                  <a:pt x="875" y="503"/>
                </a:lnTo>
                <a:lnTo>
                  <a:pt x="875" y="504"/>
                </a:lnTo>
                <a:lnTo>
                  <a:pt x="875" y="505"/>
                </a:lnTo>
                <a:lnTo>
                  <a:pt x="876" y="505"/>
                </a:lnTo>
                <a:lnTo>
                  <a:pt x="877" y="506"/>
                </a:lnTo>
                <a:lnTo>
                  <a:pt x="878" y="506"/>
                </a:lnTo>
                <a:lnTo>
                  <a:pt x="879" y="506"/>
                </a:lnTo>
                <a:lnTo>
                  <a:pt x="880" y="506"/>
                </a:lnTo>
                <a:lnTo>
                  <a:pt x="880" y="507"/>
                </a:lnTo>
                <a:lnTo>
                  <a:pt x="880" y="508"/>
                </a:lnTo>
                <a:lnTo>
                  <a:pt x="879" y="508"/>
                </a:lnTo>
                <a:lnTo>
                  <a:pt x="878" y="509"/>
                </a:lnTo>
                <a:lnTo>
                  <a:pt x="879" y="509"/>
                </a:lnTo>
                <a:lnTo>
                  <a:pt x="879" y="510"/>
                </a:lnTo>
                <a:lnTo>
                  <a:pt x="879" y="511"/>
                </a:lnTo>
                <a:lnTo>
                  <a:pt x="879" y="512"/>
                </a:lnTo>
                <a:lnTo>
                  <a:pt x="878" y="512"/>
                </a:lnTo>
                <a:lnTo>
                  <a:pt x="878" y="513"/>
                </a:lnTo>
                <a:lnTo>
                  <a:pt x="879" y="513"/>
                </a:lnTo>
                <a:lnTo>
                  <a:pt x="879" y="514"/>
                </a:lnTo>
                <a:lnTo>
                  <a:pt x="878" y="514"/>
                </a:lnTo>
                <a:lnTo>
                  <a:pt x="877" y="514"/>
                </a:lnTo>
                <a:lnTo>
                  <a:pt x="878" y="514"/>
                </a:lnTo>
                <a:lnTo>
                  <a:pt x="879" y="515"/>
                </a:lnTo>
                <a:lnTo>
                  <a:pt x="880" y="515"/>
                </a:lnTo>
                <a:lnTo>
                  <a:pt x="880" y="514"/>
                </a:lnTo>
                <a:lnTo>
                  <a:pt x="881" y="514"/>
                </a:lnTo>
                <a:lnTo>
                  <a:pt x="882" y="513"/>
                </a:lnTo>
                <a:lnTo>
                  <a:pt x="883" y="513"/>
                </a:lnTo>
                <a:lnTo>
                  <a:pt x="885" y="513"/>
                </a:lnTo>
                <a:lnTo>
                  <a:pt x="885" y="514"/>
                </a:lnTo>
                <a:lnTo>
                  <a:pt x="884" y="515"/>
                </a:lnTo>
                <a:lnTo>
                  <a:pt x="882" y="515"/>
                </a:lnTo>
                <a:lnTo>
                  <a:pt x="882" y="516"/>
                </a:lnTo>
                <a:lnTo>
                  <a:pt x="882" y="517"/>
                </a:lnTo>
                <a:lnTo>
                  <a:pt x="883" y="518"/>
                </a:lnTo>
                <a:lnTo>
                  <a:pt x="883" y="519"/>
                </a:lnTo>
                <a:lnTo>
                  <a:pt x="882" y="520"/>
                </a:lnTo>
                <a:lnTo>
                  <a:pt x="883" y="520"/>
                </a:lnTo>
                <a:lnTo>
                  <a:pt x="883" y="521"/>
                </a:lnTo>
                <a:lnTo>
                  <a:pt x="882" y="521"/>
                </a:lnTo>
                <a:lnTo>
                  <a:pt x="883" y="522"/>
                </a:lnTo>
                <a:lnTo>
                  <a:pt x="882" y="523"/>
                </a:lnTo>
                <a:lnTo>
                  <a:pt x="882" y="524"/>
                </a:lnTo>
                <a:lnTo>
                  <a:pt x="883" y="524"/>
                </a:lnTo>
                <a:lnTo>
                  <a:pt x="883" y="525"/>
                </a:lnTo>
                <a:lnTo>
                  <a:pt x="884" y="526"/>
                </a:lnTo>
                <a:lnTo>
                  <a:pt x="884" y="527"/>
                </a:lnTo>
                <a:lnTo>
                  <a:pt x="882" y="527"/>
                </a:lnTo>
                <a:lnTo>
                  <a:pt x="881" y="527"/>
                </a:lnTo>
                <a:lnTo>
                  <a:pt x="880" y="527"/>
                </a:lnTo>
                <a:lnTo>
                  <a:pt x="878" y="527"/>
                </a:lnTo>
                <a:lnTo>
                  <a:pt x="877" y="526"/>
                </a:lnTo>
                <a:lnTo>
                  <a:pt x="876" y="526"/>
                </a:lnTo>
                <a:lnTo>
                  <a:pt x="875" y="526"/>
                </a:lnTo>
                <a:lnTo>
                  <a:pt x="874" y="526"/>
                </a:lnTo>
                <a:lnTo>
                  <a:pt x="874" y="525"/>
                </a:lnTo>
                <a:lnTo>
                  <a:pt x="875" y="525"/>
                </a:lnTo>
                <a:lnTo>
                  <a:pt x="875" y="524"/>
                </a:lnTo>
                <a:lnTo>
                  <a:pt x="875" y="523"/>
                </a:lnTo>
                <a:lnTo>
                  <a:pt x="875" y="522"/>
                </a:lnTo>
                <a:lnTo>
                  <a:pt x="876" y="522"/>
                </a:lnTo>
                <a:lnTo>
                  <a:pt x="875" y="521"/>
                </a:lnTo>
                <a:lnTo>
                  <a:pt x="874" y="520"/>
                </a:lnTo>
                <a:lnTo>
                  <a:pt x="873" y="520"/>
                </a:lnTo>
                <a:lnTo>
                  <a:pt x="873" y="521"/>
                </a:lnTo>
                <a:lnTo>
                  <a:pt x="872" y="521"/>
                </a:lnTo>
                <a:lnTo>
                  <a:pt x="871" y="521"/>
                </a:lnTo>
                <a:lnTo>
                  <a:pt x="870" y="522"/>
                </a:lnTo>
                <a:lnTo>
                  <a:pt x="869" y="522"/>
                </a:lnTo>
                <a:lnTo>
                  <a:pt x="868" y="522"/>
                </a:lnTo>
                <a:lnTo>
                  <a:pt x="867" y="523"/>
                </a:lnTo>
                <a:lnTo>
                  <a:pt x="866" y="522"/>
                </a:lnTo>
                <a:lnTo>
                  <a:pt x="865" y="522"/>
                </a:lnTo>
                <a:lnTo>
                  <a:pt x="865" y="521"/>
                </a:lnTo>
                <a:lnTo>
                  <a:pt x="864" y="521"/>
                </a:lnTo>
                <a:lnTo>
                  <a:pt x="864" y="520"/>
                </a:lnTo>
                <a:lnTo>
                  <a:pt x="863" y="520"/>
                </a:lnTo>
                <a:lnTo>
                  <a:pt x="863" y="519"/>
                </a:lnTo>
                <a:lnTo>
                  <a:pt x="862" y="519"/>
                </a:lnTo>
                <a:lnTo>
                  <a:pt x="862" y="520"/>
                </a:lnTo>
                <a:lnTo>
                  <a:pt x="862" y="521"/>
                </a:lnTo>
                <a:lnTo>
                  <a:pt x="861" y="521"/>
                </a:lnTo>
                <a:lnTo>
                  <a:pt x="860" y="521"/>
                </a:lnTo>
                <a:lnTo>
                  <a:pt x="859" y="522"/>
                </a:lnTo>
                <a:lnTo>
                  <a:pt x="859" y="523"/>
                </a:lnTo>
                <a:lnTo>
                  <a:pt x="858" y="523"/>
                </a:lnTo>
                <a:lnTo>
                  <a:pt x="857" y="523"/>
                </a:lnTo>
                <a:lnTo>
                  <a:pt x="857" y="524"/>
                </a:lnTo>
                <a:lnTo>
                  <a:pt x="856" y="524"/>
                </a:lnTo>
                <a:lnTo>
                  <a:pt x="856" y="526"/>
                </a:lnTo>
                <a:lnTo>
                  <a:pt x="856" y="527"/>
                </a:lnTo>
                <a:lnTo>
                  <a:pt x="857" y="527"/>
                </a:lnTo>
                <a:lnTo>
                  <a:pt x="858" y="527"/>
                </a:lnTo>
                <a:lnTo>
                  <a:pt x="859" y="527"/>
                </a:lnTo>
                <a:lnTo>
                  <a:pt x="860" y="528"/>
                </a:lnTo>
                <a:lnTo>
                  <a:pt x="859" y="529"/>
                </a:lnTo>
                <a:lnTo>
                  <a:pt x="859" y="530"/>
                </a:lnTo>
                <a:lnTo>
                  <a:pt x="858" y="530"/>
                </a:lnTo>
                <a:lnTo>
                  <a:pt x="858" y="531"/>
                </a:lnTo>
                <a:lnTo>
                  <a:pt x="857" y="532"/>
                </a:lnTo>
                <a:lnTo>
                  <a:pt x="856" y="532"/>
                </a:lnTo>
                <a:lnTo>
                  <a:pt x="855" y="532"/>
                </a:lnTo>
                <a:lnTo>
                  <a:pt x="855" y="531"/>
                </a:lnTo>
                <a:lnTo>
                  <a:pt x="854" y="531"/>
                </a:lnTo>
                <a:lnTo>
                  <a:pt x="853" y="531"/>
                </a:lnTo>
                <a:lnTo>
                  <a:pt x="853" y="530"/>
                </a:lnTo>
                <a:lnTo>
                  <a:pt x="854" y="529"/>
                </a:lnTo>
                <a:lnTo>
                  <a:pt x="854" y="528"/>
                </a:lnTo>
                <a:lnTo>
                  <a:pt x="853" y="528"/>
                </a:lnTo>
                <a:lnTo>
                  <a:pt x="853" y="529"/>
                </a:lnTo>
                <a:lnTo>
                  <a:pt x="853" y="530"/>
                </a:lnTo>
                <a:lnTo>
                  <a:pt x="851" y="530"/>
                </a:lnTo>
                <a:lnTo>
                  <a:pt x="851" y="531"/>
                </a:lnTo>
                <a:lnTo>
                  <a:pt x="850" y="531"/>
                </a:lnTo>
                <a:lnTo>
                  <a:pt x="851" y="529"/>
                </a:lnTo>
                <a:lnTo>
                  <a:pt x="851" y="528"/>
                </a:lnTo>
                <a:lnTo>
                  <a:pt x="851" y="527"/>
                </a:lnTo>
                <a:lnTo>
                  <a:pt x="850" y="527"/>
                </a:lnTo>
                <a:lnTo>
                  <a:pt x="850" y="528"/>
                </a:lnTo>
                <a:lnTo>
                  <a:pt x="850" y="529"/>
                </a:lnTo>
                <a:lnTo>
                  <a:pt x="850" y="530"/>
                </a:lnTo>
                <a:lnTo>
                  <a:pt x="849" y="531"/>
                </a:lnTo>
                <a:lnTo>
                  <a:pt x="849" y="532"/>
                </a:lnTo>
                <a:lnTo>
                  <a:pt x="848" y="532"/>
                </a:lnTo>
                <a:lnTo>
                  <a:pt x="849" y="533"/>
                </a:lnTo>
                <a:lnTo>
                  <a:pt x="848" y="533"/>
                </a:lnTo>
                <a:lnTo>
                  <a:pt x="847" y="533"/>
                </a:lnTo>
                <a:lnTo>
                  <a:pt x="847" y="534"/>
                </a:lnTo>
                <a:lnTo>
                  <a:pt x="847" y="535"/>
                </a:lnTo>
                <a:lnTo>
                  <a:pt x="846" y="536"/>
                </a:lnTo>
                <a:lnTo>
                  <a:pt x="846" y="537"/>
                </a:lnTo>
                <a:lnTo>
                  <a:pt x="847" y="537"/>
                </a:lnTo>
                <a:lnTo>
                  <a:pt x="848" y="537"/>
                </a:lnTo>
                <a:lnTo>
                  <a:pt x="848" y="538"/>
                </a:lnTo>
                <a:lnTo>
                  <a:pt x="849" y="538"/>
                </a:lnTo>
                <a:lnTo>
                  <a:pt x="849" y="539"/>
                </a:lnTo>
                <a:lnTo>
                  <a:pt x="849" y="540"/>
                </a:lnTo>
                <a:lnTo>
                  <a:pt x="849" y="541"/>
                </a:lnTo>
                <a:lnTo>
                  <a:pt x="850" y="541"/>
                </a:lnTo>
                <a:lnTo>
                  <a:pt x="850" y="542"/>
                </a:lnTo>
                <a:lnTo>
                  <a:pt x="850" y="541"/>
                </a:lnTo>
                <a:lnTo>
                  <a:pt x="851" y="540"/>
                </a:lnTo>
                <a:lnTo>
                  <a:pt x="852" y="539"/>
                </a:lnTo>
                <a:lnTo>
                  <a:pt x="853" y="539"/>
                </a:lnTo>
                <a:lnTo>
                  <a:pt x="854" y="538"/>
                </a:lnTo>
                <a:lnTo>
                  <a:pt x="854" y="537"/>
                </a:lnTo>
                <a:lnTo>
                  <a:pt x="853" y="537"/>
                </a:lnTo>
                <a:lnTo>
                  <a:pt x="852" y="536"/>
                </a:lnTo>
                <a:lnTo>
                  <a:pt x="852" y="535"/>
                </a:lnTo>
                <a:lnTo>
                  <a:pt x="853" y="535"/>
                </a:lnTo>
                <a:lnTo>
                  <a:pt x="853" y="534"/>
                </a:lnTo>
                <a:lnTo>
                  <a:pt x="854" y="533"/>
                </a:lnTo>
                <a:lnTo>
                  <a:pt x="855" y="533"/>
                </a:lnTo>
                <a:lnTo>
                  <a:pt x="856" y="533"/>
                </a:lnTo>
                <a:lnTo>
                  <a:pt x="856" y="534"/>
                </a:lnTo>
                <a:lnTo>
                  <a:pt x="855" y="535"/>
                </a:lnTo>
                <a:lnTo>
                  <a:pt x="856" y="535"/>
                </a:lnTo>
                <a:lnTo>
                  <a:pt x="856" y="536"/>
                </a:lnTo>
                <a:lnTo>
                  <a:pt x="855" y="536"/>
                </a:lnTo>
                <a:lnTo>
                  <a:pt x="856" y="536"/>
                </a:lnTo>
                <a:lnTo>
                  <a:pt x="857" y="536"/>
                </a:lnTo>
                <a:lnTo>
                  <a:pt x="857" y="537"/>
                </a:lnTo>
                <a:lnTo>
                  <a:pt x="856" y="537"/>
                </a:lnTo>
                <a:lnTo>
                  <a:pt x="856" y="538"/>
                </a:lnTo>
                <a:lnTo>
                  <a:pt x="856" y="539"/>
                </a:lnTo>
                <a:lnTo>
                  <a:pt x="855" y="539"/>
                </a:lnTo>
                <a:lnTo>
                  <a:pt x="855" y="540"/>
                </a:lnTo>
                <a:lnTo>
                  <a:pt x="856" y="541"/>
                </a:lnTo>
                <a:lnTo>
                  <a:pt x="856" y="543"/>
                </a:lnTo>
                <a:lnTo>
                  <a:pt x="855" y="544"/>
                </a:lnTo>
                <a:lnTo>
                  <a:pt x="854" y="544"/>
                </a:lnTo>
                <a:lnTo>
                  <a:pt x="854" y="543"/>
                </a:lnTo>
                <a:lnTo>
                  <a:pt x="853" y="543"/>
                </a:lnTo>
                <a:lnTo>
                  <a:pt x="852" y="545"/>
                </a:lnTo>
                <a:lnTo>
                  <a:pt x="852" y="546"/>
                </a:lnTo>
                <a:lnTo>
                  <a:pt x="852" y="547"/>
                </a:lnTo>
                <a:lnTo>
                  <a:pt x="851" y="547"/>
                </a:lnTo>
                <a:lnTo>
                  <a:pt x="851" y="548"/>
                </a:lnTo>
                <a:lnTo>
                  <a:pt x="850" y="548"/>
                </a:lnTo>
                <a:lnTo>
                  <a:pt x="849" y="548"/>
                </a:lnTo>
                <a:lnTo>
                  <a:pt x="849" y="547"/>
                </a:lnTo>
                <a:lnTo>
                  <a:pt x="849" y="546"/>
                </a:lnTo>
                <a:lnTo>
                  <a:pt x="848" y="546"/>
                </a:lnTo>
                <a:lnTo>
                  <a:pt x="847" y="547"/>
                </a:lnTo>
                <a:lnTo>
                  <a:pt x="846" y="547"/>
                </a:lnTo>
                <a:lnTo>
                  <a:pt x="845" y="547"/>
                </a:lnTo>
                <a:lnTo>
                  <a:pt x="845" y="548"/>
                </a:lnTo>
                <a:lnTo>
                  <a:pt x="844" y="549"/>
                </a:lnTo>
                <a:lnTo>
                  <a:pt x="843" y="549"/>
                </a:lnTo>
                <a:lnTo>
                  <a:pt x="842" y="549"/>
                </a:lnTo>
                <a:lnTo>
                  <a:pt x="841" y="550"/>
                </a:lnTo>
                <a:lnTo>
                  <a:pt x="840" y="551"/>
                </a:lnTo>
                <a:lnTo>
                  <a:pt x="839" y="551"/>
                </a:lnTo>
                <a:lnTo>
                  <a:pt x="838" y="551"/>
                </a:lnTo>
                <a:lnTo>
                  <a:pt x="837" y="551"/>
                </a:lnTo>
                <a:lnTo>
                  <a:pt x="836" y="551"/>
                </a:lnTo>
                <a:lnTo>
                  <a:pt x="836" y="552"/>
                </a:lnTo>
                <a:lnTo>
                  <a:pt x="835" y="552"/>
                </a:lnTo>
                <a:lnTo>
                  <a:pt x="835" y="553"/>
                </a:lnTo>
                <a:lnTo>
                  <a:pt x="834" y="554"/>
                </a:lnTo>
                <a:lnTo>
                  <a:pt x="833" y="554"/>
                </a:lnTo>
                <a:lnTo>
                  <a:pt x="832" y="554"/>
                </a:lnTo>
                <a:lnTo>
                  <a:pt x="832" y="553"/>
                </a:lnTo>
                <a:lnTo>
                  <a:pt x="832" y="552"/>
                </a:lnTo>
                <a:lnTo>
                  <a:pt x="832" y="551"/>
                </a:lnTo>
                <a:lnTo>
                  <a:pt x="831" y="550"/>
                </a:lnTo>
                <a:lnTo>
                  <a:pt x="830" y="550"/>
                </a:lnTo>
                <a:lnTo>
                  <a:pt x="828" y="550"/>
                </a:lnTo>
                <a:lnTo>
                  <a:pt x="827" y="550"/>
                </a:lnTo>
                <a:lnTo>
                  <a:pt x="827" y="551"/>
                </a:lnTo>
                <a:lnTo>
                  <a:pt x="826" y="551"/>
                </a:lnTo>
                <a:lnTo>
                  <a:pt x="824" y="552"/>
                </a:lnTo>
                <a:lnTo>
                  <a:pt x="824" y="551"/>
                </a:lnTo>
                <a:lnTo>
                  <a:pt x="823" y="551"/>
                </a:lnTo>
                <a:lnTo>
                  <a:pt x="822" y="551"/>
                </a:lnTo>
                <a:lnTo>
                  <a:pt x="821" y="551"/>
                </a:lnTo>
                <a:lnTo>
                  <a:pt x="820" y="552"/>
                </a:lnTo>
                <a:lnTo>
                  <a:pt x="820" y="553"/>
                </a:lnTo>
                <a:lnTo>
                  <a:pt x="819" y="553"/>
                </a:lnTo>
                <a:lnTo>
                  <a:pt x="818" y="553"/>
                </a:lnTo>
                <a:lnTo>
                  <a:pt x="817" y="553"/>
                </a:lnTo>
                <a:lnTo>
                  <a:pt x="815" y="553"/>
                </a:lnTo>
                <a:lnTo>
                  <a:pt x="815" y="554"/>
                </a:lnTo>
                <a:lnTo>
                  <a:pt x="814" y="554"/>
                </a:lnTo>
                <a:lnTo>
                  <a:pt x="814" y="556"/>
                </a:lnTo>
                <a:lnTo>
                  <a:pt x="813" y="556"/>
                </a:lnTo>
                <a:lnTo>
                  <a:pt x="813" y="557"/>
                </a:lnTo>
                <a:lnTo>
                  <a:pt x="812" y="557"/>
                </a:lnTo>
                <a:lnTo>
                  <a:pt x="812" y="558"/>
                </a:lnTo>
                <a:lnTo>
                  <a:pt x="811" y="558"/>
                </a:lnTo>
                <a:lnTo>
                  <a:pt x="810" y="558"/>
                </a:lnTo>
                <a:lnTo>
                  <a:pt x="810" y="559"/>
                </a:lnTo>
                <a:lnTo>
                  <a:pt x="809" y="559"/>
                </a:lnTo>
                <a:lnTo>
                  <a:pt x="809" y="560"/>
                </a:lnTo>
                <a:lnTo>
                  <a:pt x="808" y="560"/>
                </a:lnTo>
                <a:lnTo>
                  <a:pt x="807" y="559"/>
                </a:lnTo>
                <a:lnTo>
                  <a:pt x="807" y="560"/>
                </a:lnTo>
                <a:lnTo>
                  <a:pt x="807" y="561"/>
                </a:lnTo>
                <a:lnTo>
                  <a:pt x="806" y="561"/>
                </a:lnTo>
                <a:lnTo>
                  <a:pt x="806" y="562"/>
                </a:lnTo>
                <a:lnTo>
                  <a:pt x="805" y="562"/>
                </a:lnTo>
                <a:lnTo>
                  <a:pt x="804" y="562"/>
                </a:lnTo>
                <a:lnTo>
                  <a:pt x="803" y="563"/>
                </a:lnTo>
                <a:lnTo>
                  <a:pt x="802" y="563"/>
                </a:lnTo>
                <a:lnTo>
                  <a:pt x="801" y="563"/>
                </a:lnTo>
                <a:lnTo>
                  <a:pt x="800" y="563"/>
                </a:lnTo>
                <a:lnTo>
                  <a:pt x="800" y="562"/>
                </a:lnTo>
                <a:lnTo>
                  <a:pt x="800" y="563"/>
                </a:lnTo>
                <a:lnTo>
                  <a:pt x="799" y="563"/>
                </a:lnTo>
                <a:lnTo>
                  <a:pt x="798" y="563"/>
                </a:lnTo>
                <a:lnTo>
                  <a:pt x="796" y="563"/>
                </a:lnTo>
                <a:lnTo>
                  <a:pt x="796" y="564"/>
                </a:lnTo>
                <a:lnTo>
                  <a:pt x="795" y="564"/>
                </a:lnTo>
                <a:lnTo>
                  <a:pt x="794" y="563"/>
                </a:lnTo>
                <a:lnTo>
                  <a:pt x="794" y="562"/>
                </a:lnTo>
                <a:lnTo>
                  <a:pt x="793" y="562"/>
                </a:lnTo>
                <a:lnTo>
                  <a:pt x="793" y="561"/>
                </a:lnTo>
                <a:lnTo>
                  <a:pt x="794" y="561"/>
                </a:lnTo>
                <a:lnTo>
                  <a:pt x="793" y="560"/>
                </a:lnTo>
                <a:lnTo>
                  <a:pt x="792" y="561"/>
                </a:lnTo>
                <a:lnTo>
                  <a:pt x="792" y="562"/>
                </a:lnTo>
                <a:lnTo>
                  <a:pt x="790" y="562"/>
                </a:lnTo>
                <a:lnTo>
                  <a:pt x="790" y="563"/>
                </a:lnTo>
                <a:lnTo>
                  <a:pt x="789" y="563"/>
                </a:lnTo>
                <a:lnTo>
                  <a:pt x="789" y="562"/>
                </a:lnTo>
                <a:lnTo>
                  <a:pt x="788" y="562"/>
                </a:lnTo>
                <a:lnTo>
                  <a:pt x="788" y="563"/>
                </a:lnTo>
                <a:lnTo>
                  <a:pt x="787" y="563"/>
                </a:lnTo>
                <a:lnTo>
                  <a:pt x="787" y="562"/>
                </a:lnTo>
                <a:lnTo>
                  <a:pt x="787" y="563"/>
                </a:lnTo>
                <a:lnTo>
                  <a:pt x="786" y="563"/>
                </a:lnTo>
                <a:lnTo>
                  <a:pt x="785" y="564"/>
                </a:lnTo>
                <a:lnTo>
                  <a:pt x="784" y="565"/>
                </a:lnTo>
                <a:lnTo>
                  <a:pt x="783" y="565"/>
                </a:lnTo>
                <a:lnTo>
                  <a:pt x="782" y="565"/>
                </a:lnTo>
                <a:lnTo>
                  <a:pt x="781" y="566"/>
                </a:lnTo>
                <a:lnTo>
                  <a:pt x="781" y="565"/>
                </a:lnTo>
                <a:lnTo>
                  <a:pt x="780" y="565"/>
                </a:lnTo>
                <a:lnTo>
                  <a:pt x="779" y="564"/>
                </a:lnTo>
                <a:lnTo>
                  <a:pt x="778" y="563"/>
                </a:lnTo>
                <a:lnTo>
                  <a:pt x="778" y="562"/>
                </a:lnTo>
                <a:lnTo>
                  <a:pt x="777" y="561"/>
                </a:lnTo>
                <a:lnTo>
                  <a:pt x="777" y="560"/>
                </a:lnTo>
                <a:lnTo>
                  <a:pt x="776" y="560"/>
                </a:lnTo>
                <a:lnTo>
                  <a:pt x="775" y="559"/>
                </a:lnTo>
                <a:lnTo>
                  <a:pt x="774" y="560"/>
                </a:lnTo>
                <a:lnTo>
                  <a:pt x="773" y="561"/>
                </a:lnTo>
                <a:lnTo>
                  <a:pt x="772" y="561"/>
                </a:lnTo>
                <a:lnTo>
                  <a:pt x="771" y="562"/>
                </a:lnTo>
                <a:lnTo>
                  <a:pt x="771" y="561"/>
                </a:lnTo>
                <a:lnTo>
                  <a:pt x="770" y="562"/>
                </a:lnTo>
                <a:lnTo>
                  <a:pt x="768" y="563"/>
                </a:lnTo>
                <a:lnTo>
                  <a:pt x="768" y="564"/>
                </a:lnTo>
                <a:lnTo>
                  <a:pt x="769" y="564"/>
                </a:lnTo>
                <a:lnTo>
                  <a:pt x="769" y="565"/>
                </a:lnTo>
                <a:lnTo>
                  <a:pt x="769" y="566"/>
                </a:lnTo>
                <a:lnTo>
                  <a:pt x="769" y="567"/>
                </a:lnTo>
                <a:lnTo>
                  <a:pt x="769" y="568"/>
                </a:lnTo>
                <a:lnTo>
                  <a:pt x="768" y="568"/>
                </a:lnTo>
                <a:lnTo>
                  <a:pt x="768" y="569"/>
                </a:lnTo>
                <a:lnTo>
                  <a:pt x="768" y="570"/>
                </a:lnTo>
                <a:lnTo>
                  <a:pt x="769" y="570"/>
                </a:lnTo>
                <a:lnTo>
                  <a:pt x="770" y="571"/>
                </a:lnTo>
                <a:lnTo>
                  <a:pt x="769" y="572"/>
                </a:lnTo>
                <a:lnTo>
                  <a:pt x="769" y="573"/>
                </a:lnTo>
                <a:lnTo>
                  <a:pt x="769" y="574"/>
                </a:lnTo>
                <a:lnTo>
                  <a:pt x="769" y="575"/>
                </a:lnTo>
                <a:lnTo>
                  <a:pt x="768" y="575"/>
                </a:lnTo>
                <a:lnTo>
                  <a:pt x="768" y="576"/>
                </a:lnTo>
                <a:lnTo>
                  <a:pt x="769" y="578"/>
                </a:lnTo>
                <a:lnTo>
                  <a:pt x="770" y="578"/>
                </a:lnTo>
                <a:lnTo>
                  <a:pt x="770" y="580"/>
                </a:lnTo>
                <a:lnTo>
                  <a:pt x="769" y="580"/>
                </a:lnTo>
                <a:lnTo>
                  <a:pt x="768" y="581"/>
                </a:lnTo>
                <a:lnTo>
                  <a:pt x="767" y="580"/>
                </a:lnTo>
                <a:lnTo>
                  <a:pt x="766" y="580"/>
                </a:lnTo>
                <a:lnTo>
                  <a:pt x="765" y="580"/>
                </a:lnTo>
                <a:lnTo>
                  <a:pt x="765" y="581"/>
                </a:lnTo>
                <a:lnTo>
                  <a:pt x="764" y="581"/>
                </a:lnTo>
                <a:lnTo>
                  <a:pt x="763" y="582"/>
                </a:lnTo>
                <a:lnTo>
                  <a:pt x="762" y="582"/>
                </a:lnTo>
                <a:lnTo>
                  <a:pt x="760" y="584"/>
                </a:lnTo>
                <a:lnTo>
                  <a:pt x="759" y="584"/>
                </a:lnTo>
                <a:lnTo>
                  <a:pt x="758" y="584"/>
                </a:lnTo>
                <a:lnTo>
                  <a:pt x="757" y="584"/>
                </a:lnTo>
                <a:lnTo>
                  <a:pt x="756" y="584"/>
                </a:lnTo>
                <a:lnTo>
                  <a:pt x="756" y="585"/>
                </a:lnTo>
                <a:lnTo>
                  <a:pt x="755" y="585"/>
                </a:lnTo>
                <a:lnTo>
                  <a:pt x="754" y="584"/>
                </a:lnTo>
                <a:lnTo>
                  <a:pt x="753" y="584"/>
                </a:lnTo>
                <a:lnTo>
                  <a:pt x="753" y="585"/>
                </a:lnTo>
                <a:lnTo>
                  <a:pt x="752" y="585"/>
                </a:lnTo>
                <a:lnTo>
                  <a:pt x="751" y="585"/>
                </a:lnTo>
                <a:lnTo>
                  <a:pt x="750" y="585"/>
                </a:lnTo>
                <a:lnTo>
                  <a:pt x="749" y="585"/>
                </a:lnTo>
                <a:lnTo>
                  <a:pt x="748" y="586"/>
                </a:lnTo>
                <a:lnTo>
                  <a:pt x="747" y="586"/>
                </a:lnTo>
                <a:lnTo>
                  <a:pt x="746" y="586"/>
                </a:lnTo>
                <a:lnTo>
                  <a:pt x="746" y="587"/>
                </a:lnTo>
                <a:lnTo>
                  <a:pt x="747" y="587"/>
                </a:lnTo>
                <a:lnTo>
                  <a:pt x="746" y="587"/>
                </a:lnTo>
                <a:lnTo>
                  <a:pt x="746" y="588"/>
                </a:lnTo>
                <a:lnTo>
                  <a:pt x="745" y="590"/>
                </a:lnTo>
                <a:lnTo>
                  <a:pt x="745" y="591"/>
                </a:lnTo>
                <a:lnTo>
                  <a:pt x="744" y="591"/>
                </a:lnTo>
                <a:lnTo>
                  <a:pt x="744" y="592"/>
                </a:lnTo>
                <a:lnTo>
                  <a:pt x="743" y="592"/>
                </a:lnTo>
                <a:lnTo>
                  <a:pt x="743" y="593"/>
                </a:lnTo>
                <a:lnTo>
                  <a:pt x="742" y="594"/>
                </a:lnTo>
                <a:lnTo>
                  <a:pt x="741" y="597"/>
                </a:lnTo>
                <a:lnTo>
                  <a:pt x="740" y="598"/>
                </a:lnTo>
                <a:lnTo>
                  <a:pt x="739" y="598"/>
                </a:lnTo>
                <a:lnTo>
                  <a:pt x="739" y="599"/>
                </a:lnTo>
                <a:lnTo>
                  <a:pt x="738" y="600"/>
                </a:lnTo>
                <a:lnTo>
                  <a:pt x="737" y="600"/>
                </a:lnTo>
                <a:lnTo>
                  <a:pt x="736" y="600"/>
                </a:lnTo>
                <a:lnTo>
                  <a:pt x="736" y="601"/>
                </a:lnTo>
                <a:lnTo>
                  <a:pt x="736" y="602"/>
                </a:lnTo>
                <a:lnTo>
                  <a:pt x="736" y="603"/>
                </a:lnTo>
                <a:lnTo>
                  <a:pt x="735" y="603"/>
                </a:lnTo>
                <a:lnTo>
                  <a:pt x="735" y="604"/>
                </a:lnTo>
                <a:lnTo>
                  <a:pt x="735" y="605"/>
                </a:lnTo>
                <a:lnTo>
                  <a:pt x="734" y="605"/>
                </a:lnTo>
                <a:lnTo>
                  <a:pt x="733" y="605"/>
                </a:lnTo>
                <a:lnTo>
                  <a:pt x="732" y="605"/>
                </a:lnTo>
                <a:lnTo>
                  <a:pt x="732" y="606"/>
                </a:lnTo>
                <a:lnTo>
                  <a:pt x="733" y="606"/>
                </a:lnTo>
                <a:lnTo>
                  <a:pt x="733" y="608"/>
                </a:lnTo>
                <a:lnTo>
                  <a:pt x="732" y="608"/>
                </a:lnTo>
                <a:lnTo>
                  <a:pt x="732" y="609"/>
                </a:lnTo>
                <a:lnTo>
                  <a:pt x="733" y="609"/>
                </a:lnTo>
                <a:lnTo>
                  <a:pt x="733" y="610"/>
                </a:lnTo>
                <a:lnTo>
                  <a:pt x="732" y="610"/>
                </a:lnTo>
                <a:lnTo>
                  <a:pt x="732" y="611"/>
                </a:lnTo>
                <a:lnTo>
                  <a:pt x="732" y="612"/>
                </a:lnTo>
                <a:lnTo>
                  <a:pt x="732" y="613"/>
                </a:lnTo>
                <a:lnTo>
                  <a:pt x="731" y="613"/>
                </a:lnTo>
                <a:lnTo>
                  <a:pt x="730" y="613"/>
                </a:lnTo>
                <a:lnTo>
                  <a:pt x="730" y="614"/>
                </a:lnTo>
                <a:lnTo>
                  <a:pt x="729" y="614"/>
                </a:lnTo>
                <a:lnTo>
                  <a:pt x="729" y="615"/>
                </a:lnTo>
                <a:lnTo>
                  <a:pt x="728" y="615"/>
                </a:lnTo>
                <a:lnTo>
                  <a:pt x="728" y="616"/>
                </a:lnTo>
                <a:lnTo>
                  <a:pt x="727" y="616"/>
                </a:lnTo>
                <a:lnTo>
                  <a:pt x="726" y="616"/>
                </a:lnTo>
                <a:lnTo>
                  <a:pt x="725" y="616"/>
                </a:lnTo>
                <a:lnTo>
                  <a:pt x="724" y="616"/>
                </a:lnTo>
                <a:lnTo>
                  <a:pt x="723" y="616"/>
                </a:lnTo>
                <a:lnTo>
                  <a:pt x="723" y="615"/>
                </a:lnTo>
                <a:lnTo>
                  <a:pt x="723" y="614"/>
                </a:lnTo>
                <a:lnTo>
                  <a:pt x="723" y="613"/>
                </a:lnTo>
                <a:lnTo>
                  <a:pt x="723" y="612"/>
                </a:lnTo>
                <a:lnTo>
                  <a:pt x="723" y="611"/>
                </a:lnTo>
                <a:lnTo>
                  <a:pt x="722" y="611"/>
                </a:lnTo>
                <a:lnTo>
                  <a:pt x="721" y="611"/>
                </a:lnTo>
                <a:lnTo>
                  <a:pt x="721" y="612"/>
                </a:lnTo>
                <a:lnTo>
                  <a:pt x="720" y="612"/>
                </a:lnTo>
                <a:lnTo>
                  <a:pt x="719" y="612"/>
                </a:lnTo>
                <a:lnTo>
                  <a:pt x="719" y="611"/>
                </a:lnTo>
                <a:lnTo>
                  <a:pt x="719" y="612"/>
                </a:lnTo>
                <a:lnTo>
                  <a:pt x="718" y="611"/>
                </a:lnTo>
                <a:lnTo>
                  <a:pt x="717" y="611"/>
                </a:lnTo>
                <a:lnTo>
                  <a:pt x="717" y="610"/>
                </a:lnTo>
                <a:lnTo>
                  <a:pt x="717" y="609"/>
                </a:lnTo>
                <a:lnTo>
                  <a:pt x="718" y="608"/>
                </a:lnTo>
                <a:lnTo>
                  <a:pt x="717" y="608"/>
                </a:lnTo>
                <a:lnTo>
                  <a:pt x="717" y="607"/>
                </a:lnTo>
                <a:lnTo>
                  <a:pt x="716" y="606"/>
                </a:lnTo>
                <a:lnTo>
                  <a:pt x="715" y="606"/>
                </a:lnTo>
                <a:lnTo>
                  <a:pt x="714" y="606"/>
                </a:lnTo>
                <a:lnTo>
                  <a:pt x="713" y="606"/>
                </a:lnTo>
                <a:lnTo>
                  <a:pt x="712" y="606"/>
                </a:lnTo>
                <a:lnTo>
                  <a:pt x="712" y="607"/>
                </a:lnTo>
                <a:lnTo>
                  <a:pt x="711" y="607"/>
                </a:lnTo>
                <a:lnTo>
                  <a:pt x="710" y="608"/>
                </a:lnTo>
                <a:lnTo>
                  <a:pt x="709" y="608"/>
                </a:lnTo>
                <a:lnTo>
                  <a:pt x="708" y="609"/>
                </a:lnTo>
                <a:lnTo>
                  <a:pt x="708" y="610"/>
                </a:lnTo>
                <a:lnTo>
                  <a:pt x="708" y="611"/>
                </a:lnTo>
                <a:lnTo>
                  <a:pt x="708" y="612"/>
                </a:lnTo>
                <a:lnTo>
                  <a:pt x="707" y="612"/>
                </a:lnTo>
                <a:lnTo>
                  <a:pt x="706" y="612"/>
                </a:lnTo>
                <a:lnTo>
                  <a:pt x="706" y="613"/>
                </a:lnTo>
                <a:lnTo>
                  <a:pt x="706" y="614"/>
                </a:lnTo>
                <a:lnTo>
                  <a:pt x="705" y="614"/>
                </a:lnTo>
                <a:lnTo>
                  <a:pt x="705" y="613"/>
                </a:lnTo>
                <a:lnTo>
                  <a:pt x="705" y="614"/>
                </a:lnTo>
                <a:lnTo>
                  <a:pt x="705" y="613"/>
                </a:lnTo>
                <a:lnTo>
                  <a:pt x="704" y="613"/>
                </a:lnTo>
                <a:lnTo>
                  <a:pt x="704" y="612"/>
                </a:lnTo>
                <a:lnTo>
                  <a:pt x="703" y="612"/>
                </a:lnTo>
                <a:lnTo>
                  <a:pt x="703" y="611"/>
                </a:lnTo>
                <a:lnTo>
                  <a:pt x="704" y="611"/>
                </a:lnTo>
                <a:lnTo>
                  <a:pt x="703" y="610"/>
                </a:lnTo>
                <a:lnTo>
                  <a:pt x="703" y="609"/>
                </a:lnTo>
                <a:lnTo>
                  <a:pt x="703" y="608"/>
                </a:lnTo>
                <a:lnTo>
                  <a:pt x="703" y="607"/>
                </a:lnTo>
                <a:lnTo>
                  <a:pt x="702" y="607"/>
                </a:lnTo>
                <a:lnTo>
                  <a:pt x="702" y="608"/>
                </a:lnTo>
                <a:lnTo>
                  <a:pt x="701" y="608"/>
                </a:lnTo>
                <a:lnTo>
                  <a:pt x="701" y="609"/>
                </a:lnTo>
                <a:lnTo>
                  <a:pt x="701" y="610"/>
                </a:lnTo>
                <a:lnTo>
                  <a:pt x="700" y="610"/>
                </a:lnTo>
                <a:lnTo>
                  <a:pt x="699" y="610"/>
                </a:lnTo>
                <a:lnTo>
                  <a:pt x="699" y="611"/>
                </a:lnTo>
                <a:lnTo>
                  <a:pt x="698" y="611"/>
                </a:lnTo>
                <a:lnTo>
                  <a:pt x="698" y="610"/>
                </a:lnTo>
                <a:lnTo>
                  <a:pt x="698" y="609"/>
                </a:lnTo>
                <a:lnTo>
                  <a:pt x="698" y="608"/>
                </a:lnTo>
                <a:lnTo>
                  <a:pt x="698" y="607"/>
                </a:lnTo>
                <a:lnTo>
                  <a:pt x="698" y="606"/>
                </a:lnTo>
                <a:lnTo>
                  <a:pt x="697" y="605"/>
                </a:lnTo>
                <a:lnTo>
                  <a:pt x="697" y="604"/>
                </a:lnTo>
                <a:lnTo>
                  <a:pt x="697" y="603"/>
                </a:lnTo>
                <a:lnTo>
                  <a:pt x="696" y="603"/>
                </a:lnTo>
                <a:lnTo>
                  <a:pt x="695" y="603"/>
                </a:lnTo>
                <a:lnTo>
                  <a:pt x="695" y="602"/>
                </a:lnTo>
                <a:lnTo>
                  <a:pt x="694" y="601"/>
                </a:lnTo>
                <a:lnTo>
                  <a:pt x="694" y="600"/>
                </a:lnTo>
                <a:lnTo>
                  <a:pt x="695" y="600"/>
                </a:lnTo>
                <a:lnTo>
                  <a:pt x="694" y="599"/>
                </a:lnTo>
                <a:lnTo>
                  <a:pt x="694" y="598"/>
                </a:lnTo>
                <a:lnTo>
                  <a:pt x="694" y="597"/>
                </a:lnTo>
                <a:lnTo>
                  <a:pt x="695" y="595"/>
                </a:lnTo>
                <a:lnTo>
                  <a:pt x="695" y="594"/>
                </a:lnTo>
                <a:lnTo>
                  <a:pt x="696" y="594"/>
                </a:lnTo>
                <a:lnTo>
                  <a:pt x="696" y="593"/>
                </a:lnTo>
                <a:lnTo>
                  <a:pt x="697" y="593"/>
                </a:lnTo>
                <a:lnTo>
                  <a:pt x="697" y="592"/>
                </a:lnTo>
                <a:lnTo>
                  <a:pt x="697" y="591"/>
                </a:lnTo>
                <a:lnTo>
                  <a:pt x="697" y="590"/>
                </a:lnTo>
                <a:lnTo>
                  <a:pt x="697" y="589"/>
                </a:lnTo>
                <a:lnTo>
                  <a:pt x="697" y="588"/>
                </a:lnTo>
                <a:lnTo>
                  <a:pt x="696" y="588"/>
                </a:lnTo>
                <a:lnTo>
                  <a:pt x="696" y="587"/>
                </a:lnTo>
                <a:lnTo>
                  <a:pt x="696" y="586"/>
                </a:lnTo>
                <a:lnTo>
                  <a:pt x="695" y="586"/>
                </a:lnTo>
                <a:lnTo>
                  <a:pt x="695" y="587"/>
                </a:lnTo>
                <a:lnTo>
                  <a:pt x="694" y="587"/>
                </a:lnTo>
                <a:lnTo>
                  <a:pt x="694" y="588"/>
                </a:lnTo>
                <a:lnTo>
                  <a:pt x="693" y="588"/>
                </a:lnTo>
                <a:lnTo>
                  <a:pt x="693" y="589"/>
                </a:lnTo>
                <a:lnTo>
                  <a:pt x="692" y="589"/>
                </a:lnTo>
                <a:lnTo>
                  <a:pt x="692" y="588"/>
                </a:lnTo>
                <a:lnTo>
                  <a:pt x="691" y="588"/>
                </a:lnTo>
                <a:lnTo>
                  <a:pt x="690" y="588"/>
                </a:lnTo>
                <a:lnTo>
                  <a:pt x="691" y="588"/>
                </a:lnTo>
                <a:lnTo>
                  <a:pt x="691" y="587"/>
                </a:lnTo>
                <a:lnTo>
                  <a:pt x="691" y="586"/>
                </a:lnTo>
                <a:lnTo>
                  <a:pt x="690" y="586"/>
                </a:lnTo>
                <a:lnTo>
                  <a:pt x="690" y="585"/>
                </a:lnTo>
                <a:lnTo>
                  <a:pt x="689" y="585"/>
                </a:lnTo>
                <a:lnTo>
                  <a:pt x="688" y="585"/>
                </a:lnTo>
                <a:lnTo>
                  <a:pt x="688" y="584"/>
                </a:lnTo>
                <a:lnTo>
                  <a:pt x="688" y="586"/>
                </a:lnTo>
                <a:lnTo>
                  <a:pt x="687" y="586"/>
                </a:lnTo>
                <a:lnTo>
                  <a:pt x="687" y="585"/>
                </a:lnTo>
                <a:lnTo>
                  <a:pt x="686" y="585"/>
                </a:lnTo>
                <a:lnTo>
                  <a:pt x="686" y="584"/>
                </a:lnTo>
                <a:lnTo>
                  <a:pt x="685" y="584"/>
                </a:lnTo>
                <a:lnTo>
                  <a:pt x="685" y="583"/>
                </a:lnTo>
                <a:lnTo>
                  <a:pt x="685" y="582"/>
                </a:lnTo>
                <a:lnTo>
                  <a:pt x="686" y="581"/>
                </a:lnTo>
                <a:lnTo>
                  <a:pt x="686" y="580"/>
                </a:lnTo>
                <a:lnTo>
                  <a:pt x="686" y="579"/>
                </a:lnTo>
                <a:lnTo>
                  <a:pt x="687" y="579"/>
                </a:lnTo>
                <a:lnTo>
                  <a:pt x="687" y="578"/>
                </a:lnTo>
                <a:lnTo>
                  <a:pt x="687" y="577"/>
                </a:lnTo>
                <a:lnTo>
                  <a:pt x="687" y="576"/>
                </a:lnTo>
                <a:lnTo>
                  <a:pt x="687" y="575"/>
                </a:lnTo>
                <a:lnTo>
                  <a:pt x="688" y="575"/>
                </a:lnTo>
                <a:lnTo>
                  <a:pt x="688" y="574"/>
                </a:lnTo>
                <a:lnTo>
                  <a:pt x="688" y="573"/>
                </a:lnTo>
                <a:lnTo>
                  <a:pt x="689" y="573"/>
                </a:lnTo>
                <a:lnTo>
                  <a:pt x="690" y="573"/>
                </a:lnTo>
                <a:lnTo>
                  <a:pt x="690" y="572"/>
                </a:lnTo>
                <a:lnTo>
                  <a:pt x="691" y="572"/>
                </a:lnTo>
                <a:lnTo>
                  <a:pt x="691" y="571"/>
                </a:lnTo>
                <a:lnTo>
                  <a:pt x="692" y="570"/>
                </a:lnTo>
                <a:lnTo>
                  <a:pt x="691" y="569"/>
                </a:lnTo>
                <a:lnTo>
                  <a:pt x="691" y="568"/>
                </a:lnTo>
                <a:lnTo>
                  <a:pt x="691" y="567"/>
                </a:lnTo>
                <a:lnTo>
                  <a:pt x="691" y="566"/>
                </a:lnTo>
                <a:lnTo>
                  <a:pt x="691" y="565"/>
                </a:lnTo>
                <a:lnTo>
                  <a:pt x="691" y="564"/>
                </a:lnTo>
                <a:lnTo>
                  <a:pt x="692" y="564"/>
                </a:lnTo>
                <a:lnTo>
                  <a:pt x="692" y="563"/>
                </a:lnTo>
                <a:lnTo>
                  <a:pt x="693" y="563"/>
                </a:lnTo>
                <a:lnTo>
                  <a:pt x="694" y="563"/>
                </a:lnTo>
                <a:lnTo>
                  <a:pt x="694" y="562"/>
                </a:lnTo>
                <a:lnTo>
                  <a:pt x="694" y="563"/>
                </a:lnTo>
                <a:lnTo>
                  <a:pt x="695" y="563"/>
                </a:lnTo>
                <a:lnTo>
                  <a:pt x="695" y="562"/>
                </a:lnTo>
                <a:lnTo>
                  <a:pt x="696" y="562"/>
                </a:lnTo>
                <a:lnTo>
                  <a:pt x="697" y="562"/>
                </a:lnTo>
                <a:lnTo>
                  <a:pt x="698" y="562"/>
                </a:lnTo>
                <a:lnTo>
                  <a:pt x="698" y="563"/>
                </a:lnTo>
                <a:lnTo>
                  <a:pt x="699" y="562"/>
                </a:lnTo>
                <a:lnTo>
                  <a:pt x="700" y="562"/>
                </a:lnTo>
                <a:lnTo>
                  <a:pt x="700" y="561"/>
                </a:lnTo>
                <a:lnTo>
                  <a:pt x="700" y="560"/>
                </a:lnTo>
                <a:lnTo>
                  <a:pt x="700" y="559"/>
                </a:lnTo>
                <a:lnTo>
                  <a:pt x="701" y="559"/>
                </a:lnTo>
                <a:lnTo>
                  <a:pt x="701" y="558"/>
                </a:lnTo>
                <a:lnTo>
                  <a:pt x="700" y="558"/>
                </a:lnTo>
                <a:lnTo>
                  <a:pt x="700" y="557"/>
                </a:lnTo>
                <a:lnTo>
                  <a:pt x="700" y="556"/>
                </a:lnTo>
                <a:lnTo>
                  <a:pt x="701" y="556"/>
                </a:lnTo>
                <a:lnTo>
                  <a:pt x="701" y="555"/>
                </a:lnTo>
                <a:lnTo>
                  <a:pt x="702" y="555"/>
                </a:lnTo>
                <a:lnTo>
                  <a:pt x="702" y="554"/>
                </a:lnTo>
                <a:lnTo>
                  <a:pt x="702" y="553"/>
                </a:lnTo>
                <a:lnTo>
                  <a:pt x="701" y="553"/>
                </a:lnTo>
                <a:lnTo>
                  <a:pt x="701" y="552"/>
                </a:lnTo>
                <a:lnTo>
                  <a:pt x="700" y="552"/>
                </a:lnTo>
                <a:lnTo>
                  <a:pt x="700" y="551"/>
                </a:lnTo>
                <a:lnTo>
                  <a:pt x="699" y="551"/>
                </a:lnTo>
                <a:lnTo>
                  <a:pt x="700" y="550"/>
                </a:lnTo>
                <a:lnTo>
                  <a:pt x="699" y="550"/>
                </a:lnTo>
                <a:lnTo>
                  <a:pt x="698" y="550"/>
                </a:lnTo>
                <a:lnTo>
                  <a:pt x="697" y="550"/>
                </a:lnTo>
                <a:lnTo>
                  <a:pt x="697" y="549"/>
                </a:lnTo>
                <a:lnTo>
                  <a:pt x="696" y="549"/>
                </a:lnTo>
                <a:lnTo>
                  <a:pt x="695" y="548"/>
                </a:lnTo>
                <a:lnTo>
                  <a:pt x="694" y="548"/>
                </a:lnTo>
                <a:lnTo>
                  <a:pt x="694" y="547"/>
                </a:lnTo>
                <a:lnTo>
                  <a:pt x="694" y="546"/>
                </a:lnTo>
                <a:lnTo>
                  <a:pt x="693" y="546"/>
                </a:lnTo>
                <a:lnTo>
                  <a:pt x="693" y="545"/>
                </a:lnTo>
                <a:lnTo>
                  <a:pt x="692" y="545"/>
                </a:lnTo>
                <a:lnTo>
                  <a:pt x="691" y="545"/>
                </a:lnTo>
                <a:lnTo>
                  <a:pt x="691" y="544"/>
                </a:lnTo>
                <a:lnTo>
                  <a:pt x="691" y="545"/>
                </a:lnTo>
                <a:lnTo>
                  <a:pt x="690" y="545"/>
                </a:lnTo>
                <a:lnTo>
                  <a:pt x="688" y="545"/>
                </a:lnTo>
                <a:lnTo>
                  <a:pt x="687" y="545"/>
                </a:lnTo>
                <a:lnTo>
                  <a:pt x="687" y="546"/>
                </a:lnTo>
                <a:lnTo>
                  <a:pt x="686" y="546"/>
                </a:lnTo>
                <a:lnTo>
                  <a:pt x="686" y="545"/>
                </a:lnTo>
                <a:lnTo>
                  <a:pt x="685" y="545"/>
                </a:lnTo>
                <a:lnTo>
                  <a:pt x="685" y="544"/>
                </a:lnTo>
                <a:lnTo>
                  <a:pt x="685" y="543"/>
                </a:lnTo>
                <a:lnTo>
                  <a:pt x="686" y="543"/>
                </a:lnTo>
                <a:lnTo>
                  <a:pt x="686" y="542"/>
                </a:lnTo>
                <a:lnTo>
                  <a:pt x="687" y="542"/>
                </a:lnTo>
                <a:lnTo>
                  <a:pt x="688" y="542"/>
                </a:lnTo>
                <a:lnTo>
                  <a:pt x="688" y="541"/>
                </a:lnTo>
                <a:lnTo>
                  <a:pt x="689" y="541"/>
                </a:lnTo>
                <a:lnTo>
                  <a:pt x="690" y="541"/>
                </a:lnTo>
                <a:lnTo>
                  <a:pt x="691" y="541"/>
                </a:lnTo>
                <a:lnTo>
                  <a:pt x="691" y="540"/>
                </a:lnTo>
                <a:lnTo>
                  <a:pt x="691" y="539"/>
                </a:lnTo>
                <a:lnTo>
                  <a:pt x="692" y="539"/>
                </a:lnTo>
                <a:lnTo>
                  <a:pt x="693" y="539"/>
                </a:lnTo>
                <a:lnTo>
                  <a:pt x="693" y="538"/>
                </a:lnTo>
                <a:lnTo>
                  <a:pt x="694" y="538"/>
                </a:lnTo>
                <a:lnTo>
                  <a:pt x="695" y="538"/>
                </a:lnTo>
                <a:lnTo>
                  <a:pt x="695" y="537"/>
                </a:lnTo>
                <a:lnTo>
                  <a:pt x="694" y="537"/>
                </a:lnTo>
                <a:lnTo>
                  <a:pt x="694" y="536"/>
                </a:lnTo>
                <a:lnTo>
                  <a:pt x="695" y="535"/>
                </a:lnTo>
                <a:lnTo>
                  <a:pt x="696" y="535"/>
                </a:lnTo>
                <a:lnTo>
                  <a:pt x="697" y="534"/>
                </a:lnTo>
                <a:lnTo>
                  <a:pt x="698" y="534"/>
                </a:lnTo>
                <a:lnTo>
                  <a:pt x="698" y="533"/>
                </a:lnTo>
                <a:lnTo>
                  <a:pt x="698" y="532"/>
                </a:lnTo>
                <a:lnTo>
                  <a:pt x="698" y="531"/>
                </a:lnTo>
                <a:lnTo>
                  <a:pt x="697" y="531"/>
                </a:lnTo>
                <a:lnTo>
                  <a:pt x="696" y="531"/>
                </a:lnTo>
                <a:lnTo>
                  <a:pt x="696" y="530"/>
                </a:lnTo>
                <a:lnTo>
                  <a:pt x="695" y="529"/>
                </a:lnTo>
                <a:lnTo>
                  <a:pt x="694" y="529"/>
                </a:lnTo>
                <a:lnTo>
                  <a:pt x="694" y="530"/>
                </a:lnTo>
                <a:lnTo>
                  <a:pt x="693" y="529"/>
                </a:lnTo>
                <a:lnTo>
                  <a:pt x="693" y="528"/>
                </a:lnTo>
                <a:lnTo>
                  <a:pt x="693" y="527"/>
                </a:lnTo>
                <a:lnTo>
                  <a:pt x="693" y="526"/>
                </a:lnTo>
                <a:lnTo>
                  <a:pt x="692" y="526"/>
                </a:lnTo>
                <a:lnTo>
                  <a:pt x="691" y="526"/>
                </a:lnTo>
                <a:lnTo>
                  <a:pt x="692" y="525"/>
                </a:lnTo>
                <a:lnTo>
                  <a:pt x="691" y="525"/>
                </a:lnTo>
                <a:lnTo>
                  <a:pt x="690" y="525"/>
                </a:lnTo>
                <a:lnTo>
                  <a:pt x="690" y="526"/>
                </a:lnTo>
                <a:lnTo>
                  <a:pt x="689" y="526"/>
                </a:lnTo>
                <a:lnTo>
                  <a:pt x="689" y="525"/>
                </a:lnTo>
                <a:lnTo>
                  <a:pt x="688" y="525"/>
                </a:lnTo>
                <a:lnTo>
                  <a:pt x="690" y="525"/>
                </a:lnTo>
                <a:lnTo>
                  <a:pt x="689" y="524"/>
                </a:lnTo>
                <a:lnTo>
                  <a:pt x="689" y="523"/>
                </a:lnTo>
                <a:lnTo>
                  <a:pt x="688" y="523"/>
                </a:lnTo>
                <a:lnTo>
                  <a:pt x="688" y="522"/>
                </a:lnTo>
                <a:lnTo>
                  <a:pt x="688" y="521"/>
                </a:lnTo>
                <a:lnTo>
                  <a:pt x="688" y="520"/>
                </a:lnTo>
                <a:lnTo>
                  <a:pt x="687" y="520"/>
                </a:lnTo>
                <a:lnTo>
                  <a:pt x="687" y="519"/>
                </a:lnTo>
                <a:lnTo>
                  <a:pt x="686" y="519"/>
                </a:lnTo>
                <a:lnTo>
                  <a:pt x="685" y="519"/>
                </a:lnTo>
                <a:lnTo>
                  <a:pt x="685" y="520"/>
                </a:lnTo>
                <a:lnTo>
                  <a:pt x="685" y="521"/>
                </a:lnTo>
                <a:lnTo>
                  <a:pt x="684" y="521"/>
                </a:lnTo>
                <a:lnTo>
                  <a:pt x="683" y="521"/>
                </a:lnTo>
                <a:lnTo>
                  <a:pt x="682" y="521"/>
                </a:lnTo>
                <a:lnTo>
                  <a:pt x="681" y="521"/>
                </a:lnTo>
                <a:lnTo>
                  <a:pt x="680" y="521"/>
                </a:lnTo>
                <a:lnTo>
                  <a:pt x="680" y="522"/>
                </a:lnTo>
                <a:lnTo>
                  <a:pt x="679" y="522"/>
                </a:lnTo>
                <a:lnTo>
                  <a:pt x="679" y="521"/>
                </a:lnTo>
                <a:lnTo>
                  <a:pt x="677" y="521"/>
                </a:lnTo>
                <a:lnTo>
                  <a:pt x="676" y="521"/>
                </a:lnTo>
                <a:lnTo>
                  <a:pt x="675" y="521"/>
                </a:lnTo>
                <a:lnTo>
                  <a:pt x="674" y="522"/>
                </a:lnTo>
                <a:lnTo>
                  <a:pt x="673" y="522"/>
                </a:lnTo>
                <a:lnTo>
                  <a:pt x="673" y="521"/>
                </a:lnTo>
                <a:lnTo>
                  <a:pt x="672" y="521"/>
                </a:lnTo>
                <a:lnTo>
                  <a:pt x="672" y="520"/>
                </a:lnTo>
                <a:lnTo>
                  <a:pt x="671" y="520"/>
                </a:lnTo>
                <a:lnTo>
                  <a:pt x="671" y="519"/>
                </a:lnTo>
                <a:lnTo>
                  <a:pt x="670" y="518"/>
                </a:lnTo>
                <a:lnTo>
                  <a:pt x="671" y="518"/>
                </a:lnTo>
                <a:lnTo>
                  <a:pt x="671" y="517"/>
                </a:lnTo>
                <a:lnTo>
                  <a:pt x="671" y="516"/>
                </a:lnTo>
                <a:lnTo>
                  <a:pt x="671" y="515"/>
                </a:lnTo>
                <a:lnTo>
                  <a:pt x="671" y="514"/>
                </a:lnTo>
                <a:lnTo>
                  <a:pt x="671" y="513"/>
                </a:lnTo>
                <a:lnTo>
                  <a:pt x="671" y="512"/>
                </a:lnTo>
                <a:lnTo>
                  <a:pt x="671" y="511"/>
                </a:lnTo>
                <a:lnTo>
                  <a:pt x="672" y="511"/>
                </a:lnTo>
                <a:lnTo>
                  <a:pt x="672" y="510"/>
                </a:lnTo>
                <a:lnTo>
                  <a:pt x="672" y="509"/>
                </a:lnTo>
                <a:lnTo>
                  <a:pt x="672" y="508"/>
                </a:lnTo>
                <a:lnTo>
                  <a:pt x="671" y="508"/>
                </a:lnTo>
                <a:lnTo>
                  <a:pt x="671" y="507"/>
                </a:lnTo>
                <a:lnTo>
                  <a:pt x="671" y="506"/>
                </a:lnTo>
                <a:lnTo>
                  <a:pt x="672" y="506"/>
                </a:lnTo>
                <a:lnTo>
                  <a:pt x="672" y="505"/>
                </a:lnTo>
                <a:lnTo>
                  <a:pt x="673" y="504"/>
                </a:lnTo>
                <a:lnTo>
                  <a:pt x="672" y="504"/>
                </a:lnTo>
                <a:lnTo>
                  <a:pt x="672" y="503"/>
                </a:lnTo>
                <a:lnTo>
                  <a:pt x="673" y="503"/>
                </a:lnTo>
                <a:lnTo>
                  <a:pt x="673" y="502"/>
                </a:lnTo>
                <a:lnTo>
                  <a:pt x="673" y="501"/>
                </a:lnTo>
                <a:lnTo>
                  <a:pt x="674" y="501"/>
                </a:lnTo>
                <a:lnTo>
                  <a:pt x="673" y="501"/>
                </a:lnTo>
                <a:lnTo>
                  <a:pt x="672" y="501"/>
                </a:lnTo>
                <a:lnTo>
                  <a:pt x="672" y="500"/>
                </a:lnTo>
                <a:lnTo>
                  <a:pt x="673" y="500"/>
                </a:lnTo>
                <a:lnTo>
                  <a:pt x="674" y="500"/>
                </a:lnTo>
                <a:lnTo>
                  <a:pt x="674" y="499"/>
                </a:lnTo>
                <a:lnTo>
                  <a:pt x="674" y="498"/>
                </a:lnTo>
                <a:lnTo>
                  <a:pt x="674" y="497"/>
                </a:lnTo>
                <a:lnTo>
                  <a:pt x="674" y="496"/>
                </a:lnTo>
                <a:lnTo>
                  <a:pt x="673" y="495"/>
                </a:lnTo>
                <a:lnTo>
                  <a:pt x="672" y="495"/>
                </a:lnTo>
                <a:lnTo>
                  <a:pt x="672" y="496"/>
                </a:lnTo>
                <a:lnTo>
                  <a:pt x="671" y="496"/>
                </a:lnTo>
                <a:lnTo>
                  <a:pt x="671" y="497"/>
                </a:lnTo>
                <a:lnTo>
                  <a:pt x="670" y="497"/>
                </a:lnTo>
                <a:lnTo>
                  <a:pt x="669" y="498"/>
                </a:lnTo>
                <a:lnTo>
                  <a:pt x="668" y="498"/>
                </a:lnTo>
                <a:lnTo>
                  <a:pt x="668" y="499"/>
                </a:lnTo>
                <a:lnTo>
                  <a:pt x="667" y="499"/>
                </a:lnTo>
                <a:lnTo>
                  <a:pt x="667" y="500"/>
                </a:lnTo>
                <a:lnTo>
                  <a:pt x="666" y="501"/>
                </a:lnTo>
                <a:lnTo>
                  <a:pt x="666" y="502"/>
                </a:lnTo>
                <a:lnTo>
                  <a:pt x="665" y="502"/>
                </a:lnTo>
                <a:lnTo>
                  <a:pt x="665" y="503"/>
                </a:lnTo>
                <a:lnTo>
                  <a:pt x="665" y="504"/>
                </a:lnTo>
                <a:lnTo>
                  <a:pt x="664" y="504"/>
                </a:lnTo>
                <a:lnTo>
                  <a:pt x="663" y="505"/>
                </a:lnTo>
                <a:lnTo>
                  <a:pt x="661" y="508"/>
                </a:lnTo>
                <a:lnTo>
                  <a:pt x="660" y="508"/>
                </a:lnTo>
                <a:lnTo>
                  <a:pt x="660" y="509"/>
                </a:lnTo>
                <a:lnTo>
                  <a:pt x="659" y="509"/>
                </a:lnTo>
                <a:lnTo>
                  <a:pt x="659" y="510"/>
                </a:lnTo>
                <a:lnTo>
                  <a:pt x="658" y="511"/>
                </a:lnTo>
                <a:lnTo>
                  <a:pt x="657" y="511"/>
                </a:lnTo>
                <a:lnTo>
                  <a:pt x="655" y="513"/>
                </a:lnTo>
                <a:lnTo>
                  <a:pt x="654" y="514"/>
                </a:lnTo>
                <a:lnTo>
                  <a:pt x="653" y="515"/>
                </a:lnTo>
                <a:lnTo>
                  <a:pt x="652" y="516"/>
                </a:lnTo>
                <a:lnTo>
                  <a:pt x="652" y="517"/>
                </a:lnTo>
                <a:lnTo>
                  <a:pt x="651" y="517"/>
                </a:lnTo>
                <a:lnTo>
                  <a:pt x="651" y="518"/>
                </a:lnTo>
                <a:lnTo>
                  <a:pt x="650" y="519"/>
                </a:lnTo>
                <a:lnTo>
                  <a:pt x="649" y="519"/>
                </a:lnTo>
                <a:lnTo>
                  <a:pt x="649" y="520"/>
                </a:lnTo>
                <a:lnTo>
                  <a:pt x="648" y="521"/>
                </a:lnTo>
                <a:lnTo>
                  <a:pt x="648" y="522"/>
                </a:lnTo>
                <a:lnTo>
                  <a:pt x="647" y="522"/>
                </a:lnTo>
                <a:lnTo>
                  <a:pt x="647" y="523"/>
                </a:lnTo>
                <a:lnTo>
                  <a:pt x="646" y="523"/>
                </a:lnTo>
                <a:lnTo>
                  <a:pt x="645" y="525"/>
                </a:lnTo>
                <a:lnTo>
                  <a:pt x="645" y="526"/>
                </a:lnTo>
                <a:lnTo>
                  <a:pt x="644" y="526"/>
                </a:lnTo>
                <a:lnTo>
                  <a:pt x="644" y="527"/>
                </a:lnTo>
                <a:lnTo>
                  <a:pt x="643" y="528"/>
                </a:lnTo>
                <a:lnTo>
                  <a:pt x="643" y="529"/>
                </a:lnTo>
                <a:lnTo>
                  <a:pt x="641" y="531"/>
                </a:lnTo>
                <a:lnTo>
                  <a:pt x="641" y="532"/>
                </a:lnTo>
                <a:lnTo>
                  <a:pt x="641" y="533"/>
                </a:lnTo>
                <a:lnTo>
                  <a:pt x="640" y="534"/>
                </a:lnTo>
                <a:lnTo>
                  <a:pt x="639" y="534"/>
                </a:lnTo>
                <a:lnTo>
                  <a:pt x="639" y="535"/>
                </a:lnTo>
                <a:lnTo>
                  <a:pt x="638" y="536"/>
                </a:lnTo>
                <a:lnTo>
                  <a:pt x="638" y="537"/>
                </a:lnTo>
                <a:lnTo>
                  <a:pt x="637" y="539"/>
                </a:lnTo>
                <a:lnTo>
                  <a:pt x="637" y="540"/>
                </a:lnTo>
                <a:lnTo>
                  <a:pt x="636" y="541"/>
                </a:lnTo>
                <a:lnTo>
                  <a:pt x="635" y="542"/>
                </a:lnTo>
                <a:lnTo>
                  <a:pt x="633" y="544"/>
                </a:lnTo>
                <a:lnTo>
                  <a:pt x="632" y="545"/>
                </a:lnTo>
                <a:lnTo>
                  <a:pt x="632" y="546"/>
                </a:lnTo>
                <a:lnTo>
                  <a:pt x="631" y="546"/>
                </a:lnTo>
                <a:lnTo>
                  <a:pt x="631" y="547"/>
                </a:lnTo>
                <a:lnTo>
                  <a:pt x="631" y="548"/>
                </a:lnTo>
                <a:lnTo>
                  <a:pt x="630" y="548"/>
                </a:lnTo>
                <a:lnTo>
                  <a:pt x="630" y="549"/>
                </a:lnTo>
                <a:lnTo>
                  <a:pt x="629" y="550"/>
                </a:lnTo>
                <a:lnTo>
                  <a:pt x="628" y="551"/>
                </a:lnTo>
                <a:lnTo>
                  <a:pt x="628" y="552"/>
                </a:lnTo>
                <a:lnTo>
                  <a:pt x="628" y="553"/>
                </a:lnTo>
                <a:lnTo>
                  <a:pt x="627" y="554"/>
                </a:lnTo>
                <a:lnTo>
                  <a:pt x="627" y="555"/>
                </a:lnTo>
                <a:lnTo>
                  <a:pt x="626" y="556"/>
                </a:lnTo>
                <a:lnTo>
                  <a:pt x="625" y="558"/>
                </a:lnTo>
                <a:lnTo>
                  <a:pt x="624" y="559"/>
                </a:lnTo>
                <a:lnTo>
                  <a:pt x="623" y="560"/>
                </a:lnTo>
                <a:lnTo>
                  <a:pt x="622" y="560"/>
                </a:lnTo>
                <a:lnTo>
                  <a:pt x="622" y="559"/>
                </a:lnTo>
                <a:lnTo>
                  <a:pt x="621" y="559"/>
                </a:lnTo>
                <a:lnTo>
                  <a:pt x="620" y="559"/>
                </a:lnTo>
                <a:lnTo>
                  <a:pt x="619" y="559"/>
                </a:lnTo>
                <a:lnTo>
                  <a:pt x="618" y="559"/>
                </a:lnTo>
                <a:lnTo>
                  <a:pt x="617" y="559"/>
                </a:lnTo>
                <a:lnTo>
                  <a:pt x="617" y="560"/>
                </a:lnTo>
                <a:lnTo>
                  <a:pt x="617" y="561"/>
                </a:lnTo>
                <a:lnTo>
                  <a:pt x="617" y="562"/>
                </a:lnTo>
                <a:lnTo>
                  <a:pt x="616" y="563"/>
                </a:lnTo>
                <a:lnTo>
                  <a:pt x="615" y="563"/>
                </a:lnTo>
                <a:lnTo>
                  <a:pt x="614" y="562"/>
                </a:lnTo>
                <a:lnTo>
                  <a:pt x="614" y="561"/>
                </a:lnTo>
                <a:lnTo>
                  <a:pt x="614" y="560"/>
                </a:lnTo>
                <a:lnTo>
                  <a:pt x="613" y="559"/>
                </a:lnTo>
                <a:lnTo>
                  <a:pt x="613" y="557"/>
                </a:lnTo>
                <a:lnTo>
                  <a:pt x="613" y="556"/>
                </a:lnTo>
                <a:lnTo>
                  <a:pt x="613" y="555"/>
                </a:lnTo>
                <a:lnTo>
                  <a:pt x="612" y="555"/>
                </a:lnTo>
                <a:lnTo>
                  <a:pt x="612" y="554"/>
                </a:lnTo>
                <a:lnTo>
                  <a:pt x="612" y="553"/>
                </a:lnTo>
                <a:lnTo>
                  <a:pt x="612" y="552"/>
                </a:lnTo>
                <a:lnTo>
                  <a:pt x="612" y="551"/>
                </a:lnTo>
                <a:lnTo>
                  <a:pt x="611" y="550"/>
                </a:lnTo>
                <a:lnTo>
                  <a:pt x="610" y="550"/>
                </a:lnTo>
                <a:lnTo>
                  <a:pt x="610" y="549"/>
                </a:lnTo>
                <a:lnTo>
                  <a:pt x="609" y="549"/>
                </a:lnTo>
                <a:lnTo>
                  <a:pt x="608" y="549"/>
                </a:lnTo>
                <a:lnTo>
                  <a:pt x="608" y="550"/>
                </a:lnTo>
                <a:lnTo>
                  <a:pt x="606" y="550"/>
                </a:lnTo>
                <a:lnTo>
                  <a:pt x="605" y="551"/>
                </a:lnTo>
                <a:lnTo>
                  <a:pt x="605" y="552"/>
                </a:lnTo>
                <a:lnTo>
                  <a:pt x="604" y="552"/>
                </a:lnTo>
                <a:lnTo>
                  <a:pt x="602" y="554"/>
                </a:lnTo>
                <a:lnTo>
                  <a:pt x="602" y="555"/>
                </a:lnTo>
                <a:lnTo>
                  <a:pt x="601" y="555"/>
                </a:lnTo>
                <a:lnTo>
                  <a:pt x="601" y="556"/>
                </a:lnTo>
                <a:lnTo>
                  <a:pt x="601" y="557"/>
                </a:lnTo>
                <a:lnTo>
                  <a:pt x="600" y="558"/>
                </a:lnTo>
                <a:lnTo>
                  <a:pt x="600" y="559"/>
                </a:lnTo>
                <a:lnTo>
                  <a:pt x="599" y="559"/>
                </a:lnTo>
                <a:lnTo>
                  <a:pt x="598" y="559"/>
                </a:lnTo>
                <a:lnTo>
                  <a:pt x="597" y="559"/>
                </a:lnTo>
                <a:lnTo>
                  <a:pt x="597" y="558"/>
                </a:lnTo>
                <a:lnTo>
                  <a:pt x="596" y="558"/>
                </a:lnTo>
                <a:lnTo>
                  <a:pt x="596" y="557"/>
                </a:lnTo>
                <a:lnTo>
                  <a:pt x="596" y="556"/>
                </a:lnTo>
                <a:lnTo>
                  <a:pt x="596" y="555"/>
                </a:lnTo>
                <a:lnTo>
                  <a:pt x="595" y="552"/>
                </a:lnTo>
                <a:lnTo>
                  <a:pt x="595" y="551"/>
                </a:lnTo>
                <a:lnTo>
                  <a:pt x="594" y="550"/>
                </a:lnTo>
                <a:lnTo>
                  <a:pt x="594" y="548"/>
                </a:lnTo>
                <a:lnTo>
                  <a:pt x="593" y="547"/>
                </a:lnTo>
                <a:lnTo>
                  <a:pt x="593" y="545"/>
                </a:lnTo>
                <a:lnTo>
                  <a:pt x="592" y="544"/>
                </a:lnTo>
                <a:lnTo>
                  <a:pt x="592" y="541"/>
                </a:lnTo>
                <a:lnTo>
                  <a:pt x="591" y="540"/>
                </a:lnTo>
                <a:lnTo>
                  <a:pt x="591" y="539"/>
                </a:lnTo>
                <a:lnTo>
                  <a:pt x="590" y="538"/>
                </a:lnTo>
                <a:lnTo>
                  <a:pt x="590" y="537"/>
                </a:lnTo>
                <a:lnTo>
                  <a:pt x="591" y="537"/>
                </a:lnTo>
                <a:lnTo>
                  <a:pt x="591" y="536"/>
                </a:lnTo>
                <a:lnTo>
                  <a:pt x="592" y="535"/>
                </a:lnTo>
                <a:lnTo>
                  <a:pt x="593" y="533"/>
                </a:lnTo>
                <a:lnTo>
                  <a:pt x="594" y="532"/>
                </a:lnTo>
                <a:lnTo>
                  <a:pt x="595" y="532"/>
                </a:lnTo>
                <a:lnTo>
                  <a:pt x="595" y="531"/>
                </a:lnTo>
                <a:lnTo>
                  <a:pt x="596" y="531"/>
                </a:lnTo>
                <a:lnTo>
                  <a:pt x="596" y="530"/>
                </a:lnTo>
                <a:lnTo>
                  <a:pt x="597" y="530"/>
                </a:lnTo>
                <a:lnTo>
                  <a:pt x="597" y="529"/>
                </a:lnTo>
                <a:lnTo>
                  <a:pt x="598" y="528"/>
                </a:lnTo>
                <a:lnTo>
                  <a:pt x="599" y="528"/>
                </a:lnTo>
                <a:lnTo>
                  <a:pt x="599" y="527"/>
                </a:lnTo>
                <a:lnTo>
                  <a:pt x="600" y="526"/>
                </a:lnTo>
                <a:lnTo>
                  <a:pt x="601" y="525"/>
                </a:lnTo>
                <a:lnTo>
                  <a:pt x="601" y="524"/>
                </a:lnTo>
                <a:lnTo>
                  <a:pt x="602" y="524"/>
                </a:lnTo>
                <a:lnTo>
                  <a:pt x="602" y="523"/>
                </a:lnTo>
                <a:lnTo>
                  <a:pt x="602" y="521"/>
                </a:lnTo>
                <a:lnTo>
                  <a:pt x="603" y="521"/>
                </a:lnTo>
                <a:lnTo>
                  <a:pt x="603" y="520"/>
                </a:lnTo>
                <a:lnTo>
                  <a:pt x="603" y="518"/>
                </a:lnTo>
                <a:lnTo>
                  <a:pt x="603" y="517"/>
                </a:lnTo>
                <a:lnTo>
                  <a:pt x="603" y="516"/>
                </a:lnTo>
                <a:lnTo>
                  <a:pt x="604" y="515"/>
                </a:lnTo>
                <a:lnTo>
                  <a:pt x="604" y="514"/>
                </a:lnTo>
                <a:lnTo>
                  <a:pt x="604" y="513"/>
                </a:lnTo>
                <a:lnTo>
                  <a:pt x="604" y="512"/>
                </a:lnTo>
                <a:lnTo>
                  <a:pt x="603" y="513"/>
                </a:lnTo>
                <a:lnTo>
                  <a:pt x="602" y="513"/>
                </a:lnTo>
                <a:lnTo>
                  <a:pt x="601" y="514"/>
                </a:lnTo>
                <a:lnTo>
                  <a:pt x="601" y="515"/>
                </a:lnTo>
                <a:lnTo>
                  <a:pt x="601" y="516"/>
                </a:lnTo>
                <a:lnTo>
                  <a:pt x="600" y="517"/>
                </a:lnTo>
                <a:lnTo>
                  <a:pt x="600" y="518"/>
                </a:lnTo>
                <a:lnTo>
                  <a:pt x="598" y="520"/>
                </a:lnTo>
                <a:lnTo>
                  <a:pt x="597" y="522"/>
                </a:lnTo>
                <a:lnTo>
                  <a:pt x="596" y="524"/>
                </a:lnTo>
                <a:lnTo>
                  <a:pt x="595" y="525"/>
                </a:lnTo>
                <a:lnTo>
                  <a:pt x="595" y="526"/>
                </a:lnTo>
                <a:lnTo>
                  <a:pt x="594" y="526"/>
                </a:lnTo>
                <a:lnTo>
                  <a:pt x="594" y="527"/>
                </a:lnTo>
                <a:lnTo>
                  <a:pt x="594" y="528"/>
                </a:lnTo>
                <a:lnTo>
                  <a:pt x="593" y="528"/>
                </a:lnTo>
                <a:lnTo>
                  <a:pt x="592" y="526"/>
                </a:lnTo>
                <a:lnTo>
                  <a:pt x="591" y="525"/>
                </a:lnTo>
                <a:lnTo>
                  <a:pt x="591" y="524"/>
                </a:lnTo>
                <a:lnTo>
                  <a:pt x="591" y="522"/>
                </a:lnTo>
                <a:lnTo>
                  <a:pt x="592" y="522"/>
                </a:lnTo>
                <a:lnTo>
                  <a:pt x="592" y="520"/>
                </a:lnTo>
                <a:lnTo>
                  <a:pt x="592" y="519"/>
                </a:lnTo>
                <a:lnTo>
                  <a:pt x="592" y="518"/>
                </a:lnTo>
                <a:lnTo>
                  <a:pt x="592" y="517"/>
                </a:lnTo>
                <a:lnTo>
                  <a:pt x="591" y="516"/>
                </a:lnTo>
                <a:lnTo>
                  <a:pt x="591" y="515"/>
                </a:lnTo>
                <a:lnTo>
                  <a:pt x="591" y="514"/>
                </a:lnTo>
                <a:lnTo>
                  <a:pt x="590" y="513"/>
                </a:lnTo>
                <a:lnTo>
                  <a:pt x="589" y="512"/>
                </a:lnTo>
                <a:lnTo>
                  <a:pt x="587" y="512"/>
                </a:lnTo>
                <a:lnTo>
                  <a:pt x="586" y="511"/>
                </a:lnTo>
                <a:lnTo>
                  <a:pt x="585" y="511"/>
                </a:lnTo>
                <a:lnTo>
                  <a:pt x="584" y="511"/>
                </a:lnTo>
                <a:lnTo>
                  <a:pt x="583" y="511"/>
                </a:lnTo>
                <a:lnTo>
                  <a:pt x="582" y="512"/>
                </a:lnTo>
                <a:lnTo>
                  <a:pt x="581" y="513"/>
                </a:lnTo>
                <a:lnTo>
                  <a:pt x="581" y="514"/>
                </a:lnTo>
                <a:lnTo>
                  <a:pt x="580" y="514"/>
                </a:lnTo>
                <a:lnTo>
                  <a:pt x="580" y="515"/>
                </a:lnTo>
                <a:lnTo>
                  <a:pt x="578" y="517"/>
                </a:lnTo>
                <a:lnTo>
                  <a:pt x="577" y="518"/>
                </a:lnTo>
                <a:lnTo>
                  <a:pt x="576" y="519"/>
                </a:lnTo>
                <a:lnTo>
                  <a:pt x="575" y="520"/>
                </a:lnTo>
                <a:lnTo>
                  <a:pt x="574" y="520"/>
                </a:lnTo>
                <a:lnTo>
                  <a:pt x="574" y="521"/>
                </a:lnTo>
                <a:lnTo>
                  <a:pt x="575" y="522"/>
                </a:lnTo>
                <a:lnTo>
                  <a:pt x="575" y="521"/>
                </a:lnTo>
                <a:lnTo>
                  <a:pt x="576" y="521"/>
                </a:lnTo>
                <a:lnTo>
                  <a:pt x="576" y="522"/>
                </a:lnTo>
                <a:lnTo>
                  <a:pt x="575" y="523"/>
                </a:lnTo>
                <a:lnTo>
                  <a:pt x="574" y="523"/>
                </a:lnTo>
                <a:lnTo>
                  <a:pt x="574" y="524"/>
                </a:lnTo>
                <a:lnTo>
                  <a:pt x="574" y="525"/>
                </a:lnTo>
                <a:lnTo>
                  <a:pt x="575" y="526"/>
                </a:lnTo>
                <a:lnTo>
                  <a:pt x="574" y="526"/>
                </a:lnTo>
                <a:lnTo>
                  <a:pt x="573" y="526"/>
                </a:lnTo>
                <a:lnTo>
                  <a:pt x="573" y="527"/>
                </a:lnTo>
                <a:lnTo>
                  <a:pt x="573" y="528"/>
                </a:lnTo>
                <a:lnTo>
                  <a:pt x="574" y="528"/>
                </a:lnTo>
                <a:lnTo>
                  <a:pt x="574" y="529"/>
                </a:lnTo>
                <a:lnTo>
                  <a:pt x="573" y="529"/>
                </a:lnTo>
                <a:lnTo>
                  <a:pt x="572" y="529"/>
                </a:lnTo>
                <a:lnTo>
                  <a:pt x="571" y="529"/>
                </a:lnTo>
                <a:lnTo>
                  <a:pt x="571" y="530"/>
                </a:lnTo>
                <a:lnTo>
                  <a:pt x="570" y="530"/>
                </a:lnTo>
                <a:lnTo>
                  <a:pt x="571" y="531"/>
                </a:lnTo>
                <a:lnTo>
                  <a:pt x="570" y="531"/>
                </a:lnTo>
                <a:lnTo>
                  <a:pt x="571" y="531"/>
                </a:lnTo>
                <a:lnTo>
                  <a:pt x="570" y="532"/>
                </a:lnTo>
                <a:lnTo>
                  <a:pt x="570" y="533"/>
                </a:lnTo>
                <a:lnTo>
                  <a:pt x="570" y="532"/>
                </a:lnTo>
                <a:lnTo>
                  <a:pt x="569" y="532"/>
                </a:lnTo>
                <a:lnTo>
                  <a:pt x="569" y="533"/>
                </a:lnTo>
                <a:lnTo>
                  <a:pt x="568" y="533"/>
                </a:lnTo>
                <a:lnTo>
                  <a:pt x="568" y="534"/>
                </a:lnTo>
                <a:lnTo>
                  <a:pt x="567" y="534"/>
                </a:lnTo>
                <a:lnTo>
                  <a:pt x="566" y="534"/>
                </a:lnTo>
                <a:lnTo>
                  <a:pt x="566" y="533"/>
                </a:lnTo>
                <a:lnTo>
                  <a:pt x="565" y="533"/>
                </a:lnTo>
                <a:lnTo>
                  <a:pt x="565" y="534"/>
                </a:lnTo>
                <a:lnTo>
                  <a:pt x="564" y="534"/>
                </a:lnTo>
                <a:lnTo>
                  <a:pt x="565" y="534"/>
                </a:lnTo>
                <a:lnTo>
                  <a:pt x="565" y="535"/>
                </a:lnTo>
                <a:lnTo>
                  <a:pt x="565" y="536"/>
                </a:lnTo>
                <a:lnTo>
                  <a:pt x="564" y="536"/>
                </a:lnTo>
                <a:lnTo>
                  <a:pt x="564" y="537"/>
                </a:lnTo>
                <a:lnTo>
                  <a:pt x="563" y="537"/>
                </a:lnTo>
                <a:lnTo>
                  <a:pt x="563" y="538"/>
                </a:lnTo>
                <a:lnTo>
                  <a:pt x="563" y="540"/>
                </a:lnTo>
                <a:lnTo>
                  <a:pt x="562" y="541"/>
                </a:lnTo>
                <a:lnTo>
                  <a:pt x="562" y="542"/>
                </a:lnTo>
                <a:lnTo>
                  <a:pt x="562" y="543"/>
                </a:lnTo>
                <a:lnTo>
                  <a:pt x="561" y="543"/>
                </a:lnTo>
                <a:lnTo>
                  <a:pt x="560" y="543"/>
                </a:lnTo>
                <a:lnTo>
                  <a:pt x="560" y="542"/>
                </a:lnTo>
                <a:lnTo>
                  <a:pt x="559" y="542"/>
                </a:lnTo>
                <a:lnTo>
                  <a:pt x="558" y="542"/>
                </a:lnTo>
                <a:lnTo>
                  <a:pt x="558" y="543"/>
                </a:lnTo>
                <a:lnTo>
                  <a:pt x="557" y="543"/>
                </a:lnTo>
                <a:lnTo>
                  <a:pt x="556" y="543"/>
                </a:lnTo>
                <a:lnTo>
                  <a:pt x="556" y="542"/>
                </a:lnTo>
                <a:lnTo>
                  <a:pt x="555" y="541"/>
                </a:lnTo>
                <a:lnTo>
                  <a:pt x="554" y="540"/>
                </a:lnTo>
                <a:lnTo>
                  <a:pt x="553" y="540"/>
                </a:lnTo>
                <a:lnTo>
                  <a:pt x="553" y="541"/>
                </a:lnTo>
                <a:lnTo>
                  <a:pt x="552" y="541"/>
                </a:lnTo>
                <a:lnTo>
                  <a:pt x="552" y="542"/>
                </a:lnTo>
                <a:lnTo>
                  <a:pt x="551" y="541"/>
                </a:lnTo>
                <a:lnTo>
                  <a:pt x="550" y="540"/>
                </a:lnTo>
                <a:lnTo>
                  <a:pt x="549" y="540"/>
                </a:lnTo>
                <a:lnTo>
                  <a:pt x="548" y="540"/>
                </a:lnTo>
                <a:lnTo>
                  <a:pt x="547" y="540"/>
                </a:lnTo>
                <a:lnTo>
                  <a:pt x="547" y="539"/>
                </a:lnTo>
                <a:lnTo>
                  <a:pt x="546" y="539"/>
                </a:lnTo>
                <a:lnTo>
                  <a:pt x="546" y="540"/>
                </a:lnTo>
                <a:lnTo>
                  <a:pt x="545" y="540"/>
                </a:lnTo>
                <a:lnTo>
                  <a:pt x="545" y="541"/>
                </a:lnTo>
                <a:lnTo>
                  <a:pt x="544" y="541"/>
                </a:lnTo>
                <a:lnTo>
                  <a:pt x="544" y="542"/>
                </a:lnTo>
                <a:lnTo>
                  <a:pt x="543" y="543"/>
                </a:lnTo>
                <a:lnTo>
                  <a:pt x="542" y="543"/>
                </a:lnTo>
                <a:lnTo>
                  <a:pt x="541" y="543"/>
                </a:lnTo>
                <a:lnTo>
                  <a:pt x="540" y="543"/>
                </a:lnTo>
                <a:lnTo>
                  <a:pt x="539" y="542"/>
                </a:lnTo>
                <a:lnTo>
                  <a:pt x="538" y="542"/>
                </a:lnTo>
                <a:lnTo>
                  <a:pt x="537" y="541"/>
                </a:lnTo>
                <a:lnTo>
                  <a:pt x="537" y="540"/>
                </a:lnTo>
                <a:lnTo>
                  <a:pt x="537" y="539"/>
                </a:lnTo>
                <a:lnTo>
                  <a:pt x="535" y="539"/>
                </a:lnTo>
                <a:lnTo>
                  <a:pt x="534" y="539"/>
                </a:lnTo>
                <a:lnTo>
                  <a:pt x="532" y="539"/>
                </a:lnTo>
                <a:lnTo>
                  <a:pt x="531" y="539"/>
                </a:lnTo>
                <a:lnTo>
                  <a:pt x="530" y="539"/>
                </a:lnTo>
                <a:lnTo>
                  <a:pt x="529" y="539"/>
                </a:lnTo>
                <a:lnTo>
                  <a:pt x="529" y="540"/>
                </a:lnTo>
                <a:lnTo>
                  <a:pt x="529" y="541"/>
                </a:lnTo>
                <a:lnTo>
                  <a:pt x="528" y="541"/>
                </a:lnTo>
                <a:lnTo>
                  <a:pt x="528" y="542"/>
                </a:lnTo>
                <a:lnTo>
                  <a:pt x="528" y="545"/>
                </a:lnTo>
                <a:lnTo>
                  <a:pt x="527" y="545"/>
                </a:lnTo>
                <a:lnTo>
                  <a:pt x="527" y="546"/>
                </a:lnTo>
                <a:lnTo>
                  <a:pt x="527" y="547"/>
                </a:lnTo>
                <a:lnTo>
                  <a:pt x="526" y="547"/>
                </a:lnTo>
                <a:lnTo>
                  <a:pt x="526" y="548"/>
                </a:lnTo>
                <a:lnTo>
                  <a:pt x="525" y="548"/>
                </a:lnTo>
                <a:lnTo>
                  <a:pt x="525" y="549"/>
                </a:lnTo>
                <a:lnTo>
                  <a:pt x="524" y="549"/>
                </a:lnTo>
                <a:lnTo>
                  <a:pt x="524" y="550"/>
                </a:lnTo>
                <a:lnTo>
                  <a:pt x="524" y="551"/>
                </a:lnTo>
                <a:lnTo>
                  <a:pt x="524" y="550"/>
                </a:lnTo>
                <a:lnTo>
                  <a:pt x="524" y="549"/>
                </a:lnTo>
                <a:lnTo>
                  <a:pt x="523" y="549"/>
                </a:lnTo>
                <a:lnTo>
                  <a:pt x="523" y="550"/>
                </a:lnTo>
                <a:lnTo>
                  <a:pt x="523" y="551"/>
                </a:lnTo>
                <a:lnTo>
                  <a:pt x="522" y="551"/>
                </a:lnTo>
                <a:lnTo>
                  <a:pt x="522" y="552"/>
                </a:lnTo>
                <a:lnTo>
                  <a:pt x="522" y="553"/>
                </a:lnTo>
                <a:lnTo>
                  <a:pt x="521" y="553"/>
                </a:lnTo>
                <a:lnTo>
                  <a:pt x="521" y="554"/>
                </a:lnTo>
                <a:lnTo>
                  <a:pt x="519" y="554"/>
                </a:lnTo>
                <a:lnTo>
                  <a:pt x="518" y="554"/>
                </a:lnTo>
                <a:lnTo>
                  <a:pt x="516" y="554"/>
                </a:lnTo>
                <a:lnTo>
                  <a:pt x="515" y="554"/>
                </a:lnTo>
                <a:lnTo>
                  <a:pt x="515" y="555"/>
                </a:lnTo>
                <a:lnTo>
                  <a:pt x="514" y="555"/>
                </a:lnTo>
                <a:lnTo>
                  <a:pt x="514" y="556"/>
                </a:lnTo>
                <a:lnTo>
                  <a:pt x="514" y="557"/>
                </a:lnTo>
                <a:lnTo>
                  <a:pt x="513" y="557"/>
                </a:lnTo>
                <a:lnTo>
                  <a:pt x="513" y="558"/>
                </a:lnTo>
                <a:lnTo>
                  <a:pt x="512" y="558"/>
                </a:lnTo>
                <a:lnTo>
                  <a:pt x="511" y="558"/>
                </a:lnTo>
                <a:lnTo>
                  <a:pt x="511" y="559"/>
                </a:lnTo>
                <a:lnTo>
                  <a:pt x="511" y="560"/>
                </a:lnTo>
                <a:lnTo>
                  <a:pt x="511" y="561"/>
                </a:lnTo>
                <a:lnTo>
                  <a:pt x="510" y="561"/>
                </a:lnTo>
                <a:lnTo>
                  <a:pt x="510" y="562"/>
                </a:lnTo>
                <a:lnTo>
                  <a:pt x="510" y="561"/>
                </a:lnTo>
                <a:lnTo>
                  <a:pt x="510" y="560"/>
                </a:lnTo>
                <a:lnTo>
                  <a:pt x="509" y="560"/>
                </a:lnTo>
                <a:lnTo>
                  <a:pt x="509" y="556"/>
                </a:lnTo>
                <a:lnTo>
                  <a:pt x="510" y="556"/>
                </a:lnTo>
                <a:lnTo>
                  <a:pt x="510" y="555"/>
                </a:lnTo>
                <a:lnTo>
                  <a:pt x="511" y="555"/>
                </a:lnTo>
                <a:lnTo>
                  <a:pt x="511" y="554"/>
                </a:lnTo>
                <a:lnTo>
                  <a:pt x="511" y="553"/>
                </a:lnTo>
                <a:lnTo>
                  <a:pt x="511" y="552"/>
                </a:lnTo>
                <a:lnTo>
                  <a:pt x="512" y="552"/>
                </a:lnTo>
                <a:lnTo>
                  <a:pt x="512" y="551"/>
                </a:lnTo>
                <a:lnTo>
                  <a:pt x="512" y="549"/>
                </a:lnTo>
                <a:lnTo>
                  <a:pt x="512" y="548"/>
                </a:lnTo>
                <a:lnTo>
                  <a:pt x="511" y="547"/>
                </a:lnTo>
                <a:lnTo>
                  <a:pt x="511" y="546"/>
                </a:lnTo>
                <a:lnTo>
                  <a:pt x="510" y="546"/>
                </a:lnTo>
                <a:lnTo>
                  <a:pt x="509" y="546"/>
                </a:lnTo>
                <a:lnTo>
                  <a:pt x="508" y="546"/>
                </a:lnTo>
                <a:lnTo>
                  <a:pt x="507" y="545"/>
                </a:lnTo>
                <a:lnTo>
                  <a:pt x="506" y="545"/>
                </a:lnTo>
                <a:lnTo>
                  <a:pt x="505" y="545"/>
                </a:lnTo>
                <a:lnTo>
                  <a:pt x="505" y="544"/>
                </a:lnTo>
                <a:lnTo>
                  <a:pt x="504" y="544"/>
                </a:lnTo>
                <a:lnTo>
                  <a:pt x="504" y="545"/>
                </a:lnTo>
                <a:lnTo>
                  <a:pt x="503" y="544"/>
                </a:lnTo>
                <a:lnTo>
                  <a:pt x="502" y="543"/>
                </a:lnTo>
                <a:lnTo>
                  <a:pt x="502" y="542"/>
                </a:lnTo>
                <a:lnTo>
                  <a:pt x="502" y="541"/>
                </a:lnTo>
                <a:lnTo>
                  <a:pt x="502" y="540"/>
                </a:lnTo>
                <a:lnTo>
                  <a:pt x="503" y="539"/>
                </a:lnTo>
                <a:lnTo>
                  <a:pt x="503" y="538"/>
                </a:lnTo>
                <a:lnTo>
                  <a:pt x="503" y="537"/>
                </a:lnTo>
                <a:lnTo>
                  <a:pt x="502" y="537"/>
                </a:lnTo>
                <a:lnTo>
                  <a:pt x="502" y="538"/>
                </a:lnTo>
                <a:lnTo>
                  <a:pt x="501" y="538"/>
                </a:lnTo>
                <a:lnTo>
                  <a:pt x="501" y="539"/>
                </a:lnTo>
                <a:lnTo>
                  <a:pt x="500" y="539"/>
                </a:lnTo>
                <a:lnTo>
                  <a:pt x="500" y="540"/>
                </a:lnTo>
                <a:lnTo>
                  <a:pt x="501" y="541"/>
                </a:lnTo>
                <a:lnTo>
                  <a:pt x="500" y="541"/>
                </a:lnTo>
                <a:lnTo>
                  <a:pt x="499" y="541"/>
                </a:lnTo>
                <a:lnTo>
                  <a:pt x="498" y="541"/>
                </a:lnTo>
                <a:lnTo>
                  <a:pt x="498" y="542"/>
                </a:lnTo>
                <a:lnTo>
                  <a:pt x="498" y="543"/>
                </a:lnTo>
                <a:lnTo>
                  <a:pt x="498" y="544"/>
                </a:lnTo>
                <a:lnTo>
                  <a:pt x="497" y="544"/>
                </a:lnTo>
                <a:lnTo>
                  <a:pt x="497" y="543"/>
                </a:lnTo>
                <a:lnTo>
                  <a:pt x="497" y="542"/>
                </a:lnTo>
                <a:lnTo>
                  <a:pt x="496" y="542"/>
                </a:lnTo>
                <a:lnTo>
                  <a:pt x="496" y="541"/>
                </a:lnTo>
                <a:lnTo>
                  <a:pt x="496" y="540"/>
                </a:lnTo>
                <a:lnTo>
                  <a:pt x="496" y="539"/>
                </a:lnTo>
                <a:lnTo>
                  <a:pt x="495" y="539"/>
                </a:lnTo>
                <a:lnTo>
                  <a:pt x="495" y="538"/>
                </a:lnTo>
                <a:lnTo>
                  <a:pt x="494" y="538"/>
                </a:lnTo>
                <a:lnTo>
                  <a:pt x="493" y="537"/>
                </a:lnTo>
                <a:lnTo>
                  <a:pt x="493" y="538"/>
                </a:lnTo>
                <a:lnTo>
                  <a:pt x="492" y="538"/>
                </a:lnTo>
                <a:lnTo>
                  <a:pt x="491" y="539"/>
                </a:lnTo>
                <a:lnTo>
                  <a:pt x="491" y="538"/>
                </a:lnTo>
                <a:lnTo>
                  <a:pt x="490" y="538"/>
                </a:lnTo>
                <a:lnTo>
                  <a:pt x="489" y="539"/>
                </a:lnTo>
                <a:lnTo>
                  <a:pt x="489" y="538"/>
                </a:lnTo>
                <a:lnTo>
                  <a:pt x="488" y="539"/>
                </a:lnTo>
                <a:lnTo>
                  <a:pt x="487" y="538"/>
                </a:lnTo>
                <a:lnTo>
                  <a:pt x="486" y="539"/>
                </a:lnTo>
                <a:lnTo>
                  <a:pt x="486" y="538"/>
                </a:lnTo>
                <a:lnTo>
                  <a:pt x="486" y="537"/>
                </a:lnTo>
                <a:lnTo>
                  <a:pt x="485" y="537"/>
                </a:lnTo>
                <a:lnTo>
                  <a:pt x="485" y="536"/>
                </a:lnTo>
                <a:lnTo>
                  <a:pt x="484" y="536"/>
                </a:lnTo>
                <a:lnTo>
                  <a:pt x="484" y="535"/>
                </a:lnTo>
                <a:lnTo>
                  <a:pt x="483" y="535"/>
                </a:lnTo>
                <a:lnTo>
                  <a:pt x="482" y="535"/>
                </a:lnTo>
                <a:lnTo>
                  <a:pt x="482" y="536"/>
                </a:lnTo>
                <a:lnTo>
                  <a:pt x="482" y="535"/>
                </a:lnTo>
                <a:lnTo>
                  <a:pt x="481" y="535"/>
                </a:lnTo>
                <a:lnTo>
                  <a:pt x="481" y="536"/>
                </a:lnTo>
                <a:lnTo>
                  <a:pt x="480" y="536"/>
                </a:lnTo>
                <a:lnTo>
                  <a:pt x="480" y="535"/>
                </a:lnTo>
                <a:lnTo>
                  <a:pt x="480" y="534"/>
                </a:lnTo>
                <a:lnTo>
                  <a:pt x="479" y="534"/>
                </a:lnTo>
                <a:lnTo>
                  <a:pt x="479" y="533"/>
                </a:lnTo>
                <a:lnTo>
                  <a:pt x="480" y="533"/>
                </a:lnTo>
                <a:lnTo>
                  <a:pt x="480" y="532"/>
                </a:lnTo>
                <a:lnTo>
                  <a:pt x="480" y="531"/>
                </a:lnTo>
                <a:lnTo>
                  <a:pt x="480" y="530"/>
                </a:lnTo>
                <a:lnTo>
                  <a:pt x="481" y="530"/>
                </a:lnTo>
                <a:lnTo>
                  <a:pt x="480" y="530"/>
                </a:lnTo>
                <a:lnTo>
                  <a:pt x="480" y="527"/>
                </a:lnTo>
                <a:lnTo>
                  <a:pt x="481" y="527"/>
                </a:lnTo>
                <a:lnTo>
                  <a:pt x="481" y="526"/>
                </a:lnTo>
                <a:lnTo>
                  <a:pt x="480" y="526"/>
                </a:lnTo>
                <a:lnTo>
                  <a:pt x="480" y="525"/>
                </a:lnTo>
                <a:lnTo>
                  <a:pt x="479" y="525"/>
                </a:lnTo>
                <a:lnTo>
                  <a:pt x="479" y="523"/>
                </a:lnTo>
                <a:lnTo>
                  <a:pt x="479" y="522"/>
                </a:lnTo>
                <a:lnTo>
                  <a:pt x="479" y="523"/>
                </a:lnTo>
                <a:lnTo>
                  <a:pt x="478" y="523"/>
                </a:lnTo>
                <a:lnTo>
                  <a:pt x="478" y="524"/>
                </a:lnTo>
                <a:lnTo>
                  <a:pt x="478" y="525"/>
                </a:lnTo>
                <a:lnTo>
                  <a:pt x="479" y="525"/>
                </a:lnTo>
                <a:lnTo>
                  <a:pt x="479" y="526"/>
                </a:lnTo>
                <a:lnTo>
                  <a:pt x="478" y="526"/>
                </a:lnTo>
                <a:lnTo>
                  <a:pt x="478" y="525"/>
                </a:lnTo>
                <a:lnTo>
                  <a:pt x="477" y="525"/>
                </a:lnTo>
                <a:lnTo>
                  <a:pt x="477" y="524"/>
                </a:lnTo>
                <a:lnTo>
                  <a:pt x="476" y="524"/>
                </a:lnTo>
                <a:lnTo>
                  <a:pt x="475" y="524"/>
                </a:lnTo>
                <a:lnTo>
                  <a:pt x="475" y="523"/>
                </a:lnTo>
                <a:lnTo>
                  <a:pt x="474" y="523"/>
                </a:lnTo>
                <a:lnTo>
                  <a:pt x="473" y="522"/>
                </a:lnTo>
                <a:lnTo>
                  <a:pt x="472" y="522"/>
                </a:lnTo>
                <a:lnTo>
                  <a:pt x="472" y="521"/>
                </a:lnTo>
                <a:lnTo>
                  <a:pt x="471" y="521"/>
                </a:lnTo>
                <a:lnTo>
                  <a:pt x="471" y="522"/>
                </a:lnTo>
                <a:lnTo>
                  <a:pt x="471" y="521"/>
                </a:lnTo>
                <a:lnTo>
                  <a:pt x="470" y="521"/>
                </a:lnTo>
                <a:lnTo>
                  <a:pt x="469" y="521"/>
                </a:lnTo>
                <a:lnTo>
                  <a:pt x="469" y="520"/>
                </a:lnTo>
                <a:lnTo>
                  <a:pt x="469" y="519"/>
                </a:lnTo>
                <a:lnTo>
                  <a:pt x="468" y="519"/>
                </a:lnTo>
                <a:lnTo>
                  <a:pt x="467" y="520"/>
                </a:lnTo>
                <a:lnTo>
                  <a:pt x="466" y="519"/>
                </a:lnTo>
                <a:lnTo>
                  <a:pt x="465" y="519"/>
                </a:lnTo>
                <a:lnTo>
                  <a:pt x="464" y="519"/>
                </a:lnTo>
                <a:lnTo>
                  <a:pt x="465" y="519"/>
                </a:lnTo>
                <a:lnTo>
                  <a:pt x="465" y="518"/>
                </a:lnTo>
                <a:lnTo>
                  <a:pt x="464" y="518"/>
                </a:lnTo>
                <a:lnTo>
                  <a:pt x="464" y="517"/>
                </a:lnTo>
                <a:lnTo>
                  <a:pt x="464" y="516"/>
                </a:lnTo>
                <a:lnTo>
                  <a:pt x="465" y="515"/>
                </a:lnTo>
                <a:lnTo>
                  <a:pt x="465" y="514"/>
                </a:lnTo>
                <a:lnTo>
                  <a:pt x="465" y="513"/>
                </a:lnTo>
                <a:lnTo>
                  <a:pt x="465" y="512"/>
                </a:lnTo>
                <a:lnTo>
                  <a:pt x="464" y="513"/>
                </a:lnTo>
                <a:lnTo>
                  <a:pt x="463" y="513"/>
                </a:lnTo>
                <a:lnTo>
                  <a:pt x="462" y="514"/>
                </a:lnTo>
                <a:lnTo>
                  <a:pt x="461" y="514"/>
                </a:lnTo>
                <a:lnTo>
                  <a:pt x="461" y="513"/>
                </a:lnTo>
                <a:lnTo>
                  <a:pt x="460" y="513"/>
                </a:lnTo>
                <a:lnTo>
                  <a:pt x="459" y="513"/>
                </a:lnTo>
                <a:lnTo>
                  <a:pt x="459" y="512"/>
                </a:lnTo>
                <a:lnTo>
                  <a:pt x="459" y="511"/>
                </a:lnTo>
                <a:lnTo>
                  <a:pt x="458" y="511"/>
                </a:lnTo>
                <a:lnTo>
                  <a:pt x="457" y="511"/>
                </a:lnTo>
                <a:lnTo>
                  <a:pt x="457" y="510"/>
                </a:lnTo>
                <a:lnTo>
                  <a:pt x="456" y="510"/>
                </a:lnTo>
                <a:lnTo>
                  <a:pt x="455" y="510"/>
                </a:lnTo>
                <a:lnTo>
                  <a:pt x="454" y="510"/>
                </a:lnTo>
                <a:lnTo>
                  <a:pt x="454" y="509"/>
                </a:lnTo>
                <a:lnTo>
                  <a:pt x="453" y="509"/>
                </a:lnTo>
                <a:lnTo>
                  <a:pt x="454" y="509"/>
                </a:lnTo>
                <a:lnTo>
                  <a:pt x="454" y="510"/>
                </a:lnTo>
                <a:lnTo>
                  <a:pt x="453" y="510"/>
                </a:lnTo>
                <a:lnTo>
                  <a:pt x="452" y="510"/>
                </a:lnTo>
                <a:lnTo>
                  <a:pt x="451" y="509"/>
                </a:lnTo>
                <a:lnTo>
                  <a:pt x="450" y="509"/>
                </a:lnTo>
                <a:lnTo>
                  <a:pt x="450" y="508"/>
                </a:lnTo>
                <a:lnTo>
                  <a:pt x="449" y="508"/>
                </a:lnTo>
                <a:lnTo>
                  <a:pt x="448" y="508"/>
                </a:lnTo>
                <a:lnTo>
                  <a:pt x="448" y="509"/>
                </a:lnTo>
                <a:lnTo>
                  <a:pt x="448" y="508"/>
                </a:lnTo>
                <a:lnTo>
                  <a:pt x="447" y="508"/>
                </a:lnTo>
                <a:lnTo>
                  <a:pt x="448" y="508"/>
                </a:lnTo>
                <a:lnTo>
                  <a:pt x="448" y="507"/>
                </a:lnTo>
                <a:lnTo>
                  <a:pt x="447" y="507"/>
                </a:lnTo>
                <a:lnTo>
                  <a:pt x="447" y="506"/>
                </a:lnTo>
                <a:lnTo>
                  <a:pt x="446" y="506"/>
                </a:lnTo>
                <a:lnTo>
                  <a:pt x="445" y="506"/>
                </a:lnTo>
                <a:lnTo>
                  <a:pt x="445" y="505"/>
                </a:lnTo>
                <a:lnTo>
                  <a:pt x="445" y="504"/>
                </a:lnTo>
                <a:lnTo>
                  <a:pt x="444" y="504"/>
                </a:lnTo>
                <a:lnTo>
                  <a:pt x="443" y="504"/>
                </a:lnTo>
                <a:lnTo>
                  <a:pt x="442" y="504"/>
                </a:lnTo>
                <a:lnTo>
                  <a:pt x="442" y="503"/>
                </a:lnTo>
                <a:lnTo>
                  <a:pt x="441" y="503"/>
                </a:lnTo>
                <a:lnTo>
                  <a:pt x="440" y="503"/>
                </a:lnTo>
                <a:lnTo>
                  <a:pt x="440" y="504"/>
                </a:lnTo>
                <a:lnTo>
                  <a:pt x="439" y="504"/>
                </a:lnTo>
                <a:lnTo>
                  <a:pt x="439" y="503"/>
                </a:lnTo>
                <a:lnTo>
                  <a:pt x="439" y="504"/>
                </a:lnTo>
                <a:lnTo>
                  <a:pt x="438" y="504"/>
                </a:lnTo>
                <a:lnTo>
                  <a:pt x="438" y="503"/>
                </a:lnTo>
                <a:lnTo>
                  <a:pt x="438" y="502"/>
                </a:lnTo>
                <a:lnTo>
                  <a:pt x="437" y="502"/>
                </a:lnTo>
                <a:lnTo>
                  <a:pt x="436" y="502"/>
                </a:lnTo>
                <a:lnTo>
                  <a:pt x="435" y="502"/>
                </a:lnTo>
                <a:lnTo>
                  <a:pt x="434" y="502"/>
                </a:lnTo>
                <a:lnTo>
                  <a:pt x="434" y="503"/>
                </a:lnTo>
                <a:lnTo>
                  <a:pt x="433" y="503"/>
                </a:lnTo>
                <a:lnTo>
                  <a:pt x="433" y="504"/>
                </a:lnTo>
                <a:lnTo>
                  <a:pt x="433" y="505"/>
                </a:lnTo>
                <a:lnTo>
                  <a:pt x="432" y="505"/>
                </a:lnTo>
                <a:lnTo>
                  <a:pt x="432" y="506"/>
                </a:lnTo>
                <a:lnTo>
                  <a:pt x="431" y="506"/>
                </a:lnTo>
                <a:lnTo>
                  <a:pt x="431" y="507"/>
                </a:lnTo>
                <a:lnTo>
                  <a:pt x="430" y="507"/>
                </a:lnTo>
                <a:lnTo>
                  <a:pt x="430" y="508"/>
                </a:lnTo>
                <a:lnTo>
                  <a:pt x="430" y="507"/>
                </a:lnTo>
                <a:lnTo>
                  <a:pt x="429" y="507"/>
                </a:lnTo>
                <a:lnTo>
                  <a:pt x="429" y="508"/>
                </a:lnTo>
                <a:lnTo>
                  <a:pt x="428" y="508"/>
                </a:lnTo>
                <a:lnTo>
                  <a:pt x="427" y="508"/>
                </a:lnTo>
                <a:lnTo>
                  <a:pt x="426" y="508"/>
                </a:lnTo>
                <a:lnTo>
                  <a:pt x="425" y="508"/>
                </a:lnTo>
                <a:lnTo>
                  <a:pt x="424" y="508"/>
                </a:lnTo>
                <a:lnTo>
                  <a:pt x="424" y="507"/>
                </a:lnTo>
                <a:lnTo>
                  <a:pt x="423" y="507"/>
                </a:lnTo>
                <a:lnTo>
                  <a:pt x="422" y="507"/>
                </a:lnTo>
                <a:lnTo>
                  <a:pt x="421" y="507"/>
                </a:lnTo>
                <a:lnTo>
                  <a:pt x="420" y="507"/>
                </a:lnTo>
                <a:lnTo>
                  <a:pt x="420" y="508"/>
                </a:lnTo>
                <a:lnTo>
                  <a:pt x="420" y="507"/>
                </a:lnTo>
                <a:lnTo>
                  <a:pt x="419" y="507"/>
                </a:lnTo>
                <a:lnTo>
                  <a:pt x="419" y="508"/>
                </a:lnTo>
                <a:lnTo>
                  <a:pt x="418" y="508"/>
                </a:lnTo>
                <a:lnTo>
                  <a:pt x="417" y="508"/>
                </a:lnTo>
                <a:lnTo>
                  <a:pt x="417" y="507"/>
                </a:lnTo>
                <a:lnTo>
                  <a:pt x="416" y="507"/>
                </a:lnTo>
                <a:lnTo>
                  <a:pt x="416" y="508"/>
                </a:lnTo>
                <a:lnTo>
                  <a:pt x="416" y="507"/>
                </a:lnTo>
                <a:lnTo>
                  <a:pt x="415" y="507"/>
                </a:lnTo>
                <a:lnTo>
                  <a:pt x="414" y="507"/>
                </a:lnTo>
                <a:lnTo>
                  <a:pt x="413" y="507"/>
                </a:lnTo>
                <a:lnTo>
                  <a:pt x="412" y="507"/>
                </a:lnTo>
                <a:lnTo>
                  <a:pt x="412" y="508"/>
                </a:lnTo>
                <a:lnTo>
                  <a:pt x="411" y="508"/>
                </a:lnTo>
                <a:lnTo>
                  <a:pt x="411" y="507"/>
                </a:lnTo>
                <a:lnTo>
                  <a:pt x="411" y="506"/>
                </a:lnTo>
                <a:lnTo>
                  <a:pt x="410" y="506"/>
                </a:lnTo>
                <a:lnTo>
                  <a:pt x="409" y="506"/>
                </a:lnTo>
                <a:lnTo>
                  <a:pt x="409" y="505"/>
                </a:lnTo>
                <a:lnTo>
                  <a:pt x="408" y="504"/>
                </a:lnTo>
                <a:lnTo>
                  <a:pt x="408" y="503"/>
                </a:lnTo>
                <a:lnTo>
                  <a:pt x="407" y="503"/>
                </a:lnTo>
                <a:lnTo>
                  <a:pt x="406" y="503"/>
                </a:lnTo>
                <a:lnTo>
                  <a:pt x="405" y="503"/>
                </a:lnTo>
                <a:lnTo>
                  <a:pt x="405" y="504"/>
                </a:lnTo>
                <a:lnTo>
                  <a:pt x="405" y="503"/>
                </a:lnTo>
                <a:lnTo>
                  <a:pt x="404" y="503"/>
                </a:lnTo>
                <a:lnTo>
                  <a:pt x="404" y="504"/>
                </a:lnTo>
                <a:lnTo>
                  <a:pt x="403" y="504"/>
                </a:lnTo>
                <a:lnTo>
                  <a:pt x="403" y="505"/>
                </a:lnTo>
                <a:lnTo>
                  <a:pt x="402" y="505"/>
                </a:lnTo>
                <a:lnTo>
                  <a:pt x="402" y="504"/>
                </a:lnTo>
                <a:lnTo>
                  <a:pt x="402" y="505"/>
                </a:lnTo>
                <a:lnTo>
                  <a:pt x="401" y="505"/>
                </a:lnTo>
                <a:lnTo>
                  <a:pt x="401" y="504"/>
                </a:lnTo>
                <a:lnTo>
                  <a:pt x="400" y="504"/>
                </a:lnTo>
                <a:lnTo>
                  <a:pt x="400" y="503"/>
                </a:lnTo>
                <a:lnTo>
                  <a:pt x="399" y="503"/>
                </a:lnTo>
                <a:lnTo>
                  <a:pt x="398" y="504"/>
                </a:lnTo>
                <a:lnTo>
                  <a:pt x="397" y="504"/>
                </a:lnTo>
                <a:lnTo>
                  <a:pt x="396" y="503"/>
                </a:lnTo>
                <a:lnTo>
                  <a:pt x="396" y="504"/>
                </a:lnTo>
                <a:lnTo>
                  <a:pt x="395" y="504"/>
                </a:lnTo>
                <a:lnTo>
                  <a:pt x="395" y="505"/>
                </a:lnTo>
                <a:lnTo>
                  <a:pt x="394" y="505"/>
                </a:lnTo>
                <a:lnTo>
                  <a:pt x="394" y="506"/>
                </a:lnTo>
                <a:lnTo>
                  <a:pt x="393" y="506"/>
                </a:lnTo>
                <a:lnTo>
                  <a:pt x="392" y="506"/>
                </a:lnTo>
                <a:lnTo>
                  <a:pt x="391" y="506"/>
                </a:lnTo>
                <a:lnTo>
                  <a:pt x="390" y="506"/>
                </a:lnTo>
                <a:lnTo>
                  <a:pt x="390" y="505"/>
                </a:lnTo>
                <a:lnTo>
                  <a:pt x="389" y="505"/>
                </a:lnTo>
                <a:lnTo>
                  <a:pt x="389" y="504"/>
                </a:lnTo>
                <a:lnTo>
                  <a:pt x="390" y="504"/>
                </a:lnTo>
                <a:lnTo>
                  <a:pt x="390" y="503"/>
                </a:lnTo>
                <a:lnTo>
                  <a:pt x="390" y="502"/>
                </a:lnTo>
                <a:lnTo>
                  <a:pt x="390" y="503"/>
                </a:lnTo>
                <a:lnTo>
                  <a:pt x="389" y="503"/>
                </a:lnTo>
                <a:lnTo>
                  <a:pt x="388" y="503"/>
                </a:lnTo>
                <a:lnTo>
                  <a:pt x="389" y="502"/>
                </a:lnTo>
                <a:lnTo>
                  <a:pt x="389" y="501"/>
                </a:lnTo>
                <a:lnTo>
                  <a:pt x="388" y="501"/>
                </a:lnTo>
                <a:lnTo>
                  <a:pt x="388" y="500"/>
                </a:lnTo>
                <a:lnTo>
                  <a:pt x="387" y="500"/>
                </a:lnTo>
                <a:lnTo>
                  <a:pt x="386" y="501"/>
                </a:lnTo>
                <a:lnTo>
                  <a:pt x="385" y="501"/>
                </a:lnTo>
                <a:lnTo>
                  <a:pt x="385" y="502"/>
                </a:lnTo>
                <a:lnTo>
                  <a:pt x="384" y="502"/>
                </a:lnTo>
                <a:lnTo>
                  <a:pt x="383" y="501"/>
                </a:lnTo>
                <a:lnTo>
                  <a:pt x="383" y="500"/>
                </a:lnTo>
                <a:lnTo>
                  <a:pt x="383" y="499"/>
                </a:lnTo>
                <a:lnTo>
                  <a:pt x="382" y="499"/>
                </a:lnTo>
                <a:lnTo>
                  <a:pt x="382" y="498"/>
                </a:lnTo>
                <a:lnTo>
                  <a:pt x="381" y="497"/>
                </a:lnTo>
                <a:lnTo>
                  <a:pt x="381" y="498"/>
                </a:lnTo>
                <a:lnTo>
                  <a:pt x="380" y="498"/>
                </a:lnTo>
                <a:lnTo>
                  <a:pt x="380" y="497"/>
                </a:lnTo>
                <a:lnTo>
                  <a:pt x="379" y="497"/>
                </a:lnTo>
                <a:lnTo>
                  <a:pt x="379" y="496"/>
                </a:lnTo>
                <a:lnTo>
                  <a:pt x="378" y="496"/>
                </a:lnTo>
                <a:lnTo>
                  <a:pt x="378" y="495"/>
                </a:lnTo>
                <a:lnTo>
                  <a:pt x="377" y="495"/>
                </a:lnTo>
                <a:lnTo>
                  <a:pt x="377" y="494"/>
                </a:lnTo>
                <a:lnTo>
                  <a:pt x="378" y="494"/>
                </a:lnTo>
                <a:lnTo>
                  <a:pt x="378" y="493"/>
                </a:lnTo>
                <a:lnTo>
                  <a:pt x="377" y="493"/>
                </a:lnTo>
                <a:lnTo>
                  <a:pt x="376" y="493"/>
                </a:lnTo>
                <a:lnTo>
                  <a:pt x="376" y="492"/>
                </a:lnTo>
                <a:lnTo>
                  <a:pt x="375" y="492"/>
                </a:lnTo>
                <a:lnTo>
                  <a:pt x="374" y="493"/>
                </a:lnTo>
                <a:lnTo>
                  <a:pt x="373" y="493"/>
                </a:lnTo>
                <a:lnTo>
                  <a:pt x="373" y="492"/>
                </a:lnTo>
                <a:lnTo>
                  <a:pt x="373" y="491"/>
                </a:lnTo>
                <a:lnTo>
                  <a:pt x="373" y="490"/>
                </a:lnTo>
                <a:lnTo>
                  <a:pt x="372" y="490"/>
                </a:lnTo>
                <a:lnTo>
                  <a:pt x="372" y="489"/>
                </a:lnTo>
                <a:lnTo>
                  <a:pt x="371" y="489"/>
                </a:lnTo>
                <a:lnTo>
                  <a:pt x="371" y="488"/>
                </a:lnTo>
                <a:lnTo>
                  <a:pt x="369" y="488"/>
                </a:lnTo>
                <a:lnTo>
                  <a:pt x="368" y="488"/>
                </a:lnTo>
                <a:lnTo>
                  <a:pt x="367" y="488"/>
                </a:lnTo>
                <a:lnTo>
                  <a:pt x="366" y="488"/>
                </a:lnTo>
                <a:lnTo>
                  <a:pt x="365" y="488"/>
                </a:lnTo>
                <a:lnTo>
                  <a:pt x="364" y="488"/>
                </a:lnTo>
                <a:lnTo>
                  <a:pt x="363" y="488"/>
                </a:lnTo>
                <a:lnTo>
                  <a:pt x="362" y="488"/>
                </a:lnTo>
                <a:lnTo>
                  <a:pt x="361" y="488"/>
                </a:lnTo>
                <a:lnTo>
                  <a:pt x="361" y="489"/>
                </a:lnTo>
                <a:lnTo>
                  <a:pt x="360" y="488"/>
                </a:lnTo>
                <a:lnTo>
                  <a:pt x="359" y="488"/>
                </a:lnTo>
                <a:lnTo>
                  <a:pt x="358" y="488"/>
                </a:lnTo>
                <a:lnTo>
                  <a:pt x="357" y="488"/>
                </a:lnTo>
                <a:lnTo>
                  <a:pt x="356" y="488"/>
                </a:lnTo>
                <a:lnTo>
                  <a:pt x="355" y="488"/>
                </a:lnTo>
                <a:lnTo>
                  <a:pt x="354" y="488"/>
                </a:lnTo>
                <a:lnTo>
                  <a:pt x="353" y="488"/>
                </a:lnTo>
                <a:lnTo>
                  <a:pt x="352" y="488"/>
                </a:lnTo>
                <a:lnTo>
                  <a:pt x="351" y="488"/>
                </a:lnTo>
                <a:lnTo>
                  <a:pt x="350" y="488"/>
                </a:lnTo>
                <a:lnTo>
                  <a:pt x="349" y="488"/>
                </a:lnTo>
                <a:lnTo>
                  <a:pt x="348" y="488"/>
                </a:lnTo>
                <a:lnTo>
                  <a:pt x="347" y="488"/>
                </a:lnTo>
                <a:lnTo>
                  <a:pt x="346" y="488"/>
                </a:lnTo>
                <a:lnTo>
                  <a:pt x="344" y="488"/>
                </a:lnTo>
                <a:lnTo>
                  <a:pt x="343" y="489"/>
                </a:lnTo>
                <a:lnTo>
                  <a:pt x="343" y="488"/>
                </a:lnTo>
                <a:lnTo>
                  <a:pt x="341" y="488"/>
                </a:lnTo>
                <a:lnTo>
                  <a:pt x="340" y="488"/>
                </a:lnTo>
                <a:lnTo>
                  <a:pt x="339" y="488"/>
                </a:lnTo>
                <a:lnTo>
                  <a:pt x="339" y="487"/>
                </a:lnTo>
                <a:lnTo>
                  <a:pt x="338" y="487"/>
                </a:lnTo>
                <a:lnTo>
                  <a:pt x="337" y="487"/>
                </a:lnTo>
                <a:lnTo>
                  <a:pt x="337" y="488"/>
                </a:lnTo>
                <a:lnTo>
                  <a:pt x="336" y="488"/>
                </a:lnTo>
                <a:lnTo>
                  <a:pt x="335" y="488"/>
                </a:lnTo>
                <a:lnTo>
                  <a:pt x="335" y="487"/>
                </a:lnTo>
                <a:lnTo>
                  <a:pt x="334" y="487"/>
                </a:lnTo>
                <a:lnTo>
                  <a:pt x="333" y="487"/>
                </a:lnTo>
                <a:lnTo>
                  <a:pt x="332" y="487"/>
                </a:lnTo>
                <a:lnTo>
                  <a:pt x="331" y="487"/>
                </a:lnTo>
                <a:lnTo>
                  <a:pt x="330" y="487"/>
                </a:lnTo>
                <a:lnTo>
                  <a:pt x="329" y="487"/>
                </a:lnTo>
                <a:lnTo>
                  <a:pt x="329" y="486"/>
                </a:lnTo>
                <a:lnTo>
                  <a:pt x="328" y="485"/>
                </a:lnTo>
                <a:lnTo>
                  <a:pt x="328" y="484"/>
                </a:lnTo>
                <a:lnTo>
                  <a:pt x="329" y="483"/>
                </a:lnTo>
                <a:lnTo>
                  <a:pt x="329" y="482"/>
                </a:lnTo>
                <a:lnTo>
                  <a:pt x="328" y="482"/>
                </a:lnTo>
                <a:lnTo>
                  <a:pt x="328" y="481"/>
                </a:lnTo>
                <a:lnTo>
                  <a:pt x="328" y="480"/>
                </a:lnTo>
                <a:lnTo>
                  <a:pt x="327" y="480"/>
                </a:lnTo>
                <a:lnTo>
                  <a:pt x="326" y="480"/>
                </a:lnTo>
                <a:lnTo>
                  <a:pt x="325" y="480"/>
                </a:lnTo>
                <a:lnTo>
                  <a:pt x="324" y="480"/>
                </a:lnTo>
                <a:lnTo>
                  <a:pt x="323" y="480"/>
                </a:lnTo>
                <a:lnTo>
                  <a:pt x="321" y="480"/>
                </a:lnTo>
                <a:lnTo>
                  <a:pt x="320" y="479"/>
                </a:lnTo>
                <a:lnTo>
                  <a:pt x="319" y="479"/>
                </a:lnTo>
                <a:lnTo>
                  <a:pt x="320" y="478"/>
                </a:lnTo>
                <a:lnTo>
                  <a:pt x="319" y="478"/>
                </a:lnTo>
                <a:lnTo>
                  <a:pt x="318" y="478"/>
                </a:lnTo>
                <a:lnTo>
                  <a:pt x="318" y="479"/>
                </a:lnTo>
                <a:lnTo>
                  <a:pt x="317" y="479"/>
                </a:lnTo>
                <a:lnTo>
                  <a:pt x="316" y="479"/>
                </a:lnTo>
                <a:lnTo>
                  <a:pt x="315" y="478"/>
                </a:lnTo>
                <a:lnTo>
                  <a:pt x="314" y="479"/>
                </a:lnTo>
                <a:lnTo>
                  <a:pt x="313" y="480"/>
                </a:lnTo>
                <a:lnTo>
                  <a:pt x="312" y="480"/>
                </a:lnTo>
                <a:lnTo>
                  <a:pt x="311" y="480"/>
                </a:lnTo>
                <a:lnTo>
                  <a:pt x="310" y="480"/>
                </a:lnTo>
                <a:lnTo>
                  <a:pt x="309" y="480"/>
                </a:lnTo>
                <a:lnTo>
                  <a:pt x="308" y="480"/>
                </a:lnTo>
                <a:lnTo>
                  <a:pt x="307" y="480"/>
                </a:lnTo>
                <a:lnTo>
                  <a:pt x="306" y="481"/>
                </a:lnTo>
                <a:lnTo>
                  <a:pt x="305" y="481"/>
                </a:lnTo>
                <a:lnTo>
                  <a:pt x="305" y="482"/>
                </a:lnTo>
                <a:lnTo>
                  <a:pt x="306" y="482"/>
                </a:lnTo>
                <a:lnTo>
                  <a:pt x="306" y="483"/>
                </a:lnTo>
                <a:lnTo>
                  <a:pt x="306" y="484"/>
                </a:lnTo>
                <a:lnTo>
                  <a:pt x="306" y="485"/>
                </a:lnTo>
                <a:lnTo>
                  <a:pt x="307" y="485"/>
                </a:lnTo>
                <a:lnTo>
                  <a:pt x="307" y="486"/>
                </a:lnTo>
                <a:lnTo>
                  <a:pt x="307" y="487"/>
                </a:lnTo>
                <a:lnTo>
                  <a:pt x="307" y="488"/>
                </a:lnTo>
                <a:lnTo>
                  <a:pt x="307" y="489"/>
                </a:lnTo>
                <a:lnTo>
                  <a:pt x="307" y="490"/>
                </a:lnTo>
                <a:lnTo>
                  <a:pt x="307" y="491"/>
                </a:lnTo>
                <a:lnTo>
                  <a:pt x="306" y="491"/>
                </a:lnTo>
                <a:lnTo>
                  <a:pt x="305" y="492"/>
                </a:lnTo>
                <a:lnTo>
                  <a:pt x="304" y="492"/>
                </a:lnTo>
                <a:lnTo>
                  <a:pt x="303" y="492"/>
                </a:lnTo>
                <a:lnTo>
                  <a:pt x="303" y="493"/>
                </a:lnTo>
                <a:lnTo>
                  <a:pt x="302" y="493"/>
                </a:lnTo>
                <a:lnTo>
                  <a:pt x="301" y="493"/>
                </a:lnTo>
                <a:lnTo>
                  <a:pt x="300" y="493"/>
                </a:lnTo>
                <a:lnTo>
                  <a:pt x="300" y="492"/>
                </a:lnTo>
                <a:lnTo>
                  <a:pt x="299" y="492"/>
                </a:lnTo>
                <a:lnTo>
                  <a:pt x="298" y="492"/>
                </a:lnTo>
                <a:lnTo>
                  <a:pt x="298" y="491"/>
                </a:lnTo>
                <a:lnTo>
                  <a:pt x="298" y="490"/>
                </a:lnTo>
                <a:lnTo>
                  <a:pt x="298" y="489"/>
                </a:lnTo>
                <a:lnTo>
                  <a:pt x="297" y="489"/>
                </a:lnTo>
                <a:lnTo>
                  <a:pt x="296" y="489"/>
                </a:lnTo>
                <a:lnTo>
                  <a:pt x="296" y="488"/>
                </a:lnTo>
                <a:lnTo>
                  <a:pt x="295" y="488"/>
                </a:lnTo>
                <a:lnTo>
                  <a:pt x="294" y="487"/>
                </a:lnTo>
                <a:lnTo>
                  <a:pt x="293" y="487"/>
                </a:lnTo>
                <a:lnTo>
                  <a:pt x="292" y="488"/>
                </a:lnTo>
                <a:lnTo>
                  <a:pt x="291" y="488"/>
                </a:lnTo>
                <a:lnTo>
                  <a:pt x="291" y="489"/>
                </a:lnTo>
                <a:lnTo>
                  <a:pt x="290" y="489"/>
                </a:lnTo>
                <a:lnTo>
                  <a:pt x="289" y="490"/>
                </a:lnTo>
                <a:lnTo>
                  <a:pt x="288" y="490"/>
                </a:lnTo>
                <a:lnTo>
                  <a:pt x="288" y="491"/>
                </a:lnTo>
                <a:lnTo>
                  <a:pt x="287" y="491"/>
                </a:lnTo>
                <a:lnTo>
                  <a:pt x="286" y="491"/>
                </a:lnTo>
                <a:lnTo>
                  <a:pt x="286" y="490"/>
                </a:lnTo>
                <a:lnTo>
                  <a:pt x="285" y="490"/>
                </a:lnTo>
                <a:lnTo>
                  <a:pt x="285" y="491"/>
                </a:lnTo>
                <a:lnTo>
                  <a:pt x="284" y="491"/>
                </a:lnTo>
                <a:lnTo>
                  <a:pt x="284" y="490"/>
                </a:lnTo>
                <a:lnTo>
                  <a:pt x="283" y="490"/>
                </a:lnTo>
                <a:lnTo>
                  <a:pt x="283" y="491"/>
                </a:lnTo>
                <a:lnTo>
                  <a:pt x="282" y="490"/>
                </a:lnTo>
                <a:lnTo>
                  <a:pt x="282" y="491"/>
                </a:lnTo>
                <a:lnTo>
                  <a:pt x="281" y="491"/>
                </a:lnTo>
                <a:lnTo>
                  <a:pt x="280" y="491"/>
                </a:lnTo>
                <a:lnTo>
                  <a:pt x="279" y="491"/>
                </a:lnTo>
                <a:lnTo>
                  <a:pt x="279" y="490"/>
                </a:lnTo>
                <a:lnTo>
                  <a:pt x="278" y="490"/>
                </a:lnTo>
                <a:lnTo>
                  <a:pt x="277" y="490"/>
                </a:lnTo>
                <a:lnTo>
                  <a:pt x="277" y="491"/>
                </a:lnTo>
                <a:lnTo>
                  <a:pt x="276" y="492"/>
                </a:lnTo>
                <a:lnTo>
                  <a:pt x="275" y="492"/>
                </a:lnTo>
                <a:lnTo>
                  <a:pt x="274" y="492"/>
                </a:lnTo>
                <a:lnTo>
                  <a:pt x="274" y="491"/>
                </a:lnTo>
                <a:lnTo>
                  <a:pt x="274" y="492"/>
                </a:lnTo>
                <a:lnTo>
                  <a:pt x="274" y="493"/>
                </a:lnTo>
                <a:lnTo>
                  <a:pt x="274" y="494"/>
                </a:lnTo>
                <a:lnTo>
                  <a:pt x="274" y="495"/>
                </a:lnTo>
                <a:lnTo>
                  <a:pt x="274" y="494"/>
                </a:lnTo>
                <a:lnTo>
                  <a:pt x="274" y="495"/>
                </a:lnTo>
                <a:lnTo>
                  <a:pt x="274" y="496"/>
                </a:lnTo>
                <a:lnTo>
                  <a:pt x="273" y="497"/>
                </a:lnTo>
                <a:lnTo>
                  <a:pt x="274" y="497"/>
                </a:lnTo>
                <a:lnTo>
                  <a:pt x="274" y="498"/>
                </a:lnTo>
                <a:lnTo>
                  <a:pt x="275" y="498"/>
                </a:lnTo>
                <a:lnTo>
                  <a:pt x="276" y="499"/>
                </a:lnTo>
                <a:lnTo>
                  <a:pt x="277" y="499"/>
                </a:lnTo>
                <a:lnTo>
                  <a:pt x="278" y="499"/>
                </a:lnTo>
                <a:lnTo>
                  <a:pt x="279" y="499"/>
                </a:lnTo>
                <a:lnTo>
                  <a:pt x="280" y="500"/>
                </a:lnTo>
                <a:lnTo>
                  <a:pt x="280" y="499"/>
                </a:lnTo>
                <a:lnTo>
                  <a:pt x="281" y="499"/>
                </a:lnTo>
                <a:lnTo>
                  <a:pt x="281" y="500"/>
                </a:lnTo>
                <a:lnTo>
                  <a:pt x="281" y="501"/>
                </a:lnTo>
                <a:lnTo>
                  <a:pt x="282" y="501"/>
                </a:lnTo>
                <a:lnTo>
                  <a:pt x="282" y="502"/>
                </a:lnTo>
                <a:lnTo>
                  <a:pt x="281" y="502"/>
                </a:lnTo>
                <a:lnTo>
                  <a:pt x="281" y="503"/>
                </a:lnTo>
                <a:lnTo>
                  <a:pt x="280" y="503"/>
                </a:lnTo>
                <a:lnTo>
                  <a:pt x="279" y="503"/>
                </a:lnTo>
                <a:lnTo>
                  <a:pt x="278" y="504"/>
                </a:lnTo>
                <a:lnTo>
                  <a:pt x="278" y="505"/>
                </a:lnTo>
                <a:lnTo>
                  <a:pt x="277" y="505"/>
                </a:lnTo>
                <a:lnTo>
                  <a:pt x="277" y="506"/>
                </a:lnTo>
                <a:lnTo>
                  <a:pt x="277" y="507"/>
                </a:lnTo>
                <a:lnTo>
                  <a:pt x="277" y="508"/>
                </a:lnTo>
                <a:lnTo>
                  <a:pt x="276" y="508"/>
                </a:lnTo>
                <a:lnTo>
                  <a:pt x="276" y="509"/>
                </a:lnTo>
                <a:lnTo>
                  <a:pt x="276" y="510"/>
                </a:lnTo>
                <a:lnTo>
                  <a:pt x="277" y="510"/>
                </a:lnTo>
                <a:lnTo>
                  <a:pt x="277" y="511"/>
                </a:lnTo>
                <a:lnTo>
                  <a:pt x="276" y="511"/>
                </a:lnTo>
                <a:lnTo>
                  <a:pt x="276" y="512"/>
                </a:lnTo>
                <a:lnTo>
                  <a:pt x="277" y="513"/>
                </a:lnTo>
                <a:lnTo>
                  <a:pt x="277" y="514"/>
                </a:lnTo>
                <a:lnTo>
                  <a:pt x="278" y="514"/>
                </a:lnTo>
                <a:lnTo>
                  <a:pt x="279" y="514"/>
                </a:lnTo>
                <a:lnTo>
                  <a:pt x="279" y="515"/>
                </a:lnTo>
                <a:lnTo>
                  <a:pt x="280" y="515"/>
                </a:lnTo>
                <a:lnTo>
                  <a:pt x="281" y="514"/>
                </a:lnTo>
                <a:lnTo>
                  <a:pt x="281" y="516"/>
                </a:lnTo>
                <a:lnTo>
                  <a:pt x="280" y="518"/>
                </a:lnTo>
                <a:lnTo>
                  <a:pt x="280" y="519"/>
                </a:lnTo>
                <a:lnTo>
                  <a:pt x="281" y="519"/>
                </a:lnTo>
                <a:lnTo>
                  <a:pt x="282" y="519"/>
                </a:lnTo>
                <a:lnTo>
                  <a:pt x="282" y="520"/>
                </a:lnTo>
                <a:lnTo>
                  <a:pt x="282" y="521"/>
                </a:lnTo>
                <a:lnTo>
                  <a:pt x="282" y="522"/>
                </a:lnTo>
                <a:lnTo>
                  <a:pt x="282" y="523"/>
                </a:lnTo>
                <a:lnTo>
                  <a:pt x="283" y="523"/>
                </a:lnTo>
                <a:lnTo>
                  <a:pt x="284" y="523"/>
                </a:lnTo>
                <a:lnTo>
                  <a:pt x="285" y="523"/>
                </a:lnTo>
                <a:lnTo>
                  <a:pt x="286" y="523"/>
                </a:lnTo>
                <a:lnTo>
                  <a:pt x="286" y="524"/>
                </a:lnTo>
                <a:lnTo>
                  <a:pt x="287" y="524"/>
                </a:lnTo>
                <a:lnTo>
                  <a:pt x="288" y="524"/>
                </a:lnTo>
                <a:lnTo>
                  <a:pt x="289" y="524"/>
                </a:lnTo>
                <a:lnTo>
                  <a:pt x="290" y="524"/>
                </a:lnTo>
                <a:lnTo>
                  <a:pt x="290" y="523"/>
                </a:lnTo>
                <a:lnTo>
                  <a:pt x="290" y="524"/>
                </a:lnTo>
                <a:lnTo>
                  <a:pt x="291" y="524"/>
                </a:lnTo>
                <a:lnTo>
                  <a:pt x="291" y="525"/>
                </a:lnTo>
                <a:lnTo>
                  <a:pt x="291" y="526"/>
                </a:lnTo>
                <a:lnTo>
                  <a:pt x="292" y="526"/>
                </a:lnTo>
                <a:lnTo>
                  <a:pt x="292" y="527"/>
                </a:lnTo>
                <a:lnTo>
                  <a:pt x="292" y="528"/>
                </a:lnTo>
                <a:lnTo>
                  <a:pt x="293" y="528"/>
                </a:lnTo>
                <a:lnTo>
                  <a:pt x="293" y="529"/>
                </a:lnTo>
                <a:lnTo>
                  <a:pt x="293" y="530"/>
                </a:lnTo>
                <a:lnTo>
                  <a:pt x="294" y="531"/>
                </a:lnTo>
                <a:lnTo>
                  <a:pt x="294" y="532"/>
                </a:lnTo>
                <a:lnTo>
                  <a:pt x="295" y="532"/>
                </a:lnTo>
                <a:lnTo>
                  <a:pt x="295" y="533"/>
                </a:lnTo>
                <a:lnTo>
                  <a:pt x="295" y="534"/>
                </a:lnTo>
                <a:lnTo>
                  <a:pt x="295" y="535"/>
                </a:lnTo>
                <a:lnTo>
                  <a:pt x="294" y="535"/>
                </a:lnTo>
                <a:lnTo>
                  <a:pt x="294" y="536"/>
                </a:lnTo>
                <a:lnTo>
                  <a:pt x="293" y="536"/>
                </a:lnTo>
                <a:lnTo>
                  <a:pt x="293" y="537"/>
                </a:lnTo>
                <a:lnTo>
                  <a:pt x="292" y="537"/>
                </a:lnTo>
                <a:lnTo>
                  <a:pt x="292" y="538"/>
                </a:lnTo>
                <a:lnTo>
                  <a:pt x="291" y="538"/>
                </a:lnTo>
                <a:lnTo>
                  <a:pt x="290" y="538"/>
                </a:lnTo>
                <a:lnTo>
                  <a:pt x="290" y="539"/>
                </a:lnTo>
                <a:lnTo>
                  <a:pt x="289" y="539"/>
                </a:lnTo>
                <a:lnTo>
                  <a:pt x="289" y="540"/>
                </a:lnTo>
                <a:lnTo>
                  <a:pt x="288" y="540"/>
                </a:lnTo>
                <a:lnTo>
                  <a:pt x="288" y="541"/>
                </a:lnTo>
                <a:lnTo>
                  <a:pt x="287" y="541"/>
                </a:lnTo>
                <a:lnTo>
                  <a:pt x="287" y="540"/>
                </a:lnTo>
                <a:lnTo>
                  <a:pt x="287" y="541"/>
                </a:lnTo>
                <a:lnTo>
                  <a:pt x="286" y="542"/>
                </a:lnTo>
                <a:lnTo>
                  <a:pt x="286" y="543"/>
                </a:lnTo>
                <a:lnTo>
                  <a:pt x="285" y="543"/>
                </a:lnTo>
                <a:lnTo>
                  <a:pt x="284" y="544"/>
                </a:lnTo>
                <a:lnTo>
                  <a:pt x="284" y="543"/>
                </a:lnTo>
                <a:lnTo>
                  <a:pt x="283" y="543"/>
                </a:lnTo>
                <a:lnTo>
                  <a:pt x="283" y="544"/>
                </a:lnTo>
                <a:lnTo>
                  <a:pt x="283" y="545"/>
                </a:lnTo>
                <a:lnTo>
                  <a:pt x="282" y="545"/>
                </a:lnTo>
                <a:lnTo>
                  <a:pt x="281" y="545"/>
                </a:lnTo>
                <a:lnTo>
                  <a:pt x="281" y="546"/>
                </a:lnTo>
                <a:lnTo>
                  <a:pt x="280" y="546"/>
                </a:lnTo>
                <a:lnTo>
                  <a:pt x="280" y="547"/>
                </a:lnTo>
                <a:lnTo>
                  <a:pt x="280" y="546"/>
                </a:lnTo>
                <a:lnTo>
                  <a:pt x="279" y="546"/>
                </a:lnTo>
                <a:lnTo>
                  <a:pt x="279" y="545"/>
                </a:lnTo>
                <a:lnTo>
                  <a:pt x="278" y="546"/>
                </a:lnTo>
                <a:lnTo>
                  <a:pt x="279" y="546"/>
                </a:lnTo>
                <a:lnTo>
                  <a:pt x="279" y="547"/>
                </a:lnTo>
                <a:lnTo>
                  <a:pt x="277" y="547"/>
                </a:lnTo>
                <a:lnTo>
                  <a:pt x="277" y="546"/>
                </a:lnTo>
                <a:lnTo>
                  <a:pt x="276" y="546"/>
                </a:lnTo>
                <a:lnTo>
                  <a:pt x="276" y="545"/>
                </a:lnTo>
                <a:lnTo>
                  <a:pt x="275" y="545"/>
                </a:lnTo>
                <a:lnTo>
                  <a:pt x="274" y="545"/>
                </a:lnTo>
                <a:lnTo>
                  <a:pt x="273" y="545"/>
                </a:lnTo>
                <a:lnTo>
                  <a:pt x="273" y="544"/>
                </a:lnTo>
                <a:lnTo>
                  <a:pt x="272" y="544"/>
                </a:lnTo>
                <a:lnTo>
                  <a:pt x="272" y="545"/>
                </a:lnTo>
                <a:lnTo>
                  <a:pt x="271" y="546"/>
                </a:lnTo>
                <a:lnTo>
                  <a:pt x="271" y="547"/>
                </a:lnTo>
                <a:lnTo>
                  <a:pt x="271" y="550"/>
                </a:lnTo>
                <a:lnTo>
                  <a:pt x="271" y="551"/>
                </a:lnTo>
                <a:lnTo>
                  <a:pt x="270" y="551"/>
                </a:lnTo>
                <a:lnTo>
                  <a:pt x="270" y="552"/>
                </a:lnTo>
                <a:lnTo>
                  <a:pt x="269" y="552"/>
                </a:lnTo>
                <a:lnTo>
                  <a:pt x="268" y="552"/>
                </a:lnTo>
                <a:lnTo>
                  <a:pt x="267" y="552"/>
                </a:lnTo>
                <a:lnTo>
                  <a:pt x="266" y="552"/>
                </a:lnTo>
                <a:lnTo>
                  <a:pt x="266" y="553"/>
                </a:lnTo>
                <a:lnTo>
                  <a:pt x="265" y="553"/>
                </a:lnTo>
                <a:lnTo>
                  <a:pt x="264" y="554"/>
                </a:lnTo>
                <a:lnTo>
                  <a:pt x="263" y="554"/>
                </a:lnTo>
                <a:lnTo>
                  <a:pt x="263" y="555"/>
                </a:lnTo>
                <a:lnTo>
                  <a:pt x="262" y="555"/>
                </a:lnTo>
                <a:lnTo>
                  <a:pt x="262" y="556"/>
                </a:lnTo>
                <a:lnTo>
                  <a:pt x="261" y="556"/>
                </a:lnTo>
                <a:lnTo>
                  <a:pt x="260" y="556"/>
                </a:lnTo>
                <a:lnTo>
                  <a:pt x="259" y="556"/>
                </a:lnTo>
                <a:lnTo>
                  <a:pt x="259" y="555"/>
                </a:lnTo>
                <a:lnTo>
                  <a:pt x="258" y="555"/>
                </a:lnTo>
                <a:lnTo>
                  <a:pt x="258" y="554"/>
                </a:lnTo>
                <a:lnTo>
                  <a:pt x="259" y="554"/>
                </a:lnTo>
                <a:lnTo>
                  <a:pt x="258" y="554"/>
                </a:lnTo>
                <a:lnTo>
                  <a:pt x="258" y="553"/>
                </a:lnTo>
                <a:lnTo>
                  <a:pt x="257" y="552"/>
                </a:lnTo>
                <a:lnTo>
                  <a:pt x="256" y="552"/>
                </a:lnTo>
                <a:lnTo>
                  <a:pt x="256" y="551"/>
                </a:lnTo>
                <a:lnTo>
                  <a:pt x="255" y="551"/>
                </a:lnTo>
                <a:lnTo>
                  <a:pt x="254" y="551"/>
                </a:lnTo>
                <a:lnTo>
                  <a:pt x="254" y="552"/>
                </a:lnTo>
                <a:lnTo>
                  <a:pt x="253" y="552"/>
                </a:lnTo>
                <a:lnTo>
                  <a:pt x="253" y="553"/>
                </a:lnTo>
                <a:lnTo>
                  <a:pt x="252" y="553"/>
                </a:lnTo>
                <a:lnTo>
                  <a:pt x="252" y="552"/>
                </a:lnTo>
                <a:lnTo>
                  <a:pt x="251" y="552"/>
                </a:lnTo>
                <a:lnTo>
                  <a:pt x="251" y="551"/>
                </a:lnTo>
                <a:lnTo>
                  <a:pt x="250" y="551"/>
                </a:lnTo>
                <a:lnTo>
                  <a:pt x="250" y="550"/>
                </a:lnTo>
                <a:lnTo>
                  <a:pt x="250" y="549"/>
                </a:lnTo>
                <a:lnTo>
                  <a:pt x="250" y="548"/>
                </a:lnTo>
                <a:lnTo>
                  <a:pt x="249" y="548"/>
                </a:lnTo>
                <a:lnTo>
                  <a:pt x="249" y="547"/>
                </a:lnTo>
                <a:lnTo>
                  <a:pt x="249" y="546"/>
                </a:lnTo>
                <a:lnTo>
                  <a:pt x="248" y="545"/>
                </a:lnTo>
                <a:lnTo>
                  <a:pt x="247" y="545"/>
                </a:lnTo>
                <a:lnTo>
                  <a:pt x="246" y="545"/>
                </a:lnTo>
                <a:lnTo>
                  <a:pt x="246" y="544"/>
                </a:lnTo>
                <a:lnTo>
                  <a:pt x="245" y="544"/>
                </a:lnTo>
                <a:lnTo>
                  <a:pt x="245" y="543"/>
                </a:lnTo>
                <a:lnTo>
                  <a:pt x="244" y="542"/>
                </a:lnTo>
                <a:lnTo>
                  <a:pt x="243" y="542"/>
                </a:lnTo>
                <a:lnTo>
                  <a:pt x="242" y="542"/>
                </a:lnTo>
                <a:lnTo>
                  <a:pt x="241" y="542"/>
                </a:lnTo>
                <a:lnTo>
                  <a:pt x="241" y="541"/>
                </a:lnTo>
                <a:lnTo>
                  <a:pt x="241" y="540"/>
                </a:lnTo>
                <a:lnTo>
                  <a:pt x="240" y="540"/>
                </a:lnTo>
                <a:lnTo>
                  <a:pt x="239" y="540"/>
                </a:lnTo>
                <a:lnTo>
                  <a:pt x="239" y="539"/>
                </a:lnTo>
                <a:lnTo>
                  <a:pt x="238" y="538"/>
                </a:lnTo>
                <a:lnTo>
                  <a:pt x="237" y="538"/>
                </a:lnTo>
                <a:lnTo>
                  <a:pt x="236" y="538"/>
                </a:lnTo>
                <a:lnTo>
                  <a:pt x="235" y="538"/>
                </a:lnTo>
                <a:lnTo>
                  <a:pt x="235" y="539"/>
                </a:lnTo>
                <a:lnTo>
                  <a:pt x="234" y="539"/>
                </a:lnTo>
                <a:lnTo>
                  <a:pt x="234" y="540"/>
                </a:lnTo>
                <a:lnTo>
                  <a:pt x="233" y="540"/>
                </a:lnTo>
                <a:lnTo>
                  <a:pt x="233" y="539"/>
                </a:lnTo>
                <a:lnTo>
                  <a:pt x="232" y="539"/>
                </a:lnTo>
                <a:lnTo>
                  <a:pt x="232" y="538"/>
                </a:lnTo>
                <a:lnTo>
                  <a:pt x="231" y="538"/>
                </a:lnTo>
                <a:lnTo>
                  <a:pt x="231" y="537"/>
                </a:lnTo>
                <a:lnTo>
                  <a:pt x="230" y="537"/>
                </a:lnTo>
                <a:lnTo>
                  <a:pt x="230" y="536"/>
                </a:lnTo>
                <a:lnTo>
                  <a:pt x="229" y="536"/>
                </a:lnTo>
                <a:lnTo>
                  <a:pt x="229" y="535"/>
                </a:lnTo>
                <a:lnTo>
                  <a:pt x="228" y="534"/>
                </a:lnTo>
                <a:lnTo>
                  <a:pt x="228" y="535"/>
                </a:lnTo>
                <a:lnTo>
                  <a:pt x="227" y="535"/>
                </a:lnTo>
                <a:lnTo>
                  <a:pt x="227" y="536"/>
                </a:lnTo>
                <a:lnTo>
                  <a:pt x="227" y="535"/>
                </a:lnTo>
                <a:lnTo>
                  <a:pt x="226" y="535"/>
                </a:lnTo>
                <a:lnTo>
                  <a:pt x="226" y="534"/>
                </a:lnTo>
                <a:lnTo>
                  <a:pt x="225" y="534"/>
                </a:lnTo>
                <a:lnTo>
                  <a:pt x="225" y="535"/>
                </a:lnTo>
                <a:lnTo>
                  <a:pt x="224" y="535"/>
                </a:lnTo>
                <a:lnTo>
                  <a:pt x="224" y="534"/>
                </a:lnTo>
                <a:lnTo>
                  <a:pt x="224" y="535"/>
                </a:lnTo>
                <a:lnTo>
                  <a:pt x="222" y="535"/>
                </a:lnTo>
                <a:lnTo>
                  <a:pt x="221" y="534"/>
                </a:lnTo>
                <a:lnTo>
                  <a:pt x="221" y="535"/>
                </a:lnTo>
                <a:lnTo>
                  <a:pt x="220" y="535"/>
                </a:lnTo>
                <a:lnTo>
                  <a:pt x="219" y="535"/>
                </a:lnTo>
                <a:lnTo>
                  <a:pt x="218" y="536"/>
                </a:lnTo>
                <a:lnTo>
                  <a:pt x="218" y="537"/>
                </a:lnTo>
                <a:lnTo>
                  <a:pt x="217" y="537"/>
                </a:lnTo>
                <a:lnTo>
                  <a:pt x="217" y="536"/>
                </a:lnTo>
                <a:lnTo>
                  <a:pt x="216" y="537"/>
                </a:lnTo>
                <a:lnTo>
                  <a:pt x="215" y="537"/>
                </a:lnTo>
                <a:lnTo>
                  <a:pt x="215" y="538"/>
                </a:lnTo>
                <a:lnTo>
                  <a:pt x="214" y="538"/>
                </a:lnTo>
                <a:lnTo>
                  <a:pt x="214" y="537"/>
                </a:lnTo>
                <a:lnTo>
                  <a:pt x="214" y="538"/>
                </a:lnTo>
                <a:lnTo>
                  <a:pt x="213" y="538"/>
                </a:lnTo>
                <a:lnTo>
                  <a:pt x="212" y="538"/>
                </a:lnTo>
                <a:lnTo>
                  <a:pt x="211" y="538"/>
                </a:lnTo>
                <a:lnTo>
                  <a:pt x="210" y="538"/>
                </a:lnTo>
                <a:lnTo>
                  <a:pt x="210" y="539"/>
                </a:lnTo>
                <a:lnTo>
                  <a:pt x="209" y="539"/>
                </a:lnTo>
                <a:lnTo>
                  <a:pt x="209" y="538"/>
                </a:lnTo>
                <a:lnTo>
                  <a:pt x="208" y="538"/>
                </a:lnTo>
                <a:lnTo>
                  <a:pt x="208" y="537"/>
                </a:lnTo>
                <a:lnTo>
                  <a:pt x="206" y="537"/>
                </a:lnTo>
                <a:lnTo>
                  <a:pt x="206" y="538"/>
                </a:lnTo>
                <a:lnTo>
                  <a:pt x="205" y="538"/>
                </a:lnTo>
                <a:lnTo>
                  <a:pt x="205" y="537"/>
                </a:lnTo>
                <a:lnTo>
                  <a:pt x="205" y="538"/>
                </a:lnTo>
                <a:lnTo>
                  <a:pt x="204" y="538"/>
                </a:lnTo>
                <a:lnTo>
                  <a:pt x="203" y="538"/>
                </a:lnTo>
                <a:lnTo>
                  <a:pt x="203" y="537"/>
                </a:lnTo>
                <a:lnTo>
                  <a:pt x="203" y="538"/>
                </a:lnTo>
                <a:lnTo>
                  <a:pt x="202" y="538"/>
                </a:lnTo>
                <a:lnTo>
                  <a:pt x="201" y="538"/>
                </a:lnTo>
                <a:lnTo>
                  <a:pt x="201" y="539"/>
                </a:lnTo>
                <a:lnTo>
                  <a:pt x="200" y="540"/>
                </a:lnTo>
                <a:lnTo>
                  <a:pt x="199" y="540"/>
                </a:lnTo>
                <a:lnTo>
                  <a:pt x="199" y="539"/>
                </a:lnTo>
                <a:lnTo>
                  <a:pt x="198" y="539"/>
                </a:lnTo>
                <a:lnTo>
                  <a:pt x="198" y="540"/>
                </a:lnTo>
                <a:lnTo>
                  <a:pt x="197" y="540"/>
                </a:lnTo>
                <a:lnTo>
                  <a:pt x="197" y="539"/>
                </a:lnTo>
                <a:lnTo>
                  <a:pt x="197" y="538"/>
                </a:lnTo>
                <a:lnTo>
                  <a:pt x="196" y="538"/>
                </a:lnTo>
                <a:lnTo>
                  <a:pt x="195" y="538"/>
                </a:lnTo>
                <a:lnTo>
                  <a:pt x="194" y="538"/>
                </a:lnTo>
                <a:lnTo>
                  <a:pt x="194" y="539"/>
                </a:lnTo>
                <a:lnTo>
                  <a:pt x="193" y="539"/>
                </a:lnTo>
                <a:lnTo>
                  <a:pt x="192" y="539"/>
                </a:lnTo>
                <a:lnTo>
                  <a:pt x="191" y="539"/>
                </a:lnTo>
                <a:lnTo>
                  <a:pt x="190" y="539"/>
                </a:lnTo>
                <a:lnTo>
                  <a:pt x="189" y="539"/>
                </a:lnTo>
                <a:lnTo>
                  <a:pt x="188" y="539"/>
                </a:lnTo>
                <a:lnTo>
                  <a:pt x="187" y="539"/>
                </a:lnTo>
                <a:lnTo>
                  <a:pt x="187" y="540"/>
                </a:lnTo>
                <a:lnTo>
                  <a:pt x="186" y="540"/>
                </a:lnTo>
                <a:lnTo>
                  <a:pt x="185" y="541"/>
                </a:lnTo>
                <a:lnTo>
                  <a:pt x="184" y="541"/>
                </a:lnTo>
                <a:lnTo>
                  <a:pt x="183" y="541"/>
                </a:lnTo>
                <a:lnTo>
                  <a:pt x="183" y="542"/>
                </a:lnTo>
                <a:lnTo>
                  <a:pt x="183" y="543"/>
                </a:lnTo>
                <a:lnTo>
                  <a:pt x="182" y="543"/>
                </a:lnTo>
                <a:lnTo>
                  <a:pt x="182" y="544"/>
                </a:lnTo>
                <a:lnTo>
                  <a:pt x="181" y="544"/>
                </a:lnTo>
                <a:lnTo>
                  <a:pt x="180" y="544"/>
                </a:lnTo>
                <a:lnTo>
                  <a:pt x="180" y="545"/>
                </a:lnTo>
                <a:lnTo>
                  <a:pt x="181" y="546"/>
                </a:lnTo>
                <a:lnTo>
                  <a:pt x="182" y="546"/>
                </a:lnTo>
                <a:lnTo>
                  <a:pt x="182" y="547"/>
                </a:lnTo>
                <a:lnTo>
                  <a:pt x="183" y="547"/>
                </a:lnTo>
                <a:lnTo>
                  <a:pt x="182" y="547"/>
                </a:lnTo>
                <a:lnTo>
                  <a:pt x="182" y="548"/>
                </a:lnTo>
                <a:lnTo>
                  <a:pt x="181" y="548"/>
                </a:lnTo>
                <a:lnTo>
                  <a:pt x="181" y="549"/>
                </a:lnTo>
                <a:lnTo>
                  <a:pt x="182" y="551"/>
                </a:lnTo>
                <a:lnTo>
                  <a:pt x="182" y="552"/>
                </a:lnTo>
                <a:lnTo>
                  <a:pt x="180" y="553"/>
                </a:lnTo>
                <a:lnTo>
                  <a:pt x="179" y="553"/>
                </a:lnTo>
                <a:lnTo>
                  <a:pt x="179" y="554"/>
                </a:lnTo>
                <a:lnTo>
                  <a:pt x="178" y="554"/>
                </a:lnTo>
                <a:lnTo>
                  <a:pt x="177" y="554"/>
                </a:lnTo>
                <a:lnTo>
                  <a:pt x="177" y="555"/>
                </a:lnTo>
                <a:lnTo>
                  <a:pt x="176" y="555"/>
                </a:lnTo>
                <a:lnTo>
                  <a:pt x="175" y="555"/>
                </a:lnTo>
                <a:lnTo>
                  <a:pt x="176" y="556"/>
                </a:lnTo>
                <a:lnTo>
                  <a:pt x="176" y="557"/>
                </a:lnTo>
                <a:lnTo>
                  <a:pt x="176" y="558"/>
                </a:lnTo>
                <a:lnTo>
                  <a:pt x="175" y="558"/>
                </a:lnTo>
                <a:lnTo>
                  <a:pt x="176" y="558"/>
                </a:lnTo>
                <a:lnTo>
                  <a:pt x="176" y="559"/>
                </a:lnTo>
                <a:lnTo>
                  <a:pt x="175" y="559"/>
                </a:lnTo>
                <a:lnTo>
                  <a:pt x="175" y="560"/>
                </a:lnTo>
                <a:lnTo>
                  <a:pt x="174" y="560"/>
                </a:lnTo>
                <a:lnTo>
                  <a:pt x="175" y="560"/>
                </a:lnTo>
                <a:lnTo>
                  <a:pt x="174" y="560"/>
                </a:lnTo>
                <a:lnTo>
                  <a:pt x="174" y="561"/>
                </a:lnTo>
                <a:lnTo>
                  <a:pt x="175" y="561"/>
                </a:lnTo>
                <a:lnTo>
                  <a:pt x="175" y="562"/>
                </a:lnTo>
                <a:lnTo>
                  <a:pt x="176" y="562"/>
                </a:lnTo>
                <a:lnTo>
                  <a:pt x="175" y="562"/>
                </a:lnTo>
                <a:lnTo>
                  <a:pt x="175" y="563"/>
                </a:lnTo>
                <a:lnTo>
                  <a:pt x="176" y="563"/>
                </a:lnTo>
                <a:lnTo>
                  <a:pt x="176" y="564"/>
                </a:lnTo>
                <a:lnTo>
                  <a:pt x="176" y="565"/>
                </a:lnTo>
                <a:lnTo>
                  <a:pt x="175" y="565"/>
                </a:lnTo>
                <a:lnTo>
                  <a:pt x="174" y="565"/>
                </a:lnTo>
                <a:lnTo>
                  <a:pt x="173" y="565"/>
                </a:lnTo>
                <a:lnTo>
                  <a:pt x="172" y="565"/>
                </a:lnTo>
                <a:lnTo>
                  <a:pt x="172" y="566"/>
                </a:lnTo>
                <a:lnTo>
                  <a:pt x="171" y="566"/>
                </a:lnTo>
                <a:lnTo>
                  <a:pt x="171" y="565"/>
                </a:lnTo>
                <a:lnTo>
                  <a:pt x="170" y="566"/>
                </a:lnTo>
                <a:lnTo>
                  <a:pt x="169" y="567"/>
                </a:lnTo>
                <a:lnTo>
                  <a:pt x="169" y="566"/>
                </a:lnTo>
                <a:lnTo>
                  <a:pt x="168" y="566"/>
                </a:lnTo>
                <a:lnTo>
                  <a:pt x="168" y="565"/>
                </a:lnTo>
                <a:lnTo>
                  <a:pt x="168" y="564"/>
                </a:lnTo>
                <a:lnTo>
                  <a:pt x="168" y="563"/>
                </a:lnTo>
                <a:lnTo>
                  <a:pt x="167" y="563"/>
                </a:lnTo>
                <a:lnTo>
                  <a:pt x="166" y="563"/>
                </a:lnTo>
                <a:lnTo>
                  <a:pt x="165" y="563"/>
                </a:lnTo>
                <a:lnTo>
                  <a:pt x="165" y="562"/>
                </a:lnTo>
                <a:lnTo>
                  <a:pt x="164" y="562"/>
                </a:lnTo>
                <a:lnTo>
                  <a:pt x="163" y="562"/>
                </a:lnTo>
                <a:lnTo>
                  <a:pt x="163" y="561"/>
                </a:lnTo>
                <a:lnTo>
                  <a:pt x="162" y="561"/>
                </a:lnTo>
                <a:lnTo>
                  <a:pt x="162" y="562"/>
                </a:lnTo>
                <a:lnTo>
                  <a:pt x="161" y="562"/>
                </a:lnTo>
                <a:lnTo>
                  <a:pt x="160" y="562"/>
                </a:lnTo>
                <a:lnTo>
                  <a:pt x="159" y="562"/>
                </a:lnTo>
                <a:lnTo>
                  <a:pt x="158" y="562"/>
                </a:lnTo>
                <a:lnTo>
                  <a:pt x="158" y="563"/>
                </a:lnTo>
                <a:lnTo>
                  <a:pt x="158" y="564"/>
                </a:lnTo>
                <a:lnTo>
                  <a:pt x="157" y="564"/>
                </a:lnTo>
                <a:lnTo>
                  <a:pt x="157" y="565"/>
                </a:lnTo>
                <a:lnTo>
                  <a:pt x="156" y="565"/>
                </a:lnTo>
                <a:lnTo>
                  <a:pt x="155" y="565"/>
                </a:lnTo>
                <a:lnTo>
                  <a:pt x="154" y="565"/>
                </a:lnTo>
                <a:lnTo>
                  <a:pt x="153" y="565"/>
                </a:lnTo>
                <a:lnTo>
                  <a:pt x="152" y="565"/>
                </a:lnTo>
                <a:lnTo>
                  <a:pt x="152" y="564"/>
                </a:lnTo>
                <a:lnTo>
                  <a:pt x="152" y="563"/>
                </a:lnTo>
                <a:lnTo>
                  <a:pt x="151" y="563"/>
                </a:lnTo>
                <a:lnTo>
                  <a:pt x="150" y="563"/>
                </a:lnTo>
                <a:lnTo>
                  <a:pt x="150" y="564"/>
                </a:lnTo>
                <a:lnTo>
                  <a:pt x="150" y="565"/>
                </a:lnTo>
                <a:lnTo>
                  <a:pt x="151" y="565"/>
                </a:lnTo>
                <a:lnTo>
                  <a:pt x="151" y="566"/>
                </a:lnTo>
                <a:lnTo>
                  <a:pt x="150" y="567"/>
                </a:lnTo>
                <a:lnTo>
                  <a:pt x="149" y="567"/>
                </a:lnTo>
                <a:lnTo>
                  <a:pt x="148" y="567"/>
                </a:lnTo>
                <a:lnTo>
                  <a:pt x="148" y="568"/>
                </a:lnTo>
                <a:lnTo>
                  <a:pt x="149" y="568"/>
                </a:lnTo>
                <a:lnTo>
                  <a:pt x="149" y="569"/>
                </a:lnTo>
                <a:lnTo>
                  <a:pt x="149" y="570"/>
                </a:lnTo>
                <a:lnTo>
                  <a:pt x="149" y="571"/>
                </a:lnTo>
                <a:lnTo>
                  <a:pt x="148" y="571"/>
                </a:lnTo>
                <a:lnTo>
                  <a:pt x="148" y="572"/>
                </a:lnTo>
                <a:lnTo>
                  <a:pt x="147" y="572"/>
                </a:lnTo>
                <a:lnTo>
                  <a:pt x="147" y="573"/>
                </a:lnTo>
                <a:lnTo>
                  <a:pt x="148" y="573"/>
                </a:lnTo>
                <a:lnTo>
                  <a:pt x="147" y="573"/>
                </a:lnTo>
                <a:lnTo>
                  <a:pt x="147" y="574"/>
                </a:lnTo>
                <a:lnTo>
                  <a:pt x="146" y="574"/>
                </a:lnTo>
                <a:lnTo>
                  <a:pt x="146" y="575"/>
                </a:lnTo>
                <a:lnTo>
                  <a:pt x="146" y="574"/>
                </a:lnTo>
                <a:lnTo>
                  <a:pt x="145" y="574"/>
                </a:lnTo>
                <a:lnTo>
                  <a:pt x="144" y="574"/>
                </a:lnTo>
                <a:lnTo>
                  <a:pt x="144" y="573"/>
                </a:lnTo>
                <a:lnTo>
                  <a:pt x="144" y="574"/>
                </a:lnTo>
                <a:lnTo>
                  <a:pt x="144" y="575"/>
                </a:lnTo>
                <a:lnTo>
                  <a:pt x="143" y="575"/>
                </a:lnTo>
                <a:lnTo>
                  <a:pt x="143" y="576"/>
                </a:lnTo>
                <a:lnTo>
                  <a:pt x="143" y="578"/>
                </a:lnTo>
                <a:lnTo>
                  <a:pt x="144" y="579"/>
                </a:lnTo>
                <a:lnTo>
                  <a:pt x="144" y="580"/>
                </a:lnTo>
                <a:lnTo>
                  <a:pt x="144" y="581"/>
                </a:lnTo>
                <a:lnTo>
                  <a:pt x="143" y="581"/>
                </a:lnTo>
                <a:lnTo>
                  <a:pt x="143" y="580"/>
                </a:lnTo>
                <a:lnTo>
                  <a:pt x="142" y="580"/>
                </a:lnTo>
                <a:lnTo>
                  <a:pt x="142" y="579"/>
                </a:lnTo>
                <a:lnTo>
                  <a:pt x="142" y="578"/>
                </a:lnTo>
                <a:lnTo>
                  <a:pt x="141" y="578"/>
                </a:lnTo>
                <a:lnTo>
                  <a:pt x="140" y="578"/>
                </a:lnTo>
                <a:lnTo>
                  <a:pt x="140" y="579"/>
                </a:lnTo>
                <a:lnTo>
                  <a:pt x="140" y="580"/>
                </a:lnTo>
                <a:lnTo>
                  <a:pt x="140" y="582"/>
                </a:lnTo>
                <a:lnTo>
                  <a:pt x="140" y="583"/>
                </a:lnTo>
                <a:lnTo>
                  <a:pt x="141" y="583"/>
                </a:lnTo>
                <a:lnTo>
                  <a:pt x="141" y="584"/>
                </a:lnTo>
                <a:lnTo>
                  <a:pt x="140" y="584"/>
                </a:lnTo>
                <a:lnTo>
                  <a:pt x="139" y="584"/>
                </a:lnTo>
                <a:lnTo>
                  <a:pt x="138" y="583"/>
                </a:lnTo>
                <a:lnTo>
                  <a:pt x="137" y="584"/>
                </a:lnTo>
                <a:lnTo>
                  <a:pt x="137" y="585"/>
                </a:lnTo>
                <a:lnTo>
                  <a:pt x="138" y="585"/>
                </a:lnTo>
                <a:lnTo>
                  <a:pt x="138" y="586"/>
                </a:lnTo>
                <a:lnTo>
                  <a:pt x="137" y="586"/>
                </a:lnTo>
                <a:lnTo>
                  <a:pt x="137" y="587"/>
                </a:lnTo>
                <a:lnTo>
                  <a:pt x="137" y="588"/>
                </a:lnTo>
                <a:lnTo>
                  <a:pt x="137" y="589"/>
                </a:lnTo>
                <a:lnTo>
                  <a:pt x="138" y="589"/>
                </a:lnTo>
                <a:lnTo>
                  <a:pt x="138" y="590"/>
                </a:lnTo>
                <a:lnTo>
                  <a:pt x="139" y="590"/>
                </a:lnTo>
                <a:lnTo>
                  <a:pt x="139" y="591"/>
                </a:lnTo>
                <a:lnTo>
                  <a:pt x="138" y="591"/>
                </a:lnTo>
                <a:lnTo>
                  <a:pt x="138" y="590"/>
                </a:lnTo>
                <a:lnTo>
                  <a:pt x="137" y="591"/>
                </a:lnTo>
                <a:lnTo>
                  <a:pt x="137" y="592"/>
                </a:lnTo>
                <a:lnTo>
                  <a:pt x="137" y="593"/>
                </a:lnTo>
                <a:lnTo>
                  <a:pt x="136" y="592"/>
                </a:lnTo>
                <a:lnTo>
                  <a:pt x="135" y="592"/>
                </a:lnTo>
                <a:lnTo>
                  <a:pt x="135" y="593"/>
                </a:lnTo>
                <a:lnTo>
                  <a:pt x="134" y="593"/>
                </a:lnTo>
                <a:lnTo>
                  <a:pt x="134" y="594"/>
                </a:lnTo>
                <a:lnTo>
                  <a:pt x="133" y="594"/>
                </a:lnTo>
                <a:lnTo>
                  <a:pt x="133" y="595"/>
                </a:lnTo>
                <a:lnTo>
                  <a:pt x="133" y="597"/>
                </a:lnTo>
                <a:lnTo>
                  <a:pt x="132" y="597"/>
                </a:lnTo>
                <a:lnTo>
                  <a:pt x="132" y="598"/>
                </a:lnTo>
                <a:lnTo>
                  <a:pt x="133" y="598"/>
                </a:lnTo>
                <a:lnTo>
                  <a:pt x="134" y="599"/>
                </a:lnTo>
                <a:lnTo>
                  <a:pt x="134" y="600"/>
                </a:lnTo>
                <a:lnTo>
                  <a:pt x="135" y="600"/>
                </a:lnTo>
                <a:lnTo>
                  <a:pt x="135" y="601"/>
                </a:lnTo>
                <a:lnTo>
                  <a:pt x="134" y="601"/>
                </a:lnTo>
                <a:lnTo>
                  <a:pt x="134" y="602"/>
                </a:lnTo>
                <a:lnTo>
                  <a:pt x="135" y="602"/>
                </a:lnTo>
                <a:lnTo>
                  <a:pt x="135" y="603"/>
                </a:lnTo>
                <a:lnTo>
                  <a:pt x="136" y="603"/>
                </a:lnTo>
                <a:lnTo>
                  <a:pt x="135" y="603"/>
                </a:lnTo>
                <a:lnTo>
                  <a:pt x="134" y="603"/>
                </a:lnTo>
                <a:lnTo>
                  <a:pt x="133" y="602"/>
                </a:lnTo>
                <a:lnTo>
                  <a:pt x="132" y="602"/>
                </a:lnTo>
                <a:lnTo>
                  <a:pt x="131" y="603"/>
                </a:lnTo>
                <a:lnTo>
                  <a:pt x="130" y="603"/>
                </a:lnTo>
                <a:lnTo>
                  <a:pt x="129" y="604"/>
                </a:lnTo>
                <a:lnTo>
                  <a:pt x="129" y="605"/>
                </a:lnTo>
                <a:lnTo>
                  <a:pt x="130" y="607"/>
                </a:lnTo>
                <a:lnTo>
                  <a:pt x="130" y="608"/>
                </a:lnTo>
                <a:lnTo>
                  <a:pt x="129" y="608"/>
                </a:lnTo>
                <a:lnTo>
                  <a:pt x="129" y="609"/>
                </a:lnTo>
                <a:lnTo>
                  <a:pt x="128" y="609"/>
                </a:lnTo>
                <a:lnTo>
                  <a:pt x="128" y="610"/>
                </a:lnTo>
                <a:lnTo>
                  <a:pt x="129" y="610"/>
                </a:lnTo>
                <a:lnTo>
                  <a:pt x="130" y="610"/>
                </a:lnTo>
                <a:lnTo>
                  <a:pt x="130" y="611"/>
                </a:lnTo>
                <a:lnTo>
                  <a:pt x="130" y="612"/>
                </a:lnTo>
                <a:lnTo>
                  <a:pt x="129" y="612"/>
                </a:lnTo>
                <a:lnTo>
                  <a:pt x="129" y="613"/>
                </a:lnTo>
                <a:lnTo>
                  <a:pt x="130" y="613"/>
                </a:lnTo>
                <a:lnTo>
                  <a:pt x="130" y="614"/>
                </a:lnTo>
                <a:lnTo>
                  <a:pt x="131" y="614"/>
                </a:lnTo>
                <a:lnTo>
                  <a:pt x="131" y="615"/>
                </a:lnTo>
                <a:lnTo>
                  <a:pt x="132" y="615"/>
                </a:lnTo>
                <a:lnTo>
                  <a:pt x="132" y="616"/>
                </a:lnTo>
                <a:lnTo>
                  <a:pt x="131" y="616"/>
                </a:lnTo>
                <a:lnTo>
                  <a:pt x="131" y="617"/>
                </a:lnTo>
                <a:lnTo>
                  <a:pt x="131" y="618"/>
                </a:lnTo>
                <a:lnTo>
                  <a:pt x="130" y="618"/>
                </a:lnTo>
                <a:lnTo>
                  <a:pt x="130" y="619"/>
                </a:lnTo>
                <a:lnTo>
                  <a:pt x="129" y="619"/>
                </a:lnTo>
                <a:lnTo>
                  <a:pt x="129" y="620"/>
                </a:lnTo>
                <a:lnTo>
                  <a:pt x="128" y="620"/>
                </a:lnTo>
                <a:lnTo>
                  <a:pt x="128" y="621"/>
                </a:lnTo>
                <a:lnTo>
                  <a:pt x="127" y="621"/>
                </a:lnTo>
                <a:lnTo>
                  <a:pt x="127" y="622"/>
                </a:lnTo>
                <a:lnTo>
                  <a:pt x="126" y="622"/>
                </a:lnTo>
                <a:lnTo>
                  <a:pt x="126" y="623"/>
                </a:lnTo>
                <a:lnTo>
                  <a:pt x="125" y="623"/>
                </a:lnTo>
                <a:lnTo>
                  <a:pt x="124" y="623"/>
                </a:lnTo>
                <a:lnTo>
                  <a:pt x="123" y="623"/>
                </a:lnTo>
                <a:lnTo>
                  <a:pt x="123" y="624"/>
                </a:lnTo>
                <a:lnTo>
                  <a:pt x="122" y="624"/>
                </a:lnTo>
                <a:lnTo>
                  <a:pt x="123" y="624"/>
                </a:lnTo>
                <a:lnTo>
                  <a:pt x="123" y="625"/>
                </a:lnTo>
                <a:lnTo>
                  <a:pt x="122" y="625"/>
                </a:lnTo>
                <a:lnTo>
                  <a:pt x="122" y="626"/>
                </a:lnTo>
                <a:lnTo>
                  <a:pt x="121" y="626"/>
                </a:lnTo>
                <a:lnTo>
                  <a:pt x="120" y="626"/>
                </a:lnTo>
                <a:lnTo>
                  <a:pt x="120" y="627"/>
                </a:lnTo>
                <a:lnTo>
                  <a:pt x="120" y="628"/>
                </a:lnTo>
                <a:lnTo>
                  <a:pt x="121" y="628"/>
                </a:lnTo>
                <a:lnTo>
                  <a:pt x="120" y="628"/>
                </a:lnTo>
                <a:lnTo>
                  <a:pt x="120" y="629"/>
                </a:lnTo>
                <a:lnTo>
                  <a:pt x="121" y="629"/>
                </a:lnTo>
                <a:lnTo>
                  <a:pt x="121" y="630"/>
                </a:lnTo>
                <a:lnTo>
                  <a:pt x="122" y="630"/>
                </a:lnTo>
                <a:lnTo>
                  <a:pt x="122" y="631"/>
                </a:lnTo>
                <a:lnTo>
                  <a:pt x="122" y="632"/>
                </a:lnTo>
                <a:lnTo>
                  <a:pt x="121" y="632"/>
                </a:lnTo>
                <a:lnTo>
                  <a:pt x="122" y="632"/>
                </a:lnTo>
                <a:lnTo>
                  <a:pt x="122" y="633"/>
                </a:lnTo>
                <a:lnTo>
                  <a:pt x="122" y="634"/>
                </a:lnTo>
                <a:lnTo>
                  <a:pt x="122" y="635"/>
                </a:lnTo>
                <a:lnTo>
                  <a:pt x="121" y="635"/>
                </a:lnTo>
                <a:lnTo>
                  <a:pt x="120" y="635"/>
                </a:lnTo>
                <a:lnTo>
                  <a:pt x="120" y="636"/>
                </a:lnTo>
                <a:lnTo>
                  <a:pt x="120" y="637"/>
                </a:lnTo>
                <a:lnTo>
                  <a:pt x="121" y="637"/>
                </a:lnTo>
                <a:lnTo>
                  <a:pt x="120" y="638"/>
                </a:lnTo>
                <a:lnTo>
                  <a:pt x="120" y="639"/>
                </a:lnTo>
                <a:lnTo>
                  <a:pt x="121" y="639"/>
                </a:lnTo>
                <a:lnTo>
                  <a:pt x="121" y="640"/>
                </a:lnTo>
                <a:lnTo>
                  <a:pt x="122" y="640"/>
                </a:lnTo>
                <a:lnTo>
                  <a:pt x="122" y="641"/>
                </a:lnTo>
                <a:lnTo>
                  <a:pt x="122" y="642"/>
                </a:lnTo>
                <a:lnTo>
                  <a:pt x="123" y="642"/>
                </a:lnTo>
                <a:lnTo>
                  <a:pt x="122" y="642"/>
                </a:lnTo>
                <a:lnTo>
                  <a:pt x="121" y="642"/>
                </a:lnTo>
                <a:lnTo>
                  <a:pt x="120" y="642"/>
                </a:lnTo>
                <a:lnTo>
                  <a:pt x="119" y="642"/>
                </a:lnTo>
                <a:lnTo>
                  <a:pt x="119" y="643"/>
                </a:lnTo>
                <a:lnTo>
                  <a:pt x="118" y="643"/>
                </a:lnTo>
                <a:lnTo>
                  <a:pt x="117" y="644"/>
                </a:lnTo>
                <a:lnTo>
                  <a:pt x="117" y="643"/>
                </a:lnTo>
                <a:lnTo>
                  <a:pt x="116" y="643"/>
                </a:lnTo>
                <a:lnTo>
                  <a:pt x="116" y="642"/>
                </a:lnTo>
                <a:lnTo>
                  <a:pt x="116" y="641"/>
                </a:lnTo>
                <a:lnTo>
                  <a:pt x="115" y="640"/>
                </a:lnTo>
                <a:lnTo>
                  <a:pt x="115" y="639"/>
                </a:lnTo>
                <a:lnTo>
                  <a:pt x="115" y="638"/>
                </a:lnTo>
                <a:lnTo>
                  <a:pt x="114" y="638"/>
                </a:lnTo>
                <a:lnTo>
                  <a:pt x="114" y="639"/>
                </a:lnTo>
                <a:lnTo>
                  <a:pt x="113" y="639"/>
                </a:lnTo>
                <a:lnTo>
                  <a:pt x="113" y="638"/>
                </a:lnTo>
                <a:lnTo>
                  <a:pt x="112" y="638"/>
                </a:lnTo>
                <a:lnTo>
                  <a:pt x="112" y="637"/>
                </a:lnTo>
                <a:lnTo>
                  <a:pt x="111" y="636"/>
                </a:lnTo>
                <a:lnTo>
                  <a:pt x="110" y="636"/>
                </a:lnTo>
                <a:lnTo>
                  <a:pt x="110" y="635"/>
                </a:lnTo>
                <a:lnTo>
                  <a:pt x="109" y="635"/>
                </a:lnTo>
                <a:lnTo>
                  <a:pt x="108" y="635"/>
                </a:lnTo>
                <a:lnTo>
                  <a:pt x="108" y="634"/>
                </a:lnTo>
                <a:lnTo>
                  <a:pt x="107" y="634"/>
                </a:lnTo>
                <a:lnTo>
                  <a:pt x="106" y="634"/>
                </a:lnTo>
                <a:lnTo>
                  <a:pt x="106" y="635"/>
                </a:lnTo>
                <a:lnTo>
                  <a:pt x="107" y="635"/>
                </a:lnTo>
                <a:lnTo>
                  <a:pt x="106" y="636"/>
                </a:lnTo>
                <a:lnTo>
                  <a:pt x="105" y="636"/>
                </a:lnTo>
                <a:lnTo>
                  <a:pt x="105" y="635"/>
                </a:lnTo>
                <a:lnTo>
                  <a:pt x="104" y="635"/>
                </a:lnTo>
                <a:lnTo>
                  <a:pt x="103" y="635"/>
                </a:lnTo>
                <a:lnTo>
                  <a:pt x="103" y="634"/>
                </a:lnTo>
                <a:lnTo>
                  <a:pt x="102" y="633"/>
                </a:lnTo>
                <a:lnTo>
                  <a:pt x="102" y="632"/>
                </a:lnTo>
                <a:lnTo>
                  <a:pt x="101" y="632"/>
                </a:lnTo>
                <a:lnTo>
                  <a:pt x="101" y="631"/>
                </a:lnTo>
                <a:lnTo>
                  <a:pt x="101" y="630"/>
                </a:lnTo>
                <a:lnTo>
                  <a:pt x="100" y="630"/>
                </a:lnTo>
                <a:lnTo>
                  <a:pt x="100" y="628"/>
                </a:lnTo>
                <a:lnTo>
                  <a:pt x="100" y="627"/>
                </a:lnTo>
                <a:lnTo>
                  <a:pt x="101" y="627"/>
                </a:lnTo>
                <a:lnTo>
                  <a:pt x="101" y="626"/>
                </a:lnTo>
                <a:lnTo>
                  <a:pt x="101" y="625"/>
                </a:lnTo>
                <a:lnTo>
                  <a:pt x="102" y="624"/>
                </a:lnTo>
                <a:lnTo>
                  <a:pt x="102" y="623"/>
                </a:lnTo>
                <a:lnTo>
                  <a:pt x="103" y="622"/>
                </a:lnTo>
                <a:lnTo>
                  <a:pt x="103" y="621"/>
                </a:lnTo>
                <a:lnTo>
                  <a:pt x="104" y="621"/>
                </a:lnTo>
                <a:lnTo>
                  <a:pt x="104" y="620"/>
                </a:lnTo>
                <a:lnTo>
                  <a:pt x="103" y="620"/>
                </a:lnTo>
                <a:lnTo>
                  <a:pt x="103" y="619"/>
                </a:lnTo>
                <a:lnTo>
                  <a:pt x="102" y="619"/>
                </a:lnTo>
                <a:lnTo>
                  <a:pt x="101" y="619"/>
                </a:lnTo>
                <a:lnTo>
                  <a:pt x="101" y="618"/>
                </a:lnTo>
                <a:lnTo>
                  <a:pt x="100" y="618"/>
                </a:lnTo>
                <a:lnTo>
                  <a:pt x="99" y="618"/>
                </a:lnTo>
                <a:lnTo>
                  <a:pt x="99" y="617"/>
                </a:lnTo>
                <a:lnTo>
                  <a:pt x="99" y="615"/>
                </a:lnTo>
                <a:lnTo>
                  <a:pt x="100" y="615"/>
                </a:lnTo>
                <a:lnTo>
                  <a:pt x="100" y="614"/>
                </a:lnTo>
                <a:lnTo>
                  <a:pt x="99" y="613"/>
                </a:lnTo>
                <a:lnTo>
                  <a:pt x="100" y="612"/>
                </a:lnTo>
                <a:lnTo>
                  <a:pt x="100" y="611"/>
                </a:lnTo>
                <a:lnTo>
                  <a:pt x="100" y="610"/>
                </a:lnTo>
                <a:lnTo>
                  <a:pt x="99" y="609"/>
                </a:lnTo>
                <a:lnTo>
                  <a:pt x="99" y="608"/>
                </a:lnTo>
                <a:lnTo>
                  <a:pt x="100" y="608"/>
                </a:lnTo>
                <a:lnTo>
                  <a:pt x="99" y="607"/>
                </a:lnTo>
                <a:lnTo>
                  <a:pt x="99" y="606"/>
                </a:lnTo>
                <a:lnTo>
                  <a:pt x="98" y="605"/>
                </a:lnTo>
                <a:lnTo>
                  <a:pt x="97" y="604"/>
                </a:lnTo>
                <a:lnTo>
                  <a:pt x="96" y="604"/>
                </a:lnTo>
                <a:lnTo>
                  <a:pt x="96" y="603"/>
                </a:lnTo>
                <a:lnTo>
                  <a:pt x="95" y="603"/>
                </a:lnTo>
                <a:lnTo>
                  <a:pt x="95" y="602"/>
                </a:lnTo>
                <a:lnTo>
                  <a:pt x="94" y="601"/>
                </a:lnTo>
                <a:lnTo>
                  <a:pt x="92" y="601"/>
                </a:lnTo>
                <a:lnTo>
                  <a:pt x="91" y="601"/>
                </a:lnTo>
                <a:lnTo>
                  <a:pt x="91" y="602"/>
                </a:lnTo>
                <a:lnTo>
                  <a:pt x="90" y="602"/>
                </a:lnTo>
                <a:lnTo>
                  <a:pt x="90" y="603"/>
                </a:lnTo>
                <a:lnTo>
                  <a:pt x="89" y="604"/>
                </a:lnTo>
                <a:lnTo>
                  <a:pt x="88" y="604"/>
                </a:lnTo>
                <a:lnTo>
                  <a:pt x="89" y="606"/>
                </a:lnTo>
                <a:lnTo>
                  <a:pt x="89" y="607"/>
                </a:lnTo>
                <a:lnTo>
                  <a:pt x="88" y="607"/>
                </a:lnTo>
                <a:lnTo>
                  <a:pt x="87" y="607"/>
                </a:lnTo>
                <a:lnTo>
                  <a:pt x="85" y="608"/>
                </a:lnTo>
                <a:lnTo>
                  <a:pt x="85" y="607"/>
                </a:lnTo>
                <a:lnTo>
                  <a:pt x="84" y="608"/>
                </a:lnTo>
                <a:lnTo>
                  <a:pt x="83" y="608"/>
                </a:lnTo>
                <a:lnTo>
                  <a:pt x="83" y="609"/>
                </a:lnTo>
                <a:lnTo>
                  <a:pt x="83" y="610"/>
                </a:lnTo>
                <a:lnTo>
                  <a:pt x="83" y="611"/>
                </a:lnTo>
                <a:lnTo>
                  <a:pt x="83" y="612"/>
                </a:lnTo>
                <a:lnTo>
                  <a:pt x="81" y="612"/>
                </a:lnTo>
                <a:lnTo>
                  <a:pt x="80" y="612"/>
                </a:lnTo>
                <a:lnTo>
                  <a:pt x="79" y="612"/>
                </a:lnTo>
                <a:lnTo>
                  <a:pt x="78" y="612"/>
                </a:lnTo>
                <a:lnTo>
                  <a:pt x="77" y="612"/>
                </a:lnTo>
                <a:lnTo>
                  <a:pt x="77" y="613"/>
                </a:lnTo>
                <a:lnTo>
                  <a:pt x="74" y="613"/>
                </a:lnTo>
                <a:lnTo>
                  <a:pt x="74" y="612"/>
                </a:lnTo>
                <a:lnTo>
                  <a:pt x="74" y="611"/>
                </a:lnTo>
                <a:lnTo>
                  <a:pt x="75" y="611"/>
                </a:lnTo>
                <a:lnTo>
                  <a:pt x="75" y="610"/>
                </a:lnTo>
                <a:lnTo>
                  <a:pt x="74" y="610"/>
                </a:lnTo>
                <a:lnTo>
                  <a:pt x="75" y="610"/>
                </a:lnTo>
                <a:lnTo>
                  <a:pt x="75" y="609"/>
                </a:lnTo>
                <a:lnTo>
                  <a:pt x="75" y="608"/>
                </a:lnTo>
                <a:lnTo>
                  <a:pt x="76" y="607"/>
                </a:lnTo>
                <a:lnTo>
                  <a:pt x="76" y="605"/>
                </a:lnTo>
                <a:lnTo>
                  <a:pt x="75" y="605"/>
                </a:lnTo>
                <a:lnTo>
                  <a:pt x="76" y="604"/>
                </a:lnTo>
                <a:lnTo>
                  <a:pt x="76" y="603"/>
                </a:lnTo>
                <a:lnTo>
                  <a:pt x="76" y="602"/>
                </a:lnTo>
                <a:lnTo>
                  <a:pt x="76" y="601"/>
                </a:lnTo>
                <a:lnTo>
                  <a:pt x="77" y="601"/>
                </a:lnTo>
                <a:lnTo>
                  <a:pt x="77" y="600"/>
                </a:lnTo>
                <a:lnTo>
                  <a:pt x="76" y="599"/>
                </a:lnTo>
                <a:lnTo>
                  <a:pt x="76" y="598"/>
                </a:lnTo>
                <a:lnTo>
                  <a:pt x="76" y="597"/>
                </a:lnTo>
                <a:lnTo>
                  <a:pt x="75" y="595"/>
                </a:lnTo>
                <a:lnTo>
                  <a:pt x="73" y="597"/>
                </a:lnTo>
                <a:lnTo>
                  <a:pt x="72" y="595"/>
                </a:lnTo>
                <a:lnTo>
                  <a:pt x="71" y="595"/>
                </a:lnTo>
                <a:lnTo>
                  <a:pt x="70" y="595"/>
                </a:lnTo>
                <a:lnTo>
                  <a:pt x="69" y="595"/>
                </a:lnTo>
                <a:lnTo>
                  <a:pt x="69" y="594"/>
                </a:lnTo>
                <a:lnTo>
                  <a:pt x="68" y="594"/>
                </a:lnTo>
                <a:lnTo>
                  <a:pt x="68" y="593"/>
                </a:lnTo>
                <a:lnTo>
                  <a:pt x="67" y="592"/>
                </a:lnTo>
                <a:lnTo>
                  <a:pt x="68" y="592"/>
                </a:lnTo>
                <a:lnTo>
                  <a:pt x="68" y="591"/>
                </a:lnTo>
                <a:lnTo>
                  <a:pt x="67" y="591"/>
                </a:lnTo>
                <a:lnTo>
                  <a:pt x="67" y="590"/>
                </a:lnTo>
                <a:lnTo>
                  <a:pt x="67" y="588"/>
                </a:lnTo>
                <a:lnTo>
                  <a:pt x="68" y="588"/>
                </a:lnTo>
                <a:lnTo>
                  <a:pt x="68" y="587"/>
                </a:lnTo>
                <a:lnTo>
                  <a:pt x="69" y="587"/>
                </a:lnTo>
                <a:lnTo>
                  <a:pt x="69" y="586"/>
                </a:lnTo>
                <a:lnTo>
                  <a:pt x="69" y="585"/>
                </a:lnTo>
                <a:lnTo>
                  <a:pt x="69" y="584"/>
                </a:lnTo>
                <a:lnTo>
                  <a:pt x="69" y="583"/>
                </a:lnTo>
                <a:lnTo>
                  <a:pt x="69" y="582"/>
                </a:lnTo>
                <a:lnTo>
                  <a:pt x="70" y="582"/>
                </a:lnTo>
                <a:lnTo>
                  <a:pt x="70" y="581"/>
                </a:lnTo>
                <a:lnTo>
                  <a:pt x="69" y="581"/>
                </a:lnTo>
                <a:lnTo>
                  <a:pt x="68" y="581"/>
                </a:lnTo>
                <a:lnTo>
                  <a:pt x="68" y="580"/>
                </a:lnTo>
                <a:lnTo>
                  <a:pt x="68" y="579"/>
                </a:lnTo>
                <a:lnTo>
                  <a:pt x="69" y="579"/>
                </a:lnTo>
                <a:lnTo>
                  <a:pt x="69" y="578"/>
                </a:lnTo>
                <a:lnTo>
                  <a:pt x="69" y="577"/>
                </a:lnTo>
                <a:lnTo>
                  <a:pt x="70" y="577"/>
                </a:lnTo>
                <a:lnTo>
                  <a:pt x="72" y="575"/>
                </a:lnTo>
                <a:lnTo>
                  <a:pt x="72" y="573"/>
                </a:lnTo>
                <a:lnTo>
                  <a:pt x="71" y="573"/>
                </a:lnTo>
                <a:lnTo>
                  <a:pt x="71" y="574"/>
                </a:lnTo>
                <a:lnTo>
                  <a:pt x="70" y="573"/>
                </a:lnTo>
                <a:lnTo>
                  <a:pt x="71" y="573"/>
                </a:lnTo>
                <a:lnTo>
                  <a:pt x="71" y="572"/>
                </a:lnTo>
                <a:lnTo>
                  <a:pt x="71" y="571"/>
                </a:lnTo>
                <a:lnTo>
                  <a:pt x="71" y="570"/>
                </a:lnTo>
                <a:lnTo>
                  <a:pt x="70" y="570"/>
                </a:lnTo>
                <a:lnTo>
                  <a:pt x="70" y="571"/>
                </a:lnTo>
                <a:lnTo>
                  <a:pt x="69" y="572"/>
                </a:lnTo>
                <a:lnTo>
                  <a:pt x="68" y="572"/>
                </a:lnTo>
                <a:lnTo>
                  <a:pt x="67" y="572"/>
                </a:lnTo>
                <a:lnTo>
                  <a:pt x="67" y="571"/>
                </a:lnTo>
                <a:lnTo>
                  <a:pt x="66" y="571"/>
                </a:lnTo>
                <a:lnTo>
                  <a:pt x="66" y="570"/>
                </a:lnTo>
                <a:lnTo>
                  <a:pt x="67" y="570"/>
                </a:lnTo>
                <a:lnTo>
                  <a:pt x="68" y="570"/>
                </a:lnTo>
                <a:lnTo>
                  <a:pt x="67" y="570"/>
                </a:lnTo>
                <a:lnTo>
                  <a:pt x="67" y="569"/>
                </a:lnTo>
                <a:lnTo>
                  <a:pt x="68" y="569"/>
                </a:lnTo>
                <a:lnTo>
                  <a:pt x="68" y="568"/>
                </a:lnTo>
                <a:lnTo>
                  <a:pt x="69" y="567"/>
                </a:lnTo>
                <a:lnTo>
                  <a:pt x="69" y="566"/>
                </a:lnTo>
                <a:lnTo>
                  <a:pt x="68" y="565"/>
                </a:lnTo>
                <a:lnTo>
                  <a:pt x="67" y="565"/>
                </a:lnTo>
                <a:lnTo>
                  <a:pt x="67" y="564"/>
                </a:lnTo>
                <a:lnTo>
                  <a:pt x="66" y="564"/>
                </a:lnTo>
                <a:lnTo>
                  <a:pt x="66" y="565"/>
                </a:lnTo>
                <a:lnTo>
                  <a:pt x="65" y="565"/>
                </a:lnTo>
                <a:lnTo>
                  <a:pt x="64" y="565"/>
                </a:lnTo>
                <a:lnTo>
                  <a:pt x="63" y="564"/>
                </a:lnTo>
                <a:lnTo>
                  <a:pt x="63" y="563"/>
                </a:lnTo>
                <a:lnTo>
                  <a:pt x="63" y="562"/>
                </a:lnTo>
                <a:lnTo>
                  <a:pt x="62" y="563"/>
                </a:lnTo>
                <a:lnTo>
                  <a:pt x="61" y="563"/>
                </a:lnTo>
                <a:lnTo>
                  <a:pt x="60" y="563"/>
                </a:lnTo>
                <a:lnTo>
                  <a:pt x="61" y="563"/>
                </a:lnTo>
                <a:lnTo>
                  <a:pt x="61" y="562"/>
                </a:lnTo>
                <a:lnTo>
                  <a:pt x="61" y="561"/>
                </a:lnTo>
                <a:lnTo>
                  <a:pt x="62" y="561"/>
                </a:lnTo>
                <a:lnTo>
                  <a:pt x="62" y="560"/>
                </a:lnTo>
                <a:lnTo>
                  <a:pt x="61" y="560"/>
                </a:lnTo>
                <a:lnTo>
                  <a:pt x="60" y="560"/>
                </a:lnTo>
                <a:lnTo>
                  <a:pt x="61" y="561"/>
                </a:lnTo>
                <a:lnTo>
                  <a:pt x="60" y="562"/>
                </a:lnTo>
                <a:lnTo>
                  <a:pt x="60" y="563"/>
                </a:lnTo>
                <a:lnTo>
                  <a:pt x="59" y="563"/>
                </a:lnTo>
                <a:lnTo>
                  <a:pt x="59" y="564"/>
                </a:lnTo>
                <a:lnTo>
                  <a:pt x="59" y="565"/>
                </a:lnTo>
                <a:lnTo>
                  <a:pt x="60" y="566"/>
                </a:lnTo>
                <a:lnTo>
                  <a:pt x="59" y="566"/>
                </a:lnTo>
                <a:lnTo>
                  <a:pt x="58" y="566"/>
                </a:lnTo>
                <a:lnTo>
                  <a:pt x="58" y="565"/>
                </a:lnTo>
                <a:lnTo>
                  <a:pt x="57" y="565"/>
                </a:lnTo>
                <a:lnTo>
                  <a:pt x="56" y="566"/>
                </a:lnTo>
                <a:lnTo>
                  <a:pt x="55" y="566"/>
                </a:lnTo>
                <a:lnTo>
                  <a:pt x="54" y="564"/>
                </a:lnTo>
                <a:lnTo>
                  <a:pt x="55" y="564"/>
                </a:lnTo>
                <a:lnTo>
                  <a:pt x="56" y="564"/>
                </a:lnTo>
                <a:lnTo>
                  <a:pt x="56" y="563"/>
                </a:lnTo>
                <a:lnTo>
                  <a:pt x="57" y="562"/>
                </a:lnTo>
                <a:lnTo>
                  <a:pt x="57" y="561"/>
                </a:lnTo>
                <a:lnTo>
                  <a:pt x="56" y="561"/>
                </a:lnTo>
                <a:lnTo>
                  <a:pt x="56" y="560"/>
                </a:lnTo>
                <a:lnTo>
                  <a:pt x="55" y="560"/>
                </a:lnTo>
                <a:lnTo>
                  <a:pt x="55" y="559"/>
                </a:lnTo>
                <a:lnTo>
                  <a:pt x="55" y="558"/>
                </a:lnTo>
                <a:lnTo>
                  <a:pt x="55" y="557"/>
                </a:lnTo>
                <a:lnTo>
                  <a:pt x="54" y="557"/>
                </a:lnTo>
                <a:lnTo>
                  <a:pt x="53" y="557"/>
                </a:lnTo>
                <a:lnTo>
                  <a:pt x="52" y="557"/>
                </a:lnTo>
                <a:lnTo>
                  <a:pt x="51" y="557"/>
                </a:lnTo>
                <a:lnTo>
                  <a:pt x="51" y="558"/>
                </a:lnTo>
                <a:lnTo>
                  <a:pt x="51" y="559"/>
                </a:lnTo>
                <a:lnTo>
                  <a:pt x="52" y="559"/>
                </a:lnTo>
                <a:lnTo>
                  <a:pt x="53" y="559"/>
                </a:lnTo>
                <a:lnTo>
                  <a:pt x="54" y="560"/>
                </a:lnTo>
                <a:lnTo>
                  <a:pt x="54" y="561"/>
                </a:lnTo>
                <a:lnTo>
                  <a:pt x="54" y="562"/>
                </a:lnTo>
                <a:lnTo>
                  <a:pt x="54" y="563"/>
                </a:lnTo>
                <a:lnTo>
                  <a:pt x="54" y="562"/>
                </a:lnTo>
                <a:lnTo>
                  <a:pt x="55" y="562"/>
                </a:lnTo>
                <a:lnTo>
                  <a:pt x="55" y="563"/>
                </a:lnTo>
                <a:lnTo>
                  <a:pt x="54" y="563"/>
                </a:lnTo>
                <a:lnTo>
                  <a:pt x="53" y="563"/>
                </a:lnTo>
                <a:lnTo>
                  <a:pt x="53" y="562"/>
                </a:lnTo>
                <a:lnTo>
                  <a:pt x="52" y="562"/>
                </a:lnTo>
                <a:lnTo>
                  <a:pt x="51" y="562"/>
                </a:lnTo>
                <a:lnTo>
                  <a:pt x="52" y="562"/>
                </a:lnTo>
                <a:lnTo>
                  <a:pt x="52" y="563"/>
                </a:lnTo>
                <a:lnTo>
                  <a:pt x="53" y="565"/>
                </a:lnTo>
                <a:lnTo>
                  <a:pt x="53" y="566"/>
                </a:lnTo>
                <a:lnTo>
                  <a:pt x="52" y="565"/>
                </a:lnTo>
                <a:lnTo>
                  <a:pt x="51" y="564"/>
                </a:lnTo>
                <a:lnTo>
                  <a:pt x="51" y="563"/>
                </a:lnTo>
                <a:lnTo>
                  <a:pt x="50" y="563"/>
                </a:lnTo>
                <a:lnTo>
                  <a:pt x="50" y="562"/>
                </a:lnTo>
                <a:lnTo>
                  <a:pt x="49" y="561"/>
                </a:lnTo>
                <a:lnTo>
                  <a:pt x="48" y="560"/>
                </a:lnTo>
                <a:lnTo>
                  <a:pt x="47" y="560"/>
                </a:lnTo>
                <a:lnTo>
                  <a:pt x="46" y="560"/>
                </a:lnTo>
                <a:lnTo>
                  <a:pt x="45" y="559"/>
                </a:lnTo>
                <a:lnTo>
                  <a:pt x="46" y="559"/>
                </a:lnTo>
                <a:lnTo>
                  <a:pt x="46" y="558"/>
                </a:lnTo>
                <a:lnTo>
                  <a:pt x="46" y="557"/>
                </a:lnTo>
                <a:lnTo>
                  <a:pt x="46" y="556"/>
                </a:lnTo>
                <a:lnTo>
                  <a:pt x="45" y="556"/>
                </a:lnTo>
                <a:lnTo>
                  <a:pt x="44" y="557"/>
                </a:lnTo>
                <a:lnTo>
                  <a:pt x="43" y="558"/>
                </a:lnTo>
                <a:lnTo>
                  <a:pt x="42" y="558"/>
                </a:lnTo>
                <a:lnTo>
                  <a:pt x="42" y="557"/>
                </a:lnTo>
                <a:lnTo>
                  <a:pt x="43" y="556"/>
                </a:lnTo>
                <a:lnTo>
                  <a:pt x="42" y="555"/>
                </a:lnTo>
                <a:lnTo>
                  <a:pt x="41" y="553"/>
                </a:lnTo>
                <a:lnTo>
                  <a:pt x="41" y="551"/>
                </a:lnTo>
                <a:lnTo>
                  <a:pt x="42" y="550"/>
                </a:lnTo>
                <a:lnTo>
                  <a:pt x="42" y="549"/>
                </a:lnTo>
                <a:lnTo>
                  <a:pt x="41" y="549"/>
                </a:lnTo>
                <a:lnTo>
                  <a:pt x="40" y="549"/>
                </a:lnTo>
                <a:lnTo>
                  <a:pt x="40" y="547"/>
                </a:lnTo>
                <a:lnTo>
                  <a:pt x="41" y="546"/>
                </a:lnTo>
                <a:lnTo>
                  <a:pt x="41" y="545"/>
                </a:lnTo>
                <a:lnTo>
                  <a:pt x="40" y="545"/>
                </a:lnTo>
                <a:lnTo>
                  <a:pt x="40" y="544"/>
                </a:lnTo>
                <a:lnTo>
                  <a:pt x="41" y="543"/>
                </a:lnTo>
                <a:lnTo>
                  <a:pt x="40" y="543"/>
                </a:lnTo>
                <a:lnTo>
                  <a:pt x="40" y="542"/>
                </a:lnTo>
                <a:lnTo>
                  <a:pt x="41" y="542"/>
                </a:lnTo>
                <a:lnTo>
                  <a:pt x="41" y="541"/>
                </a:lnTo>
                <a:lnTo>
                  <a:pt x="40" y="540"/>
                </a:lnTo>
                <a:lnTo>
                  <a:pt x="39" y="540"/>
                </a:lnTo>
                <a:lnTo>
                  <a:pt x="39" y="539"/>
                </a:lnTo>
                <a:lnTo>
                  <a:pt x="39" y="540"/>
                </a:lnTo>
                <a:lnTo>
                  <a:pt x="38" y="539"/>
                </a:lnTo>
                <a:lnTo>
                  <a:pt x="37" y="539"/>
                </a:lnTo>
                <a:lnTo>
                  <a:pt x="37" y="538"/>
                </a:lnTo>
                <a:lnTo>
                  <a:pt x="38" y="538"/>
                </a:lnTo>
                <a:lnTo>
                  <a:pt x="39" y="538"/>
                </a:lnTo>
                <a:lnTo>
                  <a:pt x="39" y="537"/>
                </a:lnTo>
                <a:lnTo>
                  <a:pt x="39" y="536"/>
                </a:lnTo>
                <a:lnTo>
                  <a:pt x="39" y="535"/>
                </a:lnTo>
                <a:lnTo>
                  <a:pt x="38" y="535"/>
                </a:lnTo>
                <a:lnTo>
                  <a:pt x="38" y="534"/>
                </a:lnTo>
                <a:lnTo>
                  <a:pt x="38" y="533"/>
                </a:lnTo>
                <a:lnTo>
                  <a:pt x="37" y="533"/>
                </a:lnTo>
                <a:lnTo>
                  <a:pt x="36" y="533"/>
                </a:lnTo>
                <a:lnTo>
                  <a:pt x="35" y="533"/>
                </a:lnTo>
                <a:lnTo>
                  <a:pt x="34" y="533"/>
                </a:lnTo>
                <a:lnTo>
                  <a:pt x="34" y="532"/>
                </a:lnTo>
                <a:lnTo>
                  <a:pt x="34" y="531"/>
                </a:lnTo>
                <a:lnTo>
                  <a:pt x="33" y="531"/>
                </a:lnTo>
                <a:lnTo>
                  <a:pt x="33" y="532"/>
                </a:lnTo>
                <a:lnTo>
                  <a:pt x="32" y="532"/>
                </a:lnTo>
                <a:lnTo>
                  <a:pt x="30" y="532"/>
                </a:lnTo>
                <a:lnTo>
                  <a:pt x="29" y="533"/>
                </a:lnTo>
                <a:lnTo>
                  <a:pt x="29" y="534"/>
                </a:lnTo>
                <a:lnTo>
                  <a:pt x="28" y="535"/>
                </a:lnTo>
                <a:lnTo>
                  <a:pt x="27" y="535"/>
                </a:lnTo>
                <a:lnTo>
                  <a:pt x="27" y="536"/>
                </a:lnTo>
                <a:lnTo>
                  <a:pt x="28" y="536"/>
                </a:lnTo>
                <a:lnTo>
                  <a:pt x="28" y="537"/>
                </a:lnTo>
                <a:lnTo>
                  <a:pt x="27" y="537"/>
                </a:lnTo>
                <a:lnTo>
                  <a:pt x="27" y="538"/>
                </a:lnTo>
                <a:lnTo>
                  <a:pt x="26" y="538"/>
                </a:lnTo>
                <a:lnTo>
                  <a:pt x="26" y="539"/>
                </a:lnTo>
                <a:lnTo>
                  <a:pt x="25" y="539"/>
                </a:lnTo>
                <a:lnTo>
                  <a:pt x="24" y="539"/>
                </a:lnTo>
                <a:lnTo>
                  <a:pt x="24" y="540"/>
                </a:lnTo>
                <a:lnTo>
                  <a:pt x="23" y="542"/>
                </a:lnTo>
                <a:lnTo>
                  <a:pt x="22" y="543"/>
                </a:lnTo>
                <a:lnTo>
                  <a:pt x="22" y="544"/>
                </a:lnTo>
                <a:lnTo>
                  <a:pt x="22" y="545"/>
                </a:lnTo>
                <a:lnTo>
                  <a:pt x="21" y="546"/>
                </a:lnTo>
                <a:lnTo>
                  <a:pt x="20" y="547"/>
                </a:lnTo>
                <a:lnTo>
                  <a:pt x="21" y="548"/>
                </a:lnTo>
                <a:lnTo>
                  <a:pt x="21" y="549"/>
                </a:lnTo>
                <a:lnTo>
                  <a:pt x="23" y="549"/>
                </a:lnTo>
                <a:lnTo>
                  <a:pt x="24" y="549"/>
                </a:lnTo>
                <a:lnTo>
                  <a:pt x="24" y="550"/>
                </a:lnTo>
                <a:lnTo>
                  <a:pt x="24" y="551"/>
                </a:lnTo>
                <a:lnTo>
                  <a:pt x="23" y="551"/>
                </a:lnTo>
                <a:lnTo>
                  <a:pt x="22" y="551"/>
                </a:lnTo>
                <a:lnTo>
                  <a:pt x="22" y="552"/>
                </a:lnTo>
                <a:lnTo>
                  <a:pt x="21" y="552"/>
                </a:lnTo>
                <a:lnTo>
                  <a:pt x="20" y="552"/>
                </a:lnTo>
                <a:lnTo>
                  <a:pt x="19" y="552"/>
                </a:lnTo>
                <a:lnTo>
                  <a:pt x="19" y="553"/>
                </a:lnTo>
                <a:lnTo>
                  <a:pt x="18" y="552"/>
                </a:lnTo>
                <a:lnTo>
                  <a:pt x="18" y="553"/>
                </a:lnTo>
                <a:lnTo>
                  <a:pt x="17" y="553"/>
                </a:lnTo>
                <a:lnTo>
                  <a:pt x="18" y="553"/>
                </a:lnTo>
                <a:lnTo>
                  <a:pt x="19" y="553"/>
                </a:lnTo>
                <a:lnTo>
                  <a:pt x="19" y="554"/>
                </a:lnTo>
                <a:lnTo>
                  <a:pt x="19" y="555"/>
                </a:lnTo>
                <a:lnTo>
                  <a:pt x="19" y="556"/>
                </a:lnTo>
                <a:lnTo>
                  <a:pt x="18" y="556"/>
                </a:lnTo>
                <a:lnTo>
                  <a:pt x="17" y="555"/>
                </a:lnTo>
                <a:lnTo>
                  <a:pt x="16" y="555"/>
                </a:lnTo>
                <a:lnTo>
                  <a:pt x="16" y="554"/>
                </a:lnTo>
                <a:lnTo>
                  <a:pt x="15" y="554"/>
                </a:lnTo>
                <a:lnTo>
                  <a:pt x="15" y="553"/>
                </a:lnTo>
                <a:lnTo>
                  <a:pt x="14" y="553"/>
                </a:lnTo>
                <a:lnTo>
                  <a:pt x="13" y="553"/>
                </a:lnTo>
                <a:lnTo>
                  <a:pt x="13" y="552"/>
                </a:lnTo>
                <a:lnTo>
                  <a:pt x="13" y="551"/>
                </a:lnTo>
                <a:lnTo>
                  <a:pt x="12" y="551"/>
                </a:lnTo>
                <a:lnTo>
                  <a:pt x="12" y="552"/>
                </a:lnTo>
                <a:lnTo>
                  <a:pt x="11" y="552"/>
                </a:lnTo>
                <a:lnTo>
                  <a:pt x="10" y="552"/>
                </a:lnTo>
                <a:lnTo>
                  <a:pt x="10" y="551"/>
                </a:lnTo>
                <a:lnTo>
                  <a:pt x="9" y="551"/>
                </a:lnTo>
                <a:lnTo>
                  <a:pt x="10" y="550"/>
                </a:lnTo>
                <a:lnTo>
                  <a:pt x="10" y="549"/>
                </a:lnTo>
                <a:lnTo>
                  <a:pt x="10" y="548"/>
                </a:lnTo>
                <a:lnTo>
                  <a:pt x="10" y="546"/>
                </a:lnTo>
                <a:lnTo>
                  <a:pt x="10" y="545"/>
                </a:lnTo>
                <a:lnTo>
                  <a:pt x="9" y="545"/>
                </a:lnTo>
                <a:lnTo>
                  <a:pt x="9" y="546"/>
                </a:lnTo>
                <a:lnTo>
                  <a:pt x="8" y="546"/>
                </a:lnTo>
                <a:lnTo>
                  <a:pt x="8" y="547"/>
                </a:lnTo>
                <a:lnTo>
                  <a:pt x="7" y="546"/>
                </a:lnTo>
                <a:lnTo>
                  <a:pt x="7" y="545"/>
                </a:lnTo>
                <a:lnTo>
                  <a:pt x="7" y="543"/>
                </a:lnTo>
                <a:lnTo>
                  <a:pt x="7" y="542"/>
                </a:lnTo>
                <a:lnTo>
                  <a:pt x="8" y="541"/>
                </a:lnTo>
                <a:lnTo>
                  <a:pt x="7" y="540"/>
                </a:lnTo>
                <a:lnTo>
                  <a:pt x="6" y="540"/>
                </a:lnTo>
                <a:lnTo>
                  <a:pt x="5" y="539"/>
                </a:lnTo>
                <a:lnTo>
                  <a:pt x="5" y="538"/>
                </a:lnTo>
                <a:lnTo>
                  <a:pt x="5" y="537"/>
                </a:lnTo>
                <a:lnTo>
                  <a:pt x="4" y="537"/>
                </a:lnTo>
                <a:lnTo>
                  <a:pt x="3" y="537"/>
                </a:lnTo>
                <a:lnTo>
                  <a:pt x="3" y="538"/>
                </a:lnTo>
                <a:lnTo>
                  <a:pt x="4" y="538"/>
                </a:lnTo>
                <a:lnTo>
                  <a:pt x="4" y="540"/>
                </a:lnTo>
                <a:lnTo>
                  <a:pt x="3" y="541"/>
                </a:lnTo>
                <a:lnTo>
                  <a:pt x="2" y="541"/>
                </a:lnTo>
                <a:lnTo>
                  <a:pt x="2" y="540"/>
                </a:lnTo>
                <a:lnTo>
                  <a:pt x="1" y="540"/>
                </a:lnTo>
                <a:lnTo>
                  <a:pt x="0" y="540"/>
                </a:lnTo>
                <a:lnTo>
                  <a:pt x="0" y="539"/>
                </a:lnTo>
                <a:lnTo>
                  <a:pt x="0" y="538"/>
                </a:lnTo>
                <a:lnTo>
                  <a:pt x="1" y="537"/>
                </a:lnTo>
                <a:lnTo>
                  <a:pt x="0" y="537"/>
                </a:lnTo>
                <a:lnTo>
                  <a:pt x="1" y="536"/>
                </a:lnTo>
                <a:lnTo>
                  <a:pt x="2" y="535"/>
                </a:lnTo>
                <a:lnTo>
                  <a:pt x="3" y="534"/>
                </a:lnTo>
                <a:lnTo>
                  <a:pt x="3" y="533"/>
                </a:lnTo>
                <a:lnTo>
                  <a:pt x="4" y="533"/>
                </a:lnTo>
                <a:lnTo>
                  <a:pt x="4" y="534"/>
                </a:lnTo>
                <a:lnTo>
                  <a:pt x="5" y="534"/>
                </a:lnTo>
                <a:lnTo>
                  <a:pt x="5" y="533"/>
                </a:lnTo>
                <a:lnTo>
                  <a:pt x="6" y="533"/>
                </a:lnTo>
                <a:lnTo>
                  <a:pt x="7" y="532"/>
                </a:lnTo>
                <a:lnTo>
                  <a:pt x="7" y="531"/>
                </a:lnTo>
                <a:lnTo>
                  <a:pt x="7" y="530"/>
                </a:lnTo>
                <a:lnTo>
                  <a:pt x="8" y="530"/>
                </a:lnTo>
                <a:lnTo>
                  <a:pt x="9" y="530"/>
                </a:lnTo>
                <a:lnTo>
                  <a:pt x="9" y="531"/>
                </a:lnTo>
                <a:lnTo>
                  <a:pt x="10" y="531"/>
                </a:lnTo>
                <a:lnTo>
                  <a:pt x="11" y="531"/>
                </a:lnTo>
                <a:lnTo>
                  <a:pt x="11" y="532"/>
                </a:lnTo>
                <a:lnTo>
                  <a:pt x="12" y="532"/>
                </a:lnTo>
                <a:lnTo>
                  <a:pt x="13" y="533"/>
                </a:lnTo>
                <a:lnTo>
                  <a:pt x="14" y="532"/>
                </a:lnTo>
                <a:lnTo>
                  <a:pt x="15" y="532"/>
                </a:lnTo>
                <a:lnTo>
                  <a:pt x="16" y="532"/>
                </a:lnTo>
                <a:lnTo>
                  <a:pt x="17" y="531"/>
                </a:lnTo>
                <a:lnTo>
                  <a:pt x="17" y="530"/>
                </a:lnTo>
                <a:lnTo>
                  <a:pt x="18" y="529"/>
                </a:lnTo>
                <a:lnTo>
                  <a:pt x="18" y="530"/>
                </a:lnTo>
                <a:lnTo>
                  <a:pt x="18" y="531"/>
                </a:lnTo>
                <a:lnTo>
                  <a:pt x="19" y="532"/>
                </a:lnTo>
                <a:lnTo>
                  <a:pt x="20" y="532"/>
                </a:lnTo>
                <a:lnTo>
                  <a:pt x="20" y="531"/>
                </a:lnTo>
                <a:lnTo>
                  <a:pt x="19" y="531"/>
                </a:lnTo>
                <a:lnTo>
                  <a:pt x="19" y="529"/>
                </a:lnTo>
                <a:lnTo>
                  <a:pt x="20" y="529"/>
                </a:lnTo>
                <a:lnTo>
                  <a:pt x="20" y="528"/>
                </a:lnTo>
                <a:lnTo>
                  <a:pt x="20" y="527"/>
                </a:lnTo>
                <a:lnTo>
                  <a:pt x="20" y="526"/>
                </a:lnTo>
                <a:lnTo>
                  <a:pt x="20" y="525"/>
                </a:lnTo>
                <a:lnTo>
                  <a:pt x="20" y="524"/>
                </a:lnTo>
                <a:lnTo>
                  <a:pt x="19" y="524"/>
                </a:lnTo>
                <a:lnTo>
                  <a:pt x="19" y="523"/>
                </a:lnTo>
                <a:lnTo>
                  <a:pt x="19" y="522"/>
                </a:lnTo>
                <a:lnTo>
                  <a:pt x="19" y="521"/>
                </a:lnTo>
                <a:lnTo>
                  <a:pt x="19" y="520"/>
                </a:lnTo>
                <a:lnTo>
                  <a:pt x="20" y="519"/>
                </a:lnTo>
                <a:lnTo>
                  <a:pt x="20" y="518"/>
                </a:lnTo>
                <a:lnTo>
                  <a:pt x="20" y="517"/>
                </a:lnTo>
                <a:lnTo>
                  <a:pt x="21" y="517"/>
                </a:lnTo>
                <a:lnTo>
                  <a:pt x="21" y="515"/>
                </a:lnTo>
                <a:lnTo>
                  <a:pt x="21" y="514"/>
                </a:lnTo>
                <a:lnTo>
                  <a:pt x="22" y="513"/>
                </a:lnTo>
                <a:lnTo>
                  <a:pt x="22" y="514"/>
                </a:lnTo>
                <a:lnTo>
                  <a:pt x="23" y="514"/>
                </a:lnTo>
                <a:lnTo>
                  <a:pt x="23" y="515"/>
                </a:lnTo>
                <a:lnTo>
                  <a:pt x="23" y="514"/>
                </a:lnTo>
                <a:lnTo>
                  <a:pt x="22" y="514"/>
                </a:lnTo>
                <a:lnTo>
                  <a:pt x="22" y="513"/>
                </a:lnTo>
                <a:lnTo>
                  <a:pt x="22" y="512"/>
                </a:lnTo>
                <a:lnTo>
                  <a:pt x="21" y="511"/>
                </a:lnTo>
                <a:lnTo>
                  <a:pt x="20" y="511"/>
                </a:lnTo>
                <a:lnTo>
                  <a:pt x="20" y="510"/>
                </a:lnTo>
                <a:lnTo>
                  <a:pt x="20" y="505"/>
                </a:lnTo>
                <a:lnTo>
                  <a:pt x="20" y="503"/>
                </a:lnTo>
                <a:lnTo>
                  <a:pt x="19" y="502"/>
                </a:lnTo>
                <a:lnTo>
                  <a:pt x="19" y="503"/>
                </a:lnTo>
                <a:lnTo>
                  <a:pt x="18" y="503"/>
                </a:lnTo>
                <a:lnTo>
                  <a:pt x="18" y="501"/>
                </a:lnTo>
                <a:lnTo>
                  <a:pt x="19" y="501"/>
                </a:lnTo>
                <a:lnTo>
                  <a:pt x="19" y="500"/>
                </a:lnTo>
                <a:lnTo>
                  <a:pt x="19" y="501"/>
                </a:lnTo>
                <a:lnTo>
                  <a:pt x="20" y="501"/>
                </a:lnTo>
                <a:lnTo>
                  <a:pt x="20" y="500"/>
                </a:lnTo>
                <a:lnTo>
                  <a:pt x="20" y="499"/>
                </a:lnTo>
                <a:lnTo>
                  <a:pt x="20" y="498"/>
                </a:lnTo>
                <a:lnTo>
                  <a:pt x="21" y="498"/>
                </a:lnTo>
                <a:lnTo>
                  <a:pt x="21" y="497"/>
                </a:lnTo>
                <a:lnTo>
                  <a:pt x="21" y="496"/>
                </a:lnTo>
                <a:lnTo>
                  <a:pt x="22" y="496"/>
                </a:lnTo>
                <a:lnTo>
                  <a:pt x="22" y="495"/>
                </a:lnTo>
                <a:lnTo>
                  <a:pt x="22" y="494"/>
                </a:lnTo>
                <a:lnTo>
                  <a:pt x="22" y="493"/>
                </a:lnTo>
                <a:lnTo>
                  <a:pt x="23" y="492"/>
                </a:lnTo>
                <a:lnTo>
                  <a:pt x="24" y="489"/>
                </a:lnTo>
                <a:lnTo>
                  <a:pt x="24" y="488"/>
                </a:lnTo>
                <a:lnTo>
                  <a:pt x="24" y="487"/>
                </a:lnTo>
                <a:lnTo>
                  <a:pt x="23" y="487"/>
                </a:lnTo>
                <a:lnTo>
                  <a:pt x="22" y="487"/>
                </a:lnTo>
                <a:lnTo>
                  <a:pt x="22" y="486"/>
                </a:lnTo>
                <a:lnTo>
                  <a:pt x="22" y="485"/>
                </a:lnTo>
                <a:lnTo>
                  <a:pt x="22" y="484"/>
                </a:lnTo>
                <a:lnTo>
                  <a:pt x="23" y="483"/>
                </a:lnTo>
                <a:lnTo>
                  <a:pt x="23" y="482"/>
                </a:lnTo>
                <a:lnTo>
                  <a:pt x="23" y="480"/>
                </a:lnTo>
                <a:lnTo>
                  <a:pt x="23" y="479"/>
                </a:lnTo>
                <a:lnTo>
                  <a:pt x="24" y="478"/>
                </a:lnTo>
                <a:lnTo>
                  <a:pt x="24" y="477"/>
                </a:lnTo>
                <a:lnTo>
                  <a:pt x="23" y="477"/>
                </a:lnTo>
                <a:lnTo>
                  <a:pt x="23" y="476"/>
                </a:lnTo>
                <a:lnTo>
                  <a:pt x="24" y="475"/>
                </a:lnTo>
                <a:lnTo>
                  <a:pt x="25" y="475"/>
                </a:lnTo>
                <a:lnTo>
                  <a:pt x="26" y="472"/>
                </a:lnTo>
                <a:lnTo>
                  <a:pt x="25" y="472"/>
                </a:lnTo>
                <a:lnTo>
                  <a:pt x="25" y="473"/>
                </a:lnTo>
                <a:lnTo>
                  <a:pt x="24" y="473"/>
                </a:lnTo>
                <a:lnTo>
                  <a:pt x="23" y="473"/>
                </a:lnTo>
                <a:lnTo>
                  <a:pt x="23" y="472"/>
                </a:lnTo>
                <a:lnTo>
                  <a:pt x="23" y="471"/>
                </a:lnTo>
                <a:lnTo>
                  <a:pt x="22" y="471"/>
                </a:lnTo>
                <a:lnTo>
                  <a:pt x="21" y="471"/>
                </a:lnTo>
                <a:lnTo>
                  <a:pt x="21" y="470"/>
                </a:lnTo>
                <a:lnTo>
                  <a:pt x="21" y="469"/>
                </a:lnTo>
                <a:lnTo>
                  <a:pt x="20" y="469"/>
                </a:lnTo>
                <a:lnTo>
                  <a:pt x="19" y="469"/>
                </a:lnTo>
                <a:lnTo>
                  <a:pt x="19" y="468"/>
                </a:lnTo>
                <a:lnTo>
                  <a:pt x="19" y="467"/>
                </a:lnTo>
                <a:lnTo>
                  <a:pt x="18" y="467"/>
                </a:lnTo>
                <a:lnTo>
                  <a:pt x="18" y="466"/>
                </a:lnTo>
                <a:lnTo>
                  <a:pt x="18" y="465"/>
                </a:lnTo>
                <a:lnTo>
                  <a:pt x="17" y="464"/>
                </a:lnTo>
                <a:lnTo>
                  <a:pt x="16" y="464"/>
                </a:lnTo>
                <a:lnTo>
                  <a:pt x="15" y="464"/>
                </a:lnTo>
                <a:lnTo>
                  <a:pt x="14" y="464"/>
                </a:lnTo>
                <a:lnTo>
                  <a:pt x="14" y="463"/>
                </a:lnTo>
                <a:lnTo>
                  <a:pt x="14" y="462"/>
                </a:lnTo>
                <a:lnTo>
                  <a:pt x="13" y="462"/>
                </a:lnTo>
                <a:lnTo>
                  <a:pt x="13" y="461"/>
                </a:lnTo>
                <a:lnTo>
                  <a:pt x="12" y="460"/>
                </a:lnTo>
                <a:lnTo>
                  <a:pt x="11" y="460"/>
                </a:lnTo>
                <a:lnTo>
                  <a:pt x="10" y="459"/>
                </a:lnTo>
                <a:lnTo>
                  <a:pt x="9" y="458"/>
                </a:lnTo>
                <a:lnTo>
                  <a:pt x="9" y="457"/>
                </a:lnTo>
                <a:lnTo>
                  <a:pt x="8" y="458"/>
                </a:lnTo>
                <a:lnTo>
                  <a:pt x="6" y="458"/>
                </a:lnTo>
                <a:lnTo>
                  <a:pt x="5" y="458"/>
                </a:lnTo>
                <a:lnTo>
                  <a:pt x="5" y="457"/>
                </a:lnTo>
                <a:lnTo>
                  <a:pt x="4" y="456"/>
                </a:lnTo>
                <a:lnTo>
                  <a:pt x="2" y="455"/>
                </a:lnTo>
                <a:lnTo>
                  <a:pt x="1" y="453"/>
                </a:lnTo>
                <a:lnTo>
                  <a:pt x="1" y="452"/>
                </a:lnTo>
                <a:lnTo>
                  <a:pt x="2" y="452"/>
                </a:lnTo>
                <a:lnTo>
                  <a:pt x="4" y="452"/>
                </a:lnTo>
                <a:lnTo>
                  <a:pt x="4" y="451"/>
                </a:lnTo>
                <a:lnTo>
                  <a:pt x="4" y="450"/>
                </a:lnTo>
                <a:lnTo>
                  <a:pt x="4" y="449"/>
                </a:lnTo>
                <a:lnTo>
                  <a:pt x="5" y="449"/>
                </a:lnTo>
                <a:lnTo>
                  <a:pt x="5" y="448"/>
                </a:lnTo>
                <a:lnTo>
                  <a:pt x="4" y="447"/>
                </a:lnTo>
                <a:lnTo>
                  <a:pt x="4" y="446"/>
                </a:lnTo>
                <a:lnTo>
                  <a:pt x="3" y="446"/>
                </a:lnTo>
                <a:lnTo>
                  <a:pt x="3" y="447"/>
                </a:lnTo>
                <a:lnTo>
                  <a:pt x="3" y="446"/>
                </a:lnTo>
                <a:lnTo>
                  <a:pt x="2" y="445"/>
                </a:lnTo>
                <a:lnTo>
                  <a:pt x="3" y="445"/>
                </a:lnTo>
                <a:lnTo>
                  <a:pt x="3" y="444"/>
                </a:lnTo>
                <a:lnTo>
                  <a:pt x="4" y="444"/>
                </a:lnTo>
                <a:lnTo>
                  <a:pt x="4" y="443"/>
                </a:lnTo>
                <a:lnTo>
                  <a:pt x="3" y="442"/>
                </a:lnTo>
                <a:lnTo>
                  <a:pt x="4" y="442"/>
                </a:lnTo>
                <a:lnTo>
                  <a:pt x="4" y="441"/>
                </a:lnTo>
                <a:lnTo>
                  <a:pt x="3" y="440"/>
                </a:lnTo>
                <a:lnTo>
                  <a:pt x="3" y="439"/>
                </a:lnTo>
                <a:lnTo>
                  <a:pt x="4" y="438"/>
                </a:lnTo>
                <a:lnTo>
                  <a:pt x="4" y="437"/>
                </a:lnTo>
                <a:lnTo>
                  <a:pt x="5" y="437"/>
                </a:lnTo>
                <a:lnTo>
                  <a:pt x="6" y="438"/>
                </a:lnTo>
                <a:lnTo>
                  <a:pt x="6" y="437"/>
                </a:lnTo>
                <a:lnTo>
                  <a:pt x="7" y="437"/>
                </a:lnTo>
                <a:lnTo>
                  <a:pt x="8" y="436"/>
                </a:lnTo>
                <a:lnTo>
                  <a:pt x="8" y="437"/>
                </a:lnTo>
                <a:lnTo>
                  <a:pt x="9" y="438"/>
                </a:lnTo>
                <a:lnTo>
                  <a:pt x="9" y="437"/>
                </a:lnTo>
                <a:lnTo>
                  <a:pt x="9" y="438"/>
                </a:lnTo>
                <a:lnTo>
                  <a:pt x="10" y="438"/>
                </a:lnTo>
                <a:lnTo>
                  <a:pt x="11" y="437"/>
                </a:lnTo>
                <a:lnTo>
                  <a:pt x="12" y="437"/>
                </a:lnTo>
                <a:lnTo>
                  <a:pt x="12" y="436"/>
                </a:lnTo>
                <a:lnTo>
                  <a:pt x="12" y="435"/>
                </a:lnTo>
                <a:lnTo>
                  <a:pt x="13" y="435"/>
                </a:lnTo>
                <a:lnTo>
                  <a:pt x="15" y="435"/>
                </a:lnTo>
                <a:lnTo>
                  <a:pt x="16" y="436"/>
                </a:lnTo>
                <a:lnTo>
                  <a:pt x="17" y="437"/>
                </a:lnTo>
                <a:lnTo>
                  <a:pt x="17" y="438"/>
                </a:lnTo>
                <a:lnTo>
                  <a:pt x="18" y="437"/>
                </a:lnTo>
                <a:lnTo>
                  <a:pt x="19" y="437"/>
                </a:lnTo>
                <a:lnTo>
                  <a:pt x="19" y="438"/>
                </a:lnTo>
                <a:lnTo>
                  <a:pt x="19" y="437"/>
                </a:lnTo>
                <a:lnTo>
                  <a:pt x="18" y="437"/>
                </a:lnTo>
                <a:lnTo>
                  <a:pt x="19" y="436"/>
                </a:lnTo>
                <a:lnTo>
                  <a:pt x="19" y="437"/>
                </a:lnTo>
                <a:lnTo>
                  <a:pt x="20" y="437"/>
                </a:lnTo>
                <a:lnTo>
                  <a:pt x="20" y="438"/>
                </a:lnTo>
                <a:lnTo>
                  <a:pt x="21" y="438"/>
                </a:lnTo>
                <a:lnTo>
                  <a:pt x="22" y="439"/>
                </a:lnTo>
                <a:lnTo>
                  <a:pt x="22" y="440"/>
                </a:lnTo>
                <a:lnTo>
                  <a:pt x="23" y="440"/>
                </a:lnTo>
                <a:lnTo>
                  <a:pt x="23" y="439"/>
                </a:lnTo>
                <a:lnTo>
                  <a:pt x="24" y="439"/>
                </a:lnTo>
                <a:lnTo>
                  <a:pt x="24" y="438"/>
                </a:lnTo>
                <a:lnTo>
                  <a:pt x="24" y="437"/>
                </a:lnTo>
                <a:lnTo>
                  <a:pt x="25" y="437"/>
                </a:lnTo>
                <a:lnTo>
                  <a:pt x="25" y="436"/>
                </a:lnTo>
                <a:lnTo>
                  <a:pt x="26" y="436"/>
                </a:lnTo>
                <a:lnTo>
                  <a:pt x="27" y="436"/>
                </a:lnTo>
                <a:lnTo>
                  <a:pt x="28" y="435"/>
                </a:lnTo>
                <a:lnTo>
                  <a:pt x="28" y="434"/>
                </a:lnTo>
                <a:lnTo>
                  <a:pt x="27" y="434"/>
                </a:lnTo>
                <a:lnTo>
                  <a:pt x="27" y="433"/>
                </a:lnTo>
                <a:lnTo>
                  <a:pt x="28" y="433"/>
                </a:lnTo>
                <a:lnTo>
                  <a:pt x="29" y="433"/>
                </a:lnTo>
                <a:lnTo>
                  <a:pt x="29" y="432"/>
                </a:lnTo>
                <a:lnTo>
                  <a:pt x="29" y="431"/>
                </a:lnTo>
                <a:lnTo>
                  <a:pt x="30" y="431"/>
                </a:lnTo>
                <a:lnTo>
                  <a:pt x="31" y="430"/>
                </a:lnTo>
                <a:lnTo>
                  <a:pt x="31" y="431"/>
                </a:lnTo>
                <a:lnTo>
                  <a:pt x="32" y="431"/>
                </a:lnTo>
                <a:lnTo>
                  <a:pt x="32" y="432"/>
                </a:lnTo>
                <a:lnTo>
                  <a:pt x="32" y="431"/>
                </a:lnTo>
                <a:lnTo>
                  <a:pt x="32" y="430"/>
                </a:lnTo>
                <a:lnTo>
                  <a:pt x="32" y="429"/>
                </a:lnTo>
                <a:lnTo>
                  <a:pt x="32" y="428"/>
                </a:lnTo>
                <a:lnTo>
                  <a:pt x="33" y="427"/>
                </a:lnTo>
                <a:lnTo>
                  <a:pt x="32" y="427"/>
                </a:lnTo>
                <a:lnTo>
                  <a:pt x="32" y="426"/>
                </a:lnTo>
                <a:lnTo>
                  <a:pt x="32" y="425"/>
                </a:lnTo>
                <a:lnTo>
                  <a:pt x="31" y="424"/>
                </a:lnTo>
                <a:lnTo>
                  <a:pt x="32" y="423"/>
                </a:lnTo>
                <a:lnTo>
                  <a:pt x="33" y="422"/>
                </a:lnTo>
                <a:lnTo>
                  <a:pt x="33" y="421"/>
                </a:lnTo>
                <a:lnTo>
                  <a:pt x="34" y="421"/>
                </a:lnTo>
                <a:lnTo>
                  <a:pt x="35" y="421"/>
                </a:lnTo>
                <a:lnTo>
                  <a:pt x="37" y="421"/>
                </a:lnTo>
                <a:lnTo>
                  <a:pt x="38" y="421"/>
                </a:lnTo>
                <a:lnTo>
                  <a:pt x="38" y="422"/>
                </a:lnTo>
                <a:lnTo>
                  <a:pt x="38" y="423"/>
                </a:lnTo>
                <a:lnTo>
                  <a:pt x="38" y="424"/>
                </a:lnTo>
                <a:lnTo>
                  <a:pt x="39" y="425"/>
                </a:lnTo>
                <a:lnTo>
                  <a:pt x="39" y="426"/>
                </a:lnTo>
                <a:lnTo>
                  <a:pt x="39" y="427"/>
                </a:lnTo>
                <a:lnTo>
                  <a:pt x="39" y="428"/>
                </a:lnTo>
                <a:lnTo>
                  <a:pt x="40" y="429"/>
                </a:lnTo>
                <a:lnTo>
                  <a:pt x="41" y="429"/>
                </a:lnTo>
                <a:lnTo>
                  <a:pt x="41" y="430"/>
                </a:lnTo>
                <a:lnTo>
                  <a:pt x="41" y="431"/>
                </a:lnTo>
                <a:lnTo>
                  <a:pt x="42" y="432"/>
                </a:lnTo>
                <a:lnTo>
                  <a:pt x="43" y="432"/>
                </a:lnTo>
                <a:lnTo>
                  <a:pt x="42" y="433"/>
                </a:lnTo>
                <a:lnTo>
                  <a:pt x="43" y="434"/>
                </a:lnTo>
                <a:lnTo>
                  <a:pt x="44" y="435"/>
                </a:lnTo>
                <a:lnTo>
                  <a:pt x="45" y="435"/>
                </a:lnTo>
                <a:lnTo>
                  <a:pt x="46" y="435"/>
                </a:lnTo>
                <a:lnTo>
                  <a:pt x="46" y="434"/>
                </a:lnTo>
                <a:lnTo>
                  <a:pt x="47" y="434"/>
                </a:lnTo>
                <a:lnTo>
                  <a:pt x="48" y="434"/>
                </a:lnTo>
                <a:lnTo>
                  <a:pt x="49" y="434"/>
                </a:lnTo>
                <a:lnTo>
                  <a:pt x="50" y="432"/>
                </a:lnTo>
                <a:lnTo>
                  <a:pt x="51" y="432"/>
                </a:lnTo>
                <a:lnTo>
                  <a:pt x="51" y="433"/>
                </a:lnTo>
                <a:lnTo>
                  <a:pt x="52" y="433"/>
                </a:lnTo>
                <a:lnTo>
                  <a:pt x="53" y="434"/>
                </a:lnTo>
                <a:lnTo>
                  <a:pt x="53" y="435"/>
                </a:lnTo>
                <a:lnTo>
                  <a:pt x="54" y="435"/>
                </a:lnTo>
                <a:lnTo>
                  <a:pt x="55" y="435"/>
                </a:lnTo>
                <a:lnTo>
                  <a:pt x="56" y="435"/>
                </a:lnTo>
                <a:lnTo>
                  <a:pt x="57" y="434"/>
                </a:lnTo>
                <a:lnTo>
                  <a:pt x="57" y="433"/>
                </a:lnTo>
                <a:lnTo>
                  <a:pt x="58" y="432"/>
                </a:lnTo>
                <a:lnTo>
                  <a:pt x="59" y="431"/>
                </a:lnTo>
                <a:lnTo>
                  <a:pt x="60" y="429"/>
                </a:lnTo>
                <a:lnTo>
                  <a:pt x="61" y="429"/>
                </a:lnTo>
                <a:lnTo>
                  <a:pt x="61" y="428"/>
                </a:lnTo>
                <a:lnTo>
                  <a:pt x="62" y="427"/>
                </a:lnTo>
                <a:lnTo>
                  <a:pt x="63" y="426"/>
                </a:lnTo>
                <a:lnTo>
                  <a:pt x="63" y="425"/>
                </a:lnTo>
                <a:lnTo>
                  <a:pt x="64" y="425"/>
                </a:lnTo>
                <a:lnTo>
                  <a:pt x="64" y="424"/>
                </a:lnTo>
                <a:lnTo>
                  <a:pt x="65" y="422"/>
                </a:lnTo>
                <a:lnTo>
                  <a:pt x="66" y="422"/>
                </a:lnTo>
                <a:lnTo>
                  <a:pt x="67" y="421"/>
                </a:lnTo>
                <a:lnTo>
                  <a:pt x="67" y="420"/>
                </a:lnTo>
                <a:lnTo>
                  <a:pt x="68" y="419"/>
                </a:lnTo>
                <a:lnTo>
                  <a:pt x="69" y="419"/>
                </a:lnTo>
                <a:lnTo>
                  <a:pt x="70" y="418"/>
                </a:lnTo>
                <a:lnTo>
                  <a:pt x="70" y="417"/>
                </a:lnTo>
                <a:lnTo>
                  <a:pt x="71" y="417"/>
                </a:lnTo>
                <a:lnTo>
                  <a:pt x="71" y="416"/>
                </a:lnTo>
                <a:lnTo>
                  <a:pt x="72" y="416"/>
                </a:lnTo>
                <a:lnTo>
                  <a:pt x="72" y="415"/>
                </a:lnTo>
                <a:lnTo>
                  <a:pt x="72" y="414"/>
                </a:lnTo>
                <a:lnTo>
                  <a:pt x="73" y="414"/>
                </a:lnTo>
                <a:lnTo>
                  <a:pt x="74" y="414"/>
                </a:lnTo>
                <a:lnTo>
                  <a:pt x="74" y="413"/>
                </a:lnTo>
                <a:lnTo>
                  <a:pt x="75" y="414"/>
                </a:lnTo>
                <a:lnTo>
                  <a:pt x="75" y="415"/>
                </a:lnTo>
                <a:lnTo>
                  <a:pt x="75" y="414"/>
                </a:lnTo>
                <a:lnTo>
                  <a:pt x="76" y="414"/>
                </a:lnTo>
                <a:lnTo>
                  <a:pt x="77" y="413"/>
                </a:lnTo>
                <a:lnTo>
                  <a:pt x="78" y="413"/>
                </a:lnTo>
                <a:lnTo>
                  <a:pt x="78" y="414"/>
                </a:lnTo>
                <a:lnTo>
                  <a:pt x="79" y="413"/>
                </a:lnTo>
                <a:lnTo>
                  <a:pt x="80" y="411"/>
                </a:lnTo>
                <a:lnTo>
                  <a:pt x="81" y="410"/>
                </a:lnTo>
                <a:lnTo>
                  <a:pt x="82" y="409"/>
                </a:lnTo>
                <a:lnTo>
                  <a:pt x="83" y="410"/>
                </a:lnTo>
                <a:lnTo>
                  <a:pt x="83" y="411"/>
                </a:lnTo>
                <a:lnTo>
                  <a:pt x="84" y="411"/>
                </a:lnTo>
                <a:lnTo>
                  <a:pt x="85" y="411"/>
                </a:lnTo>
                <a:lnTo>
                  <a:pt x="86" y="411"/>
                </a:lnTo>
                <a:lnTo>
                  <a:pt x="87" y="411"/>
                </a:lnTo>
                <a:lnTo>
                  <a:pt x="88" y="410"/>
                </a:lnTo>
                <a:lnTo>
                  <a:pt x="89" y="410"/>
                </a:lnTo>
                <a:lnTo>
                  <a:pt x="89" y="411"/>
                </a:lnTo>
                <a:lnTo>
                  <a:pt x="92" y="411"/>
                </a:lnTo>
                <a:lnTo>
                  <a:pt x="92" y="412"/>
                </a:lnTo>
                <a:lnTo>
                  <a:pt x="93" y="412"/>
                </a:lnTo>
                <a:lnTo>
                  <a:pt x="93" y="413"/>
                </a:lnTo>
                <a:lnTo>
                  <a:pt x="92" y="414"/>
                </a:lnTo>
                <a:lnTo>
                  <a:pt x="92" y="415"/>
                </a:lnTo>
                <a:lnTo>
                  <a:pt x="91" y="415"/>
                </a:lnTo>
                <a:lnTo>
                  <a:pt x="91" y="416"/>
                </a:lnTo>
                <a:lnTo>
                  <a:pt x="90" y="416"/>
                </a:lnTo>
                <a:lnTo>
                  <a:pt x="89" y="416"/>
                </a:lnTo>
                <a:lnTo>
                  <a:pt x="88" y="417"/>
                </a:lnTo>
                <a:lnTo>
                  <a:pt x="87" y="417"/>
                </a:lnTo>
                <a:lnTo>
                  <a:pt x="88" y="418"/>
                </a:lnTo>
                <a:lnTo>
                  <a:pt x="89" y="419"/>
                </a:lnTo>
                <a:lnTo>
                  <a:pt x="89" y="421"/>
                </a:lnTo>
                <a:lnTo>
                  <a:pt x="89" y="422"/>
                </a:lnTo>
                <a:lnTo>
                  <a:pt x="90" y="422"/>
                </a:lnTo>
                <a:lnTo>
                  <a:pt x="91" y="423"/>
                </a:lnTo>
                <a:lnTo>
                  <a:pt x="91" y="424"/>
                </a:lnTo>
                <a:lnTo>
                  <a:pt x="92" y="425"/>
                </a:lnTo>
                <a:lnTo>
                  <a:pt x="92" y="426"/>
                </a:lnTo>
                <a:lnTo>
                  <a:pt x="93" y="426"/>
                </a:lnTo>
                <a:lnTo>
                  <a:pt x="93" y="427"/>
                </a:lnTo>
                <a:lnTo>
                  <a:pt x="93" y="428"/>
                </a:lnTo>
                <a:lnTo>
                  <a:pt x="94" y="428"/>
                </a:lnTo>
                <a:lnTo>
                  <a:pt x="95" y="428"/>
                </a:lnTo>
                <a:lnTo>
                  <a:pt x="95" y="427"/>
                </a:lnTo>
                <a:lnTo>
                  <a:pt x="96" y="427"/>
                </a:lnTo>
                <a:lnTo>
                  <a:pt x="96" y="428"/>
                </a:lnTo>
                <a:lnTo>
                  <a:pt x="95" y="428"/>
                </a:lnTo>
                <a:lnTo>
                  <a:pt x="96" y="428"/>
                </a:lnTo>
                <a:lnTo>
                  <a:pt x="96" y="429"/>
                </a:lnTo>
                <a:lnTo>
                  <a:pt x="97" y="429"/>
                </a:lnTo>
                <a:lnTo>
                  <a:pt x="97" y="428"/>
                </a:lnTo>
                <a:lnTo>
                  <a:pt x="98" y="428"/>
                </a:lnTo>
                <a:lnTo>
                  <a:pt x="98" y="426"/>
                </a:lnTo>
                <a:lnTo>
                  <a:pt x="99" y="426"/>
                </a:lnTo>
                <a:lnTo>
                  <a:pt x="99" y="425"/>
                </a:lnTo>
                <a:lnTo>
                  <a:pt x="101" y="425"/>
                </a:lnTo>
                <a:lnTo>
                  <a:pt x="103" y="425"/>
                </a:lnTo>
                <a:lnTo>
                  <a:pt x="103" y="424"/>
                </a:lnTo>
                <a:lnTo>
                  <a:pt x="104" y="423"/>
                </a:lnTo>
                <a:lnTo>
                  <a:pt x="105" y="423"/>
                </a:lnTo>
                <a:lnTo>
                  <a:pt x="106" y="422"/>
                </a:lnTo>
                <a:lnTo>
                  <a:pt x="106" y="421"/>
                </a:lnTo>
                <a:lnTo>
                  <a:pt x="108" y="421"/>
                </a:lnTo>
                <a:lnTo>
                  <a:pt x="108" y="420"/>
                </a:lnTo>
                <a:lnTo>
                  <a:pt x="109" y="419"/>
                </a:lnTo>
                <a:lnTo>
                  <a:pt x="109" y="418"/>
                </a:lnTo>
                <a:lnTo>
                  <a:pt x="107" y="419"/>
                </a:lnTo>
                <a:lnTo>
                  <a:pt x="107" y="420"/>
                </a:lnTo>
                <a:lnTo>
                  <a:pt x="106" y="420"/>
                </a:lnTo>
                <a:lnTo>
                  <a:pt x="106" y="419"/>
                </a:lnTo>
                <a:lnTo>
                  <a:pt x="107" y="418"/>
                </a:lnTo>
                <a:lnTo>
                  <a:pt x="108" y="418"/>
                </a:lnTo>
                <a:lnTo>
                  <a:pt x="109" y="418"/>
                </a:lnTo>
                <a:lnTo>
                  <a:pt x="110" y="418"/>
                </a:lnTo>
                <a:lnTo>
                  <a:pt x="110" y="417"/>
                </a:lnTo>
                <a:lnTo>
                  <a:pt x="110" y="416"/>
                </a:lnTo>
                <a:lnTo>
                  <a:pt x="111" y="416"/>
                </a:lnTo>
                <a:lnTo>
                  <a:pt x="113" y="415"/>
                </a:lnTo>
                <a:lnTo>
                  <a:pt x="113" y="414"/>
                </a:lnTo>
                <a:lnTo>
                  <a:pt x="114" y="414"/>
                </a:lnTo>
                <a:lnTo>
                  <a:pt x="114" y="413"/>
                </a:lnTo>
                <a:lnTo>
                  <a:pt x="115" y="413"/>
                </a:lnTo>
                <a:lnTo>
                  <a:pt x="115" y="412"/>
                </a:lnTo>
                <a:lnTo>
                  <a:pt x="116" y="412"/>
                </a:lnTo>
                <a:lnTo>
                  <a:pt x="115" y="412"/>
                </a:lnTo>
                <a:lnTo>
                  <a:pt x="115" y="413"/>
                </a:lnTo>
                <a:lnTo>
                  <a:pt x="116" y="413"/>
                </a:lnTo>
                <a:lnTo>
                  <a:pt x="117" y="413"/>
                </a:lnTo>
                <a:lnTo>
                  <a:pt x="117" y="414"/>
                </a:lnTo>
                <a:lnTo>
                  <a:pt x="117" y="415"/>
                </a:lnTo>
                <a:lnTo>
                  <a:pt x="118" y="415"/>
                </a:lnTo>
                <a:lnTo>
                  <a:pt x="118" y="414"/>
                </a:lnTo>
                <a:lnTo>
                  <a:pt x="119" y="413"/>
                </a:lnTo>
                <a:lnTo>
                  <a:pt x="119" y="414"/>
                </a:lnTo>
                <a:lnTo>
                  <a:pt x="119" y="415"/>
                </a:lnTo>
                <a:lnTo>
                  <a:pt x="119" y="416"/>
                </a:lnTo>
                <a:lnTo>
                  <a:pt x="118" y="416"/>
                </a:lnTo>
                <a:lnTo>
                  <a:pt x="117" y="416"/>
                </a:lnTo>
                <a:lnTo>
                  <a:pt x="117" y="417"/>
                </a:lnTo>
                <a:lnTo>
                  <a:pt x="118" y="417"/>
                </a:lnTo>
                <a:lnTo>
                  <a:pt x="119" y="417"/>
                </a:lnTo>
                <a:lnTo>
                  <a:pt x="120" y="418"/>
                </a:lnTo>
                <a:lnTo>
                  <a:pt x="121" y="420"/>
                </a:lnTo>
                <a:lnTo>
                  <a:pt x="122" y="421"/>
                </a:lnTo>
                <a:lnTo>
                  <a:pt x="123" y="422"/>
                </a:lnTo>
                <a:lnTo>
                  <a:pt x="124" y="422"/>
                </a:lnTo>
                <a:lnTo>
                  <a:pt x="124" y="423"/>
                </a:lnTo>
                <a:lnTo>
                  <a:pt x="124" y="424"/>
                </a:lnTo>
                <a:lnTo>
                  <a:pt x="123" y="424"/>
                </a:lnTo>
                <a:lnTo>
                  <a:pt x="122" y="425"/>
                </a:lnTo>
                <a:lnTo>
                  <a:pt x="122" y="426"/>
                </a:lnTo>
                <a:lnTo>
                  <a:pt x="122" y="427"/>
                </a:lnTo>
                <a:lnTo>
                  <a:pt x="121" y="427"/>
                </a:lnTo>
                <a:lnTo>
                  <a:pt x="121" y="428"/>
                </a:lnTo>
                <a:lnTo>
                  <a:pt x="121" y="429"/>
                </a:lnTo>
                <a:lnTo>
                  <a:pt x="121" y="430"/>
                </a:lnTo>
                <a:lnTo>
                  <a:pt x="121" y="431"/>
                </a:lnTo>
                <a:lnTo>
                  <a:pt x="122" y="432"/>
                </a:lnTo>
                <a:lnTo>
                  <a:pt x="123" y="432"/>
                </a:lnTo>
                <a:lnTo>
                  <a:pt x="123" y="433"/>
                </a:lnTo>
                <a:lnTo>
                  <a:pt x="124" y="433"/>
                </a:lnTo>
                <a:lnTo>
                  <a:pt x="124" y="432"/>
                </a:lnTo>
                <a:lnTo>
                  <a:pt x="125" y="431"/>
                </a:lnTo>
                <a:lnTo>
                  <a:pt x="126" y="430"/>
                </a:lnTo>
                <a:lnTo>
                  <a:pt x="126" y="429"/>
                </a:lnTo>
                <a:lnTo>
                  <a:pt x="127" y="428"/>
                </a:lnTo>
                <a:lnTo>
                  <a:pt x="127" y="427"/>
                </a:lnTo>
                <a:lnTo>
                  <a:pt x="128" y="427"/>
                </a:lnTo>
                <a:lnTo>
                  <a:pt x="128" y="426"/>
                </a:lnTo>
                <a:lnTo>
                  <a:pt x="129" y="426"/>
                </a:lnTo>
                <a:lnTo>
                  <a:pt x="129" y="425"/>
                </a:lnTo>
                <a:lnTo>
                  <a:pt x="129" y="424"/>
                </a:lnTo>
                <a:lnTo>
                  <a:pt x="130" y="424"/>
                </a:lnTo>
                <a:lnTo>
                  <a:pt x="130" y="423"/>
                </a:lnTo>
                <a:lnTo>
                  <a:pt x="131" y="422"/>
                </a:lnTo>
                <a:lnTo>
                  <a:pt x="131" y="421"/>
                </a:lnTo>
                <a:lnTo>
                  <a:pt x="132" y="420"/>
                </a:lnTo>
                <a:lnTo>
                  <a:pt x="132" y="418"/>
                </a:lnTo>
                <a:lnTo>
                  <a:pt x="133" y="417"/>
                </a:lnTo>
                <a:lnTo>
                  <a:pt x="133" y="416"/>
                </a:lnTo>
                <a:lnTo>
                  <a:pt x="134" y="415"/>
                </a:lnTo>
                <a:lnTo>
                  <a:pt x="135" y="415"/>
                </a:lnTo>
                <a:lnTo>
                  <a:pt x="135" y="414"/>
                </a:lnTo>
                <a:lnTo>
                  <a:pt x="135" y="413"/>
                </a:lnTo>
                <a:lnTo>
                  <a:pt x="136" y="413"/>
                </a:lnTo>
                <a:lnTo>
                  <a:pt x="136" y="412"/>
                </a:lnTo>
                <a:lnTo>
                  <a:pt x="137" y="412"/>
                </a:lnTo>
                <a:lnTo>
                  <a:pt x="138" y="412"/>
                </a:lnTo>
                <a:lnTo>
                  <a:pt x="139" y="412"/>
                </a:lnTo>
                <a:lnTo>
                  <a:pt x="139" y="411"/>
                </a:lnTo>
                <a:lnTo>
                  <a:pt x="139" y="410"/>
                </a:lnTo>
                <a:lnTo>
                  <a:pt x="140" y="410"/>
                </a:lnTo>
                <a:lnTo>
                  <a:pt x="140" y="409"/>
                </a:lnTo>
                <a:lnTo>
                  <a:pt x="141" y="409"/>
                </a:lnTo>
                <a:lnTo>
                  <a:pt x="142" y="408"/>
                </a:lnTo>
                <a:lnTo>
                  <a:pt x="142" y="407"/>
                </a:lnTo>
                <a:lnTo>
                  <a:pt x="143" y="407"/>
                </a:lnTo>
                <a:lnTo>
                  <a:pt x="144" y="406"/>
                </a:lnTo>
                <a:lnTo>
                  <a:pt x="144" y="405"/>
                </a:lnTo>
                <a:lnTo>
                  <a:pt x="145" y="405"/>
                </a:lnTo>
                <a:lnTo>
                  <a:pt x="146" y="406"/>
                </a:lnTo>
                <a:lnTo>
                  <a:pt x="146" y="407"/>
                </a:lnTo>
                <a:lnTo>
                  <a:pt x="146" y="408"/>
                </a:lnTo>
                <a:lnTo>
                  <a:pt x="145" y="408"/>
                </a:lnTo>
                <a:lnTo>
                  <a:pt x="145" y="409"/>
                </a:lnTo>
                <a:lnTo>
                  <a:pt x="146" y="409"/>
                </a:lnTo>
                <a:lnTo>
                  <a:pt x="147" y="409"/>
                </a:lnTo>
                <a:lnTo>
                  <a:pt x="147" y="408"/>
                </a:lnTo>
                <a:lnTo>
                  <a:pt x="148" y="408"/>
                </a:lnTo>
                <a:lnTo>
                  <a:pt x="149" y="408"/>
                </a:lnTo>
                <a:lnTo>
                  <a:pt x="150" y="408"/>
                </a:lnTo>
                <a:lnTo>
                  <a:pt x="151" y="407"/>
                </a:lnTo>
                <a:lnTo>
                  <a:pt x="151" y="406"/>
                </a:lnTo>
                <a:lnTo>
                  <a:pt x="151" y="405"/>
                </a:lnTo>
                <a:lnTo>
                  <a:pt x="152" y="405"/>
                </a:lnTo>
                <a:lnTo>
                  <a:pt x="152" y="404"/>
                </a:lnTo>
                <a:lnTo>
                  <a:pt x="151" y="404"/>
                </a:lnTo>
                <a:lnTo>
                  <a:pt x="151" y="403"/>
                </a:lnTo>
                <a:lnTo>
                  <a:pt x="152" y="403"/>
                </a:lnTo>
                <a:lnTo>
                  <a:pt x="152" y="402"/>
                </a:lnTo>
                <a:lnTo>
                  <a:pt x="152" y="401"/>
                </a:lnTo>
                <a:lnTo>
                  <a:pt x="152" y="400"/>
                </a:lnTo>
                <a:lnTo>
                  <a:pt x="153" y="400"/>
                </a:lnTo>
                <a:lnTo>
                  <a:pt x="154" y="399"/>
                </a:lnTo>
                <a:lnTo>
                  <a:pt x="155" y="399"/>
                </a:lnTo>
                <a:lnTo>
                  <a:pt x="156" y="399"/>
                </a:lnTo>
                <a:lnTo>
                  <a:pt x="157" y="398"/>
                </a:lnTo>
                <a:lnTo>
                  <a:pt x="160" y="396"/>
                </a:lnTo>
                <a:lnTo>
                  <a:pt x="161" y="395"/>
                </a:lnTo>
                <a:lnTo>
                  <a:pt x="161" y="393"/>
                </a:lnTo>
                <a:lnTo>
                  <a:pt x="161" y="392"/>
                </a:lnTo>
                <a:lnTo>
                  <a:pt x="160" y="392"/>
                </a:lnTo>
                <a:lnTo>
                  <a:pt x="160" y="391"/>
                </a:lnTo>
                <a:lnTo>
                  <a:pt x="160" y="390"/>
                </a:lnTo>
                <a:lnTo>
                  <a:pt x="160" y="389"/>
                </a:lnTo>
                <a:lnTo>
                  <a:pt x="161" y="389"/>
                </a:lnTo>
                <a:lnTo>
                  <a:pt x="162" y="389"/>
                </a:lnTo>
                <a:lnTo>
                  <a:pt x="163" y="389"/>
                </a:lnTo>
                <a:lnTo>
                  <a:pt x="164" y="388"/>
                </a:lnTo>
                <a:lnTo>
                  <a:pt x="164" y="387"/>
                </a:lnTo>
                <a:lnTo>
                  <a:pt x="166" y="386"/>
                </a:lnTo>
                <a:lnTo>
                  <a:pt x="166" y="387"/>
                </a:lnTo>
                <a:lnTo>
                  <a:pt x="166" y="388"/>
                </a:lnTo>
                <a:lnTo>
                  <a:pt x="167" y="387"/>
                </a:lnTo>
                <a:lnTo>
                  <a:pt x="168" y="387"/>
                </a:lnTo>
                <a:lnTo>
                  <a:pt x="168" y="386"/>
                </a:lnTo>
                <a:lnTo>
                  <a:pt x="167" y="385"/>
                </a:lnTo>
                <a:lnTo>
                  <a:pt x="168" y="385"/>
                </a:lnTo>
                <a:lnTo>
                  <a:pt x="168" y="384"/>
                </a:lnTo>
                <a:lnTo>
                  <a:pt x="168" y="383"/>
                </a:lnTo>
                <a:lnTo>
                  <a:pt x="168" y="382"/>
                </a:lnTo>
                <a:lnTo>
                  <a:pt x="169" y="382"/>
                </a:lnTo>
                <a:lnTo>
                  <a:pt x="170" y="381"/>
                </a:lnTo>
                <a:lnTo>
                  <a:pt x="170" y="380"/>
                </a:lnTo>
                <a:lnTo>
                  <a:pt x="171" y="380"/>
                </a:lnTo>
                <a:lnTo>
                  <a:pt x="172" y="379"/>
                </a:lnTo>
                <a:lnTo>
                  <a:pt x="173" y="378"/>
                </a:lnTo>
                <a:lnTo>
                  <a:pt x="173" y="377"/>
                </a:lnTo>
                <a:lnTo>
                  <a:pt x="174" y="377"/>
                </a:lnTo>
                <a:lnTo>
                  <a:pt x="175" y="377"/>
                </a:lnTo>
                <a:lnTo>
                  <a:pt x="175" y="376"/>
                </a:lnTo>
                <a:lnTo>
                  <a:pt x="176" y="375"/>
                </a:lnTo>
                <a:lnTo>
                  <a:pt x="177" y="375"/>
                </a:lnTo>
                <a:lnTo>
                  <a:pt x="177" y="374"/>
                </a:lnTo>
                <a:lnTo>
                  <a:pt x="179" y="374"/>
                </a:lnTo>
                <a:lnTo>
                  <a:pt x="180" y="374"/>
                </a:lnTo>
                <a:lnTo>
                  <a:pt x="181" y="374"/>
                </a:lnTo>
                <a:lnTo>
                  <a:pt x="181" y="373"/>
                </a:lnTo>
                <a:lnTo>
                  <a:pt x="182" y="372"/>
                </a:lnTo>
                <a:lnTo>
                  <a:pt x="183" y="372"/>
                </a:lnTo>
                <a:lnTo>
                  <a:pt x="183" y="371"/>
                </a:lnTo>
                <a:lnTo>
                  <a:pt x="184" y="371"/>
                </a:lnTo>
                <a:lnTo>
                  <a:pt x="185" y="370"/>
                </a:lnTo>
                <a:lnTo>
                  <a:pt x="186" y="370"/>
                </a:lnTo>
                <a:lnTo>
                  <a:pt x="187" y="369"/>
                </a:lnTo>
                <a:lnTo>
                  <a:pt x="188" y="369"/>
                </a:lnTo>
                <a:lnTo>
                  <a:pt x="188" y="368"/>
                </a:lnTo>
                <a:lnTo>
                  <a:pt x="189" y="368"/>
                </a:lnTo>
                <a:lnTo>
                  <a:pt x="189" y="367"/>
                </a:lnTo>
                <a:lnTo>
                  <a:pt x="190" y="367"/>
                </a:lnTo>
                <a:lnTo>
                  <a:pt x="191" y="367"/>
                </a:lnTo>
                <a:lnTo>
                  <a:pt x="192" y="368"/>
                </a:lnTo>
                <a:lnTo>
                  <a:pt x="193" y="368"/>
                </a:lnTo>
                <a:lnTo>
                  <a:pt x="194" y="368"/>
                </a:lnTo>
                <a:lnTo>
                  <a:pt x="194" y="369"/>
                </a:lnTo>
                <a:lnTo>
                  <a:pt x="195" y="369"/>
                </a:lnTo>
                <a:lnTo>
                  <a:pt x="195" y="368"/>
                </a:lnTo>
                <a:lnTo>
                  <a:pt x="196" y="368"/>
                </a:lnTo>
                <a:lnTo>
                  <a:pt x="196" y="369"/>
                </a:lnTo>
                <a:lnTo>
                  <a:pt x="196" y="370"/>
                </a:lnTo>
                <a:lnTo>
                  <a:pt x="197" y="370"/>
                </a:lnTo>
                <a:lnTo>
                  <a:pt x="198" y="370"/>
                </a:lnTo>
                <a:lnTo>
                  <a:pt x="199" y="370"/>
                </a:lnTo>
                <a:lnTo>
                  <a:pt x="199" y="369"/>
                </a:lnTo>
                <a:lnTo>
                  <a:pt x="200" y="369"/>
                </a:lnTo>
                <a:lnTo>
                  <a:pt x="200" y="368"/>
                </a:lnTo>
                <a:lnTo>
                  <a:pt x="201" y="369"/>
                </a:lnTo>
                <a:lnTo>
                  <a:pt x="202" y="368"/>
                </a:lnTo>
                <a:lnTo>
                  <a:pt x="203" y="368"/>
                </a:lnTo>
                <a:lnTo>
                  <a:pt x="203" y="369"/>
                </a:lnTo>
                <a:lnTo>
                  <a:pt x="204" y="369"/>
                </a:lnTo>
                <a:lnTo>
                  <a:pt x="204" y="370"/>
                </a:lnTo>
                <a:lnTo>
                  <a:pt x="204" y="371"/>
                </a:lnTo>
                <a:lnTo>
                  <a:pt x="204" y="372"/>
                </a:lnTo>
                <a:lnTo>
                  <a:pt x="205" y="372"/>
                </a:lnTo>
                <a:lnTo>
                  <a:pt x="206" y="373"/>
                </a:lnTo>
                <a:lnTo>
                  <a:pt x="206" y="374"/>
                </a:lnTo>
                <a:lnTo>
                  <a:pt x="206" y="375"/>
                </a:lnTo>
                <a:lnTo>
                  <a:pt x="206" y="376"/>
                </a:lnTo>
                <a:lnTo>
                  <a:pt x="206" y="377"/>
                </a:lnTo>
                <a:lnTo>
                  <a:pt x="208" y="378"/>
                </a:lnTo>
                <a:lnTo>
                  <a:pt x="209" y="379"/>
                </a:lnTo>
                <a:lnTo>
                  <a:pt x="209" y="380"/>
                </a:lnTo>
                <a:lnTo>
                  <a:pt x="209" y="381"/>
                </a:lnTo>
                <a:lnTo>
                  <a:pt x="210" y="381"/>
                </a:lnTo>
                <a:lnTo>
                  <a:pt x="211" y="381"/>
                </a:lnTo>
                <a:lnTo>
                  <a:pt x="212" y="381"/>
                </a:lnTo>
                <a:lnTo>
                  <a:pt x="214" y="381"/>
                </a:lnTo>
                <a:lnTo>
                  <a:pt x="215" y="381"/>
                </a:lnTo>
                <a:lnTo>
                  <a:pt x="215" y="380"/>
                </a:lnTo>
                <a:lnTo>
                  <a:pt x="215" y="379"/>
                </a:lnTo>
                <a:lnTo>
                  <a:pt x="216" y="376"/>
                </a:lnTo>
                <a:lnTo>
                  <a:pt x="217" y="375"/>
                </a:lnTo>
                <a:lnTo>
                  <a:pt x="218" y="375"/>
                </a:lnTo>
                <a:lnTo>
                  <a:pt x="218" y="374"/>
                </a:lnTo>
                <a:lnTo>
                  <a:pt x="218" y="373"/>
                </a:lnTo>
                <a:lnTo>
                  <a:pt x="219" y="373"/>
                </a:lnTo>
                <a:lnTo>
                  <a:pt x="219" y="371"/>
                </a:lnTo>
                <a:lnTo>
                  <a:pt x="219" y="370"/>
                </a:lnTo>
                <a:lnTo>
                  <a:pt x="220" y="369"/>
                </a:lnTo>
                <a:lnTo>
                  <a:pt x="221" y="368"/>
                </a:lnTo>
                <a:lnTo>
                  <a:pt x="221" y="367"/>
                </a:lnTo>
                <a:lnTo>
                  <a:pt x="221" y="366"/>
                </a:lnTo>
                <a:lnTo>
                  <a:pt x="222" y="366"/>
                </a:lnTo>
                <a:lnTo>
                  <a:pt x="222" y="365"/>
                </a:lnTo>
                <a:lnTo>
                  <a:pt x="222" y="364"/>
                </a:lnTo>
                <a:lnTo>
                  <a:pt x="222" y="363"/>
                </a:lnTo>
                <a:lnTo>
                  <a:pt x="222" y="362"/>
                </a:lnTo>
                <a:lnTo>
                  <a:pt x="221" y="362"/>
                </a:lnTo>
                <a:lnTo>
                  <a:pt x="222" y="359"/>
                </a:lnTo>
                <a:lnTo>
                  <a:pt x="222" y="357"/>
                </a:lnTo>
                <a:lnTo>
                  <a:pt x="223" y="357"/>
                </a:lnTo>
                <a:lnTo>
                  <a:pt x="223" y="356"/>
                </a:lnTo>
                <a:lnTo>
                  <a:pt x="224" y="356"/>
                </a:lnTo>
                <a:lnTo>
                  <a:pt x="223" y="356"/>
                </a:lnTo>
                <a:lnTo>
                  <a:pt x="223" y="355"/>
                </a:lnTo>
                <a:lnTo>
                  <a:pt x="223" y="354"/>
                </a:lnTo>
                <a:lnTo>
                  <a:pt x="224" y="354"/>
                </a:lnTo>
                <a:lnTo>
                  <a:pt x="225" y="353"/>
                </a:lnTo>
                <a:lnTo>
                  <a:pt x="224" y="352"/>
                </a:lnTo>
                <a:lnTo>
                  <a:pt x="223" y="351"/>
                </a:lnTo>
                <a:lnTo>
                  <a:pt x="223" y="352"/>
                </a:lnTo>
                <a:lnTo>
                  <a:pt x="221" y="352"/>
                </a:lnTo>
                <a:lnTo>
                  <a:pt x="220" y="352"/>
                </a:lnTo>
                <a:lnTo>
                  <a:pt x="220" y="353"/>
                </a:lnTo>
                <a:lnTo>
                  <a:pt x="220" y="352"/>
                </a:lnTo>
                <a:lnTo>
                  <a:pt x="220" y="351"/>
                </a:lnTo>
                <a:lnTo>
                  <a:pt x="220" y="350"/>
                </a:lnTo>
                <a:lnTo>
                  <a:pt x="220" y="348"/>
                </a:lnTo>
                <a:lnTo>
                  <a:pt x="220" y="347"/>
                </a:lnTo>
                <a:lnTo>
                  <a:pt x="220" y="346"/>
                </a:lnTo>
                <a:lnTo>
                  <a:pt x="219" y="346"/>
                </a:lnTo>
                <a:lnTo>
                  <a:pt x="218" y="346"/>
                </a:lnTo>
                <a:lnTo>
                  <a:pt x="217" y="346"/>
                </a:lnTo>
                <a:lnTo>
                  <a:pt x="217" y="345"/>
                </a:lnTo>
                <a:lnTo>
                  <a:pt x="218" y="345"/>
                </a:lnTo>
                <a:lnTo>
                  <a:pt x="218" y="344"/>
                </a:lnTo>
                <a:lnTo>
                  <a:pt x="218" y="343"/>
                </a:lnTo>
                <a:lnTo>
                  <a:pt x="218" y="342"/>
                </a:lnTo>
                <a:lnTo>
                  <a:pt x="219" y="341"/>
                </a:lnTo>
                <a:lnTo>
                  <a:pt x="218" y="340"/>
                </a:lnTo>
                <a:lnTo>
                  <a:pt x="217" y="340"/>
                </a:lnTo>
                <a:lnTo>
                  <a:pt x="217" y="339"/>
                </a:lnTo>
                <a:lnTo>
                  <a:pt x="217" y="338"/>
                </a:lnTo>
                <a:lnTo>
                  <a:pt x="217" y="337"/>
                </a:lnTo>
                <a:lnTo>
                  <a:pt x="218" y="337"/>
                </a:lnTo>
                <a:lnTo>
                  <a:pt x="218" y="336"/>
                </a:lnTo>
                <a:lnTo>
                  <a:pt x="218" y="335"/>
                </a:lnTo>
                <a:lnTo>
                  <a:pt x="218" y="334"/>
                </a:lnTo>
                <a:lnTo>
                  <a:pt x="219" y="334"/>
                </a:lnTo>
                <a:lnTo>
                  <a:pt x="220" y="334"/>
                </a:lnTo>
                <a:lnTo>
                  <a:pt x="220" y="333"/>
                </a:lnTo>
                <a:lnTo>
                  <a:pt x="220" y="332"/>
                </a:lnTo>
                <a:lnTo>
                  <a:pt x="221" y="332"/>
                </a:lnTo>
                <a:lnTo>
                  <a:pt x="222" y="332"/>
                </a:lnTo>
                <a:lnTo>
                  <a:pt x="223" y="332"/>
                </a:lnTo>
                <a:lnTo>
                  <a:pt x="224" y="331"/>
                </a:lnTo>
                <a:lnTo>
                  <a:pt x="225" y="331"/>
                </a:lnTo>
                <a:lnTo>
                  <a:pt x="225" y="330"/>
                </a:lnTo>
                <a:lnTo>
                  <a:pt x="225" y="329"/>
                </a:lnTo>
                <a:lnTo>
                  <a:pt x="225" y="328"/>
                </a:lnTo>
                <a:lnTo>
                  <a:pt x="225" y="327"/>
                </a:lnTo>
                <a:lnTo>
                  <a:pt x="226" y="327"/>
                </a:lnTo>
                <a:lnTo>
                  <a:pt x="227" y="326"/>
                </a:lnTo>
                <a:lnTo>
                  <a:pt x="226" y="325"/>
                </a:lnTo>
                <a:lnTo>
                  <a:pt x="225" y="324"/>
                </a:lnTo>
                <a:lnTo>
                  <a:pt x="224" y="324"/>
                </a:lnTo>
                <a:lnTo>
                  <a:pt x="224" y="323"/>
                </a:lnTo>
                <a:lnTo>
                  <a:pt x="224" y="322"/>
                </a:lnTo>
                <a:lnTo>
                  <a:pt x="224" y="321"/>
                </a:lnTo>
                <a:lnTo>
                  <a:pt x="223" y="321"/>
                </a:lnTo>
                <a:lnTo>
                  <a:pt x="223" y="320"/>
                </a:lnTo>
                <a:lnTo>
                  <a:pt x="224" y="320"/>
                </a:lnTo>
                <a:lnTo>
                  <a:pt x="223" y="318"/>
                </a:lnTo>
                <a:lnTo>
                  <a:pt x="223" y="317"/>
                </a:lnTo>
                <a:lnTo>
                  <a:pt x="222" y="317"/>
                </a:lnTo>
                <a:lnTo>
                  <a:pt x="222" y="316"/>
                </a:lnTo>
                <a:lnTo>
                  <a:pt x="222" y="315"/>
                </a:lnTo>
                <a:lnTo>
                  <a:pt x="223" y="314"/>
                </a:lnTo>
                <a:lnTo>
                  <a:pt x="222" y="312"/>
                </a:lnTo>
                <a:lnTo>
                  <a:pt x="221" y="312"/>
                </a:lnTo>
                <a:lnTo>
                  <a:pt x="220" y="311"/>
                </a:lnTo>
                <a:lnTo>
                  <a:pt x="221" y="310"/>
                </a:lnTo>
                <a:lnTo>
                  <a:pt x="220" y="309"/>
                </a:lnTo>
                <a:lnTo>
                  <a:pt x="220" y="308"/>
                </a:lnTo>
                <a:lnTo>
                  <a:pt x="220" y="307"/>
                </a:lnTo>
                <a:lnTo>
                  <a:pt x="220" y="306"/>
                </a:lnTo>
                <a:lnTo>
                  <a:pt x="221" y="306"/>
                </a:lnTo>
                <a:lnTo>
                  <a:pt x="221" y="305"/>
                </a:lnTo>
                <a:lnTo>
                  <a:pt x="221" y="304"/>
                </a:lnTo>
                <a:lnTo>
                  <a:pt x="221" y="302"/>
                </a:lnTo>
                <a:lnTo>
                  <a:pt x="220" y="302"/>
                </a:lnTo>
                <a:lnTo>
                  <a:pt x="219" y="302"/>
                </a:lnTo>
                <a:lnTo>
                  <a:pt x="219" y="301"/>
                </a:lnTo>
                <a:lnTo>
                  <a:pt x="219" y="300"/>
                </a:lnTo>
                <a:lnTo>
                  <a:pt x="220" y="300"/>
                </a:lnTo>
                <a:lnTo>
                  <a:pt x="219" y="298"/>
                </a:lnTo>
                <a:lnTo>
                  <a:pt x="218" y="298"/>
                </a:lnTo>
                <a:lnTo>
                  <a:pt x="218" y="297"/>
                </a:lnTo>
                <a:lnTo>
                  <a:pt x="218" y="296"/>
                </a:lnTo>
                <a:lnTo>
                  <a:pt x="219" y="296"/>
                </a:lnTo>
                <a:lnTo>
                  <a:pt x="218" y="296"/>
                </a:lnTo>
                <a:lnTo>
                  <a:pt x="218" y="295"/>
                </a:lnTo>
                <a:lnTo>
                  <a:pt x="217" y="295"/>
                </a:lnTo>
                <a:lnTo>
                  <a:pt x="217" y="294"/>
                </a:lnTo>
                <a:lnTo>
                  <a:pt x="218" y="293"/>
                </a:lnTo>
                <a:lnTo>
                  <a:pt x="218" y="292"/>
                </a:lnTo>
                <a:lnTo>
                  <a:pt x="217" y="291"/>
                </a:lnTo>
                <a:lnTo>
                  <a:pt x="216" y="291"/>
                </a:lnTo>
                <a:lnTo>
                  <a:pt x="215" y="290"/>
                </a:lnTo>
                <a:lnTo>
                  <a:pt x="214" y="290"/>
                </a:lnTo>
                <a:lnTo>
                  <a:pt x="214" y="289"/>
                </a:lnTo>
                <a:lnTo>
                  <a:pt x="214" y="288"/>
                </a:lnTo>
                <a:lnTo>
                  <a:pt x="213" y="288"/>
                </a:lnTo>
                <a:lnTo>
                  <a:pt x="212" y="288"/>
                </a:lnTo>
                <a:lnTo>
                  <a:pt x="211" y="288"/>
                </a:lnTo>
                <a:lnTo>
                  <a:pt x="210" y="288"/>
                </a:lnTo>
                <a:lnTo>
                  <a:pt x="209" y="288"/>
                </a:lnTo>
                <a:lnTo>
                  <a:pt x="209" y="289"/>
                </a:lnTo>
                <a:lnTo>
                  <a:pt x="206" y="289"/>
                </a:lnTo>
                <a:lnTo>
                  <a:pt x="205" y="288"/>
                </a:lnTo>
                <a:lnTo>
                  <a:pt x="205" y="287"/>
                </a:lnTo>
                <a:lnTo>
                  <a:pt x="205" y="286"/>
                </a:lnTo>
                <a:lnTo>
                  <a:pt x="204" y="286"/>
                </a:lnTo>
                <a:lnTo>
                  <a:pt x="203" y="285"/>
                </a:lnTo>
                <a:lnTo>
                  <a:pt x="204" y="285"/>
                </a:lnTo>
                <a:lnTo>
                  <a:pt x="204" y="284"/>
                </a:lnTo>
                <a:lnTo>
                  <a:pt x="203" y="284"/>
                </a:lnTo>
                <a:lnTo>
                  <a:pt x="202" y="284"/>
                </a:lnTo>
                <a:lnTo>
                  <a:pt x="200" y="283"/>
                </a:lnTo>
                <a:lnTo>
                  <a:pt x="199" y="282"/>
                </a:lnTo>
                <a:lnTo>
                  <a:pt x="199" y="281"/>
                </a:lnTo>
                <a:lnTo>
                  <a:pt x="199" y="280"/>
                </a:lnTo>
                <a:lnTo>
                  <a:pt x="198" y="280"/>
                </a:lnTo>
                <a:lnTo>
                  <a:pt x="198" y="279"/>
                </a:lnTo>
                <a:lnTo>
                  <a:pt x="197" y="279"/>
                </a:lnTo>
                <a:lnTo>
                  <a:pt x="196" y="279"/>
                </a:lnTo>
                <a:lnTo>
                  <a:pt x="195" y="279"/>
                </a:lnTo>
                <a:lnTo>
                  <a:pt x="194" y="279"/>
                </a:lnTo>
                <a:lnTo>
                  <a:pt x="194" y="280"/>
                </a:lnTo>
                <a:lnTo>
                  <a:pt x="193" y="280"/>
                </a:lnTo>
                <a:lnTo>
                  <a:pt x="192" y="280"/>
                </a:lnTo>
                <a:lnTo>
                  <a:pt x="192" y="279"/>
                </a:lnTo>
                <a:lnTo>
                  <a:pt x="191" y="279"/>
                </a:lnTo>
                <a:lnTo>
                  <a:pt x="191" y="278"/>
                </a:lnTo>
                <a:lnTo>
                  <a:pt x="192" y="278"/>
                </a:lnTo>
                <a:lnTo>
                  <a:pt x="192" y="277"/>
                </a:lnTo>
                <a:lnTo>
                  <a:pt x="193" y="277"/>
                </a:lnTo>
                <a:lnTo>
                  <a:pt x="194" y="277"/>
                </a:lnTo>
                <a:lnTo>
                  <a:pt x="194" y="276"/>
                </a:lnTo>
                <a:lnTo>
                  <a:pt x="194" y="275"/>
                </a:lnTo>
                <a:lnTo>
                  <a:pt x="195" y="275"/>
                </a:lnTo>
                <a:lnTo>
                  <a:pt x="195" y="274"/>
                </a:lnTo>
                <a:lnTo>
                  <a:pt x="196" y="274"/>
                </a:lnTo>
                <a:lnTo>
                  <a:pt x="196" y="273"/>
                </a:lnTo>
                <a:lnTo>
                  <a:pt x="195" y="273"/>
                </a:lnTo>
                <a:lnTo>
                  <a:pt x="195" y="274"/>
                </a:lnTo>
                <a:lnTo>
                  <a:pt x="194" y="274"/>
                </a:lnTo>
                <a:lnTo>
                  <a:pt x="193" y="274"/>
                </a:lnTo>
                <a:lnTo>
                  <a:pt x="192" y="274"/>
                </a:lnTo>
                <a:lnTo>
                  <a:pt x="191" y="274"/>
                </a:lnTo>
                <a:lnTo>
                  <a:pt x="190" y="274"/>
                </a:lnTo>
                <a:lnTo>
                  <a:pt x="190" y="273"/>
                </a:lnTo>
                <a:lnTo>
                  <a:pt x="190" y="272"/>
                </a:lnTo>
                <a:lnTo>
                  <a:pt x="189" y="272"/>
                </a:lnTo>
                <a:lnTo>
                  <a:pt x="188" y="272"/>
                </a:lnTo>
                <a:lnTo>
                  <a:pt x="187" y="273"/>
                </a:lnTo>
                <a:lnTo>
                  <a:pt x="185" y="273"/>
                </a:lnTo>
                <a:lnTo>
                  <a:pt x="184" y="273"/>
                </a:lnTo>
                <a:lnTo>
                  <a:pt x="184" y="272"/>
                </a:lnTo>
                <a:lnTo>
                  <a:pt x="183" y="272"/>
                </a:lnTo>
                <a:lnTo>
                  <a:pt x="183" y="271"/>
                </a:lnTo>
                <a:lnTo>
                  <a:pt x="182" y="271"/>
                </a:lnTo>
                <a:lnTo>
                  <a:pt x="181" y="271"/>
                </a:lnTo>
                <a:lnTo>
                  <a:pt x="181" y="270"/>
                </a:lnTo>
                <a:lnTo>
                  <a:pt x="181" y="269"/>
                </a:lnTo>
                <a:lnTo>
                  <a:pt x="180" y="269"/>
                </a:lnTo>
                <a:lnTo>
                  <a:pt x="179" y="268"/>
                </a:lnTo>
                <a:lnTo>
                  <a:pt x="178" y="268"/>
                </a:lnTo>
                <a:lnTo>
                  <a:pt x="177" y="268"/>
                </a:lnTo>
                <a:lnTo>
                  <a:pt x="176" y="268"/>
                </a:lnTo>
                <a:lnTo>
                  <a:pt x="175" y="268"/>
                </a:lnTo>
                <a:lnTo>
                  <a:pt x="173" y="270"/>
                </a:lnTo>
                <a:lnTo>
                  <a:pt x="172" y="270"/>
                </a:lnTo>
                <a:lnTo>
                  <a:pt x="172" y="269"/>
                </a:lnTo>
                <a:lnTo>
                  <a:pt x="172" y="268"/>
                </a:lnTo>
                <a:lnTo>
                  <a:pt x="171" y="268"/>
                </a:lnTo>
                <a:lnTo>
                  <a:pt x="171" y="269"/>
                </a:lnTo>
                <a:lnTo>
                  <a:pt x="170" y="269"/>
                </a:lnTo>
                <a:lnTo>
                  <a:pt x="169" y="269"/>
                </a:lnTo>
                <a:lnTo>
                  <a:pt x="168" y="269"/>
                </a:lnTo>
                <a:lnTo>
                  <a:pt x="167" y="269"/>
                </a:lnTo>
                <a:lnTo>
                  <a:pt x="166" y="269"/>
                </a:lnTo>
                <a:lnTo>
                  <a:pt x="165" y="270"/>
                </a:lnTo>
                <a:lnTo>
                  <a:pt x="164" y="270"/>
                </a:lnTo>
                <a:lnTo>
                  <a:pt x="164" y="269"/>
                </a:lnTo>
                <a:lnTo>
                  <a:pt x="163" y="269"/>
                </a:lnTo>
                <a:lnTo>
                  <a:pt x="163" y="268"/>
                </a:lnTo>
                <a:lnTo>
                  <a:pt x="162" y="268"/>
                </a:lnTo>
                <a:lnTo>
                  <a:pt x="163" y="268"/>
                </a:lnTo>
                <a:lnTo>
                  <a:pt x="163" y="267"/>
                </a:lnTo>
                <a:lnTo>
                  <a:pt x="163" y="266"/>
                </a:lnTo>
                <a:lnTo>
                  <a:pt x="164" y="265"/>
                </a:lnTo>
                <a:lnTo>
                  <a:pt x="165" y="265"/>
                </a:lnTo>
                <a:lnTo>
                  <a:pt x="166" y="265"/>
                </a:lnTo>
                <a:lnTo>
                  <a:pt x="167" y="264"/>
                </a:lnTo>
                <a:lnTo>
                  <a:pt x="166" y="264"/>
                </a:lnTo>
                <a:lnTo>
                  <a:pt x="165" y="264"/>
                </a:lnTo>
                <a:lnTo>
                  <a:pt x="165" y="261"/>
                </a:lnTo>
                <a:lnTo>
                  <a:pt x="166" y="261"/>
                </a:lnTo>
                <a:lnTo>
                  <a:pt x="167" y="261"/>
                </a:lnTo>
                <a:lnTo>
                  <a:pt x="168" y="261"/>
                </a:lnTo>
                <a:lnTo>
                  <a:pt x="168" y="260"/>
                </a:lnTo>
                <a:lnTo>
                  <a:pt x="167" y="260"/>
                </a:lnTo>
                <a:lnTo>
                  <a:pt x="166" y="259"/>
                </a:lnTo>
                <a:lnTo>
                  <a:pt x="166" y="258"/>
                </a:lnTo>
                <a:lnTo>
                  <a:pt x="165" y="258"/>
                </a:lnTo>
                <a:lnTo>
                  <a:pt x="165" y="257"/>
                </a:lnTo>
                <a:lnTo>
                  <a:pt x="164" y="257"/>
                </a:lnTo>
                <a:lnTo>
                  <a:pt x="164" y="256"/>
                </a:lnTo>
                <a:lnTo>
                  <a:pt x="164" y="255"/>
                </a:lnTo>
                <a:lnTo>
                  <a:pt x="164" y="254"/>
                </a:lnTo>
                <a:lnTo>
                  <a:pt x="164" y="253"/>
                </a:lnTo>
                <a:lnTo>
                  <a:pt x="164" y="252"/>
                </a:lnTo>
                <a:lnTo>
                  <a:pt x="164" y="251"/>
                </a:lnTo>
                <a:lnTo>
                  <a:pt x="163" y="251"/>
                </a:lnTo>
                <a:lnTo>
                  <a:pt x="163" y="250"/>
                </a:lnTo>
                <a:lnTo>
                  <a:pt x="163" y="249"/>
                </a:lnTo>
                <a:lnTo>
                  <a:pt x="163" y="248"/>
                </a:lnTo>
                <a:lnTo>
                  <a:pt x="163" y="247"/>
                </a:lnTo>
                <a:lnTo>
                  <a:pt x="163" y="246"/>
                </a:lnTo>
                <a:lnTo>
                  <a:pt x="162" y="246"/>
                </a:lnTo>
                <a:lnTo>
                  <a:pt x="160" y="246"/>
                </a:lnTo>
                <a:lnTo>
                  <a:pt x="159" y="246"/>
                </a:lnTo>
                <a:lnTo>
                  <a:pt x="159" y="245"/>
                </a:lnTo>
                <a:lnTo>
                  <a:pt x="158" y="245"/>
                </a:lnTo>
                <a:lnTo>
                  <a:pt x="158" y="244"/>
                </a:lnTo>
                <a:lnTo>
                  <a:pt x="157" y="244"/>
                </a:lnTo>
                <a:lnTo>
                  <a:pt x="156" y="244"/>
                </a:lnTo>
                <a:lnTo>
                  <a:pt x="155" y="244"/>
                </a:lnTo>
                <a:lnTo>
                  <a:pt x="154" y="244"/>
                </a:lnTo>
                <a:lnTo>
                  <a:pt x="153" y="244"/>
                </a:lnTo>
                <a:lnTo>
                  <a:pt x="152" y="244"/>
                </a:lnTo>
                <a:lnTo>
                  <a:pt x="150" y="245"/>
                </a:lnTo>
                <a:lnTo>
                  <a:pt x="149" y="245"/>
                </a:lnTo>
                <a:lnTo>
                  <a:pt x="148" y="245"/>
                </a:lnTo>
                <a:lnTo>
                  <a:pt x="147" y="245"/>
                </a:lnTo>
                <a:lnTo>
                  <a:pt x="146" y="244"/>
                </a:lnTo>
                <a:lnTo>
                  <a:pt x="145" y="243"/>
                </a:lnTo>
                <a:lnTo>
                  <a:pt x="144" y="243"/>
                </a:lnTo>
                <a:lnTo>
                  <a:pt x="144" y="242"/>
                </a:lnTo>
                <a:lnTo>
                  <a:pt x="145" y="242"/>
                </a:lnTo>
                <a:lnTo>
                  <a:pt x="146" y="242"/>
                </a:lnTo>
                <a:lnTo>
                  <a:pt x="146" y="241"/>
                </a:lnTo>
                <a:lnTo>
                  <a:pt x="147" y="241"/>
                </a:lnTo>
                <a:lnTo>
                  <a:pt x="147" y="240"/>
                </a:lnTo>
                <a:lnTo>
                  <a:pt x="146" y="240"/>
                </a:lnTo>
                <a:lnTo>
                  <a:pt x="146" y="239"/>
                </a:lnTo>
                <a:lnTo>
                  <a:pt x="145" y="239"/>
                </a:lnTo>
                <a:lnTo>
                  <a:pt x="145" y="238"/>
                </a:lnTo>
                <a:lnTo>
                  <a:pt x="145" y="237"/>
                </a:lnTo>
                <a:lnTo>
                  <a:pt x="145" y="236"/>
                </a:lnTo>
                <a:lnTo>
                  <a:pt x="145" y="235"/>
                </a:lnTo>
                <a:lnTo>
                  <a:pt x="145" y="234"/>
                </a:lnTo>
                <a:lnTo>
                  <a:pt x="146" y="234"/>
                </a:lnTo>
                <a:lnTo>
                  <a:pt x="146" y="233"/>
                </a:lnTo>
                <a:lnTo>
                  <a:pt x="146" y="232"/>
                </a:lnTo>
                <a:lnTo>
                  <a:pt x="147" y="231"/>
                </a:lnTo>
                <a:lnTo>
                  <a:pt x="148" y="231"/>
                </a:lnTo>
                <a:lnTo>
                  <a:pt x="149" y="231"/>
                </a:lnTo>
                <a:lnTo>
                  <a:pt x="150" y="231"/>
                </a:lnTo>
                <a:lnTo>
                  <a:pt x="151" y="231"/>
                </a:lnTo>
                <a:lnTo>
                  <a:pt x="151" y="230"/>
                </a:lnTo>
                <a:lnTo>
                  <a:pt x="151" y="229"/>
                </a:lnTo>
                <a:lnTo>
                  <a:pt x="150" y="229"/>
                </a:lnTo>
                <a:lnTo>
                  <a:pt x="150" y="228"/>
                </a:lnTo>
                <a:lnTo>
                  <a:pt x="149" y="228"/>
                </a:lnTo>
                <a:lnTo>
                  <a:pt x="149" y="227"/>
                </a:lnTo>
                <a:lnTo>
                  <a:pt x="149" y="226"/>
                </a:lnTo>
                <a:lnTo>
                  <a:pt x="149" y="225"/>
                </a:lnTo>
                <a:lnTo>
                  <a:pt x="148" y="225"/>
                </a:lnTo>
                <a:lnTo>
                  <a:pt x="147" y="224"/>
                </a:lnTo>
                <a:lnTo>
                  <a:pt x="147" y="223"/>
                </a:lnTo>
                <a:lnTo>
                  <a:pt x="147" y="222"/>
                </a:lnTo>
                <a:lnTo>
                  <a:pt x="147" y="220"/>
                </a:lnTo>
                <a:lnTo>
                  <a:pt x="146" y="219"/>
                </a:lnTo>
                <a:lnTo>
                  <a:pt x="145" y="219"/>
                </a:lnTo>
                <a:lnTo>
                  <a:pt x="144" y="219"/>
                </a:lnTo>
                <a:lnTo>
                  <a:pt x="143" y="218"/>
                </a:lnTo>
                <a:lnTo>
                  <a:pt x="143" y="217"/>
                </a:lnTo>
                <a:lnTo>
                  <a:pt x="144" y="217"/>
                </a:lnTo>
                <a:lnTo>
                  <a:pt x="144" y="216"/>
                </a:lnTo>
                <a:lnTo>
                  <a:pt x="144" y="215"/>
                </a:lnTo>
                <a:lnTo>
                  <a:pt x="144" y="214"/>
                </a:lnTo>
                <a:lnTo>
                  <a:pt x="145" y="214"/>
                </a:lnTo>
                <a:lnTo>
                  <a:pt x="145" y="213"/>
                </a:lnTo>
                <a:lnTo>
                  <a:pt x="146" y="213"/>
                </a:lnTo>
                <a:lnTo>
                  <a:pt x="147" y="213"/>
                </a:lnTo>
                <a:lnTo>
                  <a:pt x="148" y="213"/>
                </a:lnTo>
                <a:lnTo>
                  <a:pt x="148" y="212"/>
                </a:lnTo>
                <a:lnTo>
                  <a:pt x="148" y="211"/>
                </a:lnTo>
                <a:lnTo>
                  <a:pt x="149" y="211"/>
                </a:lnTo>
                <a:lnTo>
                  <a:pt x="149" y="210"/>
                </a:lnTo>
                <a:lnTo>
                  <a:pt x="148" y="210"/>
                </a:lnTo>
                <a:lnTo>
                  <a:pt x="148" y="209"/>
                </a:lnTo>
                <a:lnTo>
                  <a:pt x="148" y="208"/>
                </a:lnTo>
                <a:lnTo>
                  <a:pt x="148" y="207"/>
                </a:lnTo>
                <a:lnTo>
                  <a:pt x="148" y="206"/>
                </a:lnTo>
                <a:lnTo>
                  <a:pt x="148" y="205"/>
                </a:lnTo>
                <a:lnTo>
                  <a:pt x="147" y="204"/>
                </a:lnTo>
                <a:lnTo>
                  <a:pt x="146" y="204"/>
                </a:lnTo>
                <a:lnTo>
                  <a:pt x="146" y="203"/>
                </a:lnTo>
                <a:lnTo>
                  <a:pt x="145" y="203"/>
                </a:lnTo>
                <a:lnTo>
                  <a:pt x="144" y="203"/>
                </a:lnTo>
                <a:lnTo>
                  <a:pt x="144" y="202"/>
                </a:lnTo>
                <a:lnTo>
                  <a:pt x="143" y="202"/>
                </a:lnTo>
                <a:lnTo>
                  <a:pt x="143" y="201"/>
                </a:lnTo>
                <a:lnTo>
                  <a:pt x="143" y="200"/>
                </a:lnTo>
                <a:lnTo>
                  <a:pt x="143" y="198"/>
                </a:lnTo>
                <a:lnTo>
                  <a:pt x="142" y="197"/>
                </a:lnTo>
                <a:lnTo>
                  <a:pt x="143" y="196"/>
                </a:lnTo>
                <a:lnTo>
                  <a:pt x="143" y="195"/>
                </a:lnTo>
                <a:lnTo>
                  <a:pt x="143" y="194"/>
                </a:lnTo>
                <a:lnTo>
                  <a:pt x="144" y="191"/>
                </a:lnTo>
                <a:lnTo>
                  <a:pt x="145" y="191"/>
                </a:lnTo>
                <a:lnTo>
                  <a:pt x="146" y="190"/>
                </a:lnTo>
                <a:lnTo>
                  <a:pt x="146" y="189"/>
                </a:lnTo>
                <a:lnTo>
                  <a:pt x="145" y="189"/>
                </a:lnTo>
                <a:lnTo>
                  <a:pt x="145" y="188"/>
                </a:lnTo>
                <a:lnTo>
                  <a:pt x="145" y="187"/>
                </a:lnTo>
                <a:lnTo>
                  <a:pt x="146" y="186"/>
                </a:lnTo>
                <a:lnTo>
                  <a:pt x="146" y="185"/>
                </a:lnTo>
                <a:lnTo>
                  <a:pt x="146" y="184"/>
                </a:lnTo>
                <a:lnTo>
                  <a:pt x="145" y="184"/>
                </a:lnTo>
                <a:lnTo>
                  <a:pt x="145" y="183"/>
                </a:lnTo>
                <a:lnTo>
                  <a:pt x="144" y="182"/>
                </a:lnTo>
                <a:lnTo>
                  <a:pt x="142" y="181"/>
                </a:lnTo>
                <a:lnTo>
                  <a:pt x="142" y="179"/>
                </a:lnTo>
                <a:lnTo>
                  <a:pt x="142" y="177"/>
                </a:lnTo>
                <a:lnTo>
                  <a:pt x="142" y="175"/>
                </a:lnTo>
                <a:lnTo>
                  <a:pt x="142" y="174"/>
                </a:lnTo>
                <a:lnTo>
                  <a:pt x="143" y="174"/>
                </a:lnTo>
                <a:lnTo>
                  <a:pt x="143" y="173"/>
                </a:lnTo>
                <a:lnTo>
                  <a:pt x="143" y="172"/>
                </a:lnTo>
                <a:lnTo>
                  <a:pt x="143" y="171"/>
                </a:lnTo>
                <a:lnTo>
                  <a:pt x="144" y="171"/>
                </a:lnTo>
                <a:lnTo>
                  <a:pt x="144" y="170"/>
                </a:lnTo>
                <a:lnTo>
                  <a:pt x="143" y="170"/>
                </a:lnTo>
                <a:lnTo>
                  <a:pt x="143" y="169"/>
                </a:lnTo>
                <a:lnTo>
                  <a:pt x="142" y="169"/>
                </a:lnTo>
                <a:lnTo>
                  <a:pt x="139" y="168"/>
                </a:lnTo>
                <a:lnTo>
                  <a:pt x="139" y="167"/>
                </a:lnTo>
                <a:lnTo>
                  <a:pt x="138" y="167"/>
                </a:lnTo>
                <a:lnTo>
                  <a:pt x="138" y="168"/>
                </a:lnTo>
                <a:lnTo>
                  <a:pt x="137" y="168"/>
                </a:lnTo>
                <a:lnTo>
                  <a:pt x="137" y="167"/>
                </a:lnTo>
                <a:lnTo>
                  <a:pt x="136" y="166"/>
                </a:lnTo>
                <a:lnTo>
                  <a:pt x="135" y="165"/>
                </a:lnTo>
                <a:lnTo>
                  <a:pt x="135" y="164"/>
                </a:lnTo>
                <a:lnTo>
                  <a:pt x="134" y="163"/>
                </a:lnTo>
                <a:lnTo>
                  <a:pt x="134" y="161"/>
                </a:lnTo>
                <a:lnTo>
                  <a:pt x="133" y="161"/>
                </a:lnTo>
                <a:lnTo>
                  <a:pt x="132" y="161"/>
                </a:lnTo>
                <a:lnTo>
                  <a:pt x="132" y="160"/>
                </a:lnTo>
                <a:lnTo>
                  <a:pt x="132" y="159"/>
                </a:lnTo>
                <a:lnTo>
                  <a:pt x="132" y="158"/>
                </a:lnTo>
                <a:lnTo>
                  <a:pt x="131" y="158"/>
                </a:lnTo>
                <a:lnTo>
                  <a:pt x="131" y="159"/>
                </a:lnTo>
                <a:lnTo>
                  <a:pt x="130" y="159"/>
                </a:lnTo>
                <a:lnTo>
                  <a:pt x="129" y="158"/>
                </a:lnTo>
                <a:lnTo>
                  <a:pt x="129" y="157"/>
                </a:lnTo>
                <a:lnTo>
                  <a:pt x="129" y="156"/>
                </a:lnTo>
                <a:lnTo>
                  <a:pt x="129" y="155"/>
                </a:lnTo>
                <a:lnTo>
                  <a:pt x="130" y="154"/>
                </a:lnTo>
                <a:lnTo>
                  <a:pt x="130" y="153"/>
                </a:lnTo>
                <a:lnTo>
                  <a:pt x="131" y="152"/>
                </a:lnTo>
                <a:lnTo>
                  <a:pt x="132" y="151"/>
                </a:lnTo>
                <a:lnTo>
                  <a:pt x="132" y="150"/>
                </a:lnTo>
                <a:lnTo>
                  <a:pt x="131" y="150"/>
                </a:lnTo>
                <a:lnTo>
                  <a:pt x="131" y="149"/>
                </a:lnTo>
                <a:lnTo>
                  <a:pt x="130" y="148"/>
                </a:lnTo>
                <a:lnTo>
                  <a:pt x="130" y="147"/>
                </a:lnTo>
                <a:lnTo>
                  <a:pt x="130" y="146"/>
                </a:lnTo>
                <a:lnTo>
                  <a:pt x="130" y="145"/>
                </a:lnTo>
                <a:lnTo>
                  <a:pt x="129" y="143"/>
                </a:lnTo>
                <a:lnTo>
                  <a:pt x="129" y="142"/>
                </a:lnTo>
                <a:lnTo>
                  <a:pt x="130" y="142"/>
                </a:lnTo>
                <a:lnTo>
                  <a:pt x="130" y="141"/>
                </a:lnTo>
                <a:lnTo>
                  <a:pt x="131" y="141"/>
                </a:lnTo>
                <a:lnTo>
                  <a:pt x="132" y="141"/>
                </a:lnTo>
                <a:lnTo>
                  <a:pt x="133" y="141"/>
                </a:lnTo>
                <a:lnTo>
                  <a:pt x="133" y="140"/>
                </a:lnTo>
                <a:lnTo>
                  <a:pt x="133" y="139"/>
                </a:lnTo>
                <a:lnTo>
                  <a:pt x="132" y="138"/>
                </a:lnTo>
                <a:lnTo>
                  <a:pt x="132" y="136"/>
                </a:lnTo>
                <a:lnTo>
                  <a:pt x="132" y="135"/>
                </a:lnTo>
                <a:lnTo>
                  <a:pt x="133" y="135"/>
                </a:lnTo>
                <a:lnTo>
                  <a:pt x="133" y="134"/>
                </a:lnTo>
                <a:lnTo>
                  <a:pt x="134" y="133"/>
                </a:lnTo>
                <a:lnTo>
                  <a:pt x="135" y="133"/>
                </a:lnTo>
                <a:lnTo>
                  <a:pt x="135" y="132"/>
                </a:lnTo>
                <a:lnTo>
                  <a:pt x="134" y="131"/>
                </a:lnTo>
                <a:lnTo>
                  <a:pt x="135" y="131"/>
                </a:lnTo>
                <a:lnTo>
                  <a:pt x="135" y="130"/>
                </a:lnTo>
                <a:lnTo>
                  <a:pt x="135" y="129"/>
                </a:lnTo>
                <a:lnTo>
                  <a:pt x="135" y="128"/>
                </a:lnTo>
                <a:lnTo>
                  <a:pt x="137" y="128"/>
                </a:lnTo>
                <a:lnTo>
                  <a:pt x="137" y="127"/>
                </a:lnTo>
                <a:lnTo>
                  <a:pt x="137" y="126"/>
                </a:lnTo>
                <a:lnTo>
                  <a:pt x="138" y="126"/>
                </a:lnTo>
                <a:lnTo>
                  <a:pt x="138" y="125"/>
                </a:lnTo>
                <a:lnTo>
                  <a:pt x="138" y="124"/>
                </a:lnTo>
                <a:lnTo>
                  <a:pt x="138" y="123"/>
                </a:lnTo>
                <a:lnTo>
                  <a:pt x="139" y="123"/>
                </a:lnTo>
                <a:lnTo>
                  <a:pt x="141" y="122"/>
                </a:lnTo>
                <a:lnTo>
                  <a:pt x="142" y="122"/>
                </a:lnTo>
                <a:lnTo>
                  <a:pt x="143" y="122"/>
                </a:lnTo>
                <a:lnTo>
                  <a:pt x="143" y="121"/>
                </a:lnTo>
                <a:lnTo>
                  <a:pt x="143" y="120"/>
                </a:lnTo>
                <a:lnTo>
                  <a:pt x="145" y="120"/>
                </a:lnTo>
                <a:lnTo>
                  <a:pt x="145" y="119"/>
                </a:lnTo>
                <a:lnTo>
                  <a:pt x="145" y="117"/>
                </a:lnTo>
                <a:lnTo>
                  <a:pt x="145" y="116"/>
                </a:lnTo>
                <a:lnTo>
                  <a:pt x="144" y="116"/>
                </a:lnTo>
                <a:lnTo>
                  <a:pt x="143" y="116"/>
                </a:lnTo>
                <a:lnTo>
                  <a:pt x="142" y="116"/>
                </a:lnTo>
                <a:lnTo>
                  <a:pt x="142" y="115"/>
                </a:lnTo>
                <a:lnTo>
                  <a:pt x="143" y="115"/>
                </a:lnTo>
                <a:lnTo>
                  <a:pt x="143" y="114"/>
                </a:lnTo>
                <a:lnTo>
                  <a:pt x="143" y="115"/>
                </a:lnTo>
                <a:lnTo>
                  <a:pt x="143" y="114"/>
                </a:lnTo>
                <a:lnTo>
                  <a:pt x="143" y="113"/>
                </a:lnTo>
                <a:lnTo>
                  <a:pt x="143" y="112"/>
                </a:lnTo>
                <a:lnTo>
                  <a:pt x="142" y="112"/>
                </a:lnTo>
                <a:lnTo>
                  <a:pt x="143" y="111"/>
                </a:lnTo>
                <a:lnTo>
                  <a:pt x="143" y="110"/>
                </a:lnTo>
                <a:lnTo>
                  <a:pt x="145" y="110"/>
                </a:lnTo>
                <a:lnTo>
                  <a:pt x="146" y="110"/>
                </a:lnTo>
                <a:lnTo>
                  <a:pt x="148" y="110"/>
                </a:lnTo>
                <a:lnTo>
                  <a:pt x="149" y="109"/>
                </a:lnTo>
                <a:lnTo>
                  <a:pt x="150" y="109"/>
                </a:lnTo>
                <a:lnTo>
                  <a:pt x="151" y="110"/>
                </a:lnTo>
                <a:lnTo>
                  <a:pt x="152" y="110"/>
                </a:lnTo>
                <a:lnTo>
                  <a:pt x="152" y="109"/>
                </a:lnTo>
                <a:lnTo>
                  <a:pt x="153" y="109"/>
                </a:lnTo>
                <a:lnTo>
                  <a:pt x="154" y="108"/>
                </a:lnTo>
                <a:lnTo>
                  <a:pt x="154" y="109"/>
                </a:lnTo>
                <a:lnTo>
                  <a:pt x="155" y="109"/>
                </a:lnTo>
                <a:lnTo>
                  <a:pt x="156" y="108"/>
                </a:lnTo>
                <a:lnTo>
                  <a:pt x="157" y="108"/>
                </a:lnTo>
                <a:lnTo>
                  <a:pt x="157" y="109"/>
                </a:lnTo>
                <a:lnTo>
                  <a:pt x="159" y="110"/>
                </a:lnTo>
                <a:lnTo>
                  <a:pt x="159" y="111"/>
                </a:lnTo>
                <a:lnTo>
                  <a:pt x="160" y="111"/>
                </a:lnTo>
                <a:lnTo>
                  <a:pt x="161" y="111"/>
                </a:lnTo>
                <a:lnTo>
                  <a:pt x="162" y="111"/>
                </a:lnTo>
                <a:lnTo>
                  <a:pt x="163" y="111"/>
                </a:lnTo>
                <a:lnTo>
                  <a:pt x="163" y="112"/>
                </a:lnTo>
                <a:lnTo>
                  <a:pt x="164" y="112"/>
                </a:lnTo>
                <a:lnTo>
                  <a:pt x="165" y="112"/>
                </a:lnTo>
                <a:lnTo>
                  <a:pt x="166" y="112"/>
                </a:lnTo>
                <a:lnTo>
                  <a:pt x="168" y="112"/>
                </a:lnTo>
                <a:lnTo>
                  <a:pt x="169" y="112"/>
                </a:lnTo>
                <a:lnTo>
                  <a:pt x="170" y="111"/>
                </a:lnTo>
                <a:lnTo>
                  <a:pt x="171" y="111"/>
                </a:lnTo>
                <a:lnTo>
                  <a:pt x="172" y="111"/>
                </a:lnTo>
                <a:lnTo>
                  <a:pt x="173" y="111"/>
                </a:lnTo>
                <a:lnTo>
                  <a:pt x="175" y="110"/>
                </a:lnTo>
                <a:lnTo>
                  <a:pt x="176" y="110"/>
                </a:lnTo>
                <a:lnTo>
                  <a:pt x="176" y="109"/>
                </a:lnTo>
                <a:lnTo>
                  <a:pt x="177" y="109"/>
                </a:lnTo>
                <a:lnTo>
                  <a:pt x="176" y="109"/>
                </a:lnTo>
                <a:lnTo>
                  <a:pt x="177" y="109"/>
                </a:lnTo>
                <a:lnTo>
                  <a:pt x="178" y="109"/>
                </a:lnTo>
                <a:lnTo>
                  <a:pt x="179" y="109"/>
                </a:lnTo>
                <a:lnTo>
                  <a:pt x="179" y="110"/>
                </a:lnTo>
                <a:lnTo>
                  <a:pt x="180" y="110"/>
                </a:lnTo>
                <a:lnTo>
                  <a:pt x="180" y="109"/>
                </a:lnTo>
                <a:lnTo>
                  <a:pt x="181" y="109"/>
                </a:lnTo>
                <a:lnTo>
                  <a:pt x="182" y="110"/>
                </a:lnTo>
                <a:lnTo>
                  <a:pt x="183" y="111"/>
                </a:lnTo>
                <a:lnTo>
                  <a:pt x="183" y="112"/>
                </a:lnTo>
                <a:lnTo>
                  <a:pt x="184" y="112"/>
                </a:lnTo>
                <a:lnTo>
                  <a:pt x="185" y="112"/>
                </a:lnTo>
                <a:lnTo>
                  <a:pt x="186" y="111"/>
                </a:lnTo>
                <a:lnTo>
                  <a:pt x="187" y="111"/>
                </a:lnTo>
                <a:lnTo>
                  <a:pt x="187" y="112"/>
                </a:lnTo>
                <a:lnTo>
                  <a:pt x="188" y="113"/>
                </a:lnTo>
                <a:lnTo>
                  <a:pt x="188" y="114"/>
                </a:lnTo>
                <a:lnTo>
                  <a:pt x="188" y="115"/>
                </a:lnTo>
                <a:lnTo>
                  <a:pt x="189" y="115"/>
                </a:lnTo>
                <a:lnTo>
                  <a:pt x="190" y="115"/>
                </a:lnTo>
                <a:lnTo>
                  <a:pt x="191" y="115"/>
                </a:lnTo>
                <a:lnTo>
                  <a:pt x="192" y="116"/>
                </a:lnTo>
                <a:lnTo>
                  <a:pt x="194" y="116"/>
                </a:lnTo>
                <a:lnTo>
                  <a:pt x="195" y="116"/>
                </a:lnTo>
                <a:lnTo>
                  <a:pt x="195" y="115"/>
                </a:lnTo>
                <a:lnTo>
                  <a:pt x="195" y="114"/>
                </a:lnTo>
                <a:lnTo>
                  <a:pt x="196" y="114"/>
                </a:lnTo>
                <a:lnTo>
                  <a:pt x="197" y="113"/>
                </a:lnTo>
                <a:lnTo>
                  <a:pt x="198" y="113"/>
                </a:lnTo>
                <a:lnTo>
                  <a:pt x="198" y="112"/>
                </a:lnTo>
                <a:lnTo>
                  <a:pt x="198" y="111"/>
                </a:lnTo>
                <a:lnTo>
                  <a:pt x="199" y="111"/>
                </a:lnTo>
                <a:lnTo>
                  <a:pt x="199" y="110"/>
                </a:lnTo>
                <a:lnTo>
                  <a:pt x="200" y="109"/>
                </a:lnTo>
                <a:lnTo>
                  <a:pt x="201" y="109"/>
                </a:lnTo>
                <a:lnTo>
                  <a:pt x="202" y="109"/>
                </a:lnTo>
                <a:lnTo>
                  <a:pt x="202" y="108"/>
                </a:lnTo>
                <a:lnTo>
                  <a:pt x="201" y="108"/>
                </a:lnTo>
                <a:lnTo>
                  <a:pt x="201" y="107"/>
                </a:lnTo>
                <a:lnTo>
                  <a:pt x="201" y="106"/>
                </a:lnTo>
                <a:lnTo>
                  <a:pt x="201" y="104"/>
                </a:lnTo>
                <a:lnTo>
                  <a:pt x="203" y="104"/>
                </a:lnTo>
                <a:lnTo>
                  <a:pt x="204" y="104"/>
                </a:lnTo>
                <a:lnTo>
                  <a:pt x="206" y="104"/>
                </a:lnTo>
                <a:lnTo>
                  <a:pt x="206" y="105"/>
                </a:lnTo>
                <a:lnTo>
                  <a:pt x="207" y="106"/>
                </a:lnTo>
                <a:lnTo>
                  <a:pt x="207" y="105"/>
                </a:lnTo>
                <a:lnTo>
                  <a:pt x="208" y="106"/>
                </a:lnTo>
                <a:lnTo>
                  <a:pt x="208" y="107"/>
                </a:lnTo>
                <a:lnTo>
                  <a:pt x="208" y="108"/>
                </a:lnTo>
                <a:lnTo>
                  <a:pt x="209" y="108"/>
                </a:lnTo>
                <a:lnTo>
                  <a:pt x="210" y="107"/>
                </a:lnTo>
                <a:lnTo>
                  <a:pt x="211" y="107"/>
                </a:lnTo>
                <a:lnTo>
                  <a:pt x="211" y="106"/>
                </a:lnTo>
                <a:lnTo>
                  <a:pt x="212" y="106"/>
                </a:lnTo>
                <a:lnTo>
                  <a:pt x="212" y="105"/>
                </a:lnTo>
                <a:lnTo>
                  <a:pt x="213" y="104"/>
                </a:lnTo>
                <a:lnTo>
                  <a:pt x="213" y="103"/>
                </a:lnTo>
                <a:lnTo>
                  <a:pt x="214" y="103"/>
                </a:lnTo>
                <a:lnTo>
                  <a:pt x="214" y="102"/>
                </a:lnTo>
                <a:lnTo>
                  <a:pt x="215" y="102"/>
                </a:lnTo>
                <a:lnTo>
                  <a:pt x="215" y="101"/>
                </a:lnTo>
                <a:lnTo>
                  <a:pt x="216" y="101"/>
                </a:lnTo>
                <a:lnTo>
                  <a:pt x="216" y="100"/>
                </a:lnTo>
                <a:lnTo>
                  <a:pt x="215" y="100"/>
                </a:lnTo>
                <a:lnTo>
                  <a:pt x="214" y="100"/>
                </a:lnTo>
                <a:lnTo>
                  <a:pt x="214" y="99"/>
                </a:lnTo>
                <a:lnTo>
                  <a:pt x="213" y="99"/>
                </a:lnTo>
                <a:lnTo>
                  <a:pt x="213" y="98"/>
                </a:lnTo>
                <a:lnTo>
                  <a:pt x="212" y="98"/>
                </a:lnTo>
                <a:lnTo>
                  <a:pt x="212" y="97"/>
                </a:lnTo>
                <a:lnTo>
                  <a:pt x="212" y="96"/>
                </a:lnTo>
                <a:lnTo>
                  <a:pt x="211" y="96"/>
                </a:lnTo>
                <a:lnTo>
                  <a:pt x="209" y="94"/>
                </a:lnTo>
                <a:lnTo>
                  <a:pt x="209" y="93"/>
                </a:lnTo>
                <a:lnTo>
                  <a:pt x="209" y="92"/>
                </a:lnTo>
                <a:lnTo>
                  <a:pt x="209" y="91"/>
                </a:lnTo>
                <a:lnTo>
                  <a:pt x="209" y="90"/>
                </a:lnTo>
                <a:lnTo>
                  <a:pt x="210" y="90"/>
                </a:lnTo>
                <a:lnTo>
                  <a:pt x="210" y="89"/>
                </a:lnTo>
                <a:lnTo>
                  <a:pt x="211" y="88"/>
                </a:lnTo>
                <a:lnTo>
                  <a:pt x="210" y="88"/>
                </a:lnTo>
                <a:lnTo>
                  <a:pt x="210" y="87"/>
                </a:lnTo>
                <a:lnTo>
                  <a:pt x="210" y="86"/>
                </a:lnTo>
                <a:lnTo>
                  <a:pt x="209" y="86"/>
                </a:lnTo>
                <a:lnTo>
                  <a:pt x="209" y="84"/>
                </a:lnTo>
                <a:lnTo>
                  <a:pt x="209" y="83"/>
                </a:lnTo>
                <a:lnTo>
                  <a:pt x="209" y="82"/>
                </a:lnTo>
                <a:lnTo>
                  <a:pt x="209" y="81"/>
                </a:lnTo>
                <a:lnTo>
                  <a:pt x="208" y="81"/>
                </a:lnTo>
                <a:lnTo>
                  <a:pt x="207" y="81"/>
                </a:lnTo>
                <a:lnTo>
                  <a:pt x="206" y="81"/>
                </a:lnTo>
                <a:lnTo>
                  <a:pt x="205" y="80"/>
                </a:lnTo>
                <a:lnTo>
                  <a:pt x="204" y="79"/>
                </a:lnTo>
                <a:lnTo>
                  <a:pt x="204" y="78"/>
                </a:lnTo>
                <a:lnTo>
                  <a:pt x="205" y="78"/>
                </a:lnTo>
                <a:lnTo>
                  <a:pt x="206" y="78"/>
                </a:lnTo>
                <a:lnTo>
                  <a:pt x="206" y="77"/>
                </a:lnTo>
                <a:lnTo>
                  <a:pt x="206" y="75"/>
                </a:lnTo>
                <a:lnTo>
                  <a:pt x="206" y="74"/>
                </a:lnTo>
                <a:lnTo>
                  <a:pt x="206" y="75"/>
                </a:lnTo>
                <a:lnTo>
                  <a:pt x="205" y="75"/>
                </a:lnTo>
                <a:lnTo>
                  <a:pt x="204" y="75"/>
                </a:lnTo>
                <a:lnTo>
                  <a:pt x="203" y="74"/>
                </a:lnTo>
                <a:lnTo>
                  <a:pt x="203" y="73"/>
                </a:lnTo>
                <a:lnTo>
                  <a:pt x="203" y="72"/>
                </a:lnTo>
                <a:lnTo>
                  <a:pt x="202" y="72"/>
                </a:lnTo>
                <a:lnTo>
                  <a:pt x="201" y="71"/>
                </a:lnTo>
                <a:lnTo>
                  <a:pt x="200" y="70"/>
                </a:lnTo>
                <a:lnTo>
                  <a:pt x="199" y="70"/>
                </a:lnTo>
                <a:lnTo>
                  <a:pt x="198" y="70"/>
                </a:lnTo>
                <a:lnTo>
                  <a:pt x="198" y="69"/>
                </a:lnTo>
                <a:lnTo>
                  <a:pt x="196" y="69"/>
                </a:lnTo>
                <a:lnTo>
                  <a:pt x="195" y="69"/>
                </a:lnTo>
                <a:lnTo>
                  <a:pt x="193" y="67"/>
                </a:lnTo>
                <a:lnTo>
                  <a:pt x="192" y="67"/>
                </a:lnTo>
                <a:lnTo>
                  <a:pt x="192" y="66"/>
                </a:lnTo>
                <a:lnTo>
                  <a:pt x="191" y="65"/>
                </a:lnTo>
                <a:lnTo>
                  <a:pt x="190" y="66"/>
                </a:lnTo>
                <a:lnTo>
                  <a:pt x="189" y="66"/>
                </a:lnTo>
                <a:lnTo>
                  <a:pt x="188" y="65"/>
                </a:lnTo>
                <a:lnTo>
                  <a:pt x="187" y="65"/>
                </a:lnTo>
                <a:lnTo>
                  <a:pt x="187" y="64"/>
                </a:lnTo>
                <a:lnTo>
                  <a:pt x="186" y="64"/>
                </a:lnTo>
                <a:lnTo>
                  <a:pt x="185" y="64"/>
                </a:lnTo>
                <a:lnTo>
                  <a:pt x="184" y="64"/>
                </a:lnTo>
                <a:lnTo>
                  <a:pt x="183" y="64"/>
                </a:lnTo>
                <a:lnTo>
                  <a:pt x="182" y="64"/>
                </a:lnTo>
                <a:lnTo>
                  <a:pt x="181" y="64"/>
                </a:lnTo>
                <a:lnTo>
                  <a:pt x="179" y="64"/>
                </a:lnTo>
                <a:lnTo>
                  <a:pt x="179" y="63"/>
                </a:lnTo>
                <a:lnTo>
                  <a:pt x="178" y="63"/>
                </a:lnTo>
                <a:lnTo>
                  <a:pt x="178" y="62"/>
                </a:lnTo>
                <a:lnTo>
                  <a:pt x="177" y="62"/>
                </a:lnTo>
                <a:lnTo>
                  <a:pt x="176" y="61"/>
                </a:lnTo>
                <a:lnTo>
                  <a:pt x="175" y="61"/>
                </a:lnTo>
                <a:lnTo>
                  <a:pt x="174" y="62"/>
                </a:lnTo>
                <a:lnTo>
                  <a:pt x="173" y="62"/>
                </a:lnTo>
                <a:lnTo>
                  <a:pt x="172" y="61"/>
                </a:lnTo>
                <a:lnTo>
                  <a:pt x="172" y="60"/>
                </a:lnTo>
                <a:lnTo>
                  <a:pt x="171" y="60"/>
                </a:lnTo>
                <a:lnTo>
                  <a:pt x="170" y="60"/>
                </a:lnTo>
                <a:lnTo>
                  <a:pt x="170" y="61"/>
                </a:lnTo>
                <a:lnTo>
                  <a:pt x="170" y="62"/>
                </a:lnTo>
                <a:lnTo>
                  <a:pt x="169" y="62"/>
                </a:lnTo>
                <a:lnTo>
                  <a:pt x="169" y="63"/>
                </a:lnTo>
                <a:lnTo>
                  <a:pt x="168" y="64"/>
                </a:lnTo>
                <a:lnTo>
                  <a:pt x="167" y="64"/>
                </a:lnTo>
                <a:lnTo>
                  <a:pt x="166" y="64"/>
                </a:lnTo>
                <a:lnTo>
                  <a:pt x="165" y="65"/>
                </a:lnTo>
                <a:lnTo>
                  <a:pt x="164" y="65"/>
                </a:lnTo>
                <a:lnTo>
                  <a:pt x="164" y="66"/>
                </a:lnTo>
                <a:lnTo>
                  <a:pt x="163" y="66"/>
                </a:lnTo>
                <a:lnTo>
                  <a:pt x="162" y="66"/>
                </a:lnTo>
                <a:lnTo>
                  <a:pt x="162" y="65"/>
                </a:lnTo>
                <a:lnTo>
                  <a:pt x="161" y="65"/>
                </a:lnTo>
                <a:lnTo>
                  <a:pt x="161" y="64"/>
                </a:lnTo>
                <a:lnTo>
                  <a:pt x="160" y="64"/>
                </a:lnTo>
                <a:lnTo>
                  <a:pt x="160" y="63"/>
                </a:lnTo>
                <a:lnTo>
                  <a:pt x="159" y="62"/>
                </a:lnTo>
                <a:lnTo>
                  <a:pt x="158" y="62"/>
                </a:lnTo>
                <a:lnTo>
                  <a:pt x="159" y="60"/>
                </a:lnTo>
                <a:lnTo>
                  <a:pt x="159" y="59"/>
                </a:lnTo>
                <a:lnTo>
                  <a:pt x="159" y="58"/>
                </a:lnTo>
                <a:lnTo>
                  <a:pt x="160" y="58"/>
                </a:lnTo>
                <a:lnTo>
                  <a:pt x="160" y="57"/>
                </a:lnTo>
                <a:lnTo>
                  <a:pt x="160" y="56"/>
                </a:lnTo>
                <a:lnTo>
                  <a:pt x="159" y="55"/>
                </a:lnTo>
                <a:lnTo>
                  <a:pt x="159" y="54"/>
                </a:lnTo>
                <a:lnTo>
                  <a:pt x="160" y="54"/>
                </a:lnTo>
                <a:lnTo>
                  <a:pt x="160" y="53"/>
                </a:lnTo>
                <a:lnTo>
                  <a:pt x="160" y="52"/>
                </a:lnTo>
                <a:lnTo>
                  <a:pt x="160" y="51"/>
                </a:lnTo>
                <a:lnTo>
                  <a:pt x="160" y="50"/>
                </a:lnTo>
                <a:lnTo>
                  <a:pt x="161" y="50"/>
                </a:lnTo>
                <a:lnTo>
                  <a:pt x="161" y="48"/>
                </a:lnTo>
                <a:lnTo>
                  <a:pt x="160" y="48"/>
                </a:lnTo>
                <a:lnTo>
                  <a:pt x="161" y="47"/>
                </a:lnTo>
                <a:lnTo>
                  <a:pt x="161" y="46"/>
                </a:lnTo>
                <a:lnTo>
                  <a:pt x="161" y="45"/>
                </a:lnTo>
                <a:lnTo>
                  <a:pt x="161" y="44"/>
                </a:lnTo>
                <a:lnTo>
                  <a:pt x="161" y="43"/>
                </a:lnTo>
                <a:lnTo>
                  <a:pt x="161" y="42"/>
                </a:lnTo>
                <a:lnTo>
                  <a:pt x="161" y="41"/>
                </a:lnTo>
                <a:lnTo>
                  <a:pt x="161" y="40"/>
                </a:lnTo>
                <a:lnTo>
                  <a:pt x="161" y="39"/>
                </a:lnTo>
                <a:lnTo>
                  <a:pt x="161" y="38"/>
                </a:lnTo>
                <a:lnTo>
                  <a:pt x="162" y="38"/>
                </a:lnTo>
                <a:lnTo>
                  <a:pt x="162" y="37"/>
                </a:lnTo>
                <a:lnTo>
                  <a:pt x="161" y="37"/>
                </a:lnTo>
                <a:lnTo>
                  <a:pt x="160" y="37"/>
                </a:lnTo>
                <a:lnTo>
                  <a:pt x="159" y="37"/>
                </a:lnTo>
                <a:lnTo>
                  <a:pt x="158" y="37"/>
                </a:lnTo>
                <a:lnTo>
                  <a:pt x="157" y="36"/>
                </a:lnTo>
                <a:lnTo>
                  <a:pt x="156" y="36"/>
                </a:lnTo>
                <a:lnTo>
                  <a:pt x="155" y="35"/>
                </a:lnTo>
                <a:lnTo>
                  <a:pt x="154" y="34"/>
                </a:lnTo>
                <a:lnTo>
                  <a:pt x="153" y="34"/>
                </a:lnTo>
                <a:lnTo>
                  <a:pt x="153" y="33"/>
                </a:lnTo>
                <a:lnTo>
                  <a:pt x="152" y="33"/>
                </a:lnTo>
                <a:lnTo>
                  <a:pt x="151" y="33"/>
                </a:lnTo>
                <a:lnTo>
                  <a:pt x="150" y="33"/>
                </a:lnTo>
                <a:lnTo>
                  <a:pt x="149" y="33"/>
                </a:lnTo>
                <a:lnTo>
                  <a:pt x="149" y="32"/>
                </a:lnTo>
                <a:lnTo>
                  <a:pt x="149" y="31"/>
                </a:lnTo>
                <a:lnTo>
                  <a:pt x="148" y="31"/>
                </a:lnTo>
                <a:lnTo>
                  <a:pt x="147" y="30"/>
                </a:lnTo>
                <a:lnTo>
                  <a:pt x="146" y="31"/>
                </a:lnTo>
                <a:lnTo>
                  <a:pt x="145" y="31"/>
                </a:lnTo>
                <a:lnTo>
                  <a:pt x="144" y="31"/>
                </a:lnTo>
                <a:lnTo>
                  <a:pt x="143" y="31"/>
                </a:lnTo>
                <a:lnTo>
                  <a:pt x="142" y="31"/>
                </a:lnTo>
                <a:lnTo>
                  <a:pt x="141" y="31"/>
                </a:lnTo>
                <a:lnTo>
                  <a:pt x="140" y="31"/>
                </a:lnTo>
                <a:lnTo>
                  <a:pt x="139" y="31"/>
                </a:lnTo>
                <a:lnTo>
                  <a:pt x="138" y="32"/>
                </a:lnTo>
                <a:lnTo>
                  <a:pt x="138" y="33"/>
                </a:lnTo>
                <a:lnTo>
                  <a:pt x="137" y="33"/>
                </a:lnTo>
                <a:lnTo>
                  <a:pt x="137" y="32"/>
                </a:lnTo>
                <a:lnTo>
                  <a:pt x="136" y="31"/>
                </a:lnTo>
                <a:lnTo>
                  <a:pt x="135" y="30"/>
                </a:lnTo>
                <a:lnTo>
                  <a:pt x="134" y="31"/>
                </a:lnTo>
                <a:lnTo>
                  <a:pt x="133" y="31"/>
                </a:lnTo>
                <a:lnTo>
                  <a:pt x="133" y="30"/>
                </a:lnTo>
                <a:lnTo>
                  <a:pt x="132" y="30"/>
                </a:lnTo>
                <a:lnTo>
                  <a:pt x="131" y="30"/>
                </a:lnTo>
                <a:lnTo>
                  <a:pt x="130" y="30"/>
                </a:lnTo>
                <a:lnTo>
                  <a:pt x="130" y="29"/>
                </a:lnTo>
                <a:lnTo>
                  <a:pt x="129" y="29"/>
                </a:lnTo>
                <a:lnTo>
                  <a:pt x="127" y="29"/>
                </a:lnTo>
                <a:lnTo>
                  <a:pt x="126" y="29"/>
                </a:lnTo>
                <a:lnTo>
                  <a:pt x="126" y="28"/>
                </a:lnTo>
                <a:lnTo>
                  <a:pt x="125" y="28"/>
                </a:lnTo>
                <a:lnTo>
                  <a:pt x="123" y="28"/>
                </a:lnTo>
                <a:lnTo>
                  <a:pt x="122" y="28"/>
                </a:lnTo>
                <a:lnTo>
                  <a:pt x="121" y="28"/>
                </a:lnTo>
                <a:lnTo>
                  <a:pt x="120" y="28"/>
                </a:lnTo>
                <a:lnTo>
                  <a:pt x="119" y="28"/>
                </a:lnTo>
                <a:lnTo>
                  <a:pt x="118" y="27"/>
                </a:lnTo>
                <a:lnTo>
                  <a:pt x="117" y="27"/>
                </a:lnTo>
                <a:lnTo>
                  <a:pt x="116" y="27"/>
                </a:lnTo>
                <a:lnTo>
                  <a:pt x="116" y="26"/>
                </a:lnTo>
                <a:lnTo>
                  <a:pt x="117" y="26"/>
                </a:lnTo>
                <a:lnTo>
                  <a:pt x="118" y="25"/>
                </a:lnTo>
                <a:lnTo>
                  <a:pt x="118" y="23"/>
                </a:lnTo>
                <a:lnTo>
                  <a:pt x="119" y="23"/>
                </a:lnTo>
                <a:lnTo>
                  <a:pt x="119" y="22"/>
                </a:lnTo>
                <a:lnTo>
                  <a:pt x="120" y="22"/>
                </a:lnTo>
                <a:lnTo>
                  <a:pt x="121" y="21"/>
                </a:lnTo>
                <a:lnTo>
                  <a:pt x="121" y="20"/>
                </a:lnTo>
                <a:lnTo>
                  <a:pt x="121" y="19"/>
                </a:lnTo>
                <a:lnTo>
                  <a:pt x="122" y="18"/>
                </a:lnTo>
                <a:lnTo>
                  <a:pt x="123" y="18"/>
                </a:lnTo>
                <a:lnTo>
                  <a:pt x="123" y="17"/>
                </a:lnTo>
                <a:lnTo>
                  <a:pt x="124" y="17"/>
                </a:lnTo>
                <a:lnTo>
                  <a:pt x="124" y="16"/>
                </a:lnTo>
                <a:lnTo>
                  <a:pt x="124" y="15"/>
                </a:lnTo>
                <a:lnTo>
                  <a:pt x="125" y="14"/>
                </a:lnTo>
                <a:lnTo>
                  <a:pt x="125" y="13"/>
                </a:lnTo>
                <a:lnTo>
                  <a:pt x="126" y="13"/>
                </a:lnTo>
                <a:lnTo>
                  <a:pt x="125" y="13"/>
                </a:lnTo>
                <a:lnTo>
                  <a:pt x="125" y="12"/>
                </a:lnTo>
                <a:lnTo>
                  <a:pt x="126" y="12"/>
                </a:lnTo>
                <a:lnTo>
                  <a:pt x="127" y="12"/>
                </a:lnTo>
                <a:lnTo>
                  <a:pt x="127" y="13"/>
                </a:lnTo>
                <a:lnTo>
                  <a:pt x="128" y="13"/>
                </a:lnTo>
                <a:lnTo>
                  <a:pt x="128" y="12"/>
                </a:lnTo>
                <a:lnTo>
                  <a:pt x="129" y="12"/>
                </a:lnTo>
                <a:lnTo>
                  <a:pt x="131" y="13"/>
                </a:lnTo>
                <a:lnTo>
                  <a:pt x="132" y="13"/>
                </a:lnTo>
                <a:lnTo>
                  <a:pt x="133" y="13"/>
                </a:lnTo>
                <a:lnTo>
                  <a:pt x="135" y="13"/>
                </a:lnTo>
                <a:lnTo>
                  <a:pt x="136" y="13"/>
                </a:lnTo>
                <a:lnTo>
                  <a:pt x="137" y="13"/>
                </a:lnTo>
                <a:lnTo>
                  <a:pt x="137" y="12"/>
                </a:lnTo>
                <a:lnTo>
                  <a:pt x="137" y="11"/>
                </a:lnTo>
                <a:lnTo>
                  <a:pt x="136" y="11"/>
                </a:lnTo>
                <a:lnTo>
                  <a:pt x="136" y="10"/>
                </a:lnTo>
                <a:lnTo>
                  <a:pt x="137" y="10"/>
                </a:lnTo>
                <a:lnTo>
                  <a:pt x="137" y="9"/>
                </a:lnTo>
                <a:lnTo>
                  <a:pt x="138" y="8"/>
                </a:lnTo>
                <a:lnTo>
                  <a:pt x="138" y="7"/>
                </a:lnTo>
                <a:lnTo>
                  <a:pt x="140" y="7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2081160" y="5157720"/>
            <a:ext cx="266760" cy="296640"/>
          </a:xfrm>
          <a:custGeom>
            <a:avLst/>
            <a:gdLst/>
            <a:ahLst/>
            <a:rect l="0" t="0" r="r" b="b"/>
            <a:pathLst>
              <a:path w="741" h="824">
                <a:moveTo>
                  <a:pt x="248" y="0"/>
                </a:moveTo>
                <a:lnTo>
                  <a:pt x="249" y="0"/>
                </a:lnTo>
                <a:lnTo>
                  <a:pt x="248" y="1"/>
                </a:lnTo>
                <a:lnTo>
                  <a:pt x="249" y="1"/>
                </a:lnTo>
                <a:lnTo>
                  <a:pt x="250" y="2"/>
                </a:lnTo>
                <a:lnTo>
                  <a:pt x="252" y="2"/>
                </a:lnTo>
                <a:lnTo>
                  <a:pt x="253" y="2"/>
                </a:lnTo>
                <a:lnTo>
                  <a:pt x="254" y="2"/>
                </a:lnTo>
                <a:lnTo>
                  <a:pt x="255" y="2"/>
                </a:lnTo>
                <a:lnTo>
                  <a:pt x="256" y="2"/>
                </a:lnTo>
                <a:lnTo>
                  <a:pt x="257" y="2"/>
                </a:lnTo>
                <a:lnTo>
                  <a:pt x="257" y="3"/>
                </a:lnTo>
                <a:lnTo>
                  <a:pt x="257" y="4"/>
                </a:lnTo>
                <a:lnTo>
                  <a:pt x="258" y="4"/>
                </a:lnTo>
                <a:lnTo>
                  <a:pt x="258" y="5"/>
                </a:lnTo>
                <a:lnTo>
                  <a:pt x="257" y="6"/>
                </a:lnTo>
                <a:lnTo>
                  <a:pt x="257" y="7"/>
                </a:lnTo>
                <a:lnTo>
                  <a:pt x="258" y="8"/>
                </a:lnTo>
                <a:lnTo>
                  <a:pt x="258" y="9"/>
                </a:lnTo>
                <a:lnTo>
                  <a:pt x="259" y="9"/>
                </a:lnTo>
                <a:lnTo>
                  <a:pt x="260" y="9"/>
                </a:lnTo>
                <a:lnTo>
                  <a:pt x="261" y="9"/>
                </a:lnTo>
                <a:lnTo>
                  <a:pt x="262" y="9"/>
                </a:lnTo>
                <a:lnTo>
                  <a:pt x="263" y="9"/>
                </a:lnTo>
                <a:lnTo>
                  <a:pt x="264" y="9"/>
                </a:lnTo>
                <a:lnTo>
                  <a:pt x="264" y="10"/>
                </a:lnTo>
                <a:lnTo>
                  <a:pt x="265" y="10"/>
                </a:lnTo>
                <a:lnTo>
                  <a:pt x="266" y="10"/>
                </a:lnTo>
                <a:lnTo>
                  <a:pt x="266" y="9"/>
                </a:lnTo>
                <a:lnTo>
                  <a:pt x="267" y="9"/>
                </a:lnTo>
                <a:lnTo>
                  <a:pt x="268" y="9"/>
                </a:lnTo>
                <a:lnTo>
                  <a:pt x="268" y="10"/>
                </a:lnTo>
                <a:lnTo>
                  <a:pt x="269" y="10"/>
                </a:lnTo>
                <a:lnTo>
                  <a:pt x="270" y="10"/>
                </a:lnTo>
                <a:lnTo>
                  <a:pt x="272" y="10"/>
                </a:lnTo>
                <a:lnTo>
                  <a:pt x="272" y="11"/>
                </a:lnTo>
                <a:lnTo>
                  <a:pt x="273" y="10"/>
                </a:lnTo>
                <a:lnTo>
                  <a:pt x="275" y="10"/>
                </a:lnTo>
                <a:lnTo>
                  <a:pt x="276" y="10"/>
                </a:lnTo>
                <a:lnTo>
                  <a:pt x="277" y="10"/>
                </a:lnTo>
                <a:lnTo>
                  <a:pt x="278" y="10"/>
                </a:lnTo>
                <a:lnTo>
                  <a:pt x="279" y="10"/>
                </a:lnTo>
                <a:lnTo>
                  <a:pt x="280" y="10"/>
                </a:lnTo>
                <a:lnTo>
                  <a:pt x="281" y="10"/>
                </a:lnTo>
                <a:lnTo>
                  <a:pt x="282" y="10"/>
                </a:lnTo>
                <a:lnTo>
                  <a:pt x="283" y="10"/>
                </a:lnTo>
                <a:lnTo>
                  <a:pt x="284" y="10"/>
                </a:lnTo>
                <a:lnTo>
                  <a:pt x="285" y="10"/>
                </a:lnTo>
                <a:lnTo>
                  <a:pt x="286" y="10"/>
                </a:lnTo>
                <a:lnTo>
                  <a:pt x="287" y="10"/>
                </a:lnTo>
                <a:lnTo>
                  <a:pt x="288" y="10"/>
                </a:lnTo>
                <a:lnTo>
                  <a:pt x="289" y="10"/>
                </a:lnTo>
                <a:lnTo>
                  <a:pt x="290" y="11"/>
                </a:lnTo>
                <a:lnTo>
                  <a:pt x="290" y="10"/>
                </a:lnTo>
                <a:lnTo>
                  <a:pt x="291" y="10"/>
                </a:lnTo>
                <a:lnTo>
                  <a:pt x="292" y="10"/>
                </a:lnTo>
                <a:lnTo>
                  <a:pt x="293" y="10"/>
                </a:lnTo>
                <a:lnTo>
                  <a:pt x="294" y="10"/>
                </a:lnTo>
                <a:lnTo>
                  <a:pt x="295" y="10"/>
                </a:lnTo>
                <a:lnTo>
                  <a:pt x="296" y="10"/>
                </a:lnTo>
                <a:lnTo>
                  <a:pt x="297" y="10"/>
                </a:lnTo>
                <a:lnTo>
                  <a:pt x="298" y="10"/>
                </a:lnTo>
                <a:lnTo>
                  <a:pt x="300" y="10"/>
                </a:lnTo>
                <a:lnTo>
                  <a:pt x="300" y="11"/>
                </a:lnTo>
                <a:lnTo>
                  <a:pt x="301" y="11"/>
                </a:lnTo>
                <a:lnTo>
                  <a:pt x="301" y="12"/>
                </a:lnTo>
                <a:lnTo>
                  <a:pt x="302" y="12"/>
                </a:lnTo>
                <a:lnTo>
                  <a:pt x="302" y="13"/>
                </a:lnTo>
                <a:lnTo>
                  <a:pt x="302" y="14"/>
                </a:lnTo>
                <a:lnTo>
                  <a:pt x="302" y="15"/>
                </a:lnTo>
                <a:lnTo>
                  <a:pt x="303" y="15"/>
                </a:lnTo>
                <a:lnTo>
                  <a:pt x="304" y="14"/>
                </a:lnTo>
                <a:lnTo>
                  <a:pt x="305" y="14"/>
                </a:lnTo>
                <a:lnTo>
                  <a:pt x="305" y="15"/>
                </a:lnTo>
                <a:lnTo>
                  <a:pt x="306" y="15"/>
                </a:lnTo>
                <a:lnTo>
                  <a:pt x="307" y="15"/>
                </a:lnTo>
                <a:lnTo>
                  <a:pt x="307" y="16"/>
                </a:lnTo>
                <a:lnTo>
                  <a:pt x="306" y="16"/>
                </a:lnTo>
                <a:lnTo>
                  <a:pt x="306" y="17"/>
                </a:lnTo>
                <a:lnTo>
                  <a:pt x="307" y="17"/>
                </a:lnTo>
                <a:lnTo>
                  <a:pt x="307" y="18"/>
                </a:lnTo>
                <a:lnTo>
                  <a:pt x="308" y="18"/>
                </a:lnTo>
                <a:lnTo>
                  <a:pt x="308" y="19"/>
                </a:lnTo>
                <a:lnTo>
                  <a:pt x="309" y="19"/>
                </a:lnTo>
                <a:lnTo>
                  <a:pt x="309" y="20"/>
                </a:lnTo>
                <a:lnTo>
                  <a:pt x="310" y="20"/>
                </a:lnTo>
                <a:lnTo>
                  <a:pt x="310" y="19"/>
                </a:lnTo>
                <a:lnTo>
                  <a:pt x="311" y="20"/>
                </a:lnTo>
                <a:lnTo>
                  <a:pt x="311" y="21"/>
                </a:lnTo>
                <a:lnTo>
                  <a:pt x="312" y="21"/>
                </a:lnTo>
                <a:lnTo>
                  <a:pt x="312" y="22"/>
                </a:lnTo>
                <a:lnTo>
                  <a:pt x="312" y="23"/>
                </a:lnTo>
                <a:lnTo>
                  <a:pt x="313" y="24"/>
                </a:lnTo>
                <a:lnTo>
                  <a:pt x="314" y="24"/>
                </a:lnTo>
                <a:lnTo>
                  <a:pt x="314" y="23"/>
                </a:lnTo>
                <a:lnTo>
                  <a:pt x="315" y="23"/>
                </a:lnTo>
                <a:lnTo>
                  <a:pt x="316" y="22"/>
                </a:lnTo>
                <a:lnTo>
                  <a:pt x="317" y="22"/>
                </a:lnTo>
                <a:lnTo>
                  <a:pt x="317" y="23"/>
                </a:lnTo>
                <a:lnTo>
                  <a:pt x="318" y="23"/>
                </a:lnTo>
                <a:lnTo>
                  <a:pt x="318" y="24"/>
                </a:lnTo>
                <a:lnTo>
                  <a:pt x="317" y="25"/>
                </a:lnTo>
                <a:lnTo>
                  <a:pt x="318" y="25"/>
                </a:lnTo>
                <a:lnTo>
                  <a:pt x="319" y="25"/>
                </a:lnTo>
                <a:lnTo>
                  <a:pt x="319" y="24"/>
                </a:lnTo>
                <a:lnTo>
                  <a:pt x="319" y="25"/>
                </a:lnTo>
                <a:lnTo>
                  <a:pt x="319" y="26"/>
                </a:lnTo>
                <a:lnTo>
                  <a:pt x="318" y="26"/>
                </a:lnTo>
                <a:lnTo>
                  <a:pt x="318" y="27"/>
                </a:lnTo>
                <a:lnTo>
                  <a:pt x="319" y="27"/>
                </a:lnTo>
                <a:lnTo>
                  <a:pt x="319" y="28"/>
                </a:lnTo>
                <a:lnTo>
                  <a:pt x="320" y="28"/>
                </a:lnTo>
                <a:lnTo>
                  <a:pt x="321" y="28"/>
                </a:lnTo>
                <a:lnTo>
                  <a:pt x="322" y="28"/>
                </a:lnTo>
                <a:lnTo>
                  <a:pt x="323" y="28"/>
                </a:lnTo>
                <a:lnTo>
                  <a:pt x="323" y="27"/>
                </a:lnTo>
                <a:lnTo>
                  <a:pt x="324" y="27"/>
                </a:lnTo>
                <a:lnTo>
                  <a:pt x="324" y="26"/>
                </a:lnTo>
                <a:lnTo>
                  <a:pt x="325" y="26"/>
                </a:lnTo>
                <a:lnTo>
                  <a:pt x="325" y="25"/>
                </a:lnTo>
                <a:lnTo>
                  <a:pt x="326" y="26"/>
                </a:lnTo>
                <a:lnTo>
                  <a:pt x="327" y="26"/>
                </a:lnTo>
                <a:lnTo>
                  <a:pt x="328" y="25"/>
                </a:lnTo>
                <a:lnTo>
                  <a:pt x="329" y="25"/>
                </a:lnTo>
                <a:lnTo>
                  <a:pt x="329" y="26"/>
                </a:lnTo>
                <a:lnTo>
                  <a:pt x="330" y="26"/>
                </a:lnTo>
                <a:lnTo>
                  <a:pt x="330" y="27"/>
                </a:lnTo>
                <a:lnTo>
                  <a:pt x="331" y="27"/>
                </a:lnTo>
                <a:lnTo>
                  <a:pt x="331" y="26"/>
                </a:lnTo>
                <a:lnTo>
                  <a:pt x="331" y="27"/>
                </a:lnTo>
                <a:lnTo>
                  <a:pt x="332" y="27"/>
                </a:lnTo>
                <a:lnTo>
                  <a:pt x="332" y="26"/>
                </a:lnTo>
                <a:lnTo>
                  <a:pt x="333" y="26"/>
                </a:lnTo>
                <a:lnTo>
                  <a:pt x="333" y="25"/>
                </a:lnTo>
                <a:lnTo>
                  <a:pt x="334" y="25"/>
                </a:lnTo>
                <a:lnTo>
                  <a:pt x="334" y="26"/>
                </a:lnTo>
                <a:lnTo>
                  <a:pt x="334" y="25"/>
                </a:lnTo>
                <a:lnTo>
                  <a:pt x="335" y="25"/>
                </a:lnTo>
                <a:lnTo>
                  <a:pt x="336" y="25"/>
                </a:lnTo>
                <a:lnTo>
                  <a:pt x="337" y="25"/>
                </a:lnTo>
                <a:lnTo>
                  <a:pt x="337" y="26"/>
                </a:lnTo>
                <a:lnTo>
                  <a:pt x="338" y="27"/>
                </a:lnTo>
                <a:lnTo>
                  <a:pt x="338" y="28"/>
                </a:lnTo>
                <a:lnTo>
                  <a:pt x="339" y="28"/>
                </a:lnTo>
                <a:lnTo>
                  <a:pt x="340" y="28"/>
                </a:lnTo>
                <a:lnTo>
                  <a:pt x="340" y="29"/>
                </a:lnTo>
                <a:lnTo>
                  <a:pt x="340" y="30"/>
                </a:lnTo>
                <a:lnTo>
                  <a:pt x="341" y="30"/>
                </a:lnTo>
                <a:lnTo>
                  <a:pt x="341" y="29"/>
                </a:lnTo>
                <a:lnTo>
                  <a:pt x="342" y="29"/>
                </a:lnTo>
                <a:lnTo>
                  <a:pt x="343" y="29"/>
                </a:lnTo>
                <a:lnTo>
                  <a:pt x="344" y="29"/>
                </a:lnTo>
                <a:lnTo>
                  <a:pt x="345" y="29"/>
                </a:lnTo>
                <a:lnTo>
                  <a:pt x="345" y="30"/>
                </a:lnTo>
                <a:lnTo>
                  <a:pt x="345" y="29"/>
                </a:lnTo>
                <a:lnTo>
                  <a:pt x="346" y="29"/>
                </a:lnTo>
                <a:lnTo>
                  <a:pt x="346" y="30"/>
                </a:lnTo>
                <a:lnTo>
                  <a:pt x="347" y="30"/>
                </a:lnTo>
                <a:lnTo>
                  <a:pt x="348" y="30"/>
                </a:lnTo>
                <a:lnTo>
                  <a:pt x="348" y="29"/>
                </a:lnTo>
                <a:lnTo>
                  <a:pt x="349" y="29"/>
                </a:lnTo>
                <a:lnTo>
                  <a:pt x="349" y="30"/>
                </a:lnTo>
                <a:lnTo>
                  <a:pt x="349" y="29"/>
                </a:lnTo>
                <a:lnTo>
                  <a:pt x="350" y="29"/>
                </a:lnTo>
                <a:lnTo>
                  <a:pt x="351" y="29"/>
                </a:lnTo>
                <a:lnTo>
                  <a:pt x="352" y="29"/>
                </a:lnTo>
                <a:lnTo>
                  <a:pt x="353" y="29"/>
                </a:lnTo>
                <a:lnTo>
                  <a:pt x="353" y="30"/>
                </a:lnTo>
                <a:lnTo>
                  <a:pt x="354" y="30"/>
                </a:lnTo>
                <a:lnTo>
                  <a:pt x="355" y="30"/>
                </a:lnTo>
                <a:lnTo>
                  <a:pt x="356" y="30"/>
                </a:lnTo>
                <a:lnTo>
                  <a:pt x="357" y="30"/>
                </a:lnTo>
                <a:lnTo>
                  <a:pt x="358" y="30"/>
                </a:lnTo>
                <a:lnTo>
                  <a:pt x="358" y="29"/>
                </a:lnTo>
                <a:lnTo>
                  <a:pt x="359" y="29"/>
                </a:lnTo>
                <a:lnTo>
                  <a:pt x="359" y="30"/>
                </a:lnTo>
                <a:lnTo>
                  <a:pt x="359" y="29"/>
                </a:lnTo>
                <a:lnTo>
                  <a:pt x="360" y="29"/>
                </a:lnTo>
                <a:lnTo>
                  <a:pt x="360" y="28"/>
                </a:lnTo>
                <a:lnTo>
                  <a:pt x="361" y="28"/>
                </a:lnTo>
                <a:lnTo>
                  <a:pt x="361" y="27"/>
                </a:lnTo>
                <a:lnTo>
                  <a:pt x="362" y="27"/>
                </a:lnTo>
                <a:lnTo>
                  <a:pt x="362" y="26"/>
                </a:lnTo>
                <a:lnTo>
                  <a:pt x="362" y="25"/>
                </a:lnTo>
                <a:lnTo>
                  <a:pt x="363" y="25"/>
                </a:lnTo>
                <a:lnTo>
                  <a:pt x="363" y="24"/>
                </a:lnTo>
                <a:lnTo>
                  <a:pt x="364" y="24"/>
                </a:lnTo>
                <a:lnTo>
                  <a:pt x="365" y="24"/>
                </a:lnTo>
                <a:lnTo>
                  <a:pt x="366" y="24"/>
                </a:lnTo>
                <a:lnTo>
                  <a:pt x="367" y="24"/>
                </a:lnTo>
                <a:lnTo>
                  <a:pt x="367" y="25"/>
                </a:lnTo>
                <a:lnTo>
                  <a:pt x="367" y="26"/>
                </a:lnTo>
                <a:lnTo>
                  <a:pt x="368" y="26"/>
                </a:lnTo>
                <a:lnTo>
                  <a:pt x="368" y="25"/>
                </a:lnTo>
                <a:lnTo>
                  <a:pt x="368" y="26"/>
                </a:lnTo>
                <a:lnTo>
                  <a:pt x="369" y="26"/>
                </a:lnTo>
                <a:lnTo>
                  <a:pt x="369" y="25"/>
                </a:lnTo>
                <a:lnTo>
                  <a:pt x="370" y="25"/>
                </a:lnTo>
                <a:lnTo>
                  <a:pt x="371" y="25"/>
                </a:lnTo>
                <a:lnTo>
                  <a:pt x="371" y="26"/>
                </a:lnTo>
                <a:lnTo>
                  <a:pt x="372" y="26"/>
                </a:lnTo>
                <a:lnTo>
                  <a:pt x="373" y="26"/>
                </a:lnTo>
                <a:lnTo>
                  <a:pt x="374" y="26"/>
                </a:lnTo>
                <a:lnTo>
                  <a:pt x="374" y="27"/>
                </a:lnTo>
                <a:lnTo>
                  <a:pt x="374" y="28"/>
                </a:lnTo>
                <a:lnTo>
                  <a:pt x="375" y="28"/>
                </a:lnTo>
                <a:lnTo>
                  <a:pt x="376" y="28"/>
                </a:lnTo>
                <a:lnTo>
                  <a:pt x="376" y="29"/>
                </a:lnTo>
                <a:lnTo>
                  <a:pt x="377" y="29"/>
                </a:lnTo>
                <a:lnTo>
                  <a:pt x="377" y="30"/>
                </a:lnTo>
                <a:lnTo>
                  <a:pt x="376" y="30"/>
                </a:lnTo>
                <a:lnTo>
                  <a:pt x="377" y="30"/>
                </a:lnTo>
                <a:lnTo>
                  <a:pt x="377" y="31"/>
                </a:lnTo>
                <a:lnTo>
                  <a:pt x="377" y="30"/>
                </a:lnTo>
                <a:lnTo>
                  <a:pt x="378" y="30"/>
                </a:lnTo>
                <a:lnTo>
                  <a:pt x="379" y="30"/>
                </a:lnTo>
                <a:lnTo>
                  <a:pt x="379" y="31"/>
                </a:lnTo>
                <a:lnTo>
                  <a:pt x="380" y="31"/>
                </a:lnTo>
                <a:lnTo>
                  <a:pt x="381" y="32"/>
                </a:lnTo>
                <a:lnTo>
                  <a:pt x="382" y="32"/>
                </a:lnTo>
                <a:lnTo>
                  <a:pt x="383" y="32"/>
                </a:lnTo>
                <a:lnTo>
                  <a:pt x="383" y="31"/>
                </a:lnTo>
                <a:lnTo>
                  <a:pt x="382" y="31"/>
                </a:lnTo>
                <a:lnTo>
                  <a:pt x="383" y="31"/>
                </a:lnTo>
                <a:lnTo>
                  <a:pt x="383" y="32"/>
                </a:lnTo>
                <a:lnTo>
                  <a:pt x="384" y="32"/>
                </a:lnTo>
                <a:lnTo>
                  <a:pt x="385" y="32"/>
                </a:lnTo>
                <a:lnTo>
                  <a:pt x="386" y="32"/>
                </a:lnTo>
                <a:lnTo>
                  <a:pt x="386" y="33"/>
                </a:lnTo>
                <a:lnTo>
                  <a:pt x="387" y="33"/>
                </a:lnTo>
                <a:lnTo>
                  <a:pt x="388" y="33"/>
                </a:lnTo>
                <a:lnTo>
                  <a:pt x="388" y="34"/>
                </a:lnTo>
                <a:lnTo>
                  <a:pt x="388" y="35"/>
                </a:lnTo>
                <a:lnTo>
                  <a:pt x="389" y="35"/>
                </a:lnTo>
                <a:lnTo>
                  <a:pt x="390" y="35"/>
                </a:lnTo>
                <a:lnTo>
                  <a:pt x="390" y="36"/>
                </a:lnTo>
                <a:lnTo>
                  <a:pt x="391" y="36"/>
                </a:lnTo>
                <a:lnTo>
                  <a:pt x="392" y="35"/>
                </a:lnTo>
                <a:lnTo>
                  <a:pt x="393" y="35"/>
                </a:lnTo>
                <a:lnTo>
                  <a:pt x="394" y="34"/>
                </a:lnTo>
                <a:lnTo>
                  <a:pt x="394" y="35"/>
                </a:lnTo>
                <a:lnTo>
                  <a:pt x="394" y="36"/>
                </a:lnTo>
                <a:lnTo>
                  <a:pt x="394" y="37"/>
                </a:lnTo>
                <a:lnTo>
                  <a:pt x="393" y="38"/>
                </a:lnTo>
                <a:lnTo>
                  <a:pt x="393" y="39"/>
                </a:lnTo>
                <a:lnTo>
                  <a:pt x="393" y="40"/>
                </a:lnTo>
                <a:lnTo>
                  <a:pt x="394" y="40"/>
                </a:lnTo>
                <a:lnTo>
                  <a:pt x="394" y="41"/>
                </a:lnTo>
                <a:lnTo>
                  <a:pt x="393" y="41"/>
                </a:lnTo>
                <a:lnTo>
                  <a:pt x="394" y="41"/>
                </a:lnTo>
                <a:lnTo>
                  <a:pt x="395" y="41"/>
                </a:lnTo>
                <a:lnTo>
                  <a:pt x="396" y="42"/>
                </a:lnTo>
                <a:lnTo>
                  <a:pt x="397" y="41"/>
                </a:lnTo>
                <a:lnTo>
                  <a:pt x="398" y="41"/>
                </a:lnTo>
                <a:lnTo>
                  <a:pt x="398" y="42"/>
                </a:lnTo>
                <a:lnTo>
                  <a:pt x="398" y="43"/>
                </a:lnTo>
                <a:lnTo>
                  <a:pt x="399" y="43"/>
                </a:lnTo>
                <a:lnTo>
                  <a:pt x="400" y="43"/>
                </a:lnTo>
                <a:lnTo>
                  <a:pt x="400" y="44"/>
                </a:lnTo>
                <a:lnTo>
                  <a:pt x="400" y="43"/>
                </a:lnTo>
                <a:lnTo>
                  <a:pt x="401" y="43"/>
                </a:lnTo>
                <a:lnTo>
                  <a:pt x="401" y="44"/>
                </a:lnTo>
                <a:lnTo>
                  <a:pt x="402" y="44"/>
                </a:lnTo>
                <a:lnTo>
                  <a:pt x="403" y="45"/>
                </a:lnTo>
                <a:lnTo>
                  <a:pt x="404" y="45"/>
                </a:lnTo>
                <a:lnTo>
                  <a:pt x="404" y="46"/>
                </a:lnTo>
                <a:lnTo>
                  <a:pt x="405" y="46"/>
                </a:lnTo>
                <a:lnTo>
                  <a:pt x="406" y="46"/>
                </a:lnTo>
                <a:lnTo>
                  <a:pt x="406" y="47"/>
                </a:lnTo>
                <a:lnTo>
                  <a:pt x="407" y="47"/>
                </a:lnTo>
                <a:lnTo>
                  <a:pt x="407" y="48"/>
                </a:lnTo>
                <a:lnTo>
                  <a:pt x="408" y="48"/>
                </a:lnTo>
                <a:lnTo>
                  <a:pt x="408" y="47"/>
                </a:lnTo>
                <a:lnTo>
                  <a:pt x="407" y="47"/>
                </a:lnTo>
                <a:lnTo>
                  <a:pt x="407" y="46"/>
                </a:lnTo>
                <a:lnTo>
                  <a:pt x="407" y="45"/>
                </a:lnTo>
                <a:lnTo>
                  <a:pt x="408" y="45"/>
                </a:lnTo>
                <a:lnTo>
                  <a:pt x="408" y="44"/>
                </a:lnTo>
                <a:lnTo>
                  <a:pt x="408" y="45"/>
                </a:lnTo>
                <a:lnTo>
                  <a:pt x="408" y="47"/>
                </a:lnTo>
                <a:lnTo>
                  <a:pt x="409" y="47"/>
                </a:lnTo>
                <a:lnTo>
                  <a:pt x="409" y="48"/>
                </a:lnTo>
                <a:lnTo>
                  <a:pt x="410" y="48"/>
                </a:lnTo>
                <a:lnTo>
                  <a:pt x="410" y="49"/>
                </a:lnTo>
                <a:lnTo>
                  <a:pt x="409" y="49"/>
                </a:lnTo>
                <a:lnTo>
                  <a:pt x="409" y="52"/>
                </a:lnTo>
                <a:lnTo>
                  <a:pt x="410" y="52"/>
                </a:lnTo>
                <a:lnTo>
                  <a:pt x="409" y="52"/>
                </a:lnTo>
                <a:lnTo>
                  <a:pt x="409" y="53"/>
                </a:lnTo>
                <a:lnTo>
                  <a:pt x="409" y="54"/>
                </a:lnTo>
                <a:lnTo>
                  <a:pt x="409" y="55"/>
                </a:lnTo>
                <a:lnTo>
                  <a:pt x="408" y="55"/>
                </a:lnTo>
                <a:lnTo>
                  <a:pt x="408" y="56"/>
                </a:lnTo>
                <a:lnTo>
                  <a:pt x="409" y="56"/>
                </a:lnTo>
                <a:lnTo>
                  <a:pt x="409" y="57"/>
                </a:lnTo>
                <a:lnTo>
                  <a:pt x="409" y="59"/>
                </a:lnTo>
                <a:lnTo>
                  <a:pt x="410" y="59"/>
                </a:lnTo>
                <a:lnTo>
                  <a:pt x="410" y="57"/>
                </a:lnTo>
                <a:lnTo>
                  <a:pt x="411" y="57"/>
                </a:lnTo>
                <a:lnTo>
                  <a:pt x="411" y="59"/>
                </a:lnTo>
                <a:lnTo>
                  <a:pt x="411" y="57"/>
                </a:lnTo>
                <a:lnTo>
                  <a:pt x="412" y="57"/>
                </a:lnTo>
                <a:lnTo>
                  <a:pt x="413" y="57"/>
                </a:lnTo>
                <a:lnTo>
                  <a:pt x="413" y="59"/>
                </a:lnTo>
                <a:lnTo>
                  <a:pt x="414" y="59"/>
                </a:lnTo>
                <a:lnTo>
                  <a:pt x="414" y="60"/>
                </a:lnTo>
                <a:lnTo>
                  <a:pt x="415" y="60"/>
                </a:lnTo>
                <a:lnTo>
                  <a:pt x="415" y="61"/>
                </a:lnTo>
                <a:lnTo>
                  <a:pt x="415" y="62"/>
                </a:lnTo>
                <a:lnTo>
                  <a:pt x="416" y="61"/>
                </a:lnTo>
                <a:lnTo>
                  <a:pt x="417" y="62"/>
                </a:lnTo>
                <a:lnTo>
                  <a:pt x="418" y="61"/>
                </a:lnTo>
                <a:lnTo>
                  <a:pt x="418" y="62"/>
                </a:lnTo>
                <a:lnTo>
                  <a:pt x="419" y="61"/>
                </a:lnTo>
                <a:lnTo>
                  <a:pt x="420" y="61"/>
                </a:lnTo>
                <a:lnTo>
                  <a:pt x="420" y="62"/>
                </a:lnTo>
                <a:lnTo>
                  <a:pt x="421" y="61"/>
                </a:lnTo>
                <a:lnTo>
                  <a:pt x="422" y="61"/>
                </a:lnTo>
                <a:lnTo>
                  <a:pt x="422" y="60"/>
                </a:lnTo>
                <a:lnTo>
                  <a:pt x="423" y="61"/>
                </a:lnTo>
                <a:lnTo>
                  <a:pt x="424" y="61"/>
                </a:lnTo>
                <a:lnTo>
                  <a:pt x="424" y="62"/>
                </a:lnTo>
                <a:lnTo>
                  <a:pt x="425" y="62"/>
                </a:lnTo>
                <a:lnTo>
                  <a:pt x="425" y="63"/>
                </a:lnTo>
                <a:lnTo>
                  <a:pt x="425" y="64"/>
                </a:lnTo>
                <a:lnTo>
                  <a:pt x="425" y="65"/>
                </a:lnTo>
                <a:lnTo>
                  <a:pt x="426" y="65"/>
                </a:lnTo>
                <a:lnTo>
                  <a:pt x="426" y="66"/>
                </a:lnTo>
                <a:lnTo>
                  <a:pt x="426" y="67"/>
                </a:lnTo>
                <a:lnTo>
                  <a:pt x="427" y="67"/>
                </a:lnTo>
                <a:lnTo>
                  <a:pt x="427" y="66"/>
                </a:lnTo>
                <a:lnTo>
                  <a:pt x="427" y="65"/>
                </a:lnTo>
                <a:lnTo>
                  <a:pt x="427" y="64"/>
                </a:lnTo>
                <a:lnTo>
                  <a:pt x="428" y="64"/>
                </a:lnTo>
                <a:lnTo>
                  <a:pt x="429" y="64"/>
                </a:lnTo>
                <a:lnTo>
                  <a:pt x="430" y="64"/>
                </a:lnTo>
                <a:lnTo>
                  <a:pt x="429" y="63"/>
                </a:lnTo>
                <a:lnTo>
                  <a:pt x="429" y="62"/>
                </a:lnTo>
                <a:lnTo>
                  <a:pt x="430" y="62"/>
                </a:lnTo>
                <a:lnTo>
                  <a:pt x="430" y="61"/>
                </a:lnTo>
                <a:lnTo>
                  <a:pt x="431" y="61"/>
                </a:lnTo>
                <a:lnTo>
                  <a:pt x="431" y="60"/>
                </a:lnTo>
                <a:lnTo>
                  <a:pt x="432" y="60"/>
                </a:lnTo>
                <a:lnTo>
                  <a:pt x="432" y="61"/>
                </a:lnTo>
                <a:lnTo>
                  <a:pt x="432" y="62"/>
                </a:lnTo>
                <a:lnTo>
                  <a:pt x="431" y="63"/>
                </a:lnTo>
                <a:lnTo>
                  <a:pt x="431" y="64"/>
                </a:lnTo>
                <a:lnTo>
                  <a:pt x="431" y="65"/>
                </a:lnTo>
                <a:lnTo>
                  <a:pt x="431" y="66"/>
                </a:lnTo>
                <a:lnTo>
                  <a:pt x="432" y="67"/>
                </a:lnTo>
                <a:lnTo>
                  <a:pt x="433" y="68"/>
                </a:lnTo>
                <a:lnTo>
                  <a:pt x="433" y="67"/>
                </a:lnTo>
                <a:lnTo>
                  <a:pt x="434" y="67"/>
                </a:lnTo>
                <a:lnTo>
                  <a:pt x="434" y="68"/>
                </a:lnTo>
                <a:lnTo>
                  <a:pt x="435" y="68"/>
                </a:lnTo>
                <a:lnTo>
                  <a:pt x="436" y="68"/>
                </a:lnTo>
                <a:lnTo>
                  <a:pt x="437" y="69"/>
                </a:lnTo>
                <a:lnTo>
                  <a:pt x="438" y="69"/>
                </a:lnTo>
                <a:lnTo>
                  <a:pt x="439" y="69"/>
                </a:lnTo>
                <a:lnTo>
                  <a:pt x="440" y="69"/>
                </a:lnTo>
                <a:lnTo>
                  <a:pt x="440" y="70"/>
                </a:lnTo>
                <a:lnTo>
                  <a:pt x="441" y="71"/>
                </a:lnTo>
                <a:lnTo>
                  <a:pt x="441" y="72"/>
                </a:lnTo>
                <a:lnTo>
                  <a:pt x="441" y="74"/>
                </a:lnTo>
                <a:lnTo>
                  <a:pt x="441" y="75"/>
                </a:lnTo>
                <a:lnTo>
                  <a:pt x="440" y="75"/>
                </a:lnTo>
                <a:lnTo>
                  <a:pt x="440" y="76"/>
                </a:lnTo>
                <a:lnTo>
                  <a:pt x="440" y="77"/>
                </a:lnTo>
                <a:lnTo>
                  <a:pt x="440" y="78"/>
                </a:lnTo>
                <a:lnTo>
                  <a:pt x="439" y="78"/>
                </a:lnTo>
                <a:lnTo>
                  <a:pt x="439" y="79"/>
                </a:lnTo>
                <a:lnTo>
                  <a:pt x="438" y="79"/>
                </a:lnTo>
                <a:lnTo>
                  <a:pt x="438" y="83"/>
                </a:lnTo>
                <a:lnTo>
                  <a:pt x="439" y="83"/>
                </a:lnTo>
                <a:lnTo>
                  <a:pt x="439" y="84"/>
                </a:lnTo>
                <a:lnTo>
                  <a:pt x="439" y="85"/>
                </a:lnTo>
                <a:lnTo>
                  <a:pt x="439" y="84"/>
                </a:lnTo>
                <a:lnTo>
                  <a:pt x="440" y="84"/>
                </a:lnTo>
                <a:lnTo>
                  <a:pt x="440" y="83"/>
                </a:lnTo>
                <a:lnTo>
                  <a:pt x="440" y="82"/>
                </a:lnTo>
                <a:lnTo>
                  <a:pt x="440" y="81"/>
                </a:lnTo>
                <a:lnTo>
                  <a:pt x="441" y="81"/>
                </a:lnTo>
                <a:lnTo>
                  <a:pt x="442" y="81"/>
                </a:lnTo>
                <a:lnTo>
                  <a:pt x="442" y="80"/>
                </a:lnTo>
                <a:lnTo>
                  <a:pt x="443" y="80"/>
                </a:lnTo>
                <a:lnTo>
                  <a:pt x="443" y="79"/>
                </a:lnTo>
                <a:lnTo>
                  <a:pt x="443" y="78"/>
                </a:lnTo>
                <a:lnTo>
                  <a:pt x="444" y="78"/>
                </a:lnTo>
                <a:lnTo>
                  <a:pt x="444" y="77"/>
                </a:lnTo>
                <a:lnTo>
                  <a:pt x="445" y="77"/>
                </a:lnTo>
                <a:lnTo>
                  <a:pt x="447" y="77"/>
                </a:lnTo>
                <a:lnTo>
                  <a:pt x="448" y="77"/>
                </a:lnTo>
                <a:lnTo>
                  <a:pt x="450" y="77"/>
                </a:lnTo>
                <a:lnTo>
                  <a:pt x="450" y="76"/>
                </a:lnTo>
                <a:lnTo>
                  <a:pt x="451" y="76"/>
                </a:lnTo>
                <a:lnTo>
                  <a:pt x="451" y="75"/>
                </a:lnTo>
                <a:lnTo>
                  <a:pt x="451" y="74"/>
                </a:lnTo>
                <a:lnTo>
                  <a:pt x="452" y="74"/>
                </a:lnTo>
                <a:lnTo>
                  <a:pt x="452" y="73"/>
                </a:lnTo>
                <a:lnTo>
                  <a:pt x="452" y="72"/>
                </a:lnTo>
                <a:lnTo>
                  <a:pt x="453" y="72"/>
                </a:lnTo>
                <a:lnTo>
                  <a:pt x="453" y="73"/>
                </a:lnTo>
                <a:lnTo>
                  <a:pt x="453" y="74"/>
                </a:lnTo>
                <a:lnTo>
                  <a:pt x="453" y="73"/>
                </a:lnTo>
                <a:lnTo>
                  <a:pt x="453" y="72"/>
                </a:lnTo>
                <a:lnTo>
                  <a:pt x="454" y="72"/>
                </a:lnTo>
                <a:lnTo>
                  <a:pt x="454" y="71"/>
                </a:lnTo>
                <a:lnTo>
                  <a:pt x="455" y="71"/>
                </a:lnTo>
                <a:lnTo>
                  <a:pt x="455" y="70"/>
                </a:lnTo>
                <a:lnTo>
                  <a:pt x="456" y="70"/>
                </a:lnTo>
                <a:lnTo>
                  <a:pt x="456" y="69"/>
                </a:lnTo>
                <a:lnTo>
                  <a:pt x="456" y="68"/>
                </a:lnTo>
                <a:lnTo>
                  <a:pt x="457" y="68"/>
                </a:lnTo>
                <a:lnTo>
                  <a:pt x="457" y="65"/>
                </a:lnTo>
                <a:lnTo>
                  <a:pt x="457" y="64"/>
                </a:lnTo>
                <a:lnTo>
                  <a:pt x="458" y="64"/>
                </a:lnTo>
                <a:lnTo>
                  <a:pt x="458" y="63"/>
                </a:lnTo>
                <a:lnTo>
                  <a:pt x="458" y="62"/>
                </a:lnTo>
                <a:lnTo>
                  <a:pt x="459" y="62"/>
                </a:lnTo>
                <a:lnTo>
                  <a:pt x="460" y="62"/>
                </a:lnTo>
                <a:lnTo>
                  <a:pt x="461" y="62"/>
                </a:lnTo>
                <a:lnTo>
                  <a:pt x="463" y="62"/>
                </a:lnTo>
                <a:lnTo>
                  <a:pt x="464" y="62"/>
                </a:lnTo>
                <a:lnTo>
                  <a:pt x="466" y="62"/>
                </a:lnTo>
                <a:lnTo>
                  <a:pt x="466" y="63"/>
                </a:lnTo>
                <a:lnTo>
                  <a:pt x="466" y="64"/>
                </a:lnTo>
                <a:lnTo>
                  <a:pt x="467" y="65"/>
                </a:lnTo>
                <a:lnTo>
                  <a:pt x="468" y="65"/>
                </a:lnTo>
                <a:lnTo>
                  <a:pt x="469" y="66"/>
                </a:lnTo>
                <a:lnTo>
                  <a:pt x="470" y="66"/>
                </a:lnTo>
                <a:lnTo>
                  <a:pt x="471" y="66"/>
                </a:lnTo>
                <a:lnTo>
                  <a:pt x="472" y="66"/>
                </a:lnTo>
                <a:lnTo>
                  <a:pt x="473" y="65"/>
                </a:lnTo>
                <a:lnTo>
                  <a:pt x="473" y="64"/>
                </a:lnTo>
                <a:lnTo>
                  <a:pt x="474" y="64"/>
                </a:lnTo>
                <a:lnTo>
                  <a:pt x="474" y="63"/>
                </a:lnTo>
                <a:lnTo>
                  <a:pt x="475" y="63"/>
                </a:lnTo>
                <a:lnTo>
                  <a:pt x="475" y="62"/>
                </a:lnTo>
                <a:lnTo>
                  <a:pt x="476" y="62"/>
                </a:lnTo>
                <a:lnTo>
                  <a:pt x="476" y="63"/>
                </a:lnTo>
                <a:lnTo>
                  <a:pt x="477" y="63"/>
                </a:lnTo>
                <a:lnTo>
                  <a:pt x="478" y="63"/>
                </a:lnTo>
                <a:lnTo>
                  <a:pt x="479" y="63"/>
                </a:lnTo>
                <a:lnTo>
                  <a:pt x="480" y="64"/>
                </a:lnTo>
                <a:lnTo>
                  <a:pt x="481" y="65"/>
                </a:lnTo>
                <a:lnTo>
                  <a:pt x="481" y="64"/>
                </a:lnTo>
                <a:lnTo>
                  <a:pt x="482" y="64"/>
                </a:lnTo>
                <a:lnTo>
                  <a:pt x="482" y="63"/>
                </a:lnTo>
                <a:lnTo>
                  <a:pt x="483" y="63"/>
                </a:lnTo>
                <a:lnTo>
                  <a:pt x="484" y="64"/>
                </a:lnTo>
                <a:lnTo>
                  <a:pt x="485" y="65"/>
                </a:lnTo>
                <a:lnTo>
                  <a:pt x="485" y="66"/>
                </a:lnTo>
                <a:lnTo>
                  <a:pt x="486" y="66"/>
                </a:lnTo>
                <a:lnTo>
                  <a:pt x="487" y="66"/>
                </a:lnTo>
                <a:lnTo>
                  <a:pt x="487" y="65"/>
                </a:lnTo>
                <a:lnTo>
                  <a:pt x="488" y="65"/>
                </a:lnTo>
                <a:lnTo>
                  <a:pt x="489" y="65"/>
                </a:lnTo>
                <a:lnTo>
                  <a:pt x="489" y="66"/>
                </a:lnTo>
                <a:lnTo>
                  <a:pt x="490" y="66"/>
                </a:lnTo>
                <a:lnTo>
                  <a:pt x="491" y="66"/>
                </a:lnTo>
                <a:lnTo>
                  <a:pt x="491" y="65"/>
                </a:lnTo>
                <a:lnTo>
                  <a:pt x="491" y="64"/>
                </a:lnTo>
                <a:lnTo>
                  <a:pt x="492" y="63"/>
                </a:lnTo>
                <a:lnTo>
                  <a:pt x="492" y="61"/>
                </a:lnTo>
                <a:lnTo>
                  <a:pt x="492" y="60"/>
                </a:lnTo>
                <a:lnTo>
                  <a:pt x="493" y="60"/>
                </a:lnTo>
                <a:lnTo>
                  <a:pt x="493" y="59"/>
                </a:lnTo>
                <a:lnTo>
                  <a:pt x="494" y="59"/>
                </a:lnTo>
                <a:lnTo>
                  <a:pt x="494" y="57"/>
                </a:lnTo>
                <a:lnTo>
                  <a:pt x="494" y="56"/>
                </a:lnTo>
                <a:lnTo>
                  <a:pt x="493" y="56"/>
                </a:lnTo>
                <a:lnTo>
                  <a:pt x="494" y="56"/>
                </a:lnTo>
                <a:lnTo>
                  <a:pt x="494" y="55"/>
                </a:lnTo>
                <a:lnTo>
                  <a:pt x="495" y="55"/>
                </a:lnTo>
                <a:lnTo>
                  <a:pt x="495" y="56"/>
                </a:lnTo>
                <a:lnTo>
                  <a:pt x="496" y="56"/>
                </a:lnTo>
                <a:lnTo>
                  <a:pt x="497" y="56"/>
                </a:lnTo>
                <a:lnTo>
                  <a:pt x="497" y="55"/>
                </a:lnTo>
                <a:lnTo>
                  <a:pt x="498" y="55"/>
                </a:lnTo>
                <a:lnTo>
                  <a:pt x="498" y="54"/>
                </a:lnTo>
                <a:lnTo>
                  <a:pt x="499" y="54"/>
                </a:lnTo>
                <a:lnTo>
                  <a:pt x="499" y="55"/>
                </a:lnTo>
                <a:lnTo>
                  <a:pt x="499" y="54"/>
                </a:lnTo>
                <a:lnTo>
                  <a:pt x="500" y="53"/>
                </a:lnTo>
                <a:lnTo>
                  <a:pt x="499" y="53"/>
                </a:lnTo>
                <a:lnTo>
                  <a:pt x="500" y="53"/>
                </a:lnTo>
                <a:lnTo>
                  <a:pt x="499" y="52"/>
                </a:lnTo>
                <a:lnTo>
                  <a:pt x="500" y="52"/>
                </a:lnTo>
                <a:lnTo>
                  <a:pt x="500" y="51"/>
                </a:lnTo>
                <a:lnTo>
                  <a:pt x="501" y="51"/>
                </a:lnTo>
                <a:lnTo>
                  <a:pt x="502" y="51"/>
                </a:lnTo>
                <a:lnTo>
                  <a:pt x="503" y="51"/>
                </a:lnTo>
                <a:lnTo>
                  <a:pt x="503" y="50"/>
                </a:lnTo>
                <a:lnTo>
                  <a:pt x="502" y="50"/>
                </a:lnTo>
                <a:lnTo>
                  <a:pt x="502" y="49"/>
                </a:lnTo>
                <a:lnTo>
                  <a:pt x="502" y="48"/>
                </a:lnTo>
                <a:lnTo>
                  <a:pt x="503" y="48"/>
                </a:lnTo>
                <a:lnTo>
                  <a:pt x="504" y="48"/>
                </a:lnTo>
                <a:lnTo>
                  <a:pt x="503" y="47"/>
                </a:lnTo>
                <a:lnTo>
                  <a:pt x="503" y="46"/>
                </a:lnTo>
                <a:lnTo>
                  <a:pt x="503" y="45"/>
                </a:lnTo>
                <a:lnTo>
                  <a:pt x="504" y="45"/>
                </a:lnTo>
                <a:lnTo>
                  <a:pt x="505" y="44"/>
                </a:lnTo>
                <a:lnTo>
                  <a:pt x="505" y="43"/>
                </a:lnTo>
                <a:lnTo>
                  <a:pt x="504" y="43"/>
                </a:lnTo>
                <a:lnTo>
                  <a:pt x="504" y="44"/>
                </a:lnTo>
                <a:lnTo>
                  <a:pt x="503" y="43"/>
                </a:lnTo>
                <a:lnTo>
                  <a:pt x="503" y="42"/>
                </a:lnTo>
                <a:lnTo>
                  <a:pt x="504" y="42"/>
                </a:lnTo>
                <a:lnTo>
                  <a:pt x="505" y="41"/>
                </a:lnTo>
                <a:lnTo>
                  <a:pt x="506" y="40"/>
                </a:lnTo>
                <a:lnTo>
                  <a:pt x="507" y="39"/>
                </a:lnTo>
                <a:lnTo>
                  <a:pt x="510" y="37"/>
                </a:lnTo>
                <a:lnTo>
                  <a:pt x="510" y="36"/>
                </a:lnTo>
                <a:lnTo>
                  <a:pt x="511" y="36"/>
                </a:lnTo>
                <a:lnTo>
                  <a:pt x="511" y="35"/>
                </a:lnTo>
                <a:lnTo>
                  <a:pt x="512" y="34"/>
                </a:lnTo>
                <a:lnTo>
                  <a:pt x="513" y="33"/>
                </a:lnTo>
                <a:lnTo>
                  <a:pt x="514" y="33"/>
                </a:lnTo>
                <a:lnTo>
                  <a:pt x="515" y="33"/>
                </a:lnTo>
                <a:lnTo>
                  <a:pt x="516" y="33"/>
                </a:lnTo>
                <a:lnTo>
                  <a:pt x="517" y="34"/>
                </a:lnTo>
                <a:lnTo>
                  <a:pt x="519" y="34"/>
                </a:lnTo>
                <a:lnTo>
                  <a:pt x="520" y="35"/>
                </a:lnTo>
                <a:lnTo>
                  <a:pt x="521" y="36"/>
                </a:lnTo>
                <a:lnTo>
                  <a:pt x="521" y="37"/>
                </a:lnTo>
                <a:lnTo>
                  <a:pt x="521" y="38"/>
                </a:lnTo>
                <a:lnTo>
                  <a:pt x="522" y="39"/>
                </a:lnTo>
                <a:lnTo>
                  <a:pt x="522" y="40"/>
                </a:lnTo>
                <a:lnTo>
                  <a:pt x="522" y="41"/>
                </a:lnTo>
                <a:lnTo>
                  <a:pt x="522" y="42"/>
                </a:lnTo>
                <a:lnTo>
                  <a:pt x="522" y="44"/>
                </a:lnTo>
                <a:lnTo>
                  <a:pt x="521" y="44"/>
                </a:lnTo>
                <a:lnTo>
                  <a:pt x="521" y="46"/>
                </a:lnTo>
                <a:lnTo>
                  <a:pt x="521" y="47"/>
                </a:lnTo>
                <a:lnTo>
                  <a:pt x="522" y="48"/>
                </a:lnTo>
                <a:lnTo>
                  <a:pt x="523" y="50"/>
                </a:lnTo>
                <a:lnTo>
                  <a:pt x="524" y="50"/>
                </a:lnTo>
                <a:lnTo>
                  <a:pt x="524" y="49"/>
                </a:lnTo>
                <a:lnTo>
                  <a:pt x="524" y="48"/>
                </a:lnTo>
                <a:lnTo>
                  <a:pt x="525" y="48"/>
                </a:lnTo>
                <a:lnTo>
                  <a:pt x="525" y="47"/>
                </a:lnTo>
                <a:lnTo>
                  <a:pt x="526" y="46"/>
                </a:lnTo>
                <a:lnTo>
                  <a:pt x="527" y="44"/>
                </a:lnTo>
                <a:lnTo>
                  <a:pt x="528" y="42"/>
                </a:lnTo>
                <a:lnTo>
                  <a:pt x="530" y="40"/>
                </a:lnTo>
                <a:lnTo>
                  <a:pt x="530" y="39"/>
                </a:lnTo>
                <a:lnTo>
                  <a:pt x="531" y="38"/>
                </a:lnTo>
                <a:lnTo>
                  <a:pt x="531" y="37"/>
                </a:lnTo>
                <a:lnTo>
                  <a:pt x="531" y="36"/>
                </a:lnTo>
                <a:lnTo>
                  <a:pt x="532" y="35"/>
                </a:lnTo>
                <a:lnTo>
                  <a:pt x="533" y="35"/>
                </a:lnTo>
                <a:lnTo>
                  <a:pt x="534" y="34"/>
                </a:lnTo>
                <a:lnTo>
                  <a:pt x="534" y="35"/>
                </a:lnTo>
                <a:lnTo>
                  <a:pt x="534" y="36"/>
                </a:lnTo>
                <a:lnTo>
                  <a:pt x="534" y="37"/>
                </a:lnTo>
                <a:lnTo>
                  <a:pt x="533" y="38"/>
                </a:lnTo>
                <a:lnTo>
                  <a:pt x="533" y="39"/>
                </a:lnTo>
                <a:lnTo>
                  <a:pt x="533" y="40"/>
                </a:lnTo>
                <a:lnTo>
                  <a:pt x="533" y="42"/>
                </a:lnTo>
                <a:lnTo>
                  <a:pt x="533" y="43"/>
                </a:lnTo>
                <a:lnTo>
                  <a:pt x="532" y="43"/>
                </a:lnTo>
                <a:lnTo>
                  <a:pt x="532" y="45"/>
                </a:lnTo>
                <a:lnTo>
                  <a:pt x="532" y="46"/>
                </a:lnTo>
                <a:lnTo>
                  <a:pt x="531" y="46"/>
                </a:lnTo>
                <a:lnTo>
                  <a:pt x="531" y="47"/>
                </a:lnTo>
                <a:lnTo>
                  <a:pt x="530" y="48"/>
                </a:lnTo>
                <a:lnTo>
                  <a:pt x="529" y="49"/>
                </a:lnTo>
                <a:lnTo>
                  <a:pt x="529" y="50"/>
                </a:lnTo>
                <a:lnTo>
                  <a:pt x="528" y="50"/>
                </a:lnTo>
                <a:lnTo>
                  <a:pt x="527" y="51"/>
                </a:lnTo>
                <a:lnTo>
                  <a:pt x="527" y="52"/>
                </a:lnTo>
                <a:lnTo>
                  <a:pt x="526" y="52"/>
                </a:lnTo>
                <a:lnTo>
                  <a:pt x="526" y="53"/>
                </a:lnTo>
                <a:lnTo>
                  <a:pt x="525" y="53"/>
                </a:lnTo>
                <a:lnTo>
                  <a:pt x="525" y="54"/>
                </a:lnTo>
                <a:lnTo>
                  <a:pt x="524" y="54"/>
                </a:lnTo>
                <a:lnTo>
                  <a:pt x="523" y="55"/>
                </a:lnTo>
                <a:lnTo>
                  <a:pt x="522" y="57"/>
                </a:lnTo>
                <a:lnTo>
                  <a:pt x="521" y="59"/>
                </a:lnTo>
                <a:lnTo>
                  <a:pt x="521" y="60"/>
                </a:lnTo>
                <a:lnTo>
                  <a:pt x="520" y="60"/>
                </a:lnTo>
                <a:lnTo>
                  <a:pt x="520" y="61"/>
                </a:lnTo>
                <a:lnTo>
                  <a:pt x="521" y="62"/>
                </a:lnTo>
                <a:lnTo>
                  <a:pt x="521" y="63"/>
                </a:lnTo>
                <a:lnTo>
                  <a:pt x="522" y="64"/>
                </a:lnTo>
                <a:lnTo>
                  <a:pt x="522" y="67"/>
                </a:lnTo>
                <a:lnTo>
                  <a:pt x="523" y="68"/>
                </a:lnTo>
                <a:lnTo>
                  <a:pt x="523" y="70"/>
                </a:lnTo>
                <a:lnTo>
                  <a:pt x="524" y="71"/>
                </a:lnTo>
                <a:lnTo>
                  <a:pt x="524" y="73"/>
                </a:lnTo>
                <a:lnTo>
                  <a:pt x="525" y="74"/>
                </a:lnTo>
                <a:lnTo>
                  <a:pt x="525" y="75"/>
                </a:lnTo>
                <a:lnTo>
                  <a:pt x="526" y="78"/>
                </a:lnTo>
                <a:lnTo>
                  <a:pt x="526" y="79"/>
                </a:lnTo>
                <a:lnTo>
                  <a:pt x="526" y="80"/>
                </a:lnTo>
                <a:lnTo>
                  <a:pt x="526" y="81"/>
                </a:lnTo>
                <a:lnTo>
                  <a:pt x="527" y="81"/>
                </a:lnTo>
                <a:lnTo>
                  <a:pt x="527" y="82"/>
                </a:lnTo>
                <a:lnTo>
                  <a:pt x="528" y="82"/>
                </a:lnTo>
                <a:lnTo>
                  <a:pt x="529" y="82"/>
                </a:lnTo>
                <a:lnTo>
                  <a:pt x="530" y="82"/>
                </a:lnTo>
                <a:lnTo>
                  <a:pt x="530" y="81"/>
                </a:lnTo>
                <a:lnTo>
                  <a:pt x="531" y="80"/>
                </a:lnTo>
                <a:lnTo>
                  <a:pt x="531" y="79"/>
                </a:lnTo>
                <a:lnTo>
                  <a:pt x="531" y="78"/>
                </a:lnTo>
                <a:lnTo>
                  <a:pt x="532" y="78"/>
                </a:lnTo>
                <a:lnTo>
                  <a:pt x="532" y="77"/>
                </a:lnTo>
                <a:lnTo>
                  <a:pt x="534" y="75"/>
                </a:lnTo>
                <a:lnTo>
                  <a:pt x="535" y="75"/>
                </a:lnTo>
                <a:lnTo>
                  <a:pt x="535" y="74"/>
                </a:lnTo>
                <a:lnTo>
                  <a:pt x="536" y="73"/>
                </a:lnTo>
                <a:lnTo>
                  <a:pt x="538" y="73"/>
                </a:lnTo>
                <a:lnTo>
                  <a:pt x="538" y="72"/>
                </a:lnTo>
                <a:lnTo>
                  <a:pt x="539" y="72"/>
                </a:lnTo>
                <a:lnTo>
                  <a:pt x="540" y="72"/>
                </a:lnTo>
                <a:lnTo>
                  <a:pt x="540" y="73"/>
                </a:lnTo>
                <a:lnTo>
                  <a:pt x="541" y="73"/>
                </a:lnTo>
                <a:lnTo>
                  <a:pt x="542" y="74"/>
                </a:lnTo>
                <a:lnTo>
                  <a:pt x="542" y="75"/>
                </a:lnTo>
                <a:lnTo>
                  <a:pt x="542" y="76"/>
                </a:lnTo>
                <a:lnTo>
                  <a:pt x="542" y="77"/>
                </a:lnTo>
                <a:lnTo>
                  <a:pt x="542" y="78"/>
                </a:lnTo>
                <a:lnTo>
                  <a:pt x="543" y="78"/>
                </a:lnTo>
                <a:lnTo>
                  <a:pt x="543" y="79"/>
                </a:lnTo>
                <a:lnTo>
                  <a:pt x="543" y="80"/>
                </a:lnTo>
                <a:lnTo>
                  <a:pt x="543" y="82"/>
                </a:lnTo>
                <a:lnTo>
                  <a:pt x="544" y="83"/>
                </a:lnTo>
                <a:lnTo>
                  <a:pt x="544" y="84"/>
                </a:lnTo>
                <a:lnTo>
                  <a:pt x="544" y="85"/>
                </a:lnTo>
                <a:lnTo>
                  <a:pt x="545" y="86"/>
                </a:lnTo>
                <a:lnTo>
                  <a:pt x="546" y="86"/>
                </a:lnTo>
                <a:lnTo>
                  <a:pt x="547" y="85"/>
                </a:lnTo>
                <a:lnTo>
                  <a:pt x="547" y="84"/>
                </a:lnTo>
                <a:lnTo>
                  <a:pt x="547" y="83"/>
                </a:lnTo>
                <a:lnTo>
                  <a:pt x="547" y="82"/>
                </a:lnTo>
                <a:lnTo>
                  <a:pt x="548" y="82"/>
                </a:lnTo>
                <a:lnTo>
                  <a:pt x="549" y="82"/>
                </a:lnTo>
                <a:lnTo>
                  <a:pt x="550" y="82"/>
                </a:lnTo>
                <a:lnTo>
                  <a:pt x="551" y="82"/>
                </a:lnTo>
                <a:lnTo>
                  <a:pt x="552" y="82"/>
                </a:lnTo>
                <a:lnTo>
                  <a:pt x="552" y="83"/>
                </a:lnTo>
                <a:lnTo>
                  <a:pt x="553" y="83"/>
                </a:lnTo>
                <a:lnTo>
                  <a:pt x="554" y="82"/>
                </a:lnTo>
                <a:lnTo>
                  <a:pt x="555" y="81"/>
                </a:lnTo>
                <a:lnTo>
                  <a:pt x="556" y="79"/>
                </a:lnTo>
                <a:lnTo>
                  <a:pt x="557" y="78"/>
                </a:lnTo>
                <a:lnTo>
                  <a:pt x="557" y="77"/>
                </a:lnTo>
                <a:lnTo>
                  <a:pt x="558" y="76"/>
                </a:lnTo>
                <a:lnTo>
                  <a:pt x="558" y="75"/>
                </a:lnTo>
                <a:lnTo>
                  <a:pt x="558" y="74"/>
                </a:lnTo>
                <a:lnTo>
                  <a:pt x="559" y="73"/>
                </a:lnTo>
                <a:lnTo>
                  <a:pt x="560" y="72"/>
                </a:lnTo>
                <a:lnTo>
                  <a:pt x="560" y="71"/>
                </a:lnTo>
                <a:lnTo>
                  <a:pt x="561" y="71"/>
                </a:lnTo>
                <a:lnTo>
                  <a:pt x="561" y="70"/>
                </a:lnTo>
                <a:lnTo>
                  <a:pt x="561" y="69"/>
                </a:lnTo>
                <a:lnTo>
                  <a:pt x="562" y="69"/>
                </a:lnTo>
                <a:lnTo>
                  <a:pt x="562" y="68"/>
                </a:lnTo>
                <a:lnTo>
                  <a:pt x="563" y="67"/>
                </a:lnTo>
                <a:lnTo>
                  <a:pt x="565" y="65"/>
                </a:lnTo>
                <a:lnTo>
                  <a:pt x="566" y="64"/>
                </a:lnTo>
                <a:lnTo>
                  <a:pt x="567" y="63"/>
                </a:lnTo>
                <a:lnTo>
                  <a:pt x="567" y="62"/>
                </a:lnTo>
                <a:lnTo>
                  <a:pt x="568" y="60"/>
                </a:lnTo>
                <a:lnTo>
                  <a:pt x="568" y="59"/>
                </a:lnTo>
                <a:lnTo>
                  <a:pt x="569" y="57"/>
                </a:lnTo>
                <a:lnTo>
                  <a:pt x="569" y="56"/>
                </a:lnTo>
                <a:lnTo>
                  <a:pt x="570" y="56"/>
                </a:lnTo>
                <a:lnTo>
                  <a:pt x="571" y="55"/>
                </a:lnTo>
                <a:lnTo>
                  <a:pt x="571" y="54"/>
                </a:lnTo>
                <a:lnTo>
                  <a:pt x="571" y="53"/>
                </a:lnTo>
                <a:lnTo>
                  <a:pt x="573" y="51"/>
                </a:lnTo>
                <a:lnTo>
                  <a:pt x="573" y="50"/>
                </a:lnTo>
                <a:lnTo>
                  <a:pt x="574" y="49"/>
                </a:lnTo>
                <a:lnTo>
                  <a:pt x="574" y="48"/>
                </a:lnTo>
                <a:lnTo>
                  <a:pt x="575" y="48"/>
                </a:lnTo>
                <a:lnTo>
                  <a:pt x="575" y="47"/>
                </a:lnTo>
                <a:lnTo>
                  <a:pt x="576" y="45"/>
                </a:lnTo>
                <a:lnTo>
                  <a:pt x="577" y="45"/>
                </a:lnTo>
                <a:lnTo>
                  <a:pt x="577" y="44"/>
                </a:lnTo>
                <a:lnTo>
                  <a:pt x="578" y="44"/>
                </a:lnTo>
                <a:lnTo>
                  <a:pt x="578" y="43"/>
                </a:lnTo>
                <a:lnTo>
                  <a:pt x="579" y="42"/>
                </a:lnTo>
                <a:lnTo>
                  <a:pt x="579" y="41"/>
                </a:lnTo>
                <a:lnTo>
                  <a:pt x="580" y="41"/>
                </a:lnTo>
                <a:lnTo>
                  <a:pt x="581" y="40"/>
                </a:lnTo>
                <a:lnTo>
                  <a:pt x="581" y="39"/>
                </a:lnTo>
                <a:lnTo>
                  <a:pt x="582" y="39"/>
                </a:lnTo>
                <a:lnTo>
                  <a:pt x="582" y="38"/>
                </a:lnTo>
                <a:lnTo>
                  <a:pt x="583" y="37"/>
                </a:lnTo>
                <a:lnTo>
                  <a:pt x="584" y="36"/>
                </a:lnTo>
                <a:lnTo>
                  <a:pt x="585" y="35"/>
                </a:lnTo>
                <a:lnTo>
                  <a:pt x="587" y="33"/>
                </a:lnTo>
                <a:lnTo>
                  <a:pt x="588" y="33"/>
                </a:lnTo>
                <a:lnTo>
                  <a:pt x="589" y="32"/>
                </a:lnTo>
                <a:lnTo>
                  <a:pt x="589" y="31"/>
                </a:lnTo>
                <a:lnTo>
                  <a:pt x="590" y="31"/>
                </a:lnTo>
                <a:lnTo>
                  <a:pt x="590" y="30"/>
                </a:lnTo>
                <a:lnTo>
                  <a:pt x="591" y="30"/>
                </a:lnTo>
                <a:lnTo>
                  <a:pt x="593" y="27"/>
                </a:lnTo>
                <a:lnTo>
                  <a:pt x="594" y="26"/>
                </a:lnTo>
                <a:lnTo>
                  <a:pt x="595" y="26"/>
                </a:lnTo>
                <a:lnTo>
                  <a:pt x="595" y="25"/>
                </a:lnTo>
                <a:lnTo>
                  <a:pt x="595" y="24"/>
                </a:lnTo>
                <a:lnTo>
                  <a:pt x="596" y="24"/>
                </a:lnTo>
                <a:lnTo>
                  <a:pt x="596" y="23"/>
                </a:lnTo>
                <a:lnTo>
                  <a:pt x="597" y="22"/>
                </a:lnTo>
                <a:lnTo>
                  <a:pt x="597" y="21"/>
                </a:lnTo>
                <a:lnTo>
                  <a:pt x="598" y="21"/>
                </a:lnTo>
                <a:lnTo>
                  <a:pt x="598" y="20"/>
                </a:lnTo>
                <a:lnTo>
                  <a:pt x="599" y="20"/>
                </a:lnTo>
                <a:lnTo>
                  <a:pt x="600" y="19"/>
                </a:lnTo>
                <a:lnTo>
                  <a:pt x="601" y="19"/>
                </a:lnTo>
                <a:lnTo>
                  <a:pt x="601" y="18"/>
                </a:lnTo>
                <a:lnTo>
                  <a:pt x="602" y="18"/>
                </a:lnTo>
                <a:lnTo>
                  <a:pt x="602" y="17"/>
                </a:lnTo>
                <a:lnTo>
                  <a:pt x="603" y="17"/>
                </a:lnTo>
                <a:lnTo>
                  <a:pt x="604" y="18"/>
                </a:lnTo>
                <a:lnTo>
                  <a:pt x="604" y="19"/>
                </a:lnTo>
                <a:lnTo>
                  <a:pt x="604" y="20"/>
                </a:lnTo>
                <a:lnTo>
                  <a:pt x="604" y="21"/>
                </a:lnTo>
                <a:lnTo>
                  <a:pt x="604" y="22"/>
                </a:lnTo>
                <a:lnTo>
                  <a:pt x="603" y="22"/>
                </a:lnTo>
                <a:lnTo>
                  <a:pt x="602" y="22"/>
                </a:lnTo>
                <a:lnTo>
                  <a:pt x="602" y="23"/>
                </a:lnTo>
                <a:lnTo>
                  <a:pt x="603" y="23"/>
                </a:lnTo>
                <a:lnTo>
                  <a:pt x="604" y="23"/>
                </a:lnTo>
                <a:lnTo>
                  <a:pt x="603" y="23"/>
                </a:lnTo>
                <a:lnTo>
                  <a:pt x="603" y="24"/>
                </a:lnTo>
                <a:lnTo>
                  <a:pt x="603" y="25"/>
                </a:lnTo>
                <a:lnTo>
                  <a:pt x="602" y="25"/>
                </a:lnTo>
                <a:lnTo>
                  <a:pt x="602" y="26"/>
                </a:lnTo>
                <a:lnTo>
                  <a:pt x="603" y="26"/>
                </a:lnTo>
                <a:lnTo>
                  <a:pt x="602" y="27"/>
                </a:lnTo>
                <a:lnTo>
                  <a:pt x="602" y="28"/>
                </a:lnTo>
                <a:lnTo>
                  <a:pt x="601" y="28"/>
                </a:lnTo>
                <a:lnTo>
                  <a:pt x="601" y="29"/>
                </a:lnTo>
                <a:lnTo>
                  <a:pt x="601" y="30"/>
                </a:lnTo>
                <a:lnTo>
                  <a:pt x="602" y="30"/>
                </a:lnTo>
                <a:lnTo>
                  <a:pt x="602" y="31"/>
                </a:lnTo>
                <a:lnTo>
                  <a:pt x="602" y="32"/>
                </a:lnTo>
                <a:lnTo>
                  <a:pt x="602" y="33"/>
                </a:lnTo>
                <a:lnTo>
                  <a:pt x="601" y="33"/>
                </a:lnTo>
                <a:lnTo>
                  <a:pt x="601" y="34"/>
                </a:lnTo>
                <a:lnTo>
                  <a:pt x="601" y="35"/>
                </a:lnTo>
                <a:lnTo>
                  <a:pt x="601" y="36"/>
                </a:lnTo>
                <a:lnTo>
                  <a:pt x="601" y="37"/>
                </a:lnTo>
                <a:lnTo>
                  <a:pt x="601" y="38"/>
                </a:lnTo>
                <a:lnTo>
                  <a:pt x="601" y="39"/>
                </a:lnTo>
                <a:lnTo>
                  <a:pt x="601" y="40"/>
                </a:lnTo>
                <a:lnTo>
                  <a:pt x="600" y="40"/>
                </a:lnTo>
                <a:lnTo>
                  <a:pt x="601" y="41"/>
                </a:lnTo>
                <a:lnTo>
                  <a:pt x="601" y="42"/>
                </a:lnTo>
                <a:lnTo>
                  <a:pt x="602" y="42"/>
                </a:lnTo>
                <a:lnTo>
                  <a:pt x="602" y="43"/>
                </a:lnTo>
                <a:lnTo>
                  <a:pt x="603" y="43"/>
                </a:lnTo>
                <a:lnTo>
                  <a:pt x="603" y="44"/>
                </a:lnTo>
                <a:lnTo>
                  <a:pt x="604" y="44"/>
                </a:lnTo>
                <a:lnTo>
                  <a:pt x="605" y="43"/>
                </a:lnTo>
                <a:lnTo>
                  <a:pt x="606" y="43"/>
                </a:lnTo>
                <a:lnTo>
                  <a:pt x="607" y="43"/>
                </a:lnTo>
                <a:lnTo>
                  <a:pt x="609" y="43"/>
                </a:lnTo>
                <a:lnTo>
                  <a:pt x="609" y="44"/>
                </a:lnTo>
                <a:lnTo>
                  <a:pt x="610" y="44"/>
                </a:lnTo>
                <a:lnTo>
                  <a:pt x="610" y="43"/>
                </a:lnTo>
                <a:lnTo>
                  <a:pt x="611" y="43"/>
                </a:lnTo>
                <a:lnTo>
                  <a:pt x="612" y="43"/>
                </a:lnTo>
                <a:lnTo>
                  <a:pt x="613" y="43"/>
                </a:lnTo>
                <a:lnTo>
                  <a:pt x="614" y="43"/>
                </a:lnTo>
                <a:lnTo>
                  <a:pt x="615" y="43"/>
                </a:lnTo>
                <a:lnTo>
                  <a:pt x="615" y="42"/>
                </a:lnTo>
                <a:lnTo>
                  <a:pt x="615" y="41"/>
                </a:lnTo>
                <a:lnTo>
                  <a:pt x="616" y="41"/>
                </a:lnTo>
                <a:lnTo>
                  <a:pt x="617" y="41"/>
                </a:lnTo>
                <a:lnTo>
                  <a:pt x="617" y="42"/>
                </a:lnTo>
                <a:lnTo>
                  <a:pt x="618" y="42"/>
                </a:lnTo>
                <a:lnTo>
                  <a:pt x="618" y="43"/>
                </a:lnTo>
                <a:lnTo>
                  <a:pt x="618" y="44"/>
                </a:lnTo>
                <a:lnTo>
                  <a:pt x="618" y="45"/>
                </a:lnTo>
                <a:lnTo>
                  <a:pt x="619" y="45"/>
                </a:lnTo>
                <a:lnTo>
                  <a:pt x="619" y="46"/>
                </a:lnTo>
                <a:lnTo>
                  <a:pt x="620" y="47"/>
                </a:lnTo>
                <a:lnTo>
                  <a:pt x="618" y="47"/>
                </a:lnTo>
                <a:lnTo>
                  <a:pt x="619" y="47"/>
                </a:lnTo>
                <a:lnTo>
                  <a:pt x="619" y="48"/>
                </a:lnTo>
                <a:lnTo>
                  <a:pt x="620" y="48"/>
                </a:lnTo>
                <a:lnTo>
                  <a:pt x="620" y="47"/>
                </a:lnTo>
                <a:lnTo>
                  <a:pt x="621" y="47"/>
                </a:lnTo>
                <a:lnTo>
                  <a:pt x="622" y="47"/>
                </a:lnTo>
                <a:lnTo>
                  <a:pt x="621" y="48"/>
                </a:lnTo>
                <a:lnTo>
                  <a:pt x="622" y="48"/>
                </a:lnTo>
                <a:lnTo>
                  <a:pt x="623" y="48"/>
                </a:lnTo>
                <a:lnTo>
                  <a:pt x="623" y="49"/>
                </a:lnTo>
                <a:lnTo>
                  <a:pt x="623" y="50"/>
                </a:lnTo>
                <a:lnTo>
                  <a:pt x="623" y="51"/>
                </a:lnTo>
                <a:lnTo>
                  <a:pt x="624" y="52"/>
                </a:lnTo>
                <a:lnTo>
                  <a:pt x="624" y="51"/>
                </a:lnTo>
                <a:lnTo>
                  <a:pt x="625" y="51"/>
                </a:lnTo>
                <a:lnTo>
                  <a:pt x="626" y="52"/>
                </a:lnTo>
                <a:lnTo>
                  <a:pt x="626" y="53"/>
                </a:lnTo>
                <a:lnTo>
                  <a:pt x="627" y="53"/>
                </a:lnTo>
                <a:lnTo>
                  <a:pt x="628" y="53"/>
                </a:lnTo>
                <a:lnTo>
                  <a:pt x="628" y="54"/>
                </a:lnTo>
                <a:lnTo>
                  <a:pt x="628" y="55"/>
                </a:lnTo>
                <a:lnTo>
                  <a:pt x="628" y="56"/>
                </a:lnTo>
                <a:lnTo>
                  <a:pt x="627" y="56"/>
                </a:lnTo>
                <a:lnTo>
                  <a:pt x="626" y="57"/>
                </a:lnTo>
                <a:lnTo>
                  <a:pt x="625" y="57"/>
                </a:lnTo>
                <a:lnTo>
                  <a:pt x="624" y="59"/>
                </a:lnTo>
                <a:lnTo>
                  <a:pt x="624" y="60"/>
                </a:lnTo>
                <a:lnTo>
                  <a:pt x="625" y="60"/>
                </a:lnTo>
                <a:lnTo>
                  <a:pt x="625" y="61"/>
                </a:lnTo>
                <a:lnTo>
                  <a:pt x="624" y="61"/>
                </a:lnTo>
                <a:lnTo>
                  <a:pt x="623" y="61"/>
                </a:lnTo>
                <a:lnTo>
                  <a:pt x="623" y="62"/>
                </a:lnTo>
                <a:lnTo>
                  <a:pt x="622" y="62"/>
                </a:lnTo>
                <a:lnTo>
                  <a:pt x="621" y="62"/>
                </a:lnTo>
                <a:lnTo>
                  <a:pt x="621" y="63"/>
                </a:lnTo>
                <a:lnTo>
                  <a:pt x="621" y="64"/>
                </a:lnTo>
                <a:lnTo>
                  <a:pt x="620" y="64"/>
                </a:lnTo>
                <a:lnTo>
                  <a:pt x="619" y="64"/>
                </a:lnTo>
                <a:lnTo>
                  <a:pt x="618" y="64"/>
                </a:lnTo>
                <a:lnTo>
                  <a:pt x="618" y="65"/>
                </a:lnTo>
                <a:lnTo>
                  <a:pt x="617" y="65"/>
                </a:lnTo>
                <a:lnTo>
                  <a:pt x="616" y="65"/>
                </a:lnTo>
                <a:lnTo>
                  <a:pt x="616" y="66"/>
                </a:lnTo>
                <a:lnTo>
                  <a:pt x="615" y="66"/>
                </a:lnTo>
                <a:lnTo>
                  <a:pt x="615" y="67"/>
                </a:lnTo>
                <a:lnTo>
                  <a:pt x="615" y="68"/>
                </a:lnTo>
                <a:lnTo>
                  <a:pt x="616" y="68"/>
                </a:lnTo>
                <a:lnTo>
                  <a:pt x="616" y="69"/>
                </a:lnTo>
                <a:lnTo>
                  <a:pt x="617" y="69"/>
                </a:lnTo>
                <a:lnTo>
                  <a:pt x="617" y="68"/>
                </a:lnTo>
                <a:lnTo>
                  <a:pt x="618" y="68"/>
                </a:lnTo>
                <a:lnTo>
                  <a:pt x="620" y="68"/>
                </a:lnTo>
                <a:lnTo>
                  <a:pt x="621" y="68"/>
                </a:lnTo>
                <a:lnTo>
                  <a:pt x="621" y="67"/>
                </a:lnTo>
                <a:lnTo>
                  <a:pt x="621" y="68"/>
                </a:lnTo>
                <a:lnTo>
                  <a:pt x="622" y="68"/>
                </a:lnTo>
                <a:lnTo>
                  <a:pt x="623" y="68"/>
                </a:lnTo>
                <a:lnTo>
                  <a:pt x="623" y="69"/>
                </a:lnTo>
                <a:lnTo>
                  <a:pt x="624" y="69"/>
                </a:lnTo>
                <a:lnTo>
                  <a:pt x="624" y="70"/>
                </a:lnTo>
                <a:lnTo>
                  <a:pt x="624" y="71"/>
                </a:lnTo>
                <a:lnTo>
                  <a:pt x="625" y="71"/>
                </a:lnTo>
                <a:lnTo>
                  <a:pt x="626" y="72"/>
                </a:lnTo>
                <a:lnTo>
                  <a:pt x="627" y="72"/>
                </a:lnTo>
                <a:lnTo>
                  <a:pt x="627" y="73"/>
                </a:lnTo>
                <a:lnTo>
                  <a:pt x="628" y="73"/>
                </a:lnTo>
                <a:lnTo>
                  <a:pt x="629" y="73"/>
                </a:lnTo>
                <a:lnTo>
                  <a:pt x="630" y="73"/>
                </a:lnTo>
                <a:lnTo>
                  <a:pt x="629" y="74"/>
                </a:lnTo>
                <a:lnTo>
                  <a:pt x="630" y="74"/>
                </a:lnTo>
                <a:lnTo>
                  <a:pt x="630" y="75"/>
                </a:lnTo>
                <a:lnTo>
                  <a:pt x="631" y="75"/>
                </a:lnTo>
                <a:lnTo>
                  <a:pt x="631" y="76"/>
                </a:lnTo>
                <a:lnTo>
                  <a:pt x="632" y="76"/>
                </a:lnTo>
                <a:lnTo>
                  <a:pt x="632" y="77"/>
                </a:lnTo>
                <a:lnTo>
                  <a:pt x="632" y="78"/>
                </a:lnTo>
                <a:lnTo>
                  <a:pt x="631" y="78"/>
                </a:lnTo>
                <a:lnTo>
                  <a:pt x="631" y="79"/>
                </a:lnTo>
                <a:lnTo>
                  <a:pt x="630" y="79"/>
                </a:lnTo>
                <a:lnTo>
                  <a:pt x="630" y="80"/>
                </a:lnTo>
                <a:lnTo>
                  <a:pt x="630" y="81"/>
                </a:lnTo>
                <a:lnTo>
                  <a:pt x="631" y="81"/>
                </a:lnTo>
                <a:lnTo>
                  <a:pt x="631" y="82"/>
                </a:lnTo>
                <a:lnTo>
                  <a:pt x="630" y="82"/>
                </a:lnTo>
                <a:lnTo>
                  <a:pt x="630" y="83"/>
                </a:lnTo>
                <a:lnTo>
                  <a:pt x="630" y="84"/>
                </a:lnTo>
                <a:lnTo>
                  <a:pt x="630" y="85"/>
                </a:lnTo>
                <a:lnTo>
                  <a:pt x="629" y="85"/>
                </a:lnTo>
                <a:lnTo>
                  <a:pt x="628" y="86"/>
                </a:lnTo>
                <a:lnTo>
                  <a:pt x="628" y="85"/>
                </a:lnTo>
                <a:lnTo>
                  <a:pt x="627" y="85"/>
                </a:lnTo>
                <a:lnTo>
                  <a:pt x="626" y="85"/>
                </a:lnTo>
                <a:lnTo>
                  <a:pt x="625" y="85"/>
                </a:lnTo>
                <a:lnTo>
                  <a:pt x="625" y="86"/>
                </a:lnTo>
                <a:lnTo>
                  <a:pt x="624" y="86"/>
                </a:lnTo>
                <a:lnTo>
                  <a:pt x="624" y="85"/>
                </a:lnTo>
                <a:lnTo>
                  <a:pt x="624" y="86"/>
                </a:lnTo>
                <a:lnTo>
                  <a:pt x="623" y="86"/>
                </a:lnTo>
                <a:lnTo>
                  <a:pt x="622" y="86"/>
                </a:lnTo>
                <a:lnTo>
                  <a:pt x="622" y="87"/>
                </a:lnTo>
                <a:lnTo>
                  <a:pt x="621" y="87"/>
                </a:lnTo>
                <a:lnTo>
                  <a:pt x="621" y="88"/>
                </a:lnTo>
                <a:lnTo>
                  <a:pt x="621" y="89"/>
                </a:lnTo>
                <a:lnTo>
                  <a:pt x="621" y="90"/>
                </a:lnTo>
                <a:lnTo>
                  <a:pt x="621" y="91"/>
                </a:lnTo>
                <a:lnTo>
                  <a:pt x="621" y="92"/>
                </a:lnTo>
                <a:lnTo>
                  <a:pt x="622" y="93"/>
                </a:lnTo>
                <a:lnTo>
                  <a:pt x="621" y="94"/>
                </a:lnTo>
                <a:lnTo>
                  <a:pt x="621" y="95"/>
                </a:lnTo>
                <a:lnTo>
                  <a:pt x="620" y="95"/>
                </a:lnTo>
                <a:lnTo>
                  <a:pt x="620" y="96"/>
                </a:lnTo>
                <a:lnTo>
                  <a:pt x="619" y="96"/>
                </a:lnTo>
                <a:lnTo>
                  <a:pt x="618" y="96"/>
                </a:lnTo>
                <a:lnTo>
                  <a:pt x="618" y="97"/>
                </a:lnTo>
                <a:lnTo>
                  <a:pt x="618" y="98"/>
                </a:lnTo>
                <a:lnTo>
                  <a:pt x="617" y="98"/>
                </a:lnTo>
                <a:lnTo>
                  <a:pt x="617" y="99"/>
                </a:lnTo>
                <a:lnTo>
                  <a:pt x="617" y="100"/>
                </a:lnTo>
                <a:lnTo>
                  <a:pt x="617" y="101"/>
                </a:lnTo>
                <a:lnTo>
                  <a:pt x="617" y="102"/>
                </a:lnTo>
                <a:lnTo>
                  <a:pt x="616" y="102"/>
                </a:lnTo>
                <a:lnTo>
                  <a:pt x="616" y="103"/>
                </a:lnTo>
                <a:lnTo>
                  <a:pt x="616" y="104"/>
                </a:lnTo>
                <a:lnTo>
                  <a:pt x="615" y="105"/>
                </a:lnTo>
                <a:lnTo>
                  <a:pt x="615" y="106"/>
                </a:lnTo>
                <a:lnTo>
                  <a:pt x="615" y="107"/>
                </a:lnTo>
                <a:lnTo>
                  <a:pt x="616" y="107"/>
                </a:lnTo>
                <a:lnTo>
                  <a:pt x="616" y="108"/>
                </a:lnTo>
                <a:lnTo>
                  <a:pt x="617" y="108"/>
                </a:lnTo>
                <a:lnTo>
                  <a:pt x="617" y="109"/>
                </a:lnTo>
                <a:lnTo>
                  <a:pt x="618" y="109"/>
                </a:lnTo>
                <a:lnTo>
                  <a:pt x="618" y="107"/>
                </a:lnTo>
                <a:lnTo>
                  <a:pt x="618" y="108"/>
                </a:lnTo>
                <a:lnTo>
                  <a:pt x="619" y="108"/>
                </a:lnTo>
                <a:lnTo>
                  <a:pt x="620" y="108"/>
                </a:lnTo>
                <a:lnTo>
                  <a:pt x="620" y="109"/>
                </a:lnTo>
                <a:lnTo>
                  <a:pt x="621" y="109"/>
                </a:lnTo>
                <a:lnTo>
                  <a:pt x="621" y="110"/>
                </a:lnTo>
                <a:lnTo>
                  <a:pt x="621" y="111"/>
                </a:lnTo>
                <a:lnTo>
                  <a:pt x="620" y="111"/>
                </a:lnTo>
                <a:lnTo>
                  <a:pt x="621" y="111"/>
                </a:lnTo>
                <a:lnTo>
                  <a:pt x="622" y="111"/>
                </a:lnTo>
                <a:lnTo>
                  <a:pt x="622" y="112"/>
                </a:lnTo>
                <a:lnTo>
                  <a:pt x="623" y="112"/>
                </a:lnTo>
                <a:lnTo>
                  <a:pt x="623" y="111"/>
                </a:lnTo>
                <a:lnTo>
                  <a:pt x="624" y="111"/>
                </a:lnTo>
                <a:lnTo>
                  <a:pt x="624" y="110"/>
                </a:lnTo>
                <a:lnTo>
                  <a:pt x="625" y="110"/>
                </a:lnTo>
                <a:lnTo>
                  <a:pt x="625" y="109"/>
                </a:lnTo>
                <a:lnTo>
                  <a:pt x="626" y="109"/>
                </a:lnTo>
                <a:lnTo>
                  <a:pt x="626" y="110"/>
                </a:lnTo>
                <a:lnTo>
                  <a:pt x="626" y="111"/>
                </a:lnTo>
                <a:lnTo>
                  <a:pt x="627" y="111"/>
                </a:lnTo>
                <a:lnTo>
                  <a:pt x="627" y="112"/>
                </a:lnTo>
                <a:lnTo>
                  <a:pt x="627" y="113"/>
                </a:lnTo>
                <a:lnTo>
                  <a:pt x="627" y="114"/>
                </a:lnTo>
                <a:lnTo>
                  <a:pt x="627" y="115"/>
                </a:lnTo>
                <a:lnTo>
                  <a:pt x="627" y="116"/>
                </a:lnTo>
                <a:lnTo>
                  <a:pt x="626" y="116"/>
                </a:lnTo>
                <a:lnTo>
                  <a:pt x="626" y="117"/>
                </a:lnTo>
                <a:lnTo>
                  <a:pt x="625" y="117"/>
                </a:lnTo>
                <a:lnTo>
                  <a:pt x="625" y="118"/>
                </a:lnTo>
                <a:lnTo>
                  <a:pt x="624" y="119"/>
                </a:lnTo>
                <a:lnTo>
                  <a:pt x="624" y="120"/>
                </a:lnTo>
                <a:lnTo>
                  <a:pt x="624" y="121"/>
                </a:lnTo>
                <a:lnTo>
                  <a:pt x="625" y="122"/>
                </a:lnTo>
                <a:lnTo>
                  <a:pt x="624" y="122"/>
                </a:lnTo>
                <a:lnTo>
                  <a:pt x="624" y="123"/>
                </a:lnTo>
                <a:lnTo>
                  <a:pt x="625" y="124"/>
                </a:lnTo>
                <a:lnTo>
                  <a:pt x="625" y="125"/>
                </a:lnTo>
                <a:lnTo>
                  <a:pt x="626" y="125"/>
                </a:lnTo>
                <a:lnTo>
                  <a:pt x="627" y="125"/>
                </a:lnTo>
                <a:lnTo>
                  <a:pt x="627" y="126"/>
                </a:lnTo>
                <a:lnTo>
                  <a:pt x="627" y="127"/>
                </a:lnTo>
                <a:lnTo>
                  <a:pt x="628" y="128"/>
                </a:lnTo>
                <a:lnTo>
                  <a:pt x="628" y="129"/>
                </a:lnTo>
                <a:lnTo>
                  <a:pt x="628" y="130"/>
                </a:lnTo>
                <a:lnTo>
                  <a:pt x="628" y="131"/>
                </a:lnTo>
                <a:lnTo>
                  <a:pt x="628" y="132"/>
                </a:lnTo>
                <a:lnTo>
                  <a:pt x="628" y="133"/>
                </a:lnTo>
                <a:lnTo>
                  <a:pt x="629" y="133"/>
                </a:lnTo>
                <a:lnTo>
                  <a:pt x="629" y="132"/>
                </a:lnTo>
                <a:lnTo>
                  <a:pt x="630" y="132"/>
                </a:lnTo>
                <a:lnTo>
                  <a:pt x="631" y="132"/>
                </a:lnTo>
                <a:lnTo>
                  <a:pt x="631" y="131"/>
                </a:lnTo>
                <a:lnTo>
                  <a:pt x="631" y="130"/>
                </a:lnTo>
                <a:lnTo>
                  <a:pt x="632" y="130"/>
                </a:lnTo>
                <a:lnTo>
                  <a:pt x="632" y="129"/>
                </a:lnTo>
                <a:lnTo>
                  <a:pt x="633" y="129"/>
                </a:lnTo>
                <a:lnTo>
                  <a:pt x="633" y="130"/>
                </a:lnTo>
                <a:lnTo>
                  <a:pt x="633" y="131"/>
                </a:lnTo>
                <a:lnTo>
                  <a:pt x="633" y="132"/>
                </a:lnTo>
                <a:lnTo>
                  <a:pt x="634" y="133"/>
                </a:lnTo>
                <a:lnTo>
                  <a:pt x="633" y="133"/>
                </a:lnTo>
                <a:lnTo>
                  <a:pt x="633" y="134"/>
                </a:lnTo>
                <a:lnTo>
                  <a:pt x="634" y="134"/>
                </a:lnTo>
                <a:lnTo>
                  <a:pt x="634" y="135"/>
                </a:lnTo>
                <a:lnTo>
                  <a:pt x="635" y="135"/>
                </a:lnTo>
                <a:lnTo>
                  <a:pt x="635" y="136"/>
                </a:lnTo>
                <a:lnTo>
                  <a:pt x="635" y="135"/>
                </a:lnTo>
                <a:lnTo>
                  <a:pt x="635" y="136"/>
                </a:lnTo>
                <a:lnTo>
                  <a:pt x="636" y="136"/>
                </a:lnTo>
                <a:lnTo>
                  <a:pt x="636" y="135"/>
                </a:lnTo>
                <a:lnTo>
                  <a:pt x="636" y="134"/>
                </a:lnTo>
                <a:lnTo>
                  <a:pt x="637" y="134"/>
                </a:lnTo>
                <a:lnTo>
                  <a:pt x="638" y="134"/>
                </a:lnTo>
                <a:lnTo>
                  <a:pt x="638" y="133"/>
                </a:lnTo>
                <a:lnTo>
                  <a:pt x="638" y="132"/>
                </a:lnTo>
                <a:lnTo>
                  <a:pt x="638" y="131"/>
                </a:lnTo>
                <a:lnTo>
                  <a:pt x="639" y="130"/>
                </a:lnTo>
                <a:lnTo>
                  <a:pt x="640" y="130"/>
                </a:lnTo>
                <a:lnTo>
                  <a:pt x="641" y="129"/>
                </a:lnTo>
                <a:lnTo>
                  <a:pt x="642" y="129"/>
                </a:lnTo>
                <a:lnTo>
                  <a:pt x="642" y="128"/>
                </a:lnTo>
                <a:lnTo>
                  <a:pt x="643" y="128"/>
                </a:lnTo>
                <a:lnTo>
                  <a:pt x="644" y="128"/>
                </a:lnTo>
                <a:lnTo>
                  <a:pt x="645" y="128"/>
                </a:lnTo>
                <a:lnTo>
                  <a:pt x="646" y="128"/>
                </a:lnTo>
                <a:lnTo>
                  <a:pt x="647" y="129"/>
                </a:lnTo>
                <a:lnTo>
                  <a:pt x="647" y="130"/>
                </a:lnTo>
                <a:lnTo>
                  <a:pt x="648" y="130"/>
                </a:lnTo>
                <a:lnTo>
                  <a:pt x="647" y="131"/>
                </a:lnTo>
                <a:lnTo>
                  <a:pt x="647" y="132"/>
                </a:lnTo>
                <a:lnTo>
                  <a:pt x="647" y="133"/>
                </a:lnTo>
                <a:lnTo>
                  <a:pt x="648" y="133"/>
                </a:lnTo>
                <a:lnTo>
                  <a:pt x="649" y="134"/>
                </a:lnTo>
                <a:lnTo>
                  <a:pt x="649" y="133"/>
                </a:lnTo>
                <a:lnTo>
                  <a:pt x="649" y="134"/>
                </a:lnTo>
                <a:lnTo>
                  <a:pt x="650" y="134"/>
                </a:lnTo>
                <a:lnTo>
                  <a:pt x="651" y="134"/>
                </a:lnTo>
                <a:lnTo>
                  <a:pt x="651" y="133"/>
                </a:lnTo>
                <a:lnTo>
                  <a:pt x="652" y="133"/>
                </a:lnTo>
                <a:lnTo>
                  <a:pt x="653" y="133"/>
                </a:lnTo>
                <a:lnTo>
                  <a:pt x="653" y="134"/>
                </a:lnTo>
                <a:lnTo>
                  <a:pt x="653" y="135"/>
                </a:lnTo>
                <a:lnTo>
                  <a:pt x="653" y="136"/>
                </a:lnTo>
                <a:lnTo>
                  <a:pt x="653" y="137"/>
                </a:lnTo>
                <a:lnTo>
                  <a:pt x="653" y="138"/>
                </a:lnTo>
                <a:lnTo>
                  <a:pt x="654" y="138"/>
                </a:lnTo>
                <a:lnTo>
                  <a:pt x="655" y="138"/>
                </a:lnTo>
                <a:lnTo>
                  <a:pt x="656" y="138"/>
                </a:lnTo>
                <a:lnTo>
                  <a:pt x="657" y="138"/>
                </a:lnTo>
                <a:lnTo>
                  <a:pt x="658" y="138"/>
                </a:lnTo>
                <a:lnTo>
                  <a:pt x="658" y="137"/>
                </a:lnTo>
                <a:lnTo>
                  <a:pt x="659" y="137"/>
                </a:lnTo>
                <a:lnTo>
                  <a:pt x="659" y="136"/>
                </a:lnTo>
                <a:lnTo>
                  <a:pt x="660" y="136"/>
                </a:lnTo>
                <a:lnTo>
                  <a:pt x="660" y="135"/>
                </a:lnTo>
                <a:lnTo>
                  <a:pt x="661" y="135"/>
                </a:lnTo>
                <a:lnTo>
                  <a:pt x="662" y="135"/>
                </a:lnTo>
                <a:lnTo>
                  <a:pt x="662" y="136"/>
                </a:lnTo>
                <a:lnTo>
                  <a:pt x="663" y="136"/>
                </a:lnTo>
                <a:lnTo>
                  <a:pt x="663" y="137"/>
                </a:lnTo>
                <a:lnTo>
                  <a:pt x="663" y="138"/>
                </a:lnTo>
                <a:lnTo>
                  <a:pt x="662" y="138"/>
                </a:lnTo>
                <a:lnTo>
                  <a:pt x="662" y="139"/>
                </a:lnTo>
                <a:lnTo>
                  <a:pt x="663" y="139"/>
                </a:lnTo>
                <a:lnTo>
                  <a:pt x="663" y="140"/>
                </a:lnTo>
                <a:lnTo>
                  <a:pt x="664" y="140"/>
                </a:lnTo>
                <a:lnTo>
                  <a:pt x="664" y="141"/>
                </a:lnTo>
                <a:lnTo>
                  <a:pt x="664" y="142"/>
                </a:lnTo>
                <a:lnTo>
                  <a:pt x="665" y="142"/>
                </a:lnTo>
                <a:lnTo>
                  <a:pt x="665" y="143"/>
                </a:lnTo>
                <a:lnTo>
                  <a:pt x="664" y="143"/>
                </a:lnTo>
                <a:lnTo>
                  <a:pt x="664" y="144"/>
                </a:lnTo>
                <a:lnTo>
                  <a:pt x="664" y="145"/>
                </a:lnTo>
                <a:lnTo>
                  <a:pt x="664" y="146"/>
                </a:lnTo>
                <a:lnTo>
                  <a:pt x="665" y="146"/>
                </a:lnTo>
                <a:lnTo>
                  <a:pt x="665" y="147"/>
                </a:lnTo>
                <a:lnTo>
                  <a:pt x="665" y="148"/>
                </a:lnTo>
                <a:lnTo>
                  <a:pt x="665" y="149"/>
                </a:lnTo>
                <a:lnTo>
                  <a:pt x="666" y="149"/>
                </a:lnTo>
                <a:lnTo>
                  <a:pt x="666" y="150"/>
                </a:lnTo>
                <a:lnTo>
                  <a:pt x="667" y="150"/>
                </a:lnTo>
                <a:lnTo>
                  <a:pt x="667" y="151"/>
                </a:lnTo>
                <a:lnTo>
                  <a:pt x="668" y="151"/>
                </a:lnTo>
                <a:lnTo>
                  <a:pt x="668" y="150"/>
                </a:lnTo>
                <a:lnTo>
                  <a:pt x="669" y="149"/>
                </a:lnTo>
                <a:lnTo>
                  <a:pt x="670" y="148"/>
                </a:lnTo>
                <a:lnTo>
                  <a:pt x="670" y="149"/>
                </a:lnTo>
                <a:lnTo>
                  <a:pt x="671" y="149"/>
                </a:lnTo>
                <a:lnTo>
                  <a:pt x="671" y="148"/>
                </a:lnTo>
                <a:lnTo>
                  <a:pt x="672" y="150"/>
                </a:lnTo>
                <a:lnTo>
                  <a:pt x="672" y="151"/>
                </a:lnTo>
                <a:lnTo>
                  <a:pt x="671" y="151"/>
                </a:lnTo>
                <a:lnTo>
                  <a:pt x="671" y="152"/>
                </a:lnTo>
                <a:lnTo>
                  <a:pt x="671" y="153"/>
                </a:lnTo>
                <a:lnTo>
                  <a:pt x="671" y="154"/>
                </a:lnTo>
                <a:lnTo>
                  <a:pt x="672" y="154"/>
                </a:lnTo>
                <a:lnTo>
                  <a:pt x="673" y="154"/>
                </a:lnTo>
                <a:lnTo>
                  <a:pt x="674" y="154"/>
                </a:lnTo>
                <a:lnTo>
                  <a:pt x="674" y="155"/>
                </a:lnTo>
                <a:lnTo>
                  <a:pt x="675" y="156"/>
                </a:lnTo>
                <a:lnTo>
                  <a:pt x="675" y="157"/>
                </a:lnTo>
                <a:lnTo>
                  <a:pt x="675" y="158"/>
                </a:lnTo>
                <a:lnTo>
                  <a:pt x="675" y="157"/>
                </a:lnTo>
                <a:lnTo>
                  <a:pt x="676" y="157"/>
                </a:lnTo>
                <a:lnTo>
                  <a:pt x="676" y="156"/>
                </a:lnTo>
                <a:lnTo>
                  <a:pt x="677" y="155"/>
                </a:lnTo>
                <a:lnTo>
                  <a:pt x="678" y="155"/>
                </a:lnTo>
                <a:lnTo>
                  <a:pt x="679" y="156"/>
                </a:lnTo>
                <a:lnTo>
                  <a:pt x="680" y="157"/>
                </a:lnTo>
                <a:lnTo>
                  <a:pt x="680" y="158"/>
                </a:lnTo>
                <a:lnTo>
                  <a:pt x="679" y="159"/>
                </a:lnTo>
                <a:lnTo>
                  <a:pt x="679" y="161"/>
                </a:lnTo>
                <a:lnTo>
                  <a:pt x="680" y="162"/>
                </a:lnTo>
                <a:lnTo>
                  <a:pt x="680" y="163"/>
                </a:lnTo>
                <a:lnTo>
                  <a:pt x="680" y="164"/>
                </a:lnTo>
                <a:lnTo>
                  <a:pt x="681" y="164"/>
                </a:lnTo>
                <a:lnTo>
                  <a:pt x="681" y="165"/>
                </a:lnTo>
                <a:lnTo>
                  <a:pt x="682" y="165"/>
                </a:lnTo>
                <a:lnTo>
                  <a:pt x="682" y="166"/>
                </a:lnTo>
                <a:lnTo>
                  <a:pt x="683" y="165"/>
                </a:lnTo>
                <a:lnTo>
                  <a:pt x="684" y="166"/>
                </a:lnTo>
                <a:lnTo>
                  <a:pt x="685" y="166"/>
                </a:lnTo>
                <a:lnTo>
                  <a:pt x="685" y="165"/>
                </a:lnTo>
                <a:lnTo>
                  <a:pt x="686" y="164"/>
                </a:lnTo>
                <a:lnTo>
                  <a:pt x="686" y="165"/>
                </a:lnTo>
                <a:lnTo>
                  <a:pt x="687" y="164"/>
                </a:lnTo>
                <a:lnTo>
                  <a:pt x="688" y="163"/>
                </a:lnTo>
                <a:lnTo>
                  <a:pt x="689" y="164"/>
                </a:lnTo>
                <a:lnTo>
                  <a:pt x="689" y="165"/>
                </a:lnTo>
                <a:lnTo>
                  <a:pt x="690" y="166"/>
                </a:lnTo>
                <a:lnTo>
                  <a:pt x="691" y="166"/>
                </a:lnTo>
                <a:lnTo>
                  <a:pt x="691" y="165"/>
                </a:lnTo>
                <a:lnTo>
                  <a:pt x="692" y="164"/>
                </a:lnTo>
                <a:lnTo>
                  <a:pt x="692" y="165"/>
                </a:lnTo>
                <a:lnTo>
                  <a:pt x="692" y="166"/>
                </a:lnTo>
                <a:lnTo>
                  <a:pt x="692" y="167"/>
                </a:lnTo>
                <a:lnTo>
                  <a:pt x="692" y="169"/>
                </a:lnTo>
                <a:lnTo>
                  <a:pt x="692" y="170"/>
                </a:lnTo>
                <a:lnTo>
                  <a:pt x="692" y="171"/>
                </a:lnTo>
                <a:lnTo>
                  <a:pt x="691" y="171"/>
                </a:lnTo>
                <a:lnTo>
                  <a:pt x="691" y="173"/>
                </a:lnTo>
                <a:lnTo>
                  <a:pt x="692" y="174"/>
                </a:lnTo>
                <a:lnTo>
                  <a:pt x="693" y="174"/>
                </a:lnTo>
                <a:lnTo>
                  <a:pt x="693" y="175"/>
                </a:lnTo>
                <a:lnTo>
                  <a:pt x="694" y="175"/>
                </a:lnTo>
                <a:lnTo>
                  <a:pt x="694" y="176"/>
                </a:lnTo>
                <a:lnTo>
                  <a:pt x="693" y="177"/>
                </a:lnTo>
                <a:lnTo>
                  <a:pt x="693" y="178"/>
                </a:lnTo>
                <a:lnTo>
                  <a:pt x="693" y="179"/>
                </a:lnTo>
                <a:lnTo>
                  <a:pt x="693" y="180"/>
                </a:lnTo>
                <a:lnTo>
                  <a:pt x="693" y="181"/>
                </a:lnTo>
                <a:lnTo>
                  <a:pt x="693" y="182"/>
                </a:lnTo>
                <a:lnTo>
                  <a:pt x="692" y="182"/>
                </a:lnTo>
                <a:lnTo>
                  <a:pt x="692" y="183"/>
                </a:lnTo>
                <a:lnTo>
                  <a:pt x="692" y="184"/>
                </a:lnTo>
                <a:lnTo>
                  <a:pt x="692" y="185"/>
                </a:lnTo>
                <a:lnTo>
                  <a:pt x="691" y="185"/>
                </a:lnTo>
                <a:lnTo>
                  <a:pt x="690" y="186"/>
                </a:lnTo>
                <a:lnTo>
                  <a:pt x="690" y="187"/>
                </a:lnTo>
                <a:lnTo>
                  <a:pt x="690" y="188"/>
                </a:lnTo>
                <a:lnTo>
                  <a:pt x="691" y="189"/>
                </a:lnTo>
                <a:lnTo>
                  <a:pt x="692" y="190"/>
                </a:lnTo>
                <a:lnTo>
                  <a:pt x="691" y="190"/>
                </a:lnTo>
                <a:lnTo>
                  <a:pt x="691" y="191"/>
                </a:lnTo>
                <a:lnTo>
                  <a:pt x="692" y="191"/>
                </a:lnTo>
                <a:lnTo>
                  <a:pt x="692" y="192"/>
                </a:lnTo>
                <a:lnTo>
                  <a:pt x="692" y="193"/>
                </a:lnTo>
                <a:lnTo>
                  <a:pt x="692" y="194"/>
                </a:lnTo>
                <a:lnTo>
                  <a:pt x="692" y="196"/>
                </a:lnTo>
                <a:lnTo>
                  <a:pt x="691" y="197"/>
                </a:lnTo>
                <a:lnTo>
                  <a:pt x="691" y="198"/>
                </a:lnTo>
                <a:lnTo>
                  <a:pt x="692" y="198"/>
                </a:lnTo>
                <a:lnTo>
                  <a:pt x="693" y="199"/>
                </a:lnTo>
                <a:lnTo>
                  <a:pt x="692" y="201"/>
                </a:lnTo>
                <a:lnTo>
                  <a:pt x="691" y="202"/>
                </a:lnTo>
                <a:lnTo>
                  <a:pt x="690" y="203"/>
                </a:lnTo>
                <a:lnTo>
                  <a:pt x="689" y="203"/>
                </a:lnTo>
                <a:lnTo>
                  <a:pt x="689" y="204"/>
                </a:lnTo>
                <a:lnTo>
                  <a:pt x="688" y="205"/>
                </a:lnTo>
                <a:lnTo>
                  <a:pt x="688" y="206"/>
                </a:lnTo>
                <a:lnTo>
                  <a:pt x="688" y="207"/>
                </a:lnTo>
                <a:lnTo>
                  <a:pt x="687" y="207"/>
                </a:lnTo>
                <a:lnTo>
                  <a:pt x="689" y="209"/>
                </a:lnTo>
                <a:lnTo>
                  <a:pt x="689" y="210"/>
                </a:lnTo>
                <a:lnTo>
                  <a:pt x="691" y="210"/>
                </a:lnTo>
                <a:lnTo>
                  <a:pt x="692" y="210"/>
                </a:lnTo>
                <a:lnTo>
                  <a:pt x="693" y="210"/>
                </a:lnTo>
                <a:lnTo>
                  <a:pt x="694" y="210"/>
                </a:lnTo>
                <a:lnTo>
                  <a:pt x="694" y="211"/>
                </a:lnTo>
                <a:lnTo>
                  <a:pt x="695" y="212"/>
                </a:lnTo>
                <a:lnTo>
                  <a:pt x="696" y="213"/>
                </a:lnTo>
                <a:lnTo>
                  <a:pt x="697" y="214"/>
                </a:lnTo>
                <a:lnTo>
                  <a:pt x="698" y="215"/>
                </a:lnTo>
                <a:lnTo>
                  <a:pt x="700" y="215"/>
                </a:lnTo>
                <a:lnTo>
                  <a:pt x="701" y="215"/>
                </a:lnTo>
                <a:lnTo>
                  <a:pt x="702" y="215"/>
                </a:lnTo>
                <a:lnTo>
                  <a:pt x="703" y="215"/>
                </a:lnTo>
                <a:lnTo>
                  <a:pt x="704" y="216"/>
                </a:lnTo>
                <a:lnTo>
                  <a:pt x="705" y="216"/>
                </a:lnTo>
                <a:lnTo>
                  <a:pt x="705" y="217"/>
                </a:lnTo>
                <a:lnTo>
                  <a:pt x="706" y="218"/>
                </a:lnTo>
                <a:lnTo>
                  <a:pt x="706" y="219"/>
                </a:lnTo>
                <a:lnTo>
                  <a:pt x="705" y="219"/>
                </a:lnTo>
                <a:lnTo>
                  <a:pt x="705" y="220"/>
                </a:lnTo>
                <a:lnTo>
                  <a:pt x="704" y="221"/>
                </a:lnTo>
                <a:lnTo>
                  <a:pt x="703" y="222"/>
                </a:lnTo>
                <a:lnTo>
                  <a:pt x="702" y="223"/>
                </a:lnTo>
                <a:lnTo>
                  <a:pt x="702" y="224"/>
                </a:lnTo>
                <a:lnTo>
                  <a:pt x="701" y="224"/>
                </a:lnTo>
                <a:lnTo>
                  <a:pt x="702" y="225"/>
                </a:lnTo>
                <a:lnTo>
                  <a:pt x="703" y="225"/>
                </a:lnTo>
                <a:lnTo>
                  <a:pt x="705" y="226"/>
                </a:lnTo>
                <a:lnTo>
                  <a:pt x="706" y="228"/>
                </a:lnTo>
                <a:lnTo>
                  <a:pt x="706" y="229"/>
                </a:lnTo>
                <a:lnTo>
                  <a:pt x="707" y="229"/>
                </a:lnTo>
                <a:lnTo>
                  <a:pt x="708" y="230"/>
                </a:lnTo>
                <a:lnTo>
                  <a:pt x="708" y="229"/>
                </a:lnTo>
                <a:lnTo>
                  <a:pt x="709" y="229"/>
                </a:lnTo>
                <a:lnTo>
                  <a:pt x="709" y="230"/>
                </a:lnTo>
                <a:lnTo>
                  <a:pt x="710" y="230"/>
                </a:lnTo>
                <a:lnTo>
                  <a:pt x="711" y="229"/>
                </a:lnTo>
                <a:lnTo>
                  <a:pt x="711" y="230"/>
                </a:lnTo>
                <a:lnTo>
                  <a:pt x="712" y="230"/>
                </a:lnTo>
                <a:lnTo>
                  <a:pt x="712" y="231"/>
                </a:lnTo>
                <a:lnTo>
                  <a:pt x="712" y="232"/>
                </a:lnTo>
                <a:lnTo>
                  <a:pt x="712" y="233"/>
                </a:lnTo>
                <a:lnTo>
                  <a:pt x="711" y="234"/>
                </a:lnTo>
                <a:lnTo>
                  <a:pt x="712" y="235"/>
                </a:lnTo>
                <a:lnTo>
                  <a:pt x="713" y="235"/>
                </a:lnTo>
                <a:lnTo>
                  <a:pt x="713" y="236"/>
                </a:lnTo>
                <a:lnTo>
                  <a:pt x="712" y="237"/>
                </a:lnTo>
                <a:lnTo>
                  <a:pt x="711" y="238"/>
                </a:lnTo>
                <a:lnTo>
                  <a:pt x="711" y="237"/>
                </a:lnTo>
                <a:lnTo>
                  <a:pt x="710" y="237"/>
                </a:lnTo>
                <a:lnTo>
                  <a:pt x="710" y="238"/>
                </a:lnTo>
                <a:lnTo>
                  <a:pt x="711" y="238"/>
                </a:lnTo>
                <a:lnTo>
                  <a:pt x="711" y="239"/>
                </a:lnTo>
                <a:lnTo>
                  <a:pt x="712" y="239"/>
                </a:lnTo>
                <a:lnTo>
                  <a:pt x="712" y="240"/>
                </a:lnTo>
                <a:lnTo>
                  <a:pt x="713" y="240"/>
                </a:lnTo>
                <a:lnTo>
                  <a:pt x="713" y="241"/>
                </a:lnTo>
                <a:lnTo>
                  <a:pt x="712" y="241"/>
                </a:lnTo>
                <a:lnTo>
                  <a:pt x="712" y="242"/>
                </a:lnTo>
                <a:lnTo>
                  <a:pt x="711" y="242"/>
                </a:lnTo>
                <a:lnTo>
                  <a:pt x="710" y="242"/>
                </a:lnTo>
                <a:lnTo>
                  <a:pt x="710" y="243"/>
                </a:lnTo>
                <a:lnTo>
                  <a:pt x="709" y="244"/>
                </a:lnTo>
                <a:lnTo>
                  <a:pt x="708" y="245"/>
                </a:lnTo>
                <a:lnTo>
                  <a:pt x="708" y="246"/>
                </a:lnTo>
                <a:lnTo>
                  <a:pt x="707" y="247"/>
                </a:lnTo>
                <a:lnTo>
                  <a:pt x="707" y="246"/>
                </a:lnTo>
                <a:lnTo>
                  <a:pt x="706" y="246"/>
                </a:lnTo>
                <a:lnTo>
                  <a:pt x="705" y="246"/>
                </a:lnTo>
                <a:lnTo>
                  <a:pt x="705" y="247"/>
                </a:lnTo>
                <a:lnTo>
                  <a:pt x="706" y="248"/>
                </a:lnTo>
                <a:lnTo>
                  <a:pt x="706" y="249"/>
                </a:lnTo>
                <a:lnTo>
                  <a:pt x="705" y="250"/>
                </a:lnTo>
                <a:lnTo>
                  <a:pt x="704" y="250"/>
                </a:lnTo>
                <a:lnTo>
                  <a:pt x="704" y="251"/>
                </a:lnTo>
                <a:lnTo>
                  <a:pt x="704" y="252"/>
                </a:lnTo>
                <a:lnTo>
                  <a:pt x="703" y="252"/>
                </a:lnTo>
                <a:lnTo>
                  <a:pt x="702" y="252"/>
                </a:lnTo>
                <a:lnTo>
                  <a:pt x="701" y="252"/>
                </a:lnTo>
                <a:lnTo>
                  <a:pt x="700" y="253"/>
                </a:lnTo>
                <a:lnTo>
                  <a:pt x="699" y="253"/>
                </a:lnTo>
                <a:lnTo>
                  <a:pt x="699" y="254"/>
                </a:lnTo>
                <a:lnTo>
                  <a:pt x="699" y="255"/>
                </a:lnTo>
                <a:lnTo>
                  <a:pt x="698" y="256"/>
                </a:lnTo>
                <a:lnTo>
                  <a:pt x="697" y="256"/>
                </a:lnTo>
                <a:lnTo>
                  <a:pt x="697" y="257"/>
                </a:lnTo>
                <a:lnTo>
                  <a:pt x="697" y="258"/>
                </a:lnTo>
                <a:lnTo>
                  <a:pt x="696" y="259"/>
                </a:lnTo>
                <a:lnTo>
                  <a:pt x="695" y="260"/>
                </a:lnTo>
                <a:lnTo>
                  <a:pt x="695" y="261"/>
                </a:lnTo>
                <a:lnTo>
                  <a:pt x="695" y="262"/>
                </a:lnTo>
                <a:lnTo>
                  <a:pt x="695" y="263"/>
                </a:lnTo>
                <a:lnTo>
                  <a:pt x="695" y="264"/>
                </a:lnTo>
                <a:lnTo>
                  <a:pt x="694" y="264"/>
                </a:lnTo>
                <a:lnTo>
                  <a:pt x="693" y="264"/>
                </a:lnTo>
                <a:lnTo>
                  <a:pt x="692" y="264"/>
                </a:lnTo>
                <a:lnTo>
                  <a:pt x="691" y="265"/>
                </a:lnTo>
                <a:lnTo>
                  <a:pt x="690" y="266"/>
                </a:lnTo>
                <a:lnTo>
                  <a:pt x="689" y="266"/>
                </a:lnTo>
                <a:lnTo>
                  <a:pt x="688" y="266"/>
                </a:lnTo>
                <a:lnTo>
                  <a:pt x="688" y="265"/>
                </a:lnTo>
                <a:lnTo>
                  <a:pt x="687" y="265"/>
                </a:lnTo>
                <a:lnTo>
                  <a:pt x="687" y="266"/>
                </a:lnTo>
                <a:lnTo>
                  <a:pt x="686" y="266"/>
                </a:lnTo>
                <a:lnTo>
                  <a:pt x="685" y="266"/>
                </a:lnTo>
                <a:lnTo>
                  <a:pt x="684" y="266"/>
                </a:lnTo>
                <a:lnTo>
                  <a:pt x="683" y="266"/>
                </a:lnTo>
                <a:lnTo>
                  <a:pt x="682" y="267"/>
                </a:lnTo>
                <a:lnTo>
                  <a:pt x="681" y="268"/>
                </a:lnTo>
                <a:lnTo>
                  <a:pt x="681" y="267"/>
                </a:lnTo>
                <a:lnTo>
                  <a:pt x="680" y="268"/>
                </a:lnTo>
                <a:lnTo>
                  <a:pt x="680" y="269"/>
                </a:lnTo>
                <a:lnTo>
                  <a:pt x="681" y="270"/>
                </a:lnTo>
                <a:lnTo>
                  <a:pt x="682" y="270"/>
                </a:lnTo>
                <a:lnTo>
                  <a:pt x="682" y="271"/>
                </a:lnTo>
                <a:lnTo>
                  <a:pt x="683" y="271"/>
                </a:lnTo>
                <a:lnTo>
                  <a:pt x="683" y="272"/>
                </a:lnTo>
                <a:lnTo>
                  <a:pt x="682" y="272"/>
                </a:lnTo>
                <a:lnTo>
                  <a:pt x="682" y="273"/>
                </a:lnTo>
                <a:lnTo>
                  <a:pt x="682" y="274"/>
                </a:lnTo>
                <a:lnTo>
                  <a:pt x="683" y="274"/>
                </a:lnTo>
                <a:lnTo>
                  <a:pt x="684" y="274"/>
                </a:lnTo>
                <a:lnTo>
                  <a:pt x="684" y="275"/>
                </a:lnTo>
                <a:lnTo>
                  <a:pt x="684" y="276"/>
                </a:lnTo>
                <a:lnTo>
                  <a:pt x="684" y="277"/>
                </a:lnTo>
                <a:lnTo>
                  <a:pt x="685" y="277"/>
                </a:lnTo>
                <a:lnTo>
                  <a:pt x="685" y="278"/>
                </a:lnTo>
                <a:lnTo>
                  <a:pt x="686" y="278"/>
                </a:lnTo>
                <a:lnTo>
                  <a:pt x="686" y="279"/>
                </a:lnTo>
                <a:lnTo>
                  <a:pt x="685" y="279"/>
                </a:lnTo>
                <a:lnTo>
                  <a:pt x="685" y="280"/>
                </a:lnTo>
                <a:lnTo>
                  <a:pt x="686" y="280"/>
                </a:lnTo>
                <a:lnTo>
                  <a:pt x="687" y="280"/>
                </a:lnTo>
                <a:lnTo>
                  <a:pt x="687" y="281"/>
                </a:lnTo>
                <a:lnTo>
                  <a:pt x="688" y="282"/>
                </a:lnTo>
                <a:lnTo>
                  <a:pt x="689" y="283"/>
                </a:lnTo>
                <a:lnTo>
                  <a:pt x="689" y="284"/>
                </a:lnTo>
                <a:lnTo>
                  <a:pt x="688" y="284"/>
                </a:lnTo>
                <a:lnTo>
                  <a:pt x="687" y="284"/>
                </a:lnTo>
                <a:lnTo>
                  <a:pt x="687" y="285"/>
                </a:lnTo>
                <a:lnTo>
                  <a:pt x="687" y="286"/>
                </a:lnTo>
                <a:lnTo>
                  <a:pt x="686" y="286"/>
                </a:lnTo>
                <a:lnTo>
                  <a:pt x="687" y="286"/>
                </a:lnTo>
                <a:lnTo>
                  <a:pt x="686" y="286"/>
                </a:lnTo>
                <a:lnTo>
                  <a:pt x="687" y="287"/>
                </a:lnTo>
                <a:lnTo>
                  <a:pt x="686" y="287"/>
                </a:lnTo>
                <a:lnTo>
                  <a:pt x="687" y="287"/>
                </a:lnTo>
                <a:lnTo>
                  <a:pt x="686" y="287"/>
                </a:lnTo>
                <a:lnTo>
                  <a:pt x="685" y="287"/>
                </a:lnTo>
                <a:lnTo>
                  <a:pt x="684" y="287"/>
                </a:lnTo>
                <a:lnTo>
                  <a:pt x="683" y="287"/>
                </a:lnTo>
                <a:lnTo>
                  <a:pt x="683" y="286"/>
                </a:lnTo>
                <a:lnTo>
                  <a:pt x="682" y="286"/>
                </a:lnTo>
                <a:lnTo>
                  <a:pt x="682" y="287"/>
                </a:lnTo>
                <a:lnTo>
                  <a:pt x="681" y="287"/>
                </a:lnTo>
                <a:lnTo>
                  <a:pt x="680" y="287"/>
                </a:lnTo>
                <a:lnTo>
                  <a:pt x="680" y="286"/>
                </a:lnTo>
                <a:lnTo>
                  <a:pt x="679" y="287"/>
                </a:lnTo>
                <a:lnTo>
                  <a:pt x="678" y="287"/>
                </a:lnTo>
                <a:lnTo>
                  <a:pt x="678" y="288"/>
                </a:lnTo>
                <a:lnTo>
                  <a:pt x="677" y="288"/>
                </a:lnTo>
                <a:lnTo>
                  <a:pt x="677" y="289"/>
                </a:lnTo>
                <a:lnTo>
                  <a:pt x="678" y="289"/>
                </a:lnTo>
                <a:lnTo>
                  <a:pt x="679" y="290"/>
                </a:lnTo>
                <a:lnTo>
                  <a:pt x="678" y="290"/>
                </a:lnTo>
                <a:lnTo>
                  <a:pt x="678" y="291"/>
                </a:lnTo>
                <a:lnTo>
                  <a:pt x="677" y="291"/>
                </a:lnTo>
                <a:lnTo>
                  <a:pt x="676" y="291"/>
                </a:lnTo>
                <a:lnTo>
                  <a:pt x="675" y="291"/>
                </a:lnTo>
                <a:lnTo>
                  <a:pt x="675" y="290"/>
                </a:lnTo>
                <a:lnTo>
                  <a:pt x="674" y="290"/>
                </a:lnTo>
                <a:lnTo>
                  <a:pt x="674" y="291"/>
                </a:lnTo>
                <a:lnTo>
                  <a:pt x="674" y="292"/>
                </a:lnTo>
                <a:lnTo>
                  <a:pt x="674" y="293"/>
                </a:lnTo>
                <a:lnTo>
                  <a:pt x="673" y="293"/>
                </a:lnTo>
                <a:lnTo>
                  <a:pt x="672" y="294"/>
                </a:lnTo>
                <a:lnTo>
                  <a:pt x="673" y="294"/>
                </a:lnTo>
                <a:lnTo>
                  <a:pt x="672" y="295"/>
                </a:lnTo>
                <a:lnTo>
                  <a:pt x="671" y="295"/>
                </a:lnTo>
                <a:lnTo>
                  <a:pt x="670" y="296"/>
                </a:lnTo>
                <a:lnTo>
                  <a:pt x="669" y="295"/>
                </a:lnTo>
                <a:lnTo>
                  <a:pt x="668" y="295"/>
                </a:lnTo>
                <a:lnTo>
                  <a:pt x="667" y="295"/>
                </a:lnTo>
                <a:lnTo>
                  <a:pt x="667" y="294"/>
                </a:lnTo>
                <a:lnTo>
                  <a:pt x="666" y="293"/>
                </a:lnTo>
                <a:lnTo>
                  <a:pt x="665" y="293"/>
                </a:lnTo>
                <a:lnTo>
                  <a:pt x="665" y="294"/>
                </a:lnTo>
                <a:lnTo>
                  <a:pt x="665" y="295"/>
                </a:lnTo>
                <a:lnTo>
                  <a:pt x="664" y="296"/>
                </a:lnTo>
                <a:lnTo>
                  <a:pt x="664" y="297"/>
                </a:lnTo>
                <a:lnTo>
                  <a:pt x="664" y="299"/>
                </a:lnTo>
                <a:lnTo>
                  <a:pt x="661" y="299"/>
                </a:lnTo>
                <a:lnTo>
                  <a:pt x="661" y="298"/>
                </a:lnTo>
                <a:lnTo>
                  <a:pt x="661" y="297"/>
                </a:lnTo>
                <a:lnTo>
                  <a:pt x="660" y="297"/>
                </a:lnTo>
                <a:lnTo>
                  <a:pt x="659" y="298"/>
                </a:lnTo>
                <a:lnTo>
                  <a:pt x="658" y="298"/>
                </a:lnTo>
                <a:lnTo>
                  <a:pt x="657" y="299"/>
                </a:lnTo>
                <a:lnTo>
                  <a:pt x="657" y="300"/>
                </a:lnTo>
                <a:lnTo>
                  <a:pt x="657" y="301"/>
                </a:lnTo>
                <a:lnTo>
                  <a:pt x="657" y="302"/>
                </a:lnTo>
                <a:lnTo>
                  <a:pt x="655" y="302"/>
                </a:lnTo>
                <a:lnTo>
                  <a:pt x="654" y="303"/>
                </a:lnTo>
                <a:lnTo>
                  <a:pt x="652" y="305"/>
                </a:lnTo>
                <a:lnTo>
                  <a:pt x="651" y="306"/>
                </a:lnTo>
                <a:lnTo>
                  <a:pt x="651" y="307"/>
                </a:lnTo>
                <a:lnTo>
                  <a:pt x="651" y="308"/>
                </a:lnTo>
                <a:lnTo>
                  <a:pt x="650" y="310"/>
                </a:lnTo>
                <a:lnTo>
                  <a:pt x="649" y="312"/>
                </a:lnTo>
                <a:lnTo>
                  <a:pt x="649" y="313"/>
                </a:lnTo>
                <a:lnTo>
                  <a:pt x="650" y="313"/>
                </a:lnTo>
                <a:lnTo>
                  <a:pt x="650" y="314"/>
                </a:lnTo>
                <a:lnTo>
                  <a:pt x="649" y="314"/>
                </a:lnTo>
                <a:lnTo>
                  <a:pt x="650" y="315"/>
                </a:lnTo>
                <a:lnTo>
                  <a:pt x="651" y="316"/>
                </a:lnTo>
                <a:lnTo>
                  <a:pt x="651" y="315"/>
                </a:lnTo>
                <a:lnTo>
                  <a:pt x="652" y="315"/>
                </a:lnTo>
                <a:lnTo>
                  <a:pt x="654" y="317"/>
                </a:lnTo>
                <a:lnTo>
                  <a:pt x="654" y="318"/>
                </a:lnTo>
                <a:lnTo>
                  <a:pt x="654" y="319"/>
                </a:lnTo>
                <a:lnTo>
                  <a:pt x="655" y="322"/>
                </a:lnTo>
                <a:lnTo>
                  <a:pt x="655" y="325"/>
                </a:lnTo>
                <a:lnTo>
                  <a:pt x="655" y="326"/>
                </a:lnTo>
                <a:lnTo>
                  <a:pt x="653" y="328"/>
                </a:lnTo>
                <a:lnTo>
                  <a:pt x="653" y="329"/>
                </a:lnTo>
                <a:lnTo>
                  <a:pt x="652" y="330"/>
                </a:lnTo>
                <a:lnTo>
                  <a:pt x="651" y="331"/>
                </a:lnTo>
                <a:lnTo>
                  <a:pt x="650" y="331"/>
                </a:lnTo>
                <a:lnTo>
                  <a:pt x="649" y="333"/>
                </a:lnTo>
                <a:lnTo>
                  <a:pt x="647" y="335"/>
                </a:lnTo>
                <a:lnTo>
                  <a:pt x="647" y="336"/>
                </a:lnTo>
                <a:lnTo>
                  <a:pt x="648" y="337"/>
                </a:lnTo>
                <a:lnTo>
                  <a:pt x="648" y="338"/>
                </a:lnTo>
                <a:lnTo>
                  <a:pt x="647" y="338"/>
                </a:lnTo>
                <a:lnTo>
                  <a:pt x="647" y="339"/>
                </a:lnTo>
                <a:lnTo>
                  <a:pt x="645" y="341"/>
                </a:lnTo>
                <a:lnTo>
                  <a:pt x="644" y="343"/>
                </a:lnTo>
                <a:lnTo>
                  <a:pt x="643" y="344"/>
                </a:lnTo>
                <a:lnTo>
                  <a:pt x="643" y="347"/>
                </a:lnTo>
                <a:lnTo>
                  <a:pt x="642" y="348"/>
                </a:lnTo>
                <a:lnTo>
                  <a:pt x="641" y="348"/>
                </a:lnTo>
                <a:lnTo>
                  <a:pt x="639" y="350"/>
                </a:lnTo>
                <a:lnTo>
                  <a:pt x="638" y="351"/>
                </a:lnTo>
                <a:lnTo>
                  <a:pt x="638" y="352"/>
                </a:lnTo>
                <a:lnTo>
                  <a:pt x="638" y="351"/>
                </a:lnTo>
                <a:lnTo>
                  <a:pt x="637" y="351"/>
                </a:lnTo>
                <a:lnTo>
                  <a:pt x="636" y="352"/>
                </a:lnTo>
                <a:lnTo>
                  <a:pt x="636" y="353"/>
                </a:lnTo>
                <a:lnTo>
                  <a:pt x="637" y="354"/>
                </a:lnTo>
                <a:lnTo>
                  <a:pt x="637" y="355"/>
                </a:lnTo>
                <a:lnTo>
                  <a:pt x="636" y="356"/>
                </a:lnTo>
                <a:lnTo>
                  <a:pt x="636" y="358"/>
                </a:lnTo>
                <a:lnTo>
                  <a:pt x="637" y="358"/>
                </a:lnTo>
                <a:lnTo>
                  <a:pt x="637" y="359"/>
                </a:lnTo>
                <a:lnTo>
                  <a:pt x="637" y="360"/>
                </a:lnTo>
                <a:lnTo>
                  <a:pt x="636" y="360"/>
                </a:lnTo>
                <a:lnTo>
                  <a:pt x="636" y="361"/>
                </a:lnTo>
                <a:lnTo>
                  <a:pt x="636" y="362"/>
                </a:lnTo>
                <a:lnTo>
                  <a:pt x="636" y="364"/>
                </a:lnTo>
                <a:lnTo>
                  <a:pt x="635" y="364"/>
                </a:lnTo>
                <a:lnTo>
                  <a:pt x="634" y="365"/>
                </a:lnTo>
                <a:lnTo>
                  <a:pt x="634" y="366"/>
                </a:lnTo>
                <a:lnTo>
                  <a:pt x="634" y="367"/>
                </a:lnTo>
                <a:lnTo>
                  <a:pt x="634" y="368"/>
                </a:lnTo>
                <a:lnTo>
                  <a:pt x="635" y="368"/>
                </a:lnTo>
                <a:lnTo>
                  <a:pt x="635" y="369"/>
                </a:lnTo>
                <a:lnTo>
                  <a:pt x="636" y="369"/>
                </a:lnTo>
                <a:lnTo>
                  <a:pt x="636" y="370"/>
                </a:lnTo>
                <a:lnTo>
                  <a:pt x="637" y="370"/>
                </a:lnTo>
                <a:lnTo>
                  <a:pt x="638" y="370"/>
                </a:lnTo>
                <a:lnTo>
                  <a:pt x="639" y="370"/>
                </a:lnTo>
                <a:lnTo>
                  <a:pt x="639" y="369"/>
                </a:lnTo>
                <a:lnTo>
                  <a:pt x="640" y="368"/>
                </a:lnTo>
                <a:lnTo>
                  <a:pt x="641" y="371"/>
                </a:lnTo>
                <a:lnTo>
                  <a:pt x="641" y="372"/>
                </a:lnTo>
                <a:lnTo>
                  <a:pt x="639" y="376"/>
                </a:lnTo>
                <a:lnTo>
                  <a:pt x="637" y="377"/>
                </a:lnTo>
                <a:lnTo>
                  <a:pt x="637" y="378"/>
                </a:lnTo>
                <a:lnTo>
                  <a:pt x="637" y="379"/>
                </a:lnTo>
                <a:lnTo>
                  <a:pt x="638" y="379"/>
                </a:lnTo>
                <a:lnTo>
                  <a:pt x="638" y="380"/>
                </a:lnTo>
                <a:lnTo>
                  <a:pt x="638" y="382"/>
                </a:lnTo>
                <a:lnTo>
                  <a:pt x="638" y="383"/>
                </a:lnTo>
                <a:lnTo>
                  <a:pt x="638" y="385"/>
                </a:lnTo>
                <a:lnTo>
                  <a:pt x="639" y="385"/>
                </a:lnTo>
                <a:lnTo>
                  <a:pt x="640" y="385"/>
                </a:lnTo>
                <a:lnTo>
                  <a:pt x="641" y="385"/>
                </a:lnTo>
                <a:lnTo>
                  <a:pt x="642" y="385"/>
                </a:lnTo>
                <a:lnTo>
                  <a:pt x="642" y="386"/>
                </a:lnTo>
                <a:lnTo>
                  <a:pt x="643" y="386"/>
                </a:lnTo>
                <a:lnTo>
                  <a:pt x="643" y="387"/>
                </a:lnTo>
                <a:lnTo>
                  <a:pt x="642" y="387"/>
                </a:lnTo>
                <a:lnTo>
                  <a:pt x="641" y="388"/>
                </a:lnTo>
                <a:lnTo>
                  <a:pt x="640" y="389"/>
                </a:lnTo>
                <a:lnTo>
                  <a:pt x="639" y="389"/>
                </a:lnTo>
                <a:lnTo>
                  <a:pt x="639" y="390"/>
                </a:lnTo>
                <a:lnTo>
                  <a:pt x="639" y="389"/>
                </a:lnTo>
                <a:lnTo>
                  <a:pt x="639" y="390"/>
                </a:lnTo>
                <a:lnTo>
                  <a:pt x="639" y="391"/>
                </a:lnTo>
                <a:lnTo>
                  <a:pt x="640" y="391"/>
                </a:lnTo>
                <a:lnTo>
                  <a:pt x="640" y="393"/>
                </a:lnTo>
                <a:lnTo>
                  <a:pt x="639" y="393"/>
                </a:lnTo>
                <a:lnTo>
                  <a:pt x="639" y="394"/>
                </a:lnTo>
                <a:lnTo>
                  <a:pt x="640" y="394"/>
                </a:lnTo>
                <a:lnTo>
                  <a:pt x="642" y="395"/>
                </a:lnTo>
                <a:lnTo>
                  <a:pt x="643" y="395"/>
                </a:lnTo>
                <a:lnTo>
                  <a:pt x="645" y="394"/>
                </a:lnTo>
                <a:lnTo>
                  <a:pt x="647" y="395"/>
                </a:lnTo>
                <a:lnTo>
                  <a:pt x="648" y="397"/>
                </a:lnTo>
                <a:lnTo>
                  <a:pt x="649" y="398"/>
                </a:lnTo>
                <a:lnTo>
                  <a:pt x="650" y="398"/>
                </a:lnTo>
                <a:lnTo>
                  <a:pt x="652" y="397"/>
                </a:lnTo>
                <a:lnTo>
                  <a:pt x="653" y="396"/>
                </a:lnTo>
                <a:lnTo>
                  <a:pt x="654" y="396"/>
                </a:lnTo>
                <a:lnTo>
                  <a:pt x="655" y="395"/>
                </a:lnTo>
                <a:lnTo>
                  <a:pt x="655" y="394"/>
                </a:lnTo>
                <a:lnTo>
                  <a:pt x="656" y="394"/>
                </a:lnTo>
                <a:lnTo>
                  <a:pt x="656" y="395"/>
                </a:lnTo>
                <a:lnTo>
                  <a:pt x="657" y="395"/>
                </a:lnTo>
                <a:lnTo>
                  <a:pt x="658" y="394"/>
                </a:lnTo>
                <a:lnTo>
                  <a:pt x="658" y="393"/>
                </a:lnTo>
                <a:lnTo>
                  <a:pt x="659" y="393"/>
                </a:lnTo>
                <a:lnTo>
                  <a:pt x="659" y="392"/>
                </a:lnTo>
                <a:lnTo>
                  <a:pt x="660" y="392"/>
                </a:lnTo>
                <a:lnTo>
                  <a:pt x="662" y="392"/>
                </a:lnTo>
                <a:lnTo>
                  <a:pt x="664" y="391"/>
                </a:lnTo>
                <a:lnTo>
                  <a:pt x="665" y="390"/>
                </a:lnTo>
                <a:lnTo>
                  <a:pt x="667" y="390"/>
                </a:lnTo>
                <a:lnTo>
                  <a:pt x="667" y="391"/>
                </a:lnTo>
                <a:lnTo>
                  <a:pt x="668" y="391"/>
                </a:lnTo>
                <a:lnTo>
                  <a:pt x="669" y="391"/>
                </a:lnTo>
                <a:lnTo>
                  <a:pt x="669" y="390"/>
                </a:lnTo>
                <a:lnTo>
                  <a:pt x="669" y="389"/>
                </a:lnTo>
                <a:lnTo>
                  <a:pt x="670" y="389"/>
                </a:lnTo>
                <a:lnTo>
                  <a:pt x="671" y="389"/>
                </a:lnTo>
                <a:lnTo>
                  <a:pt x="672" y="389"/>
                </a:lnTo>
                <a:lnTo>
                  <a:pt x="672" y="390"/>
                </a:lnTo>
                <a:lnTo>
                  <a:pt x="673" y="390"/>
                </a:lnTo>
                <a:lnTo>
                  <a:pt x="675" y="388"/>
                </a:lnTo>
                <a:lnTo>
                  <a:pt x="675" y="389"/>
                </a:lnTo>
                <a:lnTo>
                  <a:pt x="675" y="390"/>
                </a:lnTo>
                <a:lnTo>
                  <a:pt x="675" y="392"/>
                </a:lnTo>
                <a:lnTo>
                  <a:pt x="676" y="393"/>
                </a:lnTo>
                <a:lnTo>
                  <a:pt x="675" y="393"/>
                </a:lnTo>
                <a:lnTo>
                  <a:pt x="675" y="394"/>
                </a:lnTo>
                <a:lnTo>
                  <a:pt x="674" y="395"/>
                </a:lnTo>
                <a:lnTo>
                  <a:pt x="673" y="397"/>
                </a:lnTo>
                <a:lnTo>
                  <a:pt x="673" y="398"/>
                </a:lnTo>
                <a:lnTo>
                  <a:pt x="674" y="401"/>
                </a:lnTo>
                <a:lnTo>
                  <a:pt x="675" y="400"/>
                </a:lnTo>
                <a:lnTo>
                  <a:pt x="676" y="400"/>
                </a:lnTo>
                <a:lnTo>
                  <a:pt x="676" y="401"/>
                </a:lnTo>
                <a:lnTo>
                  <a:pt x="676" y="402"/>
                </a:lnTo>
                <a:lnTo>
                  <a:pt x="675" y="403"/>
                </a:lnTo>
                <a:lnTo>
                  <a:pt x="673" y="408"/>
                </a:lnTo>
                <a:lnTo>
                  <a:pt x="673" y="409"/>
                </a:lnTo>
                <a:lnTo>
                  <a:pt x="673" y="410"/>
                </a:lnTo>
                <a:lnTo>
                  <a:pt x="673" y="412"/>
                </a:lnTo>
                <a:lnTo>
                  <a:pt x="672" y="412"/>
                </a:lnTo>
                <a:lnTo>
                  <a:pt x="672" y="413"/>
                </a:lnTo>
                <a:lnTo>
                  <a:pt x="671" y="416"/>
                </a:lnTo>
                <a:lnTo>
                  <a:pt x="670" y="419"/>
                </a:lnTo>
                <a:lnTo>
                  <a:pt x="669" y="421"/>
                </a:lnTo>
                <a:lnTo>
                  <a:pt x="668" y="422"/>
                </a:lnTo>
                <a:lnTo>
                  <a:pt x="668" y="423"/>
                </a:lnTo>
                <a:lnTo>
                  <a:pt x="667" y="424"/>
                </a:lnTo>
                <a:lnTo>
                  <a:pt x="666" y="425"/>
                </a:lnTo>
                <a:lnTo>
                  <a:pt x="665" y="426"/>
                </a:lnTo>
                <a:lnTo>
                  <a:pt x="665" y="428"/>
                </a:lnTo>
                <a:lnTo>
                  <a:pt x="666" y="431"/>
                </a:lnTo>
                <a:lnTo>
                  <a:pt x="665" y="431"/>
                </a:lnTo>
                <a:lnTo>
                  <a:pt x="665" y="432"/>
                </a:lnTo>
                <a:lnTo>
                  <a:pt x="667" y="433"/>
                </a:lnTo>
                <a:lnTo>
                  <a:pt x="668" y="432"/>
                </a:lnTo>
                <a:lnTo>
                  <a:pt x="668" y="431"/>
                </a:lnTo>
                <a:lnTo>
                  <a:pt x="669" y="431"/>
                </a:lnTo>
                <a:lnTo>
                  <a:pt x="670" y="431"/>
                </a:lnTo>
                <a:lnTo>
                  <a:pt x="670" y="432"/>
                </a:lnTo>
                <a:lnTo>
                  <a:pt x="670" y="433"/>
                </a:lnTo>
                <a:lnTo>
                  <a:pt x="671" y="436"/>
                </a:lnTo>
                <a:lnTo>
                  <a:pt x="671" y="437"/>
                </a:lnTo>
                <a:lnTo>
                  <a:pt x="672" y="439"/>
                </a:lnTo>
                <a:lnTo>
                  <a:pt x="673" y="439"/>
                </a:lnTo>
                <a:lnTo>
                  <a:pt x="675" y="440"/>
                </a:lnTo>
                <a:lnTo>
                  <a:pt x="676" y="441"/>
                </a:lnTo>
                <a:lnTo>
                  <a:pt x="676" y="442"/>
                </a:lnTo>
                <a:lnTo>
                  <a:pt x="677" y="442"/>
                </a:lnTo>
                <a:lnTo>
                  <a:pt x="679" y="442"/>
                </a:lnTo>
                <a:lnTo>
                  <a:pt x="679" y="444"/>
                </a:lnTo>
                <a:lnTo>
                  <a:pt x="679" y="445"/>
                </a:lnTo>
                <a:lnTo>
                  <a:pt x="679" y="446"/>
                </a:lnTo>
                <a:lnTo>
                  <a:pt x="680" y="445"/>
                </a:lnTo>
                <a:lnTo>
                  <a:pt x="680" y="446"/>
                </a:lnTo>
                <a:lnTo>
                  <a:pt x="682" y="448"/>
                </a:lnTo>
                <a:lnTo>
                  <a:pt x="682" y="449"/>
                </a:lnTo>
                <a:lnTo>
                  <a:pt x="683" y="449"/>
                </a:lnTo>
                <a:lnTo>
                  <a:pt x="683" y="450"/>
                </a:lnTo>
                <a:lnTo>
                  <a:pt x="684" y="450"/>
                </a:lnTo>
                <a:lnTo>
                  <a:pt x="686" y="450"/>
                </a:lnTo>
                <a:lnTo>
                  <a:pt x="687" y="450"/>
                </a:lnTo>
                <a:lnTo>
                  <a:pt x="687" y="451"/>
                </a:lnTo>
                <a:lnTo>
                  <a:pt x="688" y="451"/>
                </a:lnTo>
                <a:lnTo>
                  <a:pt x="688" y="452"/>
                </a:lnTo>
                <a:lnTo>
                  <a:pt x="687" y="453"/>
                </a:lnTo>
                <a:lnTo>
                  <a:pt x="687" y="454"/>
                </a:lnTo>
                <a:lnTo>
                  <a:pt x="686" y="454"/>
                </a:lnTo>
                <a:lnTo>
                  <a:pt x="685" y="455"/>
                </a:lnTo>
                <a:lnTo>
                  <a:pt x="685" y="456"/>
                </a:lnTo>
                <a:lnTo>
                  <a:pt x="685" y="457"/>
                </a:lnTo>
                <a:lnTo>
                  <a:pt x="685" y="458"/>
                </a:lnTo>
                <a:lnTo>
                  <a:pt x="685" y="459"/>
                </a:lnTo>
                <a:lnTo>
                  <a:pt x="684" y="459"/>
                </a:lnTo>
                <a:lnTo>
                  <a:pt x="684" y="460"/>
                </a:lnTo>
                <a:lnTo>
                  <a:pt x="684" y="461"/>
                </a:lnTo>
                <a:lnTo>
                  <a:pt x="684" y="464"/>
                </a:lnTo>
                <a:lnTo>
                  <a:pt x="685" y="465"/>
                </a:lnTo>
                <a:lnTo>
                  <a:pt x="683" y="466"/>
                </a:lnTo>
                <a:lnTo>
                  <a:pt x="682" y="466"/>
                </a:lnTo>
                <a:lnTo>
                  <a:pt x="681" y="469"/>
                </a:lnTo>
                <a:lnTo>
                  <a:pt x="680" y="470"/>
                </a:lnTo>
                <a:lnTo>
                  <a:pt x="681" y="470"/>
                </a:lnTo>
                <a:lnTo>
                  <a:pt x="681" y="471"/>
                </a:lnTo>
                <a:lnTo>
                  <a:pt x="680" y="471"/>
                </a:lnTo>
                <a:lnTo>
                  <a:pt x="680" y="472"/>
                </a:lnTo>
                <a:lnTo>
                  <a:pt x="679" y="473"/>
                </a:lnTo>
                <a:lnTo>
                  <a:pt x="678" y="474"/>
                </a:lnTo>
                <a:lnTo>
                  <a:pt x="678" y="475"/>
                </a:lnTo>
                <a:lnTo>
                  <a:pt x="678" y="476"/>
                </a:lnTo>
                <a:lnTo>
                  <a:pt x="679" y="477"/>
                </a:lnTo>
                <a:lnTo>
                  <a:pt x="680" y="478"/>
                </a:lnTo>
                <a:lnTo>
                  <a:pt x="680" y="479"/>
                </a:lnTo>
                <a:lnTo>
                  <a:pt x="681" y="480"/>
                </a:lnTo>
                <a:lnTo>
                  <a:pt x="681" y="482"/>
                </a:lnTo>
                <a:lnTo>
                  <a:pt x="681" y="483"/>
                </a:lnTo>
                <a:lnTo>
                  <a:pt x="681" y="486"/>
                </a:lnTo>
                <a:lnTo>
                  <a:pt x="682" y="487"/>
                </a:lnTo>
                <a:lnTo>
                  <a:pt x="682" y="488"/>
                </a:lnTo>
                <a:lnTo>
                  <a:pt x="682" y="489"/>
                </a:lnTo>
                <a:lnTo>
                  <a:pt x="683" y="490"/>
                </a:lnTo>
                <a:lnTo>
                  <a:pt x="683" y="491"/>
                </a:lnTo>
                <a:lnTo>
                  <a:pt x="683" y="494"/>
                </a:lnTo>
                <a:lnTo>
                  <a:pt x="683" y="495"/>
                </a:lnTo>
                <a:lnTo>
                  <a:pt x="683" y="496"/>
                </a:lnTo>
                <a:lnTo>
                  <a:pt x="684" y="497"/>
                </a:lnTo>
                <a:lnTo>
                  <a:pt x="685" y="497"/>
                </a:lnTo>
                <a:lnTo>
                  <a:pt x="685" y="496"/>
                </a:lnTo>
                <a:lnTo>
                  <a:pt x="686" y="496"/>
                </a:lnTo>
                <a:lnTo>
                  <a:pt x="686" y="498"/>
                </a:lnTo>
                <a:lnTo>
                  <a:pt x="687" y="499"/>
                </a:lnTo>
                <a:lnTo>
                  <a:pt x="688" y="500"/>
                </a:lnTo>
                <a:lnTo>
                  <a:pt x="689" y="500"/>
                </a:lnTo>
                <a:lnTo>
                  <a:pt x="689" y="501"/>
                </a:lnTo>
                <a:lnTo>
                  <a:pt x="690" y="502"/>
                </a:lnTo>
                <a:lnTo>
                  <a:pt x="691" y="502"/>
                </a:lnTo>
                <a:lnTo>
                  <a:pt x="694" y="502"/>
                </a:lnTo>
                <a:lnTo>
                  <a:pt x="695" y="502"/>
                </a:lnTo>
                <a:lnTo>
                  <a:pt x="697" y="501"/>
                </a:lnTo>
                <a:lnTo>
                  <a:pt x="698" y="501"/>
                </a:lnTo>
                <a:lnTo>
                  <a:pt x="699" y="501"/>
                </a:lnTo>
                <a:lnTo>
                  <a:pt x="699" y="502"/>
                </a:lnTo>
                <a:lnTo>
                  <a:pt x="700" y="501"/>
                </a:lnTo>
                <a:lnTo>
                  <a:pt x="701" y="501"/>
                </a:lnTo>
                <a:lnTo>
                  <a:pt x="702" y="501"/>
                </a:lnTo>
                <a:lnTo>
                  <a:pt x="703" y="502"/>
                </a:lnTo>
                <a:lnTo>
                  <a:pt x="704" y="503"/>
                </a:lnTo>
                <a:lnTo>
                  <a:pt x="705" y="503"/>
                </a:lnTo>
                <a:lnTo>
                  <a:pt x="705" y="504"/>
                </a:lnTo>
                <a:lnTo>
                  <a:pt x="705" y="505"/>
                </a:lnTo>
                <a:lnTo>
                  <a:pt x="706" y="505"/>
                </a:lnTo>
                <a:lnTo>
                  <a:pt x="707" y="505"/>
                </a:lnTo>
                <a:lnTo>
                  <a:pt x="708" y="505"/>
                </a:lnTo>
                <a:lnTo>
                  <a:pt x="709" y="506"/>
                </a:lnTo>
                <a:lnTo>
                  <a:pt x="710" y="506"/>
                </a:lnTo>
                <a:lnTo>
                  <a:pt x="711" y="505"/>
                </a:lnTo>
                <a:lnTo>
                  <a:pt x="711" y="506"/>
                </a:lnTo>
                <a:lnTo>
                  <a:pt x="712" y="506"/>
                </a:lnTo>
                <a:lnTo>
                  <a:pt x="714" y="506"/>
                </a:lnTo>
                <a:lnTo>
                  <a:pt x="716" y="506"/>
                </a:lnTo>
                <a:lnTo>
                  <a:pt x="717" y="506"/>
                </a:lnTo>
                <a:lnTo>
                  <a:pt x="718" y="507"/>
                </a:lnTo>
                <a:lnTo>
                  <a:pt x="717" y="508"/>
                </a:lnTo>
                <a:lnTo>
                  <a:pt x="717" y="509"/>
                </a:lnTo>
                <a:lnTo>
                  <a:pt x="717" y="510"/>
                </a:lnTo>
                <a:lnTo>
                  <a:pt x="716" y="510"/>
                </a:lnTo>
                <a:lnTo>
                  <a:pt x="717" y="511"/>
                </a:lnTo>
                <a:lnTo>
                  <a:pt x="716" y="511"/>
                </a:lnTo>
                <a:lnTo>
                  <a:pt x="716" y="512"/>
                </a:lnTo>
                <a:lnTo>
                  <a:pt x="715" y="514"/>
                </a:lnTo>
                <a:lnTo>
                  <a:pt x="715" y="515"/>
                </a:lnTo>
                <a:lnTo>
                  <a:pt x="715" y="516"/>
                </a:lnTo>
                <a:lnTo>
                  <a:pt x="715" y="517"/>
                </a:lnTo>
                <a:lnTo>
                  <a:pt x="715" y="518"/>
                </a:lnTo>
                <a:lnTo>
                  <a:pt x="714" y="519"/>
                </a:lnTo>
                <a:lnTo>
                  <a:pt x="714" y="520"/>
                </a:lnTo>
                <a:lnTo>
                  <a:pt x="715" y="520"/>
                </a:lnTo>
                <a:lnTo>
                  <a:pt x="717" y="521"/>
                </a:lnTo>
                <a:lnTo>
                  <a:pt x="717" y="520"/>
                </a:lnTo>
                <a:lnTo>
                  <a:pt x="718" y="520"/>
                </a:lnTo>
                <a:lnTo>
                  <a:pt x="718" y="521"/>
                </a:lnTo>
                <a:lnTo>
                  <a:pt x="718" y="522"/>
                </a:lnTo>
                <a:lnTo>
                  <a:pt x="718" y="523"/>
                </a:lnTo>
                <a:lnTo>
                  <a:pt x="717" y="524"/>
                </a:lnTo>
                <a:lnTo>
                  <a:pt x="717" y="525"/>
                </a:lnTo>
                <a:lnTo>
                  <a:pt x="717" y="526"/>
                </a:lnTo>
                <a:lnTo>
                  <a:pt x="717" y="527"/>
                </a:lnTo>
                <a:lnTo>
                  <a:pt x="717" y="528"/>
                </a:lnTo>
                <a:lnTo>
                  <a:pt x="717" y="529"/>
                </a:lnTo>
                <a:lnTo>
                  <a:pt x="717" y="530"/>
                </a:lnTo>
                <a:lnTo>
                  <a:pt x="717" y="531"/>
                </a:lnTo>
                <a:lnTo>
                  <a:pt x="717" y="532"/>
                </a:lnTo>
                <a:lnTo>
                  <a:pt x="716" y="532"/>
                </a:lnTo>
                <a:lnTo>
                  <a:pt x="715" y="531"/>
                </a:lnTo>
                <a:lnTo>
                  <a:pt x="714" y="531"/>
                </a:lnTo>
                <a:lnTo>
                  <a:pt x="714" y="532"/>
                </a:lnTo>
                <a:lnTo>
                  <a:pt x="713" y="533"/>
                </a:lnTo>
                <a:lnTo>
                  <a:pt x="713" y="534"/>
                </a:lnTo>
                <a:lnTo>
                  <a:pt x="712" y="534"/>
                </a:lnTo>
                <a:lnTo>
                  <a:pt x="711" y="535"/>
                </a:lnTo>
                <a:lnTo>
                  <a:pt x="710" y="536"/>
                </a:lnTo>
                <a:lnTo>
                  <a:pt x="710" y="537"/>
                </a:lnTo>
                <a:lnTo>
                  <a:pt x="710" y="538"/>
                </a:lnTo>
                <a:lnTo>
                  <a:pt x="711" y="538"/>
                </a:lnTo>
                <a:lnTo>
                  <a:pt x="711" y="539"/>
                </a:lnTo>
                <a:lnTo>
                  <a:pt x="711" y="540"/>
                </a:lnTo>
                <a:lnTo>
                  <a:pt x="712" y="541"/>
                </a:lnTo>
                <a:lnTo>
                  <a:pt x="712" y="542"/>
                </a:lnTo>
                <a:lnTo>
                  <a:pt x="713" y="542"/>
                </a:lnTo>
                <a:lnTo>
                  <a:pt x="713" y="543"/>
                </a:lnTo>
                <a:lnTo>
                  <a:pt x="712" y="543"/>
                </a:lnTo>
                <a:lnTo>
                  <a:pt x="712" y="544"/>
                </a:lnTo>
                <a:lnTo>
                  <a:pt x="711" y="544"/>
                </a:lnTo>
                <a:lnTo>
                  <a:pt x="711" y="545"/>
                </a:lnTo>
                <a:lnTo>
                  <a:pt x="712" y="545"/>
                </a:lnTo>
                <a:lnTo>
                  <a:pt x="711" y="546"/>
                </a:lnTo>
                <a:lnTo>
                  <a:pt x="712" y="546"/>
                </a:lnTo>
                <a:lnTo>
                  <a:pt x="712" y="547"/>
                </a:lnTo>
                <a:lnTo>
                  <a:pt x="711" y="547"/>
                </a:lnTo>
                <a:lnTo>
                  <a:pt x="710" y="548"/>
                </a:lnTo>
                <a:lnTo>
                  <a:pt x="710" y="549"/>
                </a:lnTo>
                <a:lnTo>
                  <a:pt x="710" y="550"/>
                </a:lnTo>
                <a:lnTo>
                  <a:pt x="710" y="551"/>
                </a:lnTo>
                <a:lnTo>
                  <a:pt x="710" y="552"/>
                </a:lnTo>
                <a:lnTo>
                  <a:pt x="711" y="553"/>
                </a:lnTo>
                <a:lnTo>
                  <a:pt x="710" y="554"/>
                </a:lnTo>
                <a:lnTo>
                  <a:pt x="709" y="555"/>
                </a:lnTo>
                <a:lnTo>
                  <a:pt x="708" y="555"/>
                </a:lnTo>
                <a:lnTo>
                  <a:pt x="708" y="556"/>
                </a:lnTo>
                <a:lnTo>
                  <a:pt x="706" y="556"/>
                </a:lnTo>
                <a:lnTo>
                  <a:pt x="706" y="557"/>
                </a:lnTo>
                <a:lnTo>
                  <a:pt x="705" y="558"/>
                </a:lnTo>
                <a:lnTo>
                  <a:pt x="705" y="559"/>
                </a:lnTo>
                <a:lnTo>
                  <a:pt x="704" y="562"/>
                </a:lnTo>
                <a:lnTo>
                  <a:pt x="704" y="563"/>
                </a:lnTo>
                <a:lnTo>
                  <a:pt x="704" y="564"/>
                </a:lnTo>
                <a:lnTo>
                  <a:pt x="703" y="564"/>
                </a:lnTo>
                <a:lnTo>
                  <a:pt x="702" y="565"/>
                </a:lnTo>
                <a:lnTo>
                  <a:pt x="701" y="565"/>
                </a:lnTo>
                <a:lnTo>
                  <a:pt x="701" y="566"/>
                </a:lnTo>
                <a:lnTo>
                  <a:pt x="701" y="567"/>
                </a:lnTo>
                <a:lnTo>
                  <a:pt x="702" y="567"/>
                </a:lnTo>
                <a:lnTo>
                  <a:pt x="702" y="568"/>
                </a:lnTo>
                <a:lnTo>
                  <a:pt x="702" y="569"/>
                </a:lnTo>
                <a:lnTo>
                  <a:pt x="701" y="569"/>
                </a:lnTo>
                <a:lnTo>
                  <a:pt x="701" y="570"/>
                </a:lnTo>
                <a:lnTo>
                  <a:pt x="702" y="570"/>
                </a:lnTo>
                <a:lnTo>
                  <a:pt x="703" y="570"/>
                </a:lnTo>
                <a:lnTo>
                  <a:pt x="703" y="571"/>
                </a:lnTo>
                <a:lnTo>
                  <a:pt x="704" y="571"/>
                </a:lnTo>
                <a:lnTo>
                  <a:pt x="706" y="570"/>
                </a:lnTo>
                <a:lnTo>
                  <a:pt x="706" y="569"/>
                </a:lnTo>
                <a:lnTo>
                  <a:pt x="708" y="568"/>
                </a:lnTo>
                <a:lnTo>
                  <a:pt x="709" y="567"/>
                </a:lnTo>
                <a:lnTo>
                  <a:pt x="709" y="566"/>
                </a:lnTo>
                <a:lnTo>
                  <a:pt x="710" y="566"/>
                </a:lnTo>
                <a:lnTo>
                  <a:pt x="711" y="566"/>
                </a:lnTo>
                <a:lnTo>
                  <a:pt x="712" y="566"/>
                </a:lnTo>
                <a:lnTo>
                  <a:pt x="713" y="565"/>
                </a:lnTo>
                <a:lnTo>
                  <a:pt x="714" y="565"/>
                </a:lnTo>
                <a:lnTo>
                  <a:pt x="714" y="566"/>
                </a:lnTo>
                <a:lnTo>
                  <a:pt x="715" y="565"/>
                </a:lnTo>
                <a:lnTo>
                  <a:pt x="716" y="565"/>
                </a:lnTo>
                <a:lnTo>
                  <a:pt x="716" y="566"/>
                </a:lnTo>
                <a:lnTo>
                  <a:pt x="716" y="567"/>
                </a:lnTo>
                <a:lnTo>
                  <a:pt x="716" y="568"/>
                </a:lnTo>
                <a:lnTo>
                  <a:pt x="717" y="568"/>
                </a:lnTo>
                <a:lnTo>
                  <a:pt x="717" y="567"/>
                </a:lnTo>
                <a:lnTo>
                  <a:pt x="718" y="567"/>
                </a:lnTo>
                <a:lnTo>
                  <a:pt x="719" y="567"/>
                </a:lnTo>
                <a:lnTo>
                  <a:pt x="720" y="567"/>
                </a:lnTo>
                <a:lnTo>
                  <a:pt x="721" y="567"/>
                </a:lnTo>
                <a:lnTo>
                  <a:pt x="721" y="566"/>
                </a:lnTo>
                <a:lnTo>
                  <a:pt x="722" y="566"/>
                </a:lnTo>
                <a:lnTo>
                  <a:pt x="722" y="565"/>
                </a:lnTo>
                <a:lnTo>
                  <a:pt x="722" y="564"/>
                </a:lnTo>
                <a:lnTo>
                  <a:pt x="723" y="564"/>
                </a:lnTo>
                <a:lnTo>
                  <a:pt x="724" y="563"/>
                </a:lnTo>
                <a:lnTo>
                  <a:pt x="725" y="563"/>
                </a:lnTo>
                <a:lnTo>
                  <a:pt x="725" y="562"/>
                </a:lnTo>
                <a:lnTo>
                  <a:pt x="725" y="563"/>
                </a:lnTo>
                <a:lnTo>
                  <a:pt x="726" y="562"/>
                </a:lnTo>
                <a:lnTo>
                  <a:pt x="727" y="562"/>
                </a:lnTo>
                <a:lnTo>
                  <a:pt x="728" y="561"/>
                </a:lnTo>
                <a:lnTo>
                  <a:pt x="729" y="561"/>
                </a:lnTo>
                <a:lnTo>
                  <a:pt x="730" y="560"/>
                </a:lnTo>
                <a:lnTo>
                  <a:pt x="732" y="559"/>
                </a:lnTo>
                <a:lnTo>
                  <a:pt x="733" y="560"/>
                </a:lnTo>
                <a:lnTo>
                  <a:pt x="733" y="561"/>
                </a:lnTo>
                <a:lnTo>
                  <a:pt x="733" y="562"/>
                </a:lnTo>
                <a:lnTo>
                  <a:pt x="734" y="561"/>
                </a:lnTo>
                <a:lnTo>
                  <a:pt x="735" y="561"/>
                </a:lnTo>
                <a:lnTo>
                  <a:pt x="737" y="560"/>
                </a:lnTo>
                <a:lnTo>
                  <a:pt x="738" y="561"/>
                </a:lnTo>
                <a:lnTo>
                  <a:pt x="738" y="562"/>
                </a:lnTo>
                <a:lnTo>
                  <a:pt x="739" y="563"/>
                </a:lnTo>
                <a:lnTo>
                  <a:pt x="740" y="563"/>
                </a:lnTo>
                <a:lnTo>
                  <a:pt x="739" y="564"/>
                </a:lnTo>
                <a:lnTo>
                  <a:pt x="739" y="565"/>
                </a:lnTo>
                <a:lnTo>
                  <a:pt x="738" y="565"/>
                </a:lnTo>
                <a:lnTo>
                  <a:pt x="738" y="566"/>
                </a:lnTo>
                <a:lnTo>
                  <a:pt x="739" y="567"/>
                </a:lnTo>
                <a:lnTo>
                  <a:pt x="740" y="567"/>
                </a:lnTo>
                <a:lnTo>
                  <a:pt x="741" y="567"/>
                </a:lnTo>
                <a:lnTo>
                  <a:pt x="741" y="568"/>
                </a:lnTo>
                <a:lnTo>
                  <a:pt x="740" y="568"/>
                </a:lnTo>
                <a:lnTo>
                  <a:pt x="739" y="569"/>
                </a:lnTo>
                <a:lnTo>
                  <a:pt x="738" y="570"/>
                </a:lnTo>
                <a:lnTo>
                  <a:pt x="737" y="570"/>
                </a:lnTo>
                <a:lnTo>
                  <a:pt x="737" y="571"/>
                </a:lnTo>
                <a:lnTo>
                  <a:pt x="736" y="571"/>
                </a:lnTo>
                <a:lnTo>
                  <a:pt x="736" y="572"/>
                </a:lnTo>
                <a:lnTo>
                  <a:pt x="735" y="573"/>
                </a:lnTo>
                <a:lnTo>
                  <a:pt x="734" y="573"/>
                </a:lnTo>
                <a:lnTo>
                  <a:pt x="733" y="573"/>
                </a:lnTo>
                <a:lnTo>
                  <a:pt x="732" y="573"/>
                </a:lnTo>
                <a:lnTo>
                  <a:pt x="731" y="573"/>
                </a:lnTo>
                <a:lnTo>
                  <a:pt x="730" y="574"/>
                </a:lnTo>
                <a:lnTo>
                  <a:pt x="729" y="575"/>
                </a:lnTo>
                <a:lnTo>
                  <a:pt x="728" y="575"/>
                </a:lnTo>
                <a:lnTo>
                  <a:pt x="727" y="576"/>
                </a:lnTo>
                <a:lnTo>
                  <a:pt x="725" y="577"/>
                </a:lnTo>
                <a:lnTo>
                  <a:pt x="724" y="577"/>
                </a:lnTo>
                <a:lnTo>
                  <a:pt x="724" y="578"/>
                </a:lnTo>
                <a:lnTo>
                  <a:pt x="725" y="578"/>
                </a:lnTo>
                <a:lnTo>
                  <a:pt x="726" y="579"/>
                </a:lnTo>
                <a:lnTo>
                  <a:pt x="725" y="581"/>
                </a:lnTo>
                <a:lnTo>
                  <a:pt x="724" y="582"/>
                </a:lnTo>
                <a:lnTo>
                  <a:pt x="722" y="582"/>
                </a:lnTo>
                <a:lnTo>
                  <a:pt x="721" y="582"/>
                </a:lnTo>
                <a:lnTo>
                  <a:pt x="720" y="581"/>
                </a:lnTo>
                <a:lnTo>
                  <a:pt x="719" y="581"/>
                </a:lnTo>
                <a:lnTo>
                  <a:pt x="718" y="581"/>
                </a:lnTo>
                <a:lnTo>
                  <a:pt x="717" y="581"/>
                </a:lnTo>
                <a:lnTo>
                  <a:pt x="716" y="581"/>
                </a:lnTo>
                <a:lnTo>
                  <a:pt x="716" y="582"/>
                </a:lnTo>
                <a:lnTo>
                  <a:pt x="716" y="583"/>
                </a:lnTo>
                <a:lnTo>
                  <a:pt x="715" y="583"/>
                </a:lnTo>
                <a:lnTo>
                  <a:pt x="715" y="584"/>
                </a:lnTo>
                <a:lnTo>
                  <a:pt x="715" y="585"/>
                </a:lnTo>
                <a:lnTo>
                  <a:pt x="715" y="586"/>
                </a:lnTo>
                <a:lnTo>
                  <a:pt x="715" y="587"/>
                </a:lnTo>
                <a:lnTo>
                  <a:pt x="714" y="588"/>
                </a:lnTo>
                <a:lnTo>
                  <a:pt x="714" y="589"/>
                </a:lnTo>
                <a:lnTo>
                  <a:pt x="713" y="589"/>
                </a:lnTo>
                <a:lnTo>
                  <a:pt x="713" y="590"/>
                </a:lnTo>
                <a:lnTo>
                  <a:pt x="713" y="591"/>
                </a:lnTo>
                <a:lnTo>
                  <a:pt x="712" y="591"/>
                </a:lnTo>
                <a:lnTo>
                  <a:pt x="712" y="592"/>
                </a:lnTo>
                <a:lnTo>
                  <a:pt x="712" y="593"/>
                </a:lnTo>
                <a:lnTo>
                  <a:pt x="713" y="593"/>
                </a:lnTo>
                <a:lnTo>
                  <a:pt x="713" y="594"/>
                </a:lnTo>
                <a:lnTo>
                  <a:pt x="714" y="594"/>
                </a:lnTo>
                <a:lnTo>
                  <a:pt x="715" y="594"/>
                </a:lnTo>
                <a:lnTo>
                  <a:pt x="715" y="595"/>
                </a:lnTo>
                <a:lnTo>
                  <a:pt x="715" y="596"/>
                </a:lnTo>
                <a:lnTo>
                  <a:pt x="715" y="597"/>
                </a:lnTo>
                <a:lnTo>
                  <a:pt x="714" y="597"/>
                </a:lnTo>
                <a:lnTo>
                  <a:pt x="714" y="598"/>
                </a:lnTo>
                <a:lnTo>
                  <a:pt x="714" y="599"/>
                </a:lnTo>
                <a:lnTo>
                  <a:pt x="715" y="599"/>
                </a:lnTo>
                <a:lnTo>
                  <a:pt x="714" y="600"/>
                </a:lnTo>
                <a:lnTo>
                  <a:pt x="715" y="601"/>
                </a:lnTo>
                <a:lnTo>
                  <a:pt x="715" y="602"/>
                </a:lnTo>
                <a:lnTo>
                  <a:pt x="716" y="602"/>
                </a:lnTo>
                <a:lnTo>
                  <a:pt x="716" y="603"/>
                </a:lnTo>
                <a:lnTo>
                  <a:pt x="715" y="603"/>
                </a:lnTo>
                <a:lnTo>
                  <a:pt x="715" y="604"/>
                </a:lnTo>
                <a:lnTo>
                  <a:pt x="715" y="605"/>
                </a:lnTo>
                <a:lnTo>
                  <a:pt x="715" y="606"/>
                </a:lnTo>
                <a:lnTo>
                  <a:pt x="716" y="606"/>
                </a:lnTo>
                <a:lnTo>
                  <a:pt x="715" y="607"/>
                </a:lnTo>
                <a:lnTo>
                  <a:pt x="715" y="608"/>
                </a:lnTo>
                <a:lnTo>
                  <a:pt x="716" y="608"/>
                </a:lnTo>
                <a:lnTo>
                  <a:pt x="716" y="609"/>
                </a:lnTo>
                <a:lnTo>
                  <a:pt x="716" y="610"/>
                </a:lnTo>
                <a:lnTo>
                  <a:pt x="715" y="610"/>
                </a:lnTo>
                <a:lnTo>
                  <a:pt x="714" y="611"/>
                </a:lnTo>
                <a:lnTo>
                  <a:pt x="714" y="612"/>
                </a:lnTo>
                <a:lnTo>
                  <a:pt x="714" y="613"/>
                </a:lnTo>
                <a:lnTo>
                  <a:pt x="713" y="613"/>
                </a:lnTo>
                <a:lnTo>
                  <a:pt x="712" y="615"/>
                </a:lnTo>
                <a:lnTo>
                  <a:pt x="711" y="615"/>
                </a:lnTo>
                <a:lnTo>
                  <a:pt x="711" y="616"/>
                </a:lnTo>
                <a:lnTo>
                  <a:pt x="709" y="618"/>
                </a:lnTo>
                <a:lnTo>
                  <a:pt x="709" y="619"/>
                </a:lnTo>
                <a:lnTo>
                  <a:pt x="709" y="620"/>
                </a:lnTo>
                <a:lnTo>
                  <a:pt x="709" y="622"/>
                </a:lnTo>
                <a:lnTo>
                  <a:pt x="709" y="623"/>
                </a:lnTo>
                <a:lnTo>
                  <a:pt x="709" y="624"/>
                </a:lnTo>
                <a:lnTo>
                  <a:pt x="708" y="624"/>
                </a:lnTo>
                <a:lnTo>
                  <a:pt x="708" y="625"/>
                </a:lnTo>
                <a:lnTo>
                  <a:pt x="708" y="626"/>
                </a:lnTo>
                <a:lnTo>
                  <a:pt x="708" y="627"/>
                </a:lnTo>
                <a:lnTo>
                  <a:pt x="708" y="628"/>
                </a:lnTo>
                <a:lnTo>
                  <a:pt x="707" y="630"/>
                </a:lnTo>
                <a:lnTo>
                  <a:pt x="705" y="632"/>
                </a:lnTo>
                <a:lnTo>
                  <a:pt x="704" y="633"/>
                </a:lnTo>
                <a:lnTo>
                  <a:pt x="703" y="633"/>
                </a:lnTo>
                <a:lnTo>
                  <a:pt x="703" y="635"/>
                </a:lnTo>
                <a:lnTo>
                  <a:pt x="703" y="636"/>
                </a:lnTo>
                <a:lnTo>
                  <a:pt x="704" y="637"/>
                </a:lnTo>
                <a:lnTo>
                  <a:pt x="704" y="638"/>
                </a:lnTo>
                <a:lnTo>
                  <a:pt x="704" y="640"/>
                </a:lnTo>
                <a:lnTo>
                  <a:pt x="705" y="641"/>
                </a:lnTo>
                <a:lnTo>
                  <a:pt x="705" y="642"/>
                </a:lnTo>
                <a:lnTo>
                  <a:pt x="706" y="642"/>
                </a:lnTo>
                <a:lnTo>
                  <a:pt x="706" y="644"/>
                </a:lnTo>
                <a:lnTo>
                  <a:pt x="707" y="645"/>
                </a:lnTo>
                <a:lnTo>
                  <a:pt x="708" y="647"/>
                </a:lnTo>
                <a:lnTo>
                  <a:pt x="709" y="649"/>
                </a:lnTo>
                <a:lnTo>
                  <a:pt x="709" y="650"/>
                </a:lnTo>
                <a:lnTo>
                  <a:pt x="709" y="651"/>
                </a:lnTo>
                <a:lnTo>
                  <a:pt x="711" y="653"/>
                </a:lnTo>
                <a:lnTo>
                  <a:pt x="712" y="653"/>
                </a:lnTo>
                <a:lnTo>
                  <a:pt x="714" y="653"/>
                </a:lnTo>
                <a:lnTo>
                  <a:pt x="714" y="654"/>
                </a:lnTo>
                <a:lnTo>
                  <a:pt x="714" y="655"/>
                </a:lnTo>
                <a:lnTo>
                  <a:pt x="714" y="657"/>
                </a:lnTo>
                <a:lnTo>
                  <a:pt x="714" y="658"/>
                </a:lnTo>
                <a:lnTo>
                  <a:pt x="715" y="659"/>
                </a:lnTo>
                <a:lnTo>
                  <a:pt x="716" y="659"/>
                </a:lnTo>
                <a:lnTo>
                  <a:pt x="716" y="660"/>
                </a:lnTo>
                <a:lnTo>
                  <a:pt x="715" y="660"/>
                </a:lnTo>
                <a:lnTo>
                  <a:pt x="715" y="664"/>
                </a:lnTo>
                <a:lnTo>
                  <a:pt x="716" y="664"/>
                </a:lnTo>
                <a:lnTo>
                  <a:pt x="715" y="664"/>
                </a:lnTo>
                <a:lnTo>
                  <a:pt x="714" y="665"/>
                </a:lnTo>
                <a:lnTo>
                  <a:pt x="713" y="665"/>
                </a:lnTo>
                <a:lnTo>
                  <a:pt x="713" y="664"/>
                </a:lnTo>
                <a:lnTo>
                  <a:pt x="712" y="664"/>
                </a:lnTo>
                <a:lnTo>
                  <a:pt x="712" y="665"/>
                </a:lnTo>
                <a:lnTo>
                  <a:pt x="712" y="667"/>
                </a:lnTo>
                <a:lnTo>
                  <a:pt x="711" y="668"/>
                </a:lnTo>
                <a:lnTo>
                  <a:pt x="711" y="669"/>
                </a:lnTo>
                <a:lnTo>
                  <a:pt x="711" y="671"/>
                </a:lnTo>
                <a:lnTo>
                  <a:pt x="712" y="671"/>
                </a:lnTo>
                <a:lnTo>
                  <a:pt x="712" y="672"/>
                </a:lnTo>
                <a:lnTo>
                  <a:pt x="713" y="672"/>
                </a:lnTo>
                <a:lnTo>
                  <a:pt x="712" y="672"/>
                </a:lnTo>
                <a:lnTo>
                  <a:pt x="712" y="673"/>
                </a:lnTo>
                <a:lnTo>
                  <a:pt x="710" y="675"/>
                </a:lnTo>
                <a:lnTo>
                  <a:pt x="710" y="677"/>
                </a:lnTo>
                <a:lnTo>
                  <a:pt x="711" y="678"/>
                </a:lnTo>
                <a:lnTo>
                  <a:pt x="710" y="679"/>
                </a:lnTo>
                <a:lnTo>
                  <a:pt x="709" y="679"/>
                </a:lnTo>
                <a:lnTo>
                  <a:pt x="709" y="678"/>
                </a:lnTo>
                <a:lnTo>
                  <a:pt x="707" y="678"/>
                </a:lnTo>
                <a:lnTo>
                  <a:pt x="703" y="679"/>
                </a:lnTo>
                <a:lnTo>
                  <a:pt x="703" y="680"/>
                </a:lnTo>
                <a:lnTo>
                  <a:pt x="703" y="682"/>
                </a:lnTo>
                <a:lnTo>
                  <a:pt x="704" y="683"/>
                </a:lnTo>
                <a:lnTo>
                  <a:pt x="702" y="688"/>
                </a:lnTo>
                <a:lnTo>
                  <a:pt x="701" y="690"/>
                </a:lnTo>
                <a:lnTo>
                  <a:pt x="700" y="690"/>
                </a:lnTo>
                <a:lnTo>
                  <a:pt x="698" y="691"/>
                </a:lnTo>
                <a:lnTo>
                  <a:pt x="697" y="692"/>
                </a:lnTo>
                <a:lnTo>
                  <a:pt x="697" y="694"/>
                </a:lnTo>
                <a:lnTo>
                  <a:pt x="696" y="696"/>
                </a:lnTo>
                <a:lnTo>
                  <a:pt x="695" y="697"/>
                </a:lnTo>
                <a:lnTo>
                  <a:pt x="693" y="697"/>
                </a:lnTo>
                <a:lnTo>
                  <a:pt x="691" y="696"/>
                </a:lnTo>
                <a:lnTo>
                  <a:pt x="690" y="696"/>
                </a:lnTo>
                <a:lnTo>
                  <a:pt x="689" y="696"/>
                </a:lnTo>
                <a:lnTo>
                  <a:pt x="689" y="697"/>
                </a:lnTo>
                <a:lnTo>
                  <a:pt x="688" y="697"/>
                </a:lnTo>
                <a:lnTo>
                  <a:pt x="687" y="697"/>
                </a:lnTo>
                <a:lnTo>
                  <a:pt x="687" y="696"/>
                </a:lnTo>
                <a:lnTo>
                  <a:pt x="688" y="695"/>
                </a:lnTo>
                <a:lnTo>
                  <a:pt x="687" y="694"/>
                </a:lnTo>
                <a:lnTo>
                  <a:pt x="686" y="692"/>
                </a:lnTo>
                <a:lnTo>
                  <a:pt x="685" y="692"/>
                </a:lnTo>
                <a:lnTo>
                  <a:pt x="684" y="693"/>
                </a:lnTo>
                <a:lnTo>
                  <a:pt x="682" y="693"/>
                </a:lnTo>
                <a:lnTo>
                  <a:pt x="680" y="693"/>
                </a:lnTo>
                <a:lnTo>
                  <a:pt x="681" y="694"/>
                </a:lnTo>
                <a:lnTo>
                  <a:pt x="680" y="694"/>
                </a:lnTo>
                <a:lnTo>
                  <a:pt x="679" y="694"/>
                </a:lnTo>
                <a:lnTo>
                  <a:pt x="678" y="694"/>
                </a:lnTo>
                <a:lnTo>
                  <a:pt x="677" y="694"/>
                </a:lnTo>
                <a:lnTo>
                  <a:pt x="677" y="695"/>
                </a:lnTo>
                <a:lnTo>
                  <a:pt x="677" y="696"/>
                </a:lnTo>
                <a:lnTo>
                  <a:pt x="677" y="697"/>
                </a:lnTo>
                <a:lnTo>
                  <a:pt x="676" y="697"/>
                </a:lnTo>
                <a:lnTo>
                  <a:pt x="675" y="697"/>
                </a:lnTo>
                <a:lnTo>
                  <a:pt x="674" y="697"/>
                </a:lnTo>
                <a:lnTo>
                  <a:pt x="674" y="698"/>
                </a:lnTo>
                <a:lnTo>
                  <a:pt x="673" y="699"/>
                </a:lnTo>
                <a:lnTo>
                  <a:pt x="672" y="699"/>
                </a:lnTo>
                <a:lnTo>
                  <a:pt x="672" y="698"/>
                </a:lnTo>
                <a:lnTo>
                  <a:pt x="671" y="698"/>
                </a:lnTo>
                <a:lnTo>
                  <a:pt x="670" y="698"/>
                </a:lnTo>
                <a:lnTo>
                  <a:pt x="670" y="699"/>
                </a:lnTo>
                <a:lnTo>
                  <a:pt x="669" y="699"/>
                </a:lnTo>
                <a:lnTo>
                  <a:pt x="668" y="699"/>
                </a:lnTo>
                <a:lnTo>
                  <a:pt x="667" y="699"/>
                </a:lnTo>
                <a:lnTo>
                  <a:pt x="667" y="700"/>
                </a:lnTo>
                <a:lnTo>
                  <a:pt x="665" y="701"/>
                </a:lnTo>
                <a:lnTo>
                  <a:pt x="664" y="701"/>
                </a:lnTo>
                <a:lnTo>
                  <a:pt x="663" y="701"/>
                </a:lnTo>
                <a:lnTo>
                  <a:pt x="663" y="699"/>
                </a:lnTo>
                <a:lnTo>
                  <a:pt x="663" y="698"/>
                </a:lnTo>
                <a:lnTo>
                  <a:pt x="663" y="697"/>
                </a:lnTo>
                <a:lnTo>
                  <a:pt x="661" y="696"/>
                </a:lnTo>
                <a:lnTo>
                  <a:pt x="660" y="696"/>
                </a:lnTo>
                <a:lnTo>
                  <a:pt x="659" y="696"/>
                </a:lnTo>
                <a:lnTo>
                  <a:pt x="658" y="695"/>
                </a:lnTo>
                <a:lnTo>
                  <a:pt x="657" y="694"/>
                </a:lnTo>
                <a:lnTo>
                  <a:pt x="656" y="694"/>
                </a:lnTo>
                <a:lnTo>
                  <a:pt x="656" y="695"/>
                </a:lnTo>
                <a:lnTo>
                  <a:pt x="655" y="696"/>
                </a:lnTo>
                <a:lnTo>
                  <a:pt x="654" y="696"/>
                </a:lnTo>
                <a:lnTo>
                  <a:pt x="654" y="695"/>
                </a:lnTo>
                <a:lnTo>
                  <a:pt x="653" y="695"/>
                </a:lnTo>
                <a:lnTo>
                  <a:pt x="654" y="695"/>
                </a:lnTo>
                <a:lnTo>
                  <a:pt x="654" y="694"/>
                </a:lnTo>
                <a:lnTo>
                  <a:pt x="653" y="694"/>
                </a:lnTo>
                <a:lnTo>
                  <a:pt x="652" y="694"/>
                </a:lnTo>
                <a:lnTo>
                  <a:pt x="650" y="693"/>
                </a:lnTo>
                <a:lnTo>
                  <a:pt x="648" y="694"/>
                </a:lnTo>
                <a:lnTo>
                  <a:pt x="648" y="695"/>
                </a:lnTo>
                <a:lnTo>
                  <a:pt x="647" y="695"/>
                </a:lnTo>
                <a:lnTo>
                  <a:pt x="647" y="694"/>
                </a:lnTo>
                <a:lnTo>
                  <a:pt x="646" y="694"/>
                </a:lnTo>
                <a:lnTo>
                  <a:pt x="646" y="695"/>
                </a:lnTo>
                <a:lnTo>
                  <a:pt x="645" y="695"/>
                </a:lnTo>
                <a:lnTo>
                  <a:pt x="645" y="696"/>
                </a:lnTo>
                <a:lnTo>
                  <a:pt x="644" y="696"/>
                </a:lnTo>
                <a:lnTo>
                  <a:pt x="643" y="696"/>
                </a:lnTo>
                <a:lnTo>
                  <a:pt x="642" y="694"/>
                </a:lnTo>
                <a:lnTo>
                  <a:pt x="641" y="694"/>
                </a:lnTo>
                <a:lnTo>
                  <a:pt x="641" y="692"/>
                </a:lnTo>
                <a:lnTo>
                  <a:pt x="641" y="691"/>
                </a:lnTo>
                <a:lnTo>
                  <a:pt x="640" y="691"/>
                </a:lnTo>
                <a:lnTo>
                  <a:pt x="639" y="691"/>
                </a:lnTo>
                <a:lnTo>
                  <a:pt x="639" y="690"/>
                </a:lnTo>
                <a:lnTo>
                  <a:pt x="638" y="690"/>
                </a:lnTo>
                <a:lnTo>
                  <a:pt x="638" y="691"/>
                </a:lnTo>
                <a:lnTo>
                  <a:pt x="637" y="691"/>
                </a:lnTo>
                <a:lnTo>
                  <a:pt x="636" y="691"/>
                </a:lnTo>
                <a:lnTo>
                  <a:pt x="636" y="690"/>
                </a:lnTo>
                <a:lnTo>
                  <a:pt x="635" y="690"/>
                </a:lnTo>
                <a:lnTo>
                  <a:pt x="634" y="690"/>
                </a:lnTo>
                <a:lnTo>
                  <a:pt x="633" y="689"/>
                </a:lnTo>
                <a:lnTo>
                  <a:pt x="633" y="688"/>
                </a:lnTo>
                <a:lnTo>
                  <a:pt x="632" y="686"/>
                </a:lnTo>
                <a:lnTo>
                  <a:pt x="631" y="685"/>
                </a:lnTo>
                <a:lnTo>
                  <a:pt x="628" y="684"/>
                </a:lnTo>
                <a:lnTo>
                  <a:pt x="627" y="684"/>
                </a:lnTo>
                <a:lnTo>
                  <a:pt x="626" y="684"/>
                </a:lnTo>
                <a:lnTo>
                  <a:pt x="626" y="685"/>
                </a:lnTo>
                <a:lnTo>
                  <a:pt x="625" y="685"/>
                </a:lnTo>
                <a:lnTo>
                  <a:pt x="625" y="684"/>
                </a:lnTo>
                <a:lnTo>
                  <a:pt x="625" y="683"/>
                </a:lnTo>
                <a:lnTo>
                  <a:pt x="625" y="681"/>
                </a:lnTo>
                <a:lnTo>
                  <a:pt x="624" y="678"/>
                </a:lnTo>
                <a:lnTo>
                  <a:pt x="623" y="677"/>
                </a:lnTo>
                <a:lnTo>
                  <a:pt x="623" y="676"/>
                </a:lnTo>
                <a:lnTo>
                  <a:pt x="622" y="676"/>
                </a:lnTo>
                <a:lnTo>
                  <a:pt x="622" y="675"/>
                </a:lnTo>
                <a:lnTo>
                  <a:pt x="623" y="675"/>
                </a:lnTo>
                <a:lnTo>
                  <a:pt x="623" y="674"/>
                </a:lnTo>
                <a:lnTo>
                  <a:pt x="621" y="674"/>
                </a:lnTo>
                <a:lnTo>
                  <a:pt x="621" y="675"/>
                </a:lnTo>
                <a:lnTo>
                  <a:pt x="621" y="676"/>
                </a:lnTo>
                <a:lnTo>
                  <a:pt x="622" y="676"/>
                </a:lnTo>
                <a:lnTo>
                  <a:pt x="622" y="677"/>
                </a:lnTo>
                <a:lnTo>
                  <a:pt x="621" y="677"/>
                </a:lnTo>
                <a:lnTo>
                  <a:pt x="621" y="678"/>
                </a:lnTo>
                <a:lnTo>
                  <a:pt x="620" y="678"/>
                </a:lnTo>
                <a:lnTo>
                  <a:pt x="620" y="677"/>
                </a:lnTo>
                <a:lnTo>
                  <a:pt x="618" y="676"/>
                </a:lnTo>
                <a:lnTo>
                  <a:pt x="618" y="677"/>
                </a:lnTo>
                <a:lnTo>
                  <a:pt x="618" y="678"/>
                </a:lnTo>
                <a:lnTo>
                  <a:pt x="617" y="678"/>
                </a:lnTo>
                <a:lnTo>
                  <a:pt x="617" y="677"/>
                </a:lnTo>
                <a:lnTo>
                  <a:pt x="616" y="677"/>
                </a:lnTo>
                <a:lnTo>
                  <a:pt x="616" y="676"/>
                </a:lnTo>
                <a:lnTo>
                  <a:pt x="616" y="675"/>
                </a:lnTo>
                <a:lnTo>
                  <a:pt x="615" y="675"/>
                </a:lnTo>
                <a:lnTo>
                  <a:pt x="613" y="676"/>
                </a:lnTo>
                <a:lnTo>
                  <a:pt x="611" y="677"/>
                </a:lnTo>
                <a:lnTo>
                  <a:pt x="611" y="678"/>
                </a:lnTo>
                <a:lnTo>
                  <a:pt x="611" y="679"/>
                </a:lnTo>
                <a:lnTo>
                  <a:pt x="611" y="680"/>
                </a:lnTo>
                <a:lnTo>
                  <a:pt x="610" y="681"/>
                </a:lnTo>
                <a:lnTo>
                  <a:pt x="609" y="681"/>
                </a:lnTo>
                <a:lnTo>
                  <a:pt x="608" y="682"/>
                </a:lnTo>
                <a:lnTo>
                  <a:pt x="607" y="682"/>
                </a:lnTo>
                <a:lnTo>
                  <a:pt x="607" y="683"/>
                </a:lnTo>
                <a:lnTo>
                  <a:pt x="605" y="682"/>
                </a:lnTo>
                <a:lnTo>
                  <a:pt x="605" y="681"/>
                </a:lnTo>
                <a:lnTo>
                  <a:pt x="605" y="680"/>
                </a:lnTo>
                <a:lnTo>
                  <a:pt x="604" y="680"/>
                </a:lnTo>
                <a:lnTo>
                  <a:pt x="603" y="680"/>
                </a:lnTo>
                <a:lnTo>
                  <a:pt x="602" y="680"/>
                </a:lnTo>
                <a:lnTo>
                  <a:pt x="602" y="681"/>
                </a:lnTo>
                <a:lnTo>
                  <a:pt x="601" y="683"/>
                </a:lnTo>
                <a:lnTo>
                  <a:pt x="602" y="683"/>
                </a:lnTo>
                <a:lnTo>
                  <a:pt x="603" y="682"/>
                </a:lnTo>
                <a:lnTo>
                  <a:pt x="603" y="683"/>
                </a:lnTo>
                <a:lnTo>
                  <a:pt x="601" y="684"/>
                </a:lnTo>
                <a:lnTo>
                  <a:pt x="600" y="684"/>
                </a:lnTo>
                <a:lnTo>
                  <a:pt x="599" y="685"/>
                </a:lnTo>
                <a:lnTo>
                  <a:pt x="599" y="687"/>
                </a:lnTo>
                <a:lnTo>
                  <a:pt x="599" y="688"/>
                </a:lnTo>
                <a:lnTo>
                  <a:pt x="600" y="688"/>
                </a:lnTo>
                <a:lnTo>
                  <a:pt x="600" y="689"/>
                </a:lnTo>
                <a:lnTo>
                  <a:pt x="601" y="690"/>
                </a:lnTo>
                <a:lnTo>
                  <a:pt x="601" y="691"/>
                </a:lnTo>
                <a:lnTo>
                  <a:pt x="601" y="692"/>
                </a:lnTo>
                <a:lnTo>
                  <a:pt x="600" y="692"/>
                </a:lnTo>
                <a:lnTo>
                  <a:pt x="599" y="692"/>
                </a:lnTo>
                <a:lnTo>
                  <a:pt x="598" y="691"/>
                </a:lnTo>
                <a:lnTo>
                  <a:pt x="597" y="691"/>
                </a:lnTo>
                <a:lnTo>
                  <a:pt x="596" y="691"/>
                </a:lnTo>
                <a:lnTo>
                  <a:pt x="595" y="692"/>
                </a:lnTo>
                <a:lnTo>
                  <a:pt x="596" y="692"/>
                </a:lnTo>
                <a:lnTo>
                  <a:pt x="595" y="695"/>
                </a:lnTo>
                <a:lnTo>
                  <a:pt x="594" y="695"/>
                </a:lnTo>
                <a:lnTo>
                  <a:pt x="594" y="696"/>
                </a:lnTo>
                <a:lnTo>
                  <a:pt x="594" y="697"/>
                </a:lnTo>
                <a:lnTo>
                  <a:pt x="593" y="697"/>
                </a:lnTo>
                <a:lnTo>
                  <a:pt x="591" y="698"/>
                </a:lnTo>
                <a:lnTo>
                  <a:pt x="589" y="700"/>
                </a:lnTo>
                <a:lnTo>
                  <a:pt x="588" y="700"/>
                </a:lnTo>
                <a:lnTo>
                  <a:pt x="588" y="701"/>
                </a:lnTo>
                <a:lnTo>
                  <a:pt x="587" y="703"/>
                </a:lnTo>
                <a:lnTo>
                  <a:pt x="586" y="703"/>
                </a:lnTo>
                <a:lnTo>
                  <a:pt x="584" y="703"/>
                </a:lnTo>
                <a:lnTo>
                  <a:pt x="583" y="703"/>
                </a:lnTo>
                <a:lnTo>
                  <a:pt x="582" y="703"/>
                </a:lnTo>
                <a:lnTo>
                  <a:pt x="582" y="702"/>
                </a:lnTo>
                <a:lnTo>
                  <a:pt x="580" y="703"/>
                </a:lnTo>
                <a:lnTo>
                  <a:pt x="579" y="703"/>
                </a:lnTo>
                <a:lnTo>
                  <a:pt x="579" y="704"/>
                </a:lnTo>
                <a:lnTo>
                  <a:pt x="579" y="705"/>
                </a:lnTo>
                <a:lnTo>
                  <a:pt x="578" y="705"/>
                </a:lnTo>
                <a:lnTo>
                  <a:pt x="577" y="705"/>
                </a:lnTo>
                <a:lnTo>
                  <a:pt x="575" y="708"/>
                </a:lnTo>
                <a:lnTo>
                  <a:pt x="574" y="710"/>
                </a:lnTo>
                <a:lnTo>
                  <a:pt x="574" y="711"/>
                </a:lnTo>
                <a:lnTo>
                  <a:pt x="575" y="711"/>
                </a:lnTo>
                <a:lnTo>
                  <a:pt x="574" y="712"/>
                </a:lnTo>
                <a:lnTo>
                  <a:pt x="572" y="711"/>
                </a:lnTo>
                <a:lnTo>
                  <a:pt x="571" y="710"/>
                </a:lnTo>
                <a:lnTo>
                  <a:pt x="571" y="709"/>
                </a:lnTo>
                <a:lnTo>
                  <a:pt x="570" y="708"/>
                </a:lnTo>
                <a:lnTo>
                  <a:pt x="570" y="706"/>
                </a:lnTo>
                <a:lnTo>
                  <a:pt x="569" y="705"/>
                </a:lnTo>
                <a:lnTo>
                  <a:pt x="567" y="707"/>
                </a:lnTo>
                <a:lnTo>
                  <a:pt x="566" y="708"/>
                </a:lnTo>
                <a:lnTo>
                  <a:pt x="565" y="707"/>
                </a:lnTo>
                <a:lnTo>
                  <a:pt x="564" y="706"/>
                </a:lnTo>
                <a:lnTo>
                  <a:pt x="564" y="707"/>
                </a:lnTo>
                <a:lnTo>
                  <a:pt x="564" y="708"/>
                </a:lnTo>
                <a:lnTo>
                  <a:pt x="565" y="709"/>
                </a:lnTo>
                <a:lnTo>
                  <a:pt x="565" y="710"/>
                </a:lnTo>
                <a:lnTo>
                  <a:pt x="565" y="713"/>
                </a:lnTo>
                <a:lnTo>
                  <a:pt x="566" y="715"/>
                </a:lnTo>
                <a:lnTo>
                  <a:pt x="567" y="715"/>
                </a:lnTo>
                <a:lnTo>
                  <a:pt x="567" y="717"/>
                </a:lnTo>
                <a:lnTo>
                  <a:pt x="567" y="718"/>
                </a:lnTo>
                <a:lnTo>
                  <a:pt x="567" y="719"/>
                </a:lnTo>
                <a:lnTo>
                  <a:pt x="568" y="719"/>
                </a:lnTo>
                <a:lnTo>
                  <a:pt x="569" y="719"/>
                </a:lnTo>
                <a:lnTo>
                  <a:pt x="570" y="719"/>
                </a:lnTo>
                <a:lnTo>
                  <a:pt x="571" y="720"/>
                </a:lnTo>
                <a:lnTo>
                  <a:pt x="572" y="720"/>
                </a:lnTo>
                <a:lnTo>
                  <a:pt x="573" y="720"/>
                </a:lnTo>
                <a:lnTo>
                  <a:pt x="573" y="719"/>
                </a:lnTo>
                <a:lnTo>
                  <a:pt x="574" y="719"/>
                </a:lnTo>
                <a:lnTo>
                  <a:pt x="575" y="719"/>
                </a:lnTo>
                <a:lnTo>
                  <a:pt x="576" y="720"/>
                </a:lnTo>
                <a:lnTo>
                  <a:pt x="576" y="719"/>
                </a:lnTo>
                <a:lnTo>
                  <a:pt x="576" y="718"/>
                </a:lnTo>
                <a:lnTo>
                  <a:pt x="578" y="718"/>
                </a:lnTo>
                <a:lnTo>
                  <a:pt x="579" y="718"/>
                </a:lnTo>
                <a:lnTo>
                  <a:pt x="580" y="718"/>
                </a:lnTo>
                <a:lnTo>
                  <a:pt x="582" y="719"/>
                </a:lnTo>
                <a:lnTo>
                  <a:pt x="583" y="718"/>
                </a:lnTo>
                <a:lnTo>
                  <a:pt x="584" y="718"/>
                </a:lnTo>
                <a:lnTo>
                  <a:pt x="585" y="719"/>
                </a:lnTo>
                <a:lnTo>
                  <a:pt x="585" y="720"/>
                </a:lnTo>
                <a:lnTo>
                  <a:pt x="586" y="721"/>
                </a:lnTo>
                <a:lnTo>
                  <a:pt x="587" y="721"/>
                </a:lnTo>
                <a:lnTo>
                  <a:pt x="587" y="722"/>
                </a:lnTo>
                <a:lnTo>
                  <a:pt x="587" y="723"/>
                </a:lnTo>
                <a:lnTo>
                  <a:pt x="588" y="724"/>
                </a:lnTo>
                <a:lnTo>
                  <a:pt x="589" y="724"/>
                </a:lnTo>
                <a:lnTo>
                  <a:pt x="589" y="723"/>
                </a:lnTo>
                <a:lnTo>
                  <a:pt x="590" y="724"/>
                </a:lnTo>
                <a:lnTo>
                  <a:pt x="590" y="725"/>
                </a:lnTo>
                <a:lnTo>
                  <a:pt x="590" y="726"/>
                </a:lnTo>
                <a:lnTo>
                  <a:pt x="589" y="726"/>
                </a:lnTo>
                <a:lnTo>
                  <a:pt x="588" y="727"/>
                </a:lnTo>
                <a:lnTo>
                  <a:pt x="587" y="727"/>
                </a:lnTo>
                <a:lnTo>
                  <a:pt x="585" y="729"/>
                </a:lnTo>
                <a:lnTo>
                  <a:pt x="584" y="730"/>
                </a:lnTo>
                <a:lnTo>
                  <a:pt x="582" y="730"/>
                </a:lnTo>
                <a:lnTo>
                  <a:pt x="582" y="731"/>
                </a:lnTo>
                <a:lnTo>
                  <a:pt x="581" y="734"/>
                </a:lnTo>
                <a:lnTo>
                  <a:pt x="582" y="734"/>
                </a:lnTo>
                <a:lnTo>
                  <a:pt x="582" y="735"/>
                </a:lnTo>
                <a:lnTo>
                  <a:pt x="583" y="736"/>
                </a:lnTo>
                <a:lnTo>
                  <a:pt x="585" y="738"/>
                </a:lnTo>
                <a:lnTo>
                  <a:pt x="588" y="742"/>
                </a:lnTo>
                <a:lnTo>
                  <a:pt x="589" y="742"/>
                </a:lnTo>
                <a:lnTo>
                  <a:pt x="589" y="743"/>
                </a:lnTo>
                <a:lnTo>
                  <a:pt x="588" y="744"/>
                </a:lnTo>
                <a:lnTo>
                  <a:pt x="587" y="745"/>
                </a:lnTo>
                <a:lnTo>
                  <a:pt x="587" y="746"/>
                </a:lnTo>
                <a:lnTo>
                  <a:pt x="588" y="746"/>
                </a:lnTo>
                <a:lnTo>
                  <a:pt x="587" y="748"/>
                </a:lnTo>
                <a:lnTo>
                  <a:pt x="586" y="748"/>
                </a:lnTo>
                <a:lnTo>
                  <a:pt x="586" y="749"/>
                </a:lnTo>
                <a:lnTo>
                  <a:pt x="585" y="750"/>
                </a:lnTo>
                <a:lnTo>
                  <a:pt x="585" y="751"/>
                </a:lnTo>
                <a:lnTo>
                  <a:pt x="585" y="752"/>
                </a:lnTo>
                <a:lnTo>
                  <a:pt x="585" y="751"/>
                </a:lnTo>
                <a:lnTo>
                  <a:pt x="585" y="752"/>
                </a:lnTo>
                <a:lnTo>
                  <a:pt x="586" y="752"/>
                </a:lnTo>
                <a:lnTo>
                  <a:pt x="587" y="752"/>
                </a:lnTo>
                <a:lnTo>
                  <a:pt x="587" y="753"/>
                </a:lnTo>
                <a:lnTo>
                  <a:pt x="587" y="754"/>
                </a:lnTo>
                <a:lnTo>
                  <a:pt x="586" y="754"/>
                </a:lnTo>
                <a:lnTo>
                  <a:pt x="586" y="755"/>
                </a:lnTo>
                <a:lnTo>
                  <a:pt x="587" y="756"/>
                </a:lnTo>
                <a:lnTo>
                  <a:pt x="589" y="757"/>
                </a:lnTo>
                <a:lnTo>
                  <a:pt x="589" y="758"/>
                </a:lnTo>
                <a:lnTo>
                  <a:pt x="590" y="758"/>
                </a:lnTo>
                <a:lnTo>
                  <a:pt x="590" y="761"/>
                </a:lnTo>
                <a:lnTo>
                  <a:pt x="589" y="761"/>
                </a:lnTo>
                <a:lnTo>
                  <a:pt x="589" y="762"/>
                </a:lnTo>
                <a:lnTo>
                  <a:pt x="590" y="762"/>
                </a:lnTo>
                <a:lnTo>
                  <a:pt x="590" y="763"/>
                </a:lnTo>
                <a:lnTo>
                  <a:pt x="590" y="764"/>
                </a:lnTo>
                <a:lnTo>
                  <a:pt x="589" y="764"/>
                </a:lnTo>
                <a:lnTo>
                  <a:pt x="588" y="764"/>
                </a:lnTo>
                <a:lnTo>
                  <a:pt x="588" y="765"/>
                </a:lnTo>
                <a:lnTo>
                  <a:pt x="587" y="765"/>
                </a:lnTo>
                <a:lnTo>
                  <a:pt x="588" y="765"/>
                </a:lnTo>
                <a:lnTo>
                  <a:pt x="588" y="766"/>
                </a:lnTo>
                <a:lnTo>
                  <a:pt x="587" y="766"/>
                </a:lnTo>
                <a:lnTo>
                  <a:pt x="588" y="766"/>
                </a:lnTo>
                <a:lnTo>
                  <a:pt x="587" y="767"/>
                </a:lnTo>
                <a:lnTo>
                  <a:pt x="586" y="767"/>
                </a:lnTo>
                <a:lnTo>
                  <a:pt x="585" y="768"/>
                </a:lnTo>
                <a:lnTo>
                  <a:pt x="584" y="768"/>
                </a:lnTo>
                <a:lnTo>
                  <a:pt x="583" y="767"/>
                </a:lnTo>
                <a:lnTo>
                  <a:pt x="582" y="768"/>
                </a:lnTo>
                <a:lnTo>
                  <a:pt x="581" y="768"/>
                </a:lnTo>
                <a:lnTo>
                  <a:pt x="581" y="769"/>
                </a:lnTo>
                <a:lnTo>
                  <a:pt x="580" y="768"/>
                </a:lnTo>
                <a:lnTo>
                  <a:pt x="579" y="768"/>
                </a:lnTo>
                <a:lnTo>
                  <a:pt x="577" y="768"/>
                </a:lnTo>
                <a:lnTo>
                  <a:pt x="576" y="768"/>
                </a:lnTo>
                <a:lnTo>
                  <a:pt x="573" y="769"/>
                </a:lnTo>
                <a:lnTo>
                  <a:pt x="572" y="770"/>
                </a:lnTo>
                <a:lnTo>
                  <a:pt x="572" y="771"/>
                </a:lnTo>
                <a:lnTo>
                  <a:pt x="572" y="772"/>
                </a:lnTo>
                <a:lnTo>
                  <a:pt x="571" y="772"/>
                </a:lnTo>
                <a:lnTo>
                  <a:pt x="570" y="772"/>
                </a:lnTo>
                <a:lnTo>
                  <a:pt x="568" y="772"/>
                </a:lnTo>
                <a:lnTo>
                  <a:pt x="567" y="773"/>
                </a:lnTo>
                <a:lnTo>
                  <a:pt x="566" y="773"/>
                </a:lnTo>
                <a:lnTo>
                  <a:pt x="565" y="773"/>
                </a:lnTo>
                <a:lnTo>
                  <a:pt x="562" y="774"/>
                </a:lnTo>
                <a:lnTo>
                  <a:pt x="561" y="774"/>
                </a:lnTo>
                <a:lnTo>
                  <a:pt x="560" y="773"/>
                </a:lnTo>
                <a:lnTo>
                  <a:pt x="559" y="773"/>
                </a:lnTo>
                <a:lnTo>
                  <a:pt x="560" y="772"/>
                </a:lnTo>
                <a:lnTo>
                  <a:pt x="560" y="771"/>
                </a:lnTo>
                <a:lnTo>
                  <a:pt x="560" y="770"/>
                </a:lnTo>
                <a:lnTo>
                  <a:pt x="559" y="768"/>
                </a:lnTo>
                <a:lnTo>
                  <a:pt x="559" y="766"/>
                </a:lnTo>
                <a:lnTo>
                  <a:pt x="559" y="765"/>
                </a:lnTo>
                <a:lnTo>
                  <a:pt x="558" y="765"/>
                </a:lnTo>
                <a:lnTo>
                  <a:pt x="555" y="764"/>
                </a:lnTo>
                <a:lnTo>
                  <a:pt x="555" y="765"/>
                </a:lnTo>
                <a:lnTo>
                  <a:pt x="554" y="764"/>
                </a:lnTo>
                <a:lnTo>
                  <a:pt x="553" y="764"/>
                </a:lnTo>
                <a:lnTo>
                  <a:pt x="553" y="761"/>
                </a:lnTo>
                <a:lnTo>
                  <a:pt x="553" y="760"/>
                </a:lnTo>
                <a:lnTo>
                  <a:pt x="553" y="759"/>
                </a:lnTo>
                <a:lnTo>
                  <a:pt x="553" y="758"/>
                </a:lnTo>
                <a:lnTo>
                  <a:pt x="551" y="757"/>
                </a:lnTo>
                <a:lnTo>
                  <a:pt x="550" y="757"/>
                </a:lnTo>
                <a:lnTo>
                  <a:pt x="549" y="755"/>
                </a:lnTo>
                <a:lnTo>
                  <a:pt x="549" y="754"/>
                </a:lnTo>
                <a:lnTo>
                  <a:pt x="549" y="752"/>
                </a:lnTo>
                <a:lnTo>
                  <a:pt x="550" y="751"/>
                </a:lnTo>
                <a:lnTo>
                  <a:pt x="548" y="747"/>
                </a:lnTo>
                <a:lnTo>
                  <a:pt x="548" y="746"/>
                </a:lnTo>
                <a:lnTo>
                  <a:pt x="547" y="746"/>
                </a:lnTo>
                <a:lnTo>
                  <a:pt x="546" y="745"/>
                </a:lnTo>
                <a:lnTo>
                  <a:pt x="545" y="745"/>
                </a:lnTo>
                <a:lnTo>
                  <a:pt x="545" y="744"/>
                </a:lnTo>
                <a:lnTo>
                  <a:pt x="544" y="743"/>
                </a:lnTo>
                <a:lnTo>
                  <a:pt x="543" y="742"/>
                </a:lnTo>
                <a:lnTo>
                  <a:pt x="542" y="742"/>
                </a:lnTo>
                <a:lnTo>
                  <a:pt x="540" y="739"/>
                </a:lnTo>
                <a:lnTo>
                  <a:pt x="537" y="738"/>
                </a:lnTo>
                <a:lnTo>
                  <a:pt x="536" y="738"/>
                </a:lnTo>
                <a:lnTo>
                  <a:pt x="535" y="739"/>
                </a:lnTo>
                <a:lnTo>
                  <a:pt x="532" y="741"/>
                </a:lnTo>
                <a:lnTo>
                  <a:pt x="527" y="741"/>
                </a:lnTo>
                <a:lnTo>
                  <a:pt x="526" y="741"/>
                </a:lnTo>
                <a:lnTo>
                  <a:pt x="525" y="741"/>
                </a:lnTo>
                <a:lnTo>
                  <a:pt x="523" y="740"/>
                </a:lnTo>
                <a:lnTo>
                  <a:pt x="521" y="740"/>
                </a:lnTo>
                <a:lnTo>
                  <a:pt x="519" y="740"/>
                </a:lnTo>
                <a:lnTo>
                  <a:pt x="518" y="740"/>
                </a:lnTo>
                <a:lnTo>
                  <a:pt x="518" y="739"/>
                </a:lnTo>
                <a:lnTo>
                  <a:pt x="518" y="738"/>
                </a:lnTo>
                <a:lnTo>
                  <a:pt x="515" y="738"/>
                </a:lnTo>
                <a:lnTo>
                  <a:pt x="514" y="738"/>
                </a:lnTo>
                <a:lnTo>
                  <a:pt x="512" y="738"/>
                </a:lnTo>
                <a:lnTo>
                  <a:pt x="511" y="737"/>
                </a:lnTo>
                <a:lnTo>
                  <a:pt x="512" y="736"/>
                </a:lnTo>
                <a:lnTo>
                  <a:pt x="512" y="735"/>
                </a:lnTo>
                <a:lnTo>
                  <a:pt x="511" y="734"/>
                </a:lnTo>
                <a:lnTo>
                  <a:pt x="510" y="733"/>
                </a:lnTo>
                <a:lnTo>
                  <a:pt x="507" y="735"/>
                </a:lnTo>
                <a:lnTo>
                  <a:pt x="507" y="736"/>
                </a:lnTo>
                <a:lnTo>
                  <a:pt x="507" y="737"/>
                </a:lnTo>
                <a:lnTo>
                  <a:pt x="507" y="738"/>
                </a:lnTo>
                <a:lnTo>
                  <a:pt x="506" y="740"/>
                </a:lnTo>
                <a:lnTo>
                  <a:pt x="505" y="741"/>
                </a:lnTo>
                <a:lnTo>
                  <a:pt x="504" y="741"/>
                </a:lnTo>
                <a:lnTo>
                  <a:pt x="502" y="740"/>
                </a:lnTo>
                <a:lnTo>
                  <a:pt x="502" y="739"/>
                </a:lnTo>
                <a:lnTo>
                  <a:pt x="502" y="738"/>
                </a:lnTo>
                <a:lnTo>
                  <a:pt x="502" y="737"/>
                </a:lnTo>
                <a:lnTo>
                  <a:pt x="501" y="736"/>
                </a:lnTo>
                <a:lnTo>
                  <a:pt x="500" y="736"/>
                </a:lnTo>
                <a:lnTo>
                  <a:pt x="500" y="735"/>
                </a:lnTo>
                <a:lnTo>
                  <a:pt x="499" y="735"/>
                </a:lnTo>
                <a:lnTo>
                  <a:pt x="498" y="733"/>
                </a:lnTo>
                <a:lnTo>
                  <a:pt x="497" y="734"/>
                </a:lnTo>
                <a:lnTo>
                  <a:pt x="496" y="734"/>
                </a:lnTo>
                <a:lnTo>
                  <a:pt x="496" y="735"/>
                </a:lnTo>
                <a:lnTo>
                  <a:pt x="494" y="736"/>
                </a:lnTo>
                <a:lnTo>
                  <a:pt x="493" y="736"/>
                </a:lnTo>
                <a:lnTo>
                  <a:pt x="492" y="736"/>
                </a:lnTo>
                <a:lnTo>
                  <a:pt x="491" y="736"/>
                </a:lnTo>
                <a:lnTo>
                  <a:pt x="491" y="737"/>
                </a:lnTo>
                <a:lnTo>
                  <a:pt x="490" y="738"/>
                </a:lnTo>
                <a:lnTo>
                  <a:pt x="491" y="738"/>
                </a:lnTo>
                <a:lnTo>
                  <a:pt x="491" y="739"/>
                </a:lnTo>
                <a:lnTo>
                  <a:pt x="490" y="739"/>
                </a:lnTo>
                <a:lnTo>
                  <a:pt x="487" y="739"/>
                </a:lnTo>
                <a:lnTo>
                  <a:pt x="487" y="738"/>
                </a:lnTo>
                <a:lnTo>
                  <a:pt x="486" y="738"/>
                </a:lnTo>
                <a:lnTo>
                  <a:pt x="484" y="739"/>
                </a:lnTo>
                <a:lnTo>
                  <a:pt x="483" y="738"/>
                </a:lnTo>
                <a:lnTo>
                  <a:pt x="483" y="737"/>
                </a:lnTo>
                <a:lnTo>
                  <a:pt x="482" y="735"/>
                </a:lnTo>
                <a:lnTo>
                  <a:pt x="480" y="735"/>
                </a:lnTo>
                <a:lnTo>
                  <a:pt x="479" y="735"/>
                </a:lnTo>
                <a:lnTo>
                  <a:pt x="479" y="736"/>
                </a:lnTo>
                <a:lnTo>
                  <a:pt x="478" y="736"/>
                </a:lnTo>
                <a:lnTo>
                  <a:pt x="476" y="736"/>
                </a:lnTo>
                <a:lnTo>
                  <a:pt x="475" y="736"/>
                </a:lnTo>
                <a:lnTo>
                  <a:pt x="475" y="735"/>
                </a:lnTo>
                <a:lnTo>
                  <a:pt x="475" y="736"/>
                </a:lnTo>
                <a:lnTo>
                  <a:pt x="474" y="736"/>
                </a:lnTo>
                <a:lnTo>
                  <a:pt x="474" y="739"/>
                </a:lnTo>
                <a:lnTo>
                  <a:pt x="473" y="740"/>
                </a:lnTo>
                <a:lnTo>
                  <a:pt x="473" y="744"/>
                </a:lnTo>
                <a:lnTo>
                  <a:pt x="472" y="745"/>
                </a:lnTo>
                <a:lnTo>
                  <a:pt x="472" y="750"/>
                </a:lnTo>
                <a:lnTo>
                  <a:pt x="471" y="753"/>
                </a:lnTo>
                <a:lnTo>
                  <a:pt x="471" y="755"/>
                </a:lnTo>
                <a:lnTo>
                  <a:pt x="471" y="756"/>
                </a:lnTo>
                <a:lnTo>
                  <a:pt x="471" y="757"/>
                </a:lnTo>
                <a:lnTo>
                  <a:pt x="471" y="758"/>
                </a:lnTo>
                <a:lnTo>
                  <a:pt x="470" y="758"/>
                </a:lnTo>
                <a:lnTo>
                  <a:pt x="470" y="759"/>
                </a:lnTo>
                <a:lnTo>
                  <a:pt x="471" y="759"/>
                </a:lnTo>
                <a:lnTo>
                  <a:pt x="471" y="760"/>
                </a:lnTo>
                <a:lnTo>
                  <a:pt x="471" y="761"/>
                </a:lnTo>
                <a:lnTo>
                  <a:pt x="470" y="762"/>
                </a:lnTo>
                <a:lnTo>
                  <a:pt x="469" y="765"/>
                </a:lnTo>
                <a:lnTo>
                  <a:pt x="468" y="765"/>
                </a:lnTo>
                <a:lnTo>
                  <a:pt x="467" y="765"/>
                </a:lnTo>
                <a:lnTo>
                  <a:pt x="467" y="766"/>
                </a:lnTo>
                <a:lnTo>
                  <a:pt x="467" y="769"/>
                </a:lnTo>
                <a:lnTo>
                  <a:pt x="468" y="770"/>
                </a:lnTo>
                <a:lnTo>
                  <a:pt x="468" y="771"/>
                </a:lnTo>
                <a:lnTo>
                  <a:pt x="469" y="772"/>
                </a:lnTo>
                <a:lnTo>
                  <a:pt x="470" y="772"/>
                </a:lnTo>
                <a:lnTo>
                  <a:pt x="470" y="773"/>
                </a:lnTo>
                <a:lnTo>
                  <a:pt x="471" y="774"/>
                </a:lnTo>
                <a:lnTo>
                  <a:pt x="473" y="774"/>
                </a:lnTo>
                <a:lnTo>
                  <a:pt x="475" y="774"/>
                </a:lnTo>
                <a:lnTo>
                  <a:pt x="475" y="775"/>
                </a:lnTo>
                <a:lnTo>
                  <a:pt x="475" y="777"/>
                </a:lnTo>
                <a:lnTo>
                  <a:pt x="475" y="778"/>
                </a:lnTo>
                <a:lnTo>
                  <a:pt x="475" y="779"/>
                </a:lnTo>
                <a:lnTo>
                  <a:pt x="474" y="779"/>
                </a:lnTo>
                <a:lnTo>
                  <a:pt x="474" y="780"/>
                </a:lnTo>
                <a:lnTo>
                  <a:pt x="474" y="781"/>
                </a:lnTo>
                <a:lnTo>
                  <a:pt x="474" y="783"/>
                </a:lnTo>
                <a:lnTo>
                  <a:pt x="475" y="784"/>
                </a:lnTo>
                <a:lnTo>
                  <a:pt x="475" y="786"/>
                </a:lnTo>
                <a:lnTo>
                  <a:pt x="474" y="786"/>
                </a:lnTo>
                <a:lnTo>
                  <a:pt x="474" y="787"/>
                </a:lnTo>
                <a:lnTo>
                  <a:pt x="473" y="789"/>
                </a:lnTo>
                <a:lnTo>
                  <a:pt x="472" y="789"/>
                </a:lnTo>
                <a:lnTo>
                  <a:pt x="471" y="787"/>
                </a:lnTo>
                <a:lnTo>
                  <a:pt x="470" y="788"/>
                </a:lnTo>
                <a:lnTo>
                  <a:pt x="469" y="789"/>
                </a:lnTo>
                <a:lnTo>
                  <a:pt x="468" y="790"/>
                </a:lnTo>
                <a:lnTo>
                  <a:pt x="467" y="790"/>
                </a:lnTo>
                <a:lnTo>
                  <a:pt x="465" y="791"/>
                </a:lnTo>
                <a:lnTo>
                  <a:pt x="466" y="791"/>
                </a:lnTo>
                <a:lnTo>
                  <a:pt x="466" y="792"/>
                </a:lnTo>
                <a:lnTo>
                  <a:pt x="464" y="794"/>
                </a:lnTo>
                <a:lnTo>
                  <a:pt x="463" y="794"/>
                </a:lnTo>
                <a:lnTo>
                  <a:pt x="462" y="794"/>
                </a:lnTo>
                <a:lnTo>
                  <a:pt x="462" y="795"/>
                </a:lnTo>
                <a:lnTo>
                  <a:pt x="461" y="795"/>
                </a:lnTo>
                <a:lnTo>
                  <a:pt x="460" y="795"/>
                </a:lnTo>
                <a:lnTo>
                  <a:pt x="460" y="796"/>
                </a:lnTo>
                <a:lnTo>
                  <a:pt x="459" y="798"/>
                </a:lnTo>
                <a:lnTo>
                  <a:pt x="458" y="798"/>
                </a:lnTo>
                <a:lnTo>
                  <a:pt x="458" y="799"/>
                </a:lnTo>
                <a:lnTo>
                  <a:pt x="458" y="801"/>
                </a:lnTo>
                <a:lnTo>
                  <a:pt x="458" y="802"/>
                </a:lnTo>
                <a:lnTo>
                  <a:pt x="458" y="803"/>
                </a:lnTo>
                <a:lnTo>
                  <a:pt x="457" y="803"/>
                </a:lnTo>
                <a:lnTo>
                  <a:pt x="457" y="804"/>
                </a:lnTo>
                <a:lnTo>
                  <a:pt x="456" y="804"/>
                </a:lnTo>
                <a:lnTo>
                  <a:pt x="455" y="804"/>
                </a:lnTo>
                <a:lnTo>
                  <a:pt x="453" y="802"/>
                </a:lnTo>
                <a:lnTo>
                  <a:pt x="451" y="801"/>
                </a:lnTo>
                <a:lnTo>
                  <a:pt x="450" y="801"/>
                </a:lnTo>
                <a:lnTo>
                  <a:pt x="448" y="801"/>
                </a:lnTo>
                <a:lnTo>
                  <a:pt x="448" y="800"/>
                </a:lnTo>
                <a:lnTo>
                  <a:pt x="447" y="800"/>
                </a:lnTo>
                <a:lnTo>
                  <a:pt x="446" y="800"/>
                </a:lnTo>
                <a:lnTo>
                  <a:pt x="446" y="801"/>
                </a:lnTo>
                <a:lnTo>
                  <a:pt x="445" y="802"/>
                </a:lnTo>
                <a:lnTo>
                  <a:pt x="444" y="802"/>
                </a:lnTo>
                <a:lnTo>
                  <a:pt x="443" y="802"/>
                </a:lnTo>
                <a:lnTo>
                  <a:pt x="443" y="801"/>
                </a:lnTo>
                <a:lnTo>
                  <a:pt x="442" y="801"/>
                </a:lnTo>
                <a:lnTo>
                  <a:pt x="439" y="801"/>
                </a:lnTo>
                <a:lnTo>
                  <a:pt x="438" y="801"/>
                </a:lnTo>
                <a:lnTo>
                  <a:pt x="438" y="802"/>
                </a:lnTo>
                <a:lnTo>
                  <a:pt x="437" y="803"/>
                </a:lnTo>
                <a:lnTo>
                  <a:pt x="436" y="803"/>
                </a:lnTo>
                <a:lnTo>
                  <a:pt x="436" y="802"/>
                </a:lnTo>
                <a:lnTo>
                  <a:pt x="435" y="802"/>
                </a:lnTo>
                <a:lnTo>
                  <a:pt x="435" y="801"/>
                </a:lnTo>
                <a:lnTo>
                  <a:pt x="435" y="800"/>
                </a:lnTo>
                <a:lnTo>
                  <a:pt x="432" y="800"/>
                </a:lnTo>
                <a:lnTo>
                  <a:pt x="431" y="800"/>
                </a:lnTo>
                <a:lnTo>
                  <a:pt x="430" y="800"/>
                </a:lnTo>
                <a:lnTo>
                  <a:pt x="429" y="801"/>
                </a:lnTo>
                <a:lnTo>
                  <a:pt x="428" y="801"/>
                </a:lnTo>
                <a:lnTo>
                  <a:pt x="427" y="801"/>
                </a:lnTo>
                <a:lnTo>
                  <a:pt x="426" y="801"/>
                </a:lnTo>
                <a:lnTo>
                  <a:pt x="424" y="800"/>
                </a:lnTo>
                <a:lnTo>
                  <a:pt x="424" y="799"/>
                </a:lnTo>
                <a:lnTo>
                  <a:pt x="423" y="798"/>
                </a:lnTo>
                <a:lnTo>
                  <a:pt x="422" y="799"/>
                </a:lnTo>
                <a:lnTo>
                  <a:pt x="421" y="799"/>
                </a:lnTo>
                <a:lnTo>
                  <a:pt x="421" y="800"/>
                </a:lnTo>
                <a:lnTo>
                  <a:pt x="420" y="801"/>
                </a:lnTo>
                <a:lnTo>
                  <a:pt x="418" y="801"/>
                </a:lnTo>
                <a:lnTo>
                  <a:pt x="417" y="801"/>
                </a:lnTo>
                <a:lnTo>
                  <a:pt x="416" y="801"/>
                </a:lnTo>
                <a:lnTo>
                  <a:pt x="415" y="801"/>
                </a:lnTo>
                <a:lnTo>
                  <a:pt x="415" y="800"/>
                </a:lnTo>
                <a:lnTo>
                  <a:pt x="414" y="800"/>
                </a:lnTo>
                <a:lnTo>
                  <a:pt x="413" y="800"/>
                </a:lnTo>
                <a:lnTo>
                  <a:pt x="411" y="801"/>
                </a:lnTo>
                <a:lnTo>
                  <a:pt x="409" y="802"/>
                </a:lnTo>
                <a:lnTo>
                  <a:pt x="407" y="804"/>
                </a:lnTo>
                <a:lnTo>
                  <a:pt x="407" y="805"/>
                </a:lnTo>
                <a:lnTo>
                  <a:pt x="406" y="806"/>
                </a:lnTo>
                <a:lnTo>
                  <a:pt x="406" y="807"/>
                </a:lnTo>
                <a:lnTo>
                  <a:pt x="406" y="808"/>
                </a:lnTo>
                <a:lnTo>
                  <a:pt x="405" y="809"/>
                </a:lnTo>
                <a:lnTo>
                  <a:pt x="405" y="810"/>
                </a:lnTo>
                <a:lnTo>
                  <a:pt x="404" y="810"/>
                </a:lnTo>
                <a:lnTo>
                  <a:pt x="404" y="812"/>
                </a:lnTo>
                <a:lnTo>
                  <a:pt x="405" y="812"/>
                </a:lnTo>
                <a:lnTo>
                  <a:pt x="405" y="813"/>
                </a:lnTo>
                <a:lnTo>
                  <a:pt x="405" y="815"/>
                </a:lnTo>
                <a:lnTo>
                  <a:pt x="405" y="816"/>
                </a:lnTo>
                <a:lnTo>
                  <a:pt x="404" y="816"/>
                </a:lnTo>
                <a:lnTo>
                  <a:pt x="403" y="816"/>
                </a:lnTo>
                <a:lnTo>
                  <a:pt x="400" y="815"/>
                </a:lnTo>
                <a:lnTo>
                  <a:pt x="399" y="815"/>
                </a:lnTo>
                <a:lnTo>
                  <a:pt x="398" y="815"/>
                </a:lnTo>
                <a:lnTo>
                  <a:pt x="397" y="816"/>
                </a:lnTo>
                <a:lnTo>
                  <a:pt x="397" y="817"/>
                </a:lnTo>
                <a:lnTo>
                  <a:pt x="397" y="818"/>
                </a:lnTo>
                <a:lnTo>
                  <a:pt x="396" y="821"/>
                </a:lnTo>
                <a:lnTo>
                  <a:pt x="396" y="822"/>
                </a:lnTo>
                <a:lnTo>
                  <a:pt x="395" y="823"/>
                </a:lnTo>
                <a:lnTo>
                  <a:pt x="394" y="824"/>
                </a:lnTo>
                <a:lnTo>
                  <a:pt x="394" y="823"/>
                </a:lnTo>
                <a:lnTo>
                  <a:pt x="393" y="822"/>
                </a:lnTo>
                <a:lnTo>
                  <a:pt x="392" y="822"/>
                </a:lnTo>
                <a:lnTo>
                  <a:pt x="391" y="823"/>
                </a:lnTo>
                <a:lnTo>
                  <a:pt x="389" y="824"/>
                </a:lnTo>
                <a:lnTo>
                  <a:pt x="388" y="824"/>
                </a:lnTo>
                <a:lnTo>
                  <a:pt x="388" y="823"/>
                </a:lnTo>
                <a:lnTo>
                  <a:pt x="388" y="822"/>
                </a:lnTo>
                <a:lnTo>
                  <a:pt x="386" y="820"/>
                </a:lnTo>
                <a:lnTo>
                  <a:pt x="385" y="820"/>
                </a:lnTo>
                <a:lnTo>
                  <a:pt x="384" y="819"/>
                </a:lnTo>
                <a:lnTo>
                  <a:pt x="382" y="819"/>
                </a:lnTo>
                <a:lnTo>
                  <a:pt x="381" y="820"/>
                </a:lnTo>
                <a:lnTo>
                  <a:pt x="379" y="821"/>
                </a:lnTo>
                <a:lnTo>
                  <a:pt x="378" y="820"/>
                </a:lnTo>
                <a:lnTo>
                  <a:pt x="378" y="819"/>
                </a:lnTo>
                <a:lnTo>
                  <a:pt x="378" y="818"/>
                </a:lnTo>
                <a:lnTo>
                  <a:pt x="377" y="818"/>
                </a:lnTo>
                <a:lnTo>
                  <a:pt x="377" y="819"/>
                </a:lnTo>
                <a:lnTo>
                  <a:pt x="376" y="818"/>
                </a:lnTo>
                <a:lnTo>
                  <a:pt x="376" y="817"/>
                </a:lnTo>
                <a:lnTo>
                  <a:pt x="376" y="816"/>
                </a:lnTo>
                <a:lnTo>
                  <a:pt x="377" y="816"/>
                </a:lnTo>
                <a:lnTo>
                  <a:pt x="377" y="815"/>
                </a:lnTo>
                <a:lnTo>
                  <a:pt x="378" y="815"/>
                </a:lnTo>
                <a:lnTo>
                  <a:pt x="378" y="814"/>
                </a:lnTo>
                <a:lnTo>
                  <a:pt x="378" y="813"/>
                </a:lnTo>
                <a:lnTo>
                  <a:pt x="379" y="812"/>
                </a:lnTo>
                <a:lnTo>
                  <a:pt x="379" y="811"/>
                </a:lnTo>
                <a:lnTo>
                  <a:pt x="380" y="811"/>
                </a:lnTo>
                <a:lnTo>
                  <a:pt x="380" y="810"/>
                </a:lnTo>
                <a:lnTo>
                  <a:pt x="380" y="809"/>
                </a:lnTo>
                <a:lnTo>
                  <a:pt x="379" y="809"/>
                </a:lnTo>
                <a:lnTo>
                  <a:pt x="379" y="808"/>
                </a:lnTo>
                <a:lnTo>
                  <a:pt x="380" y="808"/>
                </a:lnTo>
                <a:lnTo>
                  <a:pt x="381" y="805"/>
                </a:lnTo>
                <a:lnTo>
                  <a:pt x="382" y="804"/>
                </a:lnTo>
                <a:lnTo>
                  <a:pt x="382" y="802"/>
                </a:lnTo>
                <a:lnTo>
                  <a:pt x="382" y="800"/>
                </a:lnTo>
                <a:lnTo>
                  <a:pt x="382" y="798"/>
                </a:lnTo>
                <a:lnTo>
                  <a:pt x="381" y="797"/>
                </a:lnTo>
                <a:lnTo>
                  <a:pt x="380" y="796"/>
                </a:lnTo>
                <a:lnTo>
                  <a:pt x="378" y="795"/>
                </a:lnTo>
                <a:lnTo>
                  <a:pt x="378" y="793"/>
                </a:lnTo>
                <a:lnTo>
                  <a:pt x="377" y="793"/>
                </a:lnTo>
                <a:lnTo>
                  <a:pt x="377" y="789"/>
                </a:lnTo>
                <a:lnTo>
                  <a:pt x="378" y="788"/>
                </a:lnTo>
                <a:lnTo>
                  <a:pt x="378" y="787"/>
                </a:lnTo>
                <a:lnTo>
                  <a:pt x="377" y="786"/>
                </a:lnTo>
                <a:lnTo>
                  <a:pt x="376" y="785"/>
                </a:lnTo>
                <a:lnTo>
                  <a:pt x="377" y="783"/>
                </a:lnTo>
                <a:lnTo>
                  <a:pt x="378" y="781"/>
                </a:lnTo>
                <a:lnTo>
                  <a:pt x="377" y="779"/>
                </a:lnTo>
                <a:lnTo>
                  <a:pt x="376" y="778"/>
                </a:lnTo>
                <a:lnTo>
                  <a:pt x="375" y="778"/>
                </a:lnTo>
                <a:lnTo>
                  <a:pt x="374" y="776"/>
                </a:lnTo>
                <a:lnTo>
                  <a:pt x="373" y="776"/>
                </a:lnTo>
                <a:lnTo>
                  <a:pt x="374" y="774"/>
                </a:lnTo>
                <a:lnTo>
                  <a:pt x="375" y="772"/>
                </a:lnTo>
                <a:lnTo>
                  <a:pt x="375" y="771"/>
                </a:lnTo>
                <a:lnTo>
                  <a:pt x="375" y="772"/>
                </a:lnTo>
                <a:lnTo>
                  <a:pt x="377" y="772"/>
                </a:lnTo>
                <a:lnTo>
                  <a:pt x="377" y="771"/>
                </a:lnTo>
                <a:lnTo>
                  <a:pt x="378" y="769"/>
                </a:lnTo>
                <a:lnTo>
                  <a:pt x="378" y="767"/>
                </a:lnTo>
                <a:lnTo>
                  <a:pt x="377" y="767"/>
                </a:lnTo>
                <a:lnTo>
                  <a:pt x="378" y="766"/>
                </a:lnTo>
                <a:lnTo>
                  <a:pt x="377" y="766"/>
                </a:lnTo>
                <a:lnTo>
                  <a:pt x="376" y="766"/>
                </a:lnTo>
                <a:lnTo>
                  <a:pt x="375" y="766"/>
                </a:lnTo>
                <a:lnTo>
                  <a:pt x="374" y="766"/>
                </a:lnTo>
                <a:lnTo>
                  <a:pt x="371" y="766"/>
                </a:lnTo>
                <a:lnTo>
                  <a:pt x="371" y="765"/>
                </a:lnTo>
                <a:lnTo>
                  <a:pt x="370" y="765"/>
                </a:lnTo>
                <a:lnTo>
                  <a:pt x="370" y="764"/>
                </a:lnTo>
                <a:lnTo>
                  <a:pt x="371" y="763"/>
                </a:lnTo>
                <a:lnTo>
                  <a:pt x="371" y="762"/>
                </a:lnTo>
                <a:lnTo>
                  <a:pt x="371" y="760"/>
                </a:lnTo>
                <a:lnTo>
                  <a:pt x="371" y="759"/>
                </a:lnTo>
                <a:lnTo>
                  <a:pt x="371" y="758"/>
                </a:lnTo>
                <a:lnTo>
                  <a:pt x="372" y="755"/>
                </a:lnTo>
                <a:lnTo>
                  <a:pt x="371" y="755"/>
                </a:lnTo>
                <a:lnTo>
                  <a:pt x="370" y="756"/>
                </a:lnTo>
                <a:lnTo>
                  <a:pt x="369" y="755"/>
                </a:lnTo>
                <a:lnTo>
                  <a:pt x="368" y="755"/>
                </a:lnTo>
                <a:lnTo>
                  <a:pt x="368" y="754"/>
                </a:lnTo>
                <a:lnTo>
                  <a:pt x="368" y="753"/>
                </a:lnTo>
                <a:lnTo>
                  <a:pt x="368" y="752"/>
                </a:lnTo>
                <a:lnTo>
                  <a:pt x="366" y="752"/>
                </a:lnTo>
                <a:lnTo>
                  <a:pt x="365" y="752"/>
                </a:lnTo>
                <a:lnTo>
                  <a:pt x="364" y="753"/>
                </a:lnTo>
                <a:lnTo>
                  <a:pt x="364" y="754"/>
                </a:lnTo>
                <a:lnTo>
                  <a:pt x="364" y="755"/>
                </a:lnTo>
                <a:lnTo>
                  <a:pt x="363" y="755"/>
                </a:lnTo>
                <a:lnTo>
                  <a:pt x="362" y="756"/>
                </a:lnTo>
                <a:lnTo>
                  <a:pt x="361" y="756"/>
                </a:lnTo>
                <a:lnTo>
                  <a:pt x="359" y="757"/>
                </a:lnTo>
                <a:lnTo>
                  <a:pt x="357" y="756"/>
                </a:lnTo>
                <a:lnTo>
                  <a:pt x="356" y="756"/>
                </a:lnTo>
                <a:lnTo>
                  <a:pt x="356" y="755"/>
                </a:lnTo>
                <a:lnTo>
                  <a:pt x="354" y="754"/>
                </a:lnTo>
                <a:lnTo>
                  <a:pt x="353" y="754"/>
                </a:lnTo>
                <a:lnTo>
                  <a:pt x="352" y="751"/>
                </a:lnTo>
                <a:lnTo>
                  <a:pt x="352" y="750"/>
                </a:lnTo>
                <a:lnTo>
                  <a:pt x="351" y="750"/>
                </a:lnTo>
                <a:lnTo>
                  <a:pt x="350" y="750"/>
                </a:lnTo>
                <a:lnTo>
                  <a:pt x="349" y="750"/>
                </a:lnTo>
                <a:lnTo>
                  <a:pt x="349" y="751"/>
                </a:lnTo>
                <a:lnTo>
                  <a:pt x="348" y="753"/>
                </a:lnTo>
                <a:lnTo>
                  <a:pt x="347" y="753"/>
                </a:lnTo>
                <a:lnTo>
                  <a:pt x="346" y="753"/>
                </a:lnTo>
                <a:lnTo>
                  <a:pt x="346" y="754"/>
                </a:lnTo>
                <a:lnTo>
                  <a:pt x="345" y="754"/>
                </a:lnTo>
                <a:lnTo>
                  <a:pt x="344" y="755"/>
                </a:lnTo>
                <a:lnTo>
                  <a:pt x="343" y="756"/>
                </a:lnTo>
                <a:lnTo>
                  <a:pt x="344" y="757"/>
                </a:lnTo>
                <a:lnTo>
                  <a:pt x="342" y="759"/>
                </a:lnTo>
                <a:lnTo>
                  <a:pt x="341" y="759"/>
                </a:lnTo>
                <a:lnTo>
                  <a:pt x="341" y="760"/>
                </a:lnTo>
                <a:lnTo>
                  <a:pt x="341" y="761"/>
                </a:lnTo>
                <a:lnTo>
                  <a:pt x="341" y="762"/>
                </a:lnTo>
                <a:lnTo>
                  <a:pt x="340" y="762"/>
                </a:lnTo>
                <a:lnTo>
                  <a:pt x="339" y="763"/>
                </a:lnTo>
                <a:lnTo>
                  <a:pt x="337" y="763"/>
                </a:lnTo>
                <a:lnTo>
                  <a:pt x="335" y="765"/>
                </a:lnTo>
                <a:lnTo>
                  <a:pt x="334" y="765"/>
                </a:lnTo>
                <a:lnTo>
                  <a:pt x="334" y="766"/>
                </a:lnTo>
                <a:lnTo>
                  <a:pt x="333" y="766"/>
                </a:lnTo>
                <a:lnTo>
                  <a:pt x="333" y="767"/>
                </a:lnTo>
                <a:lnTo>
                  <a:pt x="332" y="767"/>
                </a:lnTo>
                <a:lnTo>
                  <a:pt x="331" y="767"/>
                </a:lnTo>
                <a:lnTo>
                  <a:pt x="329" y="767"/>
                </a:lnTo>
                <a:lnTo>
                  <a:pt x="328" y="768"/>
                </a:lnTo>
                <a:lnTo>
                  <a:pt x="328" y="769"/>
                </a:lnTo>
                <a:lnTo>
                  <a:pt x="328" y="771"/>
                </a:lnTo>
                <a:lnTo>
                  <a:pt x="329" y="772"/>
                </a:lnTo>
                <a:lnTo>
                  <a:pt x="328" y="772"/>
                </a:lnTo>
                <a:lnTo>
                  <a:pt x="328" y="773"/>
                </a:lnTo>
                <a:lnTo>
                  <a:pt x="329" y="775"/>
                </a:lnTo>
                <a:lnTo>
                  <a:pt x="329" y="776"/>
                </a:lnTo>
                <a:lnTo>
                  <a:pt x="328" y="776"/>
                </a:lnTo>
                <a:lnTo>
                  <a:pt x="328" y="777"/>
                </a:lnTo>
                <a:lnTo>
                  <a:pt x="327" y="777"/>
                </a:lnTo>
                <a:lnTo>
                  <a:pt x="327" y="778"/>
                </a:lnTo>
                <a:lnTo>
                  <a:pt x="328" y="778"/>
                </a:lnTo>
                <a:lnTo>
                  <a:pt x="328" y="781"/>
                </a:lnTo>
                <a:lnTo>
                  <a:pt x="328" y="782"/>
                </a:lnTo>
                <a:lnTo>
                  <a:pt x="328" y="783"/>
                </a:lnTo>
                <a:lnTo>
                  <a:pt x="327" y="783"/>
                </a:lnTo>
                <a:lnTo>
                  <a:pt x="326" y="782"/>
                </a:lnTo>
                <a:lnTo>
                  <a:pt x="325" y="783"/>
                </a:lnTo>
                <a:lnTo>
                  <a:pt x="324" y="784"/>
                </a:lnTo>
                <a:lnTo>
                  <a:pt x="322" y="785"/>
                </a:lnTo>
                <a:lnTo>
                  <a:pt x="321" y="785"/>
                </a:lnTo>
                <a:lnTo>
                  <a:pt x="320" y="785"/>
                </a:lnTo>
                <a:lnTo>
                  <a:pt x="319" y="785"/>
                </a:lnTo>
                <a:lnTo>
                  <a:pt x="319" y="784"/>
                </a:lnTo>
                <a:lnTo>
                  <a:pt x="318" y="785"/>
                </a:lnTo>
                <a:lnTo>
                  <a:pt x="317" y="785"/>
                </a:lnTo>
                <a:lnTo>
                  <a:pt x="316" y="786"/>
                </a:lnTo>
                <a:lnTo>
                  <a:pt x="315" y="786"/>
                </a:lnTo>
                <a:lnTo>
                  <a:pt x="314" y="785"/>
                </a:lnTo>
                <a:lnTo>
                  <a:pt x="313" y="786"/>
                </a:lnTo>
                <a:lnTo>
                  <a:pt x="313" y="787"/>
                </a:lnTo>
                <a:lnTo>
                  <a:pt x="312" y="787"/>
                </a:lnTo>
                <a:lnTo>
                  <a:pt x="312" y="788"/>
                </a:lnTo>
                <a:lnTo>
                  <a:pt x="312" y="787"/>
                </a:lnTo>
                <a:lnTo>
                  <a:pt x="312" y="786"/>
                </a:lnTo>
                <a:lnTo>
                  <a:pt x="313" y="785"/>
                </a:lnTo>
                <a:lnTo>
                  <a:pt x="313" y="784"/>
                </a:lnTo>
                <a:lnTo>
                  <a:pt x="312" y="784"/>
                </a:lnTo>
                <a:lnTo>
                  <a:pt x="313" y="782"/>
                </a:lnTo>
                <a:lnTo>
                  <a:pt x="313" y="781"/>
                </a:lnTo>
                <a:lnTo>
                  <a:pt x="313" y="780"/>
                </a:lnTo>
                <a:lnTo>
                  <a:pt x="312" y="780"/>
                </a:lnTo>
                <a:lnTo>
                  <a:pt x="311" y="780"/>
                </a:lnTo>
                <a:lnTo>
                  <a:pt x="310" y="780"/>
                </a:lnTo>
                <a:lnTo>
                  <a:pt x="310" y="778"/>
                </a:lnTo>
                <a:lnTo>
                  <a:pt x="309" y="778"/>
                </a:lnTo>
                <a:lnTo>
                  <a:pt x="310" y="778"/>
                </a:lnTo>
                <a:lnTo>
                  <a:pt x="311" y="777"/>
                </a:lnTo>
                <a:lnTo>
                  <a:pt x="310" y="776"/>
                </a:lnTo>
                <a:lnTo>
                  <a:pt x="310" y="775"/>
                </a:lnTo>
                <a:lnTo>
                  <a:pt x="309" y="775"/>
                </a:lnTo>
                <a:lnTo>
                  <a:pt x="308" y="774"/>
                </a:lnTo>
                <a:lnTo>
                  <a:pt x="308" y="773"/>
                </a:lnTo>
                <a:lnTo>
                  <a:pt x="308" y="772"/>
                </a:lnTo>
                <a:lnTo>
                  <a:pt x="308" y="771"/>
                </a:lnTo>
                <a:lnTo>
                  <a:pt x="308" y="770"/>
                </a:lnTo>
                <a:lnTo>
                  <a:pt x="307" y="769"/>
                </a:lnTo>
                <a:lnTo>
                  <a:pt x="307" y="768"/>
                </a:lnTo>
                <a:lnTo>
                  <a:pt x="308" y="766"/>
                </a:lnTo>
                <a:lnTo>
                  <a:pt x="308" y="764"/>
                </a:lnTo>
                <a:lnTo>
                  <a:pt x="309" y="763"/>
                </a:lnTo>
                <a:lnTo>
                  <a:pt x="308" y="763"/>
                </a:lnTo>
                <a:lnTo>
                  <a:pt x="309" y="761"/>
                </a:lnTo>
                <a:lnTo>
                  <a:pt x="310" y="761"/>
                </a:lnTo>
                <a:lnTo>
                  <a:pt x="311" y="760"/>
                </a:lnTo>
                <a:lnTo>
                  <a:pt x="311" y="759"/>
                </a:lnTo>
                <a:lnTo>
                  <a:pt x="310" y="759"/>
                </a:lnTo>
                <a:lnTo>
                  <a:pt x="310" y="758"/>
                </a:lnTo>
                <a:lnTo>
                  <a:pt x="311" y="756"/>
                </a:lnTo>
                <a:lnTo>
                  <a:pt x="311" y="754"/>
                </a:lnTo>
                <a:lnTo>
                  <a:pt x="312" y="753"/>
                </a:lnTo>
                <a:lnTo>
                  <a:pt x="312" y="751"/>
                </a:lnTo>
                <a:lnTo>
                  <a:pt x="312" y="750"/>
                </a:lnTo>
                <a:lnTo>
                  <a:pt x="314" y="749"/>
                </a:lnTo>
                <a:lnTo>
                  <a:pt x="315" y="749"/>
                </a:lnTo>
                <a:lnTo>
                  <a:pt x="319" y="746"/>
                </a:lnTo>
                <a:lnTo>
                  <a:pt x="320" y="746"/>
                </a:lnTo>
                <a:lnTo>
                  <a:pt x="322" y="745"/>
                </a:lnTo>
                <a:lnTo>
                  <a:pt x="323" y="744"/>
                </a:lnTo>
                <a:lnTo>
                  <a:pt x="324" y="743"/>
                </a:lnTo>
                <a:lnTo>
                  <a:pt x="327" y="742"/>
                </a:lnTo>
                <a:lnTo>
                  <a:pt x="327" y="741"/>
                </a:lnTo>
                <a:lnTo>
                  <a:pt x="328" y="738"/>
                </a:lnTo>
                <a:lnTo>
                  <a:pt x="327" y="738"/>
                </a:lnTo>
                <a:lnTo>
                  <a:pt x="327" y="737"/>
                </a:lnTo>
                <a:lnTo>
                  <a:pt x="326" y="736"/>
                </a:lnTo>
                <a:lnTo>
                  <a:pt x="326" y="735"/>
                </a:lnTo>
                <a:lnTo>
                  <a:pt x="327" y="734"/>
                </a:lnTo>
                <a:lnTo>
                  <a:pt x="326" y="734"/>
                </a:lnTo>
                <a:lnTo>
                  <a:pt x="326" y="733"/>
                </a:lnTo>
                <a:lnTo>
                  <a:pt x="325" y="732"/>
                </a:lnTo>
                <a:lnTo>
                  <a:pt x="325" y="731"/>
                </a:lnTo>
                <a:lnTo>
                  <a:pt x="326" y="731"/>
                </a:lnTo>
                <a:lnTo>
                  <a:pt x="326" y="730"/>
                </a:lnTo>
                <a:lnTo>
                  <a:pt x="327" y="730"/>
                </a:lnTo>
                <a:lnTo>
                  <a:pt x="328" y="729"/>
                </a:lnTo>
                <a:lnTo>
                  <a:pt x="329" y="728"/>
                </a:lnTo>
                <a:lnTo>
                  <a:pt x="330" y="728"/>
                </a:lnTo>
                <a:lnTo>
                  <a:pt x="331" y="727"/>
                </a:lnTo>
                <a:lnTo>
                  <a:pt x="332" y="725"/>
                </a:lnTo>
                <a:lnTo>
                  <a:pt x="333" y="722"/>
                </a:lnTo>
                <a:lnTo>
                  <a:pt x="333" y="721"/>
                </a:lnTo>
                <a:lnTo>
                  <a:pt x="335" y="719"/>
                </a:lnTo>
                <a:lnTo>
                  <a:pt x="335" y="718"/>
                </a:lnTo>
                <a:lnTo>
                  <a:pt x="336" y="718"/>
                </a:lnTo>
                <a:lnTo>
                  <a:pt x="339" y="718"/>
                </a:lnTo>
                <a:lnTo>
                  <a:pt x="340" y="717"/>
                </a:lnTo>
                <a:lnTo>
                  <a:pt x="341" y="716"/>
                </a:lnTo>
                <a:lnTo>
                  <a:pt x="342" y="716"/>
                </a:lnTo>
                <a:lnTo>
                  <a:pt x="345" y="713"/>
                </a:lnTo>
                <a:lnTo>
                  <a:pt x="345" y="712"/>
                </a:lnTo>
                <a:lnTo>
                  <a:pt x="346" y="710"/>
                </a:lnTo>
                <a:lnTo>
                  <a:pt x="346" y="709"/>
                </a:lnTo>
                <a:lnTo>
                  <a:pt x="346" y="708"/>
                </a:lnTo>
                <a:lnTo>
                  <a:pt x="347" y="708"/>
                </a:lnTo>
                <a:lnTo>
                  <a:pt x="349" y="707"/>
                </a:lnTo>
                <a:lnTo>
                  <a:pt x="350" y="707"/>
                </a:lnTo>
                <a:lnTo>
                  <a:pt x="350" y="705"/>
                </a:lnTo>
                <a:lnTo>
                  <a:pt x="351" y="705"/>
                </a:lnTo>
                <a:lnTo>
                  <a:pt x="351" y="704"/>
                </a:lnTo>
                <a:lnTo>
                  <a:pt x="351" y="703"/>
                </a:lnTo>
                <a:lnTo>
                  <a:pt x="350" y="703"/>
                </a:lnTo>
                <a:lnTo>
                  <a:pt x="350" y="702"/>
                </a:lnTo>
                <a:lnTo>
                  <a:pt x="351" y="701"/>
                </a:lnTo>
                <a:lnTo>
                  <a:pt x="351" y="700"/>
                </a:lnTo>
                <a:lnTo>
                  <a:pt x="352" y="699"/>
                </a:lnTo>
                <a:lnTo>
                  <a:pt x="352" y="698"/>
                </a:lnTo>
                <a:lnTo>
                  <a:pt x="353" y="697"/>
                </a:lnTo>
                <a:lnTo>
                  <a:pt x="354" y="693"/>
                </a:lnTo>
                <a:lnTo>
                  <a:pt x="354" y="692"/>
                </a:lnTo>
                <a:lnTo>
                  <a:pt x="353" y="691"/>
                </a:lnTo>
                <a:lnTo>
                  <a:pt x="353" y="690"/>
                </a:lnTo>
                <a:lnTo>
                  <a:pt x="353" y="689"/>
                </a:lnTo>
                <a:lnTo>
                  <a:pt x="352" y="689"/>
                </a:lnTo>
                <a:lnTo>
                  <a:pt x="353" y="687"/>
                </a:lnTo>
                <a:lnTo>
                  <a:pt x="353" y="684"/>
                </a:lnTo>
                <a:lnTo>
                  <a:pt x="354" y="683"/>
                </a:lnTo>
                <a:lnTo>
                  <a:pt x="355" y="682"/>
                </a:lnTo>
                <a:lnTo>
                  <a:pt x="355" y="681"/>
                </a:lnTo>
                <a:lnTo>
                  <a:pt x="355" y="680"/>
                </a:lnTo>
                <a:lnTo>
                  <a:pt x="354" y="680"/>
                </a:lnTo>
                <a:lnTo>
                  <a:pt x="354" y="679"/>
                </a:lnTo>
                <a:lnTo>
                  <a:pt x="353" y="679"/>
                </a:lnTo>
                <a:lnTo>
                  <a:pt x="353" y="678"/>
                </a:lnTo>
                <a:lnTo>
                  <a:pt x="352" y="678"/>
                </a:lnTo>
                <a:lnTo>
                  <a:pt x="351" y="677"/>
                </a:lnTo>
                <a:lnTo>
                  <a:pt x="350" y="675"/>
                </a:lnTo>
                <a:lnTo>
                  <a:pt x="350" y="674"/>
                </a:lnTo>
                <a:lnTo>
                  <a:pt x="350" y="673"/>
                </a:lnTo>
                <a:lnTo>
                  <a:pt x="350" y="672"/>
                </a:lnTo>
                <a:lnTo>
                  <a:pt x="350" y="671"/>
                </a:lnTo>
                <a:lnTo>
                  <a:pt x="351" y="671"/>
                </a:lnTo>
                <a:lnTo>
                  <a:pt x="351" y="669"/>
                </a:lnTo>
                <a:lnTo>
                  <a:pt x="351" y="668"/>
                </a:lnTo>
                <a:lnTo>
                  <a:pt x="350" y="668"/>
                </a:lnTo>
                <a:lnTo>
                  <a:pt x="349" y="668"/>
                </a:lnTo>
                <a:lnTo>
                  <a:pt x="349" y="666"/>
                </a:lnTo>
                <a:lnTo>
                  <a:pt x="349" y="665"/>
                </a:lnTo>
                <a:lnTo>
                  <a:pt x="349" y="664"/>
                </a:lnTo>
                <a:lnTo>
                  <a:pt x="350" y="662"/>
                </a:lnTo>
                <a:lnTo>
                  <a:pt x="352" y="661"/>
                </a:lnTo>
                <a:lnTo>
                  <a:pt x="352" y="662"/>
                </a:lnTo>
                <a:lnTo>
                  <a:pt x="353" y="662"/>
                </a:lnTo>
                <a:lnTo>
                  <a:pt x="354" y="662"/>
                </a:lnTo>
                <a:lnTo>
                  <a:pt x="355" y="662"/>
                </a:lnTo>
                <a:lnTo>
                  <a:pt x="356" y="661"/>
                </a:lnTo>
                <a:lnTo>
                  <a:pt x="357" y="661"/>
                </a:lnTo>
                <a:lnTo>
                  <a:pt x="359" y="660"/>
                </a:lnTo>
                <a:lnTo>
                  <a:pt x="361" y="659"/>
                </a:lnTo>
                <a:lnTo>
                  <a:pt x="362" y="659"/>
                </a:lnTo>
                <a:lnTo>
                  <a:pt x="362" y="658"/>
                </a:lnTo>
                <a:lnTo>
                  <a:pt x="362" y="657"/>
                </a:lnTo>
                <a:lnTo>
                  <a:pt x="363" y="656"/>
                </a:lnTo>
                <a:lnTo>
                  <a:pt x="364" y="656"/>
                </a:lnTo>
                <a:lnTo>
                  <a:pt x="366" y="655"/>
                </a:lnTo>
                <a:lnTo>
                  <a:pt x="367" y="655"/>
                </a:lnTo>
                <a:lnTo>
                  <a:pt x="367" y="653"/>
                </a:lnTo>
                <a:lnTo>
                  <a:pt x="366" y="653"/>
                </a:lnTo>
                <a:lnTo>
                  <a:pt x="366" y="651"/>
                </a:lnTo>
                <a:lnTo>
                  <a:pt x="366" y="650"/>
                </a:lnTo>
                <a:lnTo>
                  <a:pt x="366" y="649"/>
                </a:lnTo>
                <a:lnTo>
                  <a:pt x="366" y="648"/>
                </a:lnTo>
                <a:lnTo>
                  <a:pt x="365" y="648"/>
                </a:lnTo>
                <a:lnTo>
                  <a:pt x="364" y="648"/>
                </a:lnTo>
                <a:lnTo>
                  <a:pt x="364" y="647"/>
                </a:lnTo>
                <a:lnTo>
                  <a:pt x="364" y="646"/>
                </a:lnTo>
                <a:lnTo>
                  <a:pt x="364" y="645"/>
                </a:lnTo>
                <a:lnTo>
                  <a:pt x="365" y="644"/>
                </a:lnTo>
                <a:lnTo>
                  <a:pt x="366" y="644"/>
                </a:lnTo>
                <a:lnTo>
                  <a:pt x="367" y="643"/>
                </a:lnTo>
                <a:lnTo>
                  <a:pt x="368" y="643"/>
                </a:lnTo>
                <a:lnTo>
                  <a:pt x="369" y="643"/>
                </a:lnTo>
                <a:lnTo>
                  <a:pt x="369" y="642"/>
                </a:lnTo>
                <a:lnTo>
                  <a:pt x="370" y="642"/>
                </a:lnTo>
                <a:lnTo>
                  <a:pt x="371" y="642"/>
                </a:lnTo>
                <a:lnTo>
                  <a:pt x="372" y="641"/>
                </a:lnTo>
                <a:lnTo>
                  <a:pt x="373" y="640"/>
                </a:lnTo>
                <a:lnTo>
                  <a:pt x="372" y="639"/>
                </a:lnTo>
                <a:lnTo>
                  <a:pt x="370" y="639"/>
                </a:lnTo>
                <a:lnTo>
                  <a:pt x="369" y="639"/>
                </a:lnTo>
                <a:lnTo>
                  <a:pt x="369" y="640"/>
                </a:lnTo>
                <a:lnTo>
                  <a:pt x="368" y="639"/>
                </a:lnTo>
                <a:lnTo>
                  <a:pt x="368" y="638"/>
                </a:lnTo>
                <a:lnTo>
                  <a:pt x="368" y="637"/>
                </a:lnTo>
                <a:lnTo>
                  <a:pt x="367" y="637"/>
                </a:lnTo>
                <a:lnTo>
                  <a:pt x="366" y="638"/>
                </a:lnTo>
                <a:lnTo>
                  <a:pt x="365" y="637"/>
                </a:lnTo>
                <a:lnTo>
                  <a:pt x="364" y="637"/>
                </a:lnTo>
                <a:lnTo>
                  <a:pt x="363" y="637"/>
                </a:lnTo>
                <a:lnTo>
                  <a:pt x="363" y="638"/>
                </a:lnTo>
                <a:lnTo>
                  <a:pt x="363" y="639"/>
                </a:lnTo>
                <a:lnTo>
                  <a:pt x="362" y="639"/>
                </a:lnTo>
                <a:lnTo>
                  <a:pt x="361" y="638"/>
                </a:lnTo>
                <a:lnTo>
                  <a:pt x="360" y="638"/>
                </a:lnTo>
                <a:lnTo>
                  <a:pt x="358" y="638"/>
                </a:lnTo>
                <a:lnTo>
                  <a:pt x="357" y="638"/>
                </a:lnTo>
                <a:lnTo>
                  <a:pt x="357" y="637"/>
                </a:lnTo>
                <a:lnTo>
                  <a:pt x="357" y="636"/>
                </a:lnTo>
                <a:lnTo>
                  <a:pt x="357" y="635"/>
                </a:lnTo>
                <a:lnTo>
                  <a:pt x="356" y="635"/>
                </a:lnTo>
                <a:lnTo>
                  <a:pt x="355" y="636"/>
                </a:lnTo>
                <a:lnTo>
                  <a:pt x="355" y="637"/>
                </a:lnTo>
                <a:lnTo>
                  <a:pt x="354" y="637"/>
                </a:lnTo>
                <a:lnTo>
                  <a:pt x="353" y="637"/>
                </a:lnTo>
                <a:lnTo>
                  <a:pt x="353" y="636"/>
                </a:lnTo>
                <a:lnTo>
                  <a:pt x="352" y="635"/>
                </a:lnTo>
                <a:lnTo>
                  <a:pt x="350" y="635"/>
                </a:lnTo>
                <a:lnTo>
                  <a:pt x="350" y="636"/>
                </a:lnTo>
                <a:lnTo>
                  <a:pt x="349" y="638"/>
                </a:lnTo>
                <a:lnTo>
                  <a:pt x="347" y="638"/>
                </a:lnTo>
                <a:lnTo>
                  <a:pt x="346" y="641"/>
                </a:lnTo>
                <a:lnTo>
                  <a:pt x="345" y="642"/>
                </a:lnTo>
                <a:lnTo>
                  <a:pt x="345" y="643"/>
                </a:lnTo>
                <a:lnTo>
                  <a:pt x="346" y="643"/>
                </a:lnTo>
                <a:lnTo>
                  <a:pt x="345" y="644"/>
                </a:lnTo>
                <a:lnTo>
                  <a:pt x="345" y="643"/>
                </a:lnTo>
                <a:lnTo>
                  <a:pt x="344" y="643"/>
                </a:lnTo>
                <a:lnTo>
                  <a:pt x="343" y="643"/>
                </a:lnTo>
                <a:lnTo>
                  <a:pt x="341" y="643"/>
                </a:lnTo>
                <a:lnTo>
                  <a:pt x="340" y="642"/>
                </a:lnTo>
                <a:lnTo>
                  <a:pt x="339" y="642"/>
                </a:lnTo>
                <a:lnTo>
                  <a:pt x="339" y="641"/>
                </a:lnTo>
                <a:lnTo>
                  <a:pt x="339" y="640"/>
                </a:lnTo>
                <a:lnTo>
                  <a:pt x="338" y="638"/>
                </a:lnTo>
                <a:lnTo>
                  <a:pt x="337" y="638"/>
                </a:lnTo>
                <a:lnTo>
                  <a:pt x="336" y="637"/>
                </a:lnTo>
                <a:lnTo>
                  <a:pt x="336" y="636"/>
                </a:lnTo>
                <a:lnTo>
                  <a:pt x="336" y="635"/>
                </a:lnTo>
                <a:lnTo>
                  <a:pt x="335" y="633"/>
                </a:lnTo>
                <a:lnTo>
                  <a:pt x="335" y="632"/>
                </a:lnTo>
                <a:lnTo>
                  <a:pt x="334" y="631"/>
                </a:lnTo>
                <a:lnTo>
                  <a:pt x="333" y="631"/>
                </a:lnTo>
                <a:lnTo>
                  <a:pt x="333" y="630"/>
                </a:lnTo>
                <a:lnTo>
                  <a:pt x="333" y="629"/>
                </a:lnTo>
                <a:lnTo>
                  <a:pt x="332" y="629"/>
                </a:lnTo>
                <a:lnTo>
                  <a:pt x="331" y="629"/>
                </a:lnTo>
                <a:lnTo>
                  <a:pt x="331" y="628"/>
                </a:lnTo>
                <a:lnTo>
                  <a:pt x="331" y="627"/>
                </a:lnTo>
                <a:lnTo>
                  <a:pt x="332" y="627"/>
                </a:lnTo>
                <a:lnTo>
                  <a:pt x="332" y="626"/>
                </a:lnTo>
                <a:lnTo>
                  <a:pt x="333" y="625"/>
                </a:lnTo>
                <a:lnTo>
                  <a:pt x="333" y="622"/>
                </a:lnTo>
                <a:lnTo>
                  <a:pt x="333" y="621"/>
                </a:lnTo>
                <a:lnTo>
                  <a:pt x="334" y="620"/>
                </a:lnTo>
                <a:lnTo>
                  <a:pt x="334" y="619"/>
                </a:lnTo>
                <a:lnTo>
                  <a:pt x="335" y="617"/>
                </a:lnTo>
                <a:lnTo>
                  <a:pt x="336" y="615"/>
                </a:lnTo>
                <a:lnTo>
                  <a:pt x="338" y="614"/>
                </a:lnTo>
                <a:lnTo>
                  <a:pt x="339" y="614"/>
                </a:lnTo>
                <a:lnTo>
                  <a:pt x="339" y="615"/>
                </a:lnTo>
                <a:lnTo>
                  <a:pt x="340" y="615"/>
                </a:lnTo>
                <a:lnTo>
                  <a:pt x="340" y="614"/>
                </a:lnTo>
                <a:lnTo>
                  <a:pt x="340" y="613"/>
                </a:lnTo>
                <a:lnTo>
                  <a:pt x="339" y="613"/>
                </a:lnTo>
                <a:lnTo>
                  <a:pt x="339" y="612"/>
                </a:lnTo>
                <a:lnTo>
                  <a:pt x="338" y="612"/>
                </a:lnTo>
                <a:lnTo>
                  <a:pt x="338" y="611"/>
                </a:lnTo>
                <a:lnTo>
                  <a:pt x="337" y="611"/>
                </a:lnTo>
                <a:lnTo>
                  <a:pt x="337" y="610"/>
                </a:lnTo>
                <a:lnTo>
                  <a:pt x="338" y="610"/>
                </a:lnTo>
                <a:lnTo>
                  <a:pt x="338" y="608"/>
                </a:lnTo>
                <a:lnTo>
                  <a:pt x="338" y="607"/>
                </a:lnTo>
                <a:lnTo>
                  <a:pt x="338" y="606"/>
                </a:lnTo>
                <a:lnTo>
                  <a:pt x="339" y="606"/>
                </a:lnTo>
                <a:lnTo>
                  <a:pt x="339" y="605"/>
                </a:lnTo>
                <a:lnTo>
                  <a:pt x="339" y="606"/>
                </a:lnTo>
                <a:lnTo>
                  <a:pt x="340" y="605"/>
                </a:lnTo>
                <a:lnTo>
                  <a:pt x="340" y="604"/>
                </a:lnTo>
                <a:lnTo>
                  <a:pt x="339" y="603"/>
                </a:lnTo>
                <a:lnTo>
                  <a:pt x="340" y="603"/>
                </a:lnTo>
                <a:lnTo>
                  <a:pt x="340" y="602"/>
                </a:lnTo>
                <a:lnTo>
                  <a:pt x="339" y="601"/>
                </a:lnTo>
                <a:lnTo>
                  <a:pt x="338" y="601"/>
                </a:lnTo>
                <a:lnTo>
                  <a:pt x="338" y="600"/>
                </a:lnTo>
                <a:lnTo>
                  <a:pt x="338" y="599"/>
                </a:lnTo>
                <a:lnTo>
                  <a:pt x="338" y="598"/>
                </a:lnTo>
                <a:lnTo>
                  <a:pt x="339" y="597"/>
                </a:lnTo>
                <a:lnTo>
                  <a:pt x="340" y="597"/>
                </a:lnTo>
                <a:lnTo>
                  <a:pt x="340" y="596"/>
                </a:lnTo>
                <a:lnTo>
                  <a:pt x="340" y="594"/>
                </a:lnTo>
                <a:lnTo>
                  <a:pt x="339" y="594"/>
                </a:lnTo>
                <a:lnTo>
                  <a:pt x="339" y="591"/>
                </a:lnTo>
                <a:lnTo>
                  <a:pt x="340" y="590"/>
                </a:lnTo>
                <a:lnTo>
                  <a:pt x="341" y="589"/>
                </a:lnTo>
                <a:lnTo>
                  <a:pt x="342" y="588"/>
                </a:lnTo>
                <a:lnTo>
                  <a:pt x="341" y="587"/>
                </a:lnTo>
                <a:lnTo>
                  <a:pt x="341" y="586"/>
                </a:lnTo>
                <a:lnTo>
                  <a:pt x="342" y="586"/>
                </a:lnTo>
                <a:lnTo>
                  <a:pt x="342" y="583"/>
                </a:lnTo>
                <a:lnTo>
                  <a:pt x="341" y="583"/>
                </a:lnTo>
                <a:lnTo>
                  <a:pt x="341" y="582"/>
                </a:lnTo>
                <a:lnTo>
                  <a:pt x="340" y="581"/>
                </a:lnTo>
                <a:lnTo>
                  <a:pt x="338" y="581"/>
                </a:lnTo>
                <a:lnTo>
                  <a:pt x="337" y="581"/>
                </a:lnTo>
                <a:lnTo>
                  <a:pt x="336" y="582"/>
                </a:lnTo>
                <a:lnTo>
                  <a:pt x="334" y="583"/>
                </a:lnTo>
                <a:lnTo>
                  <a:pt x="333" y="582"/>
                </a:lnTo>
                <a:lnTo>
                  <a:pt x="332" y="582"/>
                </a:lnTo>
                <a:lnTo>
                  <a:pt x="332" y="583"/>
                </a:lnTo>
                <a:lnTo>
                  <a:pt x="331" y="583"/>
                </a:lnTo>
                <a:lnTo>
                  <a:pt x="331" y="582"/>
                </a:lnTo>
                <a:lnTo>
                  <a:pt x="329" y="581"/>
                </a:lnTo>
                <a:lnTo>
                  <a:pt x="329" y="580"/>
                </a:lnTo>
                <a:lnTo>
                  <a:pt x="330" y="580"/>
                </a:lnTo>
                <a:lnTo>
                  <a:pt x="330" y="578"/>
                </a:lnTo>
                <a:lnTo>
                  <a:pt x="330" y="576"/>
                </a:lnTo>
                <a:lnTo>
                  <a:pt x="328" y="577"/>
                </a:lnTo>
                <a:lnTo>
                  <a:pt x="327" y="577"/>
                </a:lnTo>
                <a:lnTo>
                  <a:pt x="326" y="576"/>
                </a:lnTo>
                <a:lnTo>
                  <a:pt x="325" y="575"/>
                </a:lnTo>
                <a:lnTo>
                  <a:pt x="324" y="576"/>
                </a:lnTo>
                <a:lnTo>
                  <a:pt x="321" y="577"/>
                </a:lnTo>
                <a:lnTo>
                  <a:pt x="319" y="577"/>
                </a:lnTo>
                <a:lnTo>
                  <a:pt x="318" y="577"/>
                </a:lnTo>
                <a:lnTo>
                  <a:pt x="316" y="577"/>
                </a:lnTo>
                <a:lnTo>
                  <a:pt x="316" y="578"/>
                </a:lnTo>
                <a:lnTo>
                  <a:pt x="315" y="578"/>
                </a:lnTo>
                <a:lnTo>
                  <a:pt x="315" y="577"/>
                </a:lnTo>
                <a:lnTo>
                  <a:pt x="314" y="577"/>
                </a:lnTo>
                <a:lnTo>
                  <a:pt x="313" y="576"/>
                </a:lnTo>
                <a:lnTo>
                  <a:pt x="312" y="576"/>
                </a:lnTo>
                <a:lnTo>
                  <a:pt x="311" y="575"/>
                </a:lnTo>
                <a:lnTo>
                  <a:pt x="310" y="575"/>
                </a:lnTo>
                <a:lnTo>
                  <a:pt x="309" y="575"/>
                </a:lnTo>
                <a:lnTo>
                  <a:pt x="307" y="575"/>
                </a:lnTo>
                <a:lnTo>
                  <a:pt x="308" y="574"/>
                </a:lnTo>
                <a:lnTo>
                  <a:pt x="307" y="574"/>
                </a:lnTo>
                <a:lnTo>
                  <a:pt x="307" y="573"/>
                </a:lnTo>
                <a:lnTo>
                  <a:pt x="305" y="573"/>
                </a:lnTo>
                <a:lnTo>
                  <a:pt x="303" y="573"/>
                </a:lnTo>
                <a:lnTo>
                  <a:pt x="302" y="573"/>
                </a:lnTo>
                <a:lnTo>
                  <a:pt x="302" y="572"/>
                </a:lnTo>
                <a:lnTo>
                  <a:pt x="302" y="571"/>
                </a:lnTo>
                <a:lnTo>
                  <a:pt x="302" y="570"/>
                </a:lnTo>
                <a:lnTo>
                  <a:pt x="301" y="570"/>
                </a:lnTo>
                <a:lnTo>
                  <a:pt x="300" y="570"/>
                </a:lnTo>
                <a:lnTo>
                  <a:pt x="299" y="569"/>
                </a:lnTo>
                <a:lnTo>
                  <a:pt x="299" y="568"/>
                </a:lnTo>
                <a:lnTo>
                  <a:pt x="299" y="567"/>
                </a:lnTo>
                <a:lnTo>
                  <a:pt x="298" y="567"/>
                </a:lnTo>
                <a:lnTo>
                  <a:pt x="298" y="566"/>
                </a:lnTo>
                <a:lnTo>
                  <a:pt x="296" y="567"/>
                </a:lnTo>
                <a:lnTo>
                  <a:pt x="295" y="567"/>
                </a:lnTo>
                <a:lnTo>
                  <a:pt x="295" y="568"/>
                </a:lnTo>
                <a:lnTo>
                  <a:pt x="294" y="568"/>
                </a:lnTo>
                <a:lnTo>
                  <a:pt x="294" y="569"/>
                </a:lnTo>
                <a:lnTo>
                  <a:pt x="295" y="571"/>
                </a:lnTo>
                <a:lnTo>
                  <a:pt x="294" y="572"/>
                </a:lnTo>
                <a:lnTo>
                  <a:pt x="294" y="573"/>
                </a:lnTo>
                <a:lnTo>
                  <a:pt x="294" y="574"/>
                </a:lnTo>
                <a:lnTo>
                  <a:pt x="295" y="574"/>
                </a:lnTo>
                <a:lnTo>
                  <a:pt x="295" y="575"/>
                </a:lnTo>
                <a:lnTo>
                  <a:pt x="294" y="575"/>
                </a:lnTo>
                <a:lnTo>
                  <a:pt x="294" y="576"/>
                </a:lnTo>
                <a:lnTo>
                  <a:pt x="293" y="576"/>
                </a:lnTo>
                <a:lnTo>
                  <a:pt x="292" y="576"/>
                </a:lnTo>
                <a:lnTo>
                  <a:pt x="292" y="577"/>
                </a:lnTo>
                <a:lnTo>
                  <a:pt x="293" y="578"/>
                </a:lnTo>
                <a:lnTo>
                  <a:pt x="293" y="579"/>
                </a:lnTo>
                <a:lnTo>
                  <a:pt x="294" y="581"/>
                </a:lnTo>
                <a:lnTo>
                  <a:pt x="294" y="582"/>
                </a:lnTo>
                <a:lnTo>
                  <a:pt x="294" y="583"/>
                </a:lnTo>
                <a:lnTo>
                  <a:pt x="293" y="586"/>
                </a:lnTo>
                <a:lnTo>
                  <a:pt x="293" y="587"/>
                </a:lnTo>
                <a:lnTo>
                  <a:pt x="292" y="587"/>
                </a:lnTo>
                <a:lnTo>
                  <a:pt x="292" y="586"/>
                </a:lnTo>
                <a:lnTo>
                  <a:pt x="292" y="585"/>
                </a:lnTo>
                <a:lnTo>
                  <a:pt x="291" y="583"/>
                </a:lnTo>
                <a:lnTo>
                  <a:pt x="289" y="583"/>
                </a:lnTo>
                <a:lnTo>
                  <a:pt x="287" y="584"/>
                </a:lnTo>
                <a:lnTo>
                  <a:pt x="285" y="585"/>
                </a:lnTo>
                <a:lnTo>
                  <a:pt x="284" y="584"/>
                </a:lnTo>
                <a:lnTo>
                  <a:pt x="283" y="585"/>
                </a:lnTo>
                <a:lnTo>
                  <a:pt x="282" y="586"/>
                </a:lnTo>
                <a:lnTo>
                  <a:pt x="281" y="587"/>
                </a:lnTo>
                <a:lnTo>
                  <a:pt x="280" y="587"/>
                </a:lnTo>
                <a:lnTo>
                  <a:pt x="279" y="587"/>
                </a:lnTo>
                <a:lnTo>
                  <a:pt x="278" y="586"/>
                </a:lnTo>
                <a:lnTo>
                  <a:pt x="277" y="587"/>
                </a:lnTo>
                <a:lnTo>
                  <a:pt x="276" y="586"/>
                </a:lnTo>
                <a:lnTo>
                  <a:pt x="275" y="585"/>
                </a:lnTo>
                <a:lnTo>
                  <a:pt x="272" y="587"/>
                </a:lnTo>
                <a:lnTo>
                  <a:pt x="272" y="586"/>
                </a:lnTo>
                <a:lnTo>
                  <a:pt x="271" y="588"/>
                </a:lnTo>
                <a:lnTo>
                  <a:pt x="270" y="589"/>
                </a:lnTo>
                <a:lnTo>
                  <a:pt x="268" y="587"/>
                </a:lnTo>
                <a:lnTo>
                  <a:pt x="268" y="586"/>
                </a:lnTo>
                <a:lnTo>
                  <a:pt x="267" y="586"/>
                </a:lnTo>
                <a:lnTo>
                  <a:pt x="267" y="584"/>
                </a:lnTo>
                <a:lnTo>
                  <a:pt x="268" y="584"/>
                </a:lnTo>
                <a:lnTo>
                  <a:pt x="268" y="582"/>
                </a:lnTo>
                <a:lnTo>
                  <a:pt x="269" y="581"/>
                </a:lnTo>
                <a:lnTo>
                  <a:pt x="268" y="580"/>
                </a:lnTo>
                <a:lnTo>
                  <a:pt x="268" y="579"/>
                </a:lnTo>
                <a:lnTo>
                  <a:pt x="267" y="578"/>
                </a:lnTo>
                <a:lnTo>
                  <a:pt x="266" y="580"/>
                </a:lnTo>
                <a:lnTo>
                  <a:pt x="265" y="580"/>
                </a:lnTo>
                <a:lnTo>
                  <a:pt x="265" y="581"/>
                </a:lnTo>
                <a:lnTo>
                  <a:pt x="266" y="581"/>
                </a:lnTo>
                <a:lnTo>
                  <a:pt x="266" y="582"/>
                </a:lnTo>
                <a:lnTo>
                  <a:pt x="265" y="582"/>
                </a:lnTo>
                <a:lnTo>
                  <a:pt x="264" y="582"/>
                </a:lnTo>
                <a:lnTo>
                  <a:pt x="263" y="582"/>
                </a:lnTo>
                <a:lnTo>
                  <a:pt x="263" y="581"/>
                </a:lnTo>
                <a:lnTo>
                  <a:pt x="260" y="579"/>
                </a:lnTo>
                <a:lnTo>
                  <a:pt x="259" y="579"/>
                </a:lnTo>
                <a:lnTo>
                  <a:pt x="258" y="579"/>
                </a:lnTo>
                <a:lnTo>
                  <a:pt x="257" y="579"/>
                </a:lnTo>
                <a:lnTo>
                  <a:pt x="256" y="580"/>
                </a:lnTo>
                <a:lnTo>
                  <a:pt x="255" y="580"/>
                </a:lnTo>
                <a:lnTo>
                  <a:pt x="255" y="581"/>
                </a:lnTo>
                <a:lnTo>
                  <a:pt x="254" y="581"/>
                </a:lnTo>
                <a:lnTo>
                  <a:pt x="254" y="580"/>
                </a:lnTo>
                <a:lnTo>
                  <a:pt x="253" y="580"/>
                </a:lnTo>
                <a:lnTo>
                  <a:pt x="252" y="579"/>
                </a:lnTo>
                <a:lnTo>
                  <a:pt x="251" y="579"/>
                </a:lnTo>
                <a:lnTo>
                  <a:pt x="251" y="578"/>
                </a:lnTo>
                <a:lnTo>
                  <a:pt x="251" y="577"/>
                </a:lnTo>
                <a:lnTo>
                  <a:pt x="251" y="576"/>
                </a:lnTo>
                <a:lnTo>
                  <a:pt x="250" y="576"/>
                </a:lnTo>
                <a:lnTo>
                  <a:pt x="250" y="577"/>
                </a:lnTo>
                <a:lnTo>
                  <a:pt x="248" y="580"/>
                </a:lnTo>
                <a:lnTo>
                  <a:pt x="247" y="582"/>
                </a:lnTo>
                <a:lnTo>
                  <a:pt x="246" y="583"/>
                </a:lnTo>
                <a:lnTo>
                  <a:pt x="244" y="584"/>
                </a:lnTo>
                <a:lnTo>
                  <a:pt x="242" y="584"/>
                </a:lnTo>
                <a:lnTo>
                  <a:pt x="242" y="585"/>
                </a:lnTo>
                <a:lnTo>
                  <a:pt x="242" y="586"/>
                </a:lnTo>
                <a:lnTo>
                  <a:pt x="241" y="586"/>
                </a:lnTo>
                <a:lnTo>
                  <a:pt x="241" y="588"/>
                </a:lnTo>
                <a:lnTo>
                  <a:pt x="241" y="589"/>
                </a:lnTo>
                <a:lnTo>
                  <a:pt x="242" y="589"/>
                </a:lnTo>
                <a:lnTo>
                  <a:pt x="243" y="590"/>
                </a:lnTo>
                <a:lnTo>
                  <a:pt x="243" y="591"/>
                </a:lnTo>
                <a:lnTo>
                  <a:pt x="242" y="593"/>
                </a:lnTo>
                <a:lnTo>
                  <a:pt x="241" y="595"/>
                </a:lnTo>
                <a:lnTo>
                  <a:pt x="240" y="595"/>
                </a:lnTo>
                <a:lnTo>
                  <a:pt x="240" y="596"/>
                </a:lnTo>
                <a:lnTo>
                  <a:pt x="240" y="597"/>
                </a:lnTo>
                <a:lnTo>
                  <a:pt x="240" y="598"/>
                </a:lnTo>
                <a:lnTo>
                  <a:pt x="238" y="599"/>
                </a:lnTo>
                <a:lnTo>
                  <a:pt x="237" y="600"/>
                </a:lnTo>
                <a:lnTo>
                  <a:pt x="237" y="601"/>
                </a:lnTo>
                <a:lnTo>
                  <a:pt x="236" y="601"/>
                </a:lnTo>
                <a:lnTo>
                  <a:pt x="236" y="602"/>
                </a:lnTo>
                <a:lnTo>
                  <a:pt x="236" y="603"/>
                </a:lnTo>
                <a:lnTo>
                  <a:pt x="235" y="603"/>
                </a:lnTo>
                <a:lnTo>
                  <a:pt x="234" y="602"/>
                </a:lnTo>
                <a:lnTo>
                  <a:pt x="234" y="601"/>
                </a:lnTo>
                <a:lnTo>
                  <a:pt x="233" y="601"/>
                </a:lnTo>
                <a:lnTo>
                  <a:pt x="232" y="602"/>
                </a:lnTo>
                <a:lnTo>
                  <a:pt x="229" y="604"/>
                </a:lnTo>
                <a:lnTo>
                  <a:pt x="227" y="606"/>
                </a:lnTo>
                <a:lnTo>
                  <a:pt x="226" y="607"/>
                </a:lnTo>
                <a:lnTo>
                  <a:pt x="226" y="608"/>
                </a:lnTo>
                <a:lnTo>
                  <a:pt x="225" y="610"/>
                </a:lnTo>
                <a:lnTo>
                  <a:pt x="223" y="611"/>
                </a:lnTo>
                <a:lnTo>
                  <a:pt x="222" y="612"/>
                </a:lnTo>
                <a:lnTo>
                  <a:pt x="221" y="613"/>
                </a:lnTo>
                <a:lnTo>
                  <a:pt x="220" y="614"/>
                </a:lnTo>
                <a:lnTo>
                  <a:pt x="220" y="615"/>
                </a:lnTo>
                <a:lnTo>
                  <a:pt x="220" y="617"/>
                </a:lnTo>
                <a:lnTo>
                  <a:pt x="220" y="618"/>
                </a:lnTo>
                <a:lnTo>
                  <a:pt x="219" y="618"/>
                </a:lnTo>
                <a:lnTo>
                  <a:pt x="218" y="618"/>
                </a:lnTo>
                <a:lnTo>
                  <a:pt x="217" y="619"/>
                </a:lnTo>
                <a:lnTo>
                  <a:pt x="217" y="620"/>
                </a:lnTo>
                <a:lnTo>
                  <a:pt x="217" y="621"/>
                </a:lnTo>
                <a:lnTo>
                  <a:pt x="218" y="621"/>
                </a:lnTo>
                <a:lnTo>
                  <a:pt x="218" y="622"/>
                </a:lnTo>
                <a:lnTo>
                  <a:pt x="218" y="623"/>
                </a:lnTo>
                <a:lnTo>
                  <a:pt x="218" y="624"/>
                </a:lnTo>
                <a:lnTo>
                  <a:pt x="217" y="624"/>
                </a:lnTo>
                <a:lnTo>
                  <a:pt x="217" y="626"/>
                </a:lnTo>
                <a:lnTo>
                  <a:pt x="216" y="628"/>
                </a:lnTo>
                <a:lnTo>
                  <a:pt x="216" y="629"/>
                </a:lnTo>
                <a:lnTo>
                  <a:pt x="215" y="630"/>
                </a:lnTo>
                <a:lnTo>
                  <a:pt x="214" y="632"/>
                </a:lnTo>
                <a:lnTo>
                  <a:pt x="214" y="633"/>
                </a:lnTo>
                <a:lnTo>
                  <a:pt x="213" y="633"/>
                </a:lnTo>
                <a:lnTo>
                  <a:pt x="211" y="634"/>
                </a:lnTo>
                <a:lnTo>
                  <a:pt x="210" y="635"/>
                </a:lnTo>
                <a:lnTo>
                  <a:pt x="209" y="635"/>
                </a:lnTo>
                <a:lnTo>
                  <a:pt x="208" y="635"/>
                </a:lnTo>
                <a:lnTo>
                  <a:pt x="207" y="635"/>
                </a:lnTo>
                <a:lnTo>
                  <a:pt x="206" y="635"/>
                </a:lnTo>
                <a:lnTo>
                  <a:pt x="206" y="636"/>
                </a:lnTo>
                <a:lnTo>
                  <a:pt x="204" y="635"/>
                </a:lnTo>
                <a:lnTo>
                  <a:pt x="204" y="634"/>
                </a:lnTo>
                <a:lnTo>
                  <a:pt x="203" y="633"/>
                </a:lnTo>
                <a:lnTo>
                  <a:pt x="204" y="632"/>
                </a:lnTo>
                <a:lnTo>
                  <a:pt x="204" y="631"/>
                </a:lnTo>
                <a:lnTo>
                  <a:pt x="203" y="630"/>
                </a:lnTo>
                <a:lnTo>
                  <a:pt x="203" y="629"/>
                </a:lnTo>
                <a:lnTo>
                  <a:pt x="203" y="627"/>
                </a:lnTo>
                <a:lnTo>
                  <a:pt x="202" y="627"/>
                </a:lnTo>
                <a:lnTo>
                  <a:pt x="201" y="625"/>
                </a:lnTo>
                <a:lnTo>
                  <a:pt x="199" y="624"/>
                </a:lnTo>
                <a:lnTo>
                  <a:pt x="198" y="624"/>
                </a:lnTo>
                <a:lnTo>
                  <a:pt x="198" y="623"/>
                </a:lnTo>
                <a:lnTo>
                  <a:pt x="197" y="621"/>
                </a:lnTo>
                <a:lnTo>
                  <a:pt x="195" y="620"/>
                </a:lnTo>
                <a:lnTo>
                  <a:pt x="194" y="621"/>
                </a:lnTo>
                <a:lnTo>
                  <a:pt x="193" y="623"/>
                </a:lnTo>
                <a:lnTo>
                  <a:pt x="192" y="624"/>
                </a:lnTo>
                <a:lnTo>
                  <a:pt x="192" y="626"/>
                </a:lnTo>
                <a:lnTo>
                  <a:pt x="192" y="627"/>
                </a:lnTo>
                <a:lnTo>
                  <a:pt x="191" y="627"/>
                </a:lnTo>
                <a:lnTo>
                  <a:pt x="191" y="628"/>
                </a:lnTo>
                <a:lnTo>
                  <a:pt x="189" y="628"/>
                </a:lnTo>
                <a:lnTo>
                  <a:pt x="188" y="627"/>
                </a:lnTo>
                <a:lnTo>
                  <a:pt x="188" y="626"/>
                </a:lnTo>
                <a:lnTo>
                  <a:pt x="187" y="626"/>
                </a:lnTo>
                <a:lnTo>
                  <a:pt x="186" y="625"/>
                </a:lnTo>
                <a:lnTo>
                  <a:pt x="185" y="625"/>
                </a:lnTo>
                <a:lnTo>
                  <a:pt x="185" y="626"/>
                </a:lnTo>
                <a:lnTo>
                  <a:pt x="185" y="627"/>
                </a:lnTo>
                <a:lnTo>
                  <a:pt x="184" y="628"/>
                </a:lnTo>
                <a:lnTo>
                  <a:pt x="183" y="628"/>
                </a:lnTo>
                <a:lnTo>
                  <a:pt x="183" y="627"/>
                </a:lnTo>
                <a:lnTo>
                  <a:pt x="183" y="626"/>
                </a:lnTo>
                <a:lnTo>
                  <a:pt x="182" y="626"/>
                </a:lnTo>
                <a:lnTo>
                  <a:pt x="182" y="625"/>
                </a:lnTo>
                <a:lnTo>
                  <a:pt x="180" y="625"/>
                </a:lnTo>
                <a:lnTo>
                  <a:pt x="179" y="625"/>
                </a:lnTo>
                <a:lnTo>
                  <a:pt x="178" y="625"/>
                </a:lnTo>
                <a:lnTo>
                  <a:pt x="179" y="624"/>
                </a:lnTo>
                <a:lnTo>
                  <a:pt x="179" y="622"/>
                </a:lnTo>
                <a:lnTo>
                  <a:pt x="179" y="621"/>
                </a:lnTo>
                <a:lnTo>
                  <a:pt x="179" y="620"/>
                </a:lnTo>
                <a:lnTo>
                  <a:pt x="179" y="619"/>
                </a:lnTo>
                <a:lnTo>
                  <a:pt x="179" y="618"/>
                </a:lnTo>
                <a:lnTo>
                  <a:pt x="179" y="617"/>
                </a:lnTo>
                <a:lnTo>
                  <a:pt x="180" y="616"/>
                </a:lnTo>
                <a:lnTo>
                  <a:pt x="180" y="615"/>
                </a:lnTo>
                <a:lnTo>
                  <a:pt x="181" y="615"/>
                </a:lnTo>
                <a:lnTo>
                  <a:pt x="181" y="613"/>
                </a:lnTo>
                <a:lnTo>
                  <a:pt x="182" y="612"/>
                </a:lnTo>
                <a:lnTo>
                  <a:pt x="182" y="611"/>
                </a:lnTo>
                <a:lnTo>
                  <a:pt x="182" y="610"/>
                </a:lnTo>
                <a:lnTo>
                  <a:pt x="181" y="609"/>
                </a:lnTo>
                <a:lnTo>
                  <a:pt x="181" y="608"/>
                </a:lnTo>
                <a:lnTo>
                  <a:pt x="181" y="607"/>
                </a:lnTo>
                <a:lnTo>
                  <a:pt x="181" y="606"/>
                </a:lnTo>
                <a:lnTo>
                  <a:pt x="181" y="605"/>
                </a:lnTo>
                <a:lnTo>
                  <a:pt x="179" y="605"/>
                </a:lnTo>
                <a:lnTo>
                  <a:pt x="179" y="606"/>
                </a:lnTo>
                <a:lnTo>
                  <a:pt x="178" y="606"/>
                </a:lnTo>
                <a:lnTo>
                  <a:pt x="177" y="606"/>
                </a:lnTo>
                <a:lnTo>
                  <a:pt x="176" y="606"/>
                </a:lnTo>
                <a:lnTo>
                  <a:pt x="175" y="605"/>
                </a:lnTo>
                <a:lnTo>
                  <a:pt x="175" y="606"/>
                </a:lnTo>
                <a:lnTo>
                  <a:pt x="175" y="607"/>
                </a:lnTo>
                <a:lnTo>
                  <a:pt x="172" y="607"/>
                </a:lnTo>
                <a:lnTo>
                  <a:pt x="172" y="606"/>
                </a:lnTo>
                <a:lnTo>
                  <a:pt x="171" y="604"/>
                </a:lnTo>
                <a:lnTo>
                  <a:pt x="170" y="604"/>
                </a:lnTo>
                <a:lnTo>
                  <a:pt x="169" y="604"/>
                </a:lnTo>
                <a:lnTo>
                  <a:pt x="168" y="604"/>
                </a:lnTo>
                <a:lnTo>
                  <a:pt x="167" y="604"/>
                </a:lnTo>
                <a:lnTo>
                  <a:pt x="166" y="604"/>
                </a:lnTo>
                <a:lnTo>
                  <a:pt x="166" y="603"/>
                </a:lnTo>
                <a:lnTo>
                  <a:pt x="165" y="603"/>
                </a:lnTo>
                <a:lnTo>
                  <a:pt x="165" y="602"/>
                </a:lnTo>
                <a:lnTo>
                  <a:pt x="164" y="602"/>
                </a:lnTo>
                <a:lnTo>
                  <a:pt x="163" y="603"/>
                </a:lnTo>
                <a:lnTo>
                  <a:pt x="162" y="604"/>
                </a:lnTo>
                <a:lnTo>
                  <a:pt x="161" y="605"/>
                </a:lnTo>
                <a:lnTo>
                  <a:pt x="160" y="607"/>
                </a:lnTo>
                <a:lnTo>
                  <a:pt x="159" y="608"/>
                </a:lnTo>
                <a:lnTo>
                  <a:pt x="158" y="608"/>
                </a:lnTo>
                <a:lnTo>
                  <a:pt x="157" y="609"/>
                </a:lnTo>
                <a:lnTo>
                  <a:pt x="156" y="612"/>
                </a:lnTo>
                <a:lnTo>
                  <a:pt x="156" y="614"/>
                </a:lnTo>
                <a:lnTo>
                  <a:pt x="156" y="616"/>
                </a:lnTo>
                <a:lnTo>
                  <a:pt x="155" y="618"/>
                </a:lnTo>
                <a:lnTo>
                  <a:pt x="154" y="618"/>
                </a:lnTo>
                <a:lnTo>
                  <a:pt x="154" y="622"/>
                </a:lnTo>
                <a:lnTo>
                  <a:pt x="154" y="623"/>
                </a:lnTo>
                <a:lnTo>
                  <a:pt x="154" y="624"/>
                </a:lnTo>
                <a:lnTo>
                  <a:pt x="154" y="625"/>
                </a:lnTo>
                <a:lnTo>
                  <a:pt x="153" y="626"/>
                </a:lnTo>
                <a:lnTo>
                  <a:pt x="152" y="628"/>
                </a:lnTo>
                <a:lnTo>
                  <a:pt x="151" y="628"/>
                </a:lnTo>
                <a:lnTo>
                  <a:pt x="148" y="628"/>
                </a:lnTo>
                <a:lnTo>
                  <a:pt x="146" y="627"/>
                </a:lnTo>
                <a:lnTo>
                  <a:pt x="145" y="627"/>
                </a:lnTo>
                <a:lnTo>
                  <a:pt x="144" y="626"/>
                </a:lnTo>
                <a:lnTo>
                  <a:pt x="143" y="628"/>
                </a:lnTo>
                <a:lnTo>
                  <a:pt x="142" y="628"/>
                </a:lnTo>
                <a:lnTo>
                  <a:pt x="142" y="629"/>
                </a:lnTo>
                <a:lnTo>
                  <a:pt x="142" y="630"/>
                </a:lnTo>
                <a:lnTo>
                  <a:pt x="142" y="631"/>
                </a:lnTo>
                <a:lnTo>
                  <a:pt x="141" y="631"/>
                </a:lnTo>
                <a:lnTo>
                  <a:pt x="141" y="634"/>
                </a:lnTo>
                <a:lnTo>
                  <a:pt x="141" y="635"/>
                </a:lnTo>
                <a:lnTo>
                  <a:pt x="142" y="635"/>
                </a:lnTo>
                <a:lnTo>
                  <a:pt x="142" y="636"/>
                </a:lnTo>
                <a:lnTo>
                  <a:pt x="145" y="637"/>
                </a:lnTo>
                <a:lnTo>
                  <a:pt x="144" y="637"/>
                </a:lnTo>
                <a:lnTo>
                  <a:pt x="144" y="638"/>
                </a:lnTo>
                <a:lnTo>
                  <a:pt x="144" y="640"/>
                </a:lnTo>
                <a:lnTo>
                  <a:pt x="145" y="642"/>
                </a:lnTo>
                <a:lnTo>
                  <a:pt x="145" y="643"/>
                </a:lnTo>
                <a:lnTo>
                  <a:pt x="146" y="644"/>
                </a:lnTo>
                <a:lnTo>
                  <a:pt x="147" y="645"/>
                </a:lnTo>
                <a:lnTo>
                  <a:pt x="147" y="646"/>
                </a:lnTo>
                <a:lnTo>
                  <a:pt x="147" y="647"/>
                </a:lnTo>
                <a:lnTo>
                  <a:pt x="146" y="647"/>
                </a:lnTo>
                <a:lnTo>
                  <a:pt x="146" y="648"/>
                </a:lnTo>
                <a:lnTo>
                  <a:pt x="146" y="649"/>
                </a:lnTo>
                <a:lnTo>
                  <a:pt x="145" y="650"/>
                </a:lnTo>
                <a:lnTo>
                  <a:pt x="146" y="650"/>
                </a:lnTo>
                <a:lnTo>
                  <a:pt x="146" y="651"/>
                </a:lnTo>
                <a:lnTo>
                  <a:pt x="144" y="651"/>
                </a:lnTo>
                <a:lnTo>
                  <a:pt x="141" y="652"/>
                </a:lnTo>
                <a:lnTo>
                  <a:pt x="140" y="653"/>
                </a:lnTo>
                <a:lnTo>
                  <a:pt x="140" y="652"/>
                </a:lnTo>
                <a:lnTo>
                  <a:pt x="139" y="652"/>
                </a:lnTo>
                <a:lnTo>
                  <a:pt x="139" y="650"/>
                </a:lnTo>
                <a:lnTo>
                  <a:pt x="138" y="650"/>
                </a:lnTo>
                <a:lnTo>
                  <a:pt x="136" y="650"/>
                </a:lnTo>
                <a:lnTo>
                  <a:pt x="135" y="650"/>
                </a:lnTo>
                <a:lnTo>
                  <a:pt x="133" y="651"/>
                </a:lnTo>
                <a:lnTo>
                  <a:pt x="132" y="651"/>
                </a:lnTo>
                <a:lnTo>
                  <a:pt x="132" y="650"/>
                </a:lnTo>
                <a:lnTo>
                  <a:pt x="131" y="650"/>
                </a:lnTo>
                <a:lnTo>
                  <a:pt x="130" y="651"/>
                </a:lnTo>
                <a:lnTo>
                  <a:pt x="129" y="652"/>
                </a:lnTo>
                <a:lnTo>
                  <a:pt x="128" y="652"/>
                </a:lnTo>
                <a:lnTo>
                  <a:pt x="128" y="651"/>
                </a:lnTo>
                <a:lnTo>
                  <a:pt x="127" y="650"/>
                </a:lnTo>
                <a:lnTo>
                  <a:pt x="127" y="649"/>
                </a:lnTo>
                <a:lnTo>
                  <a:pt x="128" y="648"/>
                </a:lnTo>
                <a:lnTo>
                  <a:pt x="129" y="648"/>
                </a:lnTo>
                <a:lnTo>
                  <a:pt x="128" y="647"/>
                </a:lnTo>
                <a:lnTo>
                  <a:pt x="127" y="646"/>
                </a:lnTo>
                <a:lnTo>
                  <a:pt x="127" y="645"/>
                </a:lnTo>
                <a:lnTo>
                  <a:pt x="127" y="644"/>
                </a:lnTo>
                <a:lnTo>
                  <a:pt x="127" y="643"/>
                </a:lnTo>
                <a:lnTo>
                  <a:pt x="128" y="643"/>
                </a:lnTo>
                <a:lnTo>
                  <a:pt x="128" y="642"/>
                </a:lnTo>
                <a:lnTo>
                  <a:pt x="129" y="641"/>
                </a:lnTo>
                <a:lnTo>
                  <a:pt x="129" y="640"/>
                </a:lnTo>
                <a:lnTo>
                  <a:pt x="130" y="641"/>
                </a:lnTo>
                <a:lnTo>
                  <a:pt x="131" y="641"/>
                </a:lnTo>
                <a:lnTo>
                  <a:pt x="131" y="639"/>
                </a:lnTo>
                <a:lnTo>
                  <a:pt x="132" y="637"/>
                </a:lnTo>
                <a:lnTo>
                  <a:pt x="133" y="635"/>
                </a:lnTo>
                <a:lnTo>
                  <a:pt x="132" y="633"/>
                </a:lnTo>
                <a:lnTo>
                  <a:pt x="131" y="633"/>
                </a:lnTo>
                <a:lnTo>
                  <a:pt x="130" y="632"/>
                </a:lnTo>
                <a:lnTo>
                  <a:pt x="130" y="631"/>
                </a:lnTo>
                <a:lnTo>
                  <a:pt x="129" y="632"/>
                </a:lnTo>
                <a:lnTo>
                  <a:pt x="129" y="633"/>
                </a:lnTo>
                <a:lnTo>
                  <a:pt x="129" y="634"/>
                </a:lnTo>
                <a:lnTo>
                  <a:pt x="130" y="634"/>
                </a:lnTo>
                <a:lnTo>
                  <a:pt x="129" y="634"/>
                </a:lnTo>
                <a:lnTo>
                  <a:pt x="128" y="633"/>
                </a:lnTo>
                <a:lnTo>
                  <a:pt x="127" y="632"/>
                </a:lnTo>
                <a:lnTo>
                  <a:pt x="127" y="631"/>
                </a:lnTo>
                <a:lnTo>
                  <a:pt x="126" y="631"/>
                </a:lnTo>
                <a:lnTo>
                  <a:pt x="125" y="631"/>
                </a:lnTo>
                <a:lnTo>
                  <a:pt x="124" y="632"/>
                </a:lnTo>
                <a:lnTo>
                  <a:pt x="123" y="632"/>
                </a:lnTo>
                <a:lnTo>
                  <a:pt x="122" y="631"/>
                </a:lnTo>
                <a:lnTo>
                  <a:pt x="122" y="629"/>
                </a:lnTo>
                <a:lnTo>
                  <a:pt x="122" y="628"/>
                </a:lnTo>
                <a:lnTo>
                  <a:pt x="122" y="627"/>
                </a:lnTo>
                <a:lnTo>
                  <a:pt x="120" y="626"/>
                </a:lnTo>
                <a:lnTo>
                  <a:pt x="119" y="626"/>
                </a:lnTo>
                <a:lnTo>
                  <a:pt x="119" y="627"/>
                </a:lnTo>
                <a:lnTo>
                  <a:pt x="117" y="627"/>
                </a:lnTo>
                <a:lnTo>
                  <a:pt x="117" y="628"/>
                </a:lnTo>
                <a:lnTo>
                  <a:pt x="117" y="629"/>
                </a:lnTo>
                <a:lnTo>
                  <a:pt x="116" y="630"/>
                </a:lnTo>
                <a:lnTo>
                  <a:pt x="116" y="631"/>
                </a:lnTo>
                <a:lnTo>
                  <a:pt x="115" y="631"/>
                </a:lnTo>
                <a:lnTo>
                  <a:pt x="114" y="631"/>
                </a:lnTo>
                <a:lnTo>
                  <a:pt x="113" y="631"/>
                </a:lnTo>
                <a:lnTo>
                  <a:pt x="113" y="632"/>
                </a:lnTo>
                <a:lnTo>
                  <a:pt x="112" y="633"/>
                </a:lnTo>
                <a:lnTo>
                  <a:pt x="112" y="632"/>
                </a:lnTo>
                <a:lnTo>
                  <a:pt x="111" y="632"/>
                </a:lnTo>
                <a:lnTo>
                  <a:pt x="111" y="631"/>
                </a:lnTo>
                <a:lnTo>
                  <a:pt x="110" y="631"/>
                </a:lnTo>
                <a:lnTo>
                  <a:pt x="109" y="631"/>
                </a:lnTo>
                <a:lnTo>
                  <a:pt x="108" y="631"/>
                </a:lnTo>
                <a:lnTo>
                  <a:pt x="108" y="633"/>
                </a:lnTo>
                <a:lnTo>
                  <a:pt x="108" y="634"/>
                </a:lnTo>
                <a:lnTo>
                  <a:pt x="107" y="635"/>
                </a:lnTo>
                <a:lnTo>
                  <a:pt x="105" y="635"/>
                </a:lnTo>
                <a:lnTo>
                  <a:pt x="104" y="634"/>
                </a:lnTo>
                <a:lnTo>
                  <a:pt x="103" y="634"/>
                </a:lnTo>
                <a:lnTo>
                  <a:pt x="103" y="633"/>
                </a:lnTo>
                <a:lnTo>
                  <a:pt x="102" y="632"/>
                </a:lnTo>
                <a:lnTo>
                  <a:pt x="101" y="632"/>
                </a:lnTo>
                <a:lnTo>
                  <a:pt x="101" y="631"/>
                </a:lnTo>
                <a:lnTo>
                  <a:pt x="101" y="630"/>
                </a:lnTo>
                <a:lnTo>
                  <a:pt x="100" y="630"/>
                </a:lnTo>
                <a:lnTo>
                  <a:pt x="99" y="630"/>
                </a:lnTo>
                <a:lnTo>
                  <a:pt x="99" y="629"/>
                </a:lnTo>
                <a:lnTo>
                  <a:pt x="99" y="628"/>
                </a:lnTo>
                <a:lnTo>
                  <a:pt x="98" y="628"/>
                </a:lnTo>
                <a:lnTo>
                  <a:pt x="97" y="628"/>
                </a:lnTo>
                <a:lnTo>
                  <a:pt x="96" y="628"/>
                </a:lnTo>
                <a:lnTo>
                  <a:pt x="95" y="627"/>
                </a:lnTo>
                <a:lnTo>
                  <a:pt x="95" y="626"/>
                </a:lnTo>
                <a:lnTo>
                  <a:pt x="95" y="625"/>
                </a:lnTo>
                <a:lnTo>
                  <a:pt x="94" y="624"/>
                </a:lnTo>
                <a:lnTo>
                  <a:pt x="94" y="620"/>
                </a:lnTo>
                <a:lnTo>
                  <a:pt x="95" y="620"/>
                </a:lnTo>
                <a:lnTo>
                  <a:pt x="96" y="621"/>
                </a:lnTo>
                <a:lnTo>
                  <a:pt x="97" y="621"/>
                </a:lnTo>
                <a:lnTo>
                  <a:pt x="97" y="620"/>
                </a:lnTo>
                <a:lnTo>
                  <a:pt x="98" y="620"/>
                </a:lnTo>
                <a:lnTo>
                  <a:pt x="100" y="620"/>
                </a:lnTo>
                <a:lnTo>
                  <a:pt x="101" y="620"/>
                </a:lnTo>
                <a:lnTo>
                  <a:pt x="102" y="620"/>
                </a:lnTo>
                <a:lnTo>
                  <a:pt x="103" y="618"/>
                </a:lnTo>
                <a:lnTo>
                  <a:pt x="103" y="617"/>
                </a:lnTo>
                <a:lnTo>
                  <a:pt x="103" y="615"/>
                </a:lnTo>
                <a:lnTo>
                  <a:pt x="102" y="615"/>
                </a:lnTo>
                <a:lnTo>
                  <a:pt x="101" y="613"/>
                </a:lnTo>
                <a:lnTo>
                  <a:pt x="100" y="612"/>
                </a:lnTo>
                <a:lnTo>
                  <a:pt x="100" y="613"/>
                </a:lnTo>
                <a:lnTo>
                  <a:pt x="98" y="613"/>
                </a:lnTo>
                <a:lnTo>
                  <a:pt x="97" y="613"/>
                </a:lnTo>
                <a:lnTo>
                  <a:pt x="97" y="612"/>
                </a:lnTo>
                <a:lnTo>
                  <a:pt x="97" y="611"/>
                </a:lnTo>
                <a:lnTo>
                  <a:pt x="97" y="610"/>
                </a:lnTo>
                <a:lnTo>
                  <a:pt x="97" y="609"/>
                </a:lnTo>
                <a:lnTo>
                  <a:pt x="96" y="608"/>
                </a:lnTo>
                <a:lnTo>
                  <a:pt x="96" y="607"/>
                </a:lnTo>
                <a:lnTo>
                  <a:pt x="95" y="607"/>
                </a:lnTo>
                <a:lnTo>
                  <a:pt x="95" y="606"/>
                </a:lnTo>
                <a:lnTo>
                  <a:pt x="95" y="605"/>
                </a:lnTo>
                <a:lnTo>
                  <a:pt x="96" y="606"/>
                </a:lnTo>
                <a:lnTo>
                  <a:pt x="97" y="606"/>
                </a:lnTo>
                <a:lnTo>
                  <a:pt x="97" y="605"/>
                </a:lnTo>
                <a:lnTo>
                  <a:pt x="97" y="604"/>
                </a:lnTo>
                <a:lnTo>
                  <a:pt x="96" y="603"/>
                </a:lnTo>
                <a:lnTo>
                  <a:pt x="96" y="604"/>
                </a:lnTo>
                <a:lnTo>
                  <a:pt x="95" y="604"/>
                </a:lnTo>
                <a:lnTo>
                  <a:pt x="94" y="604"/>
                </a:lnTo>
                <a:lnTo>
                  <a:pt x="94" y="603"/>
                </a:lnTo>
                <a:lnTo>
                  <a:pt x="94" y="602"/>
                </a:lnTo>
                <a:lnTo>
                  <a:pt x="94" y="601"/>
                </a:lnTo>
                <a:lnTo>
                  <a:pt x="94" y="600"/>
                </a:lnTo>
                <a:lnTo>
                  <a:pt x="93" y="600"/>
                </a:lnTo>
                <a:lnTo>
                  <a:pt x="93" y="599"/>
                </a:lnTo>
                <a:lnTo>
                  <a:pt x="92" y="599"/>
                </a:lnTo>
                <a:lnTo>
                  <a:pt x="92" y="598"/>
                </a:lnTo>
                <a:lnTo>
                  <a:pt x="93" y="597"/>
                </a:lnTo>
                <a:lnTo>
                  <a:pt x="94" y="596"/>
                </a:lnTo>
                <a:lnTo>
                  <a:pt x="94" y="594"/>
                </a:lnTo>
                <a:lnTo>
                  <a:pt x="94" y="593"/>
                </a:lnTo>
                <a:lnTo>
                  <a:pt x="95" y="592"/>
                </a:lnTo>
                <a:lnTo>
                  <a:pt x="95" y="591"/>
                </a:lnTo>
                <a:lnTo>
                  <a:pt x="96" y="590"/>
                </a:lnTo>
                <a:lnTo>
                  <a:pt x="97" y="590"/>
                </a:lnTo>
                <a:lnTo>
                  <a:pt x="96" y="589"/>
                </a:lnTo>
                <a:lnTo>
                  <a:pt x="95" y="588"/>
                </a:lnTo>
                <a:lnTo>
                  <a:pt x="94" y="588"/>
                </a:lnTo>
                <a:lnTo>
                  <a:pt x="93" y="589"/>
                </a:lnTo>
                <a:lnTo>
                  <a:pt x="92" y="590"/>
                </a:lnTo>
                <a:lnTo>
                  <a:pt x="93" y="590"/>
                </a:lnTo>
                <a:lnTo>
                  <a:pt x="92" y="591"/>
                </a:lnTo>
                <a:lnTo>
                  <a:pt x="91" y="592"/>
                </a:lnTo>
                <a:lnTo>
                  <a:pt x="90" y="592"/>
                </a:lnTo>
                <a:lnTo>
                  <a:pt x="89" y="592"/>
                </a:lnTo>
                <a:lnTo>
                  <a:pt x="85" y="593"/>
                </a:lnTo>
                <a:lnTo>
                  <a:pt x="83" y="594"/>
                </a:lnTo>
                <a:lnTo>
                  <a:pt x="82" y="595"/>
                </a:lnTo>
                <a:lnTo>
                  <a:pt x="80" y="595"/>
                </a:lnTo>
                <a:lnTo>
                  <a:pt x="80" y="596"/>
                </a:lnTo>
                <a:lnTo>
                  <a:pt x="79" y="596"/>
                </a:lnTo>
                <a:lnTo>
                  <a:pt x="78" y="596"/>
                </a:lnTo>
                <a:lnTo>
                  <a:pt x="78" y="595"/>
                </a:lnTo>
                <a:lnTo>
                  <a:pt x="78" y="594"/>
                </a:lnTo>
                <a:lnTo>
                  <a:pt x="76" y="592"/>
                </a:lnTo>
                <a:lnTo>
                  <a:pt x="75" y="592"/>
                </a:lnTo>
                <a:lnTo>
                  <a:pt x="74" y="592"/>
                </a:lnTo>
                <a:lnTo>
                  <a:pt x="73" y="592"/>
                </a:lnTo>
                <a:lnTo>
                  <a:pt x="72" y="591"/>
                </a:lnTo>
                <a:lnTo>
                  <a:pt x="72" y="592"/>
                </a:lnTo>
                <a:lnTo>
                  <a:pt x="71" y="592"/>
                </a:lnTo>
                <a:lnTo>
                  <a:pt x="70" y="591"/>
                </a:lnTo>
                <a:lnTo>
                  <a:pt x="70" y="589"/>
                </a:lnTo>
                <a:lnTo>
                  <a:pt x="70" y="587"/>
                </a:lnTo>
                <a:lnTo>
                  <a:pt x="69" y="587"/>
                </a:lnTo>
                <a:lnTo>
                  <a:pt x="69" y="586"/>
                </a:lnTo>
                <a:lnTo>
                  <a:pt x="69" y="585"/>
                </a:lnTo>
                <a:lnTo>
                  <a:pt x="70" y="584"/>
                </a:lnTo>
                <a:lnTo>
                  <a:pt x="71" y="584"/>
                </a:lnTo>
                <a:lnTo>
                  <a:pt x="72" y="584"/>
                </a:lnTo>
                <a:lnTo>
                  <a:pt x="73" y="583"/>
                </a:lnTo>
                <a:lnTo>
                  <a:pt x="72" y="581"/>
                </a:lnTo>
                <a:lnTo>
                  <a:pt x="72" y="580"/>
                </a:lnTo>
                <a:lnTo>
                  <a:pt x="73" y="578"/>
                </a:lnTo>
                <a:lnTo>
                  <a:pt x="74" y="577"/>
                </a:lnTo>
                <a:lnTo>
                  <a:pt x="74" y="576"/>
                </a:lnTo>
                <a:lnTo>
                  <a:pt x="74" y="575"/>
                </a:lnTo>
                <a:lnTo>
                  <a:pt x="74" y="574"/>
                </a:lnTo>
                <a:lnTo>
                  <a:pt x="75" y="574"/>
                </a:lnTo>
                <a:lnTo>
                  <a:pt x="75" y="573"/>
                </a:lnTo>
                <a:lnTo>
                  <a:pt x="76" y="572"/>
                </a:lnTo>
                <a:lnTo>
                  <a:pt x="76" y="571"/>
                </a:lnTo>
                <a:lnTo>
                  <a:pt x="77" y="571"/>
                </a:lnTo>
                <a:lnTo>
                  <a:pt x="77" y="570"/>
                </a:lnTo>
                <a:lnTo>
                  <a:pt x="78" y="570"/>
                </a:lnTo>
                <a:lnTo>
                  <a:pt x="78" y="569"/>
                </a:lnTo>
                <a:lnTo>
                  <a:pt x="79" y="568"/>
                </a:lnTo>
                <a:lnTo>
                  <a:pt x="80" y="568"/>
                </a:lnTo>
                <a:lnTo>
                  <a:pt x="82" y="567"/>
                </a:lnTo>
                <a:lnTo>
                  <a:pt x="83" y="567"/>
                </a:lnTo>
                <a:lnTo>
                  <a:pt x="83" y="566"/>
                </a:lnTo>
                <a:lnTo>
                  <a:pt x="82" y="565"/>
                </a:lnTo>
                <a:lnTo>
                  <a:pt x="81" y="565"/>
                </a:lnTo>
                <a:lnTo>
                  <a:pt x="80" y="564"/>
                </a:lnTo>
                <a:lnTo>
                  <a:pt x="80" y="563"/>
                </a:lnTo>
                <a:lnTo>
                  <a:pt x="82" y="562"/>
                </a:lnTo>
                <a:lnTo>
                  <a:pt x="83" y="561"/>
                </a:lnTo>
                <a:lnTo>
                  <a:pt x="84" y="560"/>
                </a:lnTo>
                <a:lnTo>
                  <a:pt x="83" y="559"/>
                </a:lnTo>
                <a:lnTo>
                  <a:pt x="82" y="559"/>
                </a:lnTo>
                <a:lnTo>
                  <a:pt x="82" y="558"/>
                </a:lnTo>
                <a:lnTo>
                  <a:pt x="82" y="557"/>
                </a:lnTo>
                <a:lnTo>
                  <a:pt x="83" y="556"/>
                </a:lnTo>
                <a:lnTo>
                  <a:pt x="84" y="556"/>
                </a:lnTo>
                <a:lnTo>
                  <a:pt x="85" y="555"/>
                </a:lnTo>
                <a:lnTo>
                  <a:pt x="86" y="555"/>
                </a:lnTo>
                <a:lnTo>
                  <a:pt x="86" y="554"/>
                </a:lnTo>
                <a:lnTo>
                  <a:pt x="86" y="552"/>
                </a:lnTo>
                <a:lnTo>
                  <a:pt x="85" y="552"/>
                </a:lnTo>
                <a:lnTo>
                  <a:pt x="84" y="552"/>
                </a:lnTo>
                <a:lnTo>
                  <a:pt x="84" y="551"/>
                </a:lnTo>
                <a:lnTo>
                  <a:pt x="84" y="549"/>
                </a:lnTo>
                <a:lnTo>
                  <a:pt x="83" y="550"/>
                </a:lnTo>
                <a:lnTo>
                  <a:pt x="83" y="549"/>
                </a:lnTo>
                <a:lnTo>
                  <a:pt x="83" y="547"/>
                </a:lnTo>
                <a:lnTo>
                  <a:pt x="83" y="546"/>
                </a:lnTo>
                <a:lnTo>
                  <a:pt x="83" y="545"/>
                </a:lnTo>
                <a:lnTo>
                  <a:pt x="82" y="544"/>
                </a:lnTo>
                <a:lnTo>
                  <a:pt x="81" y="542"/>
                </a:lnTo>
                <a:lnTo>
                  <a:pt x="81" y="541"/>
                </a:lnTo>
                <a:lnTo>
                  <a:pt x="79" y="539"/>
                </a:lnTo>
                <a:lnTo>
                  <a:pt x="79" y="538"/>
                </a:lnTo>
                <a:lnTo>
                  <a:pt x="77" y="537"/>
                </a:lnTo>
                <a:lnTo>
                  <a:pt x="76" y="538"/>
                </a:lnTo>
                <a:lnTo>
                  <a:pt x="75" y="538"/>
                </a:lnTo>
                <a:lnTo>
                  <a:pt x="75" y="537"/>
                </a:lnTo>
                <a:lnTo>
                  <a:pt x="74" y="537"/>
                </a:lnTo>
                <a:lnTo>
                  <a:pt x="73" y="537"/>
                </a:lnTo>
                <a:lnTo>
                  <a:pt x="71" y="536"/>
                </a:lnTo>
                <a:lnTo>
                  <a:pt x="71" y="535"/>
                </a:lnTo>
                <a:lnTo>
                  <a:pt x="71" y="534"/>
                </a:lnTo>
                <a:lnTo>
                  <a:pt x="70" y="534"/>
                </a:lnTo>
                <a:lnTo>
                  <a:pt x="70" y="533"/>
                </a:lnTo>
                <a:lnTo>
                  <a:pt x="69" y="533"/>
                </a:lnTo>
                <a:lnTo>
                  <a:pt x="69" y="532"/>
                </a:lnTo>
                <a:lnTo>
                  <a:pt x="69" y="531"/>
                </a:lnTo>
                <a:lnTo>
                  <a:pt x="69" y="530"/>
                </a:lnTo>
                <a:lnTo>
                  <a:pt x="71" y="530"/>
                </a:lnTo>
                <a:lnTo>
                  <a:pt x="71" y="529"/>
                </a:lnTo>
                <a:lnTo>
                  <a:pt x="72" y="529"/>
                </a:lnTo>
                <a:lnTo>
                  <a:pt x="73" y="529"/>
                </a:lnTo>
                <a:lnTo>
                  <a:pt x="74" y="530"/>
                </a:lnTo>
                <a:lnTo>
                  <a:pt x="76" y="530"/>
                </a:lnTo>
                <a:lnTo>
                  <a:pt x="79" y="530"/>
                </a:lnTo>
                <a:lnTo>
                  <a:pt x="80" y="529"/>
                </a:lnTo>
                <a:lnTo>
                  <a:pt x="82" y="528"/>
                </a:lnTo>
                <a:lnTo>
                  <a:pt x="83" y="528"/>
                </a:lnTo>
                <a:lnTo>
                  <a:pt x="83" y="527"/>
                </a:lnTo>
                <a:lnTo>
                  <a:pt x="82" y="527"/>
                </a:lnTo>
                <a:lnTo>
                  <a:pt x="81" y="527"/>
                </a:lnTo>
                <a:lnTo>
                  <a:pt x="81" y="526"/>
                </a:lnTo>
                <a:lnTo>
                  <a:pt x="82" y="526"/>
                </a:lnTo>
                <a:lnTo>
                  <a:pt x="83" y="525"/>
                </a:lnTo>
                <a:lnTo>
                  <a:pt x="83" y="526"/>
                </a:lnTo>
                <a:lnTo>
                  <a:pt x="84" y="526"/>
                </a:lnTo>
                <a:lnTo>
                  <a:pt x="85" y="527"/>
                </a:lnTo>
                <a:lnTo>
                  <a:pt x="86" y="526"/>
                </a:lnTo>
                <a:lnTo>
                  <a:pt x="86" y="525"/>
                </a:lnTo>
                <a:lnTo>
                  <a:pt x="86" y="524"/>
                </a:lnTo>
                <a:lnTo>
                  <a:pt x="85" y="524"/>
                </a:lnTo>
                <a:lnTo>
                  <a:pt x="87" y="523"/>
                </a:lnTo>
                <a:lnTo>
                  <a:pt x="88" y="522"/>
                </a:lnTo>
                <a:lnTo>
                  <a:pt x="89" y="520"/>
                </a:lnTo>
                <a:lnTo>
                  <a:pt x="91" y="520"/>
                </a:lnTo>
                <a:lnTo>
                  <a:pt x="92" y="520"/>
                </a:lnTo>
                <a:lnTo>
                  <a:pt x="92" y="519"/>
                </a:lnTo>
                <a:lnTo>
                  <a:pt x="93" y="519"/>
                </a:lnTo>
                <a:lnTo>
                  <a:pt x="94" y="519"/>
                </a:lnTo>
                <a:lnTo>
                  <a:pt x="94" y="520"/>
                </a:lnTo>
                <a:lnTo>
                  <a:pt x="95" y="520"/>
                </a:lnTo>
                <a:lnTo>
                  <a:pt x="96" y="520"/>
                </a:lnTo>
                <a:lnTo>
                  <a:pt x="96" y="519"/>
                </a:lnTo>
                <a:lnTo>
                  <a:pt x="98" y="519"/>
                </a:lnTo>
                <a:lnTo>
                  <a:pt x="98" y="520"/>
                </a:lnTo>
                <a:lnTo>
                  <a:pt x="97" y="520"/>
                </a:lnTo>
                <a:lnTo>
                  <a:pt x="97" y="521"/>
                </a:lnTo>
                <a:lnTo>
                  <a:pt x="97" y="522"/>
                </a:lnTo>
                <a:lnTo>
                  <a:pt x="98" y="522"/>
                </a:lnTo>
                <a:lnTo>
                  <a:pt x="99" y="522"/>
                </a:lnTo>
                <a:lnTo>
                  <a:pt x="100" y="522"/>
                </a:lnTo>
                <a:lnTo>
                  <a:pt x="100" y="521"/>
                </a:lnTo>
                <a:lnTo>
                  <a:pt x="99" y="520"/>
                </a:lnTo>
                <a:lnTo>
                  <a:pt x="99" y="518"/>
                </a:lnTo>
                <a:lnTo>
                  <a:pt x="100" y="517"/>
                </a:lnTo>
                <a:lnTo>
                  <a:pt x="98" y="515"/>
                </a:lnTo>
                <a:lnTo>
                  <a:pt x="97" y="513"/>
                </a:lnTo>
                <a:lnTo>
                  <a:pt x="96" y="512"/>
                </a:lnTo>
                <a:lnTo>
                  <a:pt x="96" y="510"/>
                </a:lnTo>
                <a:lnTo>
                  <a:pt x="97" y="509"/>
                </a:lnTo>
                <a:lnTo>
                  <a:pt x="98" y="508"/>
                </a:lnTo>
                <a:lnTo>
                  <a:pt x="98" y="506"/>
                </a:lnTo>
                <a:lnTo>
                  <a:pt x="98" y="505"/>
                </a:lnTo>
                <a:lnTo>
                  <a:pt x="97" y="505"/>
                </a:lnTo>
                <a:lnTo>
                  <a:pt x="97" y="504"/>
                </a:lnTo>
                <a:lnTo>
                  <a:pt x="98" y="503"/>
                </a:lnTo>
                <a:lnTo>
                  <a:pt x="98" y="502"/>
                </a:lnTo>
                <a:lnTo>
                  <a:pt x="97" y="502"/>
                </a:lnTo>
                <a:lnTo>
                  <a:pt x="96" y="502"/>
                </a:lnTo>
                <a:lnTo>
                  <a:pt x="95" y="502"/>
                </a:lnTo>
                <a:lnTo>
                  <a:pt x="94" y="501"/>
                </a:lnTo>
                <a:lnTo>
                  <a:pt x="94" y="500"/>
                </a:lnTo>
                <a:lnTo>
                  <a:pt x="93" y="500"/>
                </a:lnTo>
                <a:lnTo>
                  <a:pt x="93" y="499"/>
                </a:lnTo>
                <a:lnTo>
                  <a:pt x="93" y="500"/>
                </a:lnTo>
                <a:lnTo>
                  <a:pt x="92" y="500"/>
                </a:lnTo>
                <a:lnTo>
                  <a:pt x="92" y="501"/>
                </a:lnTo>
                <a:lnTo>
                  <a:pt x="91" y="502"/>
                </a:lnTo>
                <a:lnTo>
                  <a:pt x="91" y="503"/>
                </a:lnTo>
                <a:lnTo>
                  <a:pt x="90" y="503"/>
                </a:lnTo>
                <a:lnTo>
                  <a:pt x="90" y="504"/>
                </a:lnTo>
                <a:lnTo>
                  <a:pt x="90" y="505"/>
                </a:lnTo>
                <a:lnTo>
                  <a:pt x="89" y="505"/>
                </a:lnTo>
                <a:lnTo>
                  <a:pt x="88" y="505"/>
                </a:lnTo>
                <a:lnTo>
                  <a:pt x="87" y="505"/>
                </a:lnTo>
                <a:lnTo>
                  <a:pt x="88" y="502"/>
                </a:lnTo>
                <a:lnTo>
                  <a:pt x="88" y="501"/>
                </a:lnTo>
                <a:lnTo>
                  <a:pt x="89" y="501"/>
                </a:lnTo>
                <a:lnTo>
                  <a:pt x="90" y="499"/>
                </a:lnTo>
                <a:lnTo>
                  <a:pt x="92" y="498"/>
                </a:lnTo>
                <a:lnTo>
                  <a:pt x="94" y="497"/>
                </a:lnTo>
                <a:lnTo>
                  <a:pt x="95" y="497"/>
                </a:lnTo>
                <a:lnTo>
                  <a:pt x="95" y="496"/>
                </a:lnTo>
                <a:lnTo>
                  <a:pt x="97" y="495"/>
                </a:lnTo>
                <a:lnTo>
                  <a:pt x="97" y="494"/>
                </a:lnTo>
                <a:lnTo>
                  <a:pt x="98" y="494"/>
                </a:lnTo>
                <a:lnTo>
                  <a:pt x="98" y="495"/>
                </a:lnTo>
                <a:lnTo>
                  <a:pt x="101" y="495"/>
                </a:lnTo>
                <a:lnTo>
                  <a:pt x="101" y="494"/>
                </a:lnTo>
                <a:lnTo>
                  <a:pt x="100" y="494"/>
                </a:lnTo>
                <a:lnTo>
                  <a:pt x="100" y="493"/>
                </a:lnTo>
                <a:lnTo>
                  <a:pt x="101" y="493"/>
                </a:lnTo>
                <a:lnTo>
                  <a:pt x="101" y="492"/>
                </a:lnTo>
                <a:lnTo>
                  <a:pt x="103" y="492"/>
                </a:lnTo>
                <a:lnTo>
                  <a:pt x="104" y="491"/>
                </a:lnTo>
                <a:lnTo>
                  <a:pt x="103" y="491"/>
                </a:lnTo>
                <a:lnTo>
                  <a:pt x="103" y="490"/>
                </a:lnTo>
                <a:lnTo>
                  <a:pt x="102" y="490"/>
                </a:lnTo>
                <a:lnTo>
                  <a:pt x="101" y="487"/>
                </a:lnTo>
                <a:lnTo>
                  <a:pt x="100" y="488"/>
                </a:lnTo>
                <a:lnTo>
                  <a:pt x="99" y="487"/>
                </a:lnTo>
                <a:lnTo>
                  <a:pt x="99" y="486"/>
                </a:lnTo>
                <a:lnTo>
                  <a:pt x="99" y="485"/>
                </a:lnTo>
                <a:lnTo>
                  <a:pt x="100" y="485"/>
                </a:lnTo>
                <a:lnTo>
                  <a:pt x="101" y="485"/>
                </a:lnTo>
                <a:lnTo>
                  <a:pt x="101" y="484"/>
                </a:lnTo>
                <a:lnTo>
                  <a:pt x="101" y="482"/>
                </a:lnTo>
                <a:lnTo>
                  <a:pt x="100" y="482"/>
                </a:lnTo>
                <a:lnTo>
                  <a:pt x="100" y="481"/>
                </a:lnTo>
                <a:lnTo>
                  <a:pt x="99" y="480"/>
                </a:lnTo>
                <a:lnTo>
                  <a:pt x="98" y="480"/>
                </a:lnTo>
                <a:lnTo>
                  <a:pt x="97" y="477"/>
                </a:lnTo>
                <a:lnTo>
                  <a:pt x="97" y="474"/>
                </a:lnTo>
                <a:lnTo>
                  <a:pt x="98" y="474"/>
                </a:lnTo>
                <a:lnTo>
                  <a:pt x="98" y="473"/>
                </a:lnTo>
                <a:lnTo>
                  <a:pt x="97" y="473"/>
                </a:lnTo>
                <a:lnTo>
                  <a:pt x="94" y="472"/>
                </a:lnTo>
                <a:lnTo>
                  <a:pt x="93" y="472"/>
                </a:lnTo>
                <a:lnTo>
                  <a:pt x="93" y="473"/>
                </a:lnTo>
                <a:lnTo>
                  <a:pt x="93" y="474"/>
                </a:lnTo>
                <a:lnTo>
                  <a:pt x="94" y="475"/>
                </a:lnTo>
                <a:lnTo>
                  <a:pt x="93" y="475"/>
                </a:lnTo>
                <a:lnTo>
                  <a:pt x="93" y="476"/>
                </a:lnTo>
                <a:lnTo>
                  <a:pt x="92" y="476"/>
                </a:lnTo>
                <a:lnTo>
                  <a:pt x="91" y="475"/>
                </a:lnTo>
                <a:lnTo>
                  <a:pt x="90" y="474"/>
                </a:lnTo>
                <a:lnTo>
                  <a:pt x="89" y="474"/>
                </a:lnTo>
                <a:lnTo>
                  <a:pt x="90" y="473"/>
                </a:lnTo>
                <a:lnTo>
                  <a:pt x="91" y="473"/>
                </a:lnTo>
                <a:lnTo>
                  <a:pt x="92" y="474"/>
                </a:lnTo>
                <a:lnTo>
                  <a:pt x="92" y="473"/>
                </a:lnTo>
                <a:lnTo>
                  <a:pt x="92" y="472"/>
                </a:lnTo>
                <a:lnTo>
                  <a:pt x="91" y="472"/>
                </a:lnTo>
                <a:lnTo>
                  <a:pt x="90" y="472"/>
                </a:lnTo>
                <a:lnTo>
                  <a:pt x="89" y="472"/>
                </a:lnTo>
                <a:lnTo>
                  <a:pt x="89" y="471"/>
                </a:lnTo>
                <a:lnTo>
                  <a:pt x="89" y="470"/>
                </a:lnTo>
                <a:lnTo>
                  <a:pt x="89" y="469"/>
                </a:lnTo>
                <a:lnTo>
                  <a:pt x="89" y="467"/>
                </a:lnTo>
                <a:lnTo>
                  <a:pt x="90" y="467"/>
                </a:lnTo>
                <a:lnTo>
                  <a:pt x="90" y="466"/>
                </a:lnTo>
                <a:lnTo>
                  <a:pt x="91" y="465"/>
                </a:lnTo>
                <a:lnTo>
                  <a:pt x="91" y="464"/>
                </a:lnTo>
                <a:lnTo>
                  <a:pt x="90" y="464"/>
                </a:lnTo>
                <a:lnTo>
                  <a:pt x="89" y="464"/>
                </a:lnTo>
                <a:lnTo>
                  <a:pt x="89" y="465"/>
                </a:lnTo>
                <a:lnTo>
                  <a:pt x="87" y="465"/>
                </a:lnTo>
                <a:lnTo>
                  <a:pt x="86" y="466"/>
                </a:lnTo>
                <a:lnTo>
                  <a:pt x="85" y="466"/>
                </a:lnTo>
                <a:lnTo>
                  <a:pt x="83" y="462"/>
                </a:lnTo>
                <a:lnTo>
                  <a:pt x="83" y="461"/>
                </a:lnTo>
                <a:lnTo>
                  <a:pt x="82" y="461"/>
                </a:lnTo>
                <a:lnTo>
                  <a:pt x="81" y="462"/>
                </a:lnTo>
                <a:lnTo>
                  <a:pt x="81" y="461"/>
                </a:lnTo>
                <a:lnTo>
                  <a:pt x="80" y="461"/>
                </a:lnTo>
                <a:lnTo>
                  <a:pt x="80" y="460"/>
                </a:lnTo>
                <a:lnTo>
                  <a:pt x="80" y="461"/>
                </a:lnTo>
                <a:lnTo>
                  <a:pt x="80" y="462"/>
                </a:lnTo>
                <a:lnTo>
                  <a:pt x="80" y="463"/>
                </a:lnTo>
                <a:lnTo>
                  <a:pt x="79" y="463"/>
                </a:lnTo>
                <a:lnTo>
                  <a:pt x="79" y="462"/>
                </a:lnTo>
                <a:lnTo>
                  <a:pt x="78" y="461"/>
                </a:lnTo>
                <a:lnTo>
                  <a:pt x="78" y="462"/>
                </a:lnTo>
                <a:lnTo>
                  <a:pt x="77" y="462"/>
                </a:lnTo>
                <a:lnTo>
                  <a:pt x="78" y="462"/>
                </a:lnTo>
                <a:lnTo>
                  <a:pt x="77" y="462"/>
                </a:lnTo>
                <a:lnTo>
                  <a:pt x="77" y="463"/>
                </a:lnTo>
                <a:lnTo>
                  <a:pt x="76" y="462"/>
                </a:lnTo>
                <a:lnTo>
                  <a:pt x="75" y="462"/>
                </a:lnTo>
                <a:lnTo>
                  <a:pt x="72" y="462"/>
                </a:lnTo>
                <a:lnTo>
                  <a:pt x="72" y="463"/>
                </a:lnTo>
                <a:lnTo>
                  <a:pt x="72" y="464"/>
                </a:lnTo>
                <a:lnTo>
                  <a:pt x="71" y="464"/>
                </a:lnTo>
                <a:lnTo>
                  <a:pt x="70" y="465"/>
                </a:lnTo>
                <a:lnTo>
                  <a:pt x="69" y="465"/>
                </a:lnTo>
                <a:lnTo>
                  <a:pt x="69" y="464"/>
                </a:lnTo>
                <a:lnTo>
                  <a:pt x="68" y="464"/>
                </a:lnTo>
                <a:lnTo>
                  <a:pt x="66" y="465"/>
                </a:lnTo>
                <a:lnTo>
                  <a:pt x="65" y="466"/>
                </a:lnTo>
                <a:lnTo>
                  <a:pt x="64" y="466"/>
                </a:lnTo>
                <a:lnTo>
                  <a:pt x="63" y="466"/>
                </a:lnTo>
                <a:lnTo>
                  <a:pt x="62" y="466"/>
                </a:lnTo>
                <a:lnTo>
                  <a:pt x="62" y="465"/>
                </a:lnTo>
                <a:lnTo>
                  <a:pt x="61" y="464"/>
                </a:lnTo>
                <a:lnTo>
                  <a:pt x="62" y="463"/>
                </a:lnTo>
                <a:lnTo>
                  <a:pt x="61" y="463"/>
                </a:lnTo>
                <a:lnTo>
                  <a:pt x="60" y="463"/>
                </a:lnTo>
                <a:lnTo>
                  <a:pt x="59" y="465"/>
                </a:lnTo>
                <a:lnTo>
                  <a:pt x="58" y="466"/>
                </a:lnTo>
                <a:lnTo>
                  <a:pt x="58" y="467"/>
                </a:lnTo>
                <a:lnTo>
                  <a:pt x="57" y="467"/>
                </a:lnTo>
                <a:lnTo>
                  <a:pt x="56" y="469"/>
                </a:lnTo>
                <a:lnTo>
                  <a:pt x="56" y="470"/>
                </a:lnTo>
                <a:lnTo>
                  <a:pt x="55" y="471"/>
                </a:lnTo>
                <a:lnTo>
                  <a:pt x="54" y="472"/>
                </a:lnTo>
                <a:lnTo>
                  <a:pt x="54" y="473"/>
                </a:lnTo>
                <a:lnTo>
                  <a:pt x="53" y="473"/>
                </a:lnTo>
                <a:lnTo>
                  <a:pt x="52" y="473"/>
                </a:lnTo>
                <a:lnTo>
                  <a:pt x="50" y="474"/>
                </a:lnTo>
                <a:lnTo>
                  <a:pt x="50" y="476"/>
                </a:lnTo>
                <a:lnTo>
                  <a:pt x="49" y="476"/>
                </a:lnTo>
                <a:lnTo>
                  <a:pt x="48" y="475"/>
                </a:lnTo>
                <a:lnTo>
                  <a:pt x="46" y="475"/>
                </a:lnTo>
                <a:lnTo>
                  <a:pt x="45" y="475"/>
                </a:lnTo>
                <a:lnTo>
                  <a:pt x="45" y="476"/>
                </a:lnTo>
                <a:lnTo>
                  <a:pt x="46" y="476"/>
                </a:lnTo>
                <a:lnTo>
                  <a:pt x="45" y="476"/>
                </a:lnTo>
                <a:lnTo>
                  <a:pt x="42" y="476"/>
                </a:lnTo>
                <a:lnTo>
                  <a:pt x="41" y="475"/>
                </a:lnTo>
                <a:lnTo>
                  <a:pt x="42" y="472"/>
                </a:lnTo>
                <a:lnTo>
                  <a:pt x="43" y="471"/>
                </a:lnTo>
                <a:lnTo>
                  <a:pt x="44" y="470"/>
                </a:lnTo>
                <a:lnTo>
                  <a:pt x="45" y="469"/>
                </a:lnTo>
                <a:lnTo>
                  <a:pt x="45" y="468"/>
                </a:lnTo>
                <a:lnTo>
                  <a:pt x="45" y="467"/>
                </a:lnTo>
                <a:lnTo>
                  <a:pt x="44" y="467"/>
                </a:lnTo>
                <a:lnTo>
                  <a:pt x="42" y="468"/>
                </a:lnTo>
                <a:lnTo>
                  <a:pt x="40" y="469"/>
                </a:lnTo>
                <a:lnTo>
                  <a:pt x="39" y="469"/>
                </a:lnTo>
                <a:lnTo>
                  <a:pt x="38" y="469"/>
                </a:lnTo>
                <a:lnTo>
                  <a:pt x="36" y="470"/>
                </a:lnTo>
                <a:lnTo>
                  <a:pt x="35" y="471"/>
                </a:lnTo>
                <a:lnTo>
                  <a:pt x="35" y="472"/>
                </a:lnTo>
                <a:lnTo>
                  <a:pt x="34" y="472"/>
                </a:lnTo>
                <a:lnTo>
                  <a:pt x="32" y="472"/>
                </a:lnTo>
                <a:lnTo>
                  <a:pt x="32" y="471"/>
                </a:lnTo>
                <a:lnTo>
                  <a:pt x="31" y="471"/>
                </a:lnTo>
                <a:lnTo>
                  <a:pt x="30" y="473"/>
                </a:lnTo>
                <a:lnTo>
                  <a:pt x="29" y="475"/>
                </a:lnTo>
                <a:lnTo>
                  <a:pt x="28" y="476"/>
                </a:lnTo>
                <a:lnTo>
                  <a:pt x="28" y="475"/>
                </a:lnTo>
                <a:lnTo>
                  <a:pt x="27" y="476"/>
                </a:lnTo>
                <a:lnTo>
                  <a:pt x="26" y="476"/>
                </a:lnTo>
                <a:lnTo>
                  <a:pt x="25" y="477"/>
                </a:lnTo>
                <a:lnTo>
                  <a:pt x="25" y="478"/>
                </a:lnTo>
                <a:lnTo>
                  <a:pt x="23" y="479"/>
                </a:lnTo>
                <a:lnTo>
                  <a:pt x="23" y="480"/>
                </a:lnTo>
                <a:lnTo>
                  <a:pt x="22" y="480"/>
                </a:lnTo>
                <a:lnTo>
                  <a:pt x="22" y="479"/>
                </a:lnTo>
                <a:lnTo>
                  <a:pt x="20" y="480"/>
                </a:lnTo>
                <a:lnTo>
                  <a:pt x="20" y="481"/>
                </a:lnTo>
                <a:lnTo>
                  <a:pt x="22" y="481"/>
                </a:lnTo>
                <a:lnTo>
                  <a:pt x="22" y="482"/>
                </a:lnTo>
                <a:lnTo>
                  <a:pt x="22" y="484"/>
                </a:lnTo>
                <a:lnTo>
                  <a:pt x="21" y="485"/>
                </a:lnTo>
                <a:lnTo>
                  <a:pt x="18" y="486"/>
                </a:lnTo>
                <a:lnTo>
                  <a:pt x="17" y="486"/>
                </a:lnTo>
                <a:lnTo>
                  <a:pt x="17" y="485"/>
                </a:lnTo>
                <a:lnTo>
                  <a:pt x="18" y="485"/>
                </a:lnTo>
                <a:lnTo>
                  <a:pt x="18" y="483"/>
                </a:lnTo>
                <a:lnTo>
                  <a:pt x="17" y="483"/>
                </a:lnTo>
                <a:lnTo>
                  <a:pt x="16" y="483"/>
                </a:lnTo>
                <a:lnTo>
                  <a:pt x="17" y="484"/>
                </a:lnTo>
                <a:lnTo>
                  <a:pt x="17" y="485"/>
                </a:lnTo>
                <a:lnTo>
                  <a:pt x="15" y="485"/>
                </a:lnTo>
                <a:lnTo>
                  <a:pt x="14" y="485"/>
                </a:lnTo>
                <a:lnTo>
                  <a:pt x="14" y="486"/>
                </a:lnTo>
                <a:lnTo>
                  <a:pt x="13" y="487"/>
                </a:lnTo>
                <a:lnTo>
                  <a:pt x="12" y="488"/>
                </a:lnTo>
                <a:lnTo>
                  <a:pt x="11" y="488"/>
                </a:lnTo>
                <a:lnTo>
                  <a:pt x="11" y="487"/>
                </a:lnTo>
                <a:lnTo>
                  <a:pt x="12" y="486"/>
                </a:lnTo>
                <a:lnTo>
                  <a:pt x="12" y="485"/>
                </a:lnTo>
                <a:lnTo>
                  <a:pt x="11" y="484"/>
                </a:lnTo>
                <a:lnTo>
                  <a:pt x="11" y="483"/>
                </a:lnTo>
                <a:lnTo>
                  <a:pt x="9" y="483"/>
                </a:lnTo>
                <a:lnTo>
                  <a:pt x="8" y="482"/>
                </a:lnTo>
                <a:lnTo>
                  <a:pt x="8" y="481"/>
                </a:lnTo>
                <a:lnTo>
                  <a:pt x="7" y="480"/>
                </a:lnTo>
                <a:lnTo>
                  <a:pt x="8" y="480"/>
                </a:lnTo>
                <a:lnTo>
                  <a:pt x="7" y="480"/>
                </a:lnTo>
                <a:lnTo>
                  <a:pt x="7" y="479"/>
                </a:lnTo>
                <a:lnTo>
                  <a:pt x="7" y="478"/>
                </a:lnTo>
                <a:lnTo>
                  <a:pt x="6" y="478"/>
                </a:lnTo>
                <a:lnTo>
                  <a:pt x="6" y="479"/>
                </a:lnTo>
                <a:lnTo>
                  <a:pt x="5" y="479"/>
                </a:lnTo>
                <a:lnTo>
                  <a:pt x="3" y="478"/>
                </a:lnTo>
                <a:lnTo>
                  <a:pt x="2" y="477"/>
                </a:lnTo>
                <a:lnTo>
                  <a:pt x="2" y="476"/>
                </a:lnTo>
                <a:lnTo>
                  <a:pt x="1" y="476"/>
                </a:lnTo>
                <a:lnTo>
                  <a:pt x="0" y="475"/>
                </a:lnTo>
                <a:lnTo>
                  <a:pt x="2" y="473"/>
                </a:lnTo>
                <a:lnTo>
                  <a:pt x="3" y="473"/>
                </a:lnTo>
                <a:lnTo>
                  <a:pt x="3" y="474"/>
                </a:lnTo>
                <a:lnTo>
                  <a:pt x="4" y="474"/>
                </a:lnTo>
                <a:lnTo>
                  <a:pt x="5" y="474"/>
                </a:lnTo>
                <a:lnTo>
                  <a:pt x="6" y="474"/>
                </a:lnTo>
                <a:lnTo>
                  <a:pt x="7" y="473"/>
                </a:lnTo>
                <a:lnTo>
                  <a:pt x="8" y="472"/>
                </a:lnTo>
                <a:lnTo>
                  <a:pt x="8" y="471"/>
                </a:lnTo>
                <a:lnTo>
                  <a:pt x="9" y="470"/>
                </a:lnTo>
                <a:lnTo>
                  <a:pt x="10" y="470"/>
                </a:lnTo>
                <a:lnTo>
                  <a:pt x="11" y="470"/>
                </a:lnTo>
                <a:lnTo>
                  <a:pt x="11" y="471"/>
                </a:lnTo>
                <a:lnTo>
                  <a:pt x="11" y="472"/>
                </a:lnTo>
                <a:lnTo>
                  <a:pt x="12" y="472"/>
                </a:lnTo>
                <a:lnTo>
                  <a:pt x="12" y="471"/>
                </a:lnTo>
                <a:lnTo>
                  <a:pt x="13" y="470"/>
                </a:lnTo>
                <a:lnTo>
                  <a:pt x="12" y="469"/>
                </a:lnTo>
                <a:lnTo>
                  <a:pt x="14" y="468"/>
                </a:lnTo>
                <a:lnTo>
                  <a:pt x="14" y="467"/>
                </a:lnTo>
                <a:lnTo>
                  <a:pt x="15" y="467"/>
                </a:lnTo>
                <a:lnTo>
                  <a:pt x="16" y="463"/>
                </a:lnTo>
                <a:lnTo>
                  <a:pt x="16" y="464"/>
                </a:lnTo>
                <a:lnTo>
                  <a:pt x="17" y="464"/>
                </a:lnTo>
                <a:lnTo>
                  <a:pt x="17" y="463"/>
                </a:lnTo>
                <a:lnTo>
                  <a:pt x="18" y="463"/>
                </a:lnTo>
                <a:lnTo>
                  <a:pt x="18" y="462"/>
                </a:lnTo>
                <a:lnTo>
                  <a:pt x="17" y="460"/>
                </a:lnTo>
                <a:lnTo>
                  <a:pt x="17" y="459"/>
                </a:lnTo>
                <a:lnTo>
                  <a:pt x="17" y="457"/>
                </a:lnTo>
                <a:lnTo>
                  <a:pt x="16" y="457"/>
                </a:lnTo>
                <a:lnTo>
                  <a:pt x="15" y="457"/>
                </a:lnTo>
                <a:lnTo>
                  <a:pt x="15" y="456"/>
                </a:lnTo>
                <a:lnTo>
                  <a:pt x="14" y="456"/>
                </a:lnTo>
                <a:lnTo>
                  <a:pt x="17" y="454"/>
                </a:lnTo>
                <a:lnTo>
                  <a:pt x="18" y="454"/>
                </a:lnTo>
                <a:lnTo>
                  <a:pt x="19" y="454"/>
                </a:lnTo>
                <a:lnTo>
                  <a:pt x="19" y="453"/>
                </a:lnTo>
                <a:lnTo>
                  <a:pt x="20" y="453"/>
                </a:lnTo>
                <a:lnTo>
                  <a:pt x="20" y="452"/>
                </a:lnTo>
                <a:lnTo>
                  <a:pt x="22" y="452"/>
                </a:lnTo>
                <a:lnTo>
                  <a:pt x="22" y="451"/>
                </a:lnTo>
                <a:lnTo>
                  <a:pt x="23" y="451"/>
                </a:lnTo>
                <a:lnTo>
                  <a:pt x="23" y="450"/>
                </a:lnTo>
                <a:lnTo>
                  <a:pt x="22" y="450"/>
                </a:lnTo>
                <a:lnTo>
                  <a:pt x="23" y="450"/>
                </a:lnTo>
                <a:lnTo>
                  <a:pt x="23" y="449"/>
                </a:lnTo>
                <a:lnTo>
                  <a:pt x="24" y="449"/>
                </a:lnTo>
                <a:lnTo>
                  <a:pt x="25" y="448"/>
                </a:lnTo>
                <a:lnTo>
                  <a:pt x="24" y="447"/>
                </a:lnTo>
                <a:lnTo>
                  <a:pt x="24" y="446"/>
                </a:lnTo>
                <a:lnTo>
                  <a:pt x="25" y="446"/>
                </a:lnTo>
                <a:lnTo>
                  <a:pt x="26" y="446"/>
                </a:lnTo>
                <a:lnTo>
                  <a:pt x="28" y="446"/>
                </a:lnTo>
                <a:lnTo>
                  <a:pt x="29" y="444"/>
                </a:lnTo>
                <a:lnTo>
                  <a:pt x="30" y="444"/>
                </a:lnTo>
                <a:lnTo>
                  <a:pt x="31" y="444"/>
                </a:lnTo>
                <a:lnTo>
                  <a:pt x="31" y="445"/>
                </a:lnTo>
                <a:lnTo>
                  <a:pt x="32" y="445"/>
                </a:lnTo>
                <a:lnTo>
                  <a:pt x="33" y="443"/>
                </a:lnTo>
                <a:lnTo>
                  <a:pt x="33" y="442"/>
                </a:lnTo>
                <a:lnTo>
                  <a:pt x="34" y="442"/>
                </a:lnTo>
                <a:lnTo>
                  <a:pt x="34" y="441"/>
                </a:lnTo>
                <a:lnTo>
                  <a:pt x="34" y="440"/>
                </a:lnTo>
                <a:lnTo>
                  <a:pt x="33" y="439"/>
                </a:lnTo>
                <a:lnTo>
                  <a:pt x="33" y="437"/>
                </a:lnTo>
                <a:lnTo>
                  <a:pt x="32" y="436"/>
                </a:lnTo>
                <a:lnTo>
                  <a:pt x="33" y="436"/>
                </a:lnTo>
                <a:lnTo>
                  <a:pt x="34" y="437"/>
                </a:lnTo>
                <a:lnTo>
                  <a:pt x="35" y="438"/>
                </a:lnTo>
                <a:lnTo>
                  <a:pt x="36" y="438"/>
                </a:lnTo>
                <a:lnTo>
                  <a:pt x="36" y="437"/>
                </a:lnTo>
                <a:lnTo>
                  <a:pt x="36" y="436"/>
                </a:lnTo>
                <a:lnTo>
                  <a:pt x="37" y="436"/>
                </a:lnTo>
                <a:lnTo>
                  <a:pt x="38" y="436"/>
                </a:lnTo>
                <a:lnTo>
                  <a:pt x="39" y="436"/>
                </a:lnTo>
                <a:lnTo>
                  <a:pt x="39" y="435"/>
                </a:lnTo>
                <a:lnTo>
                  <a:pt x="40" y="435"/>
                </a:lnTo>
                <a:lnTo>
                  <a:pt x="40" y="434"/>
                </a:lnTo>
                <a:lnTo>
                  <a:pt x="39" y="434"/>
                </a:lnTo>
                <a:lnTo>
                  <a:pt x="40" y="433"/>
                </a:lnTo>
                <a:lnTo>
                  <a:pt x="41" y="433"/>
                </a:lnTo>
                <a:lnTo>
                  <a:pt x="42" y="431"/>
                </a:lnTo>
                <a:lnTo>
                  <a:pt x="41" y="431"/>
                </a:lnTo>
                <a:lnTo>
                  <a:pt x="41" y="430"/>
                </a:lnTo>
                <a:lnTo>
                  <a:pt x="42" y="429"/>
                </a:lnTo>
                <a:lnTo>
                  <a:pt x="42" y="427"/>
                </a:lnTo>
                <a:lnTo>
                  <a:pt x="41" y="426"/>
                </a:lnTo>
                <a:lnTo>
                  <a:pt x="42" y="426"/>
                </a:lnTo>
                <a:lnTo>
                  <a:pt x="42" y="425"/>
                </a:lnTo>
                <a:lnTo>
                  <a:pt x="43" y="425"/>
                </a:lnTo>
                <a:lnTo>
                  <a:pt x="44" y="423"/>
                </a:lnTo>
                <a:lnTo>
                  <a:pt x="45" y="423"/>
                </a:lnTo>
                <a:lnTo>
                  <a:pt x="45" y="422"/>
                </a:lnTo>
                <a:lnTo>
                  <a:pt x="44" y="422"/>
                </a:lnTo>
                <a:lnTo>
                  <a:pt x="44" y="421"/>
                </a:lnTo>
                <a:lnTo>
                  <a:pt x="43" y="421"/>
                </a:lnTo>
                <a:lnTo>
                  <a:pt x="43" y="422"/>
                </a:lnTo>
                <a:lnTo>
                  <a:pt x="42" y="423"/>
                </a:lnTo>
                <a:lnTo>
                  <a:pt x="42" y="424"/>
                </a:lnTo>
                <a:lnTo>
                  <a:pt x="41" y="424"/>
                </a:lnTo>
                <a:lnTo>
                  <a:pt x="40" y="424"/>
                </a:lnTo>
                <a:lnTo>
                  <a:pt x="40" y="423"/>
                </a:lnTo>
                <a:lnTo>
                  <a:pt x="40" y="422"/>
                </a:lnTo>
                <a:lnTo>
                  <a:pt x="41" y="422"/>
                </a:lnTo>
                <a:lnTo>
                  <a:pt x="42" y="422"/>
                </a:lnTo>
                <a:lnTo>
                  <a:pt x="43" y="421"/>
                </a:lnTo>
                <a:lnTo>
                  <a:pt x="43" y="420"/>
                </a:lnTo>
                <a:lnTo>
                  <a:pt x="44" y="419"/>
                </a:lnTo>
                <a:lnTo>
                  <a:pt x="44" y="418"/>
                </a:lnTo>
                <a:lnTo>
                  <a:pt x="45" y="418"/>
                </a:lnTo>
                <a:lnTo>
                  <a:pt x="46" y="419"/>
                </a:lnTo>
                <a:lnTo>
                  <a:pt x="47" y="420"/>
                </a:lnTo>
                <a:lnTo>
                  <a:pt x="47" y="421"/>
                </a:lnTo>
                <a:lnTo>
                  <a:pt x="47" y="422"/>
                </a:lnTo>
                <a:lnTo>
                  <a:pt x="46" y="422"/>
                </a:lnTo>
                <a:lnTo>
                  <a:pt x="46" y="423"/>
                </a:lnTo>
                <a:lnTo>
                  <a:pt x="46" y="424"/>
                </a:lnTo>
                <a:lnTo>
                  <a:pt x="47" y="424"/>
                </a:lnTo>
                <a:lnTo>
                  <a:pt x="47" y="423"/>
                </a:lnTo>
                <a:lnTo>
                  <a:pt x="48" y="423"/>
                </a:lnTo>
                <a:lnTo>
                  <a:pt x="49" y="421"/>
                </a:lnTo>
                <a:lnTo>
                  <a:pt x="50" y="421"/>
                </a:lnTo>
                <a:lnTo>
                  <a:pt x="50" y="420"/>
                </a:lnTo>
                <a:lnTo>
                  <a:pt x="51" y="420"/>
                </a:lnTo>
                <a:lnTo>
                  <a:pt x="52" y="419"/>
                </a:lnTo>
                <a:lnTo>
                  <a:pt x="53" y="418"/>
                </a:lnTo>
                <a:lnTo>
                  <a:pt x="53" y="417"/>
                </a:lnTo>
                <a:lnTo>
                  <a:pt x="55" y="417"/>
                </a:lnTo>
                <a:lnTo>
                  <a:pt x="55" y="420"/>
                </a:lnTo>
                <a:lnTo>
                  <a:pt x="58" y="420"/>
                </a:lnTo>
                <a:lnTo>
                  <a:pt x="59" y="420"/>
                </a:lnTo>
                <a:lnTo>
                  <a:pt x="59" y="421"/>
                </a:lnTo>
                <a:lnTo>
                  <a:pt x="58" y="421"/>
                </a:lnTo>
                <a:lnTo>
                  <a:pt x="58" y="422"/>
                </a:lnTo>
                <a:lnTo>
                  <a:pt x="59" y="422"/>
                </a:lnTo>
                <a:lnTo>
                  <a:pt x="60" y="422"/>
                </a:lnTo>
                <a:lnTo>
                  <a:pt x="60" y="421"/>
                </a:lnTo>
                <a:lnTo>
                  <a:pt x="61" y="421"/>
                </a:lnTo>
                <a:lnTo>
                  <a:pt x="62" y="421"/>
                </a:lnTo>
                <a:lnTo>
                  <a:pt x="63" y="421"/>
                </a:lnTo>
                <a:lnTo>
                  <a:pt x="65" y="422"/>
                </a:lnTo>
                <a:lnTo>
                  <a:pt x="65" y="421"/>
                </a:lnTo>
                <a:lnTo>
                  <a:pt x="66" y="419"/>
                </a:lnTo>
                <a:lnTo>
                  <a:pt x="66" y="418"/>
                </a:lnTo>
                <a:lnTo>
                  <a:pt x="66" y="416"/>
                </a:lnTo>
                <a:lnTo>
                  <a:pt x="66" y="415"/>
                </a:lnTo>
                <a:lnTo>
                  <a:pt x="65" y="413"/>
                </a:lnTo>
                <a:lnTo>
                  <a:pt x="65" y="412"/>
                </a:lnTo>
                <a:lnTo>
                  <a:pt x="66" y="413"/>
                </a:lnTo>
                <a:lnTo>
                  <a:pt x="67" y="413"/>
                </a:lnTo>
                <a:lnTo>
                  <a:pt x="67" y="412"/>
                </a:lnTo>
                <a:lnTo>
                  <a:pt x="68" y="411"/>
                </a:lnTo>
                <a:lnTo>
                  <a:pt x="69" y="410"/>
                </a:lnTo>
                <a:lnTo>
                  <a:pt x="70" y="410"/>
                </a:lnTo>
                <a:lnTo>
                  <a:pt x="71" y="409"/>
                </a:lnTo>
                <a:lnTo>
                  <a:pt x="71" y="408"/>
                </a:lnTo>
                <a:lnTo>
                  <a:pt x="72" y="407"/>
                </a:lnTo>
                <a:lnTo>
                  <a:pt x="73" y="407"/>
                </a:lnTo>
                <a:lnTo>
                  <a:pt x="74" y="405"/>
                </a:lnTo>
                <a:lnTo>
                  <a:pt x="75" y="404"/>
                </a:lnTo>
                <a:lnTo>
                  <a:pt x="76" y="404"/>
                </a:lnTo>
                <a:lnTo>
                  <a:pt x="77" y="404"/>
                </a:lnTo>
                <a:lnTo>
                  <a:pt x="78" y="402"/>
                </a:lnTo>
                <a:lnTo>
                  <a:pt x="80" y="401"/>
                </a:lnTo>
                <a:lnTo>
                  <a:pt x="80" y="400"/>
                </a:lnTo>
                <a:lnTo>
                  <a:pt x="80" y="401"/>
                </a:lnTo>
                <a:lnTo>
                  <a:pt x="81" y="401"/>
                </a:lnTo>
                <a:lnTo>
                  <a:pt x="81" y="402"/>
                </a:lnTo>
                <a:lnTo>
                  <a:pt x="82" y="402"/>
                </a:lnTo>
                <a:lnTo>
                  <a:pt x="82" y="401"/>
                </a:lnTo>
                <a:lnTo>
                  <a:pt x="83" y="401"/>
                </a:lnTo>
                <a:lnTo>
                  <a:pt x="83" y="400"/>
                </a:lnTo>
                <a:lnTo>
                  <a:pt x="84" y="399"/>
                </a:lnTo>
                <a:lnTo>
                  <a:pt x="85" y="400"/>
                </a:lnTo>
                <a:lnTo>
                  <a:pt x="86" y="400"/>
                </a:lnTo>
                <a:lnTo>
                  <a:pt x="86" y="399"/>
                </a:lnTo>
                <a:lnTo>
                  <a:pt x="85" y="398"/>
                </a:lnTo>
                <a:lnTo>
                  <a:pt x="85" y="396"/>
                </a:lnTo>
                <a:lnTo>
                  <a:pt x="85" y="394"/>
                </a:lnTo>
                <a:lnTo>
                  <a:pt x="86" y="394"/>
                </a:lnTo>
                <a:lnTo>
                  <a:pt x="86" y="393"/>
                </a:lnTo>
                <a:lnTo>
                  <a:pt x="86" y="392"/>
                </a:lnTo>
                <a:lnTo>
                  <a:pt x="87" y="391"/>
                </a:lnTo>
                <a:lnTo>
                  <a:pt x="87" y="388"/>
                </a:lnTo>
                <a:lnTo>
                  <a:pt x="87" y="387"/>
                </a:lnTo>
                <a:lnTo>
                  <a:pt x="86" y="387"/>
                </a:lnTo>
                <a:lnTo>
                  <a:pt x="86" y="386"/>
                </a:lnTo>
                <a:lnTo>
                  <a:pt x="85" y="385"/>
                </a:lnTo>
                <a:lnTo>
                  <a:pt x="85" y="384"/>
                </a:lnTo>
                <a:lnTo>
                  <a:pt x="85" y="383"/>
                </a:lnTo>
                <a:lnTo>
                  <a:pt x="85" y="382"/>
                </a:lnTo>
                <a:lnTo>
                  <a:pt x="86" y="382"/>
                </a:lnTo>
                <a:lnTo>
                  <a:pt x="86" y="381"/>
                </a:lnTo>
                <a:lnTo>
                  <a:pt x="85" y="380"/>
                </a:lnTo>
                <a:lnTo>
                  <a:pt x="84" y="380"/>
                </a:lnTo>
                <a:lnTo>
                  <a:pt x="84" y="379"/>
                </a:lnTo>
                <a:lnTo>
                  <a:pt x="83" y="379"/>
                </a:lnTo>
                <a:lnTo>
                  <a:pt x="82" y="379"/>
                </a:lnTo>
                <a:lnTo>
                  <a:pt x="81" y="378"/>
                </a:lnTo>
                <a:lnTo>
                  <a:pt x="79" y="377"/>
                </a:lnTo>
                <a:lnTo>
                  <a:pt x="79" y="376"/>
                </a:lnTo>
                <a:lnTo>
                  <a:pt x="79" y="375"/>
                </a:lnTo>
                <a:lnTo>
                  <a:pt x="78" y="375"/>
                </a:lnTo>
                <a:lnTo>
                  <a:pt x="77" y="375"/>
                </a:lnTo>
                <a:lnTo>
                  <a:pt x="77" y="376"/>
                </a:lnTo>
                <a:lnTo>
                  <a:pt x="76" y="376"/>
                </a:lnTo>
                <a:lnTo>
                  <a:pt x="74" y="375"/>
                </a:lnTo>
                <a:lnTo>
                  <a:pt x="73" y="375"/>
                </a:lnTo>
                <a:lnTo>
                  <a:pt x="72" y="375"/>
                </a:lnTo>
                <a:lnTo>
                  <a:pt x="73" y="375"/>
                </a:lnTo>
                <a:lnTo>
                  <a:pt x="73" y="374"/>
                </a:lnTo>
                <a:lnTo>
                  <a:pt x="74" y="374"/>
                </a:lnTo>
                <a:lnTo>
                  <a:pt x="74" y="373"/>
                </a:lnTo>
                <a:lnTo>
                  <a:pt x="73" y="373"/>
                </a:lnTo>
                <a:lnTo>
                  <a:pt x="72" y="371"/>
                </a:lnTo>
                <a:lnTo>
                  <a:pt x="70" y="368"/>
                </a:lnTo>
                <a:lnTo>
                  <a:pt x="69" y="368"/>
                </a:lnTo>
                <a:lnTo>
                  <a:pt x="68" y="368"/>
                </a:lnTo>
                <a:lnTo>
                  <a:pt x="67" y="367"/>
                </a:lnTo>
                <a:lnTo>
                  <a:pt x="67" y="365"/>
                </a:lnTo>
                <a:lnTo>
                  <a:pt x="68" y="365"/>
                </a:lnTo>
                <a:lnTo>
                  <a:pt x="68" y="364"/>
                </a:lnTo>
                <a:lnTo>
                  <a:pt x="69" y="363"/>
                </a:lnTo>
                <a:lnTo>
                  <a:pt x="69" y="362"/>
                </a:lnTo>
                <a:lnTo>
                  <a:pt x="68" y="362"/>
                </a:lnTo>
                <a:lnTo>
                  <a:pt x="68" y="361"/>
                </a:lnTo>
                <a:lnTo>
                  <a:pt x="68" y="360"/>
                </a:lnTo>
                <a:lnTo>
                  <a:pt x="68" y="359"/>
                </a:lnTo>
                <a:lnTo>
                  <a:pt x="69" y="359"/>
                </a:lnTo>
                <a:lnTo>
                  <a:pt x="69" y="358"/>
                </a:lnTo>
                <a:lnTo>
                  <a:pt x="68" y="357"/>
                </a:lnTo>
                <a:lnTo>
                  <a:pt x="67" y="356"/>
                </a:lnTo>
                <a:lnTo>
                  <a:pt x="66" y="355"/>
                </a:lnTo>
                <a:lnTo>
                  <a:pt x="65" y="355"/>
                </a:lnTo>
                <a:lnTo>
                  <a:pt x="66" y="355"/>
                </a:lnTo>
                <a:lnTo>
                  <a:pt x="67" y="354"/>
                </a:lnTo>
                <a:lnTo>
                  <a:pt x="67" y="355"/>
                </a:lnTo>
                <a:lnTo>
                  <a:pt x="68" y="354"/>
                </a:lnTo>
                <a:lnTo>
                  <a:pt x="67" y="354"/>
                </a:lnTo>
                <a:lnTo>
                  <a:pt x="66" y="354"/>
                </a:lnTo>
                <a:lnTo>
                  <a:pt x="66" y="353"/>
                </a:lnTo>
                <a:lnTo>
                  <a:pt x="65" y="353"/>
                </a:lnTo>
                <a:lnTo>
                  <a:pt x="65" y="351"/>
                </a:lnTo>
                <a:lnTo>
                  <a:pt x="65" y="349"/>
                </a:lnTo>
                <a:lnTo>
                  <a:pt x="64" y="347"/>
                </a:lnTo>
                <a:lnTo>
                  <a:pt x="64" y="346"/>
                </a:lnTo>
                <a:lnTo>
                  <a:pt x="64" y="344"/>
                </a:lnTo>
                <a:lnTo>
                  <a:pt x="63" y="343"/>
                </a:lnTo>
                <a:lnTo>
                  <a:pt x="62" y="341"/>
                </a:lnTo>
                <a:lnTo>
                  <a:pt x="62" y="340"/>
                </a:lnTo>
                <a:lnTo>
                  <a:pt x="63" y="339"/>
                </a:lnTo>
                <a:lnTo>
                  <a:pt x="64" y="339"/>
                </a:lnTo>
                <a:lnTo>
                  <a:pt x="64" y="338"/>
                </a:lnTo>
                <a:lnTo>
                  <a:pt x="65" y="338"/>
                </a:lnTo>
                <a:lnTo>
                  <a:pt x="65" y="337"/>
                </a:lnTo>
                <a:lnTo>
                  <a:pt x="64" y="336"/>
                </a:lnTo>
                <a:lnTo>
                  <a:pt x="64" y="335"/>
                </a:lnTo>
                <a:lnTo>
                  <a:pt x="65" y="335"/>
                </a:lnTo>
                <a:lnTo>
                  <a:pt x="66" y="334"/>
                </a:lnTo>
                <a:lnTo>
                  <a:pt x="67" y="333"/>
                </a:lnTo>
                <a:lnTo>
                  <a:pt x="68" y="333"/>
                </a:lnTo>
                <a:lnTo>
                  <a:pt x="69" y="333"/>
                </a:lnTo>
                <a:lnTo>
                  <a:pt x="70" y="333"/>
                </a:lnTo>
                <a:lnTo>
                  <a:pt x="70" y="332"/>
                </a:lnTo>
                <a:lnTo>
                  <a:pt x="71" y="331"/>
                </a:lnTo>
                <a:lnTo>
                  <a:pt x="72" y="329"/>
                </a:lnTo>
                <a:lnTo>
                  <a:pt x="72" y="328"/>
                </a:lnTo>
                <a:lnTo>
                  <a:pt x="71" y="328"/>
                </a:lnTo>
                <a:lnTo>
                  <a:pt x="71" y="327"/>
                </a:lnTo>
                <a:lnTo>
                  <a:pt x="70" y="326"/>
                </a:lnTo>
                <a:lnTo>
                  <a:pt x="69" y="326"/>
                </a:lnTo>
                <a:lnTo>
                  <a:pt x="69" y="325"/>
                </a:lnTo>
                <a:lnTo>
                  <a:pt x="68" y="325"/>
                </a:lnTo>
                <a:lnTo>
                  <a:pt x="67" y="324"/>
                </a:lnTo>
                <a:lnTo>
                  <a:pt x="66" y="324"/>
                </a:lnTo>
                <a:lnTo>
                  <a:pt x="66" y="325"/>
                </a:lnTo>
                <a:lnTo>
                  <a:pt x="65" y="326"/>
                </a:lnTo>
                <a:lnTo>
                  <a:pt x="65" y="327"/>
                </a:lnTo>
                <a:lnTo>
                  <a:pt x="65" y="328"/>
                </a:lnTo>
                <a:lnTo>
                  <a:pt x="64" y="328"/>
                </a:lnTo>
                <a:lnTo>
                  <a:pt x="63" y="328"/>
                </a:lnTo>
                <a:lnTo>
                  <a:pt x="63" y="329"/>
                </a:lnTo>
                <a:lnTo>
                  <a:pt x="62" y="329"/>
                </a:lnTo>
                <a:lnTo>
                  <a:pt x="61" y="330"/>
                </a:lnTo>
                <a:lnTo>
                  <a:pt x="61" y="329"/>
                </a:lnTo>
                <a:lnTo>
                  <a:pt x="61" y="327"/>
                </a:lnTo>
                <a:lnTo>
                  <a:pt x="61" y="326"/>
                </a:lnTo>
                <a:lnTo>
                  <a:pt x="62" y="326"/>
                </a:lnTo>
                <a:lnTo>
                  <a:pt x="62" y="325"/>
                </a:lnTo>
                <a:lnTo>
                  <a:pt x="62" y="324"/>
                </a:lnTo>
                <a:lnTo>
                  <a:pt x="62" y="323"/>
                </a:lnTo>
                <a:lnTo>
                  <a:pt x="62" y="322"/>
                </a:lnTo>
                <a:lnTo>
                  <a:pt x="63" y="321"/>
                </a:lnTo>
                <a:lnTo>
                  <a:pt x="63" y="320"/>
                </a:lnTo>
                <a:lnTo>
                  <a:pt x="63" y="318"/>
                </a:lnTo>
                <a:lnTo>
                  <a:pt x="64" y="317"/>
                </a:lnTo>
                <a:lnTo>
                  <a:pt x="65" y="316"/>
                </a:lnTo>
                <a:lnTo>
                  <a:pt x="65" y="315"/>
                </a:lnTo>
                <a:lnTo>
                  <a:pt x="65" y="314"/>
                </a:lnTo>
                <a:lnTo>
                  <a:pt x="66" y="313"/>
                </a:lnTo>
                <a:lnTo>
                  <a:pt x="66" y="312"/>
                </a:lnTo>
                <a:lnTo>
                  <a:pt x="66" y="311"/>
                </a:lnTo>
                <a:lnTo>
                  <a:pt x="65" y="310"/>
                </a:lnTo>
                <a:lnTo>
                  <a:pt x="66" y="310"/>
                </a:lnTo>
                <a:lnTo>
                  <a:pt x="67" y="309"/>
                </a:lnTo>
                <a:lnTo>
                  <a:pt x="67" y="308"/>
                </a:lnTo>
                <a:lnTo>
                  <a:pt x="66" y="308"/>
                </a:lnTo>
                <a:lnTo>
                  <a:pt x="66" y="307"/>
                </a:lnTo>
                <a:lnTo>
                  <a:pt x="66" y="306"/>
                </a:lnTo>
                <a:lnTo>
                  <a:pt x="66" y="304"/>
                </a:lnTo>
                <a:lnTo>
                  <a:pt x="66" y="302"/>
                </a:lnTo>
                <a:lnTo>
                  <a:pt x="67" y="302"/>
                </a:lnTo>
                <a:lnTo>
                  <a:pt x="68" y="300"/>
                </a:lnTo>
                <a:lnTo>
                  <a:pt x="68" y="299"/>
                </a:lnTo>
                <a:lnTo>
                  <a:pt x="68" y="298"/>
                </a:lnTo>
                <a:lnTo>
                  <a:pt x="69" y="298"/>
                </a:lnTo>
                <a:lnTo>
                  <a:pt x="69" y="296"/>
                </a:lnTo>
                <a:lnTo>
                  <a:pt x="69" y="295"/>
                </a:lnTo>
                <a:lnTo>
                  <a:pt x="70" y="294"/>
                </a:lnTo>
                <a:lnTo>
                  <a:pt x="71" y="294"/>
                </a:lnTo>
                <a:lnTo>
                  <a:pt x="72" y="293"/>
                </a:lnTo>
                <a:lnTo>
                  <a:pt x="73" y="293"/>
                </a:lnTo>
                <a:lnTo>
                  <a:pt x="73" y="292"/>
                </a:lnTo>
                <a:lnTo>
                  <a:pt x="72" y="292"/>
                </a:lnTo>
                <a:lnTo>
                  <a:pt x="71" y="292"/>
                </a:lnTo>
                <a:lnTo>
                  <a:pt x="70" y="292"/>
                </a:lnTo>
                <a:lnTo>
                  <a:pt x="69" y="292"/>
                </a:lnTo>
                <a:lnTo>
                  <a:pt x="68" y="293"/>
                </a:lnTo>
                <a:lnTo>
                  <a:pt x="68" y="294"/>
                </a:lnTo>
                <a:lnTo>
                  <a:pt x="67" y="294"/>
                </a:lnTo>
                <a:lnTo>
                  <a:pt x="67" y="293"/>
                </a:lnTo>
                <a:lnTo>
                  <a:pt x="68" y="292"/>
                </a:lnTo>
                <a:lnTo>
                  <a:pt x="68" y="291"/>
                </a:lnTo>
                <a:lnTo>
                  <a:pt x="67" y="290"/>
                </a:lnTo>
                <a:lnTo>
                  <a:pt x="66" y="290"/>
                </a:lnTo>
                <a:lnTo>
                  <a:pt x="66" y="289"/>
                </a:lnTo>
                <a:lnTo>
                  <a:pt x="65" y="289"/>
                </a:lnTo>
                <a:lnTo>
                  <a:pt x="64" y="289"/>
                </a:lnTo>
                <a:lnTo>
                  <a:pt x="64" y="290"/>
                </a:lnTo>
                <a:lnTo>
                  <a:pt x="64" y="291"/>
                </a:lnTo>
                <a:lnTo>
                  <a:pt x="63" y="291"/>
                </a:lnTo>
                <a:lnTo>
                  <a:pt x="62" y="292"/>
                </a:lnTo>
                <a:lnTo>
                  <a:pt x="61" y="293"/>
                </a:lnTo>
                <a:lnTo>
                  <a:pt x="59" y="292"/>
                </a:lnTo>
                <a:lnTo>
                  <a:pt x="59" y="291"/>
                </a:lnTo>
                <a:lnTo>
                  <a:pt x="60" y="291"/>
                </a:lnTo>
                <a:lnTo>
                  <a:pt x="60" y="290"/>
                </a:lnTo>
                <a:lnTo>
                  <a:pt x="59" y="289"/>
                </a:lnTo>
                <a:lnTo>
                  <a:pt x="58" y="289"/>
                </a:lnTo>
                <a:lnTo>
                  <a:pt x="58" y="288"/>
                </a:lnTo>
                <a:lnTo>
                  <a:pt x="57" y="287"/>
                </a:lnTo>
                <a:lnTo>
                  <a:pt x="57" y="288"/>
                </a:lnTo>
                <a:lnTo>
                  <a:pt x="56" y="287"/>
                </a:lnTo>
                <a:lnTo>
                  <a:pt x="56" y="286"/>
                </a:lnTo>
                <a:lnTo>
                  <a:pt x="56" y="285"/>
                </a:lnTo>
                <a:lnTo>
                  <a:pt x="55" y="284"/>
                </a:lnTo>
                <a:lnTo>
                  <a:pt x="55" y="283"/>
                </a:lnTo>
                <a:lnTo>
                  <a:pt x="56" y="282"/>
                </a:lnTo>
                <a:lnTo>
                  <a:pt x="57" y="281"/>
                </a:lnTo>
                <a:lnTo>
                  <a:pt x="57" y="280"/>
                </a:lnTo>
                <a:lnTo>
                  <a:pt x="58" y="279"/>
                </a:lnTo>
                <a:lnTo>
                  <a:pt x="58" y="278"/>
                </a:lnTo>
                <a:lnTo>
                  <a:pt x="58" y="277"/>
                </a:lnTo>
                <a:lnTo>
                  <a:pt x="57" y="277"/>
                </a:lnTo>
                <a:lnTo>
                  <a:pt x="56" y="277"/>
                </a:lnTo>
                <a:lnTo>
                  <a:pt x="56" y="276"/>
                </a:lnTo>
                <a:lnTo>
                  <a:pt x="55" y="276"/>
                </a:lnTo>
                <a:lnTo>
                  <a:pt x="55" y="275"/>
                </a:lnTo>
                <a:lnTo>
                  <a:pt x="55" y="274"/>
                </a:lnTo>
                <a:lnTo>
                  <a:pt x="54" y="273"/>
                </a:lnTo>
                <a:lnTo>
                  <a:pt x="54" y="272"/>
                </a:lnTo>
                <a:lnTo>
                  <a:pt x="53" y="269"/>
                </a:lnTo>
                <a:lnTo>
                  <a:pt x="53" y="267"/>
                </a:lnTo>
                <a:lnTo>
                  <a:pt x="54" y="266"/>
                </a:lnTo>
                <a:lnTo>
                  <a:pt x="54" y="265"/>
                </a:lnTo>
                <a:lnTo>
                  <a:pt x="54" y="264"/>
                </a:lnTo>
                <a:lnTo>
                  <a:pt x="54" y="261"/>
                </a:lnTo>
                <a:lnTo>
                  <a:pt x="55" y="261"/>
                </a:lnTo>
                <a:lnTo>
                  <a:pt x="55" y="260"/>
                </a:lnTo>
                <a:lnTo>
                  <a:pt x="55" y="259"/>
                </a:lnTo>
                <a:lnTo>
                  <a:pt x="55" y="258"/>
                </a:lnTo>
                <a:lnTo>
                  <a:pt x="55" y="257"/>
                </a:lnTo>
                <a:lnTo>
                  <a:pt x="55" y="256"/>
                </a:lnTo>
                <a:lnTo>
                  <a:pt x="56" y="256"/>
                </a:lnTo>
                <a:lnTo>
                  <a:pt x="56" y="255"/>
                </a:lnTo>
                <a:lnTo>
                  <a:pt x="55" y="255"/>
                </a:lnTo>
                <a:lnTo>
                  <a:pt x="55" y="254"/>
                </a:lnTo>
                <a:lnTo>
                  <a:pt x="55" y="253"/>
                </a:lnTo>
                <a:lnTo>
                  <a:pt x="55" y="252"/>
                </a:lnTo>
                <a:lnTo>
                  <a:pt x="56" y="252"/>
                </a:lnTo>
                <a:lnTo>
                  <a:pt x="57" y="251"/>
                </a:lnTo>
                <a:lnTo>
                  <a:pt x="57" y="250"/>
                </a:lnTo>
                <a:lnTo>
                  <a:pt x="57" y="248"/>
                </a:lnTo>
                <a:lnTo>
                  <a:pt x="58" y="247"/>
                </a:lnTo>
                <a:lnTo>
                  <a:pt x="58" y="246"/>
                </a:lnTo>
                <a:lnTo>
                  <a:pt x="59" y="246"/>
                </a:lnTo>
                <a:lnTo>
                  <a:pt x="60" y="246"/>
                </a:lnTo>
                <a:lnTo>
                  <a:pt x="61" y="246"/>
                </a:lnTo>
                <a:lnTo>
                  <a:pt x="61" y="245"/>
                </a:lnTo>
                <a:lnTo>
                  <a:pt x="60" y="245"/>
                </a:lnTo>
                <a:lnTo>
                  <a:pt x="59" y="244"/>
                </a:lnTo>
                <a:lnTo>
                  <a:pt x="59" y="243"/>
                </a:lnTo>
                <a:lnTo>
                  <a:pt x="58" y="243"/>
                </a:lnTo>
                <a:lnTo>
                  <a:pt x="58" y="242"/>
                </a:lnTo>
                <a:lnTo>
                  <a:pt x="59" y="242"/>
                </a:lnTo>
                <a:lnTo>
                  <a:pt x="59" y="241"/>
                </a:lnTo>
                <a:lnTo>
                  <a:pt x="58" y="240"/>
                </a:lnTo>
                <a:lnTo>
                  <a:pt x="58" y="239"/>
                </a:lnTo>
                <a:lnTo>
                  <a:pt x="57" y="239"/>
                </a:lnTo>
                <a:lnTo>
                  <a:pt x="56" y="239"/>
                </a:lnTo>
                <a:lnTo>
                  <a:pt x="56" y="240"/>
                </a:lnTo>
                <a:lnTo>
                  <a:pt x="55" y="241"/>
                </a:lnTo>
                <a:lnTo>
                  <a:pt x="54" y="241"/>
                </a:lnTo>
                <a:lnTo>
                  <a:pt x="52" y="242"/>
                </a:lnTo>
                <a:lnTo>
                  <a:pt x="51" y="242"/>
                </a:lnTo>
                <a:lnTo>
                  <a:pt x="50" y="241"/>
                </a:lnTo>
                <a:lnTo>
                  <a:pt x="50" y="240"/>
                </a:lnTo>
                <a:lnTo>
                  <a:pt x="49" y="240"/>
                </a:lnTo>
                <a:lnTo>
                  <a:pt x="49" y="241"/>
                </a:lnTo>
                <a:lnTo>
                  <a:pt x="48" y="241"/>
                </a:lnTo>
                <a:lnTo>
                  <a:pt x="48" y="242"/>
                </a:lnTo>
                <a:lnTo>
                  <a:pt x="47" y="242"/>
                </a:lnTo>
                <a:lnTo>
                  <a:pt x="45" y="244"/>
                </a:lnTo>
                <a:lnTo>
                  <a:pt x="45" y="243"/>
                </a:lnTo>
                <a:lnTo>
                  <a:pt x="44" y="243"/>
                </a:lnTo>
                <a:lnTo>
                  <a:pt x="43" y="243"/>
                </a:lnTo>
                <a:lnTo>
                  <a:pt x="43" y="242"/>
                </a:lnTo>
                <a:lnTo>
                  <a:pt x="42" y="241"/>
                </a:lnTo>
                <a:lnTo>
                  <a:pt x="42" y="240"/>
                </a:lnTo>
                <a:lnTo>
                  <a:pt x="43" y="240"/>
                </a:lnTo>
                <a:lnTo>
                  <a:pt x="43" y="239"/>
                </a:lnTo>
                <a:lnTo>
                  <a:pt x="43" y="238"/>
                </a:lnTo>
                <a:lnTo>
                  <a:pt x="44" y="238"/>
                </a:lnTo>
                <a:lnTo>
                  <a:pt x="45" y="238"/>
                </a:lnTo>
                <a:lnTo>
                  <a:pt x="45" y="237"/>
                </a:lnTo>
                <a:lnTo>
                  <a:pt x="46" y="236"/>
                </a:lnTo>
                <a:lnTo>
                  <a:pt x="47" y="236"/>
                </a:lnTo>
                <a:lnTo>
                  <a:pt x="48" y="236"/>
                </a:lnTo>
                <a:lnTo>
                  <a:pt x="49" y="235"/>
                </a:lnTo>
                <a:lnTo>
                  <a:pt x="50" y="235"/>
                </a:lnTo>
                <a:lnTo>
                  <a:pt x="50" y="234"/>
                </a:lnTo>
                <a:lnTo>
                  <a:pt x="51" y="234"/>
                </a:lnTo>
                <a:lnTo>
                  <a:pt x="52" y="234"/>
                </a:lnTo>
                <a:lnTo>
                  <a:pt x="52" y="233"/>
                </a:lnTo>
                <a:lnTo>
                  <a:pt x="53" y="233"/>
                </a:lnTo>
                <a:lnTo>
                  <a:pt x="54" y="233"/>
                </a:lnTo>
                <a:lnTo>
                  <a:pt x="54" y="232"/>
                </a:lnTo>
                <a:lnTo>
                  <a:pt x="53" y="232"/>
                </a:lnTo>
                <a:lnTo>
                  <a:pt x="52" y="231"/>
                </a:lnTo>
                <a:lnTo>
                  <a:pt x="51" y="231"/>
                </a:lnTo>
                <a:lnTo>
                  <a:pt x="51" y="230"/>
                </a:lnTo>
                <a:lnTo>
                  <a:pt x="51" y="229"/>
                </a:lnTo>
                <a:lnTo>
                  <a:pt x="52" y="228"/>
                </a:lnTo>
                <a:lnTo>
                  <a:pt x="53" y="228"/>
                </a:lnTo>
                <a:lnTo>
                  <a:pt x="54" y="228"/>
                </a:lnTo>
                <a:lnTo>
                  <a:pt x="54" y="227"/>
                </a:lnTo>
                <a:lnTo>
                  <a:pt x="55" y="226"/>
                </a:lnTo>
                <a:lnTo>
                  <a:pt x="56" y="226"/>
                </a:lnTo>
                <a:lnTo>
                  <a:pt x="56" y="225"/>
                </a:lnTo>
                <a:lnTo>
                  <a:pt x="56" y="224"/>
                </a:lnTo>
                <a:lnTo>
                  <a:pt x="55" y="224"/>
                </a:lnTo>
                <a:lnTo>
                  <a:pt x="56" y="224"/>
                </a:lnTo>
                <a:lnTo>
                  <a:pt x="56" y="223"/>
                </a:lnTo>
                <a:lnTo>
                  <a:pt x="57" y="222"/>
                </a:lnTo>
                <a:lnTo>
                  <a:pt x="57" y="221"/>
                </a:lnTo>
                <a:lnTo>
                  <a:pt x="56" y="220"/>
                </a:lnTo>
                <a:lnTo>
                  <a:pt x="56" y="221"/>
                </a:lnTo>
                <a:lnTo>
                  <a:pt x="56" y="220"/>
                </a:lnTo>
                <a:lnTo>
                  <a:pt x="55" y="220"/>
                </a:lnTo>
                <a:lnTo>
                  <a:pt x="54" y="220"/>
                </a:lnTo>
                <a:lnTo>
                  <a:pt x="54" y="219"/>
                </a:lnTo>
                <a:lnTo>
                  <a:pt x="53" y="219"/>
                </a:lnTo>
                <a:lnTo>
                  <a:pt x="52" y="219"/>
                </a:lnTo>
                <a:lnTo>
                  <a:pt x="51" y="218"/>
                </a:lnTo>
                <a:lnTo>
                  <a:pt x="51" y="217"/>
                </a:lnTo>
                <a:lnTo>
                  <a:pt x="52" y="217"/>
                </a:lnTo>
                <a:lnTo>
                  <a:pt x="51" y="217"/>
                </a:lnTo>
                <a:lnTo>
                  <a:pt x="50" y="217"/>
                </a:lnTo>
                <a:lnTo>
                  <a:pt x="49" y="217"/>
                </a:lnTo>
                <a:lnTo>
                  <a:pt x="49" y="216"/>
                </a:lnTo>
                <a:lnTo>
                  <a:pt x="49" y="215"/>
                </a:lnTo>
                <a:lnTo>
                  <a:pt x="49" y="214"/>
                </a:lnTo>
                <a:lnTo>
                  <a:pt x="49" y="213"/>
                </a:lnTo>
                <a:lnTo>
                  <a:pt x="50" y="213"/>
                </a:lnTo>
                <a:lnTo>
                  <a:pt x="49" y="212"/>
                </a:lnTo>
                <a:lnTo>
                  <a:pt x="49" y="211"/>
                </a:lnTo>
                <a:lnTo>
                  <a:pt x="49" y="210"/>
                </a:lnTo>
                <a:lnTo>
                  <a:pt x="48" y="209"/>
                </a:lnTo>
                <a:lnTo>
                  <a:pt x="48" y="208"/>
                </a:lnTo>
                <a:lnTo>
                  <a:pt x="49" y="208"/>
                </a:lnTo>
                <a:lnTo>
                  <a:pt x="49" y="207"/>
                </a:lnTo>
                <a:lnTo>
                  <a:pt x="49" y="205"/>
                </a:lnTo>
                <a:lnTo>
                  <a:pt x="49" y="204"/>
                </a:lnTo>
                <a:lnTo>
                  <a:pt x="48" y="204"/>
                </a:lnTo>
                <a:lnTo>
                  <a:pt x="48" y="203"/>
                </a:lnTo>
                <a:lnTo>
                  <a:pt x="47" y="203"/>
                </a:lnTo>
                <a:lnTo>
                  <a:pt x="47" y="201"/>
                </a:lnTo>
                <a:lnTo>
                  <a:pt x="48" y="201"/>
                </a:lnTo>
                <a:lnTo>
                  <a:pt x="48" y="200"/>
                </a:lnTo>
                <a:lnTo>
                  <a:pt x="48" y="199"/>
                </a:lnTo>
                <a:lnTo>
                  <a:pt x="49" y="199"/>
                </a:lnTo>
                <a:lnTo>
                  <a:pt x="49" y="198"/>
                </a:lnTo>
                <a:lnTo>
                  <a:pt x="49" y="197"/>
                </a:lnTo>
                <a:lnTo>
                  <a:pt x="50" y="197"/>
                </a:lnTo>
                <a:lnTo>
                  <a:pt x="50" y="195"/>
                </a:lnTo>
                <a:lnTo>
                  <a:pt x="50" y="194"/>
                </a:lnTo>
                <a:lnTo>
                  <a:pt x="50" y="193"/>
                </a:lnTo>
                <a:lnTo>
                  <a:pt x="50" y="189"/>
                </a:lnTo>
                <a:lnTo>
                  <a:pt x="51" y="189"/>
                </a:lnTo>
                <a:lnTo>
                  <a:pt x="52" y="187"/>
                </a:lnTo>
                <a:lnTo>
                  <a:pt x="53" y="187"/>
                </a:lnTo>
                <a:lnTo>
                  <a:pt x="54" y="187"/>
                </a:lnTo>
                <a:lnTo>
                  <a:pt x="54" y="186"/>
                </a:lnTo>
                <a:lnTo>
                  <a:pt x="54" y="185"/>
                </a:lnTo>
                <a:lnTo>
                  <a:pt x="54" y="184"/>
                </a:lnTo>
                <a:lnTo>
                  <a:pt x="54" y="183"/>
                </a:lnTo>
                <a:lnTo>
                  <a:pt x="54" y="180"/>
                </a:lnTo>
                <a:lnTo>
                  <a:pt x="55" y="180"/>
                </a:lnTo>
                <a:lnTo>
                  <a:pt x="55" y="179"/>
                </a:lnTo>
                <a:lnTo>
                  <a:pt x="56" y="178"/>
                </a:lnTo>
                <a:lnTo>
                  <a:pt x="56" y="177"/>
                </a:lnTo>
                <a:lnTo>
                  <a:pt x="57" y="177"/>
                </a:lnTo>
                <a:lnTo>
                  <a:pt x="58" y="176"/>
                </a:lnTo>
                <a:lnTo>
                  <a:pt x="58" y="175"/>
                </a:lnTo>
                <a:lnTo>
                  <a:pt x="57" y="175"/>
                </a:lnTo>
                <a:lnTo>
                  <a:pt x="57" y="174"/>
                </a:lnTo>
                <a:lnTo>
                  <a:pt x="56" y="173"/>
                </a:lnTo>
                <a:lnTo>
                  <a:pt x="56" y="172"/>
                </a:lnTo>
                <a:lnTo>
                  <a:pt x="55" y="172"/>
                </a:lnTo>
                <a:lnTo>
                  <a:pt x="54" y="172"/>
                </a:lnTo>
                <a:lnTo>
                  <a:pt x="53" y="172"/>
                </a:lnTo>
                <a:lnTo>
                  <a:pt x="52" y="171"/>
                </a:lnTo>
                <a:lnTo>
                  <a:pt x="51" y="170"/>
                </a:lnTo>
                <a:lnTo>
                  <a:pt x="51" y="171"/>
                </a:lnTo>
                <a:lnTo>
                  <a:pt x="50" y="171"/>
                </a:lnTo>
                <a:lnTo>
                  <a:pt x="50" y="170"/>
                </a:lnTo>
                <a:lnTo>
                  <a:pt x="49" y="170"/>
                </a:lnTo>
                <a:lnTo>
                  <a:pt x="49" y="169"/>
                </a:lnTo>
                <a:lnTo>
                  <a:pt x="48" y="170"/>
                </a:lnTo>
                <a:lnTo>
                  <a:pt x="47" y="170"/>
                </a:lnTo>
                <a:lnTo>
                  <a:pt x="46" y="170"/>
                </a:lnTo>
                <a:lnTo>
                  <a:pt x="46" y="169"/>
                </a:lnTo>
                <a:lnTo>
                  <a:pt x="46" y="168"/>
                </a:lnTo>
                <a:lnTo>
                  <a:pt x="45" y="167"/>
                </a:lnTo>
                <a:lnTo>
                  <a:pt x="45" y="166"/>
                </a:lnTo>
                <a:lnTo>
                  <a:pt x="45" y="165"/>
                </a:lnTo>
                <a:lnTo>
                  <a:pt x="46" y="165"/>
                </a:lnTo>
                <a:lnTo>
                  <a:pt x="46" y="166"/>
                </a:lnTo>
                <a:lnTo>
                  <a:pt x="47" y="165"/>
                </a:lnTo>
                <a:lnTo>
                  <a:pt x="48" y="165"/>
                </a:lnTo>
                <a:lnTo>
                  <a:pt x="48" y="164"/>
                </a:lnTo>
                <a:lnTo>
                  <a:pt x="49" y="164"/>
                </a:lnTo>
                <a:lnTo>
                  <a:pt x="50" y="164"/>
                </a:lnTo>
                <a:lnTo>
                  <a:pt x="51" y="164"/>
                </a:lnTo>
                <a:lnTo>
                  <a:pt x="52" y="164"/>
                </a:lnTo>
                <a:lnTo>
                  <a:pt x="51" y="164"/>
                </a:lnTo>
                <a:lnTo>
                  <a:pt x="51" y="163"/>
                </a:lnTo>
                <a:lnTo>
                  <a:pt x="51" y="162"/>
                </a:lnTo>
                <a:lnTo>
                  <a:pt x="50" y="162"/>
                </a:lnTo>
                <a:lnTo>
                  <a:pt x="50" y="161"/>
                </a:lnTo>
                <a:lnTo>
                  <a:pt x="49" y="161"/>
                </a:lnTo>
                <a:lnTo>
                  <a:pt x="49" y="160"/>
                </a:lnTo>
                <a:lnTo>
                  <a:pt x="50" y="159"/>
                </a:lnTo>
                <a:lnTo>
                  <a:pt x="49" y="159"/>
                </a:lnTo>
                <a:lnTo>
                  <a:pt x="49" y="158"/>
                </a:lnTo>
                <a:lnTo>
                  <a:pt x="49" y="157"/>
                </a:lnTo>
                <a:lnTo>
                  <a:pt x="50" y="157"/>
                </a:lnTo>
                <a:lnTo>
                  <a:pt x="51" y="157"/>
                </a:lnTo>
                <a:lnTo>
                  <a:pt x="51" y="156"/>
                </a:lnTo>
                <a:lnTo>
                  <a:pt x="51" y="155"/>
                </a:lnTo>
                <a:lnTo>
                  <a:pt x="51" y="154"/>
                </a:lnTo>
                <a:lnTo>
                  <a:pt x="50" y="154"/>
                </a:lnTo>
                <a:lnTo>
                  <a:pt x="51" y="154"/>
                </a:lnTo>
                <a:lnTo>
                  <a:pt x="51" y="153"/>
                </a:lnTo>
                <a:lnTo>
                  <a:pt x="51" y="152"/>
                </a:lnTo>
                <a:lnTo>
                  <a:pt x="50" y="152"/>
                </a:lnTo>
                <a:lnTo>
                  <a:pt x="50" y="151"/>
                </a:lnTo>
                <a:lnTo>
                  <a:pt x="49" y="151"/>
                </a:lnTo>
                <a:lnTo>
                  <a:pt x="49" y="150"/>
                </a:lnTo>
                <a:lnTo>
                  <a:pt x="50" y="150"/>
                </a:lnTo>
                <a:lnTo>
                  <a:pt x="49" y="150"/>
                </a:lnTo>
                <a:lnTo>
                  <a:pt x="49" y="149"/>
                </a:lnTo>
                <a:lnTo>
                  <a:pt x="49" y="148"/>
                </a:lnTo>
                <a:lnTo>
                  <a:pt x="50" y="148"/>
                </a:lnTo>
                <a:lnTo>
                  <a:pt x="51" y="148"/>
                </a:lnTo>
                <a:lnTo>
                  <a:pt x="51" y="147"/>
                </a:lnTo>
                <a:lnTo>
                  <a:pt x="52" y="147"/>
                </a:lnTo>
                <a:lnTo>
                  <a:pt x="52" y="146"/>
                </a:lnTo>
                <a:lnTo>
                  <a:pt x="51" y="146"/>
                </a:lnTo>
                <a:lnTo>
                  <a:pt x="52" y="146"/>
                </a:lnTo>
                <a:lnTo>
                  <a:pt x="52" y="145"/>
                </a:lnTo>
                <a:lnTo>
                  <a:pt x="53" y="145"/>
                </a:lnTo>
                <a:lnTo>
                  <a:pt x="54" y="145"/>
                </a:lnTo>
                <a:lnTo>
                  <a:pt x="55" y="145"/>
                </a:lnTo>
                <a:lnTo>
                  <a:pt x="55" y="144"/>
                </a:lnTo>
                <a:lnTo>
                  <a:pt x="56" y="144"/>
                </a:lnTo>
                <a:lnTo>
                  <a:pt x="56" y="143"/>
                </a:lnTo>
                <a:lnTo>
                  <a:pt x="57" y="143"/>
                </a:lnTo>
                <a:lnTo>
                  <a:pt x="57" y="142"/>
                </a:lnTo>
                <a:lnTo>
                  <a:pt x="58" y="142"/>
                </a:lnTo>
                <a:lnTo>
                  <a:pt x="58" y="141"/>
                </a:lnTo>
                <a:lnTo>
                  <a:pt x="59" y="141"/>
                </a:lnTo>
                <a:lnTo>
                  <a:pt x="59" y="140"/>
                </a:lnTo>
                <a:lnTo>
                  <a:pt x="60" y="140"/>
                </a:lnTo>
                <a:lnTo>
                  <a:pt x="60" y="139"/>
                </a:lnTo>
                <a:lnTo>
                  <a:pt x="60" y="138"/>
                </a:lnTo>
                <a:lnTo>
                  <a:pt x="61" y="138"/>
                </a:lnTo>
                <a:lnTo>
                  <a:pt x="61" y="137"/>
                </a:lnTo>
                <a:lnTo>
                  <a:pt x="60" y="137"/>
                </a:lnTo>
                <a:lnTo>
                  <a:pt x="60" y="136"/>
                </a:lnTo>
                <a:lnTo>
                  <a:pt x="59" y="136"/>
                </a:lnTo>
                <a:lnTo>
                  <a:pt x="59" y="135"/>
                </a:lnTo>
                <a:lnTo>
                  <a:pt x="58" y="135"/>
                </a:lnTo>
                <a:lnTo>
                  <a:pt x="58" y="134"/>
                </a:lnTo>
                <a:lnTo>
                  <a:pt x="59" y="134"/>
                </a:lnTo>
                <a:lnTo>
                  <a:pt x="59" y="133"/>
                </a:lnTo>
                <a:lnTo>
                  <a:pt x="59" y="132"/>
                </a:lnTo>
                <a:lnTo>
                  <a:pt x="58" y="132"/>
                </a:lnTo>
                <a:lnTo>
                  <a:pt x="57" y="132"/>
                </a:lnTo>
                <a:lnTo>
                  <a:pt x="57" y="131"/>
                </a:lnTo>
                <a:lnTo>
                  <a:pt x="58" y="131"/>
                </a:lnTo>
                <a:lnTo>
                  <a:pt x="58" y="130"/>
                </a:lnTo>
                <a:lnTo>
                  <a:pt x="59" y="130"/>
                </a:lnTo>
                <a:lnTo>
                  <a:pt x="59" y="129"/>
                </a:lnTo>
                <a:lnTo>
                  <a:pt x="58" y="127"/>
                </a:lnTo>
                <a:lnTo>
                  <a:pt x="58" y="126"/>
                </a:lnTo>
                <a:lnTo>
                  <a:pt x="59" y="125"/>
                </a:lnTo>
                <a:lnTo>
                  <a:pt x="60" y="125"/>
                </a:lnTo>
                <a:lnTo>
                  <a:pt x="61" y="124"/>
                </a:lnTo>
                <a:lnTo>
                  <a:pt x="62" y="124"/>
                </a:lnTo>
                <a:lnTo>
                  <a:pt x="63" y="125"/>
                </a:lnTo>
                <a:lnTo>
                  <a:pt x="64" y="125"/>
                </a:lnTo>
                <a:lnTo>
                  <a:pt x="65" y="125"/>
                </a:lnTo>
                <a:lnTo>
                  <a:pt x="64" y="125"/>
                </a:lnTo>
                <a:lnTo>
                  <a:pt x="64" y="124"/>
                </a:lnTo>
                <a:lnTo>
                  <a:pt x="63" y="124"/>
                </a:lnTo>
                <a:lnTo>
                  <a:pt x="63" y="123"/>
                </a:lnTo>
                <a:lnTo>
                  <a:pt x="64" y="123"/>
                </a:lnTo>
                <a:lnTo>
                  <a:pt x="64" y="122"/>
                </a:lnTo>
                <a:lnTo>
                  <a:pt x="63" y="122"/>
                </a:lnTo>
                <a:lnTo>
                  <a:pt x="63" y="121"/>
                </a:lnTo>
                <a:lnTo>
                  <a:pt x="62" y="120"/>
                </a:lnTo>
                <a:lnTo>
                  <a:pt x="61" y="120"/>
                </a:lnTo>
                <a:lnTo>
                  <a:pt x="61" y="119"/>
                </a:lnTo>
                <a:lnTo>
                  <a:pt x="62" y="119"/>
                </a:lnTo>
                <a:lnTo>
                  <a:pt x="62" y="118"/>
                </a:lnTo>
                <a:lnTo>
                  <a:pt x="62" y="117"/>
                </a:lnTo>
                <a:lnTo>
                  <a:pt x="63" y="117"/>
                </a:lnTo>
                <a:lnTo>
                  <a:pt x="63" y="116"/>
                </a:lnTo>
                <a:lnTo>
                  <a:pt x="64" y="116"/>
                </a:lnTo>
                <a:lnTo>
                  <a:pt x="64" y="115"/>
                </a:lnTo>
                <a:lnTo>
                  <a:pt x="65" y="115"/>
                </a:lnTo>
                <a:lnTo>
                  <a:pt x="66" y="116"/>
                </a:lnTo>
                <a:lnTo>
                  <a:pt x="66" y="115"/>
                </a:lnTo>
                <a:lnTo>
                  <a:pt x="66" y="114"/>
                </a:lnTo>
                <a:lnTo>
                  <a:pt x="67" y="113"/>
                </a:lnTo>
                <a:lnTo>
                  <a:pt x="67" y="114"/>
                </a:lnTo>
                <a:lnTo>
                  <a:pt x="68" y="114"/>
                </a:lnTo>
                <a:lnTo>
                  <a:pt x="68" y="113"/>
                </a:lnTo>
                <a:lnTo>
                  <a:pt x="67" y="113"/>
                </a:lnTo>
                <a:lnTo>
                  <a:pt x="67" y="112"/>
                </a:lnTo>
                <a:lnTo>
                  <a:pt x="66" y="112"/>
                </a:lnTo>
                <a:lnTo>
                  <a:pt x="66" y="111"/>
                </a:lnTo>
                <a:lnTo>
                  <a:pt x="66" y="110"/>
                </a:lnTo>
                <a:lnTo>
                  <a:pt x="66" y="109"/>
                </a:lnTo>
                <a:lnTo>
                  <a:pt x="67" y="109"/>
                </a:lnTo>
                <a:lnTo>
                  <a:pt x="67" y="108"/>
                </a:lnTo>
                <a:lnTo>
                  <a:pt x="66" y="108"/>
                </a:lnTo>
                <a:lnTo>
                  <a:pt x="66" y="107"/>
                </a:lnTo>
                <a:lnTo>
                  <a:pt x="67" y="106"/>
                </a:lnTo>
                <a:lnTo>
                  <a:pt x="68" y="107"/>
                </a:lnTo>
                <a:lnTo>
                  <a:pt x="69" y="107"/>
                </a:lnTo>
                <a:lnTo>
                  <a:pt x="70" y="107"/>
                </a:lnTo>
                <a:lnTo>
                  <a:pt x="70" y="106"/>
                </a:lnTo>
                <a:lnTo>
                  <a:pt x="69" y="106"/>
                </a:lnTo>
                <a:lnTo>
                  <a:pt x="69" y="105"/>
                </a:lnTo>
                <a:lnTo>
                  <a:pt x="69" y="103"/>
                </a:lnTo>
                <a:lnTo>
                  <a:pt x="69" y="102"/>
                </a:lnTo>
                <a:lnTo>
                  <a:pt x="69" y="101"/>
                </a:lnTo>
                <a:lnTo>
                  <a:pt x="70" y="101"/>
                </a:lnTo>
                <a:lnTo>
                  <a:pt x="71" y="101"/>
                </a:lnTo>
                <a:lnTo>
                  <a:pt x="71" y="102"/>
                </a:lnTo>
                <a:lnTo>
                  <a:pt x="71" y="103"/>
                </a:lnTo>
                <a:lnTo>
                  <a:pt x="72" y="103"/>
                </a:lnTo>
                <a:lnTo>
                  <a:pt x="72" y="104"/>
                </a:lnTo>
                <a:lnTo>
                  <a:pt x="73" y="104"/>
                </a:lnTo>
                <a:lnTo>
                  <a:pt x="73" y="103"/>
                </a:lnTo>
                <a:lnTo>
                  <a:pt x="73" y="102"/>
                </a:lnTo>
                <a:lnTo>
                  <a:pt x="72" y="101"/>
                </a:lnTo>
                <a:lnTo>
                  <a:pt x="72" y="99"/>
                </a:lnTo>
                <a:lnTo>
                  <a:pt x="72" y="98"/>
                </a:lnTo>
                <a:lnTo>
                  <a:pt x="73" y="98"/>
                </a:lnTo>
                <a:lnTo>
                  <a:pt x="73" y="97"/>
                </a:lnTo>
                <a:lnTo>
                  <a:pt x="73" y="96"/>
                </a:lnTo>
                <a:lnTo>
                  <a:pt x="73" y="97"/>
                </a:lnTo>
                <a:lnTo>
                  <a:pt x="74" y="97"/>
                </a:lnTo>
                <a:lnTo>
                  <a:pt x="75" y="97"/>
                </a:lnTo>
                <a:lnTo>
                  <a:pt x="75" y="98"/>
                </a:lnTo>
                <a:lnTo>
                  <a:pt x="75" y="97"/>
                </a:lnTo>
                <a:lnTo>
                  <a:pt x="76" y="97"/>
                </a:lnTo>
                <a:lnTo>
                  <a:pt x="76" y="96"/>
                </a:lnTo>
                <a:lnTo>
                  <a:pt x="77" y="96"/>
                </a:lnTo>
                <a:lnTo>
                  <a:pt x="76" y="96"/>
                </a:lnTo>
                <a:lnTo>
                  <a:pt x="76" y="95"/>
                </a:lnTo>
                <a:lnTo>
                  <a:pt x="77" y="95"/>
                </a:lnTo>
                <a:lnTo>
                  <a:pt x="77" y="94"/>
                </a:lnTo>
                <a:lnTo>
                  <a:pt x="78" y="94"/>
                </a:lnTo>
                <a:lnTo>
                  <a:pt x="78" y="93"/>
                </a:lnTo>
                <a:lnTo>
                  <a:pt x="78" y="92"/>
                </a:lnTo>
                <a:lnTo>
                  <a:pt x="78" y="91"/>
                </a:lnTo>
                <a:lnTo>
                  <a:pt x="77" y="91"/>
                </a:lnTo>
                <a:lnTo>
                  <a:pt x="77" y="90"/>
                </a:lnTo>
                <a:lnTo>
                  <a:pt x="78" y="90"/>
                </a:lnTo>
                <a:lnTo>
                  <a:pt x="79" y="90"/>
                </a:lnTo>
                <a:lnTo>
                  <a:pt x="80" y="89"/>
                </a:lnTo>
                <a:lnTo>
                  <a:pt x="80" y="88"/>
                </a:lnTo>
                <a:lnTo>
                  <a:pt x="79" y="88"/>
                </a:lnTo>
                <a:lnTo>
                  <a:pt x="79" y="87"/>
                </a:lnTo>
                <a:lnTo>
                  <a:pt x="79" y="86"/>
                </a:lnTo>
                <a:lnTo>
                  <a:pt x="80" y="86"/>
                </a:lnTo>
                <a:lnTo>
                  <a:pt x="81" y="86"/>
                </a:lnTo>
                <a:lnTo>
                  <a:pt x="81" y="87"/>
                </a:lnTo>
                <a:lnTo>
                  <a:pt x="81" y="88"/>
                </a:lnTo>
                <a:lnTo>
                  <a:pt x="82" y="88"/>
                </a:lnTo>
                <a:lnTo>
                  <a:pt x="83" y="88"/>
                </a:lnTo>
                <a:lnTo>
                  <a:pt x="84" y="88"/>
                </a:lnTo>
                <a:lnTo>
                  <a:pt x="85" y="88"/>
                </a:lnTo>
                <a:lnTo>
                  <a:pt x="86" y="88"/>
                </a:lnTo>
                <a:lnTo>
                  <a:pt x="86" y="87"/>
                </a:lnTo>
                <a:lnTo>
                  <a:pt x="87" y="87"/>
                </a:lnTo>
                <a:lnTo>
                  <a:pt x="87" y="86"/>
                </a:lnTo>
                <a:lnTo>
                  <a:pt x="87" y="85"/>
                </a:lnTo>
                <a:lnTo>
                  <a:pt x="88" y="85"/>
                </a:lnTo>
                <a:lnTo>
                  <a:pt x="89" y="85"/>
                </a:lnTo>
                <a:lnTo>
                  <a:pt x="90" y="85"/>
                </a:lnTo>
                <a:lnTo>
                  <a:pt x="91" y="85"/>
                </a:lnTo>
                <a:lnTo>
                  <a:pt x="91" y="84"/>
                </a:lnTo>
                <a:lnTo>
                  <a:pt x="92" y="84"/>
                </a:lnTo>
                <a:lnTo>
                  <a:pt x="92" y="85"/>
                </a:lnTo>
                <a:lnTo>
                  <a:pt x="93" y="85"/>
                </a:lnTo>
                <a:lnTo>
                  <a:pt x="94" y="85"/>
                </a:lnTo>
                <a:lnTo>
                  <a:pt x="94" y="86"/>
                </a:lnTo>
                <a:lnTo>
                  <a:pt x="95" y="86"/>
                </a:lnTo>
                <a:lnTo>
                  <a:pt x="96" y="86"/>
                </a:lnTo>
                <a:lnTo>
                  <a:pt x="97" y="86"/>
                </a:lnTo>
                <a:lnTo>
                  <a:pt x="97" y="87"/>
                </a:lnTo>
                <a:lnTo>
                  <a:pt x="97" y="88"/>
                </a:lnTo>
                <a:lnTo>
                  <a:pt x="97" y="89"/>
                </a:lnTo>
                <a:lnTo>
                  <a:pt x="98" y="89"/>
                </a:lnTo>
                <a:lnTo>
                  <a:pt x="98" y="90"/>
                </a:lnTo>
                <a:lnTo>
                  <a:pt x="99" y="89"/>
                </a:lnTo>
                <a:lnTo>
                  <a:pt x="100" y="88"/>
                </a:lnTo>
                <a:lnTo>
                  <a:pt x="100" y="89"/>
                </a:lnTo>
                <a:lnTo>
                  <a:pt x="101" y="89"/>
                </a:lnTo>
                <a:lnTo>
                  <a:pt x="101" y="88"/>
                </a:lnTo>
                <a:lnTo>
                  <a:pt x="102" y="88"/>
                </a:lnTo>
                <a:lnTo>
                  <a:pt x="103" y="88"/>
                </a:lnTo>
                <a:lnTo>
                  <a:pt x="104" y="88"/>
                </a:lnTo>
                <a:lnTo>
                  <a:pt x="105" y="88"/>
                </a:lnTo>
                <a:lnTo>
                  <a:pt x="105" y="87"/>
                </a:lnTo>
                <a:lnTo>
                  <a:pt x="105" y="86"/>
                </a:lnTo>
                <a:lnTo>
                  <a:pt x="104" y="86"/>
                </a:lnTo>
                <a:lnTo>
                  <a:pt x="104" y="85"/>
                </a:lnTo>
                <a:lnTo>
                  <a:pt x="105" y="85"/>
                </a:lnTo>
                <a:lnTo>
                  <a:pt x="104" y="85"/>
                </a:lnTo>
                <a:lnTo>
                  <a:pt x="104" y="84"/>
                </a:lnTo>
                <a:lnTo>
                  <a:pt x="103" y="84"/>
                </a:lnTo>
                <a:lnTo>
                  <a:pt x="103" y="83"/>
                </a:lnTo>
                <a:lnTo>
                  <a:pt x="104" y="83"/>
                </a:lnTo>
                <a:lnTo>
                  <a:pt x="103" y="83"/>
                </a:lnTo>
                <a:lnTo>
                  <a:pt x="104" y="83"/>
                </a:lnTo>
                <a:lnTo>
                  <a:pt x="104" y="82"/>
                </a:lnTo>
                <a:lnTo>
                  <a:pt x="105" y="82"/>
                </a:lnTo>
                <a:lnTo>
                  <a:pt x="105" y="81"/>
                </a:lnTo>
                <a:lnTo>
                  <a:pt x="104" y="81"/>
                </a:lnTo>
                <a:lnTo>
                  <a:pt x="105" y="81"/>
                </a:lnTo>
                <a:lnTo>
                  <a:pt x="105" y="80"/>
                </a:lnTo>
                <a:lnTo>
                  <a:pt x="105" y="79"/>
                </a:lnTo>
                <a:lnTo>
                  <a:pt x="104" y="78"/>
                </a:lnTo>
                <a:lnTo>
                  <a:pt x="105" y="78"/>
                </a:lnTo>
                <a:lnTo>
                  <a:pt x="106" y="78"/>
                </a:lnTo>
                <a:lnTo>
                  <a:pt x="106" y="77"/>
                </a:lnTo>
                <a:lnTo>
                  <a:pt x="107" y="77"/>
                </a:lnTo>
                <a:lnTo>
                  <a:pt x="108" y="77"/>
                </a:lnTo>
                <a:lnTo>
                  <a:pt x="108" y="76"/>
                </a:lnTo>
                <a:lnTo>
                  <a:pt x="109" y="76"/>
                </a:lnTo>
                <a:lnTo>
                  <a:pt x="111" y="75"/>
                </a:lnTo>
                <a:lnTo>
                  <a:pt x="111" y="74"/>
                </a:lnTo>
                <a:lnTo>
                  <a:pt x="110" y="72"/>
                </a:lnTo>
                <a:lnTo>
                  <a:pt x="110" y="71"/>
                </a:lnTo>
                <a:lnTo>
                  <a:pt x="111" y="71"/>
                </a:lnTo>
                <a:lnTo>
                  <a:pt x="111" y="70"/>
                </a:lnTo>
                <a:lnTo>
                  <a:pt x="112" y="70"/>
                </a:lnTo>
                <a:lnTo>
                  <a:pt x="111" y="70"/>
                </a:lnTo>
                <a:lnTo>
                  <a:pt x="111" y="69"/>
                </a:lnTo>
                <a:lnTo>
                  <a:pt x="110" y="69"/>
                </a:lnTo>
                <a:lnTo>
                  <a:pt x="109" y="68"/>
                </a:lnTo>
                <a:lnTo>
                  <a:pt x="109" y="67"/>
                </a:lnTo>
                <a:lnTo>
                  <a:pt x="110" y="67"/>
                </a:lnTo>
                <a:lnTo>
                  <a:pt x="111" y="67"/>
                </a:lnTo>
                <a:lnTo>
                  <a:pt x="111" y="66"/>
                </a:lnTo>
                <a:lnTo>
                  <a:pt x="112" y="66"/>
                </a:lnTo>
                <a:lnTo>
                  <a:pt x="112" y="65"/>
                </a:lnTo>
                <a:lnTo>
                  <a:pt x="112" y="64"/>
                </a:lnTo>
                <a:lnTo>
                  <a:pt x="113" y="64"/>
                </a:lnTo>
                <a:lnTo>
                  <a:pt x="114" y="64"/>
                </a:lnTo>
                <a:lnTo>
                  <a:pt x="115" y="63"/>
                </a:lnTo>
                <a:lnTo>
                  <a:pt x="116" y="63"/>
                </a:lnTo>
                <a:lnTo>
                  <a:pt x="116" y="62"/>
                </a:lnTo>
                <a:lnTo>
                  <a:pt x="117" y="62"/>
                </a:lnTo>
                <a:lnTo>
                  <a:pt x="118" y="62"/>
                </a:lnTo>
                <a:lnTo>
                  <a:pt x="119" y="62"/>
                </a:lnTo>
                <a:lnTo>
                  <a:pt x="120" y="62"/>
                </a:lnTo>
                <a:lnTo>
                  <a:pt x="121" y="62"/>
                </a:lnTo>
                <a:lnTo>
                  <a:pt x="122" y="62"/>
                </a:lnTo>
                <a:lnTo>
                  <a:pt x="123" y="62"/>
                </a:lnTo>
                <a:lnTo>
                  <a:pt x="123" y="61"/>
                </a:lnTo>
                <a:lnTo>
                  <a:pt x="124" y="61"/>
                </a:lnTo>
                <a:lnTo>
                  <a:pt x="125" y="61"/>
                </a:lnTo>
                <a:lnTo>
                  <a:pt x="126" y="61"/>
                </a:lnTo>
                <a:lnTo>
                  <a:pt x="126" y="62"/>
                </a:lnTo>
                <a:lnTo>
                  <a:pt x="126" y="63"/>
                </a:lnTo>
                <a:lnTo>
                  <a:pt x="127" y="63"/>
                </a:lnTo>
                <a:lnTo>
                  <a:pt x="127" y="62"/>
                </a:lnTo>
                <a:lnTo>
                  <a:pt x="128" y="62"/>
                </a:lnTo>
                <a:lnTo>
                  <a:pt x="128" y="63"/>
                </a:lnTo>
                <a:lnTo>
                  <a:pt x="129" y="63"/>
                </a:lnTo>
                <a:lnTo>
                  <a:pt x="130" y="62"/>
                </a:lnTo>
                <a:lnTo>
                  <a:pt x="130" y="61"/>
                </a:lnTo>
                <a:lnTo>
                  <a:pt x="131" y="61"/>
                </a:lnTo>
                <a:lnTo>
                  <a:pt x="132" y="61"/>
                </a:lnTo>
                <a:lnTo>
                  <a:pt x="132" y="60"/>
                </a:lnTo>
                <a:lnTo>
                  <a:pt x="132" y="61"/>
                </a:lnTo>
                <a:lnTo>
                  <a:pt x="133" y="61"/>
                </a:lnTo>
                <a:lnTo>
                  <a:pt x="134" y="61"/>
                </a:lnTo>
                <a:lnTo>
                  <a:pt x="134" y="60"/>
                </a:lnTo>
                <a:lnTo>
                  <a:pt x="134" y="61"/>
                </a:lnTo>
                <a:lnTo>
                  <a:pt x="135" y="61"/>
                </a:lnTo>
                <a:lnTo>
                  <a:pt x="135" y="60"/>
                </a:lnTo>
                <a:lnTo>
                  <a:pt x="137" y="60"/>
                </a:lnTo>
                <a:lnTo>
                  <a:pt x="137" y="61"/>
                </a:lnTo>
                <a:lnTo>
                  <a:pt x="138" y="61"/>
                </a:lnTo>
                <a:lnTo>
                  <a:pt x="138" y="62"/>
                </a:lnTo>
                <a:lnTo>
                  <a:pt x="139" y="62"/>
                </a:lnTo>
                <a:lnTo>
                  <a:pt x="139" y="61"/>
                </a:lnTo>
                <a:lnTo>
                  <a:pt x="140" y="61"/>
                </a:lnTo>
                <a:lnTo>
                  <a:pt x="141" y="61"/>
                </a:lnTo>
                <a:lnTo>
                  <a:pt x="142" y="61"/>
                </a:lnTo>
                <a:lnTo>
                  <a:pt x="143" y="61"/>
                </a:lnTo>
                <a:lnTo>
                  <a:pt x="143" y="60"/>
                </a:lnTo>
                <a:lnTo>
                  <a:pt x="143" y="61"/>
                </a:lnTo>
                <a:lnTo>
                  <a:pt x="144" y="61"/>
                </a:lnTo>
                <a:lnTo>
                  <a:pt x="144" y="60"/>
                </a:lnTo>
                <a:lnTo>
                  <a:pt x="145" y="60"/>
                </a:lnTo>
                <a:lnTo>
                  <a:pt x="146" y="59"/>
                </a:lnTo>
                <a:lnTo>
                  <a:pt x="146" y="60"/>
                </a:lnTo>
                <a:lnTo>
                  <a:pt x="147" y="60"/>
                </a:lnTo>
                <a:lnTo>
                  <a:pt x="147" y="59"/>
                </a:lnTo>
                <a:lnTo>
                  <a:pt x="148" y="57"/>
                </a:lnTo>
                <a:lnTo>
                  <a:pt x="149" y="57"/>
                </a:lnTo>
                <a:lnTo>
                  <a:pt x="150" y="57"/>
                </a:lnTo>
                <a:lnTo>
                  <a:pt x="150" y="56"/>
                </a:lnTo>
                <a:lnTo>
                  <a:pt x="151" y="57"/>
                </a:lnTo>
                <a:lnTo>
                  <a:pt x="153" y="57"/>
                </a:lnTo>
                <a:lnTo>
                  <a:pt x="153" y="56"/>
                </a:lnTo>
                <a:lnTo>
                  <a:pt x="153" y="57"/>
                </a:lnTo>
                <a:lnTo>
                  <a:pt x="154" y="57"/>
                </a:lnTo>
                <a:lnTo>
                  <a:pt x="154" y="56"/>
                </a:lnTo>
                <a:lnTo>
                  <a:pt x="155" y="56"/>
                </a:lnTo>
                <a:lnTo>
                  <a:pt x="155" y="57"/>
                </a:lnTo>
                <a:lnTo>
                  <a:pt x="156" y="57"/>
                </a:lnTo>
                <a:lnTo>
                  <a:pt x="156" y="59"/>
                </a:lnTo>
                <a:lnTo>
                  <a:pt x="156" y="57"/>
                </a:lnTo>
                <a:lnTo>
                  <a:pt x="157" y="57"/>
                </a:lnTo>
                <a:lnTo>
                  <a:pt x="157" y="56"/>
                </a:lnTo>
                <a:lnTo>
                  <a:pt x="158" y="57"/>
                </a:lnTo>
                <a:lnTo>
                  <a:pt x="158" y="59"/>
                </a:lnTo>
                <a:lnTo>
                  <a:pt x="159" y="59"/>
                </a:lnTo>
                <a:lnTo>
                  <a:pt x="159" y="60"/>
                </a:lnTo>
                <a:lnTo>
                  <a:pt x="160" y="60"/>
                </a:lnTo>
                <a:lnTo>
                  <a:pt x="160" y="61"/>
                </a:lnTo>
                <a:lnTo>
                  <a:pt x="161" y="61"/>
                </a:lnTo>
                <a:lnTo>
                  <a:pt x="161" y="62"/>
                </a:lnTo>
                <a:lnTo>
                  <a:pt x="162" y="62"/>
                </a:lnTo>
                <a:lnTo>
                  <a:pt x="162" y="63"/>
                </a:lnTo>
                <a:lnTo>
                  <a:pt x="163" y="63"/>
                </a:lnTo>
                <a:lnTo>
                  <a:pt x="163" y="62"/>
                </a:lnTo>
                <a:lnTo>
                  <a:pt x="164" y="62"/>
                </a:lnTo>
                <a:lnTo>
                  <a:pt x="164" y="61"/>
                </a:lnTo>
                <a:lnTo>
                  <a:pt x="165" y="61"/>
                </a:lnTo>
                <a:lnTo>
                  <a:pt x="166" y="61"/>
                </a:lnTo>
                <a:lnTo>
                  <a:pt x="167" y="61"/>
                </a:lnTo>
                <a:lnTo>
                  <a:pt x="168" y="62"/>
                </a:lnTo>
                <a:lnTo>
                  <a:pt x="168" y="63"/>
                </a:lnTo>
                <a:lnTo>
                  <a:pt x="169" y="63"/>
                </a:lnTo>
                <a:lnTo>
                  <a:pt x="170" y="63"/>
                </a:lnTo>
                <a:lnTo>
                  <a:pt x="170" y="64"/>
                </a:lnTo>
                <a:lnTo>
                  <a:pt x="170" y="65"/>
                </a:lnTo>
                <a:lnTo>
                  <a:pt x="171" y="65"/>
                </a:lnTo>
                <a:lnTo>
                  <a:pt x="172" y="65"/>
                </a:lnTo>
                <a:lnTo>
                  <a:pt x="173" y="65"/>
                </a:lnTo>
                <a:lnTo>
                  <a:pt x="174" y="66"/>
                </a:lnTo>
                <a:lnTo>
                  <a:pt x="174" y="67"/>
                </a:lnTo>
                <a:lnTo>
                  <a:pt x="175" y="67"/>
                </a:lnTo>
                <a:lnTo>
                  <a:pt x="175" y="68"/>
                </a:lnTo>
                <a:lnTo>
                  <a:pt x="176" y="68"/>
                </a:lnTo>
                <a:lnTo>
                  <a:pt x="177" y="68"/>
                </a:lnTo>
                <a:lnTo>
                  <a:pt x="178" y="69"/>
                </a:lnTo>
                <a:lnTo>
                  <a:pt x="178" y="70"/>
                </a:lnTo>
                <a:lnTo>
                  <a:pt x="178" y="71"/>
                </a:lnTo>
                <a:lnTo>
                  <a:pt x="179" y="71"/>
                </a:lnTo>
                <a:lnTo>
                  <a:pt x="179" y="72"/>
                </a:lnTo>
                <a:lnTo>
                  <a:pt x="179" y="73"/>
                </a:lnTo>
                <a:lnTo>
                  <a:pt x="179" y="74"/>
                </a:lnTo>
                <a:lnTo>
                  <a:pt x="180" y="74"/>
                </a:lnTo>
                <a:lnTo>
                  <a:pt x="180" y="75"/>
                </a:lnTo>
                <a:lnTo>
                  <a:pt x="181" y="75"/>
                </a:lnTo>
                <a:lnTo>
                  <a:pt x="181" y="76"/>
                </a:lnTo>
                <a:lnTo>
                  <a:pt x="182" y="76"/>
                </a:lnTo>
                <a:lnTo>
                  <a:pt x="182" y="75"/>
                </a:lnTo>
                <a:lnTo>
                  <a:pt x="183" y="75"/>
                </a:lnTo>
                <a:lnTo>
                  <a:pt x="183" y="74"/>
                </a:lnTo>
                <a:lnTo>
                  <a:pt x="184" y="74"/>
                </a:lnTo>
                <a:lnTo>
                  <a:pt x="185" y="74"/>
                </a:lnTo>
                <a:lnTo>
                  <a:pt x="185" y="75"/>
                </a:lnTo>
                <a:lnTo>
                  <a:pt x="186" y="75"/>
                </a:lnTo>
                <a:lnTo>
                  <a:pt x="187" y="76"/>
                </a:lnTo>
                <a:lnTo>
                  <a:pt x="187" y="77"/>
                </a:lnTo>
                <a:lnTo>
                  <a:pt x="188" y="77"/>
                </a:lnTo>
                <a:lnTo>
                  <a:pt x="187" y="77"/>
                </a:lnTo>
                <a:lnTo>
                  <a:pt x="187" y="78"/>
                </a:lnTo>
                <a:lnTo>
                  <a:pt x="188" y="78"/>
                </a:lnTo>
                <a:lnTo>
                  <a:pt x="188" y="79"/>
                </a:lnTo>
                <a:lnTo>
                  <a:pt x="189" y="79"/>
                </a:lnTo>
                <a:lnTo>
                  <a:pt x="190" y="79"/>
                </a:lnTo>
                <a:lnTo>
                  <a:pt x="191" y="79"/>
                </a:lnTo>
                <a:lnTo>
                  <a:pt x="191" y="78"/>
                </a:lnTo>
                <a:lnTo>
                  <a:pt x="192" y="78"/>
                </a:lnTo>
                <a:lnTo>
                  <a:pt x="192" y="77"/>
                </a:lnTo>
                <a:lnTo>
                  <a:pt x="193" y="77"/>
                </a:lnTo>
                <a:lnTo>
                  <a:pt x="194" y="76"/>
                </a:lnTo>
                <a:lnTo>
                  <a:pt x="195" y="76"/>
                </a:lnTo>
                <a:lnTo>
                  <a:pt x="195" y="75"/>
                </a:lnTo>
                <a:lnTo>
                  <a:pt x="196" y="75"/>
                </a:lnTo>
                <a:lnTo>
                  <a:pt x="197" y="75"/>
                </a:lnTo>
                <a:lnTo>
                  <a:pt x="198" y="75"/>
                </a:lnTo>
                <a:lnTo>
                  <a:pt x="199" y="75"/>
                </a:lnTo>
                <a:lnTo>
                  <a:pt x="199" y="74"/>
                </a:lnTo>
                <a:lnTo>
                  <a:pt x="200" y="74"/>
                </a:lnTo>
                <a:lnTo>
                  <a:pt x="200" y="73"/>
                </a:lnTo>
                <a:lnTo>
                  <a:pt x="200" y="70"/>
                </a:lnTo>
                <a:lnTo>
                  <a:pt x="200" y="69"/>
                </a:lnTo>
                <a:lnTo>
                  <a:pt x="201" y="68"/>
                </a:lnTo>
                <a:lnTo>
                  <a:pt x="201" y="67"/>
                </a:lnTo>
                <a:lnTo>
                  <a:pt x="202" y="67"/>
                </a:lnTo>
                <a:lnTo>
                  <a:pt x="202" y="68"/>
                </a:lnTo>
                <a:lnTo>
                  <a:pt x="203" y="68"/>
                </a:lnTo>
                <a:lnTo>
                  <a:pt x="204" y="68"/>
                </a:lnTo>
                <a:lnTo>
                  <a:pt x="205" y="68"/>
                </a:lnTo>
                <a:lnTo>
                  <a:pt x="205" y="69"/>
                </a:lnTo>
                <a:lnTo>
                  <a:pt x="206" y="69"/>
                </a:lnTo>
                <a:lnTo>
                  <a:pt x="206" y="70"/>
                </a:lnTo>
                <a:lnTo>
                  <a:pt x="208" y="70"/>
                </a:lnTo>
                <a:lnTo>
                  <a:pt x="208" y="69"/>
                </a:lnTo>
                <a:lnTo>
                  <a:pt x="207" y="69"/>
                </a:lnTo>
                <a:lnTo>
                  <a:pt x="208" y="68"/>
                </a:lnTo>
                <a:lnTo>
                  <a:pt x="208" y="69"/>
                </a:lnTo>
                <a:lnTo>
                  <a:pt x="209" y="69"/>
                </a:lnTo>
                <a:lnTo>
                  <a:pt x="209" y="70"/>
                </a:lnTo>
                <a:lnTo>
                  <a:pt x="209" y="69"/>
                </a:lnTo>
                <a:lnTo>
                  <a:pt x="210" y="69"/>
                </a:lnTo>
                <a:lnTo>
                  <a:pt x="210" y="68"/>
                </a:lnTo>
                <a:lnTo>
                  <a:pt x="211" y="68"/>
                </a:lnTo>
                <a:lnTo>
                  <a:pt x="212" y="68"/>
                </a:lnTo>
                <a:lnTo>
                  <a:pt x="212" y="67"/>
                </a:lnTo>
                <a:lnTo>
                  <a:pt x="212" y="66"/>
                </a:lnTo>
                <a:lnTo>
                  <a:pt x="213" y="66"/>
                </a:lnTo>
                <a:lnTo>
                  <a:pt x="213" y="67"/>
                </a:lnTo>
                <a:lnTo>
                  <a:pt x="214" y="66"/>
                </a:lnTo>
                <a:lnTo>
                  <a:pt x="215" y="66"/>
                </a:lnTo>
                <a:lnTo>
                  <a:pt x="215" y="65"/>
                </a:lnTo>
                <a:lnTo>
                  <a:pt x="216" y="64"/>
                </a:lnTo>
                <a:lnTo>
                  <a:pt x="216" y="63"/>
                </a:lnTo>
                <a:lnTo>
                  <a:pt x="216" y="64"/>
                </a:lnTo>
                <a:lnTo>
                  <a:pt x="217" y="64"/>
                </a:lnTo>
                <a:lnTo>
                  <a:pt x="217" y="63"/>
                </a:lnTo>
                <a:lnTo>
                  <a:pt x="218" y="63"/>
                </a:lnTo>
                <a:lnTo>
                  <a:pt x="218" y="62"/>
                </a:lnTo>
                <a:lnTo>
                  <a:pt x="219" y="62"/>
                </a:lnTo>
                <a:lnTo>
                  <a:pt x="219" y="61"/>
                </a:lnTo>
                <a:lnTo>
                  <a:pt x="220" y="61"/>
                </a:lnTo>
                <a:lnTo>
                  <a:pt x="221" y="61"/>
                </a:lnTo>
                <a:lnTo>
                  <a:pt x="221" y="60"/>
                </a:lnTo>
                <a:lnTo>
                  <a:pt x="222" y="60"/>
                </a:lnTo>
                <a:lnTo>
                  <a:pt x="222" y="59"/>
                </a:lnTo>
                <a:lnTo>
                  <a:pt x="223" y="59"/>
                </a:lnTo>
                <a:lnTo>
                  <a:pt x="223" y="57"/>
                </a:lnTo>
                <a:lnTo>
                  <a:pt x="224" y="57"/>
                </a:lnTo>
                <a:lnTo>
                  <a:pt x="224" y="56"/>
                </a:lnTo>
                <a:lnTo>
                  <a:pt x="224" y="55"/>
                </a:lnTo>
                <a:lnTo>
                  <a:pt x="224" y="54"/>
                </a:lnTo>
                <a:lnTo>
                  <a:pt x="223" y="54"/>
                </a:lnTo>
                <a:lnTo>
                  <a:pt x="223" y="53"/>
                </a:lnTo>
                <a:lnTo>
                  <a:pt x="222" y="52"/>
                </a:lnTo>
                <a:lnTo>
                  <a:pt x="222" y="51"/>
                </a:lnTo>
                <a:lnTo>
                  <a:pt x="222" y="50"/>
                </a:lnTo>
                <a:lnTo>
                  <a:pt x="221" y="50"/>
                </a:lnTo>
                <a:lnTo>
                  <a:pt x="221" y="49"/>
                </a:lnTo>
                <a:lnTo>
                  <a:pt x="221" y="48"/>
                </a:lnTo>
                <a:lnTo>
                  <a:pt x="220" y="48"/>
                </a:lnTo>
                <a:lnTo>
                  <a:pt x="220" y="47"/>
                </a:lnTo>
                <a:lnTo>
                  <a:pt x="220" y="46"/>
                </a:lnTo>
                <a:lnTo>
                  <a:pt x="219" y="46"/>
                </a:lnTo>
                <a:lnTo>
                  <a:pt x="219" y="45"/>
                </a:lnTo>
                <a:lnTo>
                  <a:pt x="219" y="46"/>
                </a:lnTo>
                <a:lnTo>
                  <a:pt x="218" y="46"/>
                </a:lnTo>
                <a:lnTo>
                  <a:pt x="217" y="46"/>
                </a:lnTo>
                <a:lnTo>
                  <a:pt x="216" y="46"/>
                </a:lnTo>
                <a:lnTo>
                  <a:pt x="215" y="46"/>
                </a:lnTo>
                <a:lnTo>
                  <a:pt x="215" y="45"/>
                </a:lnTo>
                <a:lnTo>
                  <a:pt x="214" y="45"/>
                </a:lnTo>
                <a:lnTo>
                  <a:pt x="213" y="45"/>
                </a:lnTo>
                <a:lnTo>
                  <a:pt x="212" y="45"/>
                </a:lnTo>
                <a:lnTo>
                  <a:pt x="211" y="45"/>
                </a:lnTo>
                <a:lnTo>
                  <a:pt x="211" y="44"/>
                </a:lnTo>
                <a:lnTo>
                  <a:pt x="211" y="43"/>
                </a:lnTo>
                <a:lnTo>
                  <a:pt x="211" y="42"/>
                </a:lnTo>
                <a:lnTo>
                  <a:pt x="211" y="41"/>
                </a:lnTo>
                <a:lnTo>
                  <a:pt x="210" y="41"/>
                </a:lnTo>
                <a:lnTo>
                  <a:pt x="209" y="41"/>
                </a:lnTo>
                <a:lnTo>
                  <a:pt x="209" y="40"/>
                </a:lnTo>
                <a:lnTo>
                  <a:pt x="210" y="38"/>
                </a:lnTo>
                <a:lnTo>
                  <a:pt x="210" y="36"/>
                </a:lnTo>
                <a:lnTo>
                  <a:pt x="209" y="37"/>
                </a:lnTo>
                <a:lnTo>
                  <a:pt x="208" y="37"/>
                </a:lnTo>
                <a:lnTo>
                  <a:pt x="208" y="36"/>
                </a:lnTo>
                <a:lnTo>
                  <a:pt x="207" y="36"/>
                </a:lnTo>
                <a:lnTo>
                  <a:pt x="206" y="36"/>
                </a:lnTo>
                <a:lnTo>
                  <a:pt x="206" y="35"/>
                </a:lnTo>
                <a:lnTo>
                  <a:pt x="205" y="34"/>
                </a:lnTo>
                <a:lnTo>
                  <a:pt x="205" y="33"/>
                </a:lnTo>
                <a:lnTo>
                  <a:pt x="206" y="33"/>
                </a:lnTo>
                <a:lnTo>
                  <a:pt x="206" y="32"/>
                </a:lnTo>
                <a:lnTo>
                  <a:pt x="205" y="32"/>
                </a:lnTo>
                <a:lnTo>
                  <a:pt x="205" y="31"/>
                </a:lnTo>
                <a:lnTo>
                  <a:pt x="205" y="30"/>
                </a:lnTo>
                <a:lnTo>
                  <a:pt x="206" y="30"/>
                </a:lnTo>
                <a:lnTo>
                  <a:pt x="206" y="29"/>
                </a:lnTo>
                <a:lnTo>
                  <a:pt x="206" y="28"/>
                </a:lnTo>
                <a:lnTo>
                  <a:pt x="206" y="27"/>
                </a:lnTo>
                <a:lnTo>
                  <a:pt x="207" y="27"/>
                </a:lnTo>
                <a:lnTo>
                  <a:pt x="207" y="26"/>
                </a:lnTo>
                <a:lnTo>
                  <a:pt x="208" y="25"/>
                </a:lnTo>
                <a:lnTo>
                  <a:pt x="209" y="25"/>
                </a:lnTo>
                <a:lnTo>
                  <a:pt x="210" y="25"/>
                </a:lnTo>
                <a:lnTo>
                  <a:pt x="210" y="24"/>
                </a:lnTo>
                <a:lnTo>
                  <a:pt x="211" y="24"/>
                </a:lnTo>
                <a:lnTo>
                  <a:pt x="211" y="23"/>
                </a:lnTo>
                <a:lnTo>
                  <a:pt x="210" y="23"/>
                </a:lnTo>
                <a:lnTo>
                  <a:pt x="210" y="22"/>
                </a:lnTo>
                <a:lnTo>
                  <a:pt x="210" y="21"/>
                </a:lnTo>
                <a:lnTo>
                  <a:pt x="209" y="21"/>
                </a:lnTo>
                <a:lnTo>
                  <a:pt x="209" y="22"/>
                </a:lnTo>
                <a:lnTo>
                  <a:pt x="208" y="21"/>
                </a:lnTo>
                <a:lnTo>
                  <a:pt x="207" y="21"/>
                </a:lnTo>
                <a:lnTo>
                  <a:pt x="206" y="21"/>
                </a:lnTo>
                <a:lnTo>
                  <a:pt x="205" y="21"/>
                </a:lnTo>
                <a:lnTo>
                  <a:pt x="204" y="20"/>
                </a:lnTo>
                <a:lnTo>
                  <a:pt x="203" y="20"/>
                </a:lnTo>
                <a:lnTo>
                  <a:pt x="203" y="19"/>
                </a:lnTo>
                <a:lnTo>
                  <a:pt x="202" y="19"/>
                </a:lnTo>
                <a:lnTo>
                  <a:pt x="203" y="18"/>
                </a:lnTo>
                <a:lnTo>
                  <a:pt x="203" y="17"/>
                </a:lnTo>
                <a:lnTo>
                  <a:pt x="203" y="16"/>
                </a:lnTo>
                <a:lnTo>
                  <a:pt x="203" y="17"/>
                </a:lnTo>
                <a:lnTo>
                  <a:pt x="203" y="16"/>
                </a:lnTo>
                <a:lnTo>
                  <a:pt x="203" y="15"/>
                </a:lnTo>
                <a:lnTo>
                  <a:pt x="203" y="14"/>
                </a:lnTo>
                <a:lnTo>
                  <a:pt x="203" y="13"/>
                </a:lnTo>
                <a:lnTo>
                  <a:pt x="203" y="14"/>
                </a:lnTo>
                <a:lnTo>
                  <a:pt x="204" y="14"/>
                </a:lnTo>
                <a:lnTo>
                  <a:pt x="205" y="14"/>
                </a:lnTo>
                <a:lnTo>
                  <a:pt x="206" y="13"/>
                </a:lnTo>
                <a:lnTo>
                  <a:pt x="206" y="12"/>
                </a:lnTo>
                <a:lnTo>
                  <a:pt x="207" y="12"/>
                </a:lnTo>
                <a:lnTo>
                  <a:pt x="208" y="12"/>
                </a:lnTo>
                <a:lnTo>
                  <a:pt x="208" y="13"/>
                </a:lnTo>
                <a:lnTo>
                  <a:pt x="209" y="13"/>
                </a:lnTo>
                <a:lnTo>
                  <a:pt x="210" y="13"/>
                </a:lnTo>
                <a:lnTo>
                  <a:pt x="211" y="13"/>
                </a:lnTo>
                <a:lnTo>
                  <a:pt x="211" y="12"/>
                </a:lnTo>
                <a:lnTo>
                  <a:pt x="212" y="13"/>
                </a:lnTo>
                <a:lnTo>
                  <a:pt x="212" y="12"/>
                </a:lnTo>
                <a:lnTo>
                  <a:pt x="213" y="12"/>
                </a:lnTo>
                <a:lnTo>
                  <a:pt x="213" y="13"/>
                </a:lnTo>
                <a:lnTo>
                  <a:pt x="214" y="13"/>
                </a:lnTo>
                <a:lnTo>
                  <a:pt x="214" y="12"/>
                </a:lnTo>
                <a:lnTo>
                  <a:pt x="215" y="12"/>
                </a:lnTo>
                <a:lnTo>
                  <a:pt x="215" y="13"/>
                </a:lnTo>
                <a:lnTo>
                  <a:pt x="216" y="13"/>
                </a:lnTo>
                <a:lnTo>
                  <a:pt x="217" y="13"/>
                </a:lnTo>
                <a:lnTo>
                  <a:pt x="217" y="12"/>
                </a:lnTo>
                <a:lnTo>
                  <a:pt x="218" y="12"/>
                </a:lnTo>
                <a:lnTo>
                  <a:pt x="219" y="11"/>
                </a:lnTo>
                <a:lnTo>
                  <a:pt x="220" y="11"/>
                </a:lnTo>
                <a:lnTo>
                  <a:pt x="220" y="10"/>
                </a:lnTo>
                <a:lnTo>
                  <a:pt x="221" y="10"/>
                </a:lnTo>
                <a:lnTo>
                  <a:pt x="222" y="9"/>
                </a:lnTo>
                <a:lnTo>
                  <a:pt x="223" y="9"/>
                </a:lnTo>
                <a:lnTo>
                  <a:pt x="224" y="10"/>
                </a:lnTo>
                <a:lnTo>
                  <a:pt x="225" y="10"/>
                </a:lnTo>
                <a:lnTo>
                  <a:pt x="225" y="11"/>
                </a:lnTo>
                <a:lnTo>
                  <a:pt x="226" y="11"/>
                </a:lnTo>
                <a:lnTo>
                  <a:pt x="227" y="11"/>
                </a:lnTo>
                <a:lnTo>
                  <a:pt x="227" y="12"/>
                </a:lnTo>
                <a:lnTo>
                  <a:pt x="227" y="13"/>
                </a:lnTo>
                <a:lnTo>
                  <a:pt x="227" y="14"/>
                </a:lnTo>
                <a:lnTo>
                  <a:pt x="228" y="14"/>
                </a:lnTo>
                <a:lnTo>
                  <a:pt x="229" y="14"/>
                </a:lnTo>
                <a:lnTo>
                  <a:pt x="229" y="15"/>
                </a:lnTo>
                <a:lnTo>
                  <a:pt x="230" y="15"/>
                </a:lnTo>
                <a:lnTo>
                  <a:pt x="231" y="15"/>
                </a:lnTo>
                <a:lnTo>
                  <a:pt x="232" y="15"/>
                </a:lnTo>
                <a:lnTo>
                  <a:pt x="232" y="14"/>
                </a:lnTo>
                <a:lnTo>
                  <a:pt x="233" y="14"/>
                </a:lnTo>
                <a:lnTo>
                  <a:pt x="234" y="14"/>
                </a:lnTo>
                <a:lnTo>
                  <a:pt x="235" y="13"/>
                </a:lnTo>
                <a:lnTo>
                  <a:pt x="236" y="13"/>
                </a:lnTo>
                <a:lnTo>
                  <a:pt x="236" y="12"/>
                </a:lnTo>
                <a:lnTo>
                  <a:pt x="236" y="11"/>
                </a:lnTo>
                <a:lnTo>
                  <a:pt x="236" y="10"/>
                </a:lnTo>
                <a:lnTo>
                  <a:pt x="236" y="9"/>
                </a:lnTo>
                <a:lnTo>
                  <a:pt x="236" y="8"/>
                </a:lnTo>
                <a:lnTo>
                  <a:pt x="236" y="7"/>
                </a:lnTo>
                <a:lnTo>
                  <a:pt x="235" y="7"/>
                </a:lnTo>
                <a:lnTo>
                  <a:pt x="235" y="6"/>
                </a:lnTo>
                <a:lnTo>
                  <a:pt x="235" y="5"/>
                </a:lnTo>
                <a:lnTo>
                  <a:pt x="235" y="4"/>
                </a:lnTo>
                <a:lnTo>
                  <a:pt x="234" y="4"/>
                </a:lnTo>
                <a:lnTo>
                  <a:pt x="234" y="3"/>
                </a:lnTo>
                <a:lnTo>
                  <a:pt x="235" y="3"/>
                </a:lnTo>
                <a:lnTo>
                  <a:pt x="236" y="2"/>
                </a:lnTo>
                <a:lnTo>
                  <a:pt x="237" y="2"/>
                </a:lnTo>
                <a:lnTo>
                  <a:pt x="238" y="2"/>
                </a:lnTo>
                <a:lnTo>
                  <a:pt x="239" y="2"/>
                </a:lnTo>
                <a:lnTo>
                  <a:pt x="240" y="2"/>
                </a:lnTo>
                <a:lnTo>
                  <a:pt x="241" y="2"/>
                </a:lnTo>
                <a:lnTo>
                  <a:pt x="242" y="2"/>
                </a:lnTo>
                <a:lnTo>
                  <a:pt x="243" y="1"/>
                </a:lnTo>
                <a:lnTo>
                  <a:pt x="244" y="0"/>
                </a:lnTo>
                <a:lnTo>
                  <a:pt x="245" y="1"/>
                </a:lnTo>
                <a:lnTo>
                  <a:pt x="246" y="1"/>
                </a:lnTo>
                <a:lnTo>
                  <a:pt x="247" y="1"/>
                </a:lnTo>
                <a:lnTo>
                  <a:pt x="247" y="0"/>
                </a:lnTo>
                <a:lnTo>
                  <a:pt x="248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2186280" y="568512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6" y="0"/>
                </a:moveTo>
                <a:lnTo>
                  <a:pt x="7" y="1"/>
                </a:lnTo>
                <a:lnTo>
                  <a:pt x="7" y="2"/>
                </a:lnTo>
                <a:lnTo>
                  <a:pt x="6" y="2"/>
                </a:lnTo>
                <a:lnTo>
                  <a:pt x="6" y="3"/>
                </a:lnTo>
                <a:lnTo>
                  <a:pt x="4" y="5"/>
                </a:lnTo>
                <a:lnTo>
                  <a:pt x="2" y="8"/>
                </a:lnTo>
                <a:lnTo>
                  <a:pt x="0" y="8"/>
                </a:lnTo>
                <a:lnTo>
                  <a:pt x="1" y="8"/>
                </a:lnTo>
                <a:lnTo>
                  <a:pt x="2" y="5"/>
                </a:lnTo>
                <a:lnTo>
                  <a:pt x="3" y="3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6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2185560" y="567612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0" y="0"/>
                </a:move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2178000" y="56732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0"/>
                </a:move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2174760" y="566928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5"/>
                </a:moveTo>
                <a:lnTo>
                  <a:pt x="2" y="5"/>
                </a:lnTo>
                <a:lnTo>
                  <a:pt x="1" y="3"/>
                </a:lnTo>
                <a:lnTo>
                  <a:pt x="0" y="2"/>
                </a:lnTo>
                <a:lnTo>
                  <a:pt x="0" y="0"/>
                </a:lnTo>
                <a:lnTo>
                  <a:pt x="1" y="2"/>
                </a:lnTo>
                <a:lnTo>
                  <a:pt x="2" y="3"/>
                </a:lnTo>
                <a:lnTo>
                  <a:pt x="4" y="3"/>
                </a:lnTo>
                <a:lnTo>
                  <a:pt x="4" y="5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2177280" y="566784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4" y="1"/>
                </a:moveTo>
                <a:lnTo>
                  <a:pt x="5" y="1"/>
                </a:lnTo>
                <a:lnTo>
                  <a:pt x="5" y="3"/>
                </a:lnTo>
                <a:lnTo>
                  <a:pt x="6" y="4"/>
                </a:lnTo>
                <a:lnTo>
                  <a:pt x="6" y="5"/>
                </a:lnTo>
                <a:lnTo>
                  <a:pt x="6" y="6"/>
                </a:lnTo>
                <a:lnTo>
                  <a:pt x="5" y="6"/>
                </a:lnTo>
                <a:lnTo>
                  <a:pt x="5" y="5"/>
                </a:ln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lnTo>
                  <a:pt x="1" y="6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3" y="4"/>
                </a:lnTo>
                <a:lnTo>
                  <a:pt x="3" y="3"/>
                </a:lnTo>
                <a:lnTo>
                  <a:pt x="1" y="3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4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2142720" y="566532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2" y="2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3" y="4"/>
                </a:lnTo>
                <a:lnTo>
                  <a:pt x="3" y="5"/>
                </a:lnTo>
                <a:lnTo>
                  <a:pt x="5" y="5"/>
                </a:lnTo>
                <a:lnTo>
                  <a:pt x="5" y="6"/>
                </a:lnTo>
                <a:lnTo>
                  <a:pt x="5" y="5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2180880" y="5656320"/>
            <a:ext cx="1800" cy="720"/>
          </a:xfrm>
          <a:custGeom>
            <a:avLst/>
            <a:gdLst/>
            <a:ahLst/>
            <a:rect l="0" t="0" r="r" b="b"/>
            <a:pathLst>
              <a:path w="5" h="2">
                <a:moveTo>
                  <a:pt x="2" y="0"/>
                </a:move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lnTo>
                  <a:pt x="3" y="2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2184480" y="5654880"/>
            <a:ext cx="4680" cy="4680"/>
          </a:xfrm>
          <a:custGeom>
            <a:avLst/>
            <a:gdLst/>
            <a:ahLst/>
            <a:rect l="0" t="0" r="r" b="b"/>
            <a:pathLst>
              <a:path w="13" h="13">
                <a:moveTo>
                  <a:pt x="6" y="0"/>
                </a:move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9" y="1"/>
                </a:lnTo>
                <a:lnTo>
                  <a:pt x="11" y="1"/>
                </a:lnTo>
                <a:lnTo>
                  <a:pt x="12" y="1"/>
                </a:lnTo>
                <a:lnTo>
                  <a:pt x="13" y="1"/>
                </a:lnTo>
                <a:lnTo>
                  <a:pt x="13" y="2"/>
                </a:lnTo>
                <a:lnTo>
                  <a:pt x="13" y="3"/>
                </a:lnTo>
                <a:lnTo>
                  <a:pt x="13" y="4"/>
                </a:lnTo>
                <a:lnTo>
                  <a:pt x="13" y="5"/>
                </a:lnTo>
                <a:lnTo>
                  <a:pt x="12" y="5"/>
                </a:lnTo>
                <a:lnTo>
                  <a:pt x="11" y="5"/>
                </a:lnTo>
                <a:lnTo>
                  <a:pt x="11" y="7"/>
                </a:lnTo>
                <a:lnTo>
                  <a:pt x="12" y="7"/>
                </a:lnTo>
                <a:lnTo>
                  <a:pt x="12" y="8"/>
                </a:lnTo>
                <a:lnTo>
                  <a:pt x="11" y="8"/>
                </a:lnTo>
                <a:lnTo>
                  <a:pt x="11" y="9"/>
                </a:lnTo>
                <a:lnTo>
                  <a:pt x="11" y="10"/>
                </a:lnTo>
                <a:lnTo>
                  <a:pt x="9" y="10"/>
                </a:lnTo>
                <a:lnTo>
                  <a:pt x="9" y="11"/>
                </a:lnTo>
                <a:lnTo>
                  <a:pt x="8" y="11"/>
                </a:lnTo>
                <a:lnTo>
                  <a:pt x="8" y="12"/>
                </a:lnTo>
                <a:lnTo>
                  <a:pt x="9" y="12"/>
                </a:lnTo>
                <a:lnTo>
                  <a:pt x="8" y="12"/>
                </a:lnTo>
                <a:lnTo>
                  <a:pt x="8" y="13"/>
                </a:lnTo>
                <a:lnTo>
                  <a:pt x="7" y="13"/>
                </a:lnTo>
                <a:lnTo>
                  <a:pt x="6" y="13"/>
                </a:lnTo>
                <a:lnTo>
                  <a:pt x="5" y="13"/>
                </a:lnTo>
                <a:lnTo>
                  <a:pt x="4" y="13"/>
                </a:lnTo>
                <a:lnTo>
                  <a:pt x="3" y="13"/>
                </a:lnTo>
                <a:lnTo>
                  <a:pt x="2" y="13"/>
                </a:lnTo>
                <a:lnTo>
                  <a:pt x="2" y="12"/>
                </a:lnTo>
                <a:lnTo>
                  <a:pt x="1" y="12"/>
                </a:lnTo>
                <a:lnTo>
                  <a:pt x="2" y="12"/>
                </a:lnTo>
                <a:lnTo>
                  <a:pt x="2" y="11"/>
                </a:lnTo>
                <a:lnTo>
                  <a:pt x="1" y="11"/>
                </a:lnTo>
                <a:lnTo>
                  <a:pt x="1" y="10"/>
                </a:lnTo>
                <a:lnTo>
                  <a:pt x="2" y="10"/>
                </a:lnTo>
                <a:lnTo>
                  <a:pt x="2" y="11"/>
                </a:lnTo>
                <a:lnTo>
                  <a:pt x="2" y="12"/>
                </a:lnTo>
                <a:lnTo>
                  <a:pt x="2" y="11"/>
                </a:lnTo>
                <a:lnTo>
                  <a:pt x="2" y="10"/>
                </a:lnTo>
                <a:lnTo>
                  <a:pt x="1" y="10"/>
                </a:lnTo>
                <a:lnTo>
                  <a:pt x="2" y="10"/>
                </a:lnTo>
                <a:lnTo>
                  <a:pt x="1" y="10"/>
                </a:lnTo>
                <a:lnTo>
                  <a:pt x="1" y="9"/>
                </a:lnTo>
                <a:lnTo>
                  <a:pt x="0" y="9"/>
                </a:lnTo>
                <a:lnTo>
                  <a:pt x="0" y="8"/>
                </a:lnTo>
                <a:lnTo>
                  <a:pt x="0" y="9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2" y="7"/>
                </a:lnTo>
                <a:lnTo>
                  <a:pt x="2" y="5"/>
                </a:lnTo>
                <a:lnTo>
                  <a:pt x="2" y="4"/>
                </a:lnTo>
                <a:lnTo>
                  <a:pt x="3" y="4"/>
                </a:lnTo>
                <a:lnTo>
                  <a:pt x="3" y="5"/>
                </a:lnTo>
                <a:lnTo>
                  <a:pt x="3" y="4"/>
                </a:lnTo>
                <a:lnTo>
                  <a:pt x="4" y="4"/>
                </a:lnTo>
                <a:lnTo>
                  <a:pt x="4" y="3"/>
                </a:lnTo>
                <a:lnTo>
                  <a:pt x="4" y="2"/>
                </a:lnTo>
                <a:lnTo>
                  <a:pt x="5" y="2"/>
                </a:lnTo>
                <a:lnTo>
                  <a:pt x="6" y="1"/>
                </a:lnTo>
                <a:lnTo>
                  <a:pt x="5" y="1"/>
                </a:lnTo>
                <a:lnTo>
                  <a:pt x="5" y="2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2166480" y="5654160"/>
            <a:ext cx="2520" cy="2520"/>
          </a:xfrm>
          <a:custGeom>
            <a:avLst/>
            <a:gdLst/>
            <a:ahLst/>
            <a:rect l="0" t="0" r="r" b="b"/>
            <a:pathLst>
              <a:path w="7" h="7">
                <a:moveTo>
                  <a:pt x="7" y="3"/>
                </a:moveTo>
                <a:lnTo>
                  <a:pt x="7" y="4"/>
                </a:ln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lnTo>
                  <a:pt x="2" y="5"/>
                </a:lnTo>
                <a:lnTo>
                  <a:pt x="2" y="6"/>
                </a:lnTo>
                <a:lnTo>
                  <a:pt x="1" y="6"/>
                </a:lnTo>
                <a:lnTo>
                  <a:pt x="0" y="6"/>
                </a:ln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4" y="1"/>
                </a:lnTo>
                <a:lnTo>
                  <a:pt x="7" y="1"/>
                </a:lnTo>
                <a:lnTo>
                  <a:pt x="7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2177280" y="564840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5" y="3"/>
                </a:moveTo>
                <a:lnTo>
                  <a:pt x="3" y="3"/>
                </a:lnTo>
                <a:lnTo>
                  <a:pt x="0" y="2"/>
                </a:lnTo>
                <a:lnTo>
                  <a:pt x="1" y="0"/>
                </a:lnTo>
                <a:lnTo>
                  <a:pt x="5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2169000" y="5647680"/>
            <a:ext cx="15480" cy="9000"/>
          </a:xfrm>
          <a:custGeom>
            <a:avLst/>
            <a:gdLst/>
            <a:ahLst/>
            <a:rect l="0" t="0" r="r" b="b"/>
            <a:pathLst>
              <a:path w="43" h="25">
                <a:moveTo>
                  <a:pt x="22" y="3"/>
                </a:moveTo>
                <a:lnTo>
                  <a:pt x="24" y="4"/>
                </a:lnTo>
                <a:lnTo>
                  <a:pt x="24" y="5"/>
                </a:lnTo>
                <a:lnTo>
                  <a:pt x="25" y="5"/>
                </a:lnTo>
                <a:lnTo>
                  <a:pt x="26" y="6"/>
                </a:lnTo>
                <a:lnTo>
                  <a:pt x="27" y="6"/>
                </a:lnTo>
                <a:lnTo>
                  <a:pt x="28" y="5"/>
                </a:lnTo>
                <a:lnTo>
                  <a:pt x="29" y="5"/>
                </a:lnTo>
                <a:lnTo>
                  <a:pt x="30" y="5"/>
                </a:lnTo>
                <a:lnTo>
                  <a:pt x="31" y="5"/>
                </a:lnTo>
                <a:lnTo>
                  <a:pt x="33" y="4"/>
                </a:lnTo>
                <a:lnTo>
                  <a:pt x="33" y="3"/>
                </a:lnTo>
                <a:lnTo>
                  <a:pt x="34" y="3"/>
                </a:lnTo>
                <a:lnTo>
                  <a:pt x="35" y="2"/>
                </a:lnTo>
                <a:lnTo>
                  <a:pt x="37" y="2"/>
                </a:lnTo>
                <a:lnTo>
                  <a:pt x="37" y="1"/>
                </a:lnTo>
                <a:lnTo>
                  <a:pt x="38" y="1"/>
                </a:lnTo>
                <a:lnTo>
                  <a:pt x="39" y="2"/>
                </a:lnTo>
                <a:lnTo>
                  <a:pt x="40" y="2"/>
                </a:lnTo>
                <a:lnTo>
                  <a:pt x="40" y="3"/>
                </a:lnTo>
                <a:lnTo>
                  <a:pt x="41" y="3"/>
                </a:lnTo>
                <a:lnTo>
                  <a:pt x="42" y="3"/>
                </a:lnTo>
                <a:lnTo>
                  <a:pt x="43" y="3"/>
                </a:lnTo>
                <a:lnTo>
                  <a:pt x="43" y="5"/>
                </a:lnTo>
                <a:lnTo>
                  <a:pt x="43" y="6"/>
                </a:lnTo>
                <a:lnTo>
                  <a:pt x="42" y="7"/>
                </a:lnTo>
                <a:lnTo>
                  <a:pt x="42" y="8"/>
                </a:lnTo>
                <a:lnTo>
                  <a:pt x="42" y="9"/>
                </a:lnTo>
                <a:lnTo>
                  <a:pt x="41" y="11"/>
                </a:lnTo>
                <a:lnTo>
                  <a:pt x="41" y="13"/>
                </a:lnTo>
                <a:lnTo>
                  <a:pt x="41" y="14"/>
                </a:lnTo>
                <a:lnTo>
                  <a:pt x="40" y="15"/>
                </a:lnTo>
                <a:lnTo>
                  <a:pt x="40" y="16"/>
                </a:lnTo>
                <a:lnTo>
                  <a:pt x="40" y="17"/>
                </a:lnTo>
                <a:lnTo>
                  <a:pt x="40" y="19"/>
                </a:lnTo>
                <a:lnTo>
                  <a:pt x="41" y="21"/>
                </a:lnTo>
                <a:lnTo>
                  <a:pt x="41" y="22"/>
                </a:lnTo>
                <a:lnTo>
                  <a:pt x="41" y="23"/>
                </a:lnTo>
                <a:lnTo>
                  <a:pt x="41" y="24"/>
                </a:lnTo>
                <a:lnTo>
                  <a:pt x="40" y="25"/>
                </a:lnTo>
                <a:lnTo>
                  <a:pt x="39" y="25"/>
                </a:lnTo>
                <a:lnTo>
                  <a:pt x="38" y="25"/>
                </a:lnTo>
                <a:lnTo>
                  <a:pt x="37" y="24"/>
                </a:lnTo>
                <a:lnTo>
                  <a:pt x="37" y="23"/>
                </a:lnTo>
                <a:lnTo>
                  <a:pt x="36" y="23"/>
                </a:lnTo>
                <a:lnTo>
                  <a:pt x="36" y="22"/>
                </a:lnTo>
                <a:lnTo>
                  <a:pt x="37" y="22"/>
                </a:lnTo>
                <a:lnTo>
                  <a:pt x="37" y="21"/>
                </a:lnTo>
                <a:lnTo>
                  <a:pt x="37" y="19"/>
                </a:lnTo>
                <a:lnTo>
                  <a:pt x="36" y="19"/>
                </a:lnTo>
                <a:lnTo>
                  <a:pt x="35" y="19"/>
                </a:lnTo>
                <a:lnTo>
                  <a:pt x="35" y="18"/>
                </a:lnTo>
                <a:lnTo>
                  <a:pt x="34" y="18"/>
                </a:lnTo>
                <a:lnTo>
                  <a:pt x="34" y="17"/>
                </a:lnTo>
                <a:lnTo>
                  <a:pt x="33" y="15"/>
                </a:lnTo>
                <a:lnTo>
                  <a:pt x="32" y="15"/>
                </a:lnTo>
                <a:lnTo>
                  <a:pt x="32" y="14"/>
                </a:lnTo>
                <a:lnTo>
                  <a:pt x="31" y="14"/>
                </a:lnTo>
                <a:lnTo>
                  <a:pt x="30" y="14"/>
                </a:lnTo>
                <a:lnTo>
                  <a:pt x="29" y="14"/>
                </a:lnTo>
                <a:lnTo>
                  <a:pt x="28" y="14"/>
                </a:lnTo>
                <a:lnTo>
                  <a:pt x="27" y="14"/>
                </a:lnTo>
                <a:lnTo>
                  <a:pt x="26" y="14"/>
                </a:lnTo>
                <a:lnTo>
                  <a:pt x="25" y="14"/>
                </a:lnTo>
                <a:lnTo>
                  <a:pt x="24" y="13"/>
                </a:lnTo>
                <a:lnTo>
                  <a:pt x="22" y="13"/>
                </a:lnTo>
                <a:lnTo>
                  <a:pt x="22" y="14"/>
                </a:lnTo>
                <a:lnTo>
                  <a:pt x="21" y="14"/>
                </a:lnTo>
                <a:lnTo>
                  <a:pt x="20" y="14"/>
                </a:lnTo>
                <a:lnTo>
                  <a:pt x="19" y="15"/>
                </a:lnTo>
                <a:lnTo>
                  <a:pt x="18" y="15"/>
                </a:lnTo>
                <a:lnTo>
                  <a:pt x="17" y="15"/>
                </a:lnTo>
                <a:lnTo>
                  <a:pt x="15" y="15"/>
                </a:lnTo>
                <a:lnTo>
                  <a:pt x="14" y="15"/>
                </a:lnTo>
                <a:lnTo>
                  <a:pt x="13" y="15"/>
                </a:lnTo>
                <a:lnTo>
                  <a:pt x="12" y="15"/>
                </a:lnTo>
                <a:lnTo>
                  <a:pt x="12" y="16"/>
                </a:lnTo>
                <a:lnTo>
                  <a:pt x="11" y="16"/>
                </a:lnTo>
                <a:lnTo>
                  <a:pt x="10" y="17"/>
                </a:lnTo>
                <a:lnTo>
                  <a:pt x="9" y="18"/>
                </a:lnTo>
                <a:lnTo>
                  <a:pt x="8" y="19"/>
                </a:lnTo>
                <a:lnTo>
                  <a:pt x="7" y="19"/>
                </a:lnTo>
                <a:lnTo>
                  <a:pt x="6" y="19"/>
                </a:lnTo>
                <a:lnTo>
                  <a:pt x="5" y="19"/>
                </a:lnTo>
                <a:lnTo>
                  <a:pt x="5" y="21"/>
                </a:lnTo>
                <a:lnTo>
                  <a:pt x="4" y="21"/>
                </a:lnTo>
                <a:lnTo>
                  <a:pt x="3" y="21"/>
                </a:lnTo>
                <a:lnTo>
                  <a:pt x="2" y="22"/>
                </a:lnTo>
                <a:lnTo>
                  <a:pt x="1" y="22"/>
                </a:lnTo>
                <a:lnTo>
                  <a:pt x="0" y="22"/>
                </a:lnTo>
                <a:lnTo>
                  <a:pt x="0" y="21"/>
                </a:lnTo>
                <a:lnTo>
                  <a:pt x="1" y="21"/>
                </a:lnTo>
                <a:lnTo>
                  <a:pt x="1" y="19"/>
                </a:lnTo>
                <a:lnTo>
                  <a:pt x="0" y="19"/>
                </a:lnTo>
                <a:lnTo>
                  <a:pt x="1" y="19"/>
                </a:lnTo>
                <a:lnTo>
                  <a:pt x="1" y="18"/>
                </a:lnTo>
                <a:lnTo>
                  <a:pt x="2" y="16"/>
                </a:lnTo>
                <a:lnTo>
                  <a:pt x="3" y="16"/>
                </a:lnTo>
                <a:lnTo>
                  <a:pt x="3" y="15"/>
                </a:lnTo>
                <a:lnTo>
                  <a:pt x="4" y="13"/>
                </a:lnTo>
                <a:lnTo>
                  <a:pt x="4" y="12"/>
                </a:lnTo>
                <a:lnTo>
                  <a:pt x="6" y="10"/>
                </a:lnTo>
                <a:lnTo>
                  <a:pt x="7" y="10"/>
                </a:lnTo>
                <a:lnTo>
                  <a:pt x="8" y="10"/>
                </a:lnTo>
                <a:lnTo>
                  <a:pt x="9" y="11"/>
                </a:lnTo>
                <a:lnTo>
                  <a:pt x="9" y="10"/>
                </a:lnTo>
                <a:lnTo>
                  <a:pt x="10" y="10"/>
                </a:lnTo>
                <a:lnTo>
                  <a:pt x="9" y="10"/>
                </a:lnTo>
                <a:lnTo>
                  <a:pt x="8" y="9"/>
                </a:lnTo>
                <a:lnTo>
                  <a:pt x="8" y="8"/>
                </a:lnTo>
                <a:lnTo>
                  <a:pt x="8" y="7"/>
                </a:lnTo>
                <a:lnTo>
                  <a:pt x="9" y="7"/>
                </a:lnTo>
                <a:lnTo>
                  <a:pt x="9" y="6"/>
                </a:lnTo>
                <a:lnTo>
                  <a:pt x="9" y="5"/>
                </a:lnTo>
                <a:lnTo>
                  <a:pt x="8" y="4"/>
                </a:lnTo>
                <a:lnTo>
                  <a:pt x="7" y="4"/>
                </a:lnTo>
                <a:lnTo>
                  <a:pt x="8" y="4"/>
                </a:lnTo>
                <a:lnTo>
                  <a:pt x="9" y="4"/>
                </a:lnTo>
                <a:lnTo>
                  <a:pt x="9" y="3"/>
                </a:lnTo>
                <a:lnTo>
                  <a:pt x="10" y="4"/>
                </a:lnTo>
                <a:lnTo>
                  <a:pt x="11" y="4"/>
                </a:lnTo>
                <a:lnTo>
                  <a:pt x="11" y="3"/>
                </a:lnTo>
                <a:lnTo>
                  <a:pt x="12" y="3"/>
                </a:lnTo>
                <a:lnTo>
                  <a:pt x="13" y="3"/>
                </a:lnTo>
                <a:lnTo>
                  <a:pt x="14" y="3"/>
                </a:lnTo>
                <a:lnTo>
                  <a:pt x="15" y="3"/>
                </a:lnTo>
                <a:lnTo>
                  <a:pt x="16" y="3"/>
                </a:lnTo>
                <a:lnTo>
                  <a:pt x="16" y="2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0" y="0"/>
                </a:lnTo>
                <a:lnTo>
                  <a:pt x="21" y="1"/>
                </a:lnTo>
                <a:lnTo>
                  <a:pt x="2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2175840" y="564660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5" y="1"/>
                </a:move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3" y="0"/>
                </a:lnTo>
                <a:lnTo>
                  <a:pt x="4" y="0"/>
                </a:lnTo>
                <a:lnTo>
                  <a:pt x="5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2176920" y="564372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4" y="0"/>
                </a:moveTo>
                <a:lnTo>
                  <a:pt x="5" y="0"/>
                </a:lnTo>
                <a:lnTo>
                  <a:pt x="5" y="1"/>
                </a:lnTo>
                <a:lnTo>
                  <a:pt x="4" y="1"/>
                </a:lnTo>
                <a:lnTo>
                  <a:pt x="4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4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2181240" y="5641200"/>
            <a:ext cx="720" cy="0"/>
          </a:xfrm>
          <a:custGeom>
            <a:avLst/>
            <a:gdLst/>
            <a:ahLst/>
            <a:rect l="0" t="0" r="r" b="b"/>
            <a:pathLst>
              <a:path w="2" h="0">
                <a:moveTo>
                  <a:pt x="2" y="0"/>
                </a:move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2177640" y="5640840"/>
            <a:ext cx="10080" cy="6840"/>
          </a:xfrm>
          <a:custGeom>
            <a:avLst/>
            <a:gdLst/>
            <a:ahLst/>
            <a:rect l="0" t="0" r="r" b="b"/>
            <a:pathLst>
              <a:path w="28" h="19">
                <a:moveTo>
                  <a:pt x="11" y="2"/>
                </a:moveTo>
                <a:lnTo>
                  <a:pt x="11" y="3"/>
                </a:lnTo>
                <a:lnTo>
                  <a:pt x="11" y="4"/>
                </a:lnTo>
                <a:lnTo>
                  <a:pt x="10" y="4"/>
                </a:lnTo>
                <a:lnTo>
                  <a:pt x="10" y="5"/>
                </a:lnTo>
                <a:lnTo>
                  <a:pt x="11" y="5"/>
                </a:lnTo>
                <a:lnTo>
                  <a:pt x="12" y="5"/>
                </a:lnTo>
                <a:lnTo>
                  <a:pt x="13" y="4"/>
                </a:lnTo>
                <a:lnTo>
                  <a:pt x="13" y="3"/>
                </a:lnTo>
                <a:lnTo>
                  <a:pt x="14" y="3"/>
                </a:lnTo>
                <a:lnTo>
                  <a:pt x="16" y="3"/>
                </a:lnTo>
                <a:lnTo>
                  <a:pt x="17" y="2"/>
                </a:lnTo>
                <a:lnTo>
                  <a:pt x="18" y="2"/>
                </a:lnTo>
                <a:lnTo>
                  <a:pt x="21" y="2"/>
                </a:lnTo>
                <a:lnTo>
                  <a:pt x="21" y="3"/>
                </a:lnTo>
                <a:lnTo>
                  <a:pt x="23" y="3"/>
                </a:lnTo>
                <a:lnTo>
                  <a:pt x="25" y="2"/>
                </a:lnTo>
                <a:lnTo>
                  <a:pt x="26" y="1"/>
                </a:lnTo>
                <a:lnTo>
                  <a:pt x="26" y="0"/>
                </a:lnTo>
                <a:lnTo>
                  <a:pt x="27" y="0"/>
                </a:lnTo>
                <a:lnTo>
                  <a:pt x="28" y="0"/>
                </a:lnTo>
                <a:lnTo>
                  <a:pt x="27" y="1"/>
                </a:lnTo>
                <a:lnTo>
                  <a:pt x="28" y="1"/>
                </a:lnTo>
                <a:lnTo>
                  <a:pt x="28" y="2"/>
                </a:lnTo>
                <a:lnTo>
                  <a:pt x="27" y="3"/>
                </a:lnTo>
                <a:lnTo>
                  <a:pt x="27" y="4"/>
                </a:lnTo>
                <a:lnTo>
                  <a:pt x="25" y="7"/>
                </a:lnTo>
                <a:lnTo>
                  <a:pt x="25" y="8"/>
                </a:lnTo>
                <a:lnTo>
                  <a:pt x="24" y="9"/>
                </a:lnTo>
                <a:lnTo>
                  <a:pt x="24" y="10"/>
                </a:lnTo>
                <a:lnTo>
                  <a:pt x="24" y="11"/>
                </a:lnTo>
                <a:lnTo>
                  <a:pt x="23" y="13"/>
                </a:lnTo>
                <a:lnTo>
                  <a:pt x="23" y="14"/>
                </a:lnTo>
                <a:lnTo>
                  <a:pt x="21" y="16"/>
                </a:lnTo>
                <a:lnTo>
                  <a:pt x="20" y="17"/>
                </a:lnTo>
                <a:lnTo>
                  <a:pt x="20" y="19"/>
                </a:lnTo>
                <a:lnTo>
                  <a:pt x="19" y="19"/>
                </a:lnTo>
                <a:lnTo>
                  <a:pt x="17" y="19"/>
                </a:lnTo>
                <a:lnTo>
                  <a:pt x="16" y="19"/>
                </a:lnTo>
                <a:lnTo>
                  <a:pt x="15" y="19"/>
                </a:lnTo>
                <a:lnTo>
                  <a:pt x="15" y="17"/>
                </a:lnTo>
                <a:lnTo>
                  <a:pt x="15" y="16"/>
                </a:lnTo>
                <a:lnTo>
                  <a:pt x="15" y="15"/>
                </a:lnTo>
                <a:lnTo>
                  <a:pt x="14" y="14"/>
                </a:lnTo>
                <a:lnTo>
                  <a:pt x="13" y="15"/>
                </a:lnTo>
                <a:lnTo>
                  <a:pt x="12" y="13"/>
                </a:lnTo>
                <a:lnTo>
                  <a:pt x="12" y="12"/>
                </a:lnTo>
                <a:lnTo>
                  <a:pt x="12" y="11"/>
                </a:lnTo>
                <a:lnTo>
                  <a:pt x="12" y="10"/>
                </a:lnTo>
                <a:lnTo>
                  <a:pt x="12" y="9"/>
                </a:lnTo>
                <a:lnTo>
                  <a:pt x="12" y="8"/>
                </a:lnTo>
                <a:lnTo>
                  <a:pt x="12" y="9"/>
                </a:lnTo>
                <a:lnTo>
                  <a:pt x="12" y="10"/>
                </a:lnTo>
                <a:lnTo>
                  <a:pt x="11" y="10"/>
                </a:lnTo>
                <a:lnTo>
                  <a:pt x="11" y="11"/>
                </a:lnTo>
                <a:lnTo>
                  <a:pt x="10" y="11"/>
                </a:lnTo>
                <a:lnTo>
                  <a:pt x="10" y="10"/>
                </a:lnTo>
                <a:lnTo>
                  <a:pt x="9" y="10"/>
                </a:lnTo>
                <a:lnTo>
                  <a:pt x="9" y="9"/>
                </a:lnTo>
                <a:lnTo>
                  <a:pt x="8" y="9"/>
                </a:lnTo>
                <a:lnTo>
                  <a:pt x="8" y="10"/>
                </a:lnTo>
                <a:lnTo>
                  <a:pt x="9" y="11"/>
                </a:lnTo>
                <a:lnTo>
                  <a:pt x="8" y="11"/>
                </a:lnTo>
                <a:lnTo>
                  <a:pt x="7" y="11"/>
                </a:lnTo>
                <a:lnTo>
                  <a:pt x="5" y="10"/>
                </a:lnTo>
                <a:lnTo>
                  <a:pt x="4" y="10"/>
                </a:lnTo>
                <a:lnTo>
                  <a:pt x="3" y="9"/>
                </a:lnTo>
                <a:lnTo>
                  <a:pt x="3" y="8"/>
                </a:lnTo>
                <a:lnTo>
                  <a:pt x="3" y="7"/>
                </a:lnTo>
                <a:lnTo>
                  <a:pt x="2" y="7"/>
                </a:lnTo>
                <a:lnTo>
                  <a:pt x="1" y="7"/>
                </a:ln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2" y="5"/>
                </a:lnTo>
                <a:lnTo>
                  <a:pt x="3" y="5"/>
                </a:lnTo>
                <a:lnTo>
                  <a:pt x="4" y="4"/>
                </a:lnTo>
                <a:lnTo>
                  <a:pt x="5" y="4"/>
                </a:lnTo>
                <a:lnTo>
                  <a:pt x="5" y="3"/>
                </a:lnTo>
                <a:lnTo>
                  <a:pt x="4" y="3"/>
                </a:lnTo>
                <a:lnTo>
                  <a:pt x="4" y="2"/>
                </a:lnTo>
                <a:lnTo>
                  <a:pt x="5" y="2"/>
                </a:lnTo>
                <a:lnTo>
                  <a:pt x="6" y="2"/>
                </a:lnTo>
                <a:lnTo>
                  <a:pt x="6" y="3"/>
                </a:lnTo>
                <a:lnTo>
                  <a:pt x="7" y="2"/>
                </a:lnTo>
                <a:lnTo>
                  <a:pt x="8" y="1"/>
                </a:lnTo>
                <a:lnTo>
                  <a:pt x="9" y="0"/>
                </a:lnTo>
                <a:lnTo>
                  <a:pt x="9" y="1"/>
                </a:lnTo>
                <a:lnTo>
                  <a:pt x="10" y="2"/>
                </a:lnTo>
                <a:lnTo>
                  <a:pt x="11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2215080" y="56296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2"/>
                </a:moveTo>
                <a:lnTo>
                  <a:pt x="2" y="2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2207520" y="56239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2265480" y="561672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3" y="2"/>
                </a:move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2296800" y="56134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3"/>
                </a:moveTo>
                <a:lnTo>
                  <a:pt x="0" y="3"/>
                </a:lnTo>
                <a:lnTo>
                  <a:pt x="1" y="1"/>
                </a:lnTo>
                <a:lnTo>
                  <a:pt x="2" y="1"/>
                </a:lnTo>
                <a:lnTo>
                  <a:pt x="4" y="0"/>
                </a:lnTo>
                <a:lnTo>
                  <a:pt x="4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2286000" y="561312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4" y="2"/>
                </a:moveTo>
                <a:lnTo>
                  <a:pt x="3" y="4"/>
                </a:lnTo>
                <a:lnTo>
                  <a:pt x="2" y="4"/>
                </a:lnTo>
                <a:lnTo>
                  <a:pt x="3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3" y="0"/>
                </a:lnTo>
                <a:lnTo>
                  <a:pt x="4" y="0"/>
                </a:lnTo>
                <a:lnTo>
                  <a:pt x="6" y="2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2289600" y="561240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0"/>
                </a:move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2263320" y="561420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2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2300040" y="5611320"/>
            <a:ext cx="2880" cy="1440"/>
          </a:xfrm>
          <a:custGeom>
            <a:avLst/>
            <a:gdLst/>
            <a:ahLst/>
            <a:rect l="0" t="0" r="r" b="b"/>
            <a:pathLst>
              <a:path w="8" h="4">
                <a:moveTo>
                  <a:pt x="6" y="0"/>
                </a:moveTo>
                <a:lnTo>
                  <a:pt x="7" y="0"/>
                </a:lnTo>
                <a:lnTo>
                  <a:pt x="7" y="1"/>
                </a:lnTo>
                <a:lnTo>
                  <a:pt x="8" y="1"/>
                </a:lnTo>
                <a:lnTo>
                  <a:pt x="7" y="1"/>
                </a:ln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lnTo>
                  <a:pt x="5" y="3"/>
                </a:lnTo>
                <a:lnTo>
                  <a:pt x="3" y="3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1" y="1"/>
                </a:lnTo>
                <a:lnTo>
                  <a:pt x="0" y="3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2289960" y="56120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2261880" y="56124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2246760" y="5612400"/>
            <a:ext cx="10800" cy="6480"/>
          </a:xfrm>
          <a:custGeom>
            <a:avLst/>
            <a:gdLst/>
            <a:ahLst/>
            <a:rect l="0" t="0" r="r" b="b"/>
            <a:pathLst>
              <a:path w="30" h="18">
                <a:moveTo>
                  <a:pt x="18" y="1"/>
                </a:moveTo>
                <a:lnTo>
                  <a:pt x="17" y="1"/>
                </a:lnTo>
                <a:lnTo>
                  <a:pt x="18" y="2"/>
                </a:lnTo>
                <a:lnTo>
                  <a:pt x="19" y="3"/>
                </a:lnTo>
                <a:lnTo>
                  <a:pt x="20" y="2"/>
                </a:lnTo>
                <a:lnTo>
                  <a:pt x="21" y="2"/>
                </a:lnTo>
                <a:lnTo>
                  <a:pt x="21" y="1"/>
                </a:lnTo>
                <a:lnTo>
                  <a:pt x="22" y="0"/>
                </a:lnTo>
                <a:lnTo>
                  <a:pt x="22" y="1"/>
                </a:lnTo>
                <a:lnTo>
                  <a:pt x="22" y="2"/>
                </a:lnTo>
                <a:lnTo>
                  <a:pt x="23" y="2"/>
                </a:lnTo>
                <a:lnTo>
                  <a:pt x="24" y="2"/>
                </a:lnTo>
                <a:lnTo>
                  <a:pt x="24" y="1"/>
                </a:lnTo>
                <a:lnTo>
                  <a:pt x="25" y="1"/>
                </a:lnTo>
                <a:lnTo>
                  <a:pt x="26" y="0"/>
                </a:lnTo>
                <a:lnTo>
                  <a:pt x="26" y="1"/>
                </a:lnTo>
                <a:lnTo>
                  <a:pt x="28" y="1"/>
                </a:lnTo>
                <a:lnTo>
                  <a:pt x="28" y="2"/>
                </a:lnTo>
                <a:lnTo>
                  <a:pt x="29" y="2"/>
                </a:lnTo>
                <a:lnTo>
                  <a:pt x="30" y="2"/>
                </a:lnTo>
                <a:lnTo>
                  <a:pt x="30" y="3"/>
                </a:lnTo>
                <a:lnTo>
                  <a:pt x="30" y="4"/>
                </a:lnTo>
                <a:lnTo>
                  <a:pt x="29" y="4"/>
                </a:lnTo>
                <a:lnTo>
                  <a:pt x="29" y="5"/>
                </a:lnTo>
                <a:lnTo>
                  <a:pt x="28" y="6"/>
                </a:lnTo>
                <a:lnTo>
                  <a:pt x="28" y="5"/>
                </a:lnTo>
                <a:lnTo>
                  <a:pt x="27" y="5"/>
                </a:lnTo>
                <a:lnTo>
                  <a:pt x="26" y="6"/>
                </a:lnTo>
                <a:lnTo>
                  <a:pt x="25" y="6"/>
                </a:lnTo>
                <a:lnTo>
                  <a:pt x="24" y="7"/>
                </a:lnTo>
                <a:lnTo>
                  <a:pt x="23" y="9"/>
                </a:lnTo>
                <a:lnTo>
                  <a:pt x="22" y="9"/>
                </a:lnTo>
                <a:lnTo>
                  <a:pt x="21" y="9"/>
                </a:lnTo>
                <a:lnTo>
                  <a:pt x="20" y="9"/>
                </a:lnTo>
                <a:lnTo>
                  <a:pt x="20" y="10"/>
                </a:lnTo>
                <a:lnTo>
                  <a:pt x="20" y="9"/>
                </a:lnTo>
                <a:lnTo>
                  <a:pt x="20" y="7"/>
                </a:lnTo>
                <a:lnTo>
                  <a:pt x="19" y="7"/>
                </a:lnTo>
                <a:lnTo>
                  <a:pt x="18" y="7"/>
                </a:lnTo>
                <a:lnTo>
                  <a:pt x="18" y="9"/>
                </a:lnTo>
                <a:lnTo>
                  <a:pt x="17" y="9"/>
                </a:lnTo>
                <a:lnTo>
                  <a:pt x="16" y="9"/>
                </a:lnTo>
                <a:lnTo>
                  <a:pt x="16" y="10"/>
                </a:lnTo>
                <a:lnTo>
                  <a:pt x="15" y="10"/>
                </a:lnTo>
                <a:lnTo>
                  <a:pt x="14" y="11"/>
                </a:lnTo>
                <a:lnTo>
                  <a:pt x="13" y="12"/>
                </a:lnTo>
                <a:lnTo>
                  <a:pt x="11" y="14"/>
                </a:lnTo>
                <a:lnTo>
                  <a:pt x="10" y="15"/>
                </a:lnTo>
                <a:lnTo>
                  <a:pt x="8" y="15"/>
                </a:lnTo>
                <a:lnTo>
                  <a:pt x="8" y="16"/>
                </a:lnTo>
                <a:lnTo>
                  <a:pt x="8" y="17"/>
                </a:lnTo>
                <a:lnTo>
                  <a:pt x="7" y="17"/>
                </a:lnTo>
                <a:lnTo>
                  <a:pt x="7" y="16"/>
                </a:lnTo>
                <a:lnTo>
                  <a:pt x="6" y="15"/>
                </a:lnTo>
                <a:lnTo>
                  <a:pt x="5" y="16"/>
                </a:lnTo>
                <a:lnTo>
                  <a:pt x="4" y="16"/>
                </a:lnTo>
                <a:lnTo>
                  <a:pt x="3" y="16"/>
                </a:lnTo>
                <a:lnTo>
                  <a:pt x="3" y="17"/>
                </a:lnTo>
                <a:lnTo>
                  <a:pt x="2" y="17"/>
                </a:lnTo>
                <a:lnTo>
                  <a:pt x="1" y="17"/>
                </a:lnTo>
                <a:lnTo>
                  <a:pt x="0" y="18"/>
                </a:lnTo>
                <a:lnTo>
                  <a:pt x="0" y="17"/>
                </a:lnTo>
                <a:lnTo>
                  <a:pt x="0" y="16"/>
                </a:lnTo>
                <a:lnTo>
                  <a:pt x="1" y="16"/>
                </a:lnTo>
                <a:lnTo>
                  <a:pt x="2" y="16"/>
                </a:lnTo>
                <a:lnTo>
                  <a:pt x="1" y="16"/>
                </a:lnTo>
                <a:lnTo>
                  <a:pt x="1" y="15"/>
                </a:lnTo>
                <a:lnTo>
                  <a:pt x="2" y="15"/>
                </a:lnTo>
                <a:lnTo>
                  <a:pt x="3" y="15"/>
                </a:lnTo>
                <a:lnTo>
                  <a:pt x="3" y="14"/>
                </a:lnTo>
                <a:lnTo>
                  <a:pt x="3" y="13"/>
                </a:lnTo>
                <a:lnTo>
                  <a:pt x="2" y="13"/>
                </a:lnTo>
                <a:lnTo>
                  <a:pt x="3" y="13"/>
                </a:lnTo>
                <a:lnTo>
                  <a:pt x="3" y="12"/>
                </a:lnTo>
                <a:lnTo>
                  <a:pt x="3" y="11"/>
                </a:lnTo>
                <a:lnTo>
                  <a:pt x="4" y="11"/>
                </a:lnTo>
                <a:lnTo>
                  <a:pt x="5" y="11"/>
                </a:lnTo>
                <a:lnTo>
                  <a:pt x="5" y="10"/>
                </a:lnTo>
                <a:lnTo>
                  <a:pt x="6" y="10"/>
                </a:lnTo>
                <a:lnTo>
                  <a:pt x="6" y="9"/>
                </a:lnTo>
                <a:lnTo>
                  <a:pt x="6" y="7"/>
                </a:lnTo>
                <a:lnTo>
                  <a:pt x="6" y="6"/>
                </a:lnTo>
                <a:lnTo>
                  <a:pt x="5" y="5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4" y="3"/>
                </a:lnTo>
                <a:lnTo>
                  <a:pt x="5" y="2"/>
                </a:lnTo>
                <a:lnTo>
                  <a:pt x="6" y="2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10" y="4"/>
                </a:lnTo>
                <a:lnTo>
                  <a:pt x="11" y="3"/>
                </a:ln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3" y="3"/>
                </a:lnTo>
                <a:lnTo>
                  <a:pt x="13" y="2"/>
                </a:lnTo>
                <a:lnTo>
                  <a:pt x="13" y="1"/>
                </a:lnTo>
                <a:lnTo>
                  <a:pt x="14" y="1"/>
                </a:lnTo>
                <a:lnTo>
                  <a:pt x="15" y="1"/>
                </a:lnTo>
                <a:lnTo>
                  <a:pt x="16" y="0"/>
                </a:lnTo>
                <a:lnTo>
                  <a:pt x="17" y="0"/>
                </a:lnTo>
                <a:lnTo>
                  <a:pt x="18" y="0"/>
                </a:lnTo>
                <a:lnTo>
                  <a:pt x="18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2278080" y="560916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5" y="3"/>
                </a:moveTo>
                <a:lnTo>
                  <a:pt x="5" y="4"/>
                </a:lnTo>
                <a:lnTo>
                  <a:pt x="5" y="5"/>
                </a:lnTo>
                <a:lnTo>
                  <a:pt x="5" y="6"/>
                </a:lnTo>
                <a:lnTo>
                  <a:pt x="4" y="6"/>
                </a:lnTo>
                <a:lnTo>
                  <a:pt x="3" y="6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3" y="3"/>
                </a:lnTo>
                <a:lnTo>
                  <a:pt x="3" y="4"/>
                </a:lnTo>
                <a:lnTo>
                  <a:pt x="3" y="3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5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2246760" y="561096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2"/>
                </a:moveTo>
                <a:lnTo>
                  <a:pt x="3" y="4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2245320" y="561060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1" y="1"/>
                </a:moveTo>
                <a:lnTo>
                  <a:pt x="3" y="1"/>
                </a:lnTo>
                <a:lnTo>
                  <a:pt x="4" y="1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2290320" y="560664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3"/>
                </a:move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lnTo>
                  <a:pt x="4" y="2"/>
                </a:lnTo>
                <a:lnTo>
                  <a:pt x="4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2283120" y="5607000"/>
            <a:ext cx="7200" cy="7560"/>
          </a:xfrm>
          <a:custGeom>
            <a:avLst/>
            <a:gdLst/>
            <a:ahLst/>
            <a:rect l="0" t="0" r="r" b="b"/>
            <a:pathLst>
              <a:path w="20" h="21">
                <a:moveTo>
                  <a:pt x="18" y="1"/>
                </a:moveTo>
                <a:lnTo>
                  <a:pt x="19" y="1"/>
                </a:lnTo>
                <a:lnTo>
                  <a:pt x="19" y="0"/>
                </a:lnTo>
                <a:lnTo>
                  <a:pt x="19" y="1"/>
                </a:lnTo>
                <a:lnTo>
                  <a:pt x="20" y="1"/>
                </a:lnTo>
                <a:lnTo>
                  <a:pt x="20" y="2"/>
                </a:lnTo>
                <a:lnTo>
                  <a:pt x="20" y="3"/>
                </a:lnTo>
                <a:lnTo>
                  <a:pt x="20" y="4"/>
                </a:lnTo>
                <a:lnTo>
                  <a:pt x="19" y="4"/>
                </a:lnTo>
                <a:lnTo>
                  <a:pt x="18" y="5"/>
                </a:lnTo>
                <a:lnTo>
                  <a:pt x="16" y="6"/>
                </a:lnTo>
                <a:lnTo>
                  <a:pt x="16" y="7"/>
                </a:lnTo>
                <a:lnTo>
                  <a:pt x="16" y="8"/>
                </a:lnTo>
                <a:lnTo>
                  <a:pt x="16" y="9"/>
                </a:lnTo>
                <a:lnTo>
                  <a:pt x="17" y="9"/>
                </a:lnTo>
                <a:lnTo>
                  <a:pt x="17" y="10"/>
                </a:lnTo>
                <a:lnTo>
                  <a:pt x="18" y="10"/>
                </a:lnTo>
                <a:lnTo>
                  <a:pt x="19" y="10"/>
                </a:lnTo>
                <a:lnTo>
                  <a:pt x="20" y="10"/>
                </a:lnTo>
                <a:lnTo>
                  <a:pt x="20" y="11"/>
                </a:lnTo>
                <a:lnTo>
                  <a:pt x="19" y="12"/>
                </a:lnTo>
                <a:lnTo>
                  <a:pt x="18" y="12"/>
                </a:lnTo>
                <a:lnTo>
                  <a:pt x="16" y="12"/>
                </a:lnTo>
                <a:lnTo>
                  <a:pt x="15" y="12"/>
                </a:lnTo>
                <a:lnTo>
                  <a:pt x="15" y="13"/>
                </a:lnTo>
                <a:lnTo>
                  <a:pt x="16" y="13"/>
                </a:lnTo>
                <a:lnTo>
                  <a:pt x="15" y="14"/>
                </a:lnTo>
                <a:lnTo>
                  <a:pt x="13" y="14"/>
                </a:lnTo>
                <a:lnTo>
                  <a:pt x="13" y="16"/>
                </a:lnTo>
                <a:lnTo>
                  <a:pt x="13" y="17"/>
                </a:lnTo>
                <a:lnTo>
                  <a:pt x="12" y="16"/>
                </a:lnTo>
                <a:lnTo>
                  <a:pt x="11" y="16"/>
                </a:lnTo>
                <a:lnTo>
                  <a:pt x="11" y="17"/>
                </a:lnTo>
                <a:lnTo>
                  <a:pt x="10" y="17"/>
                </a:lnTo>
                <a:lnTo>
                  <a:pt x="10" y="16"/>
                </a:lnTo>
                <a:lnTo>
                  <a:pt x="9" y="16"/>
                </a:lnTo>
                <a:lnTo>
                  <a:pt x="8" y="16"/>
                </a:lnTo>
                <a:lnTo>
                  <a:pt x="7" y="16"/>
                </a:lnTo>
                <a:lnTo>
                  <a:pt x="7" y="14"/>
                </a:lnTo>
                <a:lnTo>
                  <a:pt x="6" y="14"/>
                </a:lnTo>
                <a:lnTo>
                  <a:pt x="5" y="16"/>
                </a:lnTo>
                <a:lnTo>
                  <a:pt x="4" y="17"/>
                </a:lnTo>
                <a:lnTo>
                  <a:pt x="3" y="17"/>
                </a:lnTo>
                <a:lnTo>
                  <a:pt x="2" y="18"/>
                </a:lnTo>
                <a:lnTo>
                  <a:pt x="2" y="19"/>
                </a:lnTo>
                <a:lnTo>
                  <a:pt x="3" y="19"/>
                </a:lnTo>
                <a:lnTo>
                  <a:pt x="4" y="20"/>
                </a:lnTo>
                <a:lnTo>
                  <a:pt x="4" y="19"/>
                </a:lnTo>
                <a:lnTo>
                  <a:pt x="5" y="20"/>
                </a:lnTo>
                <a:lnTo>
                  <a:pt x="4" y="20"/>
                </a:lnTo>
                <a:lnTo>
                  <a:pt x="3" y="21"/>
                </a:lnTo>
                <a:lnTo>
                  <a:pt x="3" y="20"/>
                </a:lnTo>
                <a:lnTo>
                  <a:pt x="2" y="20"/>
                </a:lnTo>
                <a:lnTo>
                  <a:pt x="1" y="20"/>
                </a:lnTo>
                <a:lnTo>
                  <a:pt x="1" y="21"/>
                </a:lnTo>
                <a:lnTo>
                  <a:pt x="0" y="21"/>
                </a:lnTo>
                <a:lnTo>
                  <a:pt x="0" y="20"/>
                </a:lnTo>
                <a:lnTo>
                  <a:pt x="1" y="20"/>
                </a:lnTo>
                <a:lnTo>
                  <a:pt x="1" y="19"/>
                </a:lnTo>
                <a:lnTo>
                  <a:pt x="1" y="18"/>
                </a:lnTo>
                <a:lnTo>
                  <a:pt x="0" y="18"/>
                </a:lnTo>
                <a:lnTo>
                  <a:pt x="1" y="18"/>
                </a:lnTo>
                <a:lnTo>
                  <a:pt x="1" y="17"/>
                </a:lnTo>
                <a:lnTo>
                  <a:pt x="0" y="17"/>
                </a:lnTo>
                <a:lnTo>
                  <a:pt x="1" y="16"/>
                </a:lnTo>
                <a:lnTo>
                  <a:pt x="1" y="14"/>
                </a:lnTo>
                <a:lnTo>
                  <a:pt x="2" y="12"/>
                </a:lnTo>
                <a:lnTo>
                  <a:pt x="2" y="13"/>
                </a:lnTo>
                <a:lnTo>
                  <a:pt x="3" y="13"/>
                </a:lnTo>
                <a:lnTo>
                  <a:pt x="4" y="13"/>
                </a:lnTo>
                <a:lnTo>
                  <a:pt x="4" y="12"/>
                </a:lnTo>
                <a:lnTo>
                  <a:pt x="5" y="12"/>
                </a:lnTo>
                <a:lnTo>
                  <a:pt x="5" y="11"/>
                </a:lnTo>
                <a:lnTo>
                  <a:pt x="6" y="11"/>
                </a:lnTo>
                <a:lnTo>
                  <a:pt x="6" y="10"/>
                </a:lnTo>
                <a:lnTo>
                  <a:pt x="6" y="9"/>
                </a:lnTo>
                <a:lnTo>
                  <a:pt x="4" y="9"/>
                </a:lnTo>
                <a:lnTo>
                  <a:pt x="4" y="8"/>
                </a:lnTo>
                <a:lnTo>
                  <a:pt x="5" y="8"/>
                </a:lnTo>
                <a:lnTo>
                  <a:pt x="5" y="7"/>
                </a:lnTo>
                <a:lnTo>
                  <a:pt x="6" y="7"/>
                </a:lnTo>
                <a:lnTo>
                  <a:pt x="7" y="7"/>
                </a:lnTo>
                <a:lnTo>
                  <a:pt x="8" y="7"/>
                </a:lnTo>
                <a:lnTo>
                  <a:pt x="8" y="5"/>
                </a:lnTo>
                <a:lnTo>
                  <a:pt x="8" y="4"/>
                </a:lnTo>
                <a:lnTo>
                  <a:pt x="10" y="2"/>
                </a:lnTo>
                <a:lnTo>
                  <a:pt x="11" y="2"/>
                </a:lnTo>
                <a:lnTo>
                  <a:pt x="12" y="2"/>
                </a:lnTo>
                <a:lnTo>
                  <a:pt x="13" y="2"/>
                </a:lnTo>
                <a:lnTo>
                  <a:pt x="15" y="2"/>
                </a:lnTo>
                <a:lnTo>
                  <a:pt x="15" y="1"/>
                </a:lnTo>
                <a:lnTo>
                  <a:pt x="16" y="0"/>
                </a:lnTo>
                <a:lnTo>
                  <a:pt x="17" y="0"/>
                </a:lnTo>
                <a:lnTo>
                  <a:pt x="18" y="0"/>
                </a:lnTo>
                <a:lnTo>
                  <a:pt x="18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2246400" y="56091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2246400" y="560880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2292120" y="5602680"/>
            <a:ext cx="8640" cy="11880"/>
          </a:xfrm>
          <a:custGeom>
            <a:avLst/>
            <a:gdLst/>
            <a:ahLst/>
            <a:rect l="0" t="0" r="r" b="b"/>
            <a:pathLst>
              <a:path w="24" h="33">
                <a:moveTo>
                  <a:pt x="20" y="1"/>
                </a:moveTo>
                <a:lnTo>
                  <a:pt x="21" y="1"/>
                </a:lnTo>
                <a:lnTo>
                  <a:pt x="22" y="1"/>
                </a:lnTo>
                <a:lnTo>
                  <a:pt x="23" y="1"/>
                </a:lnTo>
                <a:lnTo>
                  <a:pt x="24" y="1"/>
                </a:lnTo>
                <a:lnTo>
                  <a:pt x="23" y="1"/>
                </a:lnTo>
                <a:lnTo>
                  <a:pt x="23" y="2"/>
                </a:lnTo>
                <a:lnTo>
                  <a:pt x="23" y="3"/>
                </a:lnTo>
                <a:lnTo>
                  <a:pt x="24" y="3"/>
                </a:lnTo>
                <a:lnTo>
                  <a:pt x="23" y="4"/>
                </a:lnTo>
                <a:lnTo>
                  <a:pt x="22" y="5"/>
                </a:lnTo>
                <a:lnTo>
                  <a:pt x="21" y="5"/>
                </a:lnTo>
                <a:lnTo>
                  <a:pt x="20" y="6"/>
                </a:lnTo>
                <a:lnTo>
                  <a:pt x="19" y="6"/>
                </a:lnTo>
                <a:lnTo>
                  <a:pt x="18" y="6"/>
                </a:lnTo>
                <a:lnTo>
                  <a:pt x="17" y="6"/>
                </a:lnTo>
                <a:lnTo>
                  <a:pt x="17" y="5"/>
                </a:lnTo>
                <a:lnTo>
                  <a:pt x="17" y="6"/>
                </a:lnTo>
                <a:lnTo>
                  <a:pt x="17" y="5"/>
                </a:lnTo>
                <a:lnTo>
                  <a:pt x="17" y="6"/>
                </a:lnTo>
                <a:lnTo>
                  <a:pt x="17" y="7"/>
                </a:lnTo>
                <a:lnTo>
                  <a:pt x="15" y="7"/>
                </a:lnTo>
                <a:lnTo>
                  <a:pt x="15" y="8"/>
                </a:lnTo>
                <a:lnTo>
                  <a:pt x="15" y="9"/>
                </a:lnTo>
                <a:lnTo>
                  <a:pt x="15" y="10"/>
                </a:lnTo>
                <a:lnTo>
                  <a:pt x="14" y="11"/>
                </a:lnTo>
                <a:lnTo>
                  <a:pt x="14" y="12"/>
                </a:lnTo>
                <a:lnTo>
                  <a:pt x="13" y="13"/>
                </a:lnTo>
                <a:lnTo>
                  <a:pt x="13" y="14"/>
                </a:lnTo>
                <a:lnTo>
                  <a:pt x="13" y="16"/>
                </a:lnTo>
                <a:lnTo>
                  <a:pt x="14" y="16"/>
                </a:lnTo>
                <a:lnTo>
                  <a:pt x="14" y="17"/>
                </a:lnTo>
                <a:lnTo>
                  <a:pt x="15" y="17"/>
                </a:lnTo>
                <a:lnTo>
                  <a:pt x="14" y="17"/>
                </a:lnTo>
                <a:lnTo>
                  <a:pt x="14" y="18"/>
                </a:lnTo>
                <a:lnTo>
                  <a:pt x="15" y="18"/>
                </a:lnTo>
                <a:lnTo>
                  <a:pt x="15" y="19"/>
                </a:lnTo>
                <a:lnTo>
                  <a:pt x="17" y="19"/>
                </a:lnTo>
                <a:lnTo>
                  <a:pt x="17" y="20"/>
                </a:lnTo>
                <a:lnTo>
                  <a:pt x="15" y="20"/>
                </a:lnTo>
                <a:lnTo>
                  <a:pt x="15" y="21"/>
                </a:lnTo>
                <a:lnTo>
                  <a:pt x="14" y="21"/>
                </a:lnTo>
                <a:lnTo>
                  <a:pt x="14" y="22"/>
                </a:lnTo>
                <a:lnTo>
                  <a:pt x="13" y="23"/>
                </a:lnTo>
                <a:lnTo>
                  <a:pt x="13" y="24"/>
                </a:lnTo>
                <a:lnTo>
                  <a:pt x="12" y="25"/>
                </a:lnTo>
                <a:lnTo>
                  <a:pt x="13" y="25"/>
                </a:lnTo>
                <a:lnTo>
                  <a:pt x="13" y="26"/>
                </a:lnTo>
                <a:lnTo>
                  <a:pt x="13" y="27"/>
                </a:lnTo>
                <a:lnTo>
                  <a:pt x="14" y="27"/>
                </a:lnTo>
                <a:lnTo>
                  <a:pt x="14" y="28"/>
                </a:lnTo>
                <a:lnTo>
                  <a:pt x="14" y="29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7" y="29"/>
                </a:lnTo>
                <a:lnTo>
                  <a:pt x="15" y="30"/>
                </a:lnTo>
                <a:lnTo>
                  <a:pt x="15" y="31"/>
                </a:lnTo>
                <a:lnTo>
                  <a:pt x="14" y="31"/>
                </a:lnTo>
                <a:lnTo>
                  <a:pt x="13" y="32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0" y="33"/>
                </a:lnTo>
                <a:lnTo>
                  <a:pt x="9" y="32"/>
                </a:lnTo>
                <a:lnTo>
                  <a:pt x="9" y="33"/>
                </a:lnTo>
                <a:lnTo>
                  <a:pt x="9" y="32"/>
                </a:lnTo>
                <a:lnTo>
                  <a:pt x="10" y="31"/>
                </a:lnTo>
                <a:lnTo>
                  <a:pt x="10" y="30"/>
                </a:lnTo>
                <a:lnTo>
                  <a:pt x="10" y="29"/>
                </a:lnTo>
                <a:lnTo>
                  <a:pt x="9" y="30"/>
                </a:lnTo>
                <a:lnTo>
                  <a:pt x="8" y="31"/>
                </a:lnTo>
                <a:lnTo>
                  <a:pt x="7" y="31"/>
                </a:lnTo>
                <a:lnTo>
                  <a:pt x="7" y="30"/>
                </a:lnTo>
                <a:lnTo>
                  <a:pt x="7" y="29"/>
                </a:lnTo>
                <a:lnTo>
                  <a:pt x="8" y="29"/>
                </a:lnTo>
                <a:lnTo>
                  <a:pt x="7" y="28"/>
                </a:lnTo>
                <a:lnTo>
                  <a:pt x="8" y="28"/>
                </a:lnTo>
                <a:lnTo>
                  <a:pt x="8" y="27"/>
                </a:lnTo>
                <a:lnTo>
                  <a:pt x="9" y="27"/>
                </a:lnTo>
                <a:lnTo>
                  <a:pt x="8" y="27"/>
                </a:lnTo>
                <a:lnTo>
                  <a:pt x="8" y="26"/>
                </a:lnTo>
                <a:lnTo>
                  <a:pt x="7" y="26"/>
                </a:lnTo>
                <a:lnTo>
                  <a:pt x="7" y="27"/>
                </a:lnTo>
                <a:lnTo>
                  <a:pt x="6" y="27"/>
                </a:lnTo>
                <a:lnTo>
                  <a:pt x="6" y="28"/>
                </a:lnTo>
                <a:lnTo>
                  <a:pt x="5" y="28"/>
                </a:lnTo>
                <a:lnTo>
                  <a:pt x="4" y="28"/>
                </a:lnTo>
                <a:lnTo>
                  <a:pt x="4" y="27"/>
                </a:lnTo>
                <a:lnTo>
                  <a:pt x="4" y="26"/>
                </a:lnTo>
                <a:lnTo>
                  <a:pt x="5" y="26"/>
                </a:lnTo>
                <a:lnTo>
                  <a:pt x="5" y="25"/>
                </a:lnTo>
                <a:lnTo>
                  <a:pt x="5" y="24"/>
                </a:lnTo>
                <a:lnTo>
                  <a:pt x="6" y="24"/>
                </a:lnTo>
                <a:lnTo>
                  <a:pt x="6" y="23"/>
                </a:lnTo>
                <a:lnTo>
                  <a:pt x="6" y="21"/>
                </a:lnTo>
                <a:lnTo>
                  <a:pt x="7" y="21"/>
                </a:lnTo>
                <a:lnTo>
                  <a:pt x="8" y="21"/>
                </a:lnTo>
                <a:lnTo>
                  <a:pt x="8" y="22"/>
                </a:lnTo>
                <a:lnTo>
                  <a:pt x="9" y="22"/>
                </a:lnTo>
                <a:lnTo>
                  <a:pt x="10" y="21"/>
                </a:lnTo>
                <a:lnTo>
                  <a:pt x="10" y="22"/>
                </a:lnTo>
                <a:lnTo>
                  <a:pt x="10" y="21"/>
                </a:lnTo>
                <a:lnTo>
                  <a:pt x="11" y="21"/>
                </a:lnTo>
                <a:lnTo>
                  <a:pt x="11" y="20"/>
                </a:lnTo>
                <a:lnTo>
                  <a:pt x="10" y="20"/>
                </a:lnTo>
                <a:lnTo>
                  <a:pt x="10" y="19"/>
                </a:lnTo>
                <a:lnTo>
                  <a:pt x="11" y="19"/>
                </a:lnTo>
                <a:lnTo>
                  <a:pt x="11" y="18"/>
                </a:lnTo>
                <a:lnTo>
                  <a:pt x="11" y="17"/>
                </a:lnTo>
                <a:lnTo>
                  <a:pt x="10" y="17"/>
                </a:lnTo>
                <a:lnTo>
                  <a:pt x="11" y="17"/>
                </a:lnTo>
                <a:lnTo>
                  <a:pt x="11" y="16"/>
                </a:lnTo>
                <a:lnTo>
                  <a:pt x="10" y="16"/>
                </a:lnTo>
                <a:lnTo>
                  <a:pt x="10" y="17"/>
                </a:lnTo>
                <a:lnTo>
                  <a:pt x="9" y="16"/>
                </a:lnTo>
                <a:lnTo>
                  <a:pt x="7" y="16"/>
                </a:lnTo>
                <a:lnTo>
                  <a:pt x="6" y="16"/>
                </a:lnTo>
                <a:lnTo>
                  <a:pt x="5" y="17"/>
                </a:lnTo>
                <a:lnTo>
                  <a:pt x="5" y="18"/>
                </a:lnTo>
                <a:lnTo>
                  <a:pt x="4" y="19"/>
                </a:lnTo>
                <a:lnTo>
                  <a:pt x="3" y="19"/>
                </a:lnTo>
                <a:lnTo>
                  <a:pt x="3" y="18"/>
                </a:lnTo>
                <a:lnTo>
                  <a:pt x="3" y="17"/>
                </a:lnTo>
                <a:lnTo>
                  <a:pt x="2" y="17"/>
                </a:lnTo>
                <a:lnTo>
                  <a:pt x="2" y="18"/>
                </a:lnTo>
                <a:lnTo>
                  <a:pt x="1" y="18"/>
                </a:lnTo>
                <a:lnTo>
                  <a:pt x="1" y="17"/>
                </a:lnTo>
                <a:lnTo>
                  <a:pt x="0" y="17"/>
                </a:lnTo>
                <a:lnTo>
                  <a:pt x="0" y="16"/>
                </a:lnTo>
                <a:lnTo>
                  <a:pt x="1" y="16"/>
                </a:lnTo>
                <a:lnTo>
                  <a:pt x="1" y="14"/>
                </a:lnTo>
                <a:lnTo>
                  <a:pt x="0" y="13"/>
                </a:lnTo>
                <a:lnTo>
                  <a:pt x="0" y="14"/>
                </a:lnTo>
                <a:lnTo>
                  <a:pt x="0" y="13"/>
                </a:lnTo>
                <a:lnTo>
                  <a:pt x="0" y="12"/>
                </a:lnTo>
                <a:lnTo>
                  <a:pt x="1" y="12"/>
                </a:lnTo>
                <a:lnTo>
                  <a:pt x="2" y="12"/>
                </a:lnTo>
                <a:lnTo>
                  <a:pt x="2" y="11"/>
                </a:lnTo>
                <a:lnTo>
                  <a:pt x="2" y="10"/>
                </a:lnTo>
                <a:lnTo>
                  <a:pt x="3" y="9"/>
                </a:lnTo>
                <a:lnTo>
                  <a:pt x="4" y="9"/>
                </a:lnTo>
                <a:lnTo>
                  <a:pt x="5" y="9"/>
                </a:lnTo>
                <a:lnTo>
                  <a:pt x="6" y="9"/>
                </a:lnTo>
                <a:lnTo>
                  <a:pt x="5" y="9"/>
                </a:lnTo>
                <a:lnTo>
                  <a:pt x="5" y="8"/>
                </a:lnTo>
                <a:lnTo>
                  <a:pt x="6" y="8"/>
                </a:lnTo>
                <a:lnTo>
                  <a:pt x="7" y="9"/>
                </a:lnTo>
                <a:lnTo>
                  <a:pt x="7" y="10"/>
                </a:lnTo>
                <a:lnTo>
                  <a:pt x="7" y="11"/>
                </a:lnTo>
                <a:lnTo>
                  <a:pt x="7" y="10"/>
                </a:lnTo>
                <a:lnTo>
                  <a:pt x="8" y="10"/>
                </a:lnTo>
                <a:lnTo>
                  <a:pt x="8" y="9"/>
                </a:lnTo>
                <a:lnTo>
                  <a:pt x="9" y="9"/>
                </a:lnTo>
                <a:lnTo>
                  <a:pt x="9" y="8"/>
                </a:lnTo>
                <a:lnTo>
                  <a:pt x="8" y="8"/>
                </a:lnTo>
                <a:lnTo>
                  <a:pt x="9" y="8"/>
                </a:lnTo>
                <a:lnTo>
                  <a:pt x="10" y="7"/>
                </a:lnTo>
                <a:lnTo>
                  <a:pt x="10" y="6"/>
                </a:lnTo>
                <a:lnTo>
                  <a:pt x="9" y="6"/>
                </a:lnTo>
                <a:lnTo>
                  <a:pt x="9" y="5"/>
                </a:lnTo>
                <a:lnTo>
                  <a:pt x="9" y="4"/>
                </a:lnTo>
                <a:lnTo>
                  <a:pt x="9" y="2"/>
                </a:lnTo>
                <a:lnTo>
                  <a:pt x="10" y="2"/>
                </a:lnTo>
                <a:lnTo>
                  <a:pt x="10" y="3"/>
                </a:lnTo>
                <a:lnTo>
                  <a:pt x="9" y="3"/>
                </a:lnTo>
                <a:lnTo>
                  <a:pt x="9" y="4"/>
                </a:lnTo>
                <a:lnTo>
                  <a:pt x="10" y="4"/>
                </a:lnTo>
                <a:lnTo>
                  <a:pt x="11" y="4"/>
                </a:lnTo>
                <a:lnTo>
                  <a:pt x="12" y="4"/>
                </a:lnTo>
                <a:lnTo>
                  <a:pt x="12" y="3"/>
                </a:lnTo>
                <a:lnTo>
                  <a:pt x="13" y="2"/>
                </a:lnTo>
                <a:lnTo>
                  <a:pt x="13" y="3"/>
                </a:lnTo>
                <a:lnTo>
                  <a:pt x="14" y="3"/>
                </a:lnTo>
                <a:lnTo>
                  <a:pt x="14" y="2"/>
                </a:lnTo>
                <a:lnTo>
                  <a:pt x="15" y="2"/>
                </a:lnTo>
                <a:lnTo>
                  <a:pt x="17" y="1"/>
                </a:lnTo>
                <a:lnTo>
                  <a:pt x="18" y="0"/>
                </a:lnTo>
                <a:lnTo>
                  <a:pt x="19" y="0"/>
                </a:lnTo>
                <a:lnTo>
                  <a:pt x="20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2357280" y="559260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1" y="3"/>
                </a:moveTo>
                <a:lnTo>
                  <a:pt x="1" y="4"/>
                </a:lnTo>
                <a:lnTo>
                  <a:pt x="1" y="6"/>
                </a:lnTo>
                <a:lnTo>
                  <a:pt x="0" y="6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1" y="2"/>
                </a:lnTo>
                <a:lnTo>
                  <a:pt x="1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2313000" y="5596200"/>
            <a:ext cx="3960" cy="2520"/>
          </a:xfrm>
          <a:custGeom>
            <a:avLst/>
            <a:gdLst/>
            <a:ahLst/>
            <a:rect l="0" t="0" r="r" b="b"/>
            <a:pathLst>
              <a:path w="11" h="7">
                <a:moveTo>
                  <a:pt x="5" y="0"/>
                </a:moveTo>
                <a:lnTo>
                  <a:pt x="5" y="1"/>
                </a:lnTo>
                <a:lnTo>
                  <a:pt x="5" y="2"/>
                </a:lnTo>
                <a:lnTo>
                  <a:pt x="7" y="2"/>
                </a:lnTo>
                <a:lnTo>
                  <a:pt x="8" y="2"/>
                </a:lnTo>
                <a:lnTo>
                  <a:pt x="8" y="1"/>
                </a:lnTo>
                <a:lnTo>
                  <a:pt x="9" y="1"/>
                </a:lnTo>
                <a:lnTo>
                  <a:pt x="9" y="0"/>
                </a:lnTo>
                <a:lnTo>
                  <a:pt x="10" y="0"/>
                </a:lnTo>
                <a:lnTo>
                  <a:pt x="10" y="1"/>
                </a:lnTo>
                <a:lnTo>
                  <a:pt x="11" y="1"/>
                </a:lnTo>
                <a:lnTo>
                  <a:pt x="10" y="1"/>
                </a:lnTo>
                <a:lnTo>
                  <a:pt x="10" y="2"/>
                </a:lnTo>
                <a:lnTo>
                  <a:pt x="9" y="3"/>
                </a:lnTo>
                <a:lnTo>
                  <a:pt x="8" y="3"/>
                </a:lnTo>
                <a:lnTo>
                  <a:pt x="8" y="5"/>
                </a:lnTo>
                <a:lnTo>
                  <a:pt x="7" y="5"/>
                </a:lnTo>
                <a:lnTo>
                  <a:pt x="7" y="3"/>
                </a:lnTo>
                <a:lnTo>
                  <a:pt x="5" y="3"/>
                </a:lnTo>
                <a:lnTo>
                  <a:pt x="4" y="3"/>
                </a:lnTo>
                <a:lnTo>
                  <a:pt x="3" y="5"/>
                </a:lnTo>
                <a:lnTo>
                  <a:pt x="2" y="5"/>
                </a:lnTo>
                <a:lnTo>
                  <a:pt x="2" y="7"/>
                </a:lnTo>
                <a:lnTo>
                  <a:pt x="1" y="7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2" y="2"/>
                </a:lnTo>
                <a:lnTo>
                  <a:pt x="3" y="2"/>
                </a:lnTo>
                <a:lnTo>
                  <a:pt x="4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2306520" y="5596200"/>
            <a:ext cx="2880" cy="2520"/>
          </a:xfrm>
          <a:custGeom>
            <a:avLst/>
            <a:gdLst/>
            <a:ahLst/>
            <a:rect l="0" t="0" r="r" b="b"/>
            <a:pathLst>
              <a:path w="8" h="7">
                <a:moveTo>
                  <a:pt x="8" y="2"/>
                </a:moveTo>
                <a:lnTo>
                  <a:pt x="8" y="3"/>
                </a:lnTo>
                <a:lnTo>
                  <a:pt x="8" y="5"/>
                </a:lnTo>
                <a:lnTo>
                  <a:pt x="6" y="5"/>
                </a:lnTo>
                <a:lnTo>
                  <a:pt x="5" y="6"/>
                </a:lnTo>
                <a:lnTo>
                  <a:pt x="5" y="5"/>
                </a:lnTo>
                <a:lnTo>
                  <a:pt x="4" y="6"/>
                </a:lnTo>
                <a:lnTo>
                  <a:pt x="3" y="6"/>
                </a:lnTo>
                <a:lnTo>
                  <a:pt x="3" y="7"/>
                </a:lnTo>
                <a:lnTo>
                  <a:pt x="3" y="6"/>
                </a:lnTo>
                <a:lnTo>
                  <a:pt x="2" y="5"/>
                </a:lnTo>
                <a:lnTo>
                  <a:pt x="2" y="3"/>
                </a:lnTo>
                <a:lnTo>
                  <a:pt x="0" y="3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8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2358720" y="559044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4" y="0"/>
                </a:moveTo>
                <a:lnTo>
                  <a:pt x="5" y="0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6" y="2"/>
                </a:lnTo>
                <a:lnTo>
                  <a:pt x="5" y="3"/>
                </a:lnTo>
                <a:lnTo>
                  <a:pt x="5" y="4"/>
                </a:lnTo>
                <a:lnTo>
                  <a:pt x="3" y="4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0" y="5"/>
                </a:lnTo>
                <a:lnTo>
                  <a:pt x="0" y="4"/>
                </a:lnTo>
                <a:lnTo>
                  <a:pt x="2" y="3"/>
                </a:lnTo>
                <a:lnTo>
                  <a:pt x="3" y="3"/>
                </a:lnTo>
                <a:lnTo>
                  <a:pt x="4" y="3"/>
                </a:lnTo>
                <a:lnTo>
                  <a:pt x="4" y="2"/>
                </a:lnTo>
                <a:lnTo>
                  <a:pt x="4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2312280" y="5592960"/>
            <a:ext cx="1800" cy="2520"/>
          </a:xfrm>
          <a:custGeom>
            <a:avLst/>
            <a:gdLst/>
            <a:ahLst/>
            <a:rect l="0" t="0" r="r" b="b"/>
            <a:pathLst>
              <a:path w="5" h="7">
                <a:moveTo>
                  <a:pt x="0" y="7"/>
                </a:move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5" y="2"/>
                </a:ln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2" y="5"/>
                </a:lnTo>
                <a:lnTo>
                  <a:pt x="1" y="6"/>
                </a:lnTo>
                <a:lnTo>
                  <a:pt x="1" y="7"/>
                </a:lnTo>
                <a:lnTo>
                  <a:pt x="0" y="7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2314080" y="55918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2342160" y="558936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1" y="1"/>
                </a:move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6" y="2"/>
                </a:lnTo>
                <a:lnTo>
                  <a:pt x="5" y="5"/>
                </a:lnTo>
                <a:lnTo>
                  <a:pt x="4" y="6"/>
                </a:lnTo>
                <a:lnTo>
                  <a:pt x="3" y="6"/>
                </a:lnTo>
                <a:lnTo>
                  <a:pt x="1" y="6"/>
                </a:lnTo>
                <a:lnTo>
                  <a:pt x="1" y="5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2340360" y="558936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4" y="3"/>
                </a:moveTo>
                <a:lnTo>
                  <a:pt x="5" y="3"/>
                </a:lnTo>
                <a:lnTo>
                  <a:pt x="4" y="4"/>
                </a:lnTo>
                <a:lnTo>
                  <a:pt x="4" y="3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2362680" y="55868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0"/>
                </a:moveTo>
                <a:lnTo>
                  <a:pt x="4" y="2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4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2343240" y="558720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6" y="0"/>
                </a:moveTo>
                <a:lnTo>
                  <a:pt x="6" y="1"/>
                </a:lnTo>
                <a:lnTo>
                  <a:pt x="6" y="2"/>
                </a:ln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5" y="4"/>
                </a:lnTo>
                <a:lnTo>
                  <a:pt x="5" y="5"/>
                </a:lnTo>
                <a:lnTo>
                  <a:pt x="5" y="6"/>
                </a:lnTo>
                <a:lnTo>
                  <a:pt x="3" y="6"/>
                </a:lnTo>
                <a:lnTo>
                  <a:pt x="3" y="5"/>
                </a:lnTo>
                <a:lnTo>
                  <a:pt x="2" y="5"/>
                </a:lnTo>
                <a:lnTo>
                  <a:pt x="3" y="5"/>
                </a:lnTo>
                <a:lnTo>
                  <a:pt x="2" y="4"/>
                </a:lnTo>
                <a:lnTo>
                  <a:pt x="2" y="5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3" y="1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2362680" y="5585040"/>
            <a:ext cx="2880" cy="1440"/>
          </a:xfrm>
          <a:custGeom>
            <a:avLst/>
            <a:gdLst/>
            <a:ahLst/>
            <a:rect l="0" t="0" r="r" b="b"/>
            <a:pathLst>
              <a:path w="8" h="4">
                <a:moveTo>
                  <a:pt x="8" y="2"/>
                </a:moveTo>
                <a:lnTo>
                  <a:pt x="7" y="2"/>
                </a:ln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lnTo>
                  <a:pt x="5" y="4"/>
                </a:lnTo>
                <a:lnTo>
                  <a:pt x="3" y="4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2" y="3"/>
                </a:lnTo>
                <a:lnTo>
                  <a:pt x="3" y="3"/>
                </a:lnTo>
                <a:lnTo>
                  <a:pt x="5" y="3"/>
                </a:lnTo>
                <a:lnTo>
                  <a:pt x="5" y="2"/>
                </a:lnTo>
                <a:lnTo>
                  <a:pt x="3" y="2"/>
                </a:lnTo>
                <a:lnTo>
                  <a:pt x="5" y="2"/>
                </a:lnTo>
                <a:lnTo>
                  <a:pt x="6" y="2"/>
                </a:lnTo>
                <a:lnTo>
                  <a:pt x="7" y="0"/>
                </a:lnTo>
                <a:lnTo>
                  <a:pt x="7" y="2"/>
                </a:lnTo>
                <a:lnTo>
                  <a:pt x="8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2347200" y="558648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2" y="2"/>
                </a:moveTo>
                <a:lnTo>
                  <a:pt x="3" y="2"/>
                </a:lnTo>
                <a:lnTo>
                  <a:pt x="5" y="0"/>
                </a:lnTo>
                <a:lnTo>
                  <a:pt x="5" y="2"/>
                </a:ln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2273760" y="55922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2346480" y="558648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2" y="2"/>
                </a:moveTo>
                <a:lnTo>
                  <a:pt x="2" y="0"/>
                </a:ln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2365560" y="5584320"/>
            <a:ext cx="2520" cy="1800"/>
          </a:xfrm>
          <a:custGeom>
            <a:avLst/>
            <a:gdLst/>
            <a:ahLst/>
            <a:rect l="0" t="0" r="r" b="b"/>
            <a:pathLst>
              <a:path w="7" h="5">
                <a:moveTo>
                  <a:pt x="1" y="0"/>
                </a:move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6" y="2"/>
                </a:lnTo>
                <a:lnTo>
                  <a:pt x="7" y="2"/>
                </a:lnTo>
                <a:lnTo>
                  <a:pt x="6" y="4"/>
                </a:lnTo>
                <a:lnTo>
                  <a:pt x="4" y="4"/>
                </a:lnTo>
                <a:lnTo>
                  <a:pt x="3" y="4"/>
                </a:lnTo>
                <a:lnTo>
                  <a:pt x="1" y="4"/>
                </a:lnTo>
                <a:lnTo>
                  <a:pt x="1" y="5"/>
                </a:lnTo>
                <a:lnTo>
                  <a:pt x="0" y="4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2340720" y="558540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5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  <a:lnTo>
                  <a:pt x="6" y="2"/>
                </a:lnTo>
                <a:lnTo>
                  <a:pt x="6" y="4"/>
                </a:lnTo>
                <a:lnTo>
                  <a:pt x="5" y="4"/>
                </a:lnTo>
                <a:lnTo>
                  <a:pt x="3" y="5"/>
                </a:lnTo>
                <a:lnTo>
                  <a:pt x="3" y="4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1" y="1"/>
                </a:lnTo>
                <a:lnTo>
                  <a:pt x="2" y="1"/>
                </a:lnTo>
                <a:lnTo>
                  <a:pt x="3" y="0"/>
                </a:lnTo>
                <a:lnTo>
                  <a:pt x="5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2356560" y="55839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2351520" y="55839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2338920" y="558504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3"/>
                </a:moveTo>
                <a:lnTo>
                  <a:pt x="2" y="5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2356920" y="55836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2340720" y="55846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0" y="2"/>
                </a:lnTo>
                <a:lnTo>
                  <a:pt x="0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2351880" y="558360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1" y="3"/>
                </a:move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2355840" y="558324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1"/>
                </a:move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2274840" y="5589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2354760" y="55825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2367360" y="5581080"/>
            <a:ext cx="5400" cy="3240"/>
          </a:xfrm>
          <a:custGeom>
            <a:avLst/>
            <a:gdLst/>
            <a:ahLst/>
            <a:rect l="0" t="0" r="r" b="b"/>
            <a:pathLst>
              <a:path w="15" h="9">
                <a:moveTo>
                  <a:pt x="14" y="0"/>
                </a:moveTo>
                <a:lnTo>
                  <a:pt x="15" y="0"/>
                </a:lnTo>
                <a:lnTo>
                  <a:pt x="15" y="1"/>
                </a:lnTo>
                <a:lnTo>
                  <a:pt x="13" y="1"/>
                </a:lnTo>
                <a:lnTo>
                  <a:pt x="13" y="2"/>
                </a:lnTo>
                <a:lnTo>
                  <a:pt x="13" y="3"/>
                </a:lnTo>
                <a:lnTo>
                  <a:pt x="12" y="4"/>
                </a:lnTo>
                <a:lnTo>
                  <a:pt x="11" y="4"/>
                </a:lnTo>
                <a:lnTo>
                  <a:pt x="10" y="4"/>
                </a:lnTo>
                <a:lnTo>
                  <a:pt x="8" y="6"/>
                </a:lnTo>
                <a:lnTo>
                  <a:pt x="7" y="6"/>
                </a:lnTo>
                <a:lnTo>
                  <a:pt x="6" y="7"/>
                </a:lnTo>
                <a:lnTo>
                  <a:pt x="5" y="7"/>
                </a:ln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lnTo>
                  <a:pt x="2" y="8"/>
                </a:lnTo>
                <a:lnTo>
                  <a:pt x="2" y="9"/>
                </a:lnTo>
                <a:lnTo>
                  <a:pt x="1" y="9"/>
                </a:lnTo>
                <a:lnTo>
                  <a:pt x="0" y="9"/>
                </a:lnTo>
                <a:lnTo>
                  <a:pt x="0" y="8"/>
                </a:lnTo>
                <a:lnTo>
                  <a:pt x="1" y="7"/>
                </a:lnTo>
                <a:lnTo>
                  <a:pt x="2" y="7"/>
                </a:lnTo>
                <a:lnTo>
                  <a:pt x="2" y="6"/>
                </a:lnTo>
                <a:lnTo>
                  <a:pt x="3" y="6"/>
                </a:lnTo>
                <a:lnTo>
                  <a:pt x="4" y="6"/>
                </a:lnTo>
                <a:lnTo>
                  <a:pt x="5" y="4"/>
                </a:lnTo>
                <a:lnTo>
                  <a:pt x="7" y="4"/>
                </a:lnTo>
                <a:lnTo>
                  <a:pt x="6" y="4"/>
                </a:lnTo>
                <a:lnTo>
                  <a:pt x="7" y="3"/>
                </a:lnTo>
                <a:lnTo>
                  <a:pt x="8" y="3"/>
                </a:lnTo>
                <a:lnTo>
                  <a:pt x="8" y="2"/>
                </a:lnTo>
                <a:lnTo>
                  <a:pt x="12" y="2"/>
                </a:lnTo>
                <a:lnTo>
                  <a:pt x="13" y="1"/>
                </a:lnTo>
                <a:lnTo>
                  <a:pt x="12" y="1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2327760" y="5584320"/>
            <a:ext cx="720" cy="1800"/>
          </a:xfrm>
          <a:custGeom>
            <a:avLst/>
            <a:gdLst/>
            <a:ahLst/>
            <a:rect l="0" t="0" r="r" b="b"/>
            <a:pathLst>
              <a:path w="2" h="5">
                <a:moveTo>
                  <a:pt x="2" y="2"/>
                </a:moveTo>
                <a:lnTo>
                  <a:pt x="0" y="3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2329560" y="55839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4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lnTo>
                  <a:pt x="3" y="1"/>
                </a:lnTo>
                <a:lnTo>
                  <a:pt x="4" y="3"/>
                </a:lnTo>
                <a:lnTo>
                  <a:pt x="4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2327040" y="55843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2340720" y="55818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2357280" y="557964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2" y="2"/>
                </a:moveTo>
                <a:lnTo>
                  <a:pt x="4" y="2"/>
                </a:lnTo>
                <a:lnTo>
                  <a:pt x="4" y="3"/>
                </a:lnTo>
                <a:lnTo>
                  <a:pt x="5" y="4"/>
                </a:lnTo>
                <a:lnTo>
                  <a:pt x="5" y="6"/>
                </a:lnTo>
                <a:lnTo>
                  <a:pt x="4" y="6"/>
                </a:lnTo>
                <a:lnTo>
                  <a:pt x="4" y="4"/>
                </a:lnTo>
                <a:lnTo>
                  <a:pt x="2" y="4"/>
                </a:lnTo>
                <a:lnTo>
                  <a:pt x="2" y="6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2350080" y="557964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2" y="3"/>
                </a:move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2340720" y="55796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2346480" y="5578200"/>
            <a:ext cx="1800" cy="2520"/>
          </a:xfrm>
          <a:custGeom>
            <a:avLst/>
            <a:gdLst/>
            <a:ahLst/>
            <a:rect l="0" t="0" r="r" b="b"/>
            <a:pathLst>
              <a:path w="5" h="7">
                <a:moveTo>
                  <a:pt x="5" y="5"/>
                </a:moveTo>
                <a:lnTo>
                  <a:pt x="3" y="6"/>
                </a:lnTo>
                <a:lnTo>
                  <a:pt x="3" y="7"/>
                </a:lnTo>
                <a:lnTo>
                  <a:pt x="2" y="7"/>
                </a:ln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2" y="2"/>
                </a:lnTo>
                <a:lnTo>
                  <a:pt x="3" y="4"/>
                </a:lnTo>
                <a:lnTo>
                  <a:pt x="5" y="5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2345400" y="557748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1" y="1"/>
                </a:moveTo>
                <a:lnTo>
                  <a:pt x="3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2334600" y="55742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2333880" y="55724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2343600" y="556416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2" y="1"/>
                </a:move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5" y="3"/>
                </a:lnTo>
                <a:lnTo>
                  <a:pt x="6" y="3"/>
                </a:lnTo>
                <a:lnTo>
                  <a:pt x="6" y="4"/>
                </a:lnTo>
                <a:lnTo>
                  <a:pt x="6" y="5"/>
                </a:lnTo>
                <a:lnTo>
                  <a:pt x="5" y="5"/>
                </a:ln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2334600" y="5564160"/>
            <a:ext cx="2880" cy="3240"/>
          </a:xfrm>
          <a:custGeom>
            <a:avLst/>
            <a:gdLst/>
            <a:ahLst/>
            <a:rect l="0" t="0" r="r" b="b"/>
            <a:pathLst>
              <a:path w="8" h="9">
                <a:moveTo>
                  <a:pt x="7" y="0"/>
                </a:moveTo>
                <a:lnTo>
                  <a:pt x="8" y="0"/>
                </a:lnTo>
                <a:lnTo>
                  <a:pt x="8" y="1"/>
                </a:lnTo>
                <a:lnTo>
                  <a:pt x="8" y="2"/>
                </a:lnTo>
                <a:lnTo>
                  <a:pt x="8" y="3"/>
                </a:lnTo>
                <a:lnTo>
                  <a:pt x="8" y="5"/>
                </a:lnTo>
                <a:lnTo>
                  <a:pt x="7" y="5"/>
                </a:lnTo>
                <a:lnTo>
                  <a:pt x="6" y="6"/>
                </a:lnTo>
                <a:lnTo>
                  <a:pt x="7" y="6"/>
                </a:lnTo>
                <a:lnTo>
                  <a:pt x="7" y="7"/>
                </a:lnTo>
                <a:lnTo>
                  <a:pt x="6" y="7"/>
                </a:lnTo>
                <a:lnTo>
                  <a:pt x="5" y="7"/>
                </a:lnTo>
                <a:lnTo>
                  <a:pt x="3" y="8"/>
                </a:lnTo>
                <a:lnTo>
                  <a:pt x="3" y="9"/>
                </a:lnTo>
                <a:lnTo>
                  <a:pt x="2" y="9"/>
                </a:lnTo>
                <a:lnTo>
                  <a:pt x="2" y="8"/>
                </a:lnTo>
                <a:lnTo>
                  <a:pt x="1" y="8"/>
                </a:lnTo>
                <a:lnTo>
                  <a:pt x="0" y="7"/>
                </a:lnTo>
                <a:lnTo>
                  <a:pt x="0" y="6"/>
                </a:lnTo>
                <a:lnTo>
                  <a:pt x="1" y="2"/>
                </a:lnTo>
                <a:lnTo>
                  <a:pt x="2" y="2"/>
                </a:lnTo>
                <a:lnTo>
                  <a:pt x="3" y="2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2386440" y="55591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3" y="0"/>
                </a:moveTo>
                <a:lnTo>
                  <a:pt x="4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2385360" y="555768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2" y="0"/>
                </a:moveTo>
                <a:lnTo>
                  <a:pt x="3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5" y="3"/>
                </a:lnTo>
                <a:lnTo>
                  <a:pt x="3" y="3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2345760" y="55598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2396160" y="555408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2" y="2"/>
                </a:moveTo>
                <a:lnTo>
                  <a:pt x="3" y="2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2345760" y="55591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3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lnTo>
                  <a:pt x="4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2385720" y="55515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3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2389680" y="55508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2334960" y="5555880"/>
            <a:ext cx="1800" cy="2520"/>
          </a:xfrm>
          <a:custGeom>
            <a:avLst/>
            <a:gdLst/>
            <a:ahLst/>
            <a:rect l="0" t="0" r="r" b="b"/>
            <a:pathLst>
              <a:path w="5" h="7">
                <a:moveTo>
                  <a:pt x="5" y="3"/>
                </a:moveTo>
                <a:lnTo>
                  <a:pt x="1" y="7"/>
                </a:ln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3" y="2"/>
                </a:lnTo>
                <a:lnTo>
                  <a:pt x="4" y="0"/>
                </a:lnTo>
                <a:lnTo>
                  <a:pt x="5" y="2"/>
                </a:lnTo>
                <a:lnTo>
                  <a:pt x="5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2432160" y="5543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2385720" y="55472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2383560" y="55472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2385720" y="55468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2382480" y="554508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3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2332080" y="5548680"/>
            <a:ext cx="6840" cy="8280"/>
          </a:xfrm>
          <a:custGeom>
            <a:avLst/>
            <a:gdLst/>
            <a:ahLst/>
            <a:rect l="0" t="0" r="r" b="b"/>
            <a:pathLst>
              <a:path w="19" h="23">
                <a:moveTo>
                  <a:pt x="7" y="2"/>
                </a:moveTo>
                <a:lnTo>
                  <a:pt x="9" y="2"/>
                </a:lnTo>
                <a:lnTo>
                  <a:pt x="10" y="3"/>
                </a:lnTo>
                <a:lnTo>
                  <a:pt x="9" y="3"/>
                </a:lnTo>
                <a:lnTo>
                  <a:pt x="10" y="4"/>
                </a:lnTo>
                <a:lnTo>
                  <a:pt x="12" y="5"/>
                </a:lnTo>
                <a:lnTo>
                  <a:pt x="12" y="6"/>
                </a:lnTo>
                <a:lnTo>
                  <a:pt x="13" y="7"/>
                </a:lnTo>
                <a:lnTo>
                  <a:pt x="14" y="8"/>
                </a:lnTo>
                <a:lnTo>
                  <a:pt x="14" y="9"/>
                </a:lnTo>
                <a:lnTo>
                  <a:pt x="13" y="9"/>
                </a:lnTo>
                <a:lnTo>
                  <a:pt x="14" y="9"/>
                </a:lnTo>
                <a:lnTo>
                  <a:pt x="13" y="10"/>
                </a:lnTo>
                <a:lnTo>
                  <a:pt x="14" y="10"/>
                </a:lnTo>
                <a:lnTo>
                  <a:pt x="15" y="10"/>
                </a:lnTo>
                <a:lnTo>
                  <a:pt x="15" y="11"/>
                </a:lnTo>
                <a:lnTo>
                  <a:pt x="16" y="14"/>
                </a:lnTo>
                <a:lnTo>
                  <a:pt x="17" y="17"/>
                </a:lnTo>
                <a:lnTo>
                  <a:pt x="17" y="18"/>
                </a:lnTo>
                <a:lnTo>
                  <a:pt x="18" y="21"/>
                </a:lnTo>
                <a:lnTo>
                  <a:pt x="18" y="22"/>
                </a:lnTo>
                <a:lnTo>
                  <a:pt x="19" y="23"/>
                </a:lnTo>
                <a:lnTo>
                  <a:pt x="18" y="23"/>
                </a:lnTo>
                <a:lnTo>
                  <a:pt x="17" y="22"/>
                </a:lnTo>
                <a:lnTo>
                  <a:pt x="17" y="21"/>
                </a:lnTo>
                <a:lnTo>
                  <a:pt x="15" y="18"/>
                </a:lnTo>
                <a:lnTo>
                  <a:pt x="14" y="18"/>
                </a:lnTo>
                <a:lnTo>
                  <a:pt x="14" y="17"/>
                </a:lnTo>
                <a:lnTo>
                  <a:pt x="13" y="14"/>
                </a:lnTo>
                <a:lnTo>
                  <a:pt x="13" y="13"/>
                </a:lnTo>
                <a:lnTo>
                  <a:pt x="12" y="12"/>
                </a:lnTo>
                <a:lnTo>
                  <a:pt x="13" y="10"/>
                </a:lnTo>
                <a:lnTo>
                  <a:pt x="12" y="11"/>
                </a:lnTo>
                <a:lnTo>
                  <a:pt x="12" y="12"/>
                </a:lnTo>
                <a:lnTo>
                  <a:pt x="10" y="10"/>
                </a:lnTo>
                <a:lnTo>
                  <a:pt x="9" y="9"/>
                </a:lnTo>
                <a:lnTo>
                  <a:pt x="6" y="7"/>
                </a:lnTo>
                <a:lnTo>
                  <a:pt x="5" y="6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1" y="4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1" y="2"/>
                </a:lnTo>
                <a:lnTo>
                  <a:pt x="2" y="2"/>
                </a:lnTo>
                <a:lnTo>
                  <a:pt x="3" y="2"/>
                </a:lnTo>
                <a:lnTo>
                  <a:pt x="4" y="2"/>
                </a:lnTo>
                <a:lnTo>
                  <a:pt x="5" y="1"/>
                </a:lnTo>
                <a:lnTo>
                  <a:pt x="6" y="0"/>
                </a:lnTo>
                <a:lnTo>
                  <a:pt x="7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2399760" y="554220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3" y="0"/>
                </a:moveTo>
                <a:lnTo>
                  <a:pt x="4" y="1"/>
                </a:lnTo>
                <a:lnTo>
                  <a:pt x="3" y="5"/>
                </a:lnTo>
                <a:lnTo>
                  <a:pt x="3" y="4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2412360" y="55404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2408040" y="553860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1"/>
                </a:move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2417760" y="553104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2514240" y="5500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2514960" y="5499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2503800" y="5490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2496240" y="5490000"/>
            <a:ext cx="10800" cy="5400"/>
          </a:xfrm>
          <a:custGeom>
            <a:avLst/>
            <a:gdLst/>
            <a:ahLst/>
            <a:rect l="0" t="0" r="r" b="b"/>
            <a:pathLst>
              <a:path w="30" h="15">
                <a:moveTo>
                  <a:pt x="26" y="1"/>
                </a:moveTo>
                <a:lnTo>
                  <a:pt x="26" y="2"/>
                </a:lnTo>
                <a:lnTo>
                  <a:pt x="25" y="2"/>
                </a:lnTo>
                <a:lnTo>
                  <a:pt x="25" y="3"/>
                </a:lnTo>
                <a:lnTo>
                  <a:pt x="26" y="4"/>
                </a:lnTo>
                <a:lnTo>
                  <a:pt x="27" y="4"/>
                </a:lnTo>
                <a:lnTo>
                  <a:pt x="27" y="3"/>
                </a:lnTo>
                <a:lnTo>
                  <a:pt x="28" y="3"/>
                </a:lnTo>
                <a:lnTo>
                  <a:pt x="28" y="4"/>
                </a:lnTo>
                <a:lnTo>
                  <a:pt x="28" y="5"/>
                </a:lnTo>
                <a:lnTo>
                  <a:pt x="29" y="5"/>
                </a:lnTo>
                <a:lnTo>
                  <a:pt x="30" y="5"/>
                </a:lnTo>
                <a:lnTo>
                  <a:pt x="29" y="5"/>
                </a:lnTo>
                <a:lnTo>
                  <a:pt x="29" y="7"/>
                </a:lnTo>
                <a:lnTo>
                  <a:pt x="28" y="7"/>
                </a:lnTo>
                <a:lnTo>
                  <a:pt x="28" y="5"/>
                </a:lnTo>
                <a:lnTo>
                  <a:pt x="27" y="7"/>
                </a:lnTo>
                <a:lnTo>
                  <a:pt x="27" y="8"/>
                </a:lnTo>
                <a:lnTo>
                  <a:pt x="28" y="8"/>
                </a:lnTo>
                <a:lnTo>
                  <a:pt x="28" y="9"/>
                </a:lnTo>
                <a:lnTo>
                  <a:pt x="27" y="9"/>
                </a:lnTo>
                <a:lnTo>
                  <a:pt x="27" y="10"/>
                </a:lnTo>
                <a:lnTo>
                  <a:pt x="28" y="10"/>
                </a:lnTo>
                <a:lnTo>
                  <a:pt x="29" y="11"/>
                </a:lnTo>
                <a:lnTo>
                  <a:pt x="29" y="12"/>
                </a:lnTo>
                <a:lnTo>
                  <a:pt x="29" y="13"/>
                </a:lnTo>
                <a:lnTo>
                  <a:pt x="28" y="13"/>
                </a:lnTo>
                <a:lnTo>
                  <a:pt x="28" y="14"/>
                </a:lnTo>
                <a:lnTo>
                  <a:pt x="28" y="13"/>
                </a:lnTo>
                <a:lnTo>
                  <a:pt x="27" y="14"/>
                </a:lnTo>
                <a:lnTo>
                  <a:pt x="27" y="15"/>
                </a:lnTo>
                <a:lnTo>
                  <a:pt x="26" y="14"/>
                </a:lnTo>
                <a:lnTo>
                  <a:pt x="26" y="13"/>
                </a:lnTo>
                <a:lnTo>
                  <a:pt x="25" y="13"/>
                </a:lnTo>
                <a:lnTo>
                  <a:pt x="23" y="14"/>
                </a:lnTo>
                <a:lnTo>
                  <a:pt x="22" y="14"/>
                </a:lnTo>
                <a:lnTo>
                  <a:pt x="23" y="14"/>
                </a:lnTo>
                <a:lnTo>
                  <a:pt x="23" y="13"/>
                </a:lnTo>
                <a:lnTo>
                  <a:pt x="22" y="13"/>
                </a:lnTo>
                <a:lnTo>
                  <a:pt x="21" y="12"/>
                </a:lnTo>
                <a:lnTo>
                  <a:pt x="20" y="12"/>
                </a:lnTo>
                <a:lnTo>
                  <a:pt x="19" y="12"/>
                </a:lnTo>
                <a:lnTo>
                  <a:pt x="19" y="13"/>
                </a:lnTo>
                <a:lnTo>
                  <a:pt x="18" y="13"/>
                </a:lnTo>
                <a:lnTo>
                  <a:pt x="17" y="13"/>
                </a:lnTo>
                <a:lnTo>
                  <a:pt x="16" y="14"/>
                </a:lnTo>
                <a:lnTo>
                  <a:pt x="15" y="14"/>
                </a:lnTo>
                <a:lnTo>
                  <a:pt x="14" y="14"/>
                </a:lnTo>
                <a:lnTo>
                  <a:pt x="13" y="14"/>
                </a:lnTo>
                <a:lnTo>
                  <a:pt x="12" y="14"/>
                </a:lnTo>
                <a:lnTo>
                  <a:pt x="12" y="13"/>
                </a:lnTo>
                <a:lnTo>
                  <a:pt x="10" y="13"/>
                </a:lnTo>
                <a:lnTo>
                  <a:pt x="8" y="13"/>
                </a:lnTo>
                <a:lnTo>
                  <a:pt x="7" y="13"/>
                </a:lnTo>
                <a:lnTo>
                  <a:pt x="6" y="13"/>
                </a:lnTo>
                <a:lnTo>
                  <a:pt x="5" y="13"/>
                </a:lnTo>
                <a:lnTo>
                  <a:pt x="3" y="13"/>
                </a:lnTo>
                <a:lnTo>
                  <a:pt x="2" y="13"/>
                </a:lnTo>
                <a:lnTo>
                  <a:pt x="1" y="13"/>
                </a:lnTo>
                <a:lnTo>
                  <a:pt x="0" y="13"/>
                </a:lnTo>
                <a:lnTo>
                  <a:pt x="0" y="12"/>
                </a:lnTo>
                <a:lnTo>
                  <a:pt x="0" y="11"/>
                </a:lnTo>
                <a:lnTo>
                  <a:pt x="1" y="10"/>
                </a:lnTo>
                <a:lnTo>
                  <a:pt x="1" y="9"/>
                </a:lnTo>
                <a:lnTo>
                  <a:pt x="2" y="9"/>
                </a:lnTo>
                <a:lnTo>
                  <a:pt x="3" y="8"/>
                </a:lnTo>
                <a:lnTo>
                  <a:pt x="3" y="7"/>
                </a:lnTo>
                <a:lnTo>
                  <a:pt x="4" y="7"/>
                </a:lnTo>
                <a:lnTo>
                  <a:pt x="5" y="5"/>
                </a:lnTo>
                <a:lnTo>
                  <a:pt x="5" y="7"/>
                </a:lnTo>
                <a:lnTo>
                  <a:pt x="6" y="7"/>
                </a:lnTo>
                <a:lnTo>
                  <a:pt x="7" y="7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9" y="9"/>
                </a:lnTo>
                <a:lnTo>
                  <a:pt x="10" y="9"/>
                </a:lnTo>
                <a:lnTo>
                  <a:pt x="10" y="10"/>
                </a:lnTo>
                <a:lnTo>
                  <a:pt x="11" y="10"/>
                </a:lnTo>
                <a:lnTo>
                  <a:pt x="11" y="9"/>
                </a:lnTo>
                <a:lnTo>
                  <a:pt x="11" y="8"/>
                </a:lnTo>
                <a:lnTo>
                  <a:pt x="12" y="8"/>
                </a:lnTo>
                <a:lnTo>
                  <a:pt x="13" y="8"/>
                </a:lnTo>
                <a:lnTo>
                  <a:pt x="13" y="7"/>
                </a:lnTo>
                <a:lnTo>
                  <a:pt x="14" y="7"/>
                </a:lnTo>
                <a:lnTo>
                  <a:pt x="14" y="5"/>
                </a:lnTo>
                <a:lnTo>
                  <a:pt x="14" y="4"/>
                </a:lnTo>
                <a:lnTo>
                  <a:pt x="14" y="3"/>
                </a:lnTo>
                <a:lnTo>
                  <a:pt x="15" y="3"/>
                </a:lnTo>
                <a:lnTo>
                  <a:pt x="16" y="2"/>
                </a:lnTo>
                <a:lnTo>
                  <a:pt x="17" y="2"/>
                </a:lnTo>
                <a:lnTo>
                  <a:pt x="18" y="2"/>
                </a:lnTo>
                <a:lnTo>
                  <a:pt x="18" y="3"/>
                </a:lnTo>
                <a:lnTo>
                  <a:pt x="18" y="4"/>
                </a:lnTo>
                <a:lnTo>
                  <a:pt x="19" y="4"/>
                </a:lnTo>
                <a:lnTo>
                  <a:pt x="20" y="4"/>
                </a:lnTo>
                <a:lnTo>
                  <a:pt x="21" y="3"/>
                </a:lnTo>
                <a:lnTo>
                  <a:pt x="22" y="3"/>
                </a:lnTo>
                <a:lnTo>
                  <a:pt x="22" y="2"/>
                </a:lnTo>
                <a:lnTo>
                  <a:pt x="22" y="1"/>
                </a:lnTo>
                <a:lnTo>
                  <a:pt x="23" y="1"/>
                </a:lnTo>
                <a:lnTo>
                  <a:pt x="25" y="1"/>
                </a:lnTo>
                <a:lnTo>
                  <a:pt x="25" y="0"/>
                </a:lnTo>
                <a:lnTo>
                  <a:pt x="26" y="0"/>
                </a:lnTo>
                <a:lnTo>
                  <a:pt x="26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2501280" y="548532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3" y="0"/>
                </a:moveTo>
                <a:lnTo>
                  <a:pt x="5" y="1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2499120" y="54853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1"/>
                </a:move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2138760" y="5400000"/>
            <a:ext cx="369000" cy="295560"/>
          </a:xfrm>
          <a:custGeom>
            <a:avLst/>
            <a:gdLst/>
            <a:ahLst/>
            <a:rect l="0" t="0" r="r" b="b"/>
            <a:pathLst>
              <a:path w="1025" h="821">
                <a:moveTo>
                  <a:pt x="462" y="3"/>
                </a:moveTo>
                <a:lnTo>
                  <a:pt x="463" y="4"/>
                </a:lnTo>
                <a:lnTo>
                  <a:pt x="464" y="7"/>
                </a:lnTo>
                <a:lnTo>
                  <a:pt x="464" y="9"/>
                </a:lnTo>
                <a:lnTo>
                  <a:pt x="464" y="10"/>
                </a:lnTo>
                <a:lnTo>
                  <a:pt x="464" y="11"/>
                </a:lnTo>
                <a:lnTo>
                  <a:pt x="465" y="11"/>
                </a:lnTo>
                <a:lnTo>
                  <a:pt x="465" y="10"/>
                </a:lnTo>
                <a:lnTo>
                  <a:pt x="466" y="10"/>
                </a:lnTo>
                <a:lnTo>
                  <a:pt x="467" y="10"/>
                </a:lnTo>
                <a:lnTo>
                  <a:pt x="470" y="11"/>
                </a:lnTo>
                <a:lnTo>
                  <a:pt x="471" y="12"/>
                </a:lnTo>
                <a:lnTo>
                  <a:pt x="472" y="14"/>
                </a:lnTo>
                <a:lnTo>
                  <a:pt x="472" y="15"/>
                </a:lnTo>
                <a:lnTo>
                  <a:pt x="473" y="16"/>
                </a:lnTo>
                <a:lnTo>
                  <a:pt x="474" y="16"/>
                </a:lnTo>
                <a:lnTo>
                  <a:pt x="475" y="16"/>
                </a:lnTo>
                <a:lnTo>
                  <a:pt x="475" y="17"/>
                </a:lnTo>
                <a:lnTo>
                  <a:pt x="476" y="17"/>
                </a:lnTo>
                <a:lnTo>
                  <a:pt x="477" y="17"/>
                </a:lnTo>
                <a:lnTo>
                  <a:pt x="477" y="16"/>
                </a:lnTo>
                <a:lnTo>
                  <a:pt x="478" y="16"/>
                </a:lnTo>
                <a:lnTo>
                  <a:pt x="478" y="17"/>
                </a:lnTo>
                <a:lnTo>
                  <a:pt x="479" y="17"/>
                </a:lnTo>
                <a:lnTo>
                  <a:pt x="480" y="17"/>
                </a:lnTo>
                <a:lnTo>
                  <a:pt x="480" y="18"/>
                </a:lnTo>
                <a:lnTo>
                  <a:pt x="480" y="20"/>
                </a:lnTo>
                <a:lnTo>
                  <a:pt x="481" y="20"/>
                </a:lnTo>
                <a:lnTo>
                  <a:pt x="482" y="22"/>
                </a:lnTo>
                <a:lnTo>
                  <a:pt x="483" y="22"/>
                </a:lnTo>
                <a:lnTo>
                  <a:pt x="484" y="22"/>
                </a:lnTo>
                <a:lnTo>
                  <a:pt x="484" y="21"/>
                </a:lnTo>
                <a:lnTo>
                  <a:pt x="485" y="21"/>
                </a:lnTo>
                <a:lnTo>
                  <a:pt x="485" y="20"/>
                </a:lnTo>
                <a:lnTo>
                  <a:pt x="486" y="20"/>
                </a:lnTo>
                <a:lnTo>
                  <a:pt x="486" y="21"/>
                </a:lnTo>
                <a:lnTo>
                  <a:pt x="487" y="21"/>
                </a:lnTo>
                <a:lnTo>
                  <a:pt x="487" y="20"/>
                </a:lnTo>
                <a:lnTo>
                  <a:pt x="489" y="19"/>
                </a:lnTo>
                <a:lnTo>
                  <a:pt x="491" y="20"/>
                </a:lnTo>
                <a:lnTo>
                  <a:pt x="492" y="20"/>
                </a:lnTo>
                <a:lnTo>
                  <a:pt x="493" y="20"/>
                </a:lnTo>
                <a:lnTo>
                  <a:pt x="493" y="21"/>
                </a:lnTo>
                <a:lnTo>
                  <a:pt x="492" y="21"/>
                </a:lnTo>
                <a:lnTo>
                  <a:pt x="493" y="21"/>
                </a:lnTo>
                <a:lnTo>
                  <a:pt x="493" y="22"/>
                </a:lnTo>
                <a:lnTo>
                  <a:pt x="494" y="22"/>
                </a:lnTo>
                <a:lnTo>
                  <a:pt x="495" y="21"/>
                </a:lnTo>
                <a:lnTo>
                  <a:pt x="495" y="20"/>
                </a:lnTo>
                <a:lnTo>
                  <a:pt x="496" y="20"/>
                </a:lnTo>
                <a:lnTo>
                  <a:pt x="497" y="21"/>
                </a:lnTo>
                <a:lnTo>
                  <a:pt x="498" y="22"/>
                </a:lnTo>
                <a:lnTo>
                  <a:pt x="499" y="22"/>
                </a:lnTo>
                <a:lnTo>
                  <a:pt x="500" y="22"/>
                </a:lnTo>
                <a:lnTo>
                  <a:pt x="502" y="23"/>
                </a:lnTo>
                <a:lnTo>
                  <a:pt x="502" y="24"/>
                </a:lnTo>
                <a:lnTo>
                  <a:pt x="502" y="25"/>
                </a:lnTo>
                <a:lnTo>
                  <a:pt x="502" y="27"/>
                </a:lnTo>
                <a:lnTo>
                  <a:pt x="503" y="27"/>
                </a:lnTo>
                <a:lnTo>
                  <a:pt x="504" y="27"/>
                </a:lnTo>
                <a:lnTo>
                  <a:pt x="506" y="26"/>
                </a:lnTo>
                <a:lnTo>
                  <a:pt x="506" y="25"/>
                </a:lnTo>
                <a:lnTo>
                  <a:pt x="507" y="25"/>
                </a:lnTo>
                <a:lnTo>
                  <a:pt x="508" y="25"/>
                </a:lnTo>
                <a:lnTo>
                  <a:pt x="509" y="25"/>
                </a:lnTo>
                <a:lnTo>
                  <a:pt x="509" y="24"/>
                </a:lnTo>
                <a:lnTo>
                  <a:pt x="510" y="24"/>
                </a:lnTo>
                <a:lnTo>
                  <a:pt x="511" y="24"/>
                </a:lnTo>
                <a:lnTo>
                  <a:pt x="511" y="25"/>
                </a:lnTo>
                <a:lnTo>
                  <a:pt x="512" y="25"/>
                </a:lnTo>
                <a:lnTo>
                  <a:pt x="513" y="24"/>
                </a:lnTo>
                <a:lnTo>
                  <a:pt x="513" y="23"/>
                </a:lnTo>
                <a:lnTo>
                  <a:pt x="514" y="23"/>
                </a:lnTo>
                <a:lnTo>
                  <a:pt x="515" y="23"/>
                </a:lnTo>
                <a:lnTo>
                  <a:pt x="516" y="23"/>
                </a:lnTo>
                <a:lnTo>
                  <a:pt x="516" y="22"/>
                </a:lnTo>
                <a:lnTo>
                  <a:pt x="516" y="21"/>
                </a:lnTo>
                <a:lnTo>
                  <a:pt x="516" y="20"/>
                </a:lnTo>
                <a:lnTo>
                  <a:pt x="517" y="20"/>
                </a:lnTo>
                <a:lnTo>
                  <a:pt x="518" y="20"/>
                </a:lnTo>
                <a:lnTo>
                  <a:pt x="519" y="20"/>
                </a:lnTo>
                <a:lnTo>
                  <a:pt x="520" y="20"/>
                </a:lnTo>
                <a:lnTo>
                  <a:pt x="519" y="19"/>
                </a:lnTo>
                <a:lnTo>
                  <a:pt x="521" y="19"/>
                </a:lnTo>
                <a:lnTo>
                  <a:pt x="523" y="19"/>
                </a:lnTo>
                <a:lnTo>
                  <a:pt x="524" y="18"/>
                </a:lnTo>
                <a:lnTo>
                  <a:pt x="525" y="18"/>
                </a:lnTo>
                <a:lnTo>
                  <a:pt x="526" y="20"/>
                </a:lnTo>
                <a:lnTo>
                  <a:pt x="527" y="21"/>
                </a:lnTo>
                <a:lnTo>
                  <a:pt x="526" y="22"/>
                </a:lnTo>
                <a:lnTo>
                  <a:pt x="526" y="23"/>
                </a:lnTo>
                <a:lnTo>
                  <a:pt x="527" y="23"/>
                </a:lnTo>
                <a:lnTo>
                  <a:pt x="528" y="23"/>
                </a:lnTo>
                <a:lnTo>
                  <a:pt x="528" y="22"/>
                </a:lnTo>
                <a:lnTo>
                  <a:pt x="529" y="22"/>
                </a:lnTo>
                <a:lnTo>
                  <a:pt x="530" y="22"/>
                </a:lnTo>
                <a:lnTo>
                  <a:pt x="532" y="23"/>
                </a:lnTo>
                <a:lnTo>
                  <a:pt x="534" y="23"/>
                </a:lnTo>
                <a:lnTo>
                  <a:pt x="535" y="22"/>
                </a:lnTo>
                <a:lnTo>
                  <a:pt x="536" y="20"/>
                </a:lnTo>
                <a:lnTo>
                  <a:pt x="536" y="18"/>
                </a:lnTo>
                <a:lnTo>
                  <a:pt x="537" y="17"/>
                </a:lnTo>
                <a:lnTo>
                  <a:pt x="539" y="16"/>
                </a:lnTo>
                <a:lnTo>
                  <a:pt x="540" y="16"/>
                </a:lnTo>
                <a:lnTo>
                  <a:pt x="541" y="14"/>
                </a:lnTo>
                <a:lnTo>
                  <a:pt x="543" y="9"/>
                </a:lnTo>
                <a:lnTo>
                  <a:pt x="542" y="8"/>
                </a:lnTo>
                <a:lnTo>
                  <a:pt x="542" y="6"/>
                </a:lnTo>
                <a:lnTo>
                  <a:pt x="542" y="5"/>
                </a:lnTo>
                <a:lnTo>
                  <a:pt x="546" y="4"/>
                </a:lnTo>
                <a:lnTo>
                  <a:pt x="548" y="4"/>
                </a:lnTo>
                <a:lnTo>
                  <a:pt x="548" y="5"/>
                </a:lnTo>
                <a:lnTo>
                  <a:pt x="549" y="5"/>
                </a:lnTo>
                <a:lnTo>
                  <a:pt x="550" y="4"/>
                </a:lnTo>
                <a:lnTo>
                  <a:pt x="551" y="4"/>
                </a:lnTo>
                <a:lnTo>
                  <a:pt x="551" y="3"/>
                </a:lnTo>
                <a:lnTo>
                  <a:pt x="552" y="3"/>
                </a:lnTo>
                <a:lnTo>
                  <a:pt x="552" y="2"/>
                </a:lnTo>
                <a:lnTo>
                  <a:pt x="555" y="2"/>
                </a:lnTo>
                <a:lnTo>
                  <a:pt x="555" y="3"/>
                </a:lnTo>
                <a:lnTo>
                  <a:pt x="556" y="3"/>
                </a:lnTo>
                <a:lnTo>
                  <a:pt x="557" y="3"/>
                </a:lnTo>
                <a:lnTo>
                  <a:pt x="558" y="3"/>
                </a:lnTo>
                <a:lnTo>
                  <a:pt x="559" y="4"/>
                </a:lnTo>
                <a:lnTo>
                  <a:pt x="558" y="4"/>
                </a:lnTo>
                <a:lnTo>
                  <a:pt x="558" y="5"/>
                </a:lnTo>
                <a:lnTo>
                  <a:pt x="556" y="6"/>
                </a:lnTo>
                <a:lnTo>
                  <a:pt x="556" y="7"/>
                </a:lnTo>
                <a:lnTo>
                  <a:pt x="556" y="8"/>
                </a:lnTo>
                <a:lnTo>
                  <a:pt x="556" y="9"/>
                </a:lnTo>
                <a:lnTo>
                  <a:pt x="557" y="9"/>
                </a:lnTo>
                <a:lnTo>
                  <a:pt x="558" y="10"/>
                </a:lnTo>
                <a:lnTo>
                  <a:pt x="559" y="10"/>
                </a:lnTo>
                <a:lnTo>
                  <a:pt x="559" y="9"/>
                </a:lnTo>
                <a:lnTo>
                  <a:pt x="560" y="10"/>
                </a:lnTo>
                <a:lnTo>
                  <a:pt x="560" y="11"/>
                </a:lnTo>
                <a:lnTo>
                  <a:pt x="560" y="12"/>
                </a:lnTo>
                <a:lnTo>
                  <a:pt x="561" y="12"/>
                </a:lnTo>
                <a:lnTo>
                  <a:pt x="562" y="11"/>
                </a:lnTo>
                <a:lnTo>
                  <a:pt x="563" y="10"/>
                </a:lnTo>
                <a:lnTo>
                  <a:pt x="564" y="10"/>
                </a:lnTo>
                <a:lnTo>
                  <a:pt x="564" y="11"/>
                </a:lnTo>
                <a:lnTo>
                  <a:pt x="563" y="12"/>
                </a:lnTo>
                <a:lnTo>
                  <a:pt x="562" y="13"/>
                </a:lnTo>
                <a:lnTo>
                  <a:pt x="563" y="13"/>
                </a:lnTo>
                <a:lnTo>
                  <a:pt x="564" y="14"/>
                </a:lnTo>
                <a:lnTo>
                  <a:pt x="563" y="15"/>
                </a:lnTo>
                <a:lnTo>
                  <a:pt x="564" y="15"/>
                </a:lnTo>
                <a:lnTo>
                  <a:pt x="565" y="16"/>
                </a:lnTo>
                <a:lnTo>
                  <a:pt x="564" y="16"/>
                </a:lnTo>
                <a:lnTo>
                  <a:pt x="564" y="17"/>
                </a:lnTo>
                <a:lnTo>
                  <a:pt x="564" y="19"/>
                </a:lnTo>
                <a:lnTo>
                  <a:pt x="563" y="19"/>
                </a:lnTo>
                <a:lnTo>
                  <a:pt x="563" y="20"/>
                </a:lnTo>
                <a:lnTo>
                  <a:pt x="564" y="21"/>
                </a:lnTo>
                <a:lnTo>
                  <a:pt x="565" y="21"/>
                </a:lnTo>
                <a:lnTo>
                  <a:pt x="566" y="21"/>
                </a:lnTo>
                <a:lnTo>
                  <a:pt x="566" y="22"/>
                </a:lnTo>
                <a:lnTo>
                  <a:pt x="567" y="22"/>
                </a:lnTo>
                <a:lnTo>
                  <a:pt x="566" y="23"/>
                </a:lnTo>
                <a:lnTo>
                  <a:pt x="565" y="23"/>
                </a:lnTo>
                <a:lnTo>
                  <a:pt x="564" y="23"/>
                </a:lnTo>
                <a:lnTo>
                  <a:pt x="563" y="24"/>
                </a:lnTo>
                <a:lnTo>
                  <a:pt x="563" y="25"/>
                </a:lnTo>
                <a:lnTo>
                  <a:pt x="563" y="26"/>
                </a:lnTo>
                <a:lnTo>
                  <a:pt x="563" y="27"/>
                </a:lnTo>
                <a:lnTo>
                  <a:pt x="562" y="27"/>
                </a:lnTo>
                <a:lnTo>
                  <a:pt x="562" y="28"/>
                </a:lnTo>
                <a:lnTo>
                  <a:pt x="563" y="29"/>
                </a:lnTo>
                <a:lnTo>
                  <a:pt x="564" y="29"/>
                </a:lnTo>
                <a:lnTo>
                  <a:pt x="564" y="30"/>
                </a:lnTo>
                <a:lnTo>
                  <a:pt x="564" y="31"/>
                </a:lnTo>
                <a:lnTo>
                  <a:pt x="566" y="31"/>
                </a:lnTo>
                <a:lnTo>
                  <a:pt x="566" y="30"/>
                </a:lnTo>
                <a:lnTo>
                  <a:pt x="566" y="29"/>
                </a:lnTo>
                <a:lnTo>
                  <a:pt x="567" y="28"/>
                </a:lnTo>
                <a:lnTo>
                  <a:pt x="567" y="27"/>
                </a:lnTo>
                <a:lnTo>
                  <a:pt x="568" y="27"/>
                </a:lnTo>
                <a:lnTo>
                  <a:pt x="569" y="27"/>
                </a:lnTo>
                <a:lnTo>
                  <a:pt x="569" y="28"/>
                </a:lnTo>
                <a:lnTo>
                  <a:pt x="569" y="27"/>
                </a:lnTo>
                <a:lnTo>
                  <a:pt x="570" y="27"/>
                </a:lnTo>
                <a:lnTo>
                  <a:pt x="571" y="27"/>
                </a:lnTo>
                <a:lnTo>
                  <a:pt x="572" y="26"/>
                </a:lnTo>
                <a:lnTo>
                  <a:pt x="573" y="25"/>
                </a:lnTo>
                <a:lnTo>
                  <a:pt x="573" y="24"/>
                </a:lnTo>
                <a:lnTo>
                  <a:pt x="574" y="24"/>
                </a:lnTo>
                <a:lnTo>
                  <a:pt x="575" y="23"/>
                </a:lnTo>
                <a:lnTo>
                  <a:pt x="576" y="23"/>
                </a:lnTo>
                <a:lnTo>
                  <a:pt x="577" y="23"/>
                </a:lnTo>
                <a:lnTo>
                  <a:pt x="577" y="22"/>
                </a:lnTo>
                <a:lnTo>
                  <a:pt x="578" y="21"/>
                </a:lnTo>
                <a:lnTo>
                  <a:pt x="579" y="21"/>
                </a:lnTo>
                <a:lnTo>
                  <a:pt x="580" y="21"/>
                </a:lnTo>
                <a:lnTo>
                  <a:pt x="581" y="20"/>
                </a:lnTo>
                <a:lnTo>
                  <a:pt x="582" y="20"/>
                </a:lnTo>
                <a:lnTo>
                  <a:pt x="582" y="21"/>
                </a:lnTo>
                <a:lnTo>
                  <a:pt x="583" y="21"/>
                </a:lnTo>
                <a:lnTo>
                  <a:pt x="584" y="21"/>
                </a:lnTo>
                <a:lnTo>
                  <a:pt x="584" y="20"/>
                </a:lnTo>
                <a:lnTo>
                  <a:pt x="585" y="20"/>
                </a:lnTo>
                <a:lnTo>
                  <a:pt x="585" y="19"/>
                </a:lnTo>
                <a:lnTo>
                  <a:pt x="586" y="19"/>
                </a:lnTo>
                <a:lnTo>
                  <a:pt x="587" y="20"/>
                </a:lnTo>
                <a:lnTo>
                  <a:pt x="587" y="21"/>
                </a:lnTo>
                <a:lnTo>
                  <a:pt x="587" y="22"/>
                </a:lnTo>
                <a:lnTo>
                  <a:pt x="588" y="22"/>
                </a:lnTo>
                <a:lnTo>
                  <a:pt x="589" y="22"/>
                </a:lnTo>
                <a:lnTo>
                  <a:pt x="590" y="22"/>
                </a:lnTo>
                <a:lnTo>
                  <a:pt x="591" y="22"/>
                </a:lnTo>
                <a:lnTo>
                  <a:pt x="592" y="21"/>
                </a:lnTo>
                <a:lnTo>
                  <a:pt x="592" y="22"/>
                </a:lnTo>
                <a:lnTo>
                  <a:pt x="593" y="22"/>
                </a:lnTo>
                <a:lnTo>
                  <a:pt x="594" y="22"/>
                </a:lnTo>
                <a:lnTo>
                  <a:pt x="595" y="23"/>
                </a:lnTo>
                <a:lnTo>
                  <a:pt x="596" y="23"/>
                </a:lnTo>
                <a:lnTo>
                  <a:pt x="596" y="21"/>
                </a:lnTo>
                <a:lnTo>
                  <a:pt x="598" y="21"/>
                </a:lnTo>
                <a:lnTo>
                  <a:pt x="599" y="21"/>
                </a:lnTo>
                <a:lnTo>
                  <a:pt x="599" y="22"/>
                </a:lnTo>
                <a:lnTo>
                  <a:pt x="599" y="23"/>
                </a:lnTo>
                <a:lnTo>
                  <a:pt x="600" y="22"/>
                </a:lnTo>
                <a:lnTo>
                  <a:pt x="601" y="22"/>
                </a:lnTo>
                <a:lnTo>
                  <a:pt x="600" y="22"/>
                </a:lnTo>
                <a:lnTo>
                  <a:pt x="600" y="21"/>
                </a:lnTo>
                <a:lnTo>
                  <a:pt x="599" y="21"/>
                </a:lnTo>
                <a:lnTo>
                  <a:pt x="600" y="21"/>
                </a:lnTo>
                <a:lnTo>
                  <a:pt x="600" y="20"/>
                </a:lnTo>
                <a:lnTo>
                  <a:pt x="601" y="20"/>
                </a:lnTo>
                <a:lnTo>
                  <a:pt x="602" y="20"/>
                </a:lnTo>
                <a:lnTo>
                  <a:pt x="602" y="19"/>
                </a:lnTo>
                <a:lnTo>
                  <a:pt x="601" y="19"/>
                </a:lnTo>
                <a:lnTo>
                  <a:pt x="601" y="18"/>
                </a:lnTo>
                <a:lnTo>
                  <a:pt x="600" y="18"/>
                </a:lnTo>
                <a:lnTo>
                  <a:pt x="600" y="16"/>
                </a:lnTo>
                <a:lnTo>
                  <a:pt x="601" y="16"/>
                </a:lnTo>
                <a:lnTo>
                  <a:pt x="601" y="15"/>
                </a:lnTo>
                <a:lnTo>
                  <a:pt x="602" y="15"/>
                </a:lnTo>
                <a:lnTo>
                  <a:pt x="603" y="15"/>
                </a:lnTo>
                <a:lnTo>
                  <a:pt x="604" y="15"/>
                </a:lnTo>
                <a:lnTo>
                  <a:pt x="605" y="15"/>
                </a:lnTo>
                <a:lnTo>
                  <a:pt x="606" y="16"/>
                </a:lnTo>
                <a:lnTo>
                  <a:pt x="607" y="16"/>
                </a:lnTo>
                <a:lnTo>
                  <a:pt x="608" y="16"/>
                </a:lnTo>
                <a:lnTo>
                  <a:pt x="609" y="16"/>
                </a:lnTo>
                <a:lnTo>
                  <a:pt x="610" y="16"/>
                </a:lnTo>
                <a:lnTo>
                  <a:pt x="610" y="17"/>
                </a:lnTo>
                <a:lnTo>
                  <a:pt x="611" y="17"/>
                </a:lnTo>
                <a:lnTo>
                  <a:pt x="612" y="16"/>
                </a:lnTo>
                <a:lnTo>
                  <a:pt x="613" y="16"/>
                </a:lnTo>
                <a:lnTo>
                  <a:pt x="613" y="15"/>
                </a:lnTo>
                <a:lnTo>
                  <a:pt x="614" y="15"/>
                </a:lnTo>
                <a:lnTo>
                  <a:pt x="614" y="14"/>
                </a:lnTo>
                <a:lnTo>
                  <a:pt x="615" y="14"/>
                </a:lnTo>
                <a:lnTo>
                  <a:pt x="616" y="14"/>
                </a:lnTo>
                <a:lnTo>
                  <a:pt x="617" y="14"/>
                </a:lnTo>
                <a:lnTo>
                  <a:pt x="617" y="13"/>
                </a:lnTo>
                <a:lnTo>
                  <a:pt x="617" y="10"/>
                </a:lnTo>
                <a:lnTo>
                  <a:pt x="618" y="10"/>
                </a:lnTo>
                <a:lnTo>
                  <a:pt x="618" y="9"/>
                </a:lnTo>
                <a:lnTo>
                  <a:pt x="618" y="8"/>
                </a:lnTo>
                <a:lnTo>
                  <a:pt x="618" y="7"/>
                </a:lnTo>
                <a:lnTo>
                  <a:pt x="619" y="6"/>
                </a:lnTo>
                <a:lnTo>
                  <a:pt x="620" y="6"/>
                </a:lnTo>
                <a:lnTo>
                  <a:pt x="621" y="6"/>
                </a:lnTo>
                <a:lnTo>
                  <a:pt x="621" y="7"/>
                </a:lnTo>
                <a:lnTo>
                  <a:pt x="622" y="7"/>
                </a:lnTo>
                <a:lnTo>
                  <a:pt x="623" y="7"/>
                </a:lnTo>
                <a:lnTo>
                  <a:pt x="623" y="8"/>
                </a:lnTo>
                <a:lnTo>
                  <a:pt x="624" y="8"/>
                </a:lnTo>
                <a:lnTo>
                  <a:pt x="624" y="7"/>
                </a:lnTo>
                <a:lnTo>
                  <a:pt x="625" y="7"/>
                </a:lnTo>
                <a:lnTo>
                  <a:pt x="626" y="7"/>
                </a:lnTo>
                <a:lnTo>
                  <a:pt x="626" y="6"/>
                </a:lnTo>
                <a:lnTo>
                  <a:pt x="627" y="6"/>
                </a:lnTo>
                <a:lnTo>
                  <a:pt x="628" y="5"/>
                </a:lnTo>
                <a:lnTo>
                  <a:pt x="627" y="4"/>
                </a:lnTo>
                <a:lnTo>
                  <a:pt x="627" y="3"/>
                </a:lnTo>
                <a:lnTo>
                  <a:pt x="628" y="3"/>
                </a:lnTo>
                <a:lnTo>
                  <a:pt x="629" y="2"/>
                </a:lnTo>
                <a:lnTo>
                  <a:pt x="630" y="1"/>
                </a:lnTo>
                <a:lnTo>
                  <a:pt x="630" y="0"/>
                </a:lnTo>
                <a:lnTo>
                  <a:pt x="631" y="0"/>
                </a:lnTo>
                <a:lnTo>
                  <a:pt x="632" y="0"/>
                </a:lnTo>
                <a:lnTo>
                  <a:pt x="632" y="1"/>
                </a:lnTo>
                <a:lnTo>
                  <a:pt x="632" y="0"/>
                </a:lnTo>
                <a:lnTo>
                  <a:pt x="633" y="0"/>
                </a:lnTo>
                <a:lnTo>
                  <a:pt x="633" y="1"/>
                </a:lnTo>
                <a:lnTo>
                  <a:pt x="634" y="1"/>
                </a:lnTo>
                <a:lnTo>
                  <a:pt x="634" y="2"/>
                </a:lnTo>
                <a:lnTo>
                  <a:pt x="635" y="2"/>
                </a:lnTo>
                <a:lnTo>
                  <a:pt x="636" y="2"/>
                </a:lnTo>
                <a:lnTo>
                  <a:pt x="637" y="2"/>
                </a:lnTo>
                <a:lnTo>
                  <a:pt x="636" y="3"/>
                </a:lnTo>
                <a:lnTo>
                  <a:pt x="636" y="4"/>
                </a:lnTo>
                <a:lnTo>
                  <a:pt x="637" y="5"/>
                </a:lnTo>
                <a:lnTo>
                  <a:pt x="637" y="4"/>
                </a:lnTo>
                <a:lnTo>
                  <a:pt x="637" y="3"/>
                </a:lnTo>
                <a:lnTo>
                  <a:pt x="637" y="2"/>
                </a:lnTo>
                <a:lnTo>
                  <a:pt x="638" y="2"/>
                </a:lnTo>
                <a:lnTo>
                  <a:pt x="638" y="3"/>
                </a:lnTo>
                <a:lnTo>
                  <a:pt x="639" y="3"/>
                </a:lnTo>
                <a:lnTo>
                  <a:pt x="639" y="4"/>
                </a:lnTo>
                <a:lnTo>
                  <a:pt x="640" y="4"/>
                </a:lnTo>
                <a:lnTo>
                  <a:pt x="640" y="5"/>
                </a:lnTo>
                <a:lnTo>
                  <a:pt x="640" y="6"/>
                </a:lnTo>
                <a:lnTo>
                  <a:pt x="640" y="7"/>
                </a:lnTo>
                <a:lnTo>
                  <a:pt x="640" y="6"/>
                </a:lnTo>
                <a:lnTo>
                  <a:pt x="640" y="7"/>
                </a:lnTo>
                <a:lnTo>
                  <a:pt x="640" y="8"/>
                </a:lnTo>
                <a:lnTo>
                  <a:pt x="642" y="8"/>
                </a:lnTo>
                <a:lnTo>
                  <a:pt x="642" y="9"/>
                </a:lnTo>
                <a:lnTo>
                  <a:pt x="643" y="10"/>
                </a:lnTo>
                <a:lnTo>
                  <a:pt x="644" y="11"/>
                </a:lnTo>
                <a:lnTo>
                  <a:pt x="644" y="12"/>
                </a:lnTo>
                <a:lnTo>
                  <a:pt x="645" y="12"/>
                </a:lnTo>
                <a:lnTo>
                  <a:pt x="646" y="13"/>
                </a:lnTo>
                <a:lnTo>
                  <a:pt x="649" y="12"/>
                </a:lnTo>
                <a:lnTo>
                  <a:pt x="650" y="12"/>
                </a:lnTo>
                <a:lnTo>
                  <a:pt x="650" y="13"/>
                </a:lnTo>
                <a:lnTo>
                  <a:pt x="651" y="13"/>
                </a:lnTo>
                <a:lnTo>
                  <a:pt x="651" y="14"/>
                </a:lnTo>
                <a:lnTo>
                  <a:pt x="652" y="14"/>
                </a:lnTo>
                <a:lnTo>
                  <a:pt x="653" y="13"/>
                </a:lnTo>
                <a:lnTo>
                  <a:pt x="653" y="12"/>
                </a:lnTo>
                <a:lnTo>
                  <a:pt x="654" y="12"/>
                </a:lnTo>
                <a:lnTo>
                  <a:pt x="655" y="13"/>
                </a:lnTo>
                <a:lnTo>
                  <a:pt x="656" y="13"/>
                </a:lnTo>
                <a:lnTo>
                  <a:pt x="656" y="14"/>
                </a:lnTo>
                <a:lnTo>
                  <a:pt x="656" y="15"/>
                </a:lnTo>
                <a:lnTo>
                  <a:pt x="657" y="15"/>
                </a:lnTo>
                <a:lnTo>
                  <a:pt x="657" y="14"/>
                </a:lnTo>
                <a:lnTo>
                  <a:pt x="658" y="15"/>
                </a:lnTo>
                <a:lnTo>
                  <a:pt x="658" y="16"/>
                </a:lnTo>
                <a:lnTo>
                  <a:pt x="658" y="17"/>
                </a:lnTo>
                <a:lnTo>
                  <a:pt x="658" y="18"/>
                </a:lnTo>
                <a:lnTo>
                  <a:pt x="659" y="17"/>
                </a:lnTo>
                <a:lnTo>
                  <a:pt x="660" y="18"/>
                </a:lnTo>
                <a:lnTo>
                  <a:pt x="661" y="19"/>
                </a:lnTo>
                <a:lnTo>
                  <a:pt x="662" y="21"/>
                </a:lnTo>
                <a:lnTo>
                  <a:pt x="661" y="21"/>
                </a:lnTo>
                <a:lnTo>
                  <a:pt x="661" y="22"/>
                </a:lnTo>
                <a:lnTo>
                  <a:pt x="661" y="23"/>
                </a:lnTo>
                <a:lnTo>
                  <a:pt x="662" y="23"/>
                </a:lnTo>
                <a:lnTo>
                  <a:pt x="662" y="24"/>
                </a:lnTo>
                <a:lnTo>
                  <a:pt x="661" y="24"/>
                </a:lnTo>
                <a:lnTo>
                  <a:pt x="661" y="25"/>
                </a:lnTo>
                <a:lnTo>
                  <a:pt x="662" y="25"/>
                </a:lnTo>
                <a:lnTo>
                  <a:pt x="662" y="26"/>
                </a:lnTo>
                <a:lnTo>
                  <a:pt x="661" y="26"/>
                </a:lnTo>
                <a:lnTo>
                  <a:pt x="660" y="26"/>
                </a:lnTo>
                <a:lnTo>
                  <a:pt x="659" y="25"/>
                </a:lnTo>
                <a:lnTo>
                  <a:pt x="658" y="26"/>
                </a:lnTo>
                <a:lnTo>
                  <a:pt x="657" y="27"/>
                </a:lnTo>
                <a:lnTo>
                  <a:pt x="656" y="27"/>
                </a:lnTo>
                <a:lnTo>
                  <a:pt x="656" y="28"/>
                </a:lnTo>
                <a:lnTo>
                  <a:pt x="655" y="29"/>
                </a:lnTo>
                <a:lnTo>
                  <a:pt x="656" y="30"/>
                </a:lnTo>
                <a:lnTo>
                  <a:pt x="656" y="31"/>
                </a:lnTo>
                <a:lnTo>
                  <a:pt x="655" y="31"/>
                </a:lnTo>
                <a:lnTo>
                  <a:pt x="654" y="31"/>
                </a:lnTo>
                <a:lnTo>
                  <a:pt x="653" y="31"/>
                </a:lnTo>
                <a:lnTo>
                  <a:pt x="653" y="32"/>
                </a:lnTo>
                <a:lnTo>
                  <a:pt x="654" y="32"/>
                </a:lnTo>
                <a:lnTo>
                  <a:pt x="654" y="33"/>
                </a:lnTo>
                <a:lnTo>
                  <a:pt x="655" y="33"/>
                </a:lnTo>
                <a:lnTo>
                  <a:pt x="655" y="34"/>
                </a:lnTo>
                <a:lnTo>
                  <a:pt x="654" y="34"/>
                </a:lnTo>
                <a:lnTo>
                  <a:pt x="654" y="35"/>
                </a:lnTo>
                <a:lnTo>
                  <a:pt x="656" y="36"/>
                </a:lnTo>
                <a:lnTo>
                  <a:pt x="656" y="35"/>
                </a:lnTo>
                <a:lnTo>
                  <a:pt x="657" y="36"/>
                </a:lnTo>
                <a:lnTo>
                  <a:pt x="658" y="36"/>
                </a:lnTo>
                <a:lnTo>
                  <a:pt x="659" y="36"/>
                </a:lnTo>
                <a:lnTo>
                  <a:pt x="660" y="36"/>
                </a:lnTo>
                <a:lnTo>
                  <a:pt x="660" y="37"/>
                </a:lnTo>
                <a:lnTo>
                  <a:pt x="661" y="37"/>
                </a:lnTo>
                <a:lnTo>
                  <a:pt x="662" y="37"/>
                </a:lnTo>
                <a:lnTo>
                  <a:pt x="662" y="38"/>
                </a:lnTo>
                <a:lnTo>
                  <a:pt x="661" y="38"/>
                </a:lnTo>
                <a:lnTo>
                  <a:pt x="661" y="39"/>
                </a:lnTo>
                <a:lnTo>
                  <a:pt x="662" y="39"/>
                </a:lnTo>
                <a:lnTo>
                  <a:pt x="662" y="40"/>
                </a:lnTo>
                <a:lnTo>
                  <a:pt x="662" y="41"/>
                </a:lnTo>
                <a:lnTo>
                  <a:pt x="662" y="42"/>
                </a:lnTo>
                <a:lnTo>
                  <a:pt x="661" y="43"/>
                </a:lnTo>
                <a:lnTo>
                  <a:pt x="660" y="43"/>
                </a:lnTo>
                <a:lnTo>
                  <a:pt x="659" y="44"/>
                </a:lnTo>
                <a:lnTo>
                  <a:pt x="658" y="44"/>
                </a:lnTo>
                <a:lnTo>
                  <a:pt x="658" y="45"/>
                </a:lnTo>
                <a:lnTo>
                  <a:pt x="657" y="45"/>
                </a:lnTo>
                <a:lnTo>
                  <a:pt x="656" y="45"/>
                </a:lnTo>
                <a:lnTo>
                  <a:pt x="655" y="45"/>
                </a:lnTo>
                <a:lnTo>
                  <a:pt x="654" y="45"/>
                </a:lnTo>
                <a:lnTo>
                  <a:pt x="654" y="46"/>
                </a:lnTo>
                <a:lnTo>
                  <a:pt x="654" y="45"/>
                </a:lnTo>
                <a:lnTo>
                  <a:pt x="654" y="46"/>
                </a:lnTo>
                <a:lnTo>
                  <a:pt x="653" y="45"/>
                </a:lnTo>
                <a:lnTo>
                  <a:pt x="653" y="46"/>
                </a:lnTo>
                <a:lnTo>
                  <a:pt x="653" y="47"/>
                </a:lnTo>
                <a:lnTo>
                  <a:pt x="653" y="48"/>
                </a:lnTo>
                <a:lnTo>
                  <a:pt x="652" y="48"/>
                </a:lnTo>
                <a:lnTo>
                  <a:pt x="652" y="49"/>
                </a:lnTo>
                <a:lnTo>
                  <a:pt x="651" y="50"/>
                </a:lnTo>
                <a:lnTo>
                  <a:pt x="651" y="49"/>
                </a:lnTo>
                <a:lnTo>
                  <a:pt x="650" y="50"/>
                </a:lnTo>
                <a:lnTo>
                  <a:pt x="650" y="51"/>
                </a:lnTo>
                <a:lnTo>
                  <a:pt x="649" y="50"/>
                </a:lnTo>
                <a:lnTo>
                  <a:pt x="647" y="50"/>
                </a:lnTo>
                <a:lnTo>
                  <a:pt x="646" y="50"/>
                </a:lnTo>
                <a:lnTo>
                  <a:pt x="645" y="49"/>
                </a:lnTo>
                <a:lnTo>
                  <a:pt x="644" y="50"/>
                </a:lnTo>
                <a:lnTo>
                  <a:pt x="643" y="50"/>
                </a:lnTo>
                <a:lnTo>
                  <a:pt x="641" y="50"/>
                </a:lnTo>
                <a:lnTo>
                  <a:pt x="640" y="50"/>
                </a:lnTo>
                <a:lnTo>
                  <a:pt x="639" y="50"/>
                </a:lnTo>
                <a:lnTo>
                  <a:pt x="638" y="52"/>
                </a:lnTo>
                <a:lnTo>
                  <a:pt x="638" y="53"/>
                </a:lnTo>
                <a:lnTo>
                  <a:pt x="637" y="54"/>
                </a:lnTo>
                <a:lnTo>
                  <a:pt x="637" y="55"/>
                </a:lnTo>
                <a:lnTo>
                  <a:pt x="637" y="56"/>
                </a:lnTo>
                <a:lnTo>
                  <a:pt x="637" y="57"/>
                </a:lnTo>
                <a:lnTo>
                  <a:pt x="637" y="58"/>
                </a:lnTo>
                <a:lnTo>
                  <a:pt x="637" y="59"/>
                </a:lnTo>
                <a:lnTo>
                  <a:pt x="636" y="59"/>
                </a:lnTo>
                <a:lnTo>
                  <a:pt x="635" y="60"/>
                </a:lnTo>
                <a:lnTo>
                  <a:pt x="634" y="59"/>
                </a:lnTo>
                <a:lnTo>
                  <a:pt x="633" y="59"/>
                </a:lnTo>
                <a:lnTo>
                  <a:pt x="633" y="60"/>
                </a:lnTo>
                <a:lnTo>
                  <a:pt x="633" y="61"/>
                </a:lnTo>
                <a:lnTo>
                  <a:pt x="633" y="62"/>
                </a:lnTo>
                <a:lnTo>
                  <a:pt x="634" y="62"/>
                </a:lnTo>
                <a:lnTo>
                  <a:pt x="633" y="63"/>
                </a:lnTo>
                <a:lnTo>
                  <a:pt x="631" y="63"/>
                </a:lnTo>
                <a:lnTo>
                  <a:pt x="630" y="63"/>
                </a:lnTo>
                <a:lnTo>
                  <a:pt x="629" y="62"/>
                </a:lnTo>
                <a:lnTo>
                  <a:pt x="628" y="63"/>
                </a:lnTo>
                <a:lnTo>
                  <a:pt x="627" y="63"/>
                </a:lnTo>
                <a:lnTo>
                  <a:pt x="627" y="64"/>
                </a:lnTo>
                <a:lnTo>
                  <a:pt x="626" y="64"/>
                </a:lnTo>
                <a:lnTo>
                  <a:pt x="626" y="66"/>
                </a:lnTo>
                <a:lnTo>
                  <a:pt x="627" y="66"/>
                </a:lnTo>
                <a:lnTo>
                  <a:pt x="626" y="67"/>
                </a:lnTo>
                <a:lnTo>
                  <a:pt x="625" y="68"/>
                </a:lnTo>
                <a:lnTo>
                  <a:pt x="624" y="68"/>
                </a:lnTo>
                <a:lnTo>
                  <a:pt x="623" y="68"/>
                </a:lnTo>
                <a:lnTo>
                  <a:pt x="622" y="68"/>
                </a:lnTo>
                <a:lnTo>
                  <a:pt x="621" y="68"/>
                </a:lnTo>
                <a:lnTo>
                  <a:pt x="621" y="69"/>
                </a:lnTo>
                <a:lnTo>
                  <a:pt x="622" y="70"/>
                </a:lnTo>
                <a:lnTo>
                  <a:pt x="622" y="71"/>
                </a:lnTo>
                <a:lnTo>
                  <a:pt x="621" y="71"/>
                </a:lnTo>
                <a:lnTo>
                  <a:pt x="620" y="71"/>
                </a:lnTo>
                <a:lnTo>
                  <a:pt x="619" y="71"/>
                </a:lnTo>
                <a:lnTo>
                  <a:pt x="619" y="72"/>
                </a:lnTo>
                <a:lnTo>
                  <a:pt x="618" y="72"/>
                </a:lnTo>
                <a:lnTo>
                  <a:pt x="618" y="73"/>
                </a:lnTo>
                <a:lnTo>
                  <a:pt x="619" y="73"/>
                </a:lnTo>
                <a:lnTo>
                  <a:pt x="618" y="74"/>
                </a:lnTo>
                <a:lnTo>
                  <a:pt x="619" y="74"/>
                </a:lnTo>
                <a:lnTo>
                  <a:pt x="619" y="75"/>
                </a:lnTo>
                <a:lnTo>
                  <a:pt x="619" y="77"/>
                </a:lnTo>
                <a:lnTo>
                  <a:pt x="618" y="77"/>
                </a:lnTo>
                <a:lnTo>
                  <a:pt x="618" y="78"/>
                </a:lnTo>
                <a:lnTo>
                  <a:pt x="619" y="78"/>
                </a:lnTo>
                <a:lnTo>
                  <a:pt x="620" y="79"/>
                </a:lnTo>
                <a:lnTo>
                  <a:pt x="620" y="80"/>
                </a:lnTo>
                <a:lnTo>
                  <a:pt x="620" y="83"/>
                </a:lnTo>
                <a:lnTo>
                  <a:pt x="620" y="84"/>
                </a:lnTo>
                <a:lnTo>
                  <a:pt x="619" y="84"/>
                </a:lnTo>
                <a:lnTo>
                  <a:pt x="619" y="85"/>
                </a:lnTo>
                <a:lnTo>
                  <a:pt x="618" y="85"/>
                </a:lnTo>
                <a:lnTo>
                  <a:pt x="617" y="85"/>
                </a:lnTo>
                <a:lnTo>
                  <a:pt x="617" y="86"/>
                </a:lnTo>
                <a:lnTo>
                  <a:pt x="617" y="87"/>
                </a:lnTo>
                <a:lnTo>
                  <a:pt x="616" y="87"/>
                </a:lnTo>
                <a:lnTo>
                  <a:pt x="616" y="88"/>
                </a:lnTo>
                <a:lnTo>
                  <a:pt x="615" y="88"/>
                </a:lnTo>
                <a:lnTo>
                  <a:pt x="616" y="89"/>
                </a:lnTo>
                <a:lnTo>
                  <a:pt x="615" y="89"/>
                </a:lnTo>
                <a:lnTo>
                  <a:pt x="615" y="90"/>
                </a:lnTo>
                <a:lnTo>
                  <a:pt x="615" y="91"/>
                </a:lnTo>
                <a:lnTo>
                  <a:pt x="615" y="92"/>
                </a:lnTo>
                <a:lnTo>
                  <a:pt x="614" y="92"/>
                </a:lnTo>
                <a:lnTo>
                  <a:pt x="614" y="93"/>
                </a:lnTo>
                <a:lnTo>
                  <a:pt x="613" y="93"/>
                </a:lnTo>
                <a:lnTo>
                  <a:pt x="613" y="94"/>
                </a:lnTo>
                <a:lnTo>
                  <a:pt x="614" y="95"/>
                </a:lnTo>
                <a:lnTo>
                  <a:pt x="613" y="96"/>
                </a:lnTo>
                <a:lnTo>
                  <a:pt x="612" y="97"/>
                </a:lnTo>
                <a:lnTo>
                  <a:pt x="612" y="98"/>
                </a:lnTo>
                <a:lnTo>
                  <a:pt x="613" y="99"/>
                </a:lnTo>
                <a:lnTo>
                  <a:pt x="614" y="100"/>
                </a:lnTo>
                <a:lnTo>
                  <a:pt x="614" y="101"/>
                </a:lnTo>
                <a:lnTo>
                  <a:pt x="613" y="101"/>
                </a:lnTo>
                <a:lnTo>
                  <a:pt x="613" y="102"/>
                </a:lnTo>
                <a:lnTo>
                  <a:pt x="613" y="103"/>
                </a:lnTo>
                <a:lnTo>
                  <a:pt x="612" y="103"/>
                </a:lnTo>
                <a:lnTo>
                  <a:pt x="612" y="104"/>
                </a:lnTo>
                <a:lnTo>
                  <a:pt x="611" y="104"/>
                </a:lnTo>
                <a:lnTo>
                  <a:pt x="610" y="105"/>
                </a:lnTo>
                <a:lnTo>
                  <a:pt x="610" y="106"/>
                </a:lnTo>
                <a:lnTo>
                  <a:pt x="609" y="106"/>
                </a:lnTo>
                <a:lnTo>
                  <a:pt x="608" y="106"/>
                </a:lnTo>
                <a:lnTo>
                  <a:pt x="607" y="106"/>
                </a:lnTo>
                <a:lnTo>
                  <a:pt x="606" y="106"/>
                </a:lnTo>
                <a:lnTo>
                  <a:pt x="606" y="107"/>
                </a:lnTo>
                <a:lnTo>
                  <a:pt x="605" y="109"/>
                </a:lnTo>
                <a:lnTo>
                  <a:pt x="606" y="109"/>
                </a:lnTo>
                <a:lnTo>
                  <a:pt x="606" y="110"/>
                </a:lnTo>
                <a:lnTo>
                  <a:pt x="605" y="111"/>
                </a:lnTo>
                <a:lnTo>
                  <a:pt x="604" y="111"/>
                </a:lnTo>
                <a:lnTo>
                  <a:pt x="603" y="111"/>
                </a:lnTo>
                <a:lnTo>
                  <a:pt x="602" y="111"/>
                </a:lnTo>
                <a:lnTo>
                  <a:pt x="600" y="112"/>
                </a:lnTo>
                <a:lnTo>
                  <a:pt x="599" y="111"/>
                </a:lnTo>
                <a:lnTo>
                  <a:pt x="597" y="113"/>
                </a:lnTo>
                <a:lnTo>
                  <a:pt x="596" y="114"/>
                </a:lnTo>
                <a:lnTo>
                  <a:pt x="595" y="114"/>
                </a:lnTo>
                <a:lnTo>
                  <a:pt x="595" y="113"/>
                </a:lnTo>
                <a:lnTo>
                  <a:pt x="594" y="113"/>
                </a:lnTo>
                <a:lnTo>
                  <a:pt x="593" y="113"/>
                </a:lnTo>
                <a:lnTo>
                  <a:pt x="592" y="114"/>
                </a:lnTo>
                <a:lnTo>
                  <a:pt x="592" y="113"/>
                </a:lnTo>
                <a:lnTo>
                  <a:pt x="591" y="114"/>
                </a:lnTo>
                <a:lnTo>
                  <a:pt x="591" y="115"/>
                </a:lnTo>
                <a:lnTo>
                  <a:pt x="592" y="115"/>
                </a:lnTo>
                <a:lnTo>
                  <a:pt x="592" y="116"/>
                </a:lnTo>
                <a:lnTo>
                  <a:pt x="593" y="117"/>
                </a:lnTo>
                <a:lnTo>
                  <a:pt x="593" y="118"/>
                </a:lnTo>
                <a:lnTo>
                  <a:pt x="594" y="118"/>
                </a:lnTo>
                <a:lnTo>
                  <a:pt x="594" y="119"/>
                </a:lnTo>
                <a:lnTo>
                  <a:pt x="593" y="119"/>
                </a:lnTo>
                <a:lnTo>
                  <a:pt x="593" y="118"/>
                </a:lnTo>
                <a:lnTo>
                  <a:pt x="592" y="118"/>
                </a:lnTo>
                <a:lnTo>
                  <a:pt x="592" y="119"/>
                </a:lnTo>
                <a:lnTo>
                  <a:pt x="592" y="120"/>
                </a:lnTo>
                <a:lnTo>
                  <a:pt x="594" y="120"/>
                </a:lnTo>
                <a:lnTo>
                  <a:pt x="594" y="119"/>
                </a:lnTo>
                <a:lnTo>
                  <a:pt x="595" y="119"/>
                </a:lnTo>
                <a:lnTo>
                  <a:pt x="596" y="119"/>
                </a:lnTo>
                <a:lnTo>
                  <a:pt x="597" y="119"/>
                </a:lnTo>
                <a:lnTo>
                  <a:pt x="597" y="120"/>
                </a:lnTo>
                <a:lnTo>
                  <a:pt x="599" y="120"/>
                </a:lnTo>
                <a:lnTo>
                  <a:pt x="600" y="121"/>
                </a:lnTo>
                <a:lnTo>
                  <a:pt x="602" y="120"/>
                </a:lnTo>
                <a:lnTo>
                  <a:pt x="602" y="119"/>
                </a:lnTo>
                <a:lnTo>
                  <a:pt x="604" y="119"/>
                </a:lnTo>
                <a:lnTo>
                  <a:pt x="604" y="120"/>
                </a:lnTo>
                <a:lnTo>
                  <a:pt x="604" y="121"/>
                </a:lnTo>
                <a:lnTo>
                  <a:pt x="605" y="121"/>
                </a:lnTo>
                <a:lnTo>
                  <a:pt x="606" y="121"/>
                </a:lnTo>
                <a:lnTo>
                  <a:pt x="607" y="121"/>
                </a:lnTo>
                <a:lnTo>
                  <a:pt x="608" y="122"/>
                </a:lnTo>
                <a:lnTo>
                  <a:pt x="607" y="123"/>
                </a:lnTo>
                <a:lnTo>
                  <a:pt x="608" y="123"/>
                </a:lnTo>
                <a:lnTo>
                  <a:pt x="609" y="124"/>
                </a:lnTo>
                <a:lnTo>
                  <a:pt x="609" y="125"/>
                </a:lnTo>
                <a:lnTo>
                  <a:pt x="609" y="126"/>
                </a:lnTo>
                <a:lnTo>
                  <a:pt x="610" y="126"/>
                </a:lnTo>
                <a:lnTo>
                  <a:pt x="610" y="127"/>
                </a:lnTo>
                <a:lnTo>
                  <a:pt x="611" y="127"/>
                </a:lnTo>
                <a:lnTo>
                  <a:pt x="610" y="128"/>
                </a:lnTo>
                <a:lnTo>
                  <a:pt x="610" y="129"/>
                </a:lnTo>
                <a:lnTo>
                  <a:pt x="611" y="129"/>
                </a:lnTo>
                <a:lnTo>
                  <a:pt x="612" y="129"/>
                </a:lnTo>
                <a:lnTo>
                  <a:pt x="613" y="129"/>
                </a:lnTo>
                <a:lnTo>
                  <a:pt x="613" y="128"/>
                </a:lnTo>
                <a:lnTo>
                  <a:pt x="614" y="128"/>
                </a:lnTo>
                <a:lnTo>
                  <a:pt x="614" y="129"/>
                </a:lnTo>
                <a:lnTo>
                  <a:pt x="615" y="128"/>
                </a:lnTo>
                <a:lnTo>
                  <a:pt x="615" y="127"/>
                </a:lnTo>
                <a:lnTo>
                  <a:pt x="616" y="127"/>
                </a:lnTo>
                <a:lnTo>
                  <a:pt x="617" y="128"/>
                </a:lnTo>
                <a:lnTo>
                  <a:pt x="617" y="129"/>
                </a:lnTo>
                <a:lnTo>
                  <a:pt x="617" y="128"/>
                </a:lnTo>
                <a:lnTo>
                  <a:pt x="617" y="127"/>
                </a:lnTo>
                <a:lnTo>
                  <a:pt x="616" y="127"/>
                </a:lnTo>
                <a:lnTo>
                  <a:pt x="617" y="127"/>
                </a:lnTo>
                <a:lnTo>
                  <a:pt x="618" y="126"/>
                </a:lnTo>
                <a:lnTo>
                  <a:pt x="618" y="127"/>
                </a:lnTo>
                <a:lnTo>
                  <a:pt x="618" y="128"/>
                </a:lnTo>
                <a:lnTo>
                  <a:pt x="618" y="127"/>
                </a:lnTo>
                <a:lnTo>
                  <a:pt x="619" y="127"/>
                </a:lnTo>
                <a:lnTo>
                  <a:pt x="619" y="128"/>
                </a:lnTo>
                <a:lnTo>
                  <a:pt x="620" y="128"/>
                </a:lnTo>
                <a:lnTo>
                  <a:pt x="621" y="129"/>
                </a:lnTo>
                <a:lnTo>
                  <a:pt x="621" y="130"/>
                </a:lnTo>
                <a:lnTo>
                  <a:pt x="622" y="130"/>
                </a:lnTo>
                <a:lnTo>
                  <a:pt x="623" y="130"/>
                </a:lnTo>
                <a:lnTo>
                  <a:pt x="623" y="131"/>
                </a:lnTo>
                <a:lnTo>
                  <a:pt x="623" y="132"/>
                </a:lnTo>
                <a:lnTo>
                  <a:pt x="623" y="133"/>
                </a:lnTo>
                <a:lnTo>
                  <a:pt x="623" y="134"/>
                </a:lnTo>
                <a:lnTo>
                  <a:pt x="624" y="134"/>
                </a:lnTo>
                <a:lnTo>
                  <a:pt x="625" y="135"/>
                </a:lnTo>
                <a:lnTo>
                  <a:pt x="626" y="136"/>
                </a:lnTo>
                <a:lnTo>
                  <a:pt x="626" y="137"/>
                </a:lnTo>
                <a:lnTo>
                  <a:pt x="626" y="138"/>
                </a:lnTo>
                <a:lnTo>
                  <a:pt x="626" y="139"/>
                </a:lnTo>
                <a:lnTo>
                  <a:pt x="627" y="138"/>
                </a:lnTo>
                <a:lnTo>
                  <a:pt x="627" y="139"/>
                </a:lnTo>
                <a:lnTo>
                  <a:pt x="628" y="139"/>
                </a:lnTo>
                <a:lnTo>
                  <a:pt x="629" y="140"/>
                </a:lnTo>
                <a:lnTo>
                  <a:pt x="629" y="141"/>
                </a:lnTo>
                <a:lnTo>
                  <a:pt x="630" y="141"/>
                </a:lnTo>
                <a:lnTo>
                  <a:pt x="630" y="140"/>
                </a:lnTo>
                <a:lnTo>
                  <a:pt x="631" y="139"/>
                </a:lnTo>
                <a:lnTo>
                  <a:pt x="632" y="138"/>
                </a:lnTo>
                <a:lnTo>
                  <a:pt x="632" y="139"/>
                </a:lnTo>
                <a:lnTo>
                  <a:pt x="633" y="138"/>
                </a:lnTo>
                <a:lnTo>
                  <a:pt x="633" y="137"/>
                </a:lnTo>
                <a:lnTo>
                  <a:pt x="635" y="137"/>
                </a:lnTo>
                <a:lnTo>
                  <a:pt x="635" y="136"/>
                </a:lnTo>
                <a:lnTo>
                  <a:pt x="635" y="135"/>
                </a:lnTo>
                <a:lnTo>
                  <a:pt x="636" y="134"/>
                </a:lnTo>
                <a:lnTo>
                  <a:pt x="635" y="134"/>
                </a:lnTo>
                <a:lnTo>
                  <a:pt x="636" y="134"/>
                </a:lnTo>
                <a:lnTo>
                  <a:pt x="637" y="134"/>
                </a:lnTo>
                <a:lnTo>
                  <a:pt x="638" y="133"/>
                </a:lnTo>
                <a:lnTo>
                  <a:pt x="639" y="133"/>
                </a:lnTo>
                <a:lnTo>
                  <a:pt x="639" y="132"/>
                </a:lnTo>
                <a:lnTo>
                  <a:pt x="639" y="131"/>
                </a:lnTo>
                <a:lnTo>
                  <a:pt x="640" y="131"/>
                </a:lnTo>
                <a:lnTo>
                  <a:pt x="641" y="131"/>
                </a:lnTo>
                <a:lnTo>
                  <a:pt x="642" y="129"/>
                </a:lnTo>
                <a:lnTo>
                  <a:pt x="643" y="129"/>
                </a:lnTo>
                <a:lnTo>
                  <a:pt x="644" y="131"/>
                </a:lnTo>
                <a:lnTo>
                  <a:pt x="645" y="131"/>
                </a:lnTo>
                <a:lnTo>
                  <a:pt x="647" y="131"/>
                </a:lnTo>
                <a:lnTo>
                  <a:pt x="648" y="131"/>
                </a:lnTo>
                <a:lnTo>
                  <a:pt x="649" y="130"/>
                </a:lnTo>
                <a:lnTo>
                  <a:pt x="649" y="131"/>
                </a:lnTo>
                <a:lnTo>
                  <a:pt x="650" y="131"/>
                </a:lnTo>
                <a:lnTo>
                  <a:pt x="651" y="131"/>
                </a:lnTo>
                <a:lnTo>
                  <a:pt x="651" y="130"/>
                </a:lnTo>
                <a:lnTo>
                  <a:pt x="652" y="129"/>
                </a:lnTo>
                <a:lnTo>
                  <a:pt x="652" y="128"/>
                </a:lnTo>
                <a:lnTo>
                  <a:pt x="653" y="127"/>
                </a:lnTo>
                <a:lnTo>
                  <a:pt x="653" y="126"/>
                </a:lnTo>
                <a:lnTo>
                  <a:pt x="654" y="126"/>
                </a:lnTo>
                <a:lnTo>
                  <a:pt x="655" y="125"/>
                </a:lnTo>
                <a:lnTo>
                  <a:pt x="656" y="126"/>
                </a:lnTo>
                <a:lnTo>
                  <a:pt x="657" y="126"/>
                </a:lnTo>
                <a:lnTo>
                  <a:pt x="657" y="125"/>
                </a:lnTo>
                <a:lnTo>
                  <a:pt x="658" y="124"/>
                </a:lnTo>
                <a:lnTo>
                  <a:pt x="660" y="124"/>
                </a:lnTo>
                <a:lnTo>
                  <a:pt x="660" y="123"/>
                </a:lnTo>
                <a:lnTo>
                  <a:pt x="661" y="123"/>
                </a:lnTo>
                <a:lnTo>
                  <a:pt x="661" y="124"/>
                </a:lnTo>
                <a:lnTo>
                  <a:pt x="661" y="125"/>
                </a:lnTo>
                <a:lnTo>
                  <a:pt x="661" y="126"/>
                </a:lnTo>
                <a:lnTo>
                  <a:pt x="662" y="126"/>
                </a:lnTo>
                <a:lnTo>
                  <a:pt x="662" y="127"/>
                </a:lnTo>
                <a:lnTo>
                  <a:pt x="663" y="128"/>
                </a:lnTo>
                <a:lnTo>
                  <a:pt x="663" y="129"/>
                </a:lnTo>
                <a:lnTo>
                  <a:pt x="664" y="130"/>
                </a:lnTo>
                <a:lnTo>
                  <a:pt x="665" y="130"/>
                </a:lnTo>
                <a:lnTo>
                  <a:pt x="665" y="129"/>
                </a:lnTo>
                <a:lnTo>
                  <a:pt x="666" y="130"/>
                </a:lnTo>
                <a:lnTo>
                  <a:pt x="667" y="131"/>
                </a:lnTo>
                <a:lnTo>
                  <a:pt x="667" y="130"/>
                </a:lnTo>
                <a:lnTo>
                  <a:pt x="667" y="129"/>
                </a:lnTo>
                <a:lnTo>
                  <a:pt x="668" y="129"/>
                </a:lnTo>
                <a:lnTo>
                  <a:pt x="668" y="128"/>
                </a:lnTo>
                <a:lnTo>
                  <a:pt x="668" y="127"/>
                </a:lnTo>
                <a:lnTo>
                  <a:pt x="669" y="127"/>
                </a:lnTo>
                <a:lnTo>
                  <a:pt x="670" y="126"/>
                </a:lnTo>
                <a:lnTo>
                  <a:pt x="670" y="125"/>
                </a:lnTo>
                <a:lnTo>
                  <a:pt x="670" y="124"/>
                </a:lnTo>
                <a:lnTo>
                  <a:pt x="670" y="123"/>
                </a:lnTo>
                <a:lnTo>
                  <a:pt x="670" y="122"/>
                </a:lnTo>
                <a:lnTo>
                  <a:pt x="669" y="121"/>
                </a:lnTo>
                <a:lnTo>
                  <a:pt x="669" y="120"/>
                </a:lnTo>
                <a:lnTo>
                  <a:pt x="669" y="119"/>
                </a:lnTo>
                <a:lnTo>
                  <a:pt x="669" y="118"/>
                </a:lnTo>
                <a:lnTo>
                  <a:pt x="670" y="118"/>
                </a:lnTo>
                <a:lnTo>
                  <a:pt x="671" y="118"/>
                </a:lnTo>
                <a:lnTo>
                  <a:pt x="671" y="117"/>
                </a:lnTo>
                <a:lnTo>
                  <a:pt x="672" y="117"/>
                </a:lnTo>
                <a:lnTo>
                  <a:pt x="673" y="117"/>
                </a:lnTo>
                <a:lnTo>
                  <a:pt x="673" y="118"/>
                </a:lnTo>
                <a:lnTo>
                  <a:pt x="674" y="118"/>
                </a:lnTo>
                <a:lnTo>
                  <a:pt x="675" y="118"/>
                </a:lnTo>
                <a:lnTo>
                  <a:pt x="676" y="118"/>
                </a:lnTo>
                <a:lnTo>
                  <a:pt x="676" y="117"/>
                </a:lnTo>
                <a:lnTo>
                  <a:pt x="677" y="117"/>
                </a:lnTo>
                <a:lnTo>
                  <a:pt x="677" y="118"/>
                </a:lnTo>
                <a:lnTo>
                  <a:pt x="678" y="118"/>
                </a:lnTo>
                <a:lnTo>
                  <a:pt x="677" y="118"/>
                </a:lnTo>
                <a:lnTo>
                  <a:pt x="678" y="119"/>
                </a:lnTo>
                <a:lnTo>
                  <a:pt x="679" y="118"/>
                </a:lnTo>
                <a:lnTo>
                  <a:pt x="680" y="119"/>
                </a:lnTo>
                <a:lnTo>
                  <a:pt x="681" y="119"/>
                </a:lnTo>
                <a:lnTo>
                  <a:pt x="681" y="120"/>
                </a:lnTo>
                <a:lnTo>
                  <a:pt x="682" y="120"/>
                </a:lnTo>
                <a:lnTo>
                  <a:pt x="683" y="120"/>
                </a:lnTo>
                <a:lnTo>
                  <a:pt x="683" y="119"/>
                </a:lnTo>
                <a:lnTo>
                  <a:pt x="683" y="118"/>
                </a:lnTo>
                <a:lnTo>
                  <a:pt x="685" y="118"/>
                </a:lnTo>
                <a:lnTo>
                  <a:pt x="686" y="118"/>
                </a:lnTo>
                <a:lnTo>
                  <a:pt x="687" y="118"/>
                </a:lnTo>
                <a:lnTo>
                  <a:pt x="687" y="119"/>
                </a:lnTo>
                <a:lnTo>
                  <a:pt x="686" y="120"/>
                </a:lnTo>
                <a:lnTo>
                  <a:pt x="686" y="121"/>
                </a:lnTo>
                <a:lnTo>
                  <a:pt x="687" y="121"/>
                </a:lnTo>
                <a:lnTo>
                  <a:pt x="687" y="122"/>
                </a:lnTo>
                <a:lnTo>
                  <a:pt x="687" y="123"/>
                </a:lnTo>
                <a:lnTo>
                  <a:pt x="688" y="123"/>
                </a:lnTo>
                <a:lnTo>
                  <a:pt x="688" y="124"/>
                </a:lnTo>
                <a:lnTo>
                  <a:pt x="689" y="124"/>
                </a:lnTo>
                <a:lnTo>
                  <a:pt x="689" y="123"/>
                </a:lnTo>
                <a:lnTo>
                  <a:pt x="690" y="123"/>
                </a:lnTo>
                <a:lnTo>
                  <a:pt x="690" y="122"/>
                </a:lnTo>
                <a:lnTo>
                  <a:pt x="691" y="122"/>
                </a:lnTo>
                <a:lnTo>
                  <a:pt x="691" y="121"/>
                </a:lnTo>
                <a:lnTo>
                  <a:pt x="691" y="120"/>
                </a:lnTo>
                <a:lnTo>
                  <a:pt x="692" y="120"/>
                </a:lnTo>
                <a:lnTo>
                  <a:pt x="692" y="118"/>
                </a:lnTo>
                <a:lnTo>
                  <a:pt x="692" y="117"/>
                </a:lnTo>
                <a:lnTo>
                  <a:pt x="693" y="116"/>
                </a:lnTo>
                <a:lnTo>
                  <a:pt x="692" y="115"/>
                </a:lnTo>
                <a:lnTo>
                  <a:pt x="692" y="114"/>
                </a:lnTo>
                <a:lnTo>
                  <a:pt x="693" y="113"/>
                </a:lnTo>
                <a:lnTo>
                  <a:pt x="692" y="112"/>
                </a:lnTo>
                <a:lnTo>
                  <a:pt x="692" y="111"/>
                </a:lnTo>
                <a:lnTo>
                  <a:pt x="693" y="111"/>
                </a:lnTo>
                <a:lnTo>
                  <a:pt x="693" y="110"/>
                </a:lnTo>
                <a:lnTo>
                  <a:pt x="693" y="109"/>
                </a:lnTo>
                <a:lnTo>
                  <a:pt x="693" y="108"/>
                </a:lnTo>
                <a:lnTo>
                  <a:pt x="694" y="107"/>
                </a:lnTo>
                <a:lnTo>
                  <a:pt x="696" y="107"/>
                </a:lnTo>
                <a:lnTo>
                  <a:pt x="696" y="108"/>
                </a:lnTo>
                <a:lnTo>
                  <a:pt x="696" y="109"/>
                </a:lnTo>
                <a:lnTo>
                  <a:pt x="697" y="110"/>
                </a:lnTo>
                <a:lnTo>
                  <a:pt x="699" y="109"/>
                </a:lnTo>
                <a:lnTo>
                  <a:pt x="699" y="108"/>
                </a:lnTo>
                <a:lnTo>
                  <a:pt x="700" y="107"/>
                </a:lnTo>
                <a:lnTo>
                  <a:pt x="702" y="106"/>
                </a:lnTo>
                <a:lnTo>
                  <a:pt x="702" y="105"/>
                </a:lnTo>
                <a:lnTo>
                  <a:pt x="703" y="105"/>
                </a:lnTo>
                <a:lnTo>
                  <a:pt x="703" y="106"/>
                </a:lnTo>
                <a:lnTo>
                  <a:pt x="704" y="105"/>
                </a:lnTo>
                <a:lnTo>
                  <a:pt x="705" y="104"/>
                </a:lnTo>
                <a:lnTo>
                  <a:pt x="706" y="105"/>
                </a:lnTo>
                <a:lnTo>
                  <a:pt x="707" y="105"/>
                </a:lnTo>
                <a:lnTo>
                  <a:pt x="708" y="105"/>
                </a:lnTo>
                <a:lnTo>
                  <a:pt x="708" y="106"/>
                </a:lnTo>
                <a:lnTo>
                  <a:pt x="710" y="105"/>
                </a:lnTo>
                <a:lnTo>
                  <a:pt x="710" y="104"/>
                </a:lnTo>
                <a:lnTo>
                  <a:pt x="711" y="104"/>
                </a:lnTo>
                <a:lnTo>
                  <a:pt x="712" y="102"/>
                </a:lnTo>
                <a:lnTo>
                  <a:pt x="711" y="101"/>
                </a:lnTo>
                <a:lnTo>
                  <a:pt x="712" y="101"/>
                </a:lnTo>
                <a:lnTo>
                  <a:pt x="713" y="100"/>
                </a:lnTo>
                <a:lnTo>
                  <a:pt x="712" y="100"/>
                </a:lnTo>
                <a:lnTo>
                  <a:pt x="712" y="99"/>
                </a:lnTo>
                <a:lnTo>
                  <a:pt x="713" y="99"/>
                </a:lnTo>
                <a:lnTo>
                  <a:pt x="713" y="100"/>
                </a:lnTo>
                <a:lnTo>
                  <a:pt x="714" y="100"/>
                </a:lnTo>
                <a:lnTo>
                  <a:pt x="715" y="100"/>
                </a:lnTo>
                <a:lnTo>
                  <a:pt x="717" y="101"/>
                </a:lnTo>
                <a:lnTo>
                  <a:pt x="717" y="102"/>
                </a:lnTo>
                <a:lnTo>
                  <a:pt x="719" y="104"/>
                </a:lnTo>
                <a:lnTo>
                  <a:pt x="720" y="104"/>
                </a:lnTo>
                <a:lnTo>
                  <a:pt x="720" y="105"/>
                </a:lnTo>
                <a:lnTo>
                  <a:pt x="721" y="104"/>
                </a:lnTo>
                <a:lnTo>
                  <a:pt x="722" y="104"/>
                </a:lnTo>
                <a:lnTo>
                  <a:pt x="722" y="105"/>
                </a:lnTo>
                <a:lnTo>
                  <a:pt x="723" y="105"/>
                </a:lnTo>
                <a:lnTo>
                  <a:pt x="723" y="104"/>
                </a:lnTo>
                <a:lnTo>
                  <a:pt x="723" y="102"/>
                </a:lnTo>
                <a:lnTo>
                  <a:pt x="724" y="102"/>
                </a:lnTo>
                <a:lnTo>
                  <a:pt x="725" y="102"/>
                </a:lnTo>
                <a:lnTo>
                  <a:pt x="725" y="101"/>
                </a:lnTo>
                <a:lnTo>
                  <a:pt x="726" y="101"/>
                </a:lnTo>
                <a:lnTo>
                  <a:pt x="727" y="101"/>
                </a:lnTo>
                <a:lnTo>
                  <a:pt x="727" y="100"/>
                </a:lnTo>
                <a:lnTo>
                  <a:pt x="728" y="100"/>
                </a:lnTo>
                <a:lnTo>
                  <a:pt x="729" y="100"/>
                </a:lnTo>
                <a:lnTo>
                  <a:pt x="729" y="99"/>
                </a:lnTo>
                <a:lnTo>
                  <a:pt x="730" y="100"/>
                </a:lnTo>
                <a:lnTo>
                  <a:pt x="732" y="100"/>
                </a:lnTo>
                <a:lnTo>
                  <a:pt x="732" y="99"/>
                </a:lnTo>
                <a:lnTo>
                  <a:pt x="731" y="99"/>
                </a:lnTo>
                <a:lnTo>
                  <a:pt x="731" y="98"/>
                </a:lnTo>
                <a:lnTo>
                  <a:pt x="731" y="97"/>
                </a:lnTo>
                <a:lnTo>
                  <a:pt x="732" y="97"/>
                </a:lnTo>
                <a:lnTo>
                  <a:pt x="733" y="96"/>
                </a:lnTo>
                <a:lnTo>
                  <a:pt x="734" y="95"/>
                </a:lnTo>
                <a:lnTo>
                  <a:pt x="735" y="95"/>
                </a:lnTo>
                <a:lnTo>
                  <a:pt x="736" y="94"/>
                </a:lnTo>
                <a:lnTo>
                  <a:pt x="737" y="94"/>
                </a:lnTo>
                <a:lnTo>
                  <a:pt x="738" y="93"/>
                </a:lnTo>
                <a:lnTo>
                  <a:pt x="739" y="93"/>
                </a:lnTo>
                <a:lnTo>
                  <a:pt x="740" y="93"/>
                </a:lnTo>
                <a:lnTo>
                  <a:pt x="741" y="93"/>
                </a:lnTo>
                <a:lnTo>
                  <a:pt x="741" y="92"/>
                </a:lnTo>
                <a:lnTo>
                  <a:pt x="741" y="91"/>
                </a:lnTo>
                <a:lnTo>
                  <a:pt x="742" y="91"/>
                </a:lnTo>
                <a:lnTo>
                  <a:pt x="742" y="90"/>
                </a:lnTo>
                <a:lnTo>
                  <a:pt x="743" y="89"/>
                </a:lnTo>
                <a:lnTo>
                  <a:pt x="745" y="89"/>
                </a:lnTo>
                <a:lnTo>
                  <a:pt x="747" y="88"/>
                </a:lnTo>
                <a:lnTo>
                  <a:pt x="748" y="89"/>
                </a:lnTo>
                <a:lnTo>
                  <a:pt x="748" y="90"/>
                </a:lnTo>
                <a:lnTo>
                  <a:pt x="749" y="90"/>
                </a:lnTo>
                <a:lnTo>
                  <a:pt x="749" y="89"/>
                </a:lnTo>
                <a:lnTo>
                  <a:pt x="750" y="89"/>
                </a:lnTo>
                <a:lnTo>
                  <a:pt x="751" y="89"/>
                </a:lnTo>
                <a:lnTo>
                  <a:pt x="752" y="90"/>
                </a:lnTo>
                <a:lnTo>
                  <a:pt x="753" y="90"/>
                </a:lnTo>
                <a:lnTo>
                  <a:pt x="753" y="91"/>
                </a:lnTo>
                <a:lnTo>
                  <a:pt x="754" y="91"/>
                </a:lnTo>
                <a:lnTo>
                  <a:pt x="755" y="91"/>
                </a:lnTo>
                <a:lnTo>
                  <a:pt x="755" y="90"/>
                </a:lnTo>
                <a:lnTo>
                  <a:pt x="754" y="89"/>
                </a:lnTo>
                <a:lnTo>
                  <a:pt x="754" y="88"/>
                </a:lnTo>
                <a:lnTo>
                  <a:pt x="754" y="87"/>
                </a:lnTo>
                <a:lnTo>
                  <a:pt x="755" y="86"/>
                </a:lnTo>
                <a:lnTo>
                  <a:pt x="755" y="85"/>
                </a:lnTo>
                <a:lnTo>
                  <a:pt x="756" y="85"/>
                </a:lnTo>
                <a:lnTo>
                  <a:pt x="757" y="85"/>
                </a:lnTo>
                <a:lnTo>
                  <a:pt x="758" y="84"/>
                </a:lnTo>
                <a:lnTo>
                  <a:pt x="758" y="83"/>
                </a:lnTo>
                <a:lnTo>
                  <a:pt x="759" y="82"/>
                </a:lnTo>
                <a:lnTo>
                  <a:pt x="760" y="81"/>
                </a:lnTo>
                <a:lnTo>
                  <a:pt x="761" y="82"/>
                </a:lnTo>
                <a:lnTo>
                  <a:pt x="762" y="82"/>
                </a:lnTo>
                <a:lnTo>
                  <a:pt x="762" y="83"/>
                </a:lnTo>
                <a:lnTo>
                  <a:pt x="763" y="83"/>
                </a:lnTo>
                <a:lnTo>
                  <a:pt x="764" y="84"/>
                </a:lnTo>
                <a:lnTo>
                  <a:pt x="765" y="84"/>
                </a:lnTo>
                <a:lnTo>
                  <a:pt x="766" y="85"/>
                </a:lnTo>
                <a:lnTo>
                  <a:pt x="767" y="85"/>
                </a:lnTo>
                <a:lnTo>
                  <a:pt x="768" y="85"/>
                </a:lnTo>
                <a:lnTo>
                  <a:pt x="769" y="85"/>
                </a:lnTo>
                <a:lnTo>
                  <a:pt x="770" y="85"/>
                </a:lnTo>
                <a:lnTo>
                  <a:pt x="770" y="86"/>
                </a:lnTo>
                <a:lnTo>
                  <a:pt x="770" y="87"/>
                </a:lnTo>
                <a:lnTo>
                  <a:pt x="771" y="87"/>
                </a:lnTo>
                <a:lnTo>
                  <a:pt x="772" y="87"/>
                </a:lnTo>
                <a:lnTo>
                  <a:pt x="773" y="88"/>
                </a:lnTo>
                <a:lnTo>
                  <a:pt x="773" y="89"/>
                </a:lnTo>
                <a:lnTo>
                  <a:pt x="773" y="90"/>
                </a:lnTo>
                <a:lnTo>
                  <a:pt x="774" y="90"/>
                </a:lnTo>
                <a:lnTo>
                  <a:pt x="774" y="91"/>
                </a:lnTo>
                <a:lnTo>
                  <a:pt x="775" y="92"/>
                </a:lnTo>
                <a:lnTo>
                  <a:pt x="776" y="92"/>
                </a:lnTo>
                <a:lnTo>
                  <a:pt x="777" y="91"/>
                </a:lnTo>
                <a:lnTo>
                  <a:pt x="777" y="92"/>
                </a:lnTo>
                <a:lnTo>
                  <a:pt x="777" y="93"/>
                </a:lnTo>
                <a:lnTo>
                  <a:pt x="776" y="94"/>
                </a:lnTo>
                <a:lnTo>
                  <a:pt x="777" y="94"/>
                </a:lnTo>
                <a:lnTo>
                  <a:pt x="778" y="94"/>
                </a:lnTo>
                <a:lnTo>
                  <a:pt x="779" y="95"/>
                </a:lnTo>
                <a:lnTo>
                  <a:pt x="780" y="95"/>
                </a:lnTo>
                <a:lnTo>
                  <a:pt x="781" y="96"/>
                </a:lnTo>
                <a:lnTo>
                  <a:pt x="782" y="96"/>
                </a:lnTo>
                <a:lnTo>
                  <a:pt x="782" y="98"/>
                </a:lnTo>
                <a:lnTo>
                  <a:pt x="782" y="99"/>
                </a:lnTo>
                <a:lnTo>
                  <a:pt x="783" y="99"/>
                </a:lnTo>
                <a:lnTo>
                  <a:pt x="783" y="100"/>
                </a:lnTo>
                <a:lnTo>
                  <a:pt x="782" y="100"/>
                </a:lnTo>
                <a:lnTo>
                  <a:pt x="782" y="101"/>
                </a:lnTo>
                <a:lnTo>
                  <a:pt x="783" y="101"/>
                </a:lnTo>
                <a:lnTo>
                  <a:pt x="783" y="102"/>
                </a:lnTo>
                <a:lnTo>
                  <a:pt x="783" y="103"/>
                </a:lnTo>
                <a:lnTo>
                  <a:pt x="784" y="103"/>
                </a:lnTo>
                <a:lnTo>
                  <a:pt x="784" y="104"/>
                </a:lnTo>
                <a:lnTo>
                  <a:pt x="785" y="104"/>
                </a:lnTo>
                <a:lnTo>
                  <a:pt x="784" y="105"/>
                </a:lnTo>
                <a:lnTo>
                  <a:pt x="785" y="105"/>
                </a:lnTo>
                <a:lnTo>
                  <a:pt x="785" y="106"/>
                </a:lnTo>
                <a:lnTo>
                  <a:pt x="786" y="106"/>
                </a:lnTo>
                <a:lnTo>
                  <a:pt x="787" y="106"/>
                </a:lnTo>
                <a:lnTo>
                  <a:pt x="786" y="106"/>
                </a:lnTo>
                <a:lnTo>
                  <a:pt x="787" y="105"/>
                </a:lnTo>
                <a:lnTo>
                  <a:pt x="788" y="105"/>
                </a:lnTo>
                <a:lnTo>
                  <a:pt x="789" y="105"/>
                </a:lnTo>
                <a:lnTo>
                  <a:pt x="789" y="104"/>
                </a:lnTo>
                <a:lnTo>
                  <a:pt x="790" y="104"/>
                </a:lnTo>
                <a:lnTo>
                  <a:pt x="791" y="104"/>
                </a:lnTo>
                <a:lnTo>
                  <a:pt x="792" y="104"/>
                </a:lnTo>
                <a:lnTo>
                  <a:pt x="793" y="104"/>
                </a:lnTo>
                <a:lnTo>
                  <a:pt x="793" y="105"/>
                </a:lnTo>
                <a:lnTo>
                  <a:pt x="794" y="105"/>
                </a:lnTo>
                <a:lnTo>
                  <a:pt x="795" y="105"/>
                </a:lnTo>
                <a:lnTo>
                  <a:pt x="796" y="105"/>
                </a:lnTo>
                <a:lnTo>
                  <a:pt x="797" y="105"/>
                </a:lnTo>
                <a:lnTo>
                  <a:pt x="797" y="106"/>
                </a:lnTo>
                <a:lnTo>
                  <a:pt x="799" y="106"/>
                </a:lnTo>
                <a:lnTo>
                  <a:pt x="799" y="107"/>
                </a:lnTo>
                <a:lnTo>
                  <a:pt x="800" y="108"/>
                </a:lnTo>
                <a:lnTo>
                  <a:pt x="801" y="109"/>
                </a:lnTo>
                <a:lnTo>
                  <a:pt x="801" y="110"/>
                </a:lnTo>
                <a:lnTo>
                  <a:pt x="802" y="111"/>
                </a:lnTo>
                <a:lnTo>
                  <a:pt x="801" y="111"/>
                </a:lnTo>
                <a:lnTo>
                  <a:pt x="800" y="111"/>
                </a:lnTo>
                <a:lnTo>
                  <a:pt x="800" y="112"/>
                </a:lnTo>
                <a:lnTo>
                  <a:pt x="800" y="113"/>
                </a:lnTo>
                <a:lnTo>
                  <a:pt x="801" y="113"/>
                </a:lnTo>
                <a:lnTo>
                  <a:pt x="801" y="114"/>
                </a:lnTo>
                <a:lnTo>
                  <a:pt x="802" y="115"/>
                </a:lnTo>
                <a:lnTo>
                  <a:pt x="803" y="115"/>
                </a:lnTo>
                <a:lnTo>
                  <a:pt x="803" y="114"/>
                </a:lnTo>
                <a:lnTo>
                  <a:pt x="804" y="114"/>
                </a:lnTo>
                <a:lnTo>
                  <a:pt x="805" y="114"/>
                </a:lnTo>
                <a:lnTo>
                  <a:pt x="806" y="115"/>
                </a:lnTo>
                <a:lnTo>
                  <a:pt x="808" y="114"/>
                </a:lnTo>
                <a:lnTo>
                  <a:pt x="809" y="114"/>
                </a:lnTo>
                <a:lnTo>
                  <a:pt x="809" y="115"/>
                </a:lnTo>
                <a:lnTo>
                  <a:pt x="811" y="113"/>
                </a:lnTo>
                <a:lnTo>
                  <a:pt x="813" y="112"/>
                </a:lnTo>
                <a:lnTo>
                  <a:pt x="813" y="111"/>
                </a:lnTo>
                <a:lnTo>
                  <a:pt x="814" y="111"/>
                </a:lnTo>
                <a:lnTo>
                  <a:pt x="814" y="110"/>
                </a:lnTo>
                <a:lnTo>
                  <a:pt x="816" y="109"/>
                </a:lnTo>
                <a:lnTo>
                  <a:pt x="815" y="109"/>
                </a:lnTo>
                <a:lnTo>
                  <a:pt x="816" y="109"/>
                </a:lnTo>
                <a:lnTo>
                  <a:pt x="816" y="110"/>
                </a:lnTo>
                <a:lnTo>
                  <a:pt x="817" y="110"/>
                </a:lnTo>
                <a:lnTo>
                  <a:pt x="818" y="111"/>
                </a:lnTo>
                <a:lnTo>
                  <a:pt x="818" y="110"/>
                </a:lnTo>
                <a:lnTo>
                  <a:pt x="819" y="109"/>
                </a:lnTo>
                <a:lnTo>
                  <a:pt x="820" y="110"/>
                </a:lnTo>
                <a:lnTo>
                  <a:pt x="821" y="110"/>
                </a:lnTo>
                <a:lnTo>
                  <a:pt x="822" y="110"/>
                </a:lnTo>
                <a:lnTo>
                  <a:pt x="822" y="109"/>
                </a:lnTo>
                <a:lnTo>
                  <a:pt x="822" y="110"/>
                </a:lnTo>
                <a:lnTo>
                  <a:pt x="823" y="110"/>
                </a:lnTo>
                <a:lnTo>
                  <a:pt x="824" y="109"/>
                </a:lnTo>
                <a:lnTo>
                  <a:pt x="823" y="108"/>
                </a:lnTo>
                <a:lnTo>
                  <a:pt x="822" y="108"/>
                </a:lnTo>
                <a:lnTo>
                  <a:pt x="822" y="107"/>
                </a:lnTo>
                <a:lnTo>
                  <a:pt x="822" y="106"/>
                </a:lnTo>
                <a:lnTo>
                  <a:pt x="821" y="106"/>
                </a:lnTo>
                <a:lnTo>
                  <a:pt x="821" y="105"/>
                </a:lnTo>
                <a:lnTo>
                  <a:pt x="820" y="105"/>
                </a:lnTo>
                <a:lnTo>
                  <a:pt x="819" y="104"/>
                </a:lnTo>
                <a:lnTo>
                  <a:pt x="818" y="103"/>
                </a:lnTo>
                <a:lnTo>
                  <a:pt x="817" y="102"/>
                </a:lnTo>
                <a:lnTo>
                  <a:pt x="817" y="101"/>
                </a:lnTo>
                <a:lnTo>
                  <a:pt x="816" y="102"/>
                </a:lnTo>
                <a:lnTo>
                  <a:pt x="816" y="101"/>
                </a:lnTo>
                <a:lnTo>
                  <a:pt x="816" y="100"/>
                </a:lnTo>
                <a:lnTo>
                  <a:pt x="815" y="100"/>
                </a:lnTo>
                <a:lnTo>
                  <a:pt x="814" y="100"/>
                </a:lnTo>
                <a:lnTo>
                  <a:pt x="814" y="99"/>
                </a:lnTo>
                <a:lnTo>
                  <a:pt x="814" y="98"/>
                </a:lnTo>
                <a:lnTo>
                  <a:pt x="814" y="97"/>
                </a:lnTo>
                <a:lnTo>
                  <a:pt x="813" y="97"/>
                </a:lnTo>
                <a:lnTo>
                  <a:pt x="813" y="96"/>
                </a:lnTo>
                <a:lnTo>
                  <a:pt x="813" y="95"/>
                </a:lnTo>
                <a:lnTo>
                  <a:pt x="812" y="95"/>
                </a:lnTo>
                <a:lnTo>
                  <a:pt x="812" y="96"/>
                </a:lnTo>
                <a:lnTo>
                  <a:pt x="811" y="95"/>
                </a:lnTo>
                <a:lnTo>
                  <a:pt x="810" y="95"/>
                </a:lnTo>
                <a:lnTo>
                  <a:pt x="811" y="95"/>
                </a:lnTo>
                <a:lnTo>
                  <a:pt x="811" y="94"/>
                </a:lnTo>
                <a:lnTo>
                  <a:pt x="812" y="94"/>
                </a:lnTo>
                <a:lnTo>
                  <a:pt x="812" y="93"/>
                </a:lnTo>
                <a:lnTo>
                  <a:pt x="813" y="94"/>
                </a:lnTo>
                <a:lnTo>
                  <a:pt x="814" y="94"/>
                </a:lnTo>
                <a:lnTo>
                  <a:pt x="815" y="94"/>
                </a:lnTo>
                <a:lnTo>
                  <a:pt x="815" y="93"/>
                </a:lnTo>
                <a:lnTo>
                  <a:pt x="815" y="92"/>
                </a:lnTo>
                <a:lnTo>
                  <a:pt x="816" y="92"/>
                </a:lnTo>
                <a:lnTo>
                  <a:pt x="816" y="91"/>
                </a:lnTo>
                <a:lnTo>
                  <a:pt x="815" y="91"/>
                </a:lnTo>
                <a:lnTo>
                  <a:pt x="816" y="90"/>
                </a:lnTo>
                <a:lnTo>
                  <a:pt x="816" y="89"/>
                </a:lnTo>
                <a:lnTo>
                  <a:pt x="815" y="89"/>
                </a:lnTo>
                <a:lnTo>
                  <a:pt x="814" y="89"/>
                </a:lnTo>
                <a:lnTo>
                  <a:pt x="814" y="90"/>
                </a:lnTo>
                <a:lnTo>
                  <a:pt x="812" y="90"/>
                </a:lnTo>
                <a:lnTo>
                  <a:pt x="812" y="89"/>
                </a:lnTo>
                <a:lnTo>
                  <a:pt x="811" y="89"/>
                </a:lnTo>
                <a:lnTo>
                  <a:pt x="811" y="88"/>
                </a:lnTo>
                <a:lnTo>
                  <a:pt x="811" y="87"/>
                </a:lnTo>
                <a:lnTo>
                  <a:pt x="810" y="86"/>
                </a:lnTo>
                <a:lnTo>
                  <a:pt x="809" y="86"/>
                </a:lnTo>
                <a:lnTo>
                  <a:pt x="808" y="85"/>
                </a:lnTo>
                <a:lnTo>
                  <a:pt x="808" y="84"/>
                </a:lnTo>
                <a:lnTo>
                  <a:pt x="808" y="83"/>
                </a:lnTo>
                <a:lnTo>
                  <a:pt x="809" y="83"/>
                </a:lnTo>
                <a:lnTo>
                  <a:pt x="809" y="82"/>
                </a:lnTo>
                <a:lnTo>
                  <a:pt x="809" y="81"/>
                </a:lnTo>
                <a:lnTo>
                  <a:pt x="810" y="80"/>
                </a:lnTo>
                <a:lnTo>
                  <a:pt x="811" y="79"/>
                </a:lnTo>
                <a:lnTo>
                  <a:pt x="810" y="79"/>
                </a:lnTo>
                <a:lnTo>
                  <a:pt x="809" y="78"/>
                </a:lnTo>
                <a:lnTo>
                  <a:pt x="809" y="77"/>
                </a:lnTo>
                <a:lnTo>
                  <a:pt x="808" y="77"/>
                </a:lnTo>
                <a:lnTo>
                  <a:pt x="808" y="76"/>
                </a:lnTo>
                <a:lnTo>
                  <a:pt x="809" y="76"/>
                </a:lnTo>
                <a:lnTo>
                  <a:pt x="809" y="75"/>
                </a:lnTo>
                <a:lnTo>
                  <a:pt x="809" y="74"/>
                </a:lnTo>
                <a:lnTo>
                  <a:pt x="809" y="73"/>
                </a:lnTo>
                <a:lnTo>
                  <a:pt x="810" y="72"/>
                </a:lnTo>
                <a:lnTo>
                  <a:pt x="810" y="71"/>
                </a:lnTo>
                <a:lnTo>
                  <a:pt x="809" y="71"/>
                </a:lnTo>
                <a:lnTo>
                  <a:pt x="810" y="70"/>
                </a:lnTo>
                <a:lnTo>
                  <a:pt x="811" y="70"/>
                </a:lnTo>
                <a:lnTo>
                  <a:pt x="811" y="69"/>
                </a:lnTo>
                <a:lnTo>
                  <a:pt x="810" y="68"/>
                </a:lnTo>
                <a:lnTo>
                  <a:pt x="811" y="67"/>
                </a:lnTo>
                <a:lnTo>
                  <a:pt x="811" y="66"/>
                </a:lnTo>
                <a:lnTo>
                  <a:pt x="810" y="67"/>
                </a:lnTo>
                <a:lnTo>
                  <a:pt x="810" y="66"/>
                </a:lnTo>
                <a:lnTo>
                  <a:pt x="811" y="65"/>
                </a:lnTo>
                <a:lnTo>
                  <a:pt x="811" y="66"/>
                </a:lnTo>
                <a:lnTo>
                  <a:pt x="812" y="66"/>
                </a:lnTo>
                <a:lnTo>
                  <a:pt x="813" y="66"/>
                </a:lnTo>
                <a:lnTo>
                  <a:pt x="813" y="65"/>
                </a:lnTo>
                <a:lnTo>
                  <a:pt x="813" y="64"/>
                </a:lnTo>
                <a:lnTo>
                  <a:pt x="812" y="63"/>
                </a:lnTo>
                <a:lnTo>
                  <a:pt x="813" y="62"/>
                </a:lnTo>
                <a:lnTo>
                  <a:pt x="813" y="61"/>
                </a:lnTo>
                <a:lnTo>
                  <a:pt x="813" y="60"/>
                </a:lnTo>
                <a:lnTo>
                  <a:pt x="814" y="60"/>
                </a:lnTo>
                <a:lnTo>
                  <a:pt x="814" y="59"/>
                </a:lnTo>
                <a:lnTo>
                  <a:pt x="815" y="58"/>
                </a:lnTo>
                <a:lnTo>
                  <a:pt x="816" y="58"/>
                </a:lnTo>
                <a:lnTo>
                  <a:pt x="817" y="58"/>
                </a:lnTo>
                <a:lnTo>
                  <a:pt x="817" y="59"/>
                </a:lnTo>
                <a:lnTo>
                  <a:pt x="818" y="59"/>
                </a:lnTo>
                <a:lnTo>
                  <a:pt x="819" y="59"/>
                </a:lnTo>
                <a:lnTo>
                  <a:pt x="818" y="60"/>
                </a:lnTo>
                <a:lnTo>
                  <a:pt x="819" y="60"/>
                </a:lnTo>
                <a:lnTo>
                  <a:pt x="820" y="60"/>
                </a:lnTo>
                <a:lnTo>
                  <a:pt x="821" y="60"/>
                </a:lnTo>
                <a:lnTo>
                  <a:pt x="821" y="61"/>
                </a:lnTo>
                <a:lnTo>
                  <a:pt x="820" y="61"/>
                </a:lnTo>
                <a:lnTo>
                  <a:pt x="820" y="62"/>
                </a:lnTo>
                <a:lnTo>
                  <a:pt x="821" y="62"/>
                </a:lnTo>
                <a:lnTo>
                  <a:pt x="821" y="63"/>
                </a:lnTo>
                <a:lnTo>
                  <a:pt x="820" y="63"/>
                </a:lnTo>
                <a:lnTo>
                  <a:pt x="820" y="64"/>
                </a:lnTo>
                <a:lnTo>
                  <a:pt x="821" y="64"/>
                </a:lnTo>
                <a:lnTo>
                  <a:pt x="822" y="63"/>
                </a:lnTo>
                <a:lnTo>
                  <a:pt x="823" y="63"/>
                </a:lnTo>
                <a:lnTo>
                  <a:pt x="824" y="63"/>
                </a:lnTo>
                <a:lnTo>
                  <a:pt x="825" y="63"/>
                </a:lnTo>
                <a:lnTo>
                  <a:pt x="825" y="62"/>
                </a:lnTo>
                <a:lnTo>
                  <a:pt x="826" y="61"/>
                </a:lnTo>
                <a:lnTo>
                  <a:pt x="827" y="61"/>
                </a:lnTo>
                <a:lnTo>
                  <a:pt x="826" y="61"/>
                </a:lnTo>
                <a:lnTo>
                  <a:pt x="826" y="60"/>
                </a:lnTo>
                <a:lnTo>
                  <a:pt x="825" y="60"/>
                </a:lnTo>
                <a:lnTo>
                  <a:pt x="824" y="60"/>
                </a:lnTo>
                <a:lnTo>
                  <a:pt x="824" y="59"/>
                </a:lnTo>
                <a:lnTo>
                  <a:pt x="823" y="59"/>
                </a:lnTo>
                <a:lnTo>
                  <a:pt x="823" y="58"/>
                </a:lnTo>
                <a:lnTo>
                  <a:pt x="823" y="57"/>
                </a:lnTo>
                <a:lnTo>
                  <a:pt x="823" y="56"/>
                </a:lnTo>
                <a:lnTo>
                  <a:pt x="823" y="55"/>
                </a:lnTo>
                <a:lnTo>
                  <a:pt x="822" y="55"/>
                </a:lnTo>
                <a:lnTo>
                  <a:pt x="822" y="54"/>
                </a:lnTo>
                <a:lnTo>
                  <a:pt x="822" y="53"/>
                </a:lnTo>
                <a:lnTo>
                  <a:pt x="823" y="53"/>
                </a:lnTo>
                <a:lnTo>
                  <a:pt x="822" y="53"/>
                </a:lnTo>
                <a:lnTo>
                  <a:pt x="823" y="53"/>
                </a:lnTo>
                <a:lnTo>
                  <a:pt x="823" y="54"/>
                </a:lnTo>
                <a:lnTo>
                  <a:pt x="823" y="53"/>
                </a:lnTo>
                <a:lnTo>
                  <a:pt x="824" y="53"/>
                </a:lnTo>
                <a:lnTo>
                  <a:pt x="825" y="53"/>
                </a:lnTo>
                <a:lnTo>
                  <a:pt x="825" y="54"/>
                </a:lnTo>
                <a:lnTo>
                  <a:pt x="826" y="55"/>
                </a:lnTo>
                <a:lnTo>
                  <a:pt x="826" y="54"/>
                </a:lnTo>
                <a:lnTo>
                  <a:pt x="827" y="54"/>
                </a:lnTo>
                <a:lnTo>
                  <a:pt x="828" y="55"/>
                </a:lnTo>
                <a:lnTo>
                  <a:pt x="829" y="55"/>
                </a:lnTo>
                <a:lnTo>
                  <a:pt x="831" y="55"/>
                </a:lnTo>
                <a:lnTo>
                  <a:pt x="832" y="55"/>
                </a:lnTo>
                <a:lnTo>
                  <a:pt x="834" y="56"/>
                </a:lnTo>
                <a:lnTo>
                  <a:pt x="834" y="55"/>
                </a:lnTo>
                <a:lnTo>
                  <a:pt x="835" y="55"/>
                </a:lnTo>
                <a:lnTo>
                  <a:pt x="836" y="55"/>
                </a:lnTo>
                <a:lnTo>
                  <a:pt x="837" y="57"/>
                </a:lnTo>
                <a:lnTo>
                  <a:pt x="838" y="57"/>
                </a:lnTo>
                <a:lnTo>
                  <a:pt x="839" y="57"/>
                </a:lnTo>
                <a:lnTo>
                  <a:pt x="840" y="57"/>
                </a:lnTo>
                <a:lnTo>
                  <a:pt x="840" y="56"/>
                </a:lnTo>
                <a:lnTo>
                  <a:pt x="841" y="56"/>
                </a:lnTo>
                <a:lnTo>
                  <a:pt x="842" y="56"/>
                </a:lnTo>
                <a:lnTo>
                  <a:pt x="842" y="57"/>
                </a:lnTo>
                <a:lnTo>
                  <a:pt x="843" y="57"/>
                </a:lnTo>
                <a:lnTo>
                  <a:pt x="844" y="58"/>
                </a:lnTo>
                <a:lnTo>
                  <a:pt x="845" y="59"/>
                </a:lnTo>
                <a:lnTo>
                  <a:pt x="845" y="60"/>
                </a:lnTo>
                <a:lnTo>
                  <a:pt x="846" y="60"/>
                </a:lnTo>
                <a:lnTo>
                  <a:pt x="846" y="61"/>
                </a:lnTo>
                <a:lnTo>
                  <a:pt x="846" y="62"/>
                </a:lnTo>
                <a:lnTo>
                  <a:pt x="847" y="62"/>
                </a:lnTo>
                <a:lnTo>
                  <a:pt x="848" y="62"/>
                </a:lnTo>
                <a:lnTo>
                  <a:pt x="849" y="63"/>
                </a:lnTo>
                <a:lnTo>
                  <a:pt x="850" y="63"/>
                </a:lnTo>
                <a:lnTo>
                  <a:pt x="851" y="63"/>
                </a:lnTo>
                <a:lnTo>
                  <a:pt x="852" y="64"/>
                </a:lnTo>
                <a:lnTo>
                  <a:pt x="851" y="64"/>
                </a:lnTo>
                <a:lnTo>
                  <a:pt x="851" y="65"/>
                </a:lnTo>
                <a:lnTo>
                  <a:pt x="852" y="65"/>
                </a:lnTo>
                <a:lnTo>
                  <a:pt x="853" y="65"/>
                </a:lnTo>
                <a:lnTo>
                  <a:pt x="853" y="64"/>
                </a:lnTo>
                <a:lnTo>
                  <a:pt x="852" y="63"/>
                </a:lnTo>
                <a:lnTo>
                  <a:pt x="853" y="63"/>
                </a:lnTo>
                <a:lnTo>
                  <a:pt x="854" y="63"/>
                </a:lnTo>
                <a:lnTo>
                  <a:pt x="855" y="63"/>
                </a:lnTo>
                <a:lnTo>
                  <a:pt x="856" y="63"/>
                </a:lnTo>
                <a:lnTo>
                  <a:pt x="857" y="63"/>
                </a:lnTo>
                <a:lnTo>
                  <a:pt x="858" y="63"/>
                </a:lnTo>
                <a:lnTo>
                  <a:pt x="859" y="63"/>
                </a:lnTo>
                <a:lnTo>
                  <a:pt x="860" y="63"/>
                </a:lnTo>
                <a:lnTo>
                  <a:pt x="861" y="63"/>
                </a:lnTo>
                <a:lnTo>
                  <a:pt x="861" y="62"/>
                </a:lnTo>
                <a:lnTo>
                  <a:pt x="861" y="61"/>
                </a:lnTo>
                <a:lnTo>
                  <a:pt x="862" y="61"/>
                </a:lnTo>
                <a:lnTo>
                  <a:pt x="862" y="60"/>
                </a:lnTo>
                <a:lnTo>
                  <a:pt x="863" y="59"/>
                </a:lnTo>
                <a:lnTo>
                  <a:pt x="863" y="58"/>
                </a:lnTo>
                <a:lnTo>
                  <a:pt x="864" y="58"/>
                </a:lnTo>
                <a:lnTo>
                  <a:pt x="865" y="57"/>
                </a:lnTo>
                <a:lnTo>
                  <a:pt x="865" y="59"/>
                </a:lnTo>
                <a:lnTo>
                  <a:pt x="866" y="59"/>
                </a:lnTo>
                <a:lnTo>
                  <a:pt x="866" y="58"/>
                </a:lnTo>
                <a:lnTo>
                  <a:pt x="866" y="59"/>
                </a:lnTo>
                <a:lnTo>
                  <a:pt x="867" y="60"/>
                </a:lnTo>
                <a:lnTo>
                  <a:pt x="869" y="61"/>
                </a:lnTo>
                <a:lnTo>
                  <a:pt x="869" y="62"/>
                </a:lnTo>
                <a:lnTo>
                  <a:pt x="870" y="62"/>
                </a:lnTo>
                <a:lnTo>
                  <a:pt x="869" y="63"/>
                </a:lnTo>
                <a:lnTo>
                  <a:pt x="870" y="64"/>
                </a:lnTo>
                <a:lnTo>
                  <a:pt x="871" y="64"/>
                </a:lnTo>
                <a:lnTo>
                  <a:pt x="872" y="64"/>
                </a:lnTo>
                <a:lnTo>
                  <a:pt x="873" y="63"/>
                </a:lnTo>
                <a:lnTo>
                  <a:pt x="874" y="63"/>
                </a:lnTo>
                <a:lnTo>
                  <a:pt x="874" y="65"/>
                </a:lnTo>
                <a:lnTo>
                  <a:pt x="873" y="66"/>
                </a:lnTo>
                <a:lnTo>
                  <a:pt x="872" y="68"/>
                </a:lnTo>
                <a:lnTo>
                  <a:pt x="873" y="68"/>
                </a:lnTo>
                <a:lnTo>
                  <a:pt x="874" y="69"/>
                </a:lnTo>
                <a:lnTo>
                  <a:pt x="875" y="69"/>
                </a:lnTo>
                <a:lnTo>
                  <a:pt x="876" y="68"/>
                </a:lnTo>
                <a:lnTo>
                  <a:pt x="877" y="68"/>
                </a:lnTo>
                <a:lnTo>
                  <a:pt x="878" y="68"/>
                </a:lnTo>
                <a:lnTo>
                  <a:pt x="879" y="68"/>
                </a:lnTo>
                <a:lnTo>
                  <a:pt x="880" y="67"/>
                </a:lnTo>
                <a:lnTo>
                  <a:pt x="881" y="67"/>
                </a:lnTo>
                <a:lnTo>
                  <a:pt x="882" y="66"/>
                </a:lnTo>
                <a:lnTo>
                  <a:pt x="883" y="65"/>
                </a:lnTo>
                <a:lnTo>
                  <a:pt x="884" y="64"/>
                </a:lnTo>
                <a:lnTo>
                  <a:pt x="885" y="63"/>
                </a:lnTo>
                <a:lnTo>
                  <a:pt x="886" y="63"/>
                </a:lnTo>
                <a:lnTo>
                  <a:pt x="887" y="63"/>
                </a:lnTo>
                <a:lnTo>
                  <a:pt x="888" y="62"/>
                </a:lnTo>
                <a:lnTo>
                  <a:pt x="888" y="61"/>
                </a:lnTo>
                <a:lnTo>
                  <a:pt x="888" y="60"/>
                </a:lnTo>
                <a:lnTo>
                  <a:pt x="887" y="59"/>
                </a:lnTo>
                <a:lnTo>
                  <a:pt x="887" y="58"/>
                </a:lnTo>
                <a:lnTo>
                  <a:pt x="888" y="58"/>
                </a:lnTo>
                <a:lnTo>
                  <a:pt x="888" y="57"/>
                </a:lnTo>
                <a:lnTo>
                  <a:pt x="889" y="56"/>
                </a:lnTo>
                <a:lnTo>
                  <a:pt x="890" y="56"/>
                </a:lnTo>
                <a:lnTo>
                  <a:pt x="891" y="56"/>
                </a:lnTo>
                <a:lnTo>
                  <a:pt x="890" y="55"/>
                </a:lnTo>
                <a:lnTo>
                  <a:pt x="891" y="54"/>
                </a:lnTo>
                <a:lnTo>
                  <a:pt x="892" y="54"/>
                </a:lnTo>
                <a:lnTo>
                  <a:pt x="893" y="54"/>
                </a:lnTo>
                <a:lnTo>
                  <a:pt x="893" y="55"/>
                </a:lnTo>
                <a:lnTo>
                  <a:pt x="893" y="56"/>
                </a:lnTo>
                <a:lnTo>
                  <a:pt x="893" y="57"/>
                </a:lnTo>
                <a:lnTo>
                  <a:pt x="894" y="58"/>
                </a:lnTo>
                <a:lnTo>
                  <a:pt x="895" y="58"/>
                </a:lnTo>
                <a:lnTo>
                  <a:pt x="896" y="58"/>
                </a:lnTo>
                <a:lnTo>
                  <a:pt x="897" y="59"/>
                </a:lnTo>
                <a:lnTo>
                  <a:pt x="896" y="60"/>
                </a:lnTo>
                <a:lnTo>
                  <a:pt x="895" y="61"/>
                </a:lnTo>
                <a:lnTo>
                  <a:pt x="894" y="61"/>
                </a:lnTo>
                <a:lnTo>
                  <a:pt x="893" y="61"/>
                </a:lnTo>
                <a:lnTo>
                  <a:pt x="893" y="62"/>
                </a:lnTo>
                <a:lnTo>
                  <a:pt x="892" y="62"/>
                </a:lnTo>
                <a:lnTo>
                  <a:pt x="892" y="63"/>
                </a:lnTo>
                <a:lnTo>
                  <a:pt x="891" y="63"/>
                </a:lnTo>
                <a:lnTo>
                  <a:pt x="891" y="65"/>
                </a:lnTo>
                <a:lnTo>
                  <a:pt x="892" y="66"/>
                </a:lnTo>
                <a:lnTo>
                  <a:pt x="893" y="66"/>
                </a:lnTo>
                <a:lnTo>
                  <a:pt x="893" y="67"/>
                </a:lnTo>
                <a:lnTo>
                  <a:pt x="892" y="67"/>
                </a:lnTo>
                <a:lnTo>
                  <a:pt x="893" y="67"/>
                </a:lnTo>
                <a:lnTo>
                  <a:pt x="894" y="67"/>
                </a:lnTo>
                <a:lnTo>
                  <a:pt x="895" y="67"/>
                </a:lnTo>
                <a:lnTo>
                  <a:pt x="895" y="66"/>
                </a:lnTo>
                <a:lnTo>
                  <a:pt x="895" y="67"/>
                </a:lnTo>
                <a:lnTo>
                  <a:pt x="896" y="68"/>
                </a:lnTo>
                <a:lnTo>
                  <a:pt x="896" y="69"/>
                </a:lnTo>
                <a:lnTo>
                  <a:pt x="898" y="70"/>
                </a:lnTo>
                <a:lnTo>
                  <a:pt x="898" y="71"/>
                </a:lnTo>
                <a:lnTo>
                  <a:pt x="898" y="72"/>
                </a:lnTo>
                <a:lnTo>
                  <a:pt x="898" y="73"/>
                </a:lnTo>
                <a:lnTo>
                  <a:pt x="898" y="74"/>
                </a:lnTo>
                <a:lnTo>
                  <a:pt x="899" y="74"/>
                </a:lnTo>
                <a:lnTo>
                  <a:pt x="900" y="74"/>
                </a:lnTo>
                <a:lnTo>
                  <a:pt x="900" y="75"/>
                </a:lnTo>
                <a:lnTo>
                  <a:pt x="901" y="75"/>
                </a:lnTo>
                <a:lnTo>
                  <a:pt x="902" y="75"/>
                </a:lnTo>
                <a:lnTo>
                  <a:pt x="902" y="76"/>
                </a:lnTo>
                <a:lnTo>
                  <a:pt x="902" y="77"/>
                </a:lnTo>
                <a:lnTo>
                  <a:pt x="903" y="77"/>
                </a:lnTo>
                <a:lnTo>
                  <a:pt x="904" y="78"/>
                </a:lnTo>
                <a:lnTo>
                  <a:pt x="904" y="77"/>
                </a:lnTo>
                <a:lnTo>
                  <a:pt x="905" y="77"/>
                </a:lnTo>
                <a:lnTo>
                  <a:pt x="906" y="77"/>
                </a:lnTo>
                <a:lnTo>
                  <a:pt x="907" y="77"/>
                </a:lnTo>
                <a:lnTo>
                  <a:pt x="908" y="76"/>
                </a:lnTo>
                <a:lnTo>
                  <a:pt x="909" y="77"/>
                </a:lnTo>
                <a:lnTo>
                  <a:pt x="909" y="78"/>
                </a:lnTo>
                <a:lnTo>
                  <a:pt x="911" y="79"/>
                </a:lnTo>
                <a:lnTo>
                  <a:pt x="911" y="80"/>
                </a:lnTo>
                <a:lnTo>
                  <a:pt x="911" y="81"/>
                </a:lnTo>
                <a:lnTo>
                  <a:pt x="911" y="82"/>
                </a:lnTo>
                <a:lnTo>
                  <a:pt x="911" y="83"/>
                </a:lnTo>
                <a:lnTo>
                  <a:pt x="912" y="84"/>
                </a:lnTo>
                <a:lnTo>
                  <a:pt x="913" y="85"/>
                </a:lnTo>
                <a:lnTo>
                  <a:pt x="913" y="86"/>
                </a:lnTo>
                <a:lnTo>
                  <a:pt x="913" y="87"/>
                </a:lnTo>
                <a:lnTo>
                  <a:pt x="913" y="88"/>
                </a:lnTo>
                <a:lnTo>
                  <a:pt x="913" y="89"/>
                </a:lnTo>
                <a:lnTo>
                  <a:pt x="913" y="90"/>
                </a:lnTo>
                <a:lnTo>
                  <a:pt x="912" y="91"/>
                </a:lnTo>
                <a:lnTo>
                  <a:pt x="913" y="92"/>
                </a:lnTo>
                <a:lnTo>
                  <a:pt x="914" y="92"/>
                </a:lnTo>
                <a:lnTo>
                  <a:pt x="915" y="92"/>
                </a:lnTo>
                <a:lnTo>
                  <a:pt x="916" y="93"/>
                </a:lnTo>
                <a:lnTo>
                  <a:pt x="917" y="92"/>
                </a:lnTo>
                <a:lnTo>
                  <a:pt x="918" y="91"/>
                </a:lnTo>
                <a:lnTo>
                  <a:pt x="919" y="91"/>
                </a:lnTo>
                <a:lnTo>
                  <a:pt x="919" y="92"/>
                </a:lnTo>
                <a:lnTo>
                  <a:pt x="920" y="91"/>
                </a:lnTo>
                <a:lnTo>
                  <a:pt x="920" y="90"/>
                </a:lnTo>
                <a:lnTo>
                  <a:pt x="921" y="90"/>
                </a:lnTo>
                <a:lnTo>
                  <a:pt x="921" y="89"/>
                </a:lnTo>
                <a:lnTo>
                  <a:pt x="922" y="88"/>
                </a:lnTo>
                <a:lnTo>
                  <a:pt x="923" y="87"/>
                </a:lnTo>
                <a:lnTo>
                  <a:pt x="924" y="86"/>
                </a:lnTo>
                <a:lnTo>
                  <a:pt x="924" y="85"/>
                </a:lnTo>
                <a:lnTo>
                  <a:pt x="924" y="84"/>
                </a:lnTo>
                <a:lnTo>
                  <a:pt x="925" y="84"/>
                </a:lnTo>
                <a:lnTo>
                  <a:pt x="926" y="85"/>
                </a:lnTo>
                <a:lnTo>
                  <a:pt x="927" y="85"/>
                </a:lnTo>
                <a:lnTo>
                  <a:pt x="928" y="85"/>
                </a:lnTo>
                <a:lnTo>
                  <a:pt x="928" y="86"/>
                </a:lnTo>
                <a:lnTo>
                  <a:pt x="929" y="86"/>
                </a:lnTo>
                <a:lnTo>
                  <a:pt x="929" y="85"/>
                </a:lnTo>
                <a:lnTo>
                  <a:pt x="930" y="85"/>
                </a:lnTo>
                <a:lnTo>
                  <a:pt x="931" y="84"/>
                </a:lnTo>
                <a:lnTo>
                  <a:pt x="932" y="84"/>
                </a:lnTo>
                <a:lnTo>
                  <a:pt x="933" y="83"/>
                </a:lnTo>
                <a:lnTo>
                  <a:pt x="934" y="83"/>
                </a:lnTo>
                <a:lnTo>
                  <a:pt x="935" y="82"/>
                </a:lnTo>
                <a:lnTo>
                  <a:pt x="936" y="82"/>
                </a:lnTo>
                <a:lnTo>
                  <a:pt x="937" y="82"/>
                </a:lnTo>
                <a:lnTo>
                  <a:pt x="938" y="82"/>
                </a:lnTo>
                <a:lnTo>
                  <a:pt x="939" y="82"/>
                </a:lnTo>
                <a:lnTo>
                  <a:pt x="939" y="81"/>
                </a:lnTo>
                <a:lnTo>
                  <a:pt x="940" y="81"/>
                </a:lnTo>
                <a:lnTo>
                  <a:pt x="941" y="81"/>
                </a:lnTo>
                <a:lnTo>
                  <a:pt x="942" y="80"/>
                </a:lnTo>
                <a:lnTo>
                  <a:pt x="943" y="80"/>
                </a:lnTo>
                <a:lnTo>
                  <a:pt x="944" y="80"/>
                </a:lnTo>
                <a:lnTo>
                  <a:pt x="945" y="81"/>
                </a:lnTo>
                <a:lnTo>
                  <a:pt x="946" y="82"/>
                </a:lnTo>
                <a:lnTo>
                  <a:pt x="946" y="81"/>
                </a:lnTo>
                <a:lnTo>
                  <a:pt x="946" y="80"/>
                </a:lnTo>
                <a:lnTo>
                  <a:pt x="947" y="80"/>
                </a:lnTo>
                <a:lnTo>
                  <a:pt x="948" y="80"/>
                </a:lnTo>
                <a:lnTo>
                  <a:pt x="948" y="79"/>
                </a:lnTo>
                <a:lnTo>
                  <a:pt x="948" y="78"/>
                </a:lnTo>
                <a:lnTo>
                  <a:pt x="949" y="78"/>
                </a:lnTo>
                <a:lnTo>
                  <a:pt x="950" y="77"/>
                </a:lnTo>
                <a:lnTo>
                  <a:pt x="951" y="78"/>
                </a:lnTo>
                <a:lnTo>
                  <a:pt x="952" y="77"/>
                </a:lnTo>
                <a:lnTo>
                  <a:pt x="953" y="78"/>
                </a:lnTo>
                <a:lnTo>
                  <a:pt x="953" y="79"/>
                </a:lnTo>
                <a:lnTo>
                  <a:pt x="954" y="80"/>
                </a:lnTo>
                <a:lnTo>
                  <a:pt x="954" y="81"/>
                </a:lnTo>
                <a:lnTo>
                  <a:pt x="954" y="82"/>
                </a:lnTo>
                <a:lnTo>
                  <a:pt x="953" y="83"/>
                </a:lnTo>
                <a:lnTo>
                  <a:pt x="952" y="83"/>
                </a:lnTo>
                <a:lnTo>
                  <a:pt x="952" y="84"/>
                </a:lnTo>
                <a:lnTo>
                  <a:pt x="952" y="85"/>
                </a:lnTo>
                <a:lnTo>
                  <a:pt x="952" y="86"/>
                </a:lnTo>
                <a:lnTo>
                  <a:pt x="952" y="87"/>
                </a:lnTo>
                <a:lnTo>
                  <a:pt x="951" y="87"/>
                </a:lnTo>
                <a:lnTo>
                  <a:pt x="950" y="89"/>
                </a:lnTo>
                <a:lnTo>
                  <a:pt x="950" y="90"/>
                </a:lnTo>
                <a:lnTo>
                  <a:pt x="949" y="91"/>
                </a:lnTo>
                <a:lnTo>
                  <a:pt x="949" y="92"/>
                </a:lnTo>
                <a:lnTo>
                  <a:pt x="948" y="92"/>
                </a:lnTo>
                <a:lnTo>
                  <a:pt x="948" y="93"/>
                </a:lnTo>
                <a:lnTo>
                  <a:pt x="949" y="93"/>
                </a:lnTo>
                <a:lnTo>
                  <a:pt x="949" y="94"/>
                </a:lnTo>
                <a:lnTo>
                  <a:pt x="949" y="95"/>
                </a:lnTo>
                <a:lnTo>
                  <a:pt x="948" y="95"/>
                </a:lnTo>
                <a:lnTo>
                  <a:pt x="948" y="96"/>
                </a:lnTo>
                <a:lnTo>
                  <a:pt x="948" y="97"/>
                </a:lnTo>
                <a:lnTo>
                  <a:pt x="948" y="98"/>
                </a:lnTo>
                <a:lnTo>
                  <a:pt x="949" y="98"/>
                </a:lnTo>
                <a:lnTo>
                  <a:pt x="949" y="99"/>
                </a:lnTo>
                <a:lnTo>
                  <a:pt x="950" y="99"/>
                </a:lnTo>
                <a:lnTo>
                  <a:pt x="951" y="99"/>
                </a:lnTo>
                <a:lnTo>
                  <a:pt x="951" y="100"/>
                </a:lnTo>
                <a:lnTo>
                  <a:pt x="952" y="101"/>
                </a:lnTo>
                <a:lnTo>
                  <a:pt x="953" y="102"/>
                </a:lnTo>
                <a:lnTo>
                  <a:pt x="953" y="103"/>
                </a:lnTo>
                <a:lnTo>
                  <a:pt x="955" y="104"/>
                </a:lnTo>
                <a:lnTo>
                  <a:pt x="956" y="105"/>
                </a:lnTo>
                <a:lnTo>
                  <a:pt x="957" y="105"/>
                </a:lnTo>
                <a:lnTo>
                  <a:pt x="957" y="106"/>
                </a:lnTo>
                <a:lnTo>
                  <a:pt x="958" y="106"/>
                </a:lnTo>
                <a:lnTo>
                  <a:pt x="958" y="105"/>
                </a:lnTo>
                <a:lnTo>
                  <a:pt x="959" y="104"/>
                </a:lnTo>
                <a:lnTo>
                  <a:pt x="960" y="105"/>
                </a:lnTo>
                <a:lnTo>
                  <a:pt x="962" y="106"/>
                </a:lnTo>
                <a:lnTo>
                  <a:pt x="962" y="107"/>
                </a:lnTo>
                <a:lnTo>
                  <a:pt x="963" y="107"/>
                </a:lnTo>
                <a:lnTo>
                  <a:pt x="964" y="109"/>
                </a:lnTo>
                <a:lnTo>
                  <a:pt x="963" y="110"/>
                </a:lnTo>
                <a:lnTo>
                  <a:pt x="962" y="110"/>
                </a:lnTo>
                <a:lnTo>
                  <a:pt x="961" y="111"/>
                </a:lnTo>
                <a:lnTo>
                  <a:pt x="961" y="112"/>
                </a:lnTo>
                <a:lnTo>
                  <a:pt x="962" y="113"/>
                </a:lnTo>
                <a:lnTo>
                  <a:pt x="963" y="114"/>
                </a:lnTo>
                <a:lnTo>
                  <a:pt x="964" y="115"/>
                </a:lnTo>
                <a:lnTo>
                  <a:pt x="965" y="116"/>
                </a:lnTo>
                <a:lnTo>
                  <a:pt x="965" y="117"/>
                </a:lnTo>
                <a:lnTo>
                  <a:pt x="966" y="116"/>
                </a:lnTo>
                <a:lnTo>
                  <a:pt x="966" y="117"/>
                </a:lnTo>
                <a:lnTo>
                  <a:pt x="966" y="118"/>
                </a:lnTo>
                <a:lnTo>
                  <a:pt x="967" y="119"/>
                </a:lnTo>
                <a:lnTo>
                  <a:pt x="968" y="118"/>
                </a:lnTo>
                <a:lnTo>
                  <a:pt x="969" y="119"/>
                </a:lnTo>
                <a:lnTo>
                  <a:pt x="970" y="119"/>
                </a:lnTo>
                <a:lnTo>
                  <a:pt x="971" y="120"/>
                </a:lnTo>
                <a:lnTo>
                  <a:pt x="971" y="121"/>
                </a:lnTo>
                <a:lnTo>
                  <a:pt x="971" y="122"/>
                </a:lnTo>
                <a:lnTo>
                  <a:pt x="970" y="123"/>
                </a:lnTo>
                <a:lnTo>
                  <a:pt x="971" y="123"/>
                </a:lnTo>
                <a:lnTo>
                  <a:pt x="971" y="124"/>
                </a:lnTo>
                <a:lnTo>
                  <a:pt x="970" y="124"/>
                </a:lnTo>
                <a:lnTo>
                  <a:pt x="971" y="125"/>
                </a:lnTo>
                <a:lnTo>
                  <a:pt x="972" y="125"/>
                </a:lnTo>
                <a:lnTo>
                  <a:pt x="972" y="126"/>
                </a:lnTo>
                <a:lnTo>
                  <a:pt x="973" y="126"/>
                </a:lnTo>
                <a:lnTo>
                  <a:pt x="973" y="127"/>
                </a:lnTo>
                <a:lnTo>
                  <a:pt x="974" y="128"/>
                </a:lnTo>
                <a:lnTo>
                  <a:pt x="975" y="129"/>
                </a:lnTo>
                <a:lnTo>
                  <a:pt x="974" y="129"/>
                </a:lnTo>
                <a:lnTo>
                  <a:pt x="974" y="130"/>
                </a:lnTo>
                <a:lnTo>
                  <a:pt x="974" y="131"/>
                </a:lnTo>
                <a:lnTo>
                  <a:pt x="974" y="132"/>
                </a:lnTo>
                <a:lnTo>
                  <a:pt x="974" y="133"/>
                </a:lnTo>
                <a:lnTo>
                  <a:pt x="975" y="133"/>
                </a:lnTo>
                <a:lnTo>
                  <a:pt x="975" y="134"/>
                </a:lnTo>
                <a:lnTo>
                  <a:pt x="974" y="134"/>
                </a:lnTo>
                <a:lnTo>
                  <a:pt x="975" y="134"/>
                </a:lnTo>
                <a:lnTo>
                  <a:pt x="976" y="134"/>
                </a:lnTo>
                <a:lnTo>
                  <a:pt x="977" y="134"/>
                </a:lnTo>
                <a:lnTo>
                  <a:pt x="978" y="134"/>
                </a:lnTo>
                <a:lnTo>
                  <a:pt x="978" y="135"/>
                </a:lnTo>
                <a:lnTo>
                  <a:pt x="978" y="136"/>
                </a:lnTo>
                <a:lnTo>
                  <a:pt x="978" y="137"/>
                </a:lnTo>
                <a:lnTo>
                  <a:pt x="978" y="138"/>
                </a:lnTo>
                <a:lnTo>
                  <a:pt x="978" y="139"/>
                </a:lnTo>
                <a:lnTo>
                  <a:pt x="978" y="140"/>
                </a:lnTo>
                <a:lnTo>
                  <a:pt x="979" y="141"/>
                </a:lnTo>
                <a:lnTo>
                  <a:pt x="978" y="142"/>
                </a:lnTo>
                <a:lnTo>
                  <a:pt x="978" y="143"/>
                </a:lnTo>
                <a:lnTo>
                  <a:pt x="978" y="144"/>
                </a:lnTo>
                <a:lnTo>
                  <a:pt x="979" y="144"/>
                </a:lnTo>
                <a:lnTo>
                  <a:pt x="980" y="144"/>
                </a:lnTo>
                <a:lnTo>
                  <a:pt x="981" y="144"/>
                </a:lnTo>
                <a:lnTo>
                  <a:pt x="982" y="144"/>
                </a:lnTo>
                <a:lnTo>
                  <a:pt x="983" y="145"/>
                </a:lnTo>
                <a:lnTo>
                  <a:pt x="983" y="146"/>
                </a:lnTo>
                <a:lnTo>
                  <a:pt x="984" y="146"/>
                </a:lnTo>
                <a:lnTo>
                  <a:pt x="985" y="146"/>
                </a:lnTo>
                <a:lnTo>
                  <a:pt x="986" y="146"/>
                </a:lnTo>
                <a:lnTo>
                  <a:pt x="986" y="147"/>
                </a:lnTo>
                <a:lnTo>
                  <a:pt x="987" y="147"/>
                </a:lnTo>
                <a:lnTo>
                  <a:pt x="987" y="148"/>
                </a:lnTo>
                <a:lnTo>
                  <a:pt x="987" y="147"/>
                </a:lnTo>
                <a:lnTo>
                  <a:pt x="988" y="148"/>
                </a:lnTo>
                <a:lnTo>
                  <a:pt x="987" y="148"/>
                </a:lnTo>
                <a:lnTo>
                  <a:pt x="987" y="149"/>
                </a:lnTo>
                <a:lnTo>
                  <a:pt x="987" y="150"/>
                </a:lnTo>
                <a:lnTo>
                  <a:pt x="986" y="150"/>
                </a:lnTo>
                <a:lnTo>
                  <a:pt x="986" y="151"/>
                </a:lnTo>
                <a:lnTo>
                  <a:pt x="985" y="151"/>
                </a:lnTo>
                <a:lnTo>
                  <a:pt x="985" y="152"/>
                </a:lnTo>
                <a:lnTo>
                  <a:pt x="984" y="153"/>
                </a:lnTo>
                <a:lnTo>
                  <a:pt x="983" y="153"/>
                </a:lnTo>
                <a:lnTo>
                  <a:pt x="983" y="154"/>
                </a:lnTo>
                <a:lnTo>
                  <a:pt x="982" y="154"/>
                </a:lnTo>
                <a:lnTo>
                  <a:pt x="982" y="155"/>
                </a:lnTo>
                <a:lnTo>
                  <a:pt x="981" y="155"/>
                </a:lnTo>
                <a:lnTo>
                  <a:pt x="981" y="156"/>
                </a:lnTo>
                <a:lnTo>
                  <a:pt x="981" y="157"/>
                </a:lnTo>
                <a:lnTo>
                  <a:pt x="980" y="157"/>
                </a:lnTo>
                <a:lnTo>
                  <a:pt x="980" y="158"/>
                </a:lnTo>
                <a:lnTo>
                  <a:pt x="980" y="159"/>
                </a:lnTo>
                <a:lnTo>
                  <a:pt x="980" y="160"/>
                </a:lnTo>
                <a:lnTo>
                  <a:pt x="979" y="161"/>
                </a:lnTo>
                <a:lnTo>
                  <a:pt x="979" y="162"/>
                </a:lnTo>
                <a:lnTo>
                  <a:pt x="980" y="162"/>
                </a:lnTo>
                <a:lnTo>
                  <a:pt x="980" y="163"/>
                </a:lnTo>
                <a:lnTo>
                  <a:pt x="980" y="165"/>
                </a:lnTo>
                <a:lnTo>
                  <a:pt x="981" y="166"/>
                </a:lnTo>
                <a:lnTo>
                  <a:pt x="981" y="167"/>
                </a:lnTo>
                <a:lnTo>
                  <a:pt x="982" y="167"/>
                </a:lnTo>
                <a:lnTo>
                  <a:pt x="981" y="168"/>
                </a:lnTo>
                <a:lnTo>
                  <a:pt x="982" y="168"/>
                </a:lnTo>
                <a:lnTo>
                  <a:pt x="983" y="168"/>
                </a:lnTo>
                <a:lnTo>
                  <a:pt x="984" y="168"/>
                </a:lnTo>
                <a:lnTo>
                  <a:pt x="984" y="171"/>
                </a:lnTo>
                <a:lnTo>
                  <a:pt x="983" y="172"/>
                </a:lnTo>
                <a:lnTo>
                  <a:pt x="983" y="173"/>
                </a:lnTo>
                <a:lnTo>
                  <a:pt x="984" y="173"/>
                </a:lnTo>
                <a:lnTo>
                  <a:pt x="985" y="174"/>
                </a:lnTo>
                <a:lnTo>
                  <a:pt x="985" y="175"/>
                </a:lnTo>
                <a:lnTo>
                  <a:pt x="985" y="176"/>
                </a:lnTo>
                <a:lnTo>
                  <a:pt x="986" y="175"/>
                </a:lnTo>
                <a:lnTo>
                  <a:pt x="988" y="176"/>
                </a:lnTo>
                <a:lnTo>
                  <a:pt x="989" y="176"/>
                </a:lnTo>
                <a:lnTo>
                  <a:pt x="989" y="177"/>
                </a:lnTo>
                <a:lnTo>
                  <a:pt x="988" y="178"/>
                </a:lnTo>
                <a:lnTo>
                  <a:pt x="988" y="179"/>
                </a:lnTo>
                <a:lnTo>
                  <a:pt x="988" y="181"/>
                </a:lnTo>
                <a:lnTo>
                  <a:pt x="989" y="181"/>
                </a:lnTo>
                <a:lnTo>
                  <a:pt x="989" y="182"/>
                </a:lnTo>
                <a:lnTo>
                  <a:pt x="990" y="183"/>
                </a:lnTo>
                <a:lnTo>
                  <a:pt x="990" y="184"/>
                </a:lnTo>
                <a:lnTo>
                  <a:pt x="990" y="186"/>
                </a:lnTo>
                <a:lnTo>
                  <a:pt x="989" y="187"/>
                </a:lnTo>
                <a:lnTo>
                  <a:pt x="988" y="188"/>
                </a:lnTo>
                <a:lnTo>
                  <a:pt x="987" y="188"/>
                </a:lnTo>
                <a:lnTo>
                  <a:pt x="986" y="189"/>
                </a:lnTo>
                <a:lnTo>
                  <a:pt x="987" y="189"/>
                </a:lnTo>
                <a:lnTo>
                  <a:pt x="987" y="190"/>
                </a:lnTo>
                <a:lnTo>
                  <a:pt x="988" y="190"/>
                </a:lnTo>
                <a:lnTo>
                  <a:pt x="987" y="191"/>
                </a:lnTo>
                <a:lnTo>
                  <a:pt x="988" y="191"/>
                </a:lnTo>
                <a:lnTo>
                  <a:pt x="990" y="192"/>
                </a:lnTo>
                <a:lnTo>
                  <a:pt x="990" y="193"/>
                </a:lnTo>
                <a:lnTo>
                  <a:pt x="990" y="194"/>
                </a:lnTo>
                <a:lnTo>
                  <a:pt x="990" y="196"/>
                </a:lnTo>
                <a:lnTo>
                  <a:pt x="989" y="196"/>
                </a:lnTo>
                <a:lnTo>
                  <a:pt x="988" y="196"/>
                </a:lnTo>
                <a:lnTo>
                  <a:pt x="988" y="197"/>
                </a:lnTo>
                <a:lnTo>
                  <a:pt x="989" y="197"/>
                </a:lnTo>
                <a:lnTo>
                  <a:pt x="989" y="198"/>
                </a:lnTo>
                <a:lnTo>
                  <a:pt x="990" y="198"/>
                </a:lnTo>
                <a:lnTo>
                  <a:pt x="991" y="198"/>
                </a:lnTo>
                <a:lnTo>
                  <a:pt x="991" y="197"/>
                </a:lnTo>
                <a:lnTo>
                  <a:pt x="992" y="197"/>
                </a:lnTo>
                <a:lnTo>
                  <a:pt x="993" y="197"/>
                </a:lnTo>
                <a:lnTo>
                  <a:pt x="994" y="197"/>
                </a:lnTo>
                <a:lnTo>
                  <a:pt x="995" y="197"/>
                </a:lnTo>
                <a:lnTo>
                  <a:pt x="997" y="199"/>
                </a:lnTo>
                <a:lnTo>
                  <a:pt x="998" y="201"/>
                </a:lnTo>
                <a:lnTo>
                  <a:pt x="998" y="202"/>
                </a:lnTo>
                <a:lnTo>
                  <a:pt x="999" y="201"/>
                </a:lnTo>
                <a:lnTo>
                  <a:pt x="999" y="202"/>
                </a:lnTo>
                <a:lnTo>
                  <a:pt x="999" y="203"/>
                </a:lnTo>
                <a:lnTo>
                  <a:pt x="998" y="204"/>
                </a:lnTo>
                <a:lnTo>
                  <a:pt x="998" y="205"/>
                </a:lnTo>
                <a:lnTo>
                  <a:pt x="999" y="206"/>
                </a:lnTo>
                <a:lnTo>
                  <a:pt x="1000" y="206"/>
                </a:lnTo>
                <a:lnTo>
                  <a:pt x="1000" y="207"/>
                </a:lnTo>
                <a:lnTo>
                  <a:pt x="1000" y="208"/>
                </a:lnTo>
                <a:lnTo>
                  <a:pt x="1001" y="210"/>
                </a:lnTo>
                <a:lnTo>
                  <a:pt x="1002" y="212"/>
                </a:lnTo>
                <a:lnTo>
                  <a:pt x="1002" y="213"/>
                </a:lnTo>
                <a:lnTo>
                  <a:pt x="1003" y="215"/>
                </a:lnTo>
                <a:lnTo>
                  <a:pt x="1003" y="216"/>
                </a:lnTo>
                <a:lnTo>
                  <a:pt x="1003" y="217"/>
                </a:lnTo>
                <a:lnTo>
                  <a:pt x="1004" y="217"/>
                </a:lnTo>
                <a:lnTo>
                  <a:pt x="1003" y="218"/>
                </a:lnTo>
                <a:lnTo>
                  <a:pt x="1004" y="220"/>
                </a:lnTo>
                <a:lnTo>
                  <a:pt x="1005" y="222"/>
                </a:lnTo>
                <a:lnTo>
                  <a:pt x="1006" y="222"/>
                </a:lnTo>
                <a:lnTo>
                  <a:pt x="1007" y="222"/>
                </a:lnTo>
                <a:lnTo>
                  <a:pt x="1007" y="223"/>
                </a:lnTo>
                <a:lnTo>
                  <a:pt x="1008" y="222"/>
                </a:lnTo>
                <a:lnTo>
                  <a:pt x="1009" y="223"/>
                </a:lnTo>
                <a:lnTo>
                  <a:pt x="1010" y="225"/>
                </a:lnTo>
                <a:lnTo>
                  <a:pt x="1010" y="224"/>
                </a:lnTo>
                <a:lnTo>
                  <a:pt x="1011" y="224"/>
                </a:lnTo>
                <a:lnTo>
                  <a:pt x="1011" y="225"/>
                </a:lnTo>
                <a:lnTo>
                  <a:pt x="1014" y="225"/>
                </a:lnTo>
                <a:lnTo>
                  <a:pt x="1014" y="226"/>
                </a:lnTo>
                <a:lnTo>
                  <a:pt x="1015" y="227"/>
                </a:lnTo>
                <a:lnTo>
                  <a:pt x="1016" y="226"/>
                </a:lnTo>
                <a:lnTo>
                  <a:pt x="1017" y="225"/>
                </a:lnTo>
                <a:lnTo>
                  <a:pt x="1018" y="225"/>
                </a:lnTo>
                <a:lnTo>
                  <a:pt x="1018" y="226"/>
                </a:lnTo>
                <a:lnTo>
                  <a:pt x="1019" y="227"/>
                </a:lnTo>
                <a:lnTo>
                  <a:pt x="1020" y="227"/>
                </a:lnTo>
                <a:lnTo>
                  <a:pt x="1022" y="227"/>
                </a:lnTo>
                <a:lnTo>
                  <a:pt x="1024" y="228"/>
                </a:lnTo>
                <a:lnTo>
                  <a:pt x="1025" y="229"/>
                </a:lnTo>
                <a:lnTo>
                  <a:pt x="1025" y="230"/>
                </a:lnTo>
                <a:lnTo>
                  <a:pt x="1024" y="230"/>
                </a:lnTo>
                <a:lnTo>
                  <a:pt x="1022" y="231"/>
                </a:lnTo>
                <a:lnTo>
                  <a:pt x="1021" y="232"/>
                </a:lnTo>
                <a:lnTo>
                  <a:pt x="1020" y="233"/>
                </a:lnTo>
                <a:lnTo>
                  <a:pt x="1019" y="234"/>
                </a:lnTo>
                <a:lnTo>
                  <a:pt x="1018" y="235"/>
                </a:lnTo>
                <a:lnTo>
                  <a:pt x="1018" y="236"/>
                </a:lnTo>
                <a:lnTo>
                  <a:pt x="1017" y="237"/>
                </a:lnTo>
                <a:lnTo>
                  <a:pt x="1017" y="238"/>
                </a:lnTo>
                <a:lnTo>
                  <a:pt x="1017" y="239"/>
                </a:lnTo>
                <a:lnTo>
                  <a:pt x="1016" y="239"/>
                </a:lnTo>
                <a:lnTo>
                  <a:pt x="1015" y="239"/>
                </a:lnTo>
                <a:lnTo>
                  <a:pt x="1014" y="239"/>
                </a:lnTo>
                <a:lnTo>
                  <a:pt x="1014" y="240"/>
                </a:lnTo>
                <a:lnTo>
                  <a:pt x="1013" y="240"/>
                </a:lnTo>
                <a:lnTo>
                  <a:pt x="1013" y="241"/>
                </a:lnTo>
                <a:lnTo>
                  <a:pt x="1012" y="242"/>
                </a:lnTo>
                <a:lnTo>
                  <a:pt x="1012" y="243"/>
                </a:lnTo>
                <a:lnTo>
                  <a:pt x="1011" y="243"/>
                </a:lnTo>
                <a:lnTo>
                  <a:pt x="1011" y="242"/>
                </a:lnTo>
                <a:lnTo>
                  <a:pt x="1012" y="242"/>
                </a:lnTo>
                <a:lnTo>
                  <a:pt x="1011" y="242"/>
                </a:lnTo>
                <a:lnTo>
                  <a:pt x="1011" y="241"/>
                </a:lnTo>
                <a:lnTo>
                  <a:pt x="1011" y="240"/>
                </a:lnTo>
                <a:lnTo>
                  <a:pt x="1012" y="240"/>
                </a:lnTo>
                <a:lnTo>
                  <a:pt x="1011" y="238"/>
                </a:lnTo>
                <a:lnTo>
                  <a:pt x="1010" y="238"/>
                </a:lnTo>
                <a:lnTo>
                  <a:pt x="1011" y="237"/>
                </a:lnTo>
                <a:lnTo>
                  <a:pt x="1011" y="236"/>
                </a:lnTo>
                <a:lnTo>
                  <a:pt x="1010" y="235"/>
                </a:lnTo>
                <a:lnTo>
                  <a:pt x="1009" y="234"/>
                </a:lnTo>
                <a:lnTo>
                  <a:pt x="1009" y="232"/>
                </a:lnTo>
                <a:lnTo>
                  <a:pt x="1008" y="232"/>
                </a:lnTo>
                <a:lnTo>
                  <a:pt x="1006" y="232"/>
                </a:lnTo>
                <a:lnTo>
                  <a:pt x="1005" y="232"/>
                </a:lnTo>
                <a:lnTo>
                  <a:pt x="1004" y="232"/>
                </a:lnTo>
                <a:lnTo>
                  <a:pt x="1003" y="232"/>
                </a:lnTo>
                <a:lnTo>
                  <a:pt x="1003" y="231"/>
                </a:lnTo>
                <a:lnTo>
                  <a:pt x="1003" y="232"/>
                </a:lnTo>
                <a:lnTo>
                  <a:pt x="1002" y="232"/>
                </a:lnTo>
                <a:lnTo>
                  <a:pt x="1001" y="233"/>
                </a:lnTo>
                <a:lnTo>
                  <a:pt x="1000" y="232"/>
                </a:lnTo>
                <a:lnTo>
                  <a:pt x="998" y="232"/>
                </a:lnTo>
                <a:lnTo>
                  <a:pt x="997" y="232"/>
                </a:lnTo>
                <a:lnTo>
                  <a:pt x="996" y="234"/>
                </a:lnTo>
                <a:lnTo>
                  <a:pt x="995" y="234"/>
                </a:lnTo>
                <a:lnTo>
                  <a:pt x="994" y="234"/>
                </a:lnTo>
                <a:lnTo>
                  <a:pt x="994" y="235"/>
                </a:lnTo>
                <a:lnTo>
                  <a:pt x="993" y="235"/>
                </a:lnTo>
                <a:lnTo>
                  <a:pt x="994" y="237"/>
                </a:lnTo>
                <a:lnTo>
                  <a:pt x="994" y="236"/>
                </a:lnTo>
                <a:lnTo>
                  <a:pt x="995" y="236"/>
                </a:lnTo>
                <a:lnTo>
                  <a:pt x="996" y="236"/>
                </a:lnTo>
                <a:lnTo>
                  <a:pt x="996" y="237"/>
                </a:lnTo>
                <a:lnTo>
                  <a:pt x="995" y="239"/>
                </a:lnTo>
                <a:lnTo>
                  <a:pt x="994" y="239"/>
                </a:lnTo>
                <a:lnTo>
                  <a:pt x="994" y="240"/>
                </a:lnTo>
                <a:lnTo>
                  <a:pt x="994" y="242"/>
                </a:lnTo>
                <a:lnTo>
                  <a:pt x="995" y="242"/>
                </a:lnTo>
                <a:lnTo>
                  <a:pt x="995" y="243"/>
                </a:lnTo>
                <a:lnTo>
                  <a:pt x="995" y="244"/>
                </a:lnTo>
                <a:lnTo>
                  <a:pt x="996" y="244"/>
                </a:lnTo>
                <a:lnTo>
                  <a:pt x="996" y="243"/>
                </a:lnTo>
                <a:lnTo>
                  <a:pt x="996" y="242"/>
                </a:lnTo>
                <a:lnTo>
                  <a:pt x="997" y="242"/>
                </a:lnTo>
                <a:lnTo>
                  <a:pt x="998" y="242"/>
                </a:lnTo>
                <a:lnTo>
                  <a:pt x="999" y="242"/>
                </a:lnTo>
                <a:lnTo>
                  <a:pt x="999" y="241"/>
                </a:lnTo>
                <a:lnTo>
                  <a:pt x="1000" y="241"/>
                </a:lnTo>
                <a:lnTo>
                  <a:pt x="1001" y="241"/>
                </a:lnTo>
                <a:lnTo>
                  <a:pt x="1002" y="241"/>
                </a:lnTo>
                <a:lnTo>
                  <a:pt x="1003" y="242"/>
                </a:lnTo>
                <a:lnTo>
                  <a:pt x="1002" y="243"/>
                </a:lnTo>
                <a:lnTo>
                  <a:pt x="1001" y="243"/>
                </a:lnTo>
                <a:lnTo>
                  <a:pt x="1000" y="244"/>
                </a:lnTo>
                <a:lnTo>
                  <a:pt x="1000" y="245"/>
                </a:lnTo>
                <a:lnTo>
                  <a:pt x="1000" y="249"/>
                </a:lnTo>
                <a:lnTo>
                  <a:pt x="999" y="250"/>
                </a:lnTo>
                <a:lnTo>
                  <a:pt x="998" y="249"/>
                </a:lnTo>
                <a:lnTo>
                  <a:pt x="996" y="249"/>
                </a:lnTo>
                <a:lnTo>
                  <a:pt x="995" y="249"/>
                </a:lnTo>
                <a:lnTo>
                  <a:pt x="994" y="249"/>
                </a:lnTo>
                <a:lnTo>
                  <a:pt x="993" y="249"/>
                </a:lnTo>
                <a:lnTo>
                  <a:pt x="992" y="249"/>
                </a:lnTo>
                <a:lnTo>
                  <a:pt x="992" y="248"/>
                </a:lnTo>
                <a:lnTo>
                  <a:pt x="991" y="248"/>
                </a:lnTo>
                <a:lnTo>
                  <a:pt x="991" y="247"/>
                </a:lnTo>
                <a:lnTo>
                  <a:pt x="991" y="246"/>
                </a:lnTo>
                <a:lnTo>
                  <a:pt x="992" y="246"/>
                </a:lnTo>
                <a:lnTo>
                  <a:pt x="993" y="246"/>
                </a:lnTo>
                <a:lnTo>
                  <a:pt x="994" y="245"/>
                </a:lnTo>
                <a:lnTo>
                  <a:pt x="995" y="245"/>
                </a:lnTo>
                <a:lnTo>
                  <a:pt x="993" y="245"/>
                </a:lnTo>
                <a:lnTo>
                  <a:pt x="992" y="245"/>
                </a:lnTo>
                <a:lnTo>
                  <a:pt x="992" y="246"/>
                </a:lnTo>
                <a:lnTo>
                  <a:pt x="991" y="246"/>
                </a:lnTo>
                <a:lnTo>
                  <a:pt x="990" y="246"/>
                </a:lnTo>
                <a:lnTo>
                  <a:pt x="989" y="246"/>
                </a:lnTo>
                <a:lnTo>
                  <a:pt x="989" y="244"/>
                </a:lnTo>
                <a:lnTo>
                  <a:pt x="988" y="244"/>
                </a:lnTo>
                <a:lnTo>
                  <a:pt x="985" y="244"/>
                </a:lnTo>
                <a:lnTo>
                  <a:pt x="984" y="244"/>
                </a:lnTo>
                <a:lnTo>
                  <a:pt x="983" y="245"/>
                </a:lnTo>
                <a:lnTo>
                  <a:pt x="984" y="245"/>
                </a:lnTo>
                <a:lnTo>
                  <a:pt x="986" y="246"/>
                </a:lnTo>
                <a:lnTo>
                  <a:pt x="985" y="249"/>
                </a:lnTo>
                <a:lnTo>
                  <a:pt x="983" y="252"/>
                </a:lnTo>
                <a:lnTo>
                  <a:pt x="983" y="253"/>
                </a:lnTo>
                <a:lnTo>
                  <a:pt x="982" y="253"/>
                </a:lnTo>
                <a:lnTo>
                  <a:pt x="982" y="252"/>
                </a:lnTo>
                <a:lnTo>
                  <a:pt x="982" y="253"/>
                </a:lnTo>
                <a:lnTo>
                  <a:pt x="982" y="254"/>
                </a:lnTo>
                <a:lnTo>
                  <a:pt x="982" y="255"/>
                </a:lnTo>
                <a:lnTo>
                  <a:pt x="982" y="256"/>
                </a:lnTo>
                <a:lnTo>
                  <a:pt x="982" y="257"/>
                </a:lnTo>
                <a:lnTo>
                  <a:pt x="983" y="257"/>
                </a:lnTo>
                <a:lnTo>
                  <a:pt x="984" y="257"/>
                </a:lnTo>
                <a:lnTo>
                  <a:pt x="984" y="258"/>
                </a:lnTo>
                <a:lnTo>
                  <a:pt x="984" y="259"/>
                </a:lnTo>
                <a:lnTo>
                  <a:pt x="983" y="259"/>
                </a:lnTo>
                <a:lnTo>
                  <a:pt x="982" y="259"/>
                </a:lnTo>
                <a:lnTo>
                  <a:pt x="981" y="259"/>
                </a:lnTo>
                <a:lnTo>
                  <a:pt x="980" y="259"/>
                </a:lnTo>
                <a:lnTo>
                  <a:pt x="979" y="260"/>
                </a:lnTo>
                <a:lnTo>
                  <a:pt x="978" y="260"/>
                </a:lnTo>
                <a:lnTo>
                  <a:pt x="977" y="260"/>
                </a:lnTo>
                <a:lnTo>
                  <a:pt x="978" y="261"/>
                </a:lnTo>
                <a:lnTo>
                  <a:pt x="979" y="260"/>
                </a:lnTo>
                <a:lnTo>
                  <a:pt x="981" y="260"/>
                </a:lnTo>
                <a:lnTo>
                  <a:pt x="983" y="261"/>
                </a:lnTo>
                <a:lnTo>
                  <a:pt x="983" y="262"/>
                </a:lnTo>
                <a:lnTo>
                  <a:pt x="982" y="263"/>
                </a:lnTo>
                <a:lnTo>
                  <a:pt x="982" y="264"/>
                </a:lnTo>
                <a:lnTo>
                  <a:pt x="983" y="264"/>
                </a:lnTo>
                <a:lnTo>
                  <a:pt x="983" y="265"/>
                </a:lnTo>
                <a:lnTo>
                  <a:pt x="984" y="265"/>
                </a:lnTo>
                <a:lnTo>
                  <a:pt x="984" y="266"/>
                </a:lnTo>
                <a:lnTo>
                  <a:pt x="983" y="266"/>
                </a:lnTo>
                <a:lnTo>
                  <a:pt x="983" y="265"/>
                </a:lnTo>
                <a:lnTo>
                  <a:pt x="982" y="265"/>
                </a:lnTo>
                <a:lnTo>
                  <a:pt x="981" y="266"/>
                </a:lnTo>
                <a:lnTo>
                  <a:pt x="981" y="267"/>
                </a:lnTo>
                <a:lnTo>
                  <a:pt x="980" y="268"/>
                </a:lnTo>
                <a:lnTo>
                  <a:pt x="980" y="269"/>
                </a:lnTo>
                <a:lnTo>
                  <a:pt x="980" y="270"/>
                </a:lnTo>
                <a:lnTo>
                  <a:pt x="979" y="270"/>
                </a:lnTo>
                <a:lnTo>
                  <a:pt x="979" y="271"/>
                </a:lnTo>
                <a:lnTo>
                  <a:pt x="979" y="270"/>
                </a:lnTo>
                <a:lnTo>
                  <a:pt x="978" y="270"/>
                </a:lnTo>
                <a:lnTo>
                  <a:pt x="977" y="270"/>
                </a:lnTo>
                <a:lnTo>
                  <a:pt x="977" y="269"/>
                </a:lnTo>
                <a:lnTo>
                  <a:pt x="976" y="268"/>
                </a:lnTo>
                <a:lnTo>
                  <a:pt x="976" y="269"/>
                </a:lnTo>
                <a:lnTo>
                  <a:pt x="976" y="270"/>
                </a:lnTo>
                <a:lnTo>
                  <a:pt x="977" y="271"/>
                </a:lnTo>
                <a:lnTo>
                  <a:pt x="978" y="272"/>
                </a:lnTo>
                <a:lnTo>
                  <a:pt x="977" y="274"/>
                </a:lnTo>
                <a:lnTo>
                  <a:pt x="976" y="274"/>
                </a:lnTo>
                <a:lnTo>
                  <a:pt x="976" y="275"/>
                </a:lnTo>
                <a:lnTo>
                  <a:pt x="975" y="276"/>
                </a:lnTo>
                <a:lnTo>
                  <a:pt x="975" y="277"/>
                </a:lnTo>
                <a:lnTo>
                  <a:pt x="975" y="278"/>
                </a:lnTo>
                <a:lnTo>
                  <a:pt x="975" y="279"/>
                </a:lnTo>
                <a:lnTo>
                  <a:pt x="974" y="279"/>
                </a:lnTo>
                <a:lnTo>
                  <a:pt x="974" y="280"/>
                </a:lnTo>
                <a:lnTo>
                  <a:pt x="973" y="280"/>
                </a:lnTo>
                <a:lnTo>
                  <a:pt x="973" y="281"/>
                </a:lnTo>
                <a:lnTo>
                  <a:pt x="973" y="280"/>
                </a:lnTo>
                <a:lnTo>
                  <a:pt x="972" y="280"/>
                </a:lnTo>
                <a:lnTo>
                  <a:pt x="972" y="279"/>
                </a:lnTo>
                <a:lnTo>
                  <a:pt x="971" y="280"/>
                </a:lnTo>
                <a:lnTo>
                  <a:pt x="971" y="281"/>
                </a:lnTo>
                <a:lnTo>
                  <a:pt x="971" y="282"/>
                </a:lnTo>
                <a:lnTo>
                  <a:pt x="971" y="284"/>
                </a:lnTo>
                <a:lnTo>
                  <a:pt x="972" y="284"/>
                </a:lnTo>
                <a:lnTo>
                  <a:pt x="972" y="285"/>
                </a:lnTo>
                <a:lnTo>
                  <a:pt x="973" y="286"/>
                </a:lnTo>
                <a:lnTo>
                  <a:pt x="973" y="287"/>
                </a:lnTo>
                <a:lnTo>
                  <a:pt x="973" y="288"/>
                </a:lnTo>
                <a:lnTo>
                  <a:pt x="974" y="289"/>
                </a:lnTo>
                <a:lnTo>
                  <a:pt x="974" y="290"/>
                </a:lnTo>
                <a:lnTo>
                  <a:pt x="974" y="291"/>
                </a:lnTo>
                <a:lnTo>
                  <a:pt x="974" y="292"/>
                </a:lnTo>
                <a:lnTo>
                  <a:pt x="975" y="293"/>
                </a:lnTo>
                <a:lnTo>
                  <a:pt x="976" y="293"/>
                </a:lnTo>
                <a:lnTo>
                  <a:pt x="977" y="293"/>
                </a:lnTo>
                <a:lnTo>
                  <a:pt x="978" y="292"/>
                </a:lnTo>
                <a:lnTo>
                  <a:pt x="979" y="292"/>
                </a:lnTo>
                <a:lnTo>
                  <a:pt x="979" y="293"/>
                </a:lnTo>
                <a:lnTo>
                  <a:pt x="978" y="293"/>
                </a:lnTo>
                <a:lnTo>
                  <a:pt x="978" y="294"/>
                </a:lnTo>
                <a:lnTo>
                  <a:pt x="978" y="295"/>
                </a:lnTo>
                <a:lnTo>
                  <a:pt x="978" y="296"/>
                </a:lnTo>
                <a:lnTo>
                  <a:pt x="977" y="297"/>
                </a:lnTo>
                <a:lnTo>
                  <a:pt x="976" y="297"/>
                </a:lnTo>
                <a:lnTo>
                  <a:pt x="975" y="296"/>
                </a:lnTo>
                <a:lnTo>
                  <a:pt x="975" y="295"/>
                </a:lnTo>
                <a:lnTo>
                  <a:pt x="974" y="295"/>
                </a:lnTo>
                <a:lnTo>
                  <a:pt x="973" y="295"/>
                </a:lnTo>
                <a:lnTo>
                  <a:pt x="972" y="295"/>
                </a:lnTo>
                <a:lnTo>
                  <a:pt x="972" y="294"/>
                </a:lnTo>
                <a:lnTo>
                  <a:pt x="971" y="294"/>
                </a:lnTo>
                <a:lnTo>
                  <a:pt x="971" y="293"/>
                </a:lnTo>
                <a:lnTo>
                  <a:pt x="971" y="292"/>
                </a:lnTo>
                <a:lnTo>
                  <a:pt x="970" y="292"/>
                </a:lnTo>
                <a:lnTo>
                  <a:pt x="970" y="291"/>
                </a:lnTo>
                <a:lnTo>
                  <a:pt x="969" y="290"/>
                </a:lnTo>
                <a:lnTo>
                  <a:pt x="968" y="290"/>
                </a:lnTo>
                <a:lnTo>
                  <a:pt x="967" y="290"/>
                </a:lnTo>
                <a:lnTo>
                  <a:pt x="966" y="291"/>
                </a:lnTo>
                <a:lnTo>
                  <a:pt x="967" y="292"/>
                </a:lnTo>
                <a:lnTo>
                  <a:pt x="968" y="292"/>
                </a:lnTo>
                <a:lnTo>
                  <a:pt x="968" y="291"/>
                </a:lnTo>
                <a:lnTo>
                  <a:pt x="970" y="292"/>
                </a:lnTo>
                <a:lnTo>
                  <a:pt x="970" y="293"/>
                </a:lnTo>
                <a:lnTo>
                  <a:pt x="969" y="293"/>
                </a:lnTo>
                <a:lnTo>
                  <a:pt x="968" y="293"/>
                </a:lnTo>
                <a:lnTo>
                  <a:pt x="967" y="293"/>
                </a:lnTo>
                <a:lnTo>
                  <a:pt x="966" y="293"/>
                </a:lnTo>
                <a:lnTo>
                  <a:pt x="965" y="294"/>
                </a:lnTo>
                <a:lnTo>
                  <a:pt x="964" y="295"/>
                </a:lnTo>
                <a:lnTo>
                  <a:pt x="962" y="297"/>
                </a:lnTo>
                <a:lnTo>
                  <a:pt x="961" y="298"/>
                </a:lnTo>
                <a:lnTo>
                  <a:pt x="960" y="300"/>
                </a:lnTo>
                <a:lnTo>
                  <a:pt x="960" y="301"/>
                </a:lnTo>
                <a:lnTo>
                  <a:pt x="959" y="301"/>
                </a:lnTo>
                <a:lnTo>
                  <a:pt x="960" y="302"/>
                </a:lnTo>
                <a:lnTo>
                  <a:pt x="960" y="303"/>
                </a:lnTo>
                <a:lnTo>
                  <a:pt x="959" y="303"/>
                </a:lnTo>
                <a:lnTo>
                  <a:pt x="958" y="306"/>
                </a:lnTo>
                <a:lnTo>
                  <a:pt x="957" y="307"/>
                </a:lnTo>
                <a:lnTo>
                  <a:pt x="956" y="306"/>
                </a:lnTo>
                <a:lnTo>
                  <a:pt x="955" y="305"/>
                </a:lnTo>
                <a:lnTo>
                  <a:pt x="956" y="305"/>
                </a:lnTo>
                <a:lnTo>
                  <a:pt x="956" y="304"/>
                </a:lnTo>
                <a:lnTo>
                  <a:pt x="955" y="304"/>
                </a:lnTo>
                <a:lnTo>
                  <a:pt x="954" y="304"/>
                </a:lnTo>
                <a:lnTo>
                  <a:pt x="953" y="304"/>
                </a:lnTo>
                <a:lnTo>
                  <a:pt x="952" y="304"/>
                </a:lnTo>
                <a:lnTo>
                  <a:pt x="952" y="302"/>
                </a:lnTo>
                <a:lnTo>
                  <a:pt x="953" y="302"/>
                </a:lnTo>
                <a:lnTo>
                  <a:pt x="953" y="301"/>
                </a:lnTo>
                <a:lnTo>
                  <a:pt x="953" y="299"/>
                </a:lnTo>
                <a:lnTo>
                  <a:pt x="952" y="299"/>
                </a:lnTo>
                <a:lnTo>
                  <a:pt x="953" y="300"/>
                </a:lnTo>
                <a:lnTo>
                  <a:pt x="953" y="301"/>
                </a:lnTo>
                <a:lnTo>
                  <a:pt x="952" y="301"/>
                </a:lnTo>
                <a:lnTo>
                  <a:pt x="951" y="301"/>
                </a:lnTo>
                <a:lnTo>
                  <a:pt x="951" y="302"/>
                </a:lnTo>
                <a:lnTo>
                  <a:pt x="950" y="303"/>
                </a:lnTo>
                <a:lnTo>
                  <a:pt x="950" y="304"/>
                </a:lnTo>
                <a:lnTo>
                  <a:pt x="949" y="304"/>
                </a:lnTo>
                <a:lnTo>
                  <a:pt x="947" y="306"/>
                </a:lnTo>
                <a:lnTo>
                  <a:pt x="946" y="307"/>
                </a:lnTo>
                <a:lnTo>
                  <a:pt x="946" y="308"/>
                </a:lnTo>
                <a:lnTo>
                  <a:pt x="945" y="308"/>
                </a:lnTo>
                <a:lnTo>
                  <a:pt x="945" y="309"/>
                </a:lnTo>
                <a:lnTo>
                  <a:pt x="945" y="310"/>
                </a:lnTo>
                <a:lnTo>
                  <a:pt x="944" y="311"/>
                </a:lnTo>
                <a:lnTo>
                  <a:pt x="943" y="314"/>
                </a:lnTo>
                <a:lnTo>
                  <a:pt x="943" y="316"/>
                </a:lnTo>
                <a:lnTo>
                  <a:pt x="943" y="317"/>
                </a:lnTo>
                <a:lnTo>
                  <a:pt x="944" y="317"/>
                </a:lnTo>
                <a:lnTo>
                  <a:pt x="945" y="318"/>
                </a:lnTo>
                <a:lnTo>
                  <a:pt x="946" y="319"/>
                </a:lnTo>
                <a:lnTo>
                  <a:pt x="947" y="319"/>
                </a:lnTo>
                <a:lnTo>
                  <a:pt x="946" y="319"/>
                </a:lnTo>
                <a:lnTo>
                  <a:pt x="946" y="320"/>
                </a:lnTo>
                <a:lnTo>
                  <a:pt x="946" y="321"/>
                </a:lnTo>
                <a:lnTo>
                  <a:pt x="946" y="323"/>
                </a:lnTo>
                <a:lnTo>
                  <a:pt x="946" y="324"/>
                </a:lnTo>
                <a:lnTo>
                  <a:pt x="946" y="325"/>
                </a:lnTo>
                <a:lnTo>
                  <a:pt x="947" y="326"/>
                </a:lnTo>
                <a:lnTo>
                  <a:pt x="947" y="325"/>
                </a:lnTo>
                <a:lnTo>
                  <a:pt x="947" y="326"/>
                </a:lnTo>
                <a:lnTo>
                  <a:pt x="947" y="327"/>
                </a:lnTo>
                <a:lnTo>
                  <a:pt x="948" y="329"/>
                </a:lnTo>
                <a:lnTo>
                  <a:pt x="949" y="329"/>
                </a:lnTo>
                <a:lnTo>
                  <a:pt x="949" y="330"/>
                </a:lnTo>
                <a:lnTo>
                  <a:pt x="948" y="330"/>
                </a:lnTo>
                <a:lnTo>
                  <a:pt x="948" y="331"/>
                </a:lnTo>
                <a:lnTo>
                  <a:pt x="947" y="332"/>
                </a:lnTo>
                <a:lnTo>
                  <a:pt x="947" y="333"/>
                </a:lnTo>
                <a:lnTo>
                  <a:pt x="946" y="331"/>
                </a:lnTo>
                <a:lnTo>
                  <a:pt x="945" y="332"/>
                </a:lnTo>
                <a:lnTo>
                  <a:pt x="944" y="332"/>
                </a:lnTo>
                <a:lnTo>
                  <a:pt x="944" y="333"/>
                </a:lnTo>
                <a:lnTo>
                  <a:pt x="943" y="334"/>
                </a:lnTo>
                <a:lnTo>
                  <a:pt x="943" y="335"/>
                </a:lnTo>
                <a:lnTo>
                  <a:pt x="943" y="336"/>
                </a:lnTo>
                <a:lnTo>
                  <a:pt x="943" y="337"/>
                </a:lnTo>
                <a:lnTo>
                  <a:pt x="943" y="338"/>
                </a:lnTo>
                <a:lnTo>
                  <a:pt x="942" y="338"/>
                </a:lnTo>
                <a:lnTo>
                  <a:pt x="942" y="340"/>
                </a:lnTo>
                <a:lnTo>
                  <a:pt x="942" y="341"/>
                </a:lnTo>
                <a:lnTo>
                  <a:pt x="942" y="342"/>
                </a:lnTo>
                <a:lnTo>
                  <a:pt x="941" y="342"/>
                </a:lnTo>
                <a:lnTo>
                  <a:pt x="940" y="343"/>
                </a:lnTo>
                <a:lnTo>
                  <a:pt x="939" y="343"/>
                </a:lnTo>
                <a:lnTo>
                  <a:pt x="939" y="342"/>
                </a:lnTo>
                <a:lnTo>
                  <a:pt x="938" y="342"/>
                </a:lnTo>
                <a:lnTo>
                  <a:pt x="937" y="342"/>
                </a:lnTo>
                <a:lnTo>
                  <a:pt x="936" y="342"/>
                </a:lnTo>
                <a:lnTo>
                  <a:pt x="935" y="341"/>
                </a:lnTo>
                <a:lnTo>
                  <a:pt x="935" y="342"/>
                </a:lnTo>
                <a:lnTo>
                  <a:pt x="934" y="342"/>
                </a:lnTo>
                <a:lnTo>
                  <a:pt x="934" y="343"/>
                </a:lnTo>
                <a:lnTo>
                  <a:pt x="933" y="343"/>
                </a:lnTo>
                <a:lnTo>
                  <a:pt x="931" y="344"/>
                </a:lnTo>
                <a:lnTo>
                  <a:pt x="930" y="344"/>
                </a:lnTo>
                <a:lnTo>
                  <a:pt x="929" y="344"/>
                </a:lnTo>
                <a:lnTo>
                  <a:pt x="928" y="344"/>
                </a:lnTo>
                <a:lnTo>
                  <a:pt x="928" y="345"/>
                </a:lnTo>
                <a:lnTo>
                  <a:pt x="927" y="345"/>
                </a:lnTo>
                <a:lnTo>
                  <a:pt x="926" y="345"/>
                </a:lnTo>
                <a:lnTo>
                  <a:pt x="925" y="345"/>
                </a:lnTo>
                <a:lnTo>
                  <a:pt x="925" y="346"/>
                </a:lnTo>
                <a:lnTo>
                  <a:pt x="924" y="346"/>
                </a:lnTo>
                <a:lnTo>
                  <a:pt x="924" y="345"/>
                </a:lnTo>
                <a:lnTo>
                  <a:pt x="923" y="345"/>
                </a:lnTo>
                <a:lnTo>
                  <a:pt x="921" y="345"/>
                </a:lnTo>
                <a:lnTo>
                  <a:pt x="920" y="344"/>
                </a:lnTo>
                <a:lnTo>
                  <a:pt x="919" y="344"/>
                </a:lnTo>
                <a:lnTo>
                  <a:pt x="918" y="344"/>
                </a:lnTo>
                <a:lnTo>
                  <a:pt x="917" y="343"/>
                </a:lnTo>
                <a:lnTo>
                  <a:pt x="917" y="342"/>
                </a:lnTo>
                <a:lnTo>
                  <a:pt x="916" y="342"/>
                </a:lnTo>
                <a:lnTo>
                  <a:pt x="915" y="342"/>
                </a:lnTo>
                <a:lnTo>
                  <a:pt x="913" y="342"/>
                </a:lnTo>
                <a:lnTo>
                  <a:pt x="910" y="344"/>
                </a:lnTo>
                <a:lnTo>
                  <a:pt x="908" y="345"/>
                </a:lnTo>
                <a:lnTo>
                  <a:pt x="907" y="346"/>
                </a:lnTo>
                <a:lnTo>
                  <a:pt x="906" y="346"/>
                </a:lnTo>
                <a:lnTo>
                  <a:pt x="906" y="347"/>
                </a:lnTo>
                <a:lnTo>
                  <a:pt x="905" y="348"/>
                </a:lnTo>
                <a:lnTo>
                  <a:pt x="903" y="349"/>
                </a:lnTo>
                <a:lnTo>
                  <a:pt x="903" y="350"/>
                </a:lnTo>
                <a:lnTo>
                  <a:pt x="902" y="351"/>
                </a:lnTo>
                <a:lnTo>
                  <a:pt x="901" y="352"/>
                </a:lnTo>
                <a:lnTo>
                  <a:pt x="901" y="353"/>
                </a:lnTo>
                <a:lnTo>
                  <a:pt x="900" y="353"/>
                </a:lnTo>
                <a:lnTo>
                  <a:pt x="898" y="356"/>
                </a:lnTo>
                <a:lnTo>
                  <a:pt x="897" y="357"/>
                </a:lnTo>
                <a:lnTo>
                  <a:pt x="897" y="358"/>
                </a:lnTo>
                <a:lnTo>
                  <a:pt x="893" y="361"/>
                </a:lnTo>
                <a:lnTo>
                  <a:pt x="893" y="362"/>
                </a:lnTo>
                <a:lnTo>
                  <a:pt x="892" y="363"/>
                </a:lnTo>
                <a:lnTo>
                  <a:pt x="891" y="363"/>
                </a:lnTo>
                <a:lnTo>
                  <a:pt x="890" y="364"/>
                </a:lnTo>
                <a:lnTo>
                  <a:pt x="889" y="364"/>
                </a:lnTo>
                <a:lnTo>
                  <a:pt x="888" y="365"/>
                </a:lnTo>
                <a:lnTo>
                  <a:pt x="888" y="366"/>
                </a:lnTo>
                <a:lnTo>
                  <a:pt x="887" y="366"/>
                </a:lnTo>
                <a:lnTo>
                  <a:pt x="886" y="366"/>
                </a:lnTo>
                <a:lnTo>
                  <a:pt x="886" y="365"/>
                </a:lnTo>
                <a:lnTo>
                  <a:pt x="885" y="365"/>
                </a:lnTo>
                <a:lnTo>
                  <a:pt x="885" y="364"/>
                </a:lnTo>
                <a:lnTo>
                  <a:pt x="885" y="363"/>
                </a:lnTo>
                <a:lnTo>
                  <a:pt x="884" y="362"/>
                </a:lnTo>
                <a:lnTo>
                  <a:pt x="883" y="362"/>
                </a:lnTo>
                <a:lnTo>
                  <a:pt x="882" y="362"/>
                </a:lnTo>
                <a:lnTo>
                  <a:pt x="881" y="362"/>
                </a:lnTo>
                <a:lnTo>
                  <a:pt x="881" y="363"/>
                </a:lnTo>
                <a:lnTo>
                  <a:pt x="880" y="363"/>
                </a:lnTo>
                <a:lnTo>
                  <a:pt x="879" y="363"/>
                </a:lnTo>
                <a:lnTo>
                  <a:pt x="877" y="364"/>
                </a:lnTo>
                <a:lnTo>
                  <a:pt x="876" y="365"/>
                </a:lnTo>
                <a:lnTo>
                  <a:pt x="875" y="365"/>
                </a:lnTo>
                <a:lnTo>
                  <a:pt x="875" y="366"/>
                </a:lnTo>
                <a:lnTo>
                  <a:pt x="874" y="366"/>
                </a:lnTo>
                <a:lnTo>
                  <a:pt x="873" y="366"/>
                </a:lnTo>
                <a:lnTo>
                  <a:pt x="872" y="366"/>
                </a:lnTo>
                <a:lnTo>
                  <a:pt x="871" y="367"/>
                </a:lnTo>
                <a:lnTo>
                  <a:pt x="870" y="368"/>
                </a:lnTo>
                <a:lnTo>
                  <a:pt x="869" y="369"/>
                </a:lnTo>
                <a:lnTo>
                  <a:pt x="869" y="370"/>
                </a:lnTo>
                <a:lnTo>
                  <a:pt x="868" y="371"/>
                </a:lnTo>
                <a:lnTo>
                  <a:pt x="867" y="371"/>
                </a:lnTo>
                <a:lnTo>
                  <a:pt x="867" y="370"/>
                </a:lnTo>
                <a:lnTo>
                  <a:pt x="868" y="370"/>
                </a:lnTo>
                <a:lnTo>
                  <a:pt x="868" y="369"/>
                </a:lnTo>
                <a:lnTo>
                  <a:pt x="867" y="369"/>
                </a:lnTo>
                <a:lnTo>
                  <a:pt x="866" y="370"/>
                </a:lnTo>
                <a:lnTo>
                  <a:pt x="865" y="370"/>
                </a:lnTo>
                <a:lnTo>
                  <a:pt x="864" y="370"/>
                </a:lnTo>
                <a:lnTo>
                  <a:pt x="864" y="371"/>
                </a:lnTo>
                <a:lnTo>
                  <a:pt x="863" y="371"/>
                </a:lnTo>
                <a:lnTo>
                  <a:pt x="863" y="372"/>
                </a:lnTo>
                <a:lnTo>
                  <a:pt x="862" y="372"/>
                </a:lnTo>
                <a:lnTo>
                  <a:pt x="862" y="373"/>
                </a:lnTo>
                <a:lnTo>
                  <a:pt x="861" y="373"/>
                </a:lnTo>
                <a:lnTo>
                  <a:pt x="860" y="373"/>
                </a:lnTo>
                <a:lnTo>
                  <a:pt x="859" y="373"/>
                </a:lnTo>
                <a:lnTo>
                  <a:pt x="858" y="373"/>
                </a:lnTo>
                <a:lnTo>
                  <a:pt x="857" y="373"/>
                </a:lnTo>
                <a:lnTo>
                  <a:pt x="856" y="374"/>
                </a:lnTo>
                <a:lnTo>
                  <a:pt x="854" y="376"/>
                </a:lnTo>
                <a:lnTo>
                  <a:pt x="853" y="377"/>
                </a:lnTo>
                <a:lnTo>
                  <a:pt x="852" y="379"/>
                </a:lnTo>
                <a:lnTo>
                  <a:pt x="851" y="380"/>
                </a:lnTo>
                <a:lnTo>
                  <a:pt x="850" y="382"/>
                </a:lnTo>
                <a:lnTo>
                  <a:pt x="849" y="382"/>
                </a:lnTo>
                <a:lnTo>
                  <a:pt x="848" y="382"/>
                </a:lnTo>
                <a:lnTo>
                  <a:pt x="847" y="381"/>
                </a:lnTo>
                <a:lnTo>
                  <a:pt x="846" y="380"/>
                </a:lnTo>
                <a:lnTo>
                  <a:pt x="847" y="379"/>
                </a:lnTo>
                <a:lnTo>
                  <a:pt x="847" y="378"/>
                </a:lnTo>
                <a:lnTo>
                  <a:pt x="847" y="377"/>
                </a:lnTo>
                <a:lnTo>
                  <a:pt x="846" y="376"/>
                </a:lnTo>
                <a:lnTo>
                  <a:pt x="847" y="376"/>
                </a:lnTo>
                <a:lnTo>
                  <a:pt x="847" y="375"/>
                </a:lnTo>
                <a:lnTo>
                  <a:pt x="847" y="374"/>
                </a:lnTo>
                <a:lnTo>
                  <a:pt x="846" y="374"/>
                </a:lnTo>
                <a:lnTo>
                  <a:pt x="846" y="373"/>
                </a:lnTo>
                <a:lnTo>
                  <a:pt x="845" y="372"/>
                </a:lnTo>
                <a:lnTo>
                  <a:pt x="845" y="371"/>
                </a:lnTo>
                <a:lnTo>
                  <a:pt x="846" y="371"/>
                </a:lnTo>
                <a:lnTo>
                  <a:pt x="847" y="371"/>
                </a:lnTo>
                <a:lnTo>
                  <a:pt x="847" y="372"/>
                </a:lnTo>
                <a:lnTo>
                  <a:pt x="848" y="373"/>
                </a:lnTo>
                <a:lnTo>
                  <a:pt x="849" y="372"/>
                </a:lnTo>
                <a:lnTo>
                  <a:pt x="848" y="372"/>
                </a:lnTo>
                <a:lnTo>
                  <a:pt x="847" y="371"/>
                </a:lnTo>
                <a:lnTo>
                  <a:pt x="846" y="371"/>
                </a:lnTo>
                <a:lnTo>
                  <a:pt x="846" y="370"/>
                </a:lnTo>
                <a:lnTo>
                  <a:pt x="845" y="370"/>
                </a:lnTo>
                <a:lnTo>
                  <a:pt x="844" y="370"/>
                </a:lnTo>
                <a:lnTo>
                  <a:pt x="843" y="370"/>
                </a:lnTo>
                <a:lnTo>
                  <a:pt x="842" y="369"/>
                </a:lnTo>
                <a:lnTo>
                  <a:pt x="842" y="368"/>
                </a:lnTo>
                <a:lnTo>
                  <a:pt x="840" y="368"/>
                </a:lnTo>
                <a:lnTo>
                  <a:pt x="839" y="368"/>
                </a:lnTo>
                <a:lnTo>
                  <a:pt x="838" y="367"/>
                </a:lnTo>
                <a:lnTo>
                  <a:pt x="835" y="367"/>
                </a:lnTo>
                <a:lnTo>
                  <a:pt x="832" y="368"/>
                </a:lnTo>
                <a:lnTo>
                  <a:pt x="831" y="368"/>
                </a:lnTo>
                <a:lnTo>
                  <a:pt x="831" y="367"/>
                </a:lnTo>
                <a:lnTo>
                  <a:pt x="831" y="365"/>
                </a:lnTo>
                <a:lnTo>
                  <a:pt x="831" y="364"/>
                </a:lnTo>
                <a:lnTo>
                  <a:pt x="830" y="364"/>
                </a:lnTo>
                <a:lnTo>
                  <a:pt x="828" y="364"/>
                </a:lnTo>
                <a:lnTo>
                  <a:pt x="827" y="364"/>
                </a:lnTo>
                <a:lnTo>
                  <a:pt x="826" y="365"/>
                </a:lnTo>
                <a:lnTo>
                  <a:pt x="825" y="365"/>
                </a:lnTo>
                <a:lnTo>
                  <a:pt x="824" y="365"/>
                </a:lnTo>
                <a:lnTo>
                  <a:pt x="822" y="366"/>
                </a:lnTo>
                <a:lnTo>
                  <a:pt x="820" y="367"/>
                </a:lnTo>
                <a:lnTo>
                  <a:pt x="819" y="367"/>
                </a:lnTo>
                <a:lnTo>
                  <a:pt x="820" y="367"/>
                </a:lnTo>
                <a:lnTo>
                  <a:pt x="819" y="367"/>
                </a:lnTo>
                <a:lnTo>
                  <a:pt x="818" y="367"/>
                </a:lnTo>
                <a:lnTo>
                  <a:pt x="818" y="368"/>
                </a:lnTo>
                <a:lnTo>
                  <a:pt x="818" y="369"/>
                </a:lnTo>
                <a:lnTo>
                  <a:pt x="817" y="369"/>
                </a:lnTo>
                <a:lnTo>
                  <a:pt x="815" y="371"/>
                </a:lnTo>
                <a:lnTo>
                  <a:pt x="814" y="372"/>
                </a:lnTo>
                <a:lnTo>
                  <a:pt x="814" y="373"/>
                </a:lnTo>
                <a:lnTo>
                  <a:pt x="813" y="374"/>
                </a:lnTo>
                <a:lnTo>
                  <a:pt x="812" y="375"/>
                </a:lnTo>
                <a:lnTo>
                  <a:pt x="812" y="376"/>
                </a:lnTo>
                <a:lnTo>
                  <a:pt x="813" y="376"/>
                </a:lnTo>
                <a:lnTo>
                  <a:pt x="812" y="377"/>
                </a:lnTo>
                <a:lnTo>
                  <a:pt x="811" y="378"/>
                </a:lnTo>
                <a:lnTo>
                  <a:pt x="811" y="379"/>
                </a:lnTo>
                <a:lnTo>
                  <a:pt x="810" y="380"/>
                </a:lnTo>
                <a:lnTo>
                  <a:pt x="810" y="381"/>
                </a:lnTo>
                <a:lnTo>
                  <a:pt x="809" y="381"/>
                </a:lnTo>
                <a:lnTo>
                  <a:pt x="809" y="382"/>
                </a:lnTo>
                <a:lnTo>
                  <a:pt x="808" y="382"/>
                </a:lnTo>
                <a:lnTo>
                  <a:pt x="808" y="383"/>
                </a:lnTo>
                <a:lnTo>
                  <a:pt x="809" y="382"/>
                </a:lnTo>
                <a:lnTo>
                  <a:pt x="809" y="383"/>
                </a:lnTo>
                <a:lnTo>
                  <a:pt x="809" y="384"/>
                </a:lnTo>
                <a:lnTo>
                  <a:pt x="809" y="385"/>
                </a:lnTo>
                <a:lnTo>
                  <a:pt x="808" y="385"/>
                </a:lnTo>
                <a:lnTo>
                  <a:pt x="810" y="387"/>
                </a:lnTo>
                <a:lnTo>
                  <a:pt x="811" y="389"/>
                </a:lnTo>
                <a:lnTo>
                  <a:pt x="811" y="390"/>
                </a:lnTo>
                <a:lnTo>
                  <a:pt x="812" y="390"/>
                </a:lnTo>
                <a:lnTo>
                  <a:pt x="813" y="390"/>
                </a:lnTo>
                <a:lnTo>
                  <a:pt x="813" y="389"/>
                </a:lnTo>
                <a:lnTo>
                  <a:pt x="813" y="388"/>
                </a:lnTo>
                <a:lnTo>
                  <a:pt x="814" y="386"/>
                </a:lnTo>
                <a:lnTo>
                  <a:pt x="813" y="386"/>
                </a:lnTo>
                <a:lnTo>
                  <a:pt x="813" y="385"/>
                </a:lnTo>
                <a:lnTo>
                  <a:pt x="813" y="384"/>
                </a:lnTo>
                <a:lnTo>
                  <a:pt x="814" y="384"/>
                </a:lnTo>
                <a:lnTo>
                  <a:pt x="814" y="385"/>
                </a:lnTo>
                <a:lnTo>
                  <a:pt x="816" y="385"/>
                </a:lnTo>
                <a:lnTo>
                  <a:pt x="817" y="386"/>
                </a:lnTo>
                <a:lnTo>
                  <a:pt x="818" y="385"/>
                </a:lnTo>
                <a:lnTo>
                  <a:pt x="819" y="384"/>
                </a:lnTo>
                <a:lnTo>
                  <a:pt x="819" y="385"/>
                </a:lnTo>
                <a:lnTo>
                  <a:pt x="820" y="386"/>
                </a:lnTo>
                <a:lnTo>
                  <a:pt x="819" y="386"/>
                </a:lnTo>
                <a:lnTo>
                  <a:pt x="819" y="387"/>
                </a:lnTo>
                <a:lnTo>
                  <a:pt x="818" y="387"/>
                </a:lnTo>
                <a:lnTo>
                  <a:pt x="817" y="387"/>
                </a:lnTo>
                <a:lnTo>
                  <a:pt x="817" y="388"/>
                </a:lnTo>
                <a:lnTo>
                  <a:pt x="816" y="389"/>
                </a:lnTo>
                <a:lnTo>
                  <a:pt x="815" y="391"/>
                </a:lnTo>
                <a:lnTo>
                  <a:pt x="814" y="392"/>
                </a:lnTo>
                <a:lnTo>
                  <a:pt x="814" y="393"/>
                </a:lnTo>
                <a:lnTo>
                  <a:pt x="814" y="394"/>
                </a:lnTo>
                <a:lnTo>
                  <a:pt x="815" y="395"/>
                </a:lnTo>
                <a:lnTo>
                  <a:pt x="816" y="395"/>
                </a:lnTo>
                <a:lnTo>
                  <a:pt x="816" y="396"/>
                </a:lnTo>
                <a:lnTo>
                  <a:pt x="817" y="396"/>
                </a:lnTo>
                <a:lnTo>
                  <a:pt x="817" y="397"/>
                </a:lnTo>
                <a:lnTo>
                  <a:pt x="816" y="397"/>
                </a:lnTo>
                <a:lnTo>
                  <a:pt x="816" y="398"/>
                </a:lnTo>
                <a:lnTo>
                  <a:pt x="817" y="398"/>
                </a:lnTo>
                <a:lnTo>
                  <a:pt x="817" y="399"/>
                </a:lnTo>
                <a:lnTo>
                  <a:pt x="816" y="399"/>
                </a:lnTo>
                <a:lnTo>
                  <a:pt x="815" y="398"/>
                </a:lnTo>
                <a:lnTo>
                  <a:pt x="815" y="397"/>
                </a:lnTo>
                <a:lnTo>
                  <a:pt x="814" y="397"/>
                </a:lnTo>
                <a:lnTo>
                  <a:pt x="813" y="397"/>
                </a:lnTo>
                <a:lnTo>
                  <a:pt x="812" y="397"/>
                </a:lnTo>
                <a:lnTo>
                  <a:pt x="811" y="397"/>
                </a:lnTo>
                <a:lnTo>
                  <a:pt x="811" y="396"/>
                </a:lnTo>
                <a:lnTo>
                  <a:pt x="810" y="396"/>
                </a:lnTo>
                <a:lnTo>
                  <a:pt x="810" y="397"/>
                </a:lnTo>
                <a:lnTo>
                  <a:pt x="810" y="396"/>
                </a:lnTo>
                <a:lnTo>
                  <a:pt x="809" y="396"/>
                </a:lnTo>
                <a:lnTo>
                  <a:pt x="808" y="395"/>
                </a:lnTo>
                <a:lnTo>
                  <a:pt x="809" y="395"/>
                </a:lnTo>
                <a:lnTo>
                  <a:pt x="808" y="395"/>
                </a:lnTo>
                <a:lnTo>
                  <a:pt x="807" y="395"/>
                </a:lnTo>
                <a:lnTo>
                  <a:pt x="806" y="395"/>
                </a:lnTo>
                <a:lnTo>
                  <a:pt x="805" y="395"/>
                </a:lnTo>
                <a:lnTo>
                  <a:pt x="804" y="395"/>
                </a:lnTo>
                <a:lnTo>
                  <a:pt x="803" y="394"/>
                </a:lnTo>
                <a:lnTo>
                  <a:pt x="802" y="393"/>
                </a:lnTo>
                <a:lnTo>
                  <a:pt x="801" y="393"/>
                </a:lnTo>
                <a:lnTo>
                  <a:pt x="800" y="393"/>
                </a:lnTo>
                <a:lnTo>
                  <a:pt x="799" y="394"/>
                </a:lnTo>
                <a:lnTo>
                  <a:pt x="798" y="394"/>
                </a:lnTo>
                <a:lnTo>
                  <a:pt x="797" y="394"/>
                </a:lnTo>
                <a:lnTo>
                  <a:pt x="796" y="395"/>
                </a:lnTo>
                <a:lnTo>
                  <a:pt x="796" y="396"/>
                </a:lnTo>
                <a:lnTo>
                  <a:pt x="795" y="396"/>
                </a:lnTo>
                <a:lnTo>
                  <a:pt x="794" y="396"/>
                </a:lnTo>
                <a:lnTo>
                  <a:pt x="793" y="396"/>
                </a:lnTo>
                <a:lnTo>
                  <a:pt x="792" y="396"/>
                </a:lnTo>
                <a:lnTo>
                  <a:pt x="791" y="396"/>
                </a:lnTo>
                <a:lnTo>
                  <a:pt x="790" y="396"/>
                </a:lnTo>
                <a:lnTo>
                  <a:pt x="789" y="396"/>
                </a:lnTo>
                <a:lnTo>
                  <a:pt x="789" y="395"/>
                </a:lnTo>
                <a:lnTo>
                  <a:pt x="787" y="395"/>
                </a:lnTo>
                <a:lnTo>
                  <a:pt x="786" y="394"/>
                </a:lnTo>
                <a:lnTo>
                  <a:pt x="786" y="393"/>
                </a:lnTo>
                <a:lnTo>
                  <a:pt x="785" y="394"/>
                </a:lnTo>
                <a:lnTo>
                  <a:pt x="784" y="393"/>
                </a:lnTo>
                <a:lnTo>
                  <a:pt x="784" y="392"/>
                </a:lnTo>
                <a:lnTo>
                  <a:pt x="784" y="391"/>
                </a:lnTo>
                <a:lnTo>
                  <a:pt x="783" y="391"/>
                </a:lnTo>
                <a:lnTo>
                  <a:pt x="783" y="390"/>
                </a:lnTo>
                <a:lnTo>
                  <a:pt x="784" y="390"/>
                </a:lnTo>
                <a:lnTo>
                  <a:pt x="784" y="389"/>
                </a:lnTo>
                <a:lnTo>
                  <a:pt x="784" y="388"/>
                </a:lnTo>
                <a:lnTo>
                  <a:pt x="784" y="387"/>
                </a:lnTo>
                <a:lnTo>
                  <a:pt x="784" y="386"/>
                </a:lnTo>
                <a:lnTo>
                  <a:pt x="785" y="386"/>
                </a:lnTo>
                <a:lnTo>
                  <a:pt x="785" y="387"/>
                </a:lnTo>
                <a:lnTo>
                  <a:pt x="786" y="387"/>
                </a:lnTo>
                <a:lnTo>
                  <a:pt x="787" y="387"/>
                </a:lnTo>
                <a:lnTo>
                  <a:pt x="789" y="387"/>
                </a:lnTo>
                <a:lnTo>
                  <a:pt x="789" y="388"/>
                </a:lnTo>
                <a:lnTo>
                  <a:pt x="791" y="388"/>
                </a:lnTo>
                <a:lnTo>
                  <a:pt x="792" y="387"/>
                </a:lnTo>
                <a:lnTo>
                  <a:pt x="793" y="387"/>
                </a:lnTo>
                <a:lnTo>
                  <a:pt x="794" y="386"/>
                </a:lnTo>
                <a:lnTo>
                  <a:pt x="795" y="385"/>
                </a:lnTo>
                <a:lnTo>
                  <a:pt x="796" y="385"/>
                </a:lnTo>
                <a:lnTo>
                  <a:pt x="795" y="385"/>
                </a:lnTo>
                <a:lnTo>
                  <a:pt x="794" y="384"/>
                </a:lnTo>
                <a:lnTo>
                  <a:pt x="794" y="383"/>
                </a:lnTo>
                <a:lnTo>
                  <a:pt x="793" y="382"/>
                </a:lnTo>
                <a:lnTo>
                  <a:pt x="793" y="381"/>
                </a:lnTo>
                <a:lnTo>
                  <a:pt x="792" y="381"/>
                </a:lnTo>
                <a:lnTo>
                  <a:pt x="791" y="381"/>
                </a:lnTo>
                <a:lnTo>
                  <a:pt x="790" y="381"/>
                </a:lnTo>
                <a:lnTo>
                  <a:pt x="790" y="382"/>
                </a:lnTo>
                <a:lnTo>
                  <a:pt x="789" y="382"/>
                </a:lnTo>
                <a:lnTo>
                  <a:pt x="789" y="383"/>
                </a:lnTo>
                <a:lnTo>
                  <a:pt x="788" y="384"/>
                </a:lnTo>
                <a:lnTo>
                  <a:pt x="787" y="383"/>
                </a:lnTo>
                <a:lnTo>
                  <a:pt x="787" y="384"/>
                </a:lnTo>
                <a:lnTo>
                  <a:pt x="787" y="385"/>
                </a:lnTo>
                <a:lnTo>
                  <a:pt x="786" y="386"/>
                </a:lnTo>
                <a:lnTo>
                  <a:pt x="784" y="385"/>
                </a:lnTo>
                <a:lnTo>
                  <a:pt x="784" y="384"/>
                </a:lnTo>
                <a:lnTo>
                  <a:pt x="783" y="384"/>
                </a:lnTo>
                <a:lnTo>
                  <a:pt x="783" y="383"/>
                </a:lnTo>
                <a:lnTo>
                  <a:pt x="782" y="383"/>
                </a:lnTo>
                <a:lnTo>
                  <a:pt x="780" y="382"/>
                </a:lnTo>
                <a:lnTo>
                  <a:pt x="779" y="382"/>
                </a:lnTo>
                <a:lnTo>
                  <a:pt x="777" y="382"/>
                </a:lnTo>
                <a:lnTo>
                  <a:pt x="774" y="382"/>
                </a:lnTo>
                <a:lnTo>
                  <a:pt x="773" y="383"/>
                </a:lnTo>
                <a:lnTo>
                  <a:pt x="772" y="383"/>
                </a:lnTo>
                <a:lnTo>
                  <a:pt x="771" y="384"/>
                </a:lnTo>
                <a:lnTo>
                  <a:pt x="770" y="384"/>
                </a:lnTo>
                <a:lnTo>
                  <a:pt x="769" y="384"/>
                </a:lnTo>
                <a:lnTo>
                  <a:pt x="768" y="384"/>
                </a:lnTo>
                <a:lnTo>
                  <a:pt x="767" y="385"/>
                </a:lnTo>
                <a:lnTo>
                  <a:pt x="767" y="384"/>
                </a:lnTo>
                <a:lnTo>
                  <a:pt x="768" y="384"/>
                </a:lnTo>
                <a:lnTo>
                  <a:pt x="768" y="383"/>
                </a:lnTo>
                <a:lnTo>
                  <a:pt x="767" y="383"/>
                </a:lnTo>
                <a:lnTo>
                  <a:pt x="767" y="382"/>
                </a:lnTo>
                <a:lnTo>
                  <a:pt x="768" y="381"/>
                </a:lnTo>
                <a:lnTo>
                  <a:pt x="769" y="380"/>
                </a:lnTo>
                <a:lnTo>
                  <a:pt x="772" y="379"/>
                </a:lnTo>
                <a:lnTo>
                  <a:pt x="772" y="378"/>
                </a:lnTo>
                <a:lnTo>
                  <a:pt x="772" y="377"/>
                </a:lnTo>
                <a:lnTo>
                  <a:pt x="773" y="377"/>
                </a:lnTo>
                <a:lnTo>
                  <a:pt x="774" y="377"/>
                </a:lnTo>
                <a:lnTo>
                  <a:pt x="774" y="376"/>
                </a:lnTo>
                <a:lnTo>
                  <a:pt x="774" y="373"/>
                </a:lnTo>
                <a:lnTo>
                  <a:pt x="775" y="374"/>
                </a:lnTo>
                <a:lnTo>
                  <a:pt x="776" y="373"/>
                </a:lnTo>
                <a:lnTo>
                  <a:pt x="777" y="372"/>
                </a:lnTo>
                <a:lnTo>
                  <a:pt x="778" y="371"/>
                </a:lnTo>
                <a:lnTo>
                  <a:pt x="778" y="368"/>
                </a:lnTo>
                <a:lnTo>
                  <a:pt x="778" y="367"/>
                </a:lnTo>
                <a:lnTo>
                  <a:pt x="777" y="367"/>
                </a:lnTo>
                <a:lnTo>
                  <a:pt x="778" y="366"/>
                </a:lnTo>
                <a:lnTo>
                  <a:pt x="778" y="365"/>
                </a:lnTo>
                <a:lnTo>
                  <a:pt x="779" y="364"/>
                </a:lnTo>
                <a:lnTo>
                  <a:pt x="778" y="364"/>
                </a:lnTo>
                <a:lnTo>
                  <a:pt x="778" y="365"/>
                </a:lnTo>
                <a:lnTo>
                  <a:pt x="777" y="366"/>
                </a:lnTo>
                <a:lnTo>
                  <a:pt x="776" y="365"/>
                </a:lnTo>
                <a:lnTo>
                  <a:pt x="776" y="366"/>
                </a:lnTo>
                <a:lnTo>
                  <a:pt x="777" y="367"/>
                </a:lnTo>
                <a:lnTo>
                  <a:pt x="777" y="368"/>
                </a:lnTo>
                <a:lnTo>
                  <a:pt x="777" y="369"/>
                </a:lnTo>
                <a:lnTo>
                  <a:pt x="777" y="370"/>
                </a:lnTo>
                <a:lnTo>
                  <a:pt x="776" y="371"/>
                </a:lnTo>
                <a:lnTo>
                  <a:pt x="775" y="372"/>
                </a:lnTo>
                <a:lnTo>
                  <a:pt x="774" y="372"/>
                </a:lnTo>
                <a:lnTo>
                  <a:pt x="773" y="373"/>
                </a:lnTo>
                <a:lnTo>
                  <a:pt x="773" y="375"/>
                </a:lnTo>
                <a:lnTo>
                  <a:pt x="773" y="376"/>
                </a:lnTo>
                <a:lnTo>
                  <a:pt x="772" y="376"/>
                </a:lnTo>
                <a:lnTo>
                  <a:pt x="771" y="376"/>
                </a:lnTo>
                <a:lnTo>
                  <a:pt x="771" y="377"/>
                </a:lnTo>
                <a:lnTo>
                  <a:pt x="771" y="378"/>
                </a:lnTo>
                <a:lnTo>
                  <a:pt x="770" y="378"/>
                </a:lnTo>
                <a:lnTo>
                  <a:pt x="770" y="379"/>
                </a:lnTo>
                <a:lnTo>
                  <a:pt x="769" y="379"/>
                </a:lnTo>
                <a:lnTo>
                  <a:pt x="769" y="378"/>
                </a:lnTo>
                <a:lnTo>
                  <a:pt x="767" y="378"/>
                </a:lnTo>
                <a:lnTo>
                  <a:pt x="767" y="377"/>
                </a:lnTo>
                <a:lnTo>
                  <a:pt x="765" y="377"/>
                </a:lnTo>
                <a:lnTo>
                  <a:pt x="764" y="377"/>
                </a:lnTo>
                <a:lnTo>
                  <a:pt x="763" y="377"/>
                </a:lnTo>
                <a:lnTo>
                  <a:pt x="763" y="378"/>
                </a:lnTo>
                <a:lnTo>
                  <a:pt x="762" y="378"/>
                </a:lnTo>
                <a:lnTo>
                  <a:pt x="761" y="378"/>
                </a:lnTo>
                <a:lnTo>
                  <a:pt x="760" y="379"/>
                </a:lnTo>
                <a:lnTo>
                  <a:pt x="759" y="379"/>
                </a:lnTo>
                <a:lnTo>
                  <a:pt x="759" y="380"/>
                </a:lnTo>
                <a:lnTo>
                  <a:pt x="759" y="381"/>
                </a:lnTo>
                <a:lnTo>
                  <a:pt x="758" y="381"/>
                </a:lnTo>
                <a:lnTo>
                  <a:pt x="758" y="382"/>
                </a:lnTo>
                <a:lnTo>
                  <a:pt x="758" y="383"/>
                </a:lnTo>
                <a:lnTo>
                  <a:pt x="758" y="384"/>
                </a:lnTo>
                <a:lnTo>
                  <a:pt x="760" y="384"/>
                </a:lnTo>
                <a:lnTo>
                  <a:pt x="761" y="385"/>
                </a:lnTo>
                <a:lnTo>
                  <a:pt x="761" y="386"/>
                </a:lnTo>
                <a:lnTo>
                  <a:pt x="760" y="386"/>
                </a:lnTo>
                <a:lnTo>
                  <a:pt x="759" y="386"/>
                </a:lnTo>
                <a:lnTo>
                  <a:pt x="760" y="386"/>
                </a:lnTo>
                <a:lnTo>
                  <a:pt x="759" y="385"/>
                </a:lnTo>
                <a:lnTo>
                  <a:pt x="758" y="385"/>
                </a:lnTo>
                <a:lnTo>
                  <a:pt x="757" y="385"/>
                </a:lnTo>
                <a:lnTo>
                  <a:pt x="756" y="384"/>
                </a:lnTo>
                <a:lnTo>
                  <a:pt x="756" y="383"/>
                </a:lnTo>
                <a:lnTo>
                  <a:pt x="756" y="382"/>
                </a:lnTo>
                <a:lnTo>
                  <a:pt x="757" y="383"/>
                </a:lnTo>
                <a:lnTo>
                  <a:pt x="757" y="382"/>
                </a:lnTo>
                <a:lnTo>
                  <a:pt x="756" y="382"/>
                </a:lnTo>
                <a:lnTo>
                  <a:pt x="755" y="381"/>
                </a:lnTo>
                <a:lnTo>
                  <a:pt x="754" y="382"/>
                </a:lnTo>
                <a:lnTo>
                  <a:pt x="753" y="382"/>
                </a:lnTo>
                <a:lnTo>
                  <a:pt x="752" y="382"/>
                </a:lnTo>
                <a:lnTo>
                  <a:pt x="751" y="383"/>
                </a:lnTo>
                <a:lnTo>
                  <a:pt x="750" y="383"/>
                </a:lnTo>
                <a:lnTo>
                  <a:pt x="749" y="384"/>
                </a:lnTo>
                <a:lnTo>
                  <a:pt x="748" y="384"/>
                </a:lnTo>
                <a:lnTo>
                  <a:pt x="747" y="385"/>
                </a:lnTo>
                <a:lnTo>
                  <a:pt x="746" y="385"/>
                </a:lnTo>
                <a:lnTo>
                  <a:pt x="745" y="385"/>
                </a:lnTo>
                <a:lnTo>
                  <a:pt x="743" y="386"/>
                </a:lnTo>
                <a:lnTo>
                  <a:pt x="742" y="386"/>
                </a:lnTo>
                <a:lnTo>
                  <a:pt x="742" y="385"/>
                </a:lnTo>
                <a:lnTo>
                  <a:pt x="741" y="385"/>
                </a:lnTo>
                <a:lnTo>
                  <a:pt x="742" y="386"/>
                </a:lnTo>
                <a:lnTo>
                  <a:pt x="741" y="386"/>
                </a:lnTo>
                <a:lnTo>
                  <a:pt x="741" y="387"/>
                </a:lnTo>
                <a:lnTo>
                  <a:pt x="741" y="388"/>
                </a:lnTo>
                <a:lnTo>
                  <a:pt x="741" y="389"/>
                </a:lnTo>
                <a:lnTo>
                  <a:pt x="741" y="390"/>
                </a:lnTo>
                <a:lnTo>
                  <a:pt x="742" y="392"/>
                </a:lnTo>
                <a:lnTo>
                  <a:pt x="741" y="392"/>
                </a:lnTo>
                <a:lnTo>
                  <a:pt x="741" y="393"/>
                </a:lnTo>
                <a:lnTo>
                  <a:pt x="739" y="393"/>
                </a:lnTo>
                <a:lnTo>
                  <a:pt x="738" y="394"/>
                </a:lnTo>
                <a:lnTo>
                  <a:pt x="738" y="395"/>
                </a:lnTo>
                <a:lnTo>
                  <a:pt x="738" y="396"/>
                </a:lnTo>
                <a:lnTo>
                  <a:pt x="739" y="396"/>
                </a:lnTo>
                <a:lnTo>
                  <a:pt x="740" y="396"/>
                </a:lnTo>
                <a:lnTo>
                  <a:pt x="740" y="397"/>
                </a:lnTo>
                <a:lnTo>
                  <a:pt x="741" y="397"/>
                </a:lnTo>
                <a:lnTo>
                  <a:pt x="740" y="398"/>
                </a:lnTo>
                <a:lnTo>
                  <a:pt x="740" y="399"/>
                </a:lnTo>
                <a:lnTo>
                  <a:pt x="739" y="399"/>
                </a:lnTo>
                <a:lnTo>
                  <a:pt x="738" y="399"/>
                </a:lnTo>
                <a:lnTo>
                  <a:pt x="737" y="399"/>
                </a:lnTo>
                <a:lnTo>
                  <a:pt x="736" y="400"/>
                </a:lnTo>
                <a:lnTo>
                  <a:pt x="735" y="401"/>
                </a:lnTo>
                <a:lnTo>
                  <a:pt x="734" y="402"/>
                </a:lnTo>
                <a:lnTo>
                  <a:pt x="733" y="402"/>
                </a:lnTo>
                <a:lnTo>
                  <a:pt x="733" y="403"/>
                </a:lnTo>
                <a:lnTo>
                  <a:pt x="733" y="402"/>
                </a:lnTo>
                <a:lnTo>
                  <a:pt x="733" y="401"/>
                </a:lnTo>
                <a:lnTo>
                  <a:pt x="732" y="401"/>
                </a:lnTo>
                <a:lnTo>
                  <a:pt x="731" y="401"/>
                </a:lnTo>
                <a:lnTo>
                  <a:pt x="730" y="401"/>
                </a:lnTo>
                <a:lnTo>
                  <a:pt x="729" y="400"/>
                </a:lnTo>
                <a:lnTo>
                  <a:pt x="729" y="399"/>
                </a:lnTo>
                <a:lnTo>
                  <a:pt x="729" y="398"/>
                </a:lnTo>
                <a:lnTo>
                  <a:pt x="729" y="397"/>
                </a:lnTo>
                <a:lnTo>
                  <a:pt x="729" y="396"/>
                </a:lnTo>
                <a:lnTo>
                  <a:pt x="729" y="395"/>
                </a:lnTo>
                <a:lnTo>
                  <a:pt x="727" y="394"/>
                </a:lnTo>
                <a:lnTo>
                  <a:pt x="725" y="394"/>
                </a:lnTo>
                <a:lnTo>
                  <a:pt x="724" y="394"/>
                </a:lnTo>
                <a:lnTo>
                  <a:pt x="722" y="394"/>
                </a:lnTo>
                <a:lnTo>
                  <a:pt x="721" y="394"/>
                </a:lnTo>
                <a:lnTo>
                  <a:pt x="720" y="394"/>
                </a:lnTo>
                <a:lnTo>
                  <a:pt x="720" y="393"/>
                </a:lnTo>
                <a:lnTo>
                  <a:pt x="719" y="393"/>
                </a:lnTo>
                <a:lnTo>
                  <a:pt x="719" y="392"/>
                </a:lnTo>
                <a:lnTo>
                  <a:pt x="718" y="392"/>
                </a:lnTo>
                <a:lnTo>
                  <a:pt x="718" y="393"/>
                </a:lnTo>
                <a:lnTo>
                  <a:pt x="717" y="393"/>
                </a:lnTo>
                <a:lnTo>
                  <a:pt x="717" y="394"/>
                </a:lnTo>
                <a:lnTo>
                  <a:pt x="718" y="394"/>
                </a:lnTo>
                <a:lnTo>
                  <a:pt x="719" y="395"/>
                </a:lnTo>
                <a:lnTo>
                  <a:pt x="720" y="395"/>
                </a:lnTo>
                <a:lnTo>
                  <a:pt x="720" y="396"/>
                </a:lnTo>
                <a:lnTo>
                  <a:pt x="719" y="397"/>
                </a:lnTo>
                <a:lnTo>
                  <a:pt x="719" y="398"/>
                </a:lnTo>
                <a:lnTo>
                  <a:pt x="720" y="398"/>
                </a:lnTo>
                <a:lnTo>
                  <a:pt x="721" y="399"/>
                </a:lnTo>
                <a:lnTo>
                  <a:pt x="722" y="399"/>
                </a:lnTo>
                <a:lnTo>
                  <a:pt x="723" y="399"/>
                </a:lnTo>
                <a:lnTo>
                  <a:pt x="724" y="398"/>
                </a:lnTo>
                <a:lnTo>
                  <a:pt x="725" y="398"/>
                </a:lnTo>
                <a:lnTo>
                  <a:pt x="725" y="399"/>
                </a:lnTo>
                <a:lnTo>
                  <a:pt x="726" y="399"/>
                </a:lnTo>
                <a:lnTo>
                  <a:pt x="727" y="399"/>
                </a:lnTo>
                <a:lnTo>
                  <a:pt x="727" y="400"/>
                </a:lnTo>
                <a:lnTo>
                  <a:pt x="728" y="400"/>
                </a:lnTo>
                <a:lnTo>
                  <a:pt x="729" y="401"/>
                </a:lnTo>
                <a:lnTo>
                  <a:pt x="730" y="402"/>
                </a:lnTo>
                <a:lnTo>
                  <a:pt x="731" y="402"/>
                </a:lnTo>
                <a:lnTo>
                  <a:pt x="732" y="402"/>
                </a:lnTo>
                <a:lnTo>
                  <a:pt x="732" y="403"/>
                </a:lnTo>
                <a:lnTo>
                  <a:pt x="732" y="404"/>
                </a:lnTo>
                <a:lnTo>
                  <a:pt x="731" y="405"/>
                </a:lnTo>
                <a:lnTo>
                  <a:pt x="730" y="405"/>
                </a:lnTo>
                <a:lnTo>
                  <a:pt x="728" y="408"/>
                </a:lnTo>
                <a:lnTo>
                  <a:pt x="727" y="410"/>
                </a:lnTo>
                <a:lnTo>
                  <a:pt x="726" y="410"/>
                </a:lnTo>
                <a:lnTo>
                  <a:pt x="726" y="411"/>
                </a:lnTo>
                <a:lnTo>
                  <a:pt x="726" y="412"/>
                </a:lnTo>
                <a:lnTo>
                  <a:pt x="725" y="413"/>
                </a:lnTo>
                <a:lnTo>
                  <a:pt x="725" y="414"/>
                </a:lnTo>
                <a:lnTo>
                  <a:pt x="724" y="415"/>
                </a:lnTo>
                <a:lnTo>
                  <a:pt x="724" y="416"/>
                </a:lnTo>
                <a:lnTo>
                  <a:pt x="724" y="417"/>
                </a:lnTo>
                <a:lnTo>
                  <a:pt x="724" y="418"/>
                </a:lnTo>
                <a:lnTo>
                  <a:pt x="724" y="419"/>
                </a:lnTo>
                <a:lnTo>
                  <a:pt x="724" y="420"/>
                </a:lnTo>
                <a:lnTo>
                  <a:pt x="726" y="421"/>
                </a:lnTo>
                <a:lnTo>
                  <a:pt x="727" y="422"/>
                </a:lnTo>
                <a:lnTo>
                  <a:pt x="726" y="423"/>
                </a:lnTo>
                <a:lnTo>
                  <a:pt x="725" y="424"/>
                </a:lnTo>
                <a:lnTo>
                  <a:pt x="724" y="424"/>
                </a:lnTo>
                <a:lnTo>
                  <a:pt x="724" y="423"/>
                </a:lnTo>
                <a:lnTo>
                  <a:pt x="723" y="424"/>
                </a:lnTo>
                <a:lnTo>
                  <a:pt x="723" y="425"/>
                </a:lnTo>
                <a:lnTo>
                  <a:pt x="722" y="425"/>
                </a:lnTo>
                <a:lnTo>
                  <a:pt x="722" y="424"/>
                </a:lnTo>
                <a:lnTo>
                  <a:pt x="722" y="423"/>
                </a:lnTo>
                <a:lnTo>
                  <a:pt x="723" y="423"/>
                </a:lnTo>
                <a:lnTo>
                  <a:pt x="723" y="422"/>
                </a:lnTo>
                <a:lnTo>
                  <a:pt x="722" y="421"/>
                </a:lnTo>
                <a:lnTo>
                  <a:pt x="723" y="421"/>
                </a:lnTo>
                <a:lnTo>
                  <a:pt x="723" y="420"/>
                </a:lnTo>
                <a:lnTo>
                  <a:pt x="723" y="419"/>
                </a:lnTo>
                <a:lnTo>
                  <a:pt x="722" y="419"/>
                </a:lnTo>
                <a:lnTo>
                  <a:pt x="722" y="418"/>
                </a:lnTo>
                <a:lnTo>
                  <a:pt x="720" y="417"/>
                </a:lnTo>
                <a:lnTo>
                  <a:pt x="719" y="417"/>
                </a:lnTo>
                <a:lnTo>
                  <a:pt x="718" y="417"/>
                </a:lnTo>
                <a:lnTo>
                  <a:pt x="717" y="417"/>
                </a:lnTo>
                <a:lnTo>
                  <a:pt x="716" y="417"/>
                </a:lnTo>
                <a:lnTo>
                  <a:pt x="715" y="417"/>
                </a:lnTo>
                <a:lnTo>
                  <a:pt x="714" y="417"/>
                </a:lnTo>
                <a:lnTo>
                  <a:pt x="713" y="417"/>
                </a:lnTo>
                <a:lnTo>
                  <a:pt x="713" y="418"/>
                </a:lnTo>
                <a:lnTo>
                  <a:pt x="712" y="418"/>
                </a:lnTo>
                <a:lnTo>
                  <a:pt x="712" y="419"/>
                </a:lnTo>
                <a:lnTo>
                  <a:pt x="711" y="419"/>
                </a:lnTo>
                <a:lnTo>
                  <a:pt x="710" y="419"/>
                </a:lnTo>
                <a:lnTo>
                  <a:pt x="710" y="418"/>
                </a:lnTo>
                <a:lnTo>
                  <a:pt x="707" y="418"/>
                </a:lnTo>
                <a:lnTo>
                  <a:pt x="706" y="419"/>
                </a:lnTo>
                <a:lnTo>
                  <a:pt x="705" y="419"/>
                </a:lnTo>
                <a:lnTo>
                  <a:pt x="704" y="419"/>
                </a:lnTo>
                <a:lnTo>
                  <a:pt x="703" y="420"/>
                </a:lnTo>
                <a:lnTo>
                  <a:pt x="702" y="420"/>
                </a:lnTo>
                <a:lnTo>
                  <a:pt x="702" y="419"/>
                </a:lnTo>
                <a:lnTo>
                  <a:pt x="701" y="419"/>
                </a:lnTo>
                <a:lnTo>
                  <a:pt x="700" y="418"/>
                </a:lnTo>
                <a:lnTo>
                  <a:pt x="700" y="417"/>
                </a:lnTo>
                <a:lnTo>
                  <a:pt x="700" y="416"/>
                </a:lnTo>
                <a:lnTo>
                  <a:pt x="700" y="415"/>
                </a:lnTo>
                <a:lnTo>
                  <a:pt x="700" y="414"/>
                </a:lnTo>
                <a:lnTo>
                  <a:pt x="701" y="413"/>
                </a:lnTo>
                <a:lnTo>
                  <a:pt x="700" y="412"/>
                </a:lnTo>
                <a:lnTo>
                  <a:pt x="698" y="411"/>
                </a:lnTo>
                <a:lnTo>
                  <a:pt x="698" y="410"/>
                </a:lnTo>
                <a:lnTo>
                  <a:pt x="699" y="409"/>
                </a:lnTo>
                <a:lnTo>
                  <a:pt x="699" y="408"/>
                </a:lnTo>
                <a:lnTo>
                  <a:pt x="700" y="407"/>
                </a:lnTo>
                <a:lnTo>
                  <a:pt x="700" y="406"/>
                </a:lnTo>
                <a:lnTo>
                  <a:pt x="700" y="405"/>
                </a:lnTo>
                <a:lnTo>
                  <a:pt x="700" y="404"/>
                </a:lnTo>
                <a:lnTo>
                  <a:pt x="699" y="404"/>
                </a:lnTo>
                <a:lnTo>
                  <a:pt x="698" y="403"/>
                </a:lnTo>
                <a:lnTo>
                  <a:pt x="698" y="402"/>
                </a:lnTo>
                <a:lnTo>
                  <a:pt x="699" y="401"/>
                </a:lnTo>
                <a:lnTo>
                  <a:pt x="699" y="400"/>
                </a:lnTo>
                <a:lnTo>
                  <a:pt x="698" y="399"/>
                </a:lnTo>
                <a:lnTo>
                  <a:pt x="699" y="398"/>
                </a:lnTo>
                <a:lnTo>
                  <a:pt x="699" y="397"/>
                </a:lnTo>
                <a:lnTo>
                  <a:pt x="700" y="397"/>
                </a:lnTo>
                <a:lnTo>
                  <a:pt x="700" y="396"/>
                </a:lnTo>
                <a:lnTo>
                  <a:pt x="701" y="395"/>
                </a:lnTo>
                <a:lnTo>
                  <a:pt x="702" y="394"/>
                </a:lnTo>
                <a:lnTo>
                  <a:pt x="703" y="394"/>
                </a:lnTo>
                <a:lnTo>
                  <a:pt x="705" y="392"/>
                </a:lnTo>
                <a:lnTo>
                  <a:pt x="706" y="392"/>
                </a:lnTo>
                <a:lnTo>
                  <a:pt x="707" y="392"/>
                </a:lnTo>
                <a:lnTo>
                  <a:pt x="708" y="391"/>
                </a:lnTo>
                <a:lnTo>
                  <a:pt x="710" y="391"/>
                </a:lnTo>
                <a:lnTo>
                  <a:pt x="710" y="390"/>
                </a:lnTo>
                <a:lnTo>
                  <a:pt x="710" y="389"/>
                </a:lnTo>
                <a:lnTo>
                  <a:pt x="708" y="388"/>
                </a:lnTo>
                <a:lnTo>
                  <a:pt x="707" y="388"/>
                </a:lnTo>
                <a:lnTo>
                  <a:pt x="707" y="387"/>
                </a:lnTo>
                <a:lnTo>
                  <a:pt x="706" y="387"/>
                </a:lnTo>
                <a:lnTo>
                  <a:pt x="706" y="386"/>
                </a:lnTo>
                <a:lnTo>
                  <a:pt x="705" y="385"/>
                </a:lnTo>
                <a:lnTo>
                  <a:pt x="705" y="384"/>
                </a:lnTo>
                <a:lnTo>
                  <a:pt x="704" y="384"/>
                </a:lnTo>
                <a:lnTo>
                  <a:pt x="704" y="385"/>
                </a:lnTo>
                <a:lnTo>
                  <a:pt x="704" y="384"/>
                </a:lnTo>
                <a:lnTo>
                  <a:pt x="703" y="383"/>
                </a:lnTo>
                <a:lnTo>
                  <a:pt x="702" y="383"/>
                </a:lnTo>
                <a:lnTo>
                  <a:pt x="703" y="384"/>
                </a:lnTo>
                <a:lnTo>
                  <a:pt x="704" y="385"/>
                </a:lnTo>
                <a:lnTo>
                  <a:pt x="704" y="386"/>
                </a:lnTo>
                <a:lnTo>
                  <a:pt x="703" y="386"/>
                </a:lnTo>
                <a:lnTo>
                  <a:pt x="703" y="385"/>
                </a:lnTo>
                <a:lnTo>
                  <a:pt x="702" y="384"/>
                </a:lnTo>
                <a:lnTo>
                  <a:pt x="701" y="384"/>
                </a:lnTo>
                <a:lnTo>
                  <a:pt x="701" y="385"/>
                </a:lnTo>
                <a:lnTo>
                  <a:pt x="702" y="385"/>
                </a:lnTo>
                <a:lnTo>
                  <a:pt x="702" y="386"/>
                </a:lnTo>
                <a:lnTo>
                  <a:pt x="702" y="387"/>
                </a:lnTo>
                <a:lnTo>
                  <a:pt x="702" y="388"/>
                </a:lnTo>
                <a:lnTo>
                  <a:pt x="702" y="389"/>
                </a:lnTo>
                <a:lnTo>
                  <a:pt x="702" y="391"/>
                </a:lnTo>
                <a:lnTo>
                  <a:pt x="701" y="391"/>
                </a:lnTo>
                <a:lnTo>
                  <a:pt x="700" y="391"/>
                </a:lnTo>
                <a:lnTo>
                  <a:pt x="699" y="391"/>
                </a:lnTo>
                <a:lnTo>
                  <a:pt x="699" y="392"/>
                </a:lnTo>
                <a:lnTo>
                  <a:pt x="698" y="392"/>
                </a:lnTo>
                <a:lnTo>
                  <a:pt x="697" y="393"/>
                </a:lnTo>
                <a:lnTo>
                  <a:pt x="697" y="392"/>
                </a:lnTo>
                <a:lnTo>
                  <a:pt x="696" y="392"/>
                </a:lnTo>
                <a:lnTo>
                  <a:pt x="695" y="392"/>
                </a:lnTo>
                <a:lnTo>
                  <a:pt x="695" y="391"/>
                </a:lnTo>
                <a:lnTo>
                  <a:pt x="695" y="390"/>
                </a:lnTo>
                <a:lnTo>
                  <a:pt x="694" y="390"/>
                </a:lnTo>
                <a:lnTo>
                  <a:pt x="693" y="390"/>
                </a:lnTo>
                <a:lnTo>
                  <a:pt x="693" y="391"/>
                </a:lnTo>
                <a:lnTo>
                  <a:pt x="692" y="391"/>
                </a:lnTo>
                <a:lnTo>
                  <a:pt x="691" y="391"/>
                </a:lnTo>
                <a:lnTo>
                  <a:pt x="690" y="391"/>
                </a:lnTo>
                <a:lnTo>
                  <a:pt x="690" y="392"/>
                </a:lnTo>
                <a:lnTo>
                  <a:pt x="690" y="393"/>
                </a:lnTo>
                <a:lnTo>
                  <a:pt x="689" y="393"/>
                </a:lnTo>
                <a:lnTo>
                  <a:pt x="688" y="393"/>
                </a:lnTo>
                <a:lnTo>
                  <a:pt x="687" y="394"/>
                </a:lnTo>
                <a:lnTo>
                  <a:pt x="685" y="395"/>
                </a:lnTo>
                <a:lnTo>
                  <a:pt x="684" y="395"/>
                </a:lnTo>
                <a:lnTo>
                  <a:pt x="684" y="396"/>
                </a:lnTo>
                <a:lnTo>
                  <a:pt x="684" y="397"/>
                </a:lnTo>
                <a:lnTo>
                  <a:pt x="683" y="398"/>
                </a:lnTo>
                <a:lnTo>
                  <a:pt x="679" y="400"/>
                </a:lnTo>
                <a:lnTo>
                  <a:pt x="678" y="401"/>
                </a:lnTo>
                <a:lnTo>
                  <a:pt x="677" y="401"/>
                </a:lnTo>
                <a:lnTo>
                  <a:pt x="675" y="402"/>
                </a:lnTo>
                <a:lnTo>
                  <a:pt x="674" y="402"/>
                </a:lnTo>
                <a:lnTo>
                  <a:pt x="674" y="403"/>
                </a:lnTo>
                <a:lnTo>
                  <a:pt x="675" y="404"/>
                </a:lnTo>
                <a:lnTo>
                  <a:pt x="675" y="405"/>
                </a:lnTo>
                <a:lnTo>
                  <a:pt x="675" y="406"/>
                </a:lnTo>
                <a:lnTo>
                  <a:pt x="676" y="406"/>
                </a:lnTo>
                <a:lnTo>
                  <a:pt x="676" y="407"/>
                </a:lnTo>
                <a:lnTo>
                  <a:pt x="676" y="408"/>
                </a:lnTo>
                <a:lnTo>
                  <a:pt x="675" y="408"/>
                </a:lnTo>
                <a:lnTo>
                  <a:pt x="674" y="407"/>
                </a:lnTo>
                <a:lnTo>
                  <a:pt x="673" y="407"/>
                </a:lnTo>
                <a:lnTo>
                  <a:pt x="673" y="406"/>
                </a:lnTo>
                <a:lnTo>
                  <a:pt x="672" y="406"/>
                </a:lnTo>
                <a:lnTo>
                  <a:pt x="671" y="406"/>
                </a:lnTo>
                <a:lnTo>
                  <a:pt x="671" y="405"/>
                </a:lnTo>
                <a:lnTo>
                  <a:pt x="670" y="405"/>
                </a:lnTo>
                <a:lnTo>
                  <a:pt x="669" y="405"/>
                </a:lnTo>
                <a:lnTo>
                  <a:pt x="669" y="406"/>
                </a:lnTo>
                <a:lnTo>
                  <a:pt x="670" y="406"/>
                </a:lnTo>
                <a:lnTo>
                  <a:pt x="670" y="407"/>
                </a:lnTo>
                <a:lnTo>
                  <a:pt x="671" y="408"/>
                </a:lnTo>
                <a:lnTo>
                  <a:pt x="671" y="409"/>
                </a:lnTo>
                <a:lnTo>
                  <a:pt x="670" y="409"/>
                </a:lnTo>
                <a:lnTo>
                  <a:pt x="669" y="409"/>
                </a:lnTo>
                <a:lnTo>
                  <a:pt x="667" y="409"/>
                </a:lnTo>
                <a:lnTo>
                  <a:pt x="667" y="410"/>
                </a:lnTo>
                <a:lnTo>
                  <a:pt x="668" y="410"/>
                </a:lnTo>
                <a:lnTo>
                  <a:pt x="668" y="411"/>
                </a:lnTo>
                <a:lnTo>
                  <a:pt x="667" y="412"/>
                </a:lnTo>
                <a:lnTo>
                  <a:pt x="666" y="413"/>
                </a:lnTo>
                <a:lnTo>
                  <a:pt x="666" y="414"/>
                </a:lnTo>
                <a:lnTo>
                  <a:pt x="666" y="415"/>
                </a:lnTo>
                <a:lnTo>
                  <a:pt x="667" y="415"/>
                </a:lnTo>
                <a:lnTo>
                  <a:pt x="668" y="414"/>
                </a:lnTo>
                <a:lnTo>
                  <a:pt x="669" y="414"/>
                </a:lnTo>
                <a:lnTo>
                  <a:pt x="670" y="414"/>
                </a:lnTo>
                <a:lnTo>
                  <a:pt x="671" y="414"/>
                </a:lnTo>
                <a:lnTo>
                  <a:pt x="672" y="414"/>
                </a:lnTo>
                <a:lnTo>
                  <a:pt x="673" y="414"/>
                </a:lnTo>
                <a:lnTo>
                  <a:pt x="674" y="414"/>
                </a:lnTo>
                <a:lnTo>
                  <a:pt x="675" y="414"/>
                </a:lnTo>
                <a:lnTo>
                  <a:pt x="676" y="413"/>
                </a:lnTo>
                <a:lnTo>
                  <a:pt x="676" y="412"/>
                </a:lnTo>
                <a:lnTo>
                  <a:pt x="677" y="412"/>
                </a:lnTo>
                <a:lnTo>
                  <a:pt x="678" y="412"/>
                </a:lnTo>
                <a:lnTo>
                  <a:pt x="679" y="412"/>
                </a:lnTo>
                <a:lnTo>
                  <a:pt x="679" y="413"/>
                </a:lnTo>
                <a:lnTo>
                  <a:pt x="679" y="414"/>
                </a:lnTo>
                <a:lnTo>
                  <a:pt x="679" y="415"/>
                </a:lnTo>
                <a:lnTo>
                  <a:pt x="678" y="415"/>
                </a:lnTo>
                <a:lnTo>
                  <a:pt x="678" y="416"/>
                </a:lnTo>
                <a:lnTo>
                  <a:pt x="677" y="416"/>
                </a:lnTo>
                <a:lnTo>
                  <a:pt x="677" y="417"/>
                </a:lnTo>
                <a:lnTo>
                  <a:pt x="677" y="418"/>
                </a:lnTo>
                <a:lnTo>
                  <a:pt x="677" y="419"/>
                </a:lnTo>
                <a:lnTo>
                  <a:pt x="676" y="419"/>
                </a:lnTo>
                <a:lnTo>
                  <a:pt x="675" y="420"/>
                </a:lnTo>
                <a:lnTo>
                  <a:pt x="674" y="421"/>
                </a:lnTo>
                <a:lnTo>
                  <a:pt x="672" y="423"/>
                </a:lnTo>
                <a:lnTo>
                  <a:pt x="671" y="423"/>
                </a:lnTo>
                <a:lnTo>
                  <a:pt x="670" y="423"/>
                </a:lnTo>
                <a:lnTo>
                  <a:pt x="669" y="423"/>
                </a:lnTo>
                <a:lnTo>
                  <a:pt x="668" y="423"/>
                </a:lnTo>
                <a:lnTo>
                  <a:pt x="668" y="424"/>
                </a:lnTo>
                <a:lnTo>
                  <a:pt x="667" y="424"/>
                </a:lnTo>
                <a:lnTo>
                  <a:pt x="667" y="425"/>
                </a:lnTo>
                <a:lnTo>
                  <a:pt x="667" y="426"/>
                </a:lnTo>
                <a:lnTo>
                  <a:pt x="667" y="427"/>
                </a:lnTo>
                <a:lnTo>
                  <a:pt x="667" y="428"/>
                </a:lnTo>
                <a:lnTo>
                  <a:pt x="667" y="429"/>
                </a:lnTo>
                <a:lnTo>
                  <a:pt x="668" y="429"/>
                </a:lnTo>
                <a:lnTo>
                  <a:pt x="670" y="429"/>
                </a:lnTo>
                <a:lnTo>
                  <a:pt x="671" y="428"/>
                </a:lnTo>
                <a:lnTo>
                  <a:pt x="671" y="427"/>
                </a:lnTo>
                <a:lnTo>
                  <a:pt x="671" y="426"/>
                </a:lnTo>
                <a:lnTo>
                  <a:pt x="672" y="427"/>
                </a:lnTo>
                <a:lnTo>
                  <a:pt x="672" y="426"/>
                </a:lnTo>
                <a:lnTo>
                  <a:pt x="673" y="426"/>
                </a:lnTo>
                <a:lnTo>
                  <a:pt x="674" y="426"/>
                </a:lnTo>
                <a:lnTo>
                  <a:pt x="675" y="428"/>
                </a:lnTo>
                <a:lnTo>
                  <a:pt x="676" y="429"/>
                </a:lnTo>
                <a:lnTo>
                  <a:pt x="677" y="429"/>
                </a:lnTo>
                <a:lnTo>
                  <a:pt x="679" y="429"/>
                </a:lnTo>
                <a:lnTo>
                  <a:pt x="680" y="429"/>
                </a:lnTo>
                <a:lnTo>
                  <a:pt x="681" y="429"/>
                </a:lnTo>
                <a:lnTo>
                  <a:pt x="682" y="429"/>
                </a:lnTo>
                <a:lnTo>
                  <a:pt x="683" y="430"/>
                </a:lnTo>
                <a:lnTo>
                  <a:pt x="682" y="430"/>
                </a:lnTo>
                <a:lnTo>
                  <a:pt x="682" y="431"/>
                </a:lnTo>
                <a:lnTo>
                  <a:pt x="684" y="432"/>
                </a:lnTo>
                <a:lnTo>
                  <a:pt x="685" y="433"/>
                </a:lnTo>
                <a:lnTo>
                  <a:pt x="685" y="434"/>
                </a:lnTo>
                <a:lnTo>
                  <a:pt x="684" y="435"/>
                </a:lnTo>
                <a:lnTo>
                  <a:pt x="684" y="436"/>
                </a:lnTo>
                <a:lnTo>
                  <a:pt x="683" y="436"/>
                </a:lnTo>
                <a:lnTo>
                  <a:pt x="681" y="436"/>
                </a:lnTo>
                <a:lnTo>
                  <a:pt x="681" y="437"/>
                </a:lnTo>
                <a:lnTo>
                  <a:pt x="680" y="437"/>
                </a:lnTo>
                <a:lnTo>
                  <a:pt x="679" y="437"/>
                </a:lnTo>
                <a:lnTo>
                  <a:pt x="679" y="438"/>
                </a:lnTo>
                <a:lnTo>
                  <a:pt x="677" y="438"/>
                </a:lnTo>
                <a:lnTo>
                  <a:pt x="677" y="439"/>
                </a:lnTo>
                <a:lnTo>
                  <a:pt x="677" y="440"/>
                </a:lnTo>
                <a:lnTo>
                  <a:pt x="676" y="439"/>
                </a:lnTo>
                <a:lnTo>
                  <a:pt x="675" y="439"/>
                </a:lnTo>
                <a:lnTo>
                  <a:pt x="674" y="439"/>
                </a:lnTo>
                <a:lnTo>
                  <a:pt x="673" y="440"/>
                </a:lnTo>
                <a:lnTo>
                  <a:pt x="672" y="441"/>
                </a:lnTo>
                <a:lnTo>
                  <a:pt x="673" y="441"/>
                </a:lnTo>
                <a:lnTo>
                  <a:pt x="673" y="442"/>
                </a:lnTo>
                <a:lnTo>
                  <a:pt x="672" y="442"/>
                </a:lnTo>
                <a:lnTo>
                  <a:pt x="672" y="443"/>
                </a:lnTo>
                <a:lnTo>
                  <a:pt x="671" y="443"/>
                </a:lnTo>
                <a:lnTo>
                  <a:pt x="671" y="444"/>
                </a:lnTo>
                <a:lnTo>
                  <a:pt x="669" y="444"/>
                </a:lnTo>
                <a:lnTo>
                  <a:pt x="668" y="444"/>
                </a:lnTo>
                <a:lnTo>
                  <a:pt x="668" y="442"/>
                </a:lnTo>
                <a:lnTo>
                  <a:pt x="667" y="442"/>
                </a:lnTo>
                <a:lnTo>
                  <a:pt x="666" y="442"/>
                </a:lnTo>
                <a:lnTo>
                  <a:pt x="666" y="440"/>
                </a:lnTo>
                <a:lnTo>
                  <a:pt x="666" y="439"/>
                </a:lnTo>
                <a:lnTo>
                  <a:pt x="666" y="438"/>
                </a:lnTo>
                <a:lnTo>
                  <a:pt x="665" y="438"/>
                </a:lnTo>
                <a:lnTo>
                  <a:pt x="665" y="437"/>
                </a:lnTo>
                <a:lnTo>
                  <a:pt x="665" y="436"/>
                </a:lnTo>
                <a:lnTo>
                  <a:pt x="665" y="435"/>
                </a:lnTo>
                <a:lnTo>
                  <a:pt x="666" y="434"/>
                </a:lnTo>
                <a:lnTo>
                  <a:pt x="666" y="433"/>
                </a:lnTo>
                <a:lnTo>
                  <a:pt x="666" y="432"/>
                </a:lnTo>
                <a:lnTo>
                  <a:pt x="665" y="431"/>
                </a:lnTo>
                <a:lnTo>
                  <a:pt x="664" y="430"/>
                </a:lnTo>
                <a:lnTo>
                  <a:pt x="663" y="430"/>
                </a:lnTo>
                <a:lnTo>
                  <a:pt x="662" y="428"/>
                </a:lnTo>
                <a:lnTo>
                  <a:pt x="662" y="427"/>
                </a:lnTo>
                <a:lnTo>
                  <a:pt x="661" y="427"/>
                </a:lnTo>
                <a:lnTo>
                  <a:pt x="659" y="427"/>
                </a:lnTo>
                <a:lnTo>
                  <a:pt x="658" y="426"/>
                </a:lnTo>
                <a:lnTo>
                  <a:pt x="658" y="425"/>
                </a:lnTo>
                <a:lnTo>
                  <a:pt x="657" y="424"/>
                </a:lnTo>
                <a:lnTo>
                  <a:pt x="657" y="423"/>
                </a:lnTo>
                <a:lnTo>
                  <a:pt x="656" y="423"/>
                </a:lnTo>
                <a:lnTo>
                  <a:pt x="655" y="423"/>
                </a:lnTo>
                <a:lnTo>
                  <a:pt x="654" y="422"/>
                </a:lnTo>
                <a:lnTo>
                  <a:pt x="653" y="422"/>
                </a:lnTo>
                <a:lnTo>
                  <a:pt x="652" y="421"/>
                </a:lnTo>
                <a:lnTo>
                  <a:pt x="651" y="421"/>
                </a:lnTo>
                <a:lnTo>
                  <a:pt x="650" y="422"/>
                </a:lnTo>
                <a:lnTo>
                  <a:pt x="649" y="422"/>
                </a:lnTo>
                <a:lnTo>
                  <a:pt x="648" y="422"/>
                </a:lnTo>
                <a:lnTo>
                  <a:pt x="648" y="423"/>
                </a:lnTo>
                <a:lnTo>
                  <a:pt x="647" y="423"/>
                </a:lnTo>
                <a:lnTo>
                  <a:pt x="646" y="424"/>
                </a:lnTo>
                <a:lnTo>
                  <a:pt x="645" y="424"/>
                </a:lnTo>
                <a:lnTo>
                  <a:pt x="644" y="424"/>
                </a:lnTo>
                <a:lnTo>
                  <a:pt x="643" y="424"/>
                </a:lnTo>
                <a:lnTo>
                  <a:pt x="642" y="424"/>
                </a:lnTo>
                <a:lnTo>
                  <a:pt x="640" y="424"/>
                </a:lnTo>
                <a:lnTo>
                  <a:pt x="640" y="425"/>
                </a:lnTo>
                <a:lnTo>
                  <a:pt x="639" y="425"/>
                </a:lnTo>
                <a:lnTo>
                  <a:pt x="639" y="426"/>
                </a:lnTo>
                <a:lnTo>
                  <a:pt x="639" y="427"/>
                </a:lnTo>
                <a:lnTo>
                  <a:pt x="639" y="429"/>
                </a:lnTo>
                <a:lnTo>
                  <a:pt x="637" y="428"/>
                </a:lnTo>
                <a:lnTo>
                  <a:pt x="637" y="427"/>
                </a:lnTo>
                <a:lnTo>
                  <a:pt x="636" y="427"/>
                </a:lnTo>
                <a:lnTo>
                  <a:pt x="635" y="427"/>
                </a:lnTo>
                <a:lnTo>
                  <a:pt x="635" y="428"/>
                </a:lnTo>
                <a:lnTo>
                  <a:pt x="631" y="431"/>
                </a:lnTo>
                <a:lnTo>
                  <a:pt x="630" y="433"/>
                </a:lnTo>
                <a:lnTo>
                  <a:pt x="630" y="434"/>
                </a:lnTo>
                <a:lnTo>
                  <a:pt x="629" y="434"/>
                </a:lnTo>
                <a:lnTo>
                  <a:pt x="629" y="433"/>
                </a:lnTo>
                <a:lnTo>
                  <a:pt x="628" y="432"/>
                </a:lnTo>
                <a:lnTo>
                  <a:pt x="625" y="432"/>
                </a:lnTo>
                <a:lnTo>
                  <a:pt x="625" y="433"/>
                </a:lnTo>
                <a:lnTo>
                  <a:pt x="624" y="433"/>
                </a:lnTo>
                <a:lnTo>
                  <a:pt x="623" y="433"/>
                </a:lnTo>
                <a:lnTo>
                  <a:pt x="622" y="433"/>
                </a:lnTo>
                <a:lnTo>
                  <a:pt x="622" y="432"/>
                </a:lnTo>
                <a:lnTo>
                  <a:pt x="621" y="432"/>
                </a:lnTo>
                <a:lnTo>
                  <a:pt x="620" y="432"/>
                </a:lnTo>
                <a:lnTo>
                  <a:pt x="620" y="433"/>
                </a:lnTo>
                <a:lnTo>
                  <a:pt x="619" y="433"/>
                </a:lnTo>
                <a:lnTo>
                  <a:pt x="618" y="434"/>
                </a:lnTo>
                <a:lnTo>
                  <a:pt x="618" y="435"/>
                </a:lnTo>
                <a:lnTo>
                  <a:pt x="618" y="436"/>
                </a:lnTo>
                <a:lnTo>
                  <a:pt x="618" y="435"/>
                </a:lnTo>
                <a:lnTo>
                  <a:pt x="617" y="435"/>
                </a:lnTo>
                <a:lnTo>
                  <a:pt x="616" y="435"/>
                </a:lnTo>
                <a:lnTo>
                  <a:pt x="616" y="436"/>
                </a:lnTo>
                <a:lnTo>
                  <a:pt x="615" y="436"/>
                </a:lnTo>
                <a:lnTo>
                  <a:pt x="614" y="437"/>
                </a:lnTo>
                <a:lnTo>
                  <a:pt x="614" y="438"/>
                </a:lnTo>
                <a:lnTo>
                  <a:pt x="613" y="438"/>
                </a:lnTo>
                <a:lnTo>
                  <a:pt x="613" y="437"/>
                </a:lnTo>
                <a:lnTo>
                  <a:pt x="612" y="437"/>
                </a:lnTo>
                <a:lnTo>
                  <a:pt x="610" y="437"/>
                </a:lnTo>
                <a:lnTo>
                  <a:pt x="609" y="438"/>
                </a:lnTo>
                <a:lnTo>
                  <a:pt x="609" y="439"/>
                </a:lnTo>
                <a:lnTo>
                  <a:pt x="610" y="439"/>
                </a:lnTo>
                <a:lnTo>
                  <a:pt x="609" y="440"/>
                </a:lnTo>
                <a:lnTo>
                  <a:pt x="608" y="440"/>
                </a:lnTo>
                <a:lnTo>
                  <a:pt x="607" y="440"/>
                </a:lnTo>
                <a:lnTo>
                  <a:pt x="606" y="441"/>
                </a:lnTo>
                <a:lnTo>
                  <a:pt x="606" y="442"/>
                </a:lnTo>
                <a:lnTo>
                  <a:pt x="605" y="443"/>
                </a:lnTo>
                <a:lnTo>
                  <a:pt x="604" y="442"/>
                </a:lnTo>
                <a:lnTo>
                  <a:pt x="603" y="442"/>
                </a:lnTo>
                <a:lnTo>
                  <a:pt x="603" y="441"/>
                </a:lnTo>
                <a:lnTo>
                  <a:pt x="602" y="441"/>
                </a:lnTo>
                <a:lnTo>
                  <a:pt x="602" y="440"/>
                </a:lnTo>
                <a:lnTo>
                  <a:pt x="600" y="440"/>
                </a:lnTo>
                <a:lnTo>
                  <a:pt x="599" y="440"/>
                </a:lnTo>
                <a:lnTo>
                  <a:pt x="599" y="439"/>
                </a:lnTo>
                <a:lnTo>
                  <a:pt x="598" y="439"/>
                </a:lnTo>
                <a:lnTo>
                  <a:pt x="597" y="439"/>
                </a:lnTo>
                <a:lnTo>
                  <a:pt x="598" y="440"/>
                </a:lnTo>
                <a:lnTo>
                  <a:pt x="597" y="440"/>
                </a:lnTo>
                <a:lnTo>
                  <a:pt x="592" y="441"/>
                </a:lnTo>
                <a:lnTo>
                  <a:pt x="591" y="441"/>
                </a:lnTo>
                <a:lnTo>
                  <a:pt x="591" y="446"/>
                </a:lnTo>
                <a:lnTo>
                  <a:pt x="590" y="447"/>
                </a:lnTo>
                <a:lnTo>
                  <a:pt x="589" y="447"/>
                </a:lnTo>
                <a:lnTo>
                  <a:pt x="587" y="447"/>
                </a:lnTo>
                <a:lnTo>
                  <a:pt x="585" y="448"/>
                </a:lnTo>
                <a:lnTo>
                  <a:pt x="584" y="449"/>
                </a:lnTo>
                <a:lnTo>
                  <a:pt x="584" y="450"/>
                </a:lnTo>
                <a:lnTo>
                  <a:pt x="584" y="451"/>
                </a:lnTo>
                <a:lnTo>
                  <a:pt x="583" y="453"/>
                </a:lnTo>
                <a:lnTo>
                  <a:pt x="582" y="451"/>
                </a:lnTo>
                <a:lnTo>
                  <a:pt x="580" y="449"/>
                </a:lnTo>
                <a:lnTo>
                  <a:pt x="580" y="447"/>
                </a:lnTo>
                <a:lnTo>
                  <a:pt x="579" y="445"/>
                </a:lnTo>
                <a:lnTo>
                  <a:pt x="579" y="443"/>
                </a:lnTo>
                <a:lnTo>
                  <a:pt x="580" y="442"/>
                </a:lnTo>
                <a:lnTo>
                  <a:pt x="581" y="441"/>
                </a:lnTo>
                <a:lnTo>
                  <a:pt x="582" y="440"/>
                </a:lnTo>
                <a:lnTo>
                  <a:pt x="582" y="438"/>
                </a:lnTo>
                <a:lnTo>
                  <a:pt x="580" y="438"/>
                </a:lnTo>
                <a:lnTo>
                  <a:pt x="579" y="437"/>
                </a:lnTo>
                <a:lnTo>
                  <a:pt x="578" y="437"/>
                </a:lnTo>
                <a:lnTo>
                  <a:pt x="579" y="441"/>
                </a:lnTo>
                <a:lnTo>
                  <a:pt x="578" y="442"/>
                </a:lnTo>
                <a:lnTo>
                  <a:pt x="576" y="437"/>
                </a:lnTo>
                <a:lnTo>
                  <a:pt x="575" y="436"/>
                </a:lnTo>
                <a:lnTo>
                  <a:pt x="574" y="435"/>
                </a:lnTo>
                <a:lnTo>
                  <a:pt x="575" y="435"/>
                </a:lnTo>
                <a:lnTo>
                  <a:pt x="573" y="434"/>
                </a:lnTo>
                <a:lnTo>
                  <a:pt x="573" y="433"/>
                </a:lnTo>
                <a:lnTo>
                  <a:pt x="574" y="433"/>
                </a:lnTo>
                <a:lnTo>
                  <a:pt x="572" y="429"/>
                </a:lnTo>
                <a:lnTo>
                  <a:pt x="570" y="430"/>
                </a:lnTo>
                <a:lnTo>
                  <a:pt x="568" y="427"/>
                </a:lnTo>
                <a:lnTo>
                  <a:pt x="566" y="424"/>
                </a:lnTo>
                <a:lnTo>
                  <a:pt x="563" y="420"/>
                </a:lnTo>
                <a:lnTo>
                  <a:pt x="563" y="419"/>
                </a:lnTo>
                <a:lnTo>
                  <a:pt x="562" y="419"/>
                </a:lnTo>
                <a:lnTo>
                  <a:pt x="561" y="418"/>
                </a:lnTo>
                <a:lnTo>
                  <a:pt x="561" y="417"/>
                </a:lnTo>
                <a:lnTo>
                  <a:pt x="561" y="416"/>
                </a:lnTo>
                <a:lnTo>
                  <a:pt x="561" y="415"/>
                </a:lnTo>
                <a:lnTo>
                  <a:pt x="561" y="414"/>
                </a:lnTo>
                <a:lnTo>
                  <a:pt x="561" y="412"/>
                </a:lnTo>
                <a:lnTo>
                  <a:pt x="561" y="411"/>
                </a:lnTo>
                <a:lnTo>
                  <a:pt x="562" y="410"/>
                </a:lnTo>
                <a:lnTo>
                  <a:pt x="561" y="410"/>
                </a:lnTo>
                <a:lnTo>
                  <a:pt x="561" y="411"/>
                </a:lnTo>
                <a:lnTo>
                  <a:pt x="560" y="412"/>
                </a:lnTo>
                <a:lnTo>
                  <a:pt x="557" y="410"/>
                </a:lnTo>
                <a:lnTo>
                  <a:pt x="556" y="409"/>
                </a:lnTo>
                <a:lnTo>
                  <a:pt x="556" y="410"/>
                </a:lnTo>
                <a:lnTo>
                  <a:pt x="555" y="410"/>
                </a:lnTo>
                <a:lnTo>
                  <a:pt x="554" y="409"/>
                </a:lnTo>
                <a:lnTo>
                  <a:pt x="555" y="409"/>
                </a:lnTo>
                <a:lnTo>
                  <a:pt x="554" y="409"/>
                </a:lnTo>
                <a:lnTo>
                  <a:pt x="555" y="410"/>
                </a:lnTo>
                <a:lnTo>
                  <a:pt x="555" y="411"/>
                </a:lnTo>
                <a:lnTo>
                  <a:pt x="554" y="411"/>
                </a:lnTo>
                <a:lnTo>
                  <a:pt x="550" y="411"/>
                </a:lnTo>
                <a:lnTo>
                  <a:pt x="548" y="411"/>
                </a:lnTo>
                <a:lnTo>
                  <a:pt x="547" y="410"/>
                </a:lnTo>
                <a:lnTo>
                  <a:pt x="547" y="409"/>
                </a:lnTo>
                <a:lnTo>
                  <a:pt x="545" y="409"/>
                </a:lnTo>
                <a:lnTo>
                  <a:pt x="541" y="410"/>
                </a:lnTo>
                <a:lnTo>
                  <a:pt x="541" y="411"/>
                </a:lnTo>
                <a:lnTo>
                  <a:pt x="540" y="412"/>
                </a:lnTo>
                <a:lnTo>
                  <a:pt x="538" y="412"/>
                </a:lnTo>
                <a:lnTo>
                  <a:pt x="537" y="413"/>
                </a:lnTo>
                <a:lnTo>
                  <a:pt x="535" y="413"/>
                </a:lnTo>
                <a:lnTo>
                  <a:pt x="534" y="413"/>
                </a:lnTo>
                <a:lnTo>
                  <a:pt x="533" y="412"/>
                </a:lnTo>
                <a:lnTo>
                  <a:pt x="532" y="413"/>
                </a:lnTo>
                <a:lnTo>
                  <a:pt x="533" y="414"/>
                </a:lnTo>
                <a:lnTo>
                  <a:pt x="534" y="414"/>
                </a:lnTo>
                <a:lnTo>
                  <a:pt x="535" y="415"/>
                </a:lnTo>
                <a:lnTo>
                  <a:pt x="535" y="416"/>
                </a:lnTo>
                <a:lnTo>
                  <a:pt x="536" y="416"/>
                </a:lnTo>
                <a:lnTo>
                  <a:pt x="537" y="419"/>
                </a:lnTo>
                <a:lnTo>
                  <a:pt x="539" y="420"/>
                </a:lnTo>
                <a:lnTo>
                  <a:pt x="540" y="421"/>
                </a:lnTo>
                <a:lnTo>
                  <a:pt x="541" y="422"/>
                </a:lnTo>
                <a:lnTo>
                  <a:pt x="543" y="424"/>
                </a:lnTo>
                <a:lnTo>
                  <a:pt x="544" y="425"/>
                </a:lnTo>
                <a:lnTo>
                  <a:pt x="546" y="427"/>
                </a:lnTo>
                <a:lnTo>
                  <a:pt x="547" y="428"/>
                </a:lnTo>
                <a:lnTo>
                  <a:pt x="547" y="429"/>
                </a:lnTo>
                <a:lnTo>
                  <a:pt x="547" y="431"/>
                </a:lnTo>
                <a:lnTo>
                  <a:pt x="548" y="431"/>
                </a:lnTo>
                <a:lnTo>
                  <a:pt x="549" y="433"/>
                </a:lnTo>
                <a:lnTo>
                  <a:pt x="548" y="434"/>
                </a:lnTo>
                <a:lnTo>
                  <a:pt x="545" y="437"/>
                </a:lnTo>
                <a:lnTo>
                  <a:pt x="544" y="436"/>
                </a:lnTo>
                <a:lnTo>
                  <a:pt x="543" y="434"/>
                </a:lnTo>
                <a:lnTo>
                  <a:pt x="541" y="433"/>
                </a:lnTo>
                <a:lnTo>
                  <a:pt x="540" y="432"/>
                </a:lnTo>
                <a:lnTo>
                  <a:pt x="540" y="433"/>
                </a:lnTo>
                <a:lnTo>
                  <a:pt x="539" y="433"/>
                </a:lnTo>
                <a:lnTo>
                  <a:pt x="538" y="434"/>
                </a:lnTo>
                <a:lnTo>
                  <a:pt x="537" y="434"/>
                </a:lnTo>
                <a:lnTo>
                  <a:pt x="537" y="435"/>
                </a:lnTo>
                <a:lnTo>
                  <a:pt x="538" y="435"/>
                </a:lnTo>
                <a:lnTo>
                  <a:pt x="537" y="436"/>
                </a:lnTo>
                <a:lnTo>
                  <a:pt x="535" y="437"/>
                </a:lnTo>
                <a:lnTo>
                  <a:pt x="537" y="437"/>
                </a:lnTo>
                <a:lnTo>
                  <a:pt x="539" y="436"/>
                </a:lnTo>
                <a:lnTo>
                  <a:pt x="540" y="436"/>
                </a:lnTo>
                <a:lnTo>
                  <a:pt x="541" y="436"/>
                </a:lnTo>
                <a:lnTo>
                  <a:pt x="542" y="437"/>
                </a:lnTo>
                <a:lnTo>
                  <a:pt x="543" y="438"/>
                </a:lnTo>
                <a:lnTo>
                  <a:pt x="543" y="439"/>
                </a:lnTo>
                <a:lnTo>
                  <a:pt x="544" y="439"/>
                </a:lnTo>
                <a:lnTo>
                  <a:pt x="544" y="440"/>
                </a:lnTo>
                <a:lnTo>
                  <a:pt x="544" y="441"/>
                </a:lnTo>
                <a:lnTo>
                  <a:pt x="544" y="442"/>
                </a:lnTo>
                <a:lnTo>
                  <a:pt x="545" y="443"/>
                </a:lnTo>
                <a:lnTo>
                  <a:pt x="545" y="444"/>
                </a:lnTo>
                <a:lnTo>
                  <a:pt x="545" y="445"/>
                </a:lnTo>
                <a:lnTo>
                  <a:pt x="545" y="446"/>
                </a:lnTo>
                <a:lnTo>
                  <a:pt x="545" y="447"/>
                </a:lnTo>
                <a:lnTo>
                  <a:pt x="544" y="448"/>
                </a:lnTo>
                <a:lnTo>
                  <a:pt x="543" y="448"/>
                </a:lnTo>
                <a:lnTo>
                  <a:pt x="542" y="448"/>
                </a:lnTo>
                <a:lnTo>
                  <a:pt x="541" y="448"/>
                </a:lnTo>
                <a:lnTo>
                  <a:pt x="541" y="447"/>
                </a:lnTo>
                <a:lnTo>
                  <a:pt x="540" y="445"/>
                </a:lnTo>
                <a:lnTo>
                  <a:pt x="540" y="444"/>
                </a:lnTo>
                <a:lnTo>
                  <a:pt x="540" y="443"/>
                </a:lnTo>
                <a:lnTo>
                  <a:pt x="539" y="442"/>
                </a:lnTo>
                <a:lnTo>
                  <a:pt x="539" y="441"/>
                </a:lnTo>
                <a:lnTo>
                  <a:pt x="537" y="439"/>
                </a:lnTo>
                <a:lnTo>
                  <a:pt x="537" y="440"/>
                </a:lnTo>
                <a:lnTo>
                  <a:pt x="538" y="441"/>
                </a:lnTo>
                <a:lnTo>
                  <a:pt x="539" y="443"/>
                </a:lnTo>
                <a:lnTo>
                  <a:pt x="539" y="444"/>
                </a:lnTo>
                <a:lnTo>
                  <a:pt x="539" y="445"/>
                </a:lnTo>
                <a:lnTo>
                  <a:pt x="540" y="447"/>
                </a:lnTo>
                <a:lnTo>
                  <a:pt x="540" y="449"/>
                </a:lnTo>
                <a:lnTo>
                  <a:pt x="540" y="450"/>
                </a:lnTo>
                <a:lnTo>
                  <a:pt x="540" y="451"/>
                </a:lnTo>
                <a:lnTo>
                  <a:pt x="539" y="451"/>
                </a:lnTo>
                <a:lnTo>
                  <a:pt x="538" y="453"/>
                </a:lnTo>
                <a:lnTo>
                  <a:pt x="538" y="454"/>
                </a:lnTo>
                <a:lnTo>
                  <a:pt x="540" y="454"/>
                </a:lnTo>
                <a:lnTo>
                  <a:pt x="540" y="455"/>
                </a:lnTo>
                <a:lnTo>
                  <a:pt x="540" y="456"/>
                </a:lnTo>
                <a:lnTo>
                  <a:pt x="540" y="458"/>
                </a:lnTo>
                <a:lnTo>
                  <a:pt x="540" y="459"/>
                </a:lnTo>
                <a:lnTo>
                  <a:pt x="540" y="460"/>
                </a:lnTo>
                <a:lnTo>
                  <a:pt x="539" y="461"/>
                </a:lnTo>
                <a:lnTo>
                  <a:pt x="538" y="461"/>
                </a:lnTo>
                <a:lnTo>
                  <a:pt x="538" y="462"/>
                </a:lnTo>
                <a:lnTo>
                  <a:pt x="538" y="463"/>
                </a:lnTo>
                <a:lnTo>
                  <a:pt x="538" y="464"/>
                </a:lnTo>
                <a:lnTo>
                  <a:pt x="538" y="465"/>
                </a:lnTo>
                <a:lnTo>
                  <a:pt x="539" y="466"/>
                </a:lnTo>
                <a:lnTo>
                  <a:pt x="540" y="465"/>
                </a:lnTo>
                <a:lnTo>
                  <a:pt x="541" y="465"/>
                </a:lnTo>
                <a:lnTo>
                  <a:pt x="543" y="466"/>
                </a:lnTo>
                <a:lnTo>
                  <a:pt x="544" y="466"/>
                </a:lnTo>
                <a:lnTo>
                  <a:pt x="545" y="466"/>
                </a:lnTo>
                <a:lnTo>
                  <a:pt x="545" y="467"/>
                </a:lnTo>
                <a:lnTo>
                  <a:pt x="546" y="467"/>
                </a:lnTo>
                <a:lnTo>
                  <a:pt x="546" y="466"/>
                </a:lnTo>
                <a:lnTo>
                  <a:pt x="547" y="466"/>
                </a:lnTo>
                <a:lnTo>
                  <a:pt x="547" y="467"/>
                </a:lnTo>
                <a:lnTo>
                  <a:pt x="547" y="468"/>
                </a:lnTo>
                <a:lnTo>
                  <a:pt x="547" y="469"/>
                </a:lnTo>
                <a:lnTo>
                  <a:pt x="547" y="470"/>
                </a:lnTo>
                <a:lnTo>
                  <a:pt x="546" y="471"/>
                </a:lnTo>
                <a:lnTo>
                  <a:pt x="545" y="471"/>
                </a:lnTo>
                <a:lnTo>
                  <a:pt x="544" y="471"/>
                </a:lnTo>
                <a:lnTo>
                  <a:pt x="543" y="471"/>
                </a:lnTo>
                <a:lnTo>
                  <a:pt x="543" y="472"/>
                </a:lnTo>
                <a:lnTo>
                  <a:pt x="543" y="473"/>
                </a:lnTo>
                <a:lnTo>
                  <a:pt x="544" y="474"/>
                </a:lnTo>
                <a:lnTo>
                  <a:pt x="544" y="475"/>
                </a:lnTo>
                <a:lnTo>
                  <a:pt x="545" y="475"/>
                </a:lnTo>
                <a:lnTo>
                  <a:pt x="544" y="476"/>
                </a:lnTo>
                <a:lnTo>
                  <a:pt x="543" y="476"/>
                </a:lnTo>
                <a:lnTo>
                  <a:pt x="542" y="477"/>
                </a:lnTo>
                <a:lnTo>
                  <a:pt x="541" y="477"/>
                </a:lnTo>
                <a:lnTo>
                  <a:pt x="541" y="478"/>
                </a:lnTo>
                <a:lnTo>
                  <a:pt x="541" y="479"/>
                </a:lnTo>
                <a:lnTo>
                  <a:pt x="541" y="480"/>
                </a:lnTo>
                <a:lnTo>
                  <a:pt x="541" y="481"/>
                </a:lnTo>
                <a:lnTo>
                  <a:pt x="542" y="481"/>
                </a:lnTo>
                <a:lnTo>
                  <a:pt x="542" y="482"/>
                </a:lnTo>
                <a:lnTo>
                  <a:pt x="542" y="483"/>
                </a:lnTo>
                <a:lnTo>
                  <a:pt x="542" y="484"/>
                </a:lnTo>
                <a:lnTo>
                  <a:pt x="543" y="484"/>
                </a:lnTo>
                <a:lnTo>
                  <a:pt x="543" y="485"/>
                </a:lnTo>
                <a:lnTo>
                  <a:pt x="544" y="485"/>
                </a:lnTo>
                <a:lnTo>
                  <a:pt x="544" y="486"/>
                </a:lnTo>
                <a:lnTo>
                  <a:pt x="544" y="487"/>
                </a:lnTo>
                <a:lnTo>
                  <a:pt x="543" y="488"/>
                </a:lnTo>
                <a:lnTo>
                  <a:pt x="542" y="488"/>
                </a:lnTo>
                <a:lnTo>
                  <a:pt x="540" y="488"/>
                </a:lnTo>
                <a:lnTo>
                  <a:pt x="540" y="489"/>
                </a:lnTo>
                <a:lnTo>
                  <a:pt x="540" y="490"/>
                </a:lnTo>
                <a:lnTo>
                  <a:pt x="539" y="491"/>
                </a:lnTo>
                <a:lnTo>
                  <a:pt x="538" y="491"/>
                </a:lnTo>
                <a:lnTo>
                  <a:pt x="537" y="492"/>
                </a:lnTo>
                <a:lnTo>
                  <a:pt x="536" y="492"/>
                </a:lnTo>
                <a:lnTo>
                  <a:pt x="537" y="493"/>
                </a:lnTo>
                <a:lnTo>
                  <a:pt x="536" y="494"/>
                </a:lnTo>
                <a:lnTo>
                  <a:pt x="536" y="495"/>
                </a:lnTo>
                <a:lnTo>
                  <a:pt x="536" y="496"/>
                </a:lnTo>
                <a:lnTo>
                  <a:pt x="535" y="498"/>
                </a:lnTo>
                <a:lnTo>
                  <a:pt x="536" y="498"/>
                </a:lnTo>
                <a:lnTo>
                  <a:pt x="536" y="499"/>
                </a:lnTo>
                <a:lnTo>
                  <a:pt x="536" y="498"/>
                </a:lnTo>
                <a:lnTo>
                  <a:pt x="537" y="498"/>
                </a:lnTo>
                <a:lnTo>
                  <a:pt x="537" y="499"/>
                </a:lnTo>
                <a:lnTo>
                  <a:pt x="537" y="500"/>
                </a:lnTo>
                <a:lnTo>
                  <a:pt x="538" y="501"/>
                </a:lnTo>
                <a:lnTo>
                  <a:pt x="539" y="501"/>
                </a:lnTo>
                <a:lnTo>
                  <a:pt x="539" y="502"/>
                </a:lnTo>
                <a:lnTo>
                  <a:pt x="539" y="503"/>
                </a:lnTo>
                <a:lnTo>
                  <a:pt x="540" y="507"/>
                </a:lnTo>
                <a:lnTo>
                  <a:pt x="539" y="508"/>
                </a:lnTo>
                <a:lnTo>
                  <a:pt x="539" y="509"/>
                </a:lnTo>
                <a:lnTo>
                  <a:pt x="540" y="509"/>
                </a:lnTo>
                <a:lnTo>
                  <a:pt x="541" y="510"/>
                </a:lnTo>
                <a:lnTo>
                  <a:pt x="540" y="510"/>
                </a:lnTo>
                <a:lnTo>
                  <a:pt x="541" y="511"/>
                </a:lnTo>
                <a:lnTo>
                  <a:pt x="541" y="512"/>
                </a:lnTo>
                <a:lnTo>
                  <a:pt x="540" y="512"/>
                </a:lnTo>
                <a:lnTo>
                  <a:pt x="540" y="511"/>
                </a:lnTo>
                <a:lnTo>
                  <a:pt x="539" y="511"/>
                </a:lnTo>
                <a:lnTo>
                  <a:pt x="538" y="511"/>
                </a:lnTo>
                <a:lnTo>
                  <a:pt x="537" y="511"/>
                </a:lnTo>
                <a:lnTo>
                  <a:pt x="536" y="512"/>
                </a:lnTo>
                <a:lnTo>
                  <a:pt x="534" y="513"/>
                </a:lnTo>
                <a:lnTo>
                  <a:pt x="533" y="513"/>
                </a:lnTo>
                <a:lnTo>
                  <a:pt x="533" y="512"/>
                </a:lnTo>
                <a:lnTo>
                  <a:pt x="532" y="512"/>
                </a:lnTo>
                <a:lnTo>
                  <a:pt x="530" y="511"/>
                </a:lnTo>
                <a:lnTo>
                  <a:pt x="529" y="510"/>
                </a:lnTo>
                <a:lnTo>
                  <a:pt x="527" y="508"/>
                </a:lnTo>
                <a:lnTo>
                  <a:pt x="527" y="507"/>
                </a:lnTo>
                <a:lnTo>
                  <a:pt x="525" y="504"/>
                </a:lnTo>
                <a:lnTo>
                  <a:pt x="523" y="500"/>
                </a:lnTo>
                <a:lnTo>
                  <a:pt x="521" y="500"/>
                </a:lnTo>
                <a:lnTo>
                  <a:pt x="519" y="500"/>
                </a:lnTo>
                <a:lnTo>
                  <a:pt x="520" y="501"/>
                </a:lnTo>
                <a:lnTo>
                  <a:pt x="519" y="503"/>
                </a:lnTo>
                <a:lnTo>
                  <a:pt x="518" y="504"/>
                </a:lnTo>
                <a:lnTo>
                  <a:pt x="516" y="506"/>
                </a:lnTo>
                <a:lnTo>
                  <a:pt x="514" y="504"/>
                </a:lnTo>
                <a:lnTo>
                  <a:pt x="514" y="503"/>
                </a:lnTo>
                <a:lnTo>
                  <a:pt x="513" y="503"/>
                </a:lnTo>
                <a:lnTo>
                  <a:pt x="513" y="504"/>
                </a:lnTo>
                <a:lnTo>
                  <a:pt x="514" y="504"/>
                </a:lnTo>
                <a:lnTo>
                  <a:pt x="514" y="507"/>
                </a:lnTo>
                <a:lnTo>
                  <a:pt x="515" y="508"/>
                </a:lnTo>
                <a:lnTo>
                  <a:pt x="516" y="510"/>
                </a:lnTo>
                <a:lnTo>
                  <a:pt x="516" y="511"/>
                </a:lnTo>
                <a:lnTo>
                  <a:pt x="516" y="512"/>
                </a:lnTo>
                <a:lnTo>
                  <a:pt x="517" y="513"/>
                </a:lnTo>
                <a:lnTo>
                  <a:pt x="519" y="514"/>
                </a:lnTo>
                <a:lnTo>
                  <a:pt x="520" y="513"/>
                </a:lnTo>
                <a:lnTo>
                  <a:pt x="521" y="513"/>
                </a:lnTo>
                <a:lnTo>
                  <a:pt x="521" y="514"/>
                </a:lnTo>
                <a:lnTo>
                  <a:pt x="521" y="515"/>
                </a:lnTo>
                <a:lnTo>
                  <a:pt x="522" y="515"/>
                </a:lnTo>
                <a:lnTo>
                  <a:pt x="521" y="515"/>
                </a:lnTo>
                <a:lnTo>
                  <a:pt x="521" y="516"/>
                </a:lnTo>
                <a:lnTo>
                  <a:pt x="520" y="517"/>
                </a:lnTo>
                <a:lnTo>
                  <a:pt x="520" y="519"/>
                </a:lnTo>
                <a:lnTo>
                  <a:pt x="520" y="520"/>
                </a:lnTo>
                <a:lnTo>
                  <a:pt x="519" y="520"/>
                </a:lnTo>
                <a:lnTo>
                  <a:pt x="518" y="521"/>
                </a:lnTo>
                <a:lnTo>
                  <a:pt x="519" y="523"/>
                </a:lnTo>
                <a:lnTo>
                  <a:pt x="520" y="523"/>
                </a:lnTo>
                <a:lnTo>
                  <a:pt x="521" y="523"/>
                </a:lnTo>
                <a:lnTo>
                  <a:pt x="521" y="524"/>
                </a:lnTo>
                <a:lnTo>
                  <a:pt x="520" y="524"/>
                </a:lnTo>
                <a:lnTo>
                  <a:pt x="519" y="524"/>
                </a:lnTo>
                <a:lnTo>
                  <a:pt x="518" y="525"/>
                </a:lnTo>
                <a:lnTo>
                  <a:pt x="517" y="525"/>
                </a:lnTo>
                <a:lnTo>
                  <a:pt x="517" y="526"/>
                </a:lnTo>
                <a:lnTo>
                  <a:pt x="516" y="527"/>
                </a:lnTo>
                <a:lnTo>
                  <a:pt x="515" y="527"/>
                </a:lnTo>
                <a:lnTo>
                  <a:pt x="514" y="527"/>
                </a:lnTo>
                <a:lnTo>
                  <a:pt x="514" y="526"/>
                </a:lnTo>
                <a:lnTo>
                  <a:pt x="513" y="525"/>
                </a:lnTo>
                <a:lnTo>
                  <a:pt x="512" y="525"/>
                </a:lnTo>
                <a:lnTo>
                  <a:pt x="510" y="525"/>
                </a:lnTo>
                <a:lnTo>
                  <a:pt x="509" y="525"/>
                </a:lnTo>
                <a:lnTo>
                  <a:pt x="508" y="525"/>
                </a:lnTo>
                <a:lnTo>
                  <a:pt x="508" y="526"/>
                </a:lnTo>
                <a:lnTo>
                  <a:pt x="507" y="526"/>
                </a:lnTo>
                <a:lnTo>
                  <a:pt x="506" y="525"/>
                </a:lnTo>
                <a:lnTo>
                  <a:pt x="505" y="525"/>
                </a:lnTo>
                <a:lnTo>
                  <a:pt x="505" y="524"/>
                </a:lnTo>
                <a:lnTo>
                  <a:pt x="505" y="523"/>
                </a:lnTo>
                <a:lnTo>
                  <a:pt x="504" y="522"/>
                </a:lnTo>
                <a:lnTo>
                  <a:pt x="503" y="522"/>
                </a:lnTo>
                <a:lnTo>
                  <a:pt x="503" y="521"/>
                </a:lnTo>
                <a:lnTo>
                  <a:pt x="503" y="520"/>
                </a:lnTo>
                <a:lnTo>
                  <a:pt x="503" y="518"/>
                </a:lnTo>
                <a:lnTo>
                  <a:pt x="502" y="516"/>
                </a:lnTo>
                <a:lnTo>
                  <a:pt x="501" y="515"/>
                </a:lnTo>
                <a:lnTo>
                  <a:pt x="500" y="514"/>
                </a:lnTo>
                <a:lnTo>
                  <a:pt x="500" y="515"/>
                </a:lnTo>
                <a:lnTo>
                  <a:pt x="501" y="516"/>
                </a:lnTo>
                <a:lnTo>
                  <a:pt x="501" y="517"/>
                </a:lnTo>
                <a:lnTo>
                  <a:pt x="501" y="518"/>
                </a:lnTo>
                <a:lnTo>
                  <a:pt x="501" y="520"/>
                </a:lnTo>
                <a:lnTo>
                  <a:pt x="501" y="521"/>
                </a:lnTo>
                <a:lnTo>
                  <a:pt x="501" y="520"/>
                </a:lnTo>
                <a:lnTo>
                  <a:pt x="500" y="520"/>
                </a:lnTo>
                <a:lnTo>
                  <a:pt x="499" y="521"/>
                </a:lnTo>
                <a:lnTo>
                  <a:pt x="499" y="522"/>
                </a:lnTo>
                <a:lnTo>
                  <a:pt x="498" y="523"/>
                </a:lnTo>
                <a:lnTo>
                  <a:pt x="497" y="523"/>
                </a:lnTo>
                <a:lnTo>
                  <a:pt x="497" y="524"/>
                </a:lnTo>
                <a:lnTo>
                  <a:pt x="498" y="524"/>
                </a:lnTo>
                <a:lnTo>
                  <a:pt x="499" y="524"/>
                </a:lnTo>
                <a:lnTo>
                  <a:pt x="499" y="525"/>
                </a:lnTo>
                <a:lnTo>
                  <a:pt x="499" y="526"/>
                </a:lnTo>
                <a:lnTo>
                  <a:pt x="499" y="527"/>
                </a:lnTo>
                <a:lnTo>
                  <a:pt x="500" y="528"/>
                </a:lnTo>
                <a:lnTo>
                  <a:pt x="502" y="534"/>
                </a:lnTo>
                <a:lnTo>
                  <a:pt x="503" y="535"/>
                </a:lnTo>
                <a:lnTo>
                  <a:pt x="503" y="536"/>
                </a:lnTo>
                <a:lnTo>
                  <a:pt x="504" y="536"/>
                </a:lnTo>
                <a:lnTo>
                  <a:pt x="504" y="537"/>
                </a:lnTo>
                <a:lnTo>
                  <a:pt x="505" y="538"/>
                </a:lnTo>
                <a:lnTo>
                  <a:pt x="506" y="538"/>
                </a:lnTo>
                <a:lnTo>
                  <a:pt x="506" y="539"/>
                </a:lnTo>
                <a:lnTo>
                  <a:pt x="505" y="539"/>
                </a:lnTo>
                <a:lnTo>
                  <a:pt x="504" y="540"/>
                </a:lnTo>
                <a:lnTo>
                  <a:pt x="504" y="541"/>
                </a:lnTo>
                <a:lnTo>
                  <a:pt x="505" y="541"/>
                </a:lnTo>
                <a:lnTo>
                  <a:pt x="506" y="541"/>
                </a:lnTo>
                <a:lnTo>
                  <a:pt x="505" y="541"/>
                </a:lnTo>
                <a:lnTo>
                  <a:pt x="505" y="542"/>
                </a:lnTo>
                <a:lnTo>
                  <a:pt x="504" y="542"/>
                </a:lnTo>
                <a:lnTo>
                  <a:pt x="504" y="543"/>
                </a:lnTo>
                <a:lnTo>
                  <a:pt x="503" y="543"/>
                </a:lnTo>
                <a:lnTo>
                  <a:pt x="502" y="545"/>
                </a:lnTo>
                <a:lnTo>
                  <a:pt x="501" y="544"/>
                </a:lnTo>
                <a:lnTo>
                  <a:pt x="499" y="544"/>
                </a:lnTo>
                <a:lnTo>
                  <a:pt x="499" y="543"/>
                </a:lnTo>
                <a:lnTo>
                  <a:pt x="498" y="543"/>
                </a:lnTo>
                <a:lnTo>
                  <a:pt x="498" y="542"/>
                </a:lnTo>
                <a:lnTo>
                  <a:pt x="497" y="541"/>
                </a:lnTo>
                <a:lnTo>
                  <a:pt x="496" y="542"/>
                </a:lnTo>
                <a:lnTo>
                  <a:pt x="496" y="541"/>
                </a:lnTo>
                <a:lnTo>
                  <a:pt x="495" y="539"/>
                </a:lnTo>
                <a:lnTo>
                  <a:pt x="496" y="537"/>
                </a:lnTo>
                <a:lnTo>
                  <a:pt x="497" y="535"/>
                </a:lnTo>
                <a:lnTo>
                  <a:pt x="496" y="534"/>
                </a:lnTo>
                <a:lnTo>
                  <a:pt x="496" y="535"/>
                </a:lnTo>
                <a:lnTo>
                  <a:pt x="495" y="536"/>
                </a:lnTo>
                <a:lnTo>
                  <a:pt x="495" y="537"/>
                </a:lnTo>
                <a:lnTo>
                  <a:pt x="494" y="537"/>
                </a:lnTo>
                <a:lnTo>
                  <a:pt x="493" y="537"/>
                </a:lnTo>
                <a:lnTo>
                  <a:pt x="493" y="536"/>
                </a:lnTo>
                <a:lnTo>
                  <a:pt x="494" y="535"/>
                </a:lnTo>
                <a:lnTo>
                  <a:pt x="494" y="534"/>
                </a:lnTo>
                <a:lnTo>
                  <a:pt x="495" y="534"/>
                </a:lnTo>
                <a:lnTo>
                  <a:pt x="495" y="533"/>
                </a:lnTo>
                <a:lnTo>
                  <a:pt x="494" y="533"/>
                </a:lnTo>
                <a:lnTo>
                  <a:pt x="494" y="534"/>
                </a:lnTo>
                <a:lnTo>
                  <a:pt x="493" y="535"/>
                </a:lnTo>
                <a:lnTo>
                  <a:pt x="492" y="535"/>
                </a:lnTo>
                <a:lnTo>
                  <a:pt x="492" y="534"/>
                </a:lnTo>
                <a:lnTo>
                  <a:pt x="491" y="534"/>
                </a:lnTo>
                <a:lnTo>
                  <a:pt x="490" y="533"/>
                </a:lnTo>
                <a:lnTo>
                  <a:pt x="489" y="533"/>
                </a:lnTo>
                <a:lnTo>
                  <a:pt x="488" y="532"/>
                </a:lnTo>
                <a:lnTo>
                  <a:pt x="487" y="531"/>
                </a:lnTo>
                <a:lnTo>
                  <a:pt x="486" y="529"/>
                </a:lnTo>
                <a:lnTo>
                  <a:pt x="485" y="528"/>
                </a:lnTo>
                <a:lnTo>
                  <a:pt x="484" y="526"/>
                </a:lnTo>
                <a:lnTo>
                  <a:pt x="483" y="526"/>
                </a:lnTo>
                <a:lnTo>
                  <a:pt x="482" y="524"/>
                </a:lnTo>
                <a:lnTo>
                  <a:pt x="481" y="523"/>
                </a:lnTo>
                <a:lnTo>
                  <a:pt x="480" y="522"/>
                </a:lnTo>
                <a:lnTo>
                  <a:pt x="479" y="521"/>
                </a:lnTo>
                <a:lnTo>
                  <a:pt x="478" y="520"/>
                </a:lnTo>
                <a:lnTo>
                  <a:pt x="478" y="518"/>
                </a:lnTo>
                <a:lnTo>
                  <a:pt x="478" y="516"/>
                </a:lnTo>
                <a:lnTo>
                  <a:pt x="478" y="515"/>
                </a:lnTo>
                <a:lnTo>
                  <a:pt x="477" y="515"/>
                </a:lnTo>
                <a:lnTo>
                  <a:pt x="477" y="514"/>
                </a:lnTo>
                <a:lnTo>
                  <a:pt x="478" y="513"/>
                </a:lnTo>
                <a:lnTo>
                  <a:pt x="478" y="512"/>
                </a:lnTo>
                <a:lnTo>
                  <a:pt x="479" y="510"/>
                </a:lnTo>
                <a:lnTo>
                  <a:pt x="478" y="506"/>
                </a:lnTo>
                <a:lnTo>
                  <a:pt x="478" y="505"/>
                </a:lnTo>
                <a:lnTo>
                  <a:pt x="477" y="503"/>
                </a:lnTo>
                <a:lnTo>
                  <a:pt x="476" y="501"/>
                </a:lnTo>
                <a:lnTo>
                  <a:pt x="476" y="500"/>
                </a:lnTo>
                <a:lnTo>
                  <a:pt x="476" y="499"/>
                </a:lnTo>
                <a:lnTo>
                  <a:pt x="476" y="498"/>
                </a:lnTo>
                <a:lnTo>
                  <a:pt x="477" y="498"/>
                </a:lnTo>
                <a:lnTo>
                  <a:pt x="478" y="497"/>
                </a:lnTo>
                <a:lnTo>
                  <a:pt x="478" y="496"/>
                </a:lnTo>
                <a:lnTo>
                  <a:pt x="479" y="496"/>
                </a:lnTo>
                <a:lnTo>
                  <a:pt x="478" y="495"/>
                </a:lnTo>
                <a:lnTo>
                  <a:pt x="477" y="496"/>
                </a:lnTo>
                <a:lnTo>
                  <a:pt x="478" y="496"/>
                </a:lnTo>
                <a:lnTo>
                  <a:pt x="477" y="497"/>
                </a:lnTo>
                <a:lnTo>
                  <a:pt x="476" y="497"/>
                </a:lnTo>
                <a:lnTo>
                  <a:pt x="475" y="498"/>
                </a:lnTo>
                <a:lnTo>
                  <a:pt x="475" y="497"/>
                </a:lnTo>
                <a:lnTo>
                  <a:pt x="474" y="496"/>
                </a:lnTo>
                <a:lnTo>
                  <a:pt x="473" y="495"/>
                </a:lnTo>
                <a:lnTo>
                  <a:pt x="474" y="495"/>
                </a:lnTo>
                <a:lnTo>
                  <a:pt x="473" y="495"/>
                </a:lnTo>
                <a:lnTo>
                  <a:pt x="472" y="495"/>
                </a:lnTo>
                <a:lnTo>
                  <a:pt x="473" y="496"/>
                </a:lnTo>
                <a:lnTo>
                  <a:pt x="473" y="497"/>
                </a:lnTo>
                <a:lnTo>
                  <a:pt x="473" y="498"/>
                </a:lnTo>
                <a:lnTo>
                  <a:pt x="474" y="498"/>
                </a:lnTo>
                <a:lnTo>
                  <a:pt x="474" y="499"/>
                </a:lnTo>
                <a:lnTo>
                  <a:pt x="473" y="501"/>
                </a:lnTo>
                <a:lnTo>
                  <a:pt x="474" y="501"/>
                </a:lnTo>
                <a:lnTo>
                  <a:pt x="474" y="504"/>
                </a:lnTo>
                <a:lnTo>
                  <a:pt x="472" y="506"/>
                </a:lnTo>
                <a:lnTo>
                  <a:pt x="474" y="507"/>
                </a:lnTo>
                <a:lnTo>
                  <a:pt x="472" y="510"/>
                </a:lnTo>
                <a:lnTo>
                  <a:pt x="471" y="511"/>
                </a:lnTo>
                <a:lnTo>
                  <a:pt x="471" y="512"/>
                </a:lnTo>
                <a:lnTo>
                  <a:pt x="467" y="509"/>
                </a:lnTo>
                <a:lnTo>
                  <a:pt x="466" y="509"/>
                </a:lnTo>
                <a:lnTo>
                  <a:pt x="465" y="512"/>
                </a:lnTo>
                <a:lnTo>
                  <a:pt x="465" y="513"/>
                </a:lnTo>
                <a:lnTo>
                  <a:pt x="466" y="514"/>
                </a:lnTo>
                <a:lnTo>
                  <a:pt x="466" y="515"/>
                </a:lnTo>
                <a:lnTo>
                  <a:pt x="466" y="516"/>
                </a:lnTo>
                <a:lnTo>
                  <a:pt x="465" y="517"/>
                </a:lnTo>
                <a:lnTo>
                  <a:pt x="466" y="517"/>
                </a:lnTo>
                <a:lnTo>
                  <a:pt x="466" y="518"/>
                </a:lnTo>
                <a:lnTo>
                  <a:pt x="464" y="518"/>
                </a:lnTo>
                <a:lnTo>
                  <a:pt x="464" y="519"/>
                </a:lnTo>
                <a:lnTo>
                  <a:pt x="465" y="519"/>
                </a:lnTo>
                <a:lnTo>
                  <a:pt x="465" y="525"/>
                </a:lnTo>
                <a:lnTo>
                  <a:pt x="466" y="525"/>
                </a:lnTo>
                <a:lnTo>
                  <a:pt x="466" y="526"/>
                </a:lnTo>
                <a:lnTo>
                  <a:pt x="467" y="526"/>
                </a:lnTo>
                <a:lnTo>
                  <a:pt x="467" y="527"/>
                </a:lnTo>
                <a:lnTo>
                  <a:pt x="468" y="529"/>
                </a:lnTo>
                <a:lnTo>
                  <a:pt x="468" y="530"/>
                </a:lnTo>
                <a:lnTo>
                  <a:pt x="467" y="530"/>
                </a:lnTo>
                <a:lnTo>
                  <a:pt x="468" y="531"/>
                </a:lnTo>
                <a:lnTo>
                  <a:pt x="468" y="532"/>
                </a:lnTo>
                <a:lnTo>
                  <a:pt x="467" y="532"/>
                </a:lnTo>
                <a:lnTo>
                  <a:pt x="467" y="533"/>
                </a:lnTo>
                <a:lnTo>
                  <a:pt x="467" y="534"/>
                </a:lnTo>
                <a:lnTo>
                  <a:pt x="468" y="534"/>
                </a:lnTo>
                <a:lnTo>
                  <a:pt x="468" y="535"/>
                </a:lnTo>
                <a:lnTo>
                  <a:pt x="469" y="536"/>
                </a:lnTo>
                <a:lnTo>
                  <a:pt x="469" y="537"/>
                </a:lnTo>
                <a:lnTo>
                  <a:pt x="468" y="537"/>
                </a:lnTo>
                <a:lnTo>
                  <a:pt x="467" y="538"/>
                </a:lnTo>
                <a:lnTo>
                  <a:pt x="467" y="539"/>
                </a:lnTo>
                <a:lnTo>
                  <a:pt x="466" y="539"/>
                </a:lnTo>
                <a:lnTo>
                  <a:pt x="465" y="539"/>
                </a:lnTo>
                <a:lnTo>
                  <a:pt x="464" y="541"/>
                </a:lnTo>
                <a:lnTo>
                  <a:pt x="463" y="542"/>
                </a:lnTo>
                <a:lnTo>
                  <a:pt x="463" y="543"/>
                </a:lnTo>
                <a:lnTo>
                  <a:pt x="463" y="545"/>
                </a:lnTo>
                <a:lnTo>
                  <a:pt x="463" y="546"/>
                </a:lnTo>
                <a:lnTo>
                  <a:pt x="462" y="546"/>
                </a:lnTo>
                <a:lnTo>
                  <a:pt x="461" y="547"/>
                </a:lnTo>
                <a:lnTo>
                  <a:pt x="460" y="548"/>
                </a:lnTo>
                <a:lnTo>
                  <a:pt x="459" y="549"/>
                </a:lnTo>
                <a:lnTo>
                  <a:pt x="458" y="549"/>
                </a:lnTo>
                <a:lnTo>
                  <a:pt x="458" y="550"/>
                </a:lnTo>
                <a:lnTo>
                  <a:pt x="457" y="550"/>
                </a:lnTo>
                <a:lnTo>
                  <a:pt x="457" y="549"/>
                </a:lnTo>
                <a:lnTo>
                  <a:pt x="456" y="550"/>
                </a:lnTo>
                <a:lnTo>
                  <a:pt x="455" y="550"/>
                </a:lnTo>
                <a:lnTo>
                  <a:pt x="455" y="552"/>
                </a:lnTo>
                <a:lnTo>
                  <a:pt x="454" y="552"/>
                </a:lnTo>
                <a:lnTo>
                  <a:pt x="453" y="553"/>
                </a:lnTo>
                <a:lnTo>
                  <a:pt x="451" y="552"/>
                </a:lnTo>
                <a:lnTo>
                  <a:pt x="450" y="551"/>
                </a:lnTo>
                <a:lnTo>
                  <a:pt x="450" y="550"/>
                </a:lnTo>
                <a:lnTo>
                  <a:pt x="450" y="549"/>
                </a:lnTo>
                <a:lnTo>
                  <a:pt x="450" y="548"/>
                </a:lnTo>
                <a:lnTo>
                  <a:pt x="449" y="548"/>
                </a:lnTo>
                <a:lnTo>
                  <a:pt x="448" y="548"/>
                </a:lnTo>
                <a:lnTo>
                  <a:pt x="447" y="548"/>
                </a:lnTo>
                <a:lnTo>
                  <a:pt x="447" y="547"/>
                </a:lnTo>
                <a:lnTo>
                  <a:pt x="446" y="546"/>
                </a:lnTo>
                <a:lnTo>
                  <a:pt x="446" y="544"/>
                </a:lnTo>
                <a:lnTo>
                  <a:pt x="445" y="543"/>
                </a:lnTo>
                <a:lnTo>
                  <a:pt x="444" y="543"/>
                </a:lnTo>
                <a:lnTo>
                  <a:pt x="444" y="542"/>
                </a:lnTo>
                <a:lnTo>
                  <a:pt x="444" y="541"/>
                </a:lnTo>
                <a:lnTo>
                  <a:pt x="445" y="541"/>
                </a:lnTo>
                <a:lnTo>
                  <a:pt x="444" y="541"/>
                </a:lnTo>
                <a:lnTo>
                  <a:pt x="444" y="540"/>
                </a:lnTo>
                <a:lnTo>
                  <a:pt x="443" y="540"/>
                </a:lnTo>
                <a:lnTo>
                  <a:pt x="441" y="539"/>
                </a:lnTo>
                <a:lnTo>
                  <a:pt x="440" y="538"/>
                </a:lnTo>
                <a:lnTo>
                  <a:pt x="439" y="537"/>
                </a:lnTo>
                <a:lnTo>
                  <a:pt x="440" y="538"/>
                </a:lnTo>
                <a:lnTo>
                  <a:pt x="440" y="540"/>
                </a:lnTo>
                <a:lnTo>
                  <a:pt x="438" y="540"/>
                </a:lnTo>
                <a:lnTo>
                  <a:pt x="436" y="540"/>
                </a:lnTo>
                <a:lnTo>
                  <a:pt x="435" y="541"/>
                </a:lnTo>
                <a:lnTo>
                  <a:pt x="434" y="541"/>
                </a:lnTo>
                <a:lnTo>
                  <a:pt x="433" y="541"/>
                </a:lnTo>
                <a:lnTo>
                  <a:pt x="432" y="542"/>
                </a:lnTo>
                <a:lnTo>
                  <a:pt x="431" y="543"/>
                </a:lnTo>
                <a:lnTo>
                  <a:pt x="430" y="544"/>
                </a:lnTo>
                <a:lnTo>
                  <a:pt x="429" y="545"/>
                </a:lnTo>
                <a:lnTo>
                  <a:pt x="429" y="546"/>
                </a:lnTo>
                <a:lnTo>
                  <a:pt x="429" y="547"/>
                </a:lnTo>
                <a:lnTo>
                  <a:pt x="429" y="548"/>
                </a:lnTo>
                <a:lnTo>
                  <a:pt x="430" y="548"/>
                </a:lnTo>
                <a:lnTo>
                  <a:pt x="429" y="549"/>
                </a:lnTo>
                <a:lnTo>
                  <a:pt x="428" y="549"/>
                </a:lnTo>
                <a:lnTo>
                  <a:pt x="427" y="548"/>
                </a:lnTo>
                <a:lnTo>
                  <a:pt x="427" y="549"/>
                </a:lnTo>
                <a:lnTo>
                  <a:pt x="426" y="549"/>
                </a:lnTo>
                <a:lnTo>
                  <a:pt x="425" y="550"/>
                </a:lnTo>
                <a:lnTo>
                  <a:pt x="424" y="549"/>
                </a:lnTo>
                <a:lnTo>
                  <a:pt x="423" y="550"/>
                </a:lnTo>
                <a:lnTo>
                  <a:pt x="423" y="551"/>
                </a:lnTo>
                <a:lnTo>
                  <a:pt x="423" y="552"/>
                </a:lnTo>
                <a:lnTo>
                  <a:pt x="422" y="553"/>
                </a:lnTo>
                <a:lnTo>
                  <a:pt x="422" y="554"/>
                </a:lnTo>
                <a:lnTo>
                  <a:pt x="422" y="556"/>
                </a:lnTo>
                <a:lnTo>
                  <a:pt x="421" y="555"/>
                </a:lnTo>
                <a:lnTo>
                  <a:pt x="420" y="555"/>
                </a:lnTo>
                <a:lnTo>
                  <a:pt x="420" y="556"/>
                </a:lnTo>
                <a:lnTo>
                  <a:pt x="419" y="556"/>
                </a:lnTo>
                <a:lnTo>
                  <a:pt x="418" y="557"/>
                </a:lnTo>
                <a:lnTo>
                  <a:pt x="418" y="559"/>
                </a:lnTo>
                <a:lnTo>
                  <a:pt x="417" y="560"/>
                </a:lnTo>
                <a:lnTo>
                  <a:pt x="416" y="560"/>
                </a:lnTo>
                <a:lnTo>
                  <a:pt x="416" y="561"/>
                </a:lnTo>
                <a:lnTo>
                  <a:pt x="416" y="565"/>
                </a:lnTo>
                <a:lnTo>
                  <a:pt x="415" y="565"/>
                </a:lnTo>
                <a:lnTo>
                  <a:pt x="414" y="565"/>
                </a:lnTo>
                <a:lnTo>
                  <a:pt x="413" y="565"/>
                </a:lnTo>
                <a:lnTo>
                  <a:pt x="413" y="566"/>
                </a:lnTo>
                <a:lnTo>
                  <a:pt x="414" y="567"/>
                </a:lnTo>
                <a:lnTo>
                  <a:pt x="413" y="568"/>
                </a:lnTo>
                <a:lnTo>
                  <a:pt x="413" y="567"/>
                </a:lnTo>
                <a:lnTo>
                  <a:pt x="412" y="567"/>
                </a:lnTo>
                <a:lnTo>
                  <a:pt x="412" y="568"/>
                </a:lnTo>
                <a:lnTo>
                  <a:pt x="411" y="568"/>
                </a:lnTo>
                <a:lnTo>
                  <a:pt x="411" y="569"/>
                </a:lnTo>
                <a:lnTo>
                  <a:pt x="410" y="569"/>
                </a:lnTo>
                <a:lnTo>
                  <a:pt x="409" y="570"/>
                </a:lnTo>
                <a:lnTo>
                  <a:pt x="408" y="570"/>
                </a:lnTo>
                <a:lnTo>
                  <a:pt x="406" y="570"/>
                </a:lnTo>
                <a:lnTo>
                  <a:pt x="406" y="571"/>
                </a:lnTo>
                <a:lnTo>
                  <a:pt x="405" y="571"/>
                </a:lnTo>
                <a:lnTo>
                  <a:pt x="404" y="570"/>
                </a:lnTo>
                <a:lnTo>
                  <a:pt x="403" y="570"/>
                </a:lnTo>
                <a:lnTo>
                  <a:pt x="402" y="570"/>
                </a:lnTo>
                <a:lnTo>
                  <a:pt x="402" y="569"/>
                </a:lnTo>
                <a:lnTo>
                  <a:pt x="402" y="568"/>
                </a:lnTo>
                <a:lnTo>
                  <a:pt x="401" y="568"/>
                </a:lnTo>
                <a:lnTo>
                  <a:pt x="400" y="568"/>
                </a:lnTo>
                <a:lnTo>
                  <a:pt x="398" y="568"/>
                </a:lnTo>
                <a:lnTo>
                  <a:pt x="397" y="568"/>
                </a:lnTo>
                <a:lnTo>
                  <a:pt x="396" y="567"/>
                </a:lnTo>
                <a:lnTo>
                  <a:pt x="395" y="566"/>
                </a:lnTo>
                <a:lnTo>
                  <a:pt x="394" y="566"/>
                </a:lnTo>
                <a:lnTo>
                  <a:pt x="393" y="566"/>
                </a:lnTo>
                <a:lnTo>
                  <a:pt x="393" y="565"/>
                </a:lnTo>
                <a:lnTo>
                  <a:pt x="392" y="565"/>
                </a:lnTo>
                <a:lnTo>
                  <a:pt x="391" y="565"/>
                </a:lnTo>
                <a:lnTo>
                  <a:pt x="391" y="564"/>
                </a:lnTo>
                <a:lnTo>
                  <a:pt x="390" y="564"/>
                </a:lnTo>
                <a:lnTo>
                  <a:pt x="389" y="564"/>
                </a:lnTo>
                <a:lnTo>
                  <a:pt x="388" y="564"/>
                </a:lnTo>
                <a:lnTo>
                  <a:pt x="387" y="564"/>
                </a:lnTo>
                <a:lnTo>
                  <a:pt x="386" y="564"/>
                </a:lnTo>
                <a:lnTo>
                  <a:pt x="385" y="563"/>
                </a:lnTo>
                <a:lnTo>
                  <a:pt x="385" y="562"/>
                </a:lnTo>
                <a:lnTo>
                  <a:pt x="384" y="561"/>
                </a:lnTo>
                <a:lnTo>
                  <a:pt x="384" y="560"/>
                </a:lnTo>
                <a:lnTo>
                  <a:pt x="384" y="559"/>
                </a:lnTo>
                <a:lnTo>
                  <a:pt x="383" y="558"/>
                </a:lnTo>
                <a:lnTo>
                  <a:pt x="383" y="557"/>
                </a:lnTo>
                <a:lnTo>
                  <a:pt x="383" y="556"/>
                </a:lnTo>
                <a:lnTo>
                  <a:pt x="383" y="553"/>
                </a:lnTo>
                <a:lnTo>
                  <a:pt x="383" y="552"/>
                </a:lnTo>
                <a:lnTo>
                  <a:pt x="383" y="551"/>
                </a:lnTo>
                <a:lnTo>
                  <a:pt x="383" y="550"/>
                </a:lnTo>
                <a:lnTo>
                  <a:pt x="383" y="549"/>
                </a:lnTo>
                <a:lnTo>
                  <a:pt x="383" y="548"/>
                </a:lnTo>
                <a:lnTo>
                  <a:pt x="384" y="548"/>
                </a:lnTo>
                <a:lnTo>
                  <a:pt x="385" y="547"/>
                </a:lnTo>
                <a:lnTo>
                  <a:pt x="386" y="547"/>
                </a:lnTo>
                <a:lnTo>
                  <a:pt x="386" y="546"/>
                </a:lnTo>
                <a:lnTo>
                  <a:pt x="387" y="546"/>
                </a:lnTo>
                <a:lnTo>
                  <a:pt x="389" y="546"/>
                </a:lnTo>
                <a:lnTo>
                  <a:pt x="390" y="545"/>
                </a:lnTo>
                <a:lnTo>
                  <a:pt x="391" y="545"/>
                </a:lnTo>
                <a:lnTo>
                  <a:pt x="391" y="544"/>
                </a:lnTo>
                <a:lnTo>
                  <a:pt x="392" y="544"/>
                </a:lnTo>
                <a:lnTo>
                  <a:pt x="393" y="544"/>
                </a:lnTo>
                <a:lnTo>
                  <a:pt x="394" y="544"/>
                </a:lnTo>
                <a:lnTo>
                  <a:pt x="395" y="544"/>
                </a:lnTo>
                <a:lnTo>
                  <a:pt x="395" y="543"/>
                </a:lnTo>
                <a:lnTo>
                  <a:pt x="395" y="542"/>
                </a:lnTo>
                <a:lnTo>
                  <a:pt x="394" y="542"/>
                </a:lnTo>
                <a:lnTo>
                  <a:pt x="394" y="543"/>
                </a:lnTo>
                <a:lnTo>
                  <a:pt x="395" y="543"/>
                </a:lnTo>
                <a:lnTo>
                  <a:pt x="394" y="543"/>
                </a:lnTo>
                <a:lnTo>
                  <a:pt x="394" y="544"/>
                </a:lnTo>
                <a:lnTo>
                  <a:pt x="393" y="544"/>
                </a:lnTo>
                <a:lnTo>
                  <a:pt x="393" y="543"/>
                </a:lnTo>
                <a:lnTo>
                  <a:pt x="392" y="543"/>
                </a:lnTo>
                <a:lnTo>
                  <a:pt x="391" y="543"/>
                </a:lnTo>
                <a:lnTo>
                  <a:pt x="390" y="543"/>
                </a:lnTo>
                <a:lnTo>
                  <a:pt x="389" y="543"/>
                </a:lnTo>
                <a:lnTo>
                  <a:pt x="388" y="543"/>
                </a:lnTo>
                <a:lnTo>
                  <a:pt x="388" y="544"/>
                </a:lnTo>
                <a:lnTo>
                  <a:pt x="388" y="545"/>
                </a:lnTo>
                <a:lnTo>
                  <a:pt x="387" y="545"/>
                </a:lnTo>
                <a:lnTo>
                  <a:pt x="386" y="546"/>
                </a:lnTo>
                <a:lnTo>
                  <a:pt x="385" y="546"/>
                </a:lnTo>
                <a:lnTo>
                  <a:pt x="384" y="547"/>
                </a:lnTo>
                <a:lnTo>
                  <a:pt x="383" y="547"/>
                </a:lnTo>
                <a:lnTo>
                  <a:pt x="383" y="548"/>
                </a:lnTo>
                <a:lnTo>
                  <a:pt x="382" y="548"/>
                </a:lnTo>
                <a:lnTo>
                  <a:pt x="382" y="549"/>
                </a:lnTo>
                <a:lnTo>
                  <a:pt x="382" y="550"/>
                </a:lnTo>
                <a:lnTo>
                  <a:pt x="382" y="549"/>
                </a:lnTo>
                <a:lnTo>
                  <a:pt x="381" y="549"/>
                </a:lnTo>
                <a:lnTo>
                  <a:pt x="382" y="550"/>
                </a:lnTo>
                <a:lnTo>
                  <a:pt x="381" y="550"/>
                </a:lnTo>
                <a:lnTo>
                  <a:pt x="381" y="549"/>
                </a:lnTo>
                <a:lnTo>
                  <a:pt x="380" y="547"/>
                </a:lnTo>
                <a:lnTo>
                  <a:pt x="380" y="546"/>
                </a:lnTo>
                <a:lnTo>
                  <a:pt x="379" y="545"/>
                </a:lnTo>
                <a:lnTo>
                  <a:pt x="379" y="544"/>
                </a:lnTo>
                <a:lnTo>
                  <a:pt x="378" y="543"/>
                </a:lnTo>
                <a:lnTo>
                  <a:pt x="377" y="542"/>
                </a:lnTo>
                <a:lnTo>
                  <a:pt x="377" y="541"/>
                </a:lnTo>
                <a:lnTo>
                  <a:pt x="377" y="540"/>
                </a:lnTo>
                <a:lnTo>
                  <a:pt x="377" y="539"/>
                </a:lnTo>
                <a:lnTo>
                  <a:pt x="376" y="539"/>
                </a:lnTo>
                <a:lnTo>
                  <a:pt x="376" y="538"/>
                </a:lnTo>
                <a:lnTo>
                  <a:pt x="375" y="538"/>
                </a:lnTo>
                <a:lnTo>
                  <a:pt x="375" y="537"/>
                </a:lnTo>
                <a:lnTo>
                  <a:pt x="376" y="537"/>
                </a:lnTo>
                <a:lnTo>
                  <a:pt x="376" y="536"/>
                </a:lnTo>
                <a:lnTo>
                  <a:pt x="377" y="535"/>
                </a:lnTo>
                <a:lnTo>
                  <a:pt x="377" y="534"/>
                </a:lnTo>
                <a:lnTo>
                  <a:pt x="377" y="533"/>
                </a:lnTo>
                <a:lnTo>
                  <a:pt x="378" y="532"/>
                </a:lnTo>
                <a:lnTo>
                  <a:pt x="379" y="531"/>
                </a:lnTo>
                <a:lnTo>
                  <a:pt x="379" y="530"/>
                </a:lnTo>
                <a:lnTo>
                  <a:pt x="379" y="529"/>
                </a:lnTo>
                <a:lnTo>
                  <a:pt x="379" y="528"/>
                </a:lnTo>
                <a:lnTo>
                  <a:pt x="378" y="528"/>
                </a:lnTo>
                <a:lnTo>
                  <a:pt x="378" y="527"/>
                </a:lnTo>
                <a:lnTo>
                  <a:pt x="378" y="526"/>
                </a:lnTo>
                <a:lnTo>
                  <a:pt x="378" y="527"/>
                </a:lnTo>
                <a:lnTo>
                  <a:pt x="378" y="528"/>
                </a:lnTo>
                <a:lnTo>
                  <a:pt x="378" y="529"/>
                </a:lnTo>
                <a:lnTo>
                  <a:pt x="378" y="530"/>
                </a:lnTo>
                <a:lnTo>
                  <a:pt x="378" y="531"/>
                </a:lnTo>
                <a:lnTo>
                  <a:pt x="377" y="531"/>
                </a:lnTo>
                <a:lnTo>
                  <a:pt x="376" y="532"/>
                </a:lnTo>
                <a:lnTo>
                  <a:pt x="375" y="532"/>
                </a:lnTo>
                <a:lnTo>
                  <a:pt x="375" y="533"/>
                </a:lnTo>
                <a:lnTo>
                  <a:pt x="375" y="534"/>
                </a:lnTo>
                <a:lnTo>
                  <a:pt x="376" y="534"/>
                </a:lnTo>
                <a:lnTo>
                  <a:pt x="375" y="534"/>
                </a:lnTo>
                <a:lnTo>
                  <a:pt x="375" y="535"/>
                </a:lnTo>
                <a:lnTo>
                  <a:pt x="374" y="535"/>
                </a:lnTo>
                <a:lnTo>
                  <a:pt x="374" y="536"/>
                </a:lnTo>
                <a:lnTo>
                  <a:pt x="374" y="537"/>
                </a:lnTo>
                <a:lnTo>
                  <a:pt x="375" y="537"/>
                </a:lnTo>
                <a:lnTo>
                  <a:pt x="375" y="538"/>
                </a:lnTo>
                <a:lnTo>
                  <a:pt x="375" y="539"/>
                </a:lnTo>
                <a:lnTo>
                  <a:pt x="376" y="539"/>
                </a:lnTo>
                <a:lnTo>
                  <a:pt x="376" y="540"/>
                </a:lnTo>
                <a:lnTo>
                  <a:pt x="376" y="541"/>
                </a:lnTo>
                <a:lnTo>
                  <a:pt x="377" y="542"/>
                </a:lnTo>
                <a:lnTo>
                  <a:pt x="377" y="543"/>
                </a:lnTo>
                <a:lnTo>
                  <a:pt x="377" y="544"/>
                </a:lnTo>
                <a:lnTo>
                  <a:pt x="378" y="545"/>
                </a:lnTo>
                <a:lnTo>
                  <a:pt x="378" y="546"/>
                </a:lnTo>
                <a:lnTo>
                  <a:pt x="379" y="548"/>
                </a:lnTo>
                <a:lnTo>
                  <a:pt x="379" y="549"/>
                </a:lnTo>
                <a:lnTo>
                  <a:pt x="380" y="550"/>
                </a:lnTo>
                <a:lnTo>
                  <a:pt x="379" y="550"/>
                </a:lnTo>
                <a:lnTo>
                  <a:pt x="380" y="550"/>
                </a:lnTo>
                <a:lnTo>
                  <a:pt x="380" y="551"/>
                </a:lnTo>
                <a:lnTo>
                  <a:pt x="380" y="552"/>
                </a:lnTo>
                <a:lnTo>
                  <a:pt x="381" y="553"/>
                </a:lnTo>
                <a:lnTo>
                  <a:pt x="381" y="554"/>
                </a:lnTo>
                <a:lnTo>
                  <a:pt x="381" y="555"/>
                </a:lnTo>
                <a:lnTo>
                  <a:pt x="381" y="557"/>
                </a:lnTo>
                <a:lnTo>
                  <a:pt x="381" y="558"/>
                </a:lnTo>
                <a:lnTo>
                  <a:pt x="381" y="559"/>
                </a:lnTo>
                <a:lnTo>
                  <a:pt x="382" y="560"/>
                </a:lnTo>
                <a:lnTo>
                  <a:pt x="382" y="561"/>
                </a:lnTo>
                <a:lnTo>
                  <a:pt x="383" y="561"/>
                </a:lnTo>
                <a:lnTo>
                  <a:pt x="383" y="563"/>
                </a:lnTo>
                <a:lnTo>
                  <a:pt x="383" y="564"/>
                </a:lnTo>
                <a:lnTo>
                  <a:pt x="383" y="566"/>
                </a:lnTo>
                <a:lnTo>
                  <a:pt x="383" y="567"/>
                </a:lnTo>
                <a:lnTo>
                  <a:pt x="383" y="568"/>
                </a:lnTo>
                <a:lnTo>
                  <a:pt x="384" y="569"/>
                </a:lnTo>
                <a:lnTo>
                  <a:pt x="384" y="570"/>
                </a:lnTo>
                <a:lnTo>
                  <a:pt x="383" y="570"/>
                </a:lnTo>
                <a:lnTo>
                  <a:pt x="383" y="571"/>
                </a:lnTo>
                <a:lnTo>
                  <a:pt x="383" y="572"/>
                </a:lnTo>
                <a:lnTo>
                  <a:pt x="383" y="573"/>
                </a:lnTo>
                <a:lnTo>
                  <a:pt x="383" y="574"/>
                </a:lnTo>
                <a:lnTo>
                  <a:pt x="383" y="575"/>
                </a:lnTo>
                <a:lnTo>
                  <a:pt x="382" y="575"/>
                </a:lnTo>
                <a:lnTo>
                  <a:pt x="382" y="576"/>
                </a:lnTo>
                <a:lnTo>
                  <a:pt x="381" y="576"/>
                </a:lnTo>
                <a:lnTo>
                  <a:pt x="380" y="576"/>
                </a:lnTo>
                <a:lnTo>
                  <a:pt x="380" y="577"/>
                </a:lnTo>
                <a:lnTo>
                  <a:pt x="379" y="576"/>
                </a:lnTo>
                <a:lnTo>
                  <a:pt x="379" y="577"/>
                </a:lnTo>
                <a:lnTo>
                  <a:pt x="378" y="577"/>
                </a:lnTo>
                <a:lnTo>
                  <a:pt x="377" y="577"/>
                </a:lnTo>
                <a:lnTo>
                  <a:pt x="376" y="577"/>
                </a:lnTo>
                <a:lnTo>
                  <a:pt x="375" y="578"/>
                </a:lnTo>
                <a:lnTo>
                  <a:pt x="375" y="579"/>
                </a:lnTo>
                <a:lnTo>
                  <a:pt x="375" y="580"/>
                </a:lnTo>
                <a:lnTo>
                  <a:pt x="374" y="580"/>
                </a:lnTo>
                <a:lnTo>
                  <a:pt x="374" y="579"/>
                </a:lnTo>
                <a:lnTo>
                  <a:pt x="373" y="579"/>
                </a:lnTo>
                <a:lnTo>
                  <a:pt x="372" y="579"/>
                </a:lnTo>
                <a:lnTo>
                  <a:pt x="372" y="580"/>
                </a:lnTo>
                <a:lnTo>
                  <a:pt x="371" y="580"/>
                </a:lnTo>
                <a:lnTo>
                  <a:pt x="370" y="580"/>
                </a:lnTo>
                <a:lnTo>
                  <a:pt x="370" y="581"/>
                </a:lnTo>
                <a:lnTo>
                  <a:pt x="369" y="581"/>
                </a:lnTo>
                <a:lnTo>
                  <a:pt x="368" y="581"/>
                </a:lnTo>
                <a:lnTo>
                  <a:pt x="367" y="581"/>
                </a:lnTo>
                <a:lnTo>
                  <a:pt x="366" y="581"/>
                </a:lnTo>
                <a:lnTo>
                  <a:pt x="364" y="582"/>
                </a:lnTo>
                <a:lnTo>
                  <a:pt x="363" y="582"/>
                </a:lnTo>
                <a:lnTo>
                  <a:pt x="362" y="582"/>
                </a:lnTo>
                <a:lnTo>
                  <a:pt x="361" y="581"/>
                </a:lnTo>
                <a:lnTo>
                  <a:pt x="360" y="581"/>
                </a:lnTo>
                <a:lnTo>
                  <a:pt x="360" y="580"/>
                </a:lnTo>
                <a:lnTo>
                  <a:pt x="360" y="579"/>
                </a:lnTo>
                <a:lnTo>
                  <a:pt x="360" y="578"/>
                </a:lnTo>
                <a:lnTo>
                  <a:pt x="359" y="578"/>
                </a:lnTo>
                <a:lnTo>
                  <a:pt x="358" y="577"/>
                </a:lnTo>
                <a:lnTo>
                  <a:pt x="357" y="577"/>
                </a:lnTo>
                <a:lnTo>
                  <a:pt x="356" y="578"/>
                </a:lnTo>
                <a:lnTo>
                  <a:pt x="356" y="577"/>
                </a:lnTo>
                <a:lnTo>
                  <a:pt x="355" y="577"/>
                </a:lnTo>
                <a:lnTo>
                  <a:pt x="356" y="577"/>
                </a:lnTo>
                <a:lnTo>
                  <a:pt x="356" y="576"/>
                </a:lnTo>
                <a:lnTo>
                  <a:pt x="355" y="576"/>
                </a:lnTo>
                <a:lnTo>
                  <a:pt x="354" y="576"/>
                </a:lnTo>
                <a:lnTo>
                  <a:pt x="353" y="576"/>
                </a:lnTo>
                <a:lnTo>
                  <a:pt x="353" y="575"/>
                </a:lnTo>
                <a:lnTo>
                  <a:pt x="353" y="574"/>
                </a:lnTo>
                <a:lnTo>
                  <a:pt x="353" y="573"/>
                </a:lnTo>
                <a:lnTo>
                  <a:pt x="354" y="573"/>
                </a:lnTo>
                <a:lnTo>
                  <a:pt x="353" y="573"/>
                </a:lnTo>
                <a:lnTo>
                  <a:pt x="353" y="572"/>
                </a:lnTo>
                <a:lnTo>
                  <a:pt x="353" y="571"/>
                </a:lnTo>
                <a:lnTo>
                  <a:pt x="353" y="570"/>
                </a:lnTo>
                <a:lnTo>
                  <a:pt x="353" y="569"/>
                </a:lnTo>
                <a:lnTo>
                  <a:pt x="352" y="569"/>
                </a:lnTo>
                <a:lnTo>
                  <a:pt x="352" y="568"/>
                </a:lnTo>
                <a:lnTo>
                  <a:pt x="351" y="568"/>
                </a:lnTo>
                <a:lnTo>
                  <a:pt x="350" y="567"/>
                </a:lnTo>
                <a:lnTo>
                  <a:pt x="348" y="567"/>
                </a:lnTo>
                <a:lnTo>
                  <a:pt x="347" y="568"/>
                </a:lnTo>
                <a:lnTo>
                  <a:pt x="345" y="568"/>
                </a:lnTo>
                <a:lnTo>
                  <a:pt x="344" y="568"/>
                </a:lnTo>
                <a:lnTo>
                  <a:pt x="342" y="569"/>
                </a:lnTo>
                <a:lnTo>
                  <a:pt x="340" y="570"/>
                </a:lnTo>
                <a:lnTo>
                  <a:pt x="339" y="570"/>
                </a:lnTo>
                <a:lnTo>
                  <a:pt x="338" y="571"/>
                </a:lnTo>
                <a:lnTo>
                  <a:pt x="337" y="571"/>
                </a:lnTo>
                <a:lnTo>
                  <a:pt x="336" y="572"/>
                </a:lnTo>
                <a:lnTo>
                  <a:pt x="335" y="572"/>
                </a:lnTo>
                <a:lnTo>
                  <a:pt x="334" y="572"/>
                </a:lnTo>
                <a:lnTo>
                  <a:pt x="331" y="572"/>
                </a:lnTo>
                <a:lnTo>
                  <a:pt x="330" y="571"/>
                </a:lnTo>
                <a:lnTo>
                  <a:pt x="329" y="571"/>
                </a:lnTo>
                <a:lnTo>
                  <a:pt x="328" y="571"/>
                </a:lnTo>
                <a:lnTo>
                  <a:pt x="328" y="572"/>
                </a:lnTo>
                <a:lnTo>
                  <a:pt x="330" y="572"/>
                </a:lnTo>
                <a:lnTo>
                  <a:pt x="331" y="573"/>
                </a:lnTo>
                <a:lnTo>
                  <a:pt x="332" y="573"/>
                </a:lnTo>
                <a:lnTo>
                  <a:pt x="333" y="573"/>
                </a:lnTo>
                <a:lnTo>
                  <a:pt x="331" y="574"/>
                </a:lnTo>
                <a:lnTo>
                  <a:pt x="330" y="574"/>
                </a:lnTo>
                <a:lnTo>
                  <a:pt x="329" y="575"/>
                </a:lnTo>
                <a:lnTo>
                  <a:pt x="328" y="575"/>
                </a:lnTo>
                <a:lnTo>
                  <a:pt x="326" y="576"/>
                </a:lnTo>
                <a:lnTo>
                  <a:pt x="325" y="576"/>
                </a:lnTo>
                <a:lnTo>
                  <a:pt x="324" y="577"/>
                </a:lnTo>
                <a:lnTo>
                  <a:pt x="323" y="578"/>
                </a:lnTo>
                <a:lnTo>
                  <a:pt x="322" y="579"/>
                </a:lnTo>
                <a:lnTo>
                  <a:pt x="321" y="580"/>
                </a:lnTo>
                <a:lnTo>
                  <a:pt x="320" y="581"/>
                </a:lnTo>
                <a:lnTo>
                  <a:pt x="319" y="581"/>
                </a:lnTo>
                <a:lnTo>
                  <a:pt x="319" y="580"/>
                </a:lnTo>
                <a:lnTo>
                  <a:pt x="320" y="580"/>
                </a:lnTo>
                <a:lnTo>
                  <a:pt x="320" y="579"/>
                </a:lnTo>
                <a:lnTo>
                  <a:pt x="321" y="579"/>
                </a:lnTo>
                <a:lnTo>
                  <a:pt x="322" y="579"/>
                </a:lnTo>
                <a:lnTo>
                  <a:pt x="322" y="578"/>
                </a:lnTo>
                <a:lnTo>
                  <a:pt x="321" y="578"/>
                </a:lnTo>
                <a:lnTo>
                  <a:pt x="321" y="579"/>
                </a:lnTo>
                <a:lnTo>
                  <a:pt x="320" y="579"/>
                </a:lnTo>
                <a:lnTo>
                  <a:pt x="319" y="580"/>
                </a:lnTo>
                <a:lnTo>
                  <a:pt x="319" y="581"/>
                </a:lnTo>
                <a:lnTo>
                  <a:pt x="318" y="581"/>
                </a:lnTo>
                <a:lnTo>
                  <a:pt x="318" y="582"/>
                </a:lnTo>
                <a:lnTo>
                  <a:pt x="317" y="583"/>
                </a:lnTo>
                <a:lnTo>
                  <a:pt x="317" y="582"/>
                </a:lnTo>
                <a:lnTo>
                  <a:pt x="318" y="582"/>
                </a:lnTo>
                <a:lnTo>
                  <a:pt x="317" y="582"/>
                </a:lnTo>
                <a:lnTo>
                  <a:pt x="316" y="582"/>
                </a:lnTo>
                <a:lnTo>
                  <a:pt x="316" y="583"/>
                </a:lnTo>
                <a:lnTo>
                  <a:pt x="315" y="584"/>
                </a:lnTo>
                <a:lnTo>
                  <a:pt x="315" y="585"/>
                </a:lnTo>
                <a:lnTo>
                  <a:pt x="314" y="585"/>
                </a:lnTo>
                <a:lnTo>
                  <a:pt x="313" y="585"/>
                </a:lnTo>
                <a:lnTo>
                  <a:pt x="312" y="586"/>
                </a:lnTo>
                <a:lnTo>
                  <a:pt x="311" y="587"/>
                </a:lnTo>
                <a:lnTo>
                  <a:pt x="310" y="587"/>
                </a:lnTo>
                <a:lnTo>
                  <a:pt x="310" y="588"/>
                </a:lnTo>
                <a:lnTo>
                  <a:pt x="309" y="588"/>
                </a:lnTo>
                <a:lnTo>
                  <a:pt x="308" y="588"/>
                </a:lnTo>
                <a:lnTo>
                  <a:pt x="307" y="588"/>
                </a:lnTo>
                <a:lnTo>
                  <a:pt x="307" y="589"/>
                </a:lnTo>
                <a:lnTo>
                  <a:pt x="306" y="589"/>
                </a:lnTo>
                <a:lnTo>
                  <a:pt x="305" y="589"/>
                </a:lnTo>
                <a:lnTo>
                  <a:pt x="304" y="588"/>
                </a:lnTo>
                <a:lnTo>
                  <a:pt x="303" y="588"/>
                </a:lnTo>
                <a:lnTo>
                  <a:pt x="303" y="589"/>
                </a:lnTo>
                <a:lnTo>
                  <a:pt x="302" y="588"/>
                </a:lnTo>
                <a:lnTo>
                  <a:pt x="302" y="587"/>
                </a:lnTo>
                <a:lnTo>
                  <a:pt x="302" y="586"/>
                </a:lnTo>
                <a:lnTo>
                  <a:pt x="303" y="585"/>
                </a:lnTo>
                <a:lnTo>
                  <a:pt x="302" y="584"/>
                </a:lnTo>
                <a:lnTo>
                  <a:pt x="303" y="584"/>
                </a:lnTo>
                <a:lnTo>
                  <a:pt x="302" y="584"/>
                </a:lnTo>
                <a:lnTo>
                  <a:pt x="301" y="585"/>
                </a:lnTo>
                <a:lnTo>
                  <a:pt x="300" y="586"/>
                </a:lnTo>
                <a:lnTo>
                  <a:pt x="301" y="586"/>
                </a:lnTo>
                <a:lnTo>
                  <a:pt x="300" y="587"/>
                </a:lnTo>
                <a:lnTo>
                  <a:pt x="299" y="586"/>
                </a:lnTo>
                <a:lnTo>
                  <a:pt x="299" y="585"/>
                </a:lnTo>
                <a:lnTo>
                  <a:pt x="299" y="584"/>
                </a:lnTo>
                <a:lnTo>
                  <a:pt x="300" y="584"/>
                </a:lnTo>
                <a:lnTo>
                  <a:pt x="300" y="583"/>
                </a:lnTo>
                <a:lnTo>
                  <a:pt x="301" y="583"/>
                </a:lnTo>
                <a:lnTo>
                  <a:pt x="302" y="583"/>
                </a:lnTo>
                <a:lnTo>
                  <a:pt x="302" y="582"/>
                </a:lnTo>
                <a:lnTo>
                  <a:pt x="303" y="582"/>
                </a:lnTo>
                <a:lnTo>
                  <a:pt x="302" y="581"/>
                </a:lnTo>
                <a:lnTo>
                  <a:pt x="302" y="580"/>
                </a:lnTo>
                <a:lnTo>
                  <a:pt x="301" y="581"/>
                </a:lnTo>
                <a:lnTo>
                  <a:pt x="300" y="581"/>
                </a:lnTo>
                <a:lnTo>
                  <a:pt x="300" y="580"/>
                </a:lnTo>
                <a:lnTo>
                  <a:pt x="302" y="580"/>
                </a:lnTo>
                <a:lnTo>
                  <a:pt x="302" y="579"/>
                </a:lnTo>
                <a:lnTo>
                  <a:pt x="303" y="579"/>
                </a:lnTo>
                <a:lnTo>
                  <a:pt x="302" y="579"/>
                </a:lnTo>
                <a:lnTo>
                  <a:pt x="301" y="579"/>
                </a:lnTo>
                <a:lnTo>
                  <a:pt x="300" y="579"/>
                </a:lnTo>
                <a:lnTo>
                  <a:pt x="299" y="580"/>
                </a:lnTo>
                <a:lnTo>
                  <a:pt x="299" y="581"/>
                </a:lnTo>
                <a:lnTo>
                  <a:pt x="298" y="582"/>
                </a:lnTo>
                <a:lnTo>
                  <a:pt x="297" y="582"/>
                </a:lnTo>
                <a:lnTo>
                  <a:pt x="297" y="581"/>
                </a:lnTo>
                <a:lnTo>
                  <a:pt x="297" y="580"/>
                </a:lnTo>
                <a:lnTo>
                  <a:pt x="297" y="579"/>
                </a:lnTo>
                <a:lnTo>
                  <a:pt x="298" y="579"/>
                </a:lnTo>
                <a:lnTo>
                  <a:pt x="297" y="579"/>
                </a:lnTo>
                <a:lnTo>
                  <a:pt x="297" y="578"/>
                </a:lnTo>
                <a:lnTo>
                  <a:pt x="298" y="577"/>
                </a:lnTo>
                <a:lnTo>
                  <a:pt x="297" y="577"/>
                </a:lnTo>
                <a:lnTo>
                  <a:pt x="297" y="578"/>
                </a:lnTo>
                <a:lnTo>
                  <a:pt x="296" y="578"/>
                </a:lnTo>
                <a:lnTo>
                  <a:pt x="296" y="579"/>
                </a:lnTo>
                <a:lnTo>
                  <a:pt x="296" y="578"/>
                </a:lnTo>
                <a:lnTo>
                  <a:pt x="295" y="577"/>
                </a:lnTo>
                <a:lnTo>
                  <a:pt x="296" y="577"/>
                </a:lnTo>
                <a:lnTo>
                  <a:pt x="296" y="576"/>
                </a:lnTo>
                <a:lnTo>
                  <a:pt x="296" y="575"/>
                </a:lnTo>
                <a:lnTo>
                  <a:pt x="295" y="576"/>
                </a:lnTo>
                <a:lnTo>
                  <a:pt x="294" y="577"/>
                </a:lnTo>
                <a:lnTo>
                  <a:pt x="293" y="577"/>
                </a:lnTo>
                <a:lnTo>
                  <a:pt x="293" y="578"/>
                </a:lnTo>
                <a:lnTo>
                  <a:pt x="292" y="577"/>
                </a:lnTo>
                <a:lnTo>
                  <a:pt x="291" y="577"/>
                </a:lnTo>
                <a:lnTo>
                  <a:pt x="291" y="576"/>
                </a:lnTo>
                <a:lnTo>
                  <a:pt x="290" y="577"/>
                </a:lnTo>
                <a:lnTo>
                  <a:pt x="289" y="578"/>
                </a:lnTo>
                <a:lnTo>
                  <a:pt x="288" y="578"/>
                </a:lnTo>
                <a:lnTo>
                  <a:pt x="287" y="578"/>
                </a:lnTo>
                <a:lnTo>
                  <a:pt x="286" y="579"/>
                </a:lnTo>
                <a:lnTo>
                  <a:pt x="284" y="578"/>
                </a:lnTo>
                <a:lnTo>
                  <a:pt x="284" y="576"/>
                </a:lnTo>
                <a:lnTo>
                  <a:pt x="283" y="576"/>
                </a:lnTo>
                <a:lnTo>
                  <a:pt x="283" y="577"/>
                </a:lnTo>
                <a:lnTo>
                  <a:pt x="284" y="577"/>
                </a:lnTo>
                <a:lnTo>
                  <a:pt x="284" y="578"/>
                </a:lnTo>
                <a:lnTo>
                  <a:pt x="283" y="578"/>
                </a:lnTo>
                <a:lnTo>
                  <a:pt x="282" y="578"/>
                </a:lnTo>
                <a:lnTo>
                  <a:pt x="281" y="577"/>
                </a:lnTo>
                <a:lnTo>
                  <a:pt x="281" y="578"/>
                </a:lnTo>
                <a:lnTo>
                  <a:pt x="282" y="578"/>
                </a:lnTo>
                <a:lnTo>
                  <a:pt x="282" y="579"/>
                </a:lnTo>
                <a:lnTo>
                  <a:pt x="283" y="579"/>
                </a:lnTo>
                <a:lnTo>
                  <a:pt x="284" y="579"/>
                </a:lnTo>
                <a:lnTo>
                  <a:pt x="285" y="580"/>
                </a:lnTo>
                <a:lnTo>
                  <a:pt x="284" y="580"/>
                </a:lnTo>
                <a:lnTo>
                  <a:pt x="283" y="580"/>
                </a:lnTo>
                <a:lnTo>
                  <a:pt x="283" y="581"/>
                </a:lnTo>
                <a:lnTo>
                  <a:pt x="284" y="581"/>
                </a:lnTo>
                <a:lnTo>
                  <a:pt x="285" y="581"/>
                </a:lnTo>
                <a:lnTo>
                  <a:pt x="286" y="582"/>
                </a:lnTo>
                <a:lnTo>
                  <a:pt x="287" y="582"/>
                </a:lnTo>
                <a:lnTo>
                  <a:pt x="286" y="582"/>
                </a:lnTo>
                <a:lnTo>
                  <a:pt x="286" y="583"/>
                </a:lnTo>
                <a:lnTo>
                  <a:pt x="286" y="582"/>
                </a:lnTo>
                <a:lnTo>
                  <a:pt x="286" y="583"/>
                </a:lnTo>
                <a:lnTo>
                  <a:pt x="287" y="583"/>
                </a:lnTo>
                <a:lnTo>
                  <a:pt x="288" y="583"/>
                </a:lnTo>
                <a:lnTo>
                  <a:pt x="288" y="584"/>
                </a:lnTo>
                <a:lnTo>
                  <a:pt x="288" y="585"/>
                </a:lnTo>
                <a:lnTo>
                  <a:pt x="288" y="584"/>
                </a:lnTo>
                <a:lnTo>
                  <a:pt x="289" y="584"/>
                </a:lnTo>
                <a:lnTo>
                  <a:pt x="289" y="583"/>
                </a:lnTo>
                <a:lnTo>
                  <a:pt x="290" y="584"/>
                </a:lnTo>
                <a:lnTo>
                  <a:pt x="292" y="584"/>
                </a:lnTo>
                <a:lnTo>
                  <a:pt x="293" y="584"/>
                </a:lnTo>
                <a:lnTo>
                  <a:pt x="294" y="585"/>
                </a:lnTo>
                <a:lnTo>
                  <a:pt x="295" y="585"/>
                </a:lnTo>
                <a:lnTo>
                  <a:pt x="296" y="585"/>
                </a:lnTo>
                <a:lnTo>
                  <a:pt x="296" y="586"/>
                </a:lnTo>
                <a:lnTo>
                  <a:pt x="296" y="587"/>
                </a:lnTo>
                <a:lnTo>
                  <a:pt x="296" y="588"/>
                </a:lnTo>
                <a:lnTo>
                  <a:pt x="296" y="589"/>
                </a:lnTo>
                <a:lnTo>
                  <a:pt x="296" y="590"/>
                </a:lnTo>
                <a:lnTo>
                  <a:pt x="295" y="590"/>
                </a:lnTo>
                <a:lnTo>
                  <a:pt x="295" y="591"/>
                </a:lnTo>
                <a:lnTo>
                  <a:pt x="296" y="591"/>
                </a:lnTo>
                <a:lnTo>
                  <a:pt x="295" y="593"/>
                </a:lnTo>
                <a:lnTo>
                  <a:pt x="295" y="594"/>
                </a:lnTo>
                <a:lnTo>
                  <a:pt x="295" y="595"/>
                </a:lnTo>
                <a:lnTo>
                  <a:pt x="295" y="596"/>
                </a:lnTo>
                <a:lnTo>
                  <a:pt x="294" y="596"/>
                </a:lnTo>
                <a:lnTo>
                  <a:pt x="294" y="595"/>
                </a:lnTo>
                <a:lnTo>
                  <a:pt x="293" y="595"/>
                </a:lnTo>
                <a:lnTo>
                  <a:pt x="292" y="595"/>
                </a:lnTo>
                <a:lnTo>
                  <a:pt x="292" y="596"/>
                </a:lnTo>
                <a:lnTo>
                  <a:pt x="293" y="596"/>
                </a:lnTo>
                <a:lnTo>
                  <a:pt x="293" y="597"/>
                </a:lnTo>
                <a:lnTo>
                  <a:pt x="294" y="598"/>
                </a:lnTo>
                <a:lnTo>
                  <a:pt x="295" y="598"/>
                </a:lnTo>
                <a:lnTo>
                  <a:pt x="296" y="598"/>
                </a:lnTo>
                <a:lnTo>
                  <a:pt x="296" y="599"/>
                </a:lnTo>
                <a:lnTo>
                  <a:pt x="294" y="599"/>
                </a:lnTo>
                <a:lnTo>
                  <a:pt x="293" y="599"/>
                </a:lnTo>
                <a:lnTo>
                  <a:pt x="291" y="599"/>
                </a:lnTo>
                <a:lnTo>
                  <a:pt x="290" y="600"/>
                </a:lnTo>
                <a:lnTo>
                  <a:pt x="289" y="600"/>
                </a:lnTo>
                <a:lnTo>
                  <a:pt x="288" y="600"/>
                </a:lnTo>
                <a:lnTo>
                  <a:pt x="287" y="601"/>
                </a:lnTo>
                <a:lnTo>
                  <a:pt x="286" y="602"/>
                </a:lnTo>
                <a:lnTo>
                  <a:pt x="285" y="602"/>
                </a:lnTo>
                <a:lnTo>
                  <a:pt x="284" y="603"/>
                </a:lnTo>
                <a:lnTo>
                  <a:pt x="282" y="604"/>
                </a:lnTo>
                <a:lnTo>
                  <a:pt x="281" y="605"/>
                </a:lnTo>
                <a:lnTo>
                  <a:pt x="281" y="606"/>
                </a:lnTo>
                <a:lnTo>
                  <a:pt x="281" y="607"/>
                </a:lnTo>
                <a:lnTo>
                  <a:pt x="280" y="607"/>
                </a:lnTo>
                <a:lnTo>
                  <a:pt x="280" y="608"/>
                </a:lnTo>
                <a:lnTo>
                  <a:pt x="281" y="609"/>
                </a:lnTo>
                <a:lnTo>
                  <a:pt x="281" y="610"/>
                </a:lnTo>
                <a:lnTo>
                  <a:pt x="281" y="611"/>
                </a:lnTo>
                <a:lnTo>
                  <a:pt x="281" y="612"/>
                </a:lnTo>
                <a:lnTo>
                  <a:pt x="281" y="613"/>
                </a:lnTo>
                <a:lnTo>
                  <a:pt x="280" y="613"/>
                </a:lnTo>
                <a:lnTo>
                  <a:pt x="279" y="613"/>
                </a:lnTo>
                <a:lnTo>
                  <a:pt x="278" y="615"/>
                </a:lnTo>
                <a:lnTo>
                  <a:pt x="277" y="615"/>
                </a:lnTo>
                <a:lnTo>
                  <a:pt x="278" y="615"/>
                </a:lnTo>
                <a:lnTo>
                  <a:pt x="278" y="616"/>
                </a:lnTo>
                <a:lnTo>
                  <a:pt x="277" y="616"/>
                </a:lnTo>
                <a:lnTo>
                  <a:pt x="276" y="615"/>
                </a:lnTo>
                <a:lnTo>
                  <a:pt x="277" y="615"/>
                </a:lnTo>
                <a:lnTo>
                  <a:pt x="276" y="614"/>
                </a:lnTo>
                <a:lnTo>
                  <a:pt x="276" y="613"/>
                </a:lnTo>
                <a:lnTo>
                  <a:pt x="275" y="612"/>
                </a:lnTo>
                <a:lnTo>
                  <a:pt x="273" y="612"/>
                </a:lnTo>
                <a:lnTo>
                  <a:pt x="273" y="611"/>
                </a:lnTo>
                <a:lnTo>
                  <a:pt x="272" y="611"/>
                </a:lnTo>
                <a:lnTo>
                  <a:pt x="272" y="612"/>
                </a:lnTo>
                <a:lnTo>
                  <a:pt x="273" y="612"/>
                </a:lnTo>
                <a:lnTo>
                  <a:pt x="273" y="613"/>
                </a:lnTo>
                <a:lnTo>
                  <a:pt x="274" y="613"/>
                </a:lnTo>
                <a:lnTo>
                  <a:pt x="276" y="614"/>
                </a:lnTo>
                <a:lnTo>
                  <a:pt x="275" y="614"/>
                </a:lnTo>
                <a:lnTo>
                  <a:pt x="274" y="614"/>
                </a:lnTo>
                <a:lnTo>
                  <a:pt x="274" y="613"/>
                </a:lnTo>
                <a:lnTo>
                  <a:pt x="272" y="613"/>
                </a:lnTo>
                <a:lnTo>
                  <a:pt x="271" y="613"/>
                </a:lnTo>
                <a:lnTo>
                  <a:pt x="270" y="614"/>
                </a:lnTo>
                <a:lnTo>
                  <a:pt x="269" y="614"/>
                </a:lnTo>
                <a:lnTo>
                  <a:pt x="267" y="615"/>
                </a:lnTo>
                <a:lnTo>
                  <a:pt x="266" y="616"/>
                </a:lnTo>
                <a:lnTo>
                  <a:pt x="265" y="617"/>
                </a:lnTo>
                <a:lnTo>
                  <a:pt x="264" y="618"/>
                </a:lnTo>
                <a:lnTo>
                  <a:pt x="263" y="618"/>
                </a:lnTo>
                <a:lnTo>
                  <a:pt x="262" y="617"/>
                </a:lnTo>
                <a:lnTo>
                  <a:pt x="263" y="616"/>
                </a:lnTo>
                <a:lnTo>
                  <a:pt x="264" y="616"/>
                </a:lnTo>
                <a:lnTo>
                  <a:pt x="264" y="615"/>
                </a:lnTo>
                <a:lnTo>
                  <a:pt x="263" y="615"/>
                </a:lnTo>
                <a:lnTo>
                  <a:pt x="262" y="615"/>
                </a:lnTo>
                <a:lnTo>
                  <a:pt x="260" y="615"/>
                </a:lnTo>
                <a:lnTo>
                  <a:pt x="259" y="616"/>
                </a:lnTo>
                <a:lnTo>
                  <a:pt x="257" y="617"/>
                </a:lnTo>
                <a:lnTo>
                  <a:pt x="256" y="618"/>
                </a:lnTo>
                <a:lnTo>
                  <a:pt x="254" y="619"/>
                </a:lnTo>
                <a:lnTo>
                  <a:pt x="253" y="619"/>
                </a:lnTo>
                <a:lnTo>
                  <a:pt x="253" y="618"/>
                </a:lnTo>
                <a:lnTo>
                  <a:pt x="252" y="617"/>
                </a:lnTo>
                <a:lnTo>
                  <a:pt x="251" y="617"/>
                </a:lnTo>
                <a:lnTo>
                  <a:pt x="250" y="616"/>
                </a:lnTo>
                <a:lnTo>
                  <a:pt x="251" y="616"/>
                </a:lnTo>
                <a:lnTo>
                  <a:pt x="252" y="616"/>
                </a:lnTo>
                <a:lnTo>
                  <a:pt x="253" y="616"/>
                </a:lnTo>
                <a:lnTo>
                  <a:pt x="254" y="616"/>
                </a:lnTo>
                <a:lnTo>
                  <a:pt x="255" y="616"/>
                </a:lnTo>
                <a:lnTo>
                  <a:pt x="255" y="615"/>
                </a:lnTo>
                <a:lnTo>
                  <a:pt x="254" y="615"/>
                </a:lnTo>
                <a:lnTo>
                  <a:pt x="253" y="615"/>
                </a:lnTo>
                <a:lnTo>
                  <a:pt x="253" y="616"/>
                </a:lnTo>
                <a:lnTo>
                  <a:pt x="252" y="616"/>
                </a:lnTo>
                <a:lnTo>
                  <a:pt x="252" y="615"/>
                </a:lnTo>
                <a:lnTo>
                  <a:pt x="251" y="615"/>
                </a:lnTo>
                <a:lnTo>
                  <a:pt x="250" y="613"/>
                </a:lnTo>
                <a:lnTo>
                  <a:pt x="250" y="612"/>
                </a:lnTo>
                <a:lnTo>
                  <a:pt x="250" y="611"/>
                </a:lnTo>
                <a:lnTo>
                  <a:pt x="249" y="611"/>
                </a:lnTo>
                <a:lnTo>
                  <a:pt x="249" y="610"/>
                </a:lnTo>
                <a:lnTo>
                  <a:pt x="248" y="610"/>
                </a:lnTo>
                <a:lnTo>
                  <a:pt x="248" y="609"/>
                </a:lnTo>
                <a:lnTo>
                  <a:pt x="248" y="608"/>
                </a:lnTo>
                <a:lnTo>
                  <a:pt x="247" y="608"/>
                </a:lnTo>
                <a:lnTo>
                  <a:pt x="247" y="609"/>
                </a:lnTo>
                <a:lnTo>
                  <a:pt x="247" y="610"/>
                </a:lnTo>
                <a:lnTo>
                  <a:pt x="248" y="610"/>
                </a:lnTo>
                <a:lnTo>
                  <a:pt x="248" y="611"/>
                </a:lnTo>
                <a:lnTo>
                  <a:pt x="249" y="612"/>
                </a:lnTo>
                <a:lnTo>
                  <a:pt x="248" y="612"/>
                </a:lnTo>
                <a:lnTo>
                  <a:pt x="248" y="613"/>
                </a:lnTo>
                <a:lnTo>
                  <a:pt x="248" y="612"/>
                </a:lnTo>
                <a:lnTo>
                  <a:pt x="248" y="613"/>
                </a:lnTo>
                <a:lnTo>
                  <a:pt x="247" y="613"/>
                </a:lnTo>
                <a:lnTo>
                  <a:pt x="248" y="613"/>
                </a:lnTo>
                <a:lnTo>
                  <a:pt x="248" y="614"/>
                </a:lnTo>
                <a:lnTo>
                  <a:pt x="247" y="614"/>
                </a:lnTo>
                <a:lnTo>
                  <a:pt x="248" y="614"/>
                </a:lnTo>
                <a:lnTo>
                  <a:pt x="248" y="615"/>
                </a:lnTo>
                <a:lnTo>
                  <a:pt x="249" y="615"/>
                </a:lnTo>
                <a:lnTo>
                  <a:pt x="250" y="615"/>
                </a:lnTo>
                <a:lnTo>
                  <a:pt x="249" y="615"/>
                </a:lnTo>
                <a:lnTo>
                  <a:pt x="249" y="616"/>
                </a:lnTo>
                <a:lnTo>
                  <a:pt x="248" y="616"/>
                </a:lnTo>
                <a:lnTo>
                  <a:pt x="247" y="616"/>
                </a:lnTo>
                <a:lnTo>
                  <a:pt x="247" y="617"/>
                </a:lnTo>
                <a:lnTo>
                  <a:pt x="246" y="617"/>
                </a:lnTo>
                <a:lnTo>
                  <a:pt x="245" y="616"/>
                </a:lnTo>
                <a:lnTo>
                  <a:pt x="245" y="615"/>
                </a:lnTo>
                <a:lnTo>
                  <a:pt x="244" y="615"/>
                </a:lnTo>
                <a:lnTo>
                  <a:pt x="243" y="616"/>
                </a:lnTo>
                <a:lnTo>
                  <a:pt x="242" y="615"/>
                </a:lnTo>
                <a:lnTo>
                  <a:pt x="241" y="615"/>
                </a:lnTo>
                <a:lnTo>
                  <a:pt x="240" y="615"/>
                </a:lnTo>
                <a:lnTo>
                  <a:pt x="239" y="615"/>
                </a:lnTo>
                <a:lnTo>
                  <a:pt x="239" y="616"/>
                </a:lnTo>
                <a:lnTo>
                  <a:pt x="240" y="616"/>
                </a:lnTo>
                <a:lnTo>
                  <a:pt x="241" y="615"/>
                </a:lnTo>
                <a:lnTo>
                  <a:pt x="242" y="616"/>
                </a:lnTo>
                <a:lnTo>
                  <a:pt x="242" y="617"/>
                </a:lnTo>
                <a:lnTo>
                  <a:pt x="243" y="617"/>
                </a:lnTo>
                <a:lnTo>
                  <a:pt x="244" y="617"/>
                </a:lnTo>
                <a:lnTo>
                  <a:pt x="245" y="616"/>
                </a:lnTo>
                <a:lnTo>
                  <a:pt x="245" y="617"/>
                </a:lnTo>
                <a:lnTo>
                  <a:pt x="244" y="617"/>
                </a:lnTo>
                <a:lnTo>
                  <a:pt x="244" y="618"/>
                </a:lnTo>
                <a:lnTo>
                  <a:pt x="242" y="618"/>
                </a:lnTo>
                <a:lnTo>
                  <a:pt x="241" y="619"/>
                </a:lnTo>
                <a:lnTo>
                  <a:pt x="240" y="619"/>
                </a:lnTo>
                <a:lnTo>
                  <a:pt x="239" y="620"/>
                </a:lnTo>
                <a:lnTo>
                  <a:pt x="238" y="620"/>
                </a:lnTo>
                <a:lnTo>
                  <a:pt x="238" y="621"/>
                </a:lnTo>
                <a:lnTo>
                  <a:pt x="237" y="622"/>
                </a:lnTo>
                <a:lnTo>
                  <a:pt x="236" y="623"/>
                </a:lnTo>
                <a:lnTo>
                  <a:pt x="235" y="624"/>
                </a:lnTo>
                <a:lnTo>
                  <a:pt x="235" y="625"/>
                </a:lnTo>
                <a:lnTo>
                  <a:pt x="233" y="626"/>
                </a:lnTo>
                <a:lnTo>
                  <a:pt x="232" y="628"/>
                </a:lnTo>
                <a:lnTo>
                  <a:pt x="231" y="628"/>
                </a:lnTo>
                <a:lnTo>
                  <a:pt x="230" y="629"/>
                </a:lnTo>
                <a:lnTo>
                  <a:pt x="230" y="630"/>
                </a:lnTo>
                <a:lnTo>
                  <a:pt x="229" y="630"/>
                </a:lnTo>
                <a:lnTo>
                  <a:pt x="228" y="630"/>
                </a:lnTo>
                <a:lnTo>
                  <a:pt x="227" y="632"/>
                </a:lnTo>
                <a:lnTo>
                  <a:pt x="226" y="632"/>
                </a:lnTo>
                <a:lnTo>
                  <a:pt x="226" y="633"/>
                </a:lnTo>
                <a:lnTo>
                  <a:pt x="225" y="633"/>
                </a:lnTo>
                <a:lnTo>
                  <a:pt x="224" y="633"/>
                </a:lnTo>
                <a:lnTo>
                  <a:pt x="224" y="634"/>
                </a:lnTo>
                <a:lnTo>
                  <a:pt x="223" y="634"/>
                </a:lnTo>
                <a:lnTo>
                  <a:pt x="223" y="633"/>
                </a:lnTo>
                <a:lnTo>
                  <a:pt x="223" y="632"/>
                </a:lnTo>
                <a:lnTo>
                  <a:pt x="223" y="631"/>
                </a:lnTo>
                <a:lnTo>
                  <a:pt x="223" y="630"/>
                </a:lnTo>
                <a:lnTo>
                  <a:pt x="222" y="630"/>
                </a:lnTo>
                <a:lnTo>
                  <a:pt x="223" y="629"/>
                </a:lnTo>
                <a:lnTo>
                  <a:pt x="223" y="630"/>
                </a:lnTo>
                <a:lnTo>
                  <a:pt x="224" y="630"/>
                </a:lnTo>
                <a:lnTo>
                  <a:pt x="224" y="631"/>
                </a:lnTo>
                <a:lnTo>
                  <a:pt x="225" y="630"/>
                </a:lnTo>
                <a:lnTo>
                  <a:pt x="226" y="630"/>
                </a:lnTo>
                <a:lnTo>
                  <a:pt x="226" y="631"/>
                </a:lnTo>
                <a:lnTo>
                  <a:pt x="227" y="631"/>
                </a:lnTo>
                <a:lnTo>
                  <a:pt x="227" y="630"/>
                </a:lnTo>
                <a:lnTo>
                  <a:pt x="227" y="629"/>
                </a:lnTo>
                <a:lnTo>
                  <a:pt x="227" y="628"/>
                </a:lnTo>
                <a:lnTo>
                  <a:pt x="226" y="628"/>
                </a:lnTo>
                <a:lnTo>
                  <a:pt x="226" y="627"/>
                </a:lnTo>
                <a:lnTo>
                  <a:pt x="227" y="626"/>
                </a:lnTo>
                <a:lnTo>
                  <a:pt x="227" y="625"/>
                </a:lnTo>
                <a:lnTo>
                  <a:pt x="228" y="625"/>
                </a:lnTo>
                <a:lnTo>
                  <a:pt x="229" y="624"/>
                </a:lnTo>
                <a:lnTo>
                  <a:pt x="228" y="624"/>
                </a:lnTo>
                <a:lnTo>
                  <a:pt x="227" y="623"/>
                </a:lnTo>
                <a:lnTo>
                  <a:pt x="226" y="623"/>
                </a:lnTo>
                <a:lnTo>
                  <a:pt x="225" y="623"/>
                </a:lnTo>
                <a:lnTo>
                  <a:pt x="225" y="622"/>
                </a:lnTo>
                <a:lnTo>
                  <a:pt x="224" y="622"/>
                </a:lnTo>
                <a:lnTo>
                  <a:pt x="223" y="623"/>
                </a:lnTo>
                <a:lnTo>
                  <a:pt x="222" y="623"/>
                </a:lnTo>
                <a:lnTo>
                  <a:pt x="221" y="623"/>
                </a:lnTo>
                <a:lnTo>
                  <a:pt x="221" y="622"/>
                </a:lnTo>
                <a:lnTo>
                  <a:pt x="220" y="622"/>
                </a:lnTo>
                <a:lnTo>
                  <a:pt x="219" y="622"/>
                </a:lnTo>
                <a:lnTo>
                  <a:pt x="218" y="621"/>
                </a:lnTo>
                <a:lnTo>
                  <a:pt x="217" y="620"/>
                </a:lnTo>
                <a:lnTo>
                  <a:pt x="216" y="620"/>
                </a:lnTo>
                <a:lnTo>
                  <a:pt x="215" y="620"/>
                </a:lnTo>
                <a:lnTo>
                  <a:pt x="215" y="621"/>
                </a:lnTo>
                <a:lnTo>
                  <a:pt x="214" y="621"/>
                </a:lnTo>
                <a:lnTo>
                  <a:pt x="213" y="621"/>
                </a:lnTo>
                <a:lnTo>
                  <a:pt x="213" y="620"/>
                </a:lnTo>
                <a:lnTo>
                  <a:pt x="212" y="620"/>
                </a:lnTo>
                <a:lnTo>
                  <a:pt x="212" y="621"/>
                </a:lnTo>
                <a:lnTo>
                  <a:pt x="213" y="621"/>
                </a:lnTo>
                <a:lnTo>
                  <a:pt x="214" y="621"/>
                </a:lnTo>
                <a:lnTo>
                  <a:pt x="213" y="622"/>
                </a:lnTo>
                <a:lnTo>
                  <a:pt x="213" y="623"/>
                </a:lnTo>
                <a:lnTo>
                  <a:pt x="214" y="622"/>
                </a:lnTo>
                <a:lnTo>
                  <a:pt x="215" y="622"/>
                </a:lnTo>
                <a:lnTo>
                  <a:pt x="217" y="622"/>
                </a:lnTo>
                <a:lnTo>
                  <a:pt x="218" y="622"/>
                </a:lnTo>
                <a:lnTo>
                  <a:pt x="218" y="623"/>
                </a:lnTo>
                <a:lnTo>
                  <a:pt x="219" y="623"/>
                </a:lnTo>
                <a:lnTo>
                  <a:pt x="220" y="624"/>
                </a:lnTo>
                <a:lnTo>
                  <a:pt x="219" y="625"/>
                </a:lnTo>
                <a:lnTo>
                  <a:pt x="218" y="625"/>
                </a:lnTo>
                <a:lnTo>
                  <a:pt x="217" y="625"/>
                </a:lnTo>
                <a:lnTo>
                  <a:pt x="216" y="625"/>
                </a:lnTo>
                <a:lnTo>
                  <a:pt x="215" y="625"/>
                </a:lnTo>
                <a:lnTo>
                  <a:pt x="214" y="625"/>
                </a:lnTo>
                <a:lnTo>
                  <a:pt x="212" y="626"/>
                </a:lnTo>
                <a:lnTo>
                  <a:pt x="211" y="627"/>
                </a:lnTo>
                <a:lnTo>
                  <a:pt x="209" y="627"/>
                </a:lnTo>
                <a:lnTo>
                  <a:pt x="208" y="627"/>
                </a:lnTo>
                <a:lnTo>
                  <a:pt x="207" y="628"/>
                </a:lnTo>
                <a:lnTo>
                  <a:pt x="206" y="628"/>
                </a:lnTo>
                <a:lnTo>
                  <a:pt x="206" y="627"/>
                </a:lnTo>
                <a:lnTo>
                  <a:pt x="205" y="627"/>
                </a:lnTo>
                <a:lnTo>
                  <a:pt x="204" y="627"/>
                </a:lnTo>
                <a:lnTo>
                  <a:pt x="203" y="628"/>
                </a:lnTo>
                <a:lnTo>
                  <a:pt x="202" y="628"/>
                </a:lnTo>
                <a:lnTo>
                  <a:pt x="201" y="629"/>
                </a:lnTo>
                <a:lnTo>
                  <a:pt x="200" y="628"/>
                </a:lnTo>
                <a:lnTo>
                  <a:pt x="199" y="627"/>
                </a:lnTo>
                <a:lnTo>
                  <a:pt x="198" y="626"/>
                </a:lnTo>
                <a:lnTo>
                  <a:pt x="199" y="626"/>
                </a:lnTo>
                <a:lnTo>
                  <a:pt x="200" y="626"/>
                </a:lnTo>
                <a:lnTo>
                  <a:pt x="200" y="625"/>
                </a:lnTo>
                <a:lnTo>
                  <a:pt x="199" y="626"/>
                </a:lnTo>
                <a:lnTo>
                  <a:pt x="198" y="626"/>
                </a:lnTo>
                <a:lnTo>
                  <a:pt x="197" y="625"/>
                </a:lnTo>
                <a:lnTo>
                  <a:pt x="196" y="625"/>
                </a:lnTo>
                <a:lnTo>
                  <a:pt x="197" y="624"/>
                </a:lnTo>
                <a:lnTo>
                  <a:pt x="197" y="623"/>
                </a:lnTo>
                <a:lnTo>
                  <a:pt x="197" y="622"/>
                </a:lnTo>
                <a:lnTo>
                  <a:pt x="196" y="621"/>
                </a:lnTo>
                <a:lnTo>
                  <a:pt x="195" y="621"/>
                </a:lnTo>
                <a:lnTo>
                  <a:pt x="193" y="621"/>
                </a:lnTo>
                <a:lnTo>
                  <a:pt x="192" y="621"/>
                </a:lnTo>
                <a:lnTo>
                  <a:pt x="191" y="621"/>
                </a:lnTo>
                <a:lnTo>
                  <a:pt x="190" y="621"/>
                </a:lnTo>
                <a:lnTo>
                  <a:pt x="190" y="620"/>
                </a:lnTo>
                <a:lnTo>
                  <a:pt x="191" y="620"/>
                </a:lnTo>
                <a:lnTo>
                  <a:pt x="191" y="619"/>
                </a:lnTo>
                <a:lnTo>
                  <a:pt x="190" y="619"/>
                </a:lnTo>
                <a:lnTo>
                  <a:pt x="190" y="618"/>
                </a:lnTo>
                <a:lnTo>
                  <a:pt x="191" y="618"/>
                </a:lnTo>
                <a:lnTo>
                  <a:pt x="190" y="618"/>
                </a:lnTo>
                <a:lnTo>
                  <a:pt x="190" y="619"/>
                </a:lnTo>
                <a:lnTo>
                  <a:pt x="190" y="620"/>
                </a:lnTo>
                <a:lnTo>
                  <a:pt x="189" y="622"/>
                </a:lnTo>
                <a:lnTo>
                  <a:pt x="188" y="622"/>
                </a:lnTo>
                <a:lnTo>
                  <a:pt x="188" y="621"/>
                </a:lnTo>
                <a:lnTo>
                  <a:pt x="188" y="622"/>
                </a:lnTo>
                <a:lnTo>
                  <a:pt x="187" y="623"/>
                </a:lnTo>
                <a:lnTo>
                  <a:pt x="187" y="624"/>
                </a:lnTo>
                <a:lnTo>
                  <a:pt x="186" y="624"/>
                </a:lnTo>
                <a:lnTo>
                  <a:pt x="186" y="623"/>
                </a:lnTo>
                <a:lnTo>
                  <a:pt x="186" y="624"/>
                </a:lnTo>
                <a:lnTo>
                  <a:pt x="186" y="625"/>
                </a:lnTo>
                <a:lnTo>
                  <a:pt x="186" y="626"/>
                </a:lnTo>
                <a:lnTo>
                  <a:pt x="187" y="626"/>
                </a:lnTo>
                <a:lnTo>
                  <a:pt x="188" y="626"/>
                </a:lnTo>
                <a:lnTo>
                  <a:pt x="189" y="626"/>
                </a:lnTo>
                <a:lnTo>
                  <a:pt x="188" y="626"/>
                </a:lnTo>
                <a:lnTo>
                  <a:pt x="188" y="627"/>
                </a:lnTo>
                <a:lnTo>
                  <a:pt x="189" y="628"/>
                </a:lnTo>
                <a:lnTo>
                  <a:pt x="189" y="627"/>
                </a:lnTo>
                <a:lnTo>
                  <a:pt x="190" y="627"/>
                </a:lnTo>
                <a:lnTo>
                  <a:pt x="190" y="626"/>
                </a:lnTo>
                <a:lnTo>
                  <a:pt x="191" y="626"/>
                </a:lnTo>
                <a:lnTo>
                  <a:pt x="191" y="627"/>
                </a:lnTo>
                <a:lnTo>
                  <a:pt x="192" y="627"/>
                </a:lnTo>
                <a:lnTo>
                  <a:pt x="193" y="627"/>
                </a:lnTo>
                <a:lnTo>
                  <a:pt x="193" y="626"/>
                </a:lnTo>
                <a:lnTo>
                  <a:pt x="194" y="625"/>
                </a:lnTo>
                <a:lnTo>
                  <a:pt x="195" y="626"/>
                </a:lnTo>
                <a:lnTo>
                  <a:pt x="196" y="626"/>
                </a:lnTo>
                <a:lnTo>
                  <a:pt x="197" y="627"/>
                </a:lnTo>
                <a:lnTo>
                  <a:pt x="198" y="628"/>
                </a:lnTo>
                <a:lnTo>
                  <a:pt x="198" y="629"/>
                </a:lnTo>
                <a:lnTo>
                  <a:pt x="196" y="629"/>
                </a:lnTo>
                <a:lnTo>
                  <a:pt x="195" y="629"/>
                </a:lnTo>
                <a:lnTo>
                  <a:pt x="192" y="630"/>
                </a:lnTo>
                <a:lnTo>
                  <a:pt x="191" y="631"/>
                </a:lnTo>
                <a:lnTo>
                  <a:pt x="189" y="632"/>
                </a:lnTo>
                <a:lnTo>
                  <a:pt x="187" y="634"/>
                </a:lnTo>
                <a:lnTo>
                  <a:pt x="186" y="635"/>
                </a:lnTo>
                <a:lnTo>
                  <a:pt x="185" y="635"/>
                </a:lnTo>
                <a:lnTo>
                  <a:pt x="185" y="634"/>
                </a:lnTo>
                <a:lnTo>
                  <a:pt x="184" y="634"/>
                </a:lnTo>
                <a:lnTo>
                  <a:pt x="184" y="635"/>
                </a:lnTo>
                <a:lnTo>
                  <a:pt x="183" y="635"/>
                </a:lnTo>
                <a:lnTo>
                  <a:pt x="182" y="636"/>
                </a:lnTo>
                <a:lnTo>
                  <a:pt x="181" y="636"/>
                </a:lnTo>
                <a:lnTo>
                  <a:pt x="180" y="637"/>
                </a:lnTo>
                <a:lnTo>
                  <a:pt x="179" y="637"/>
                </a:lnTo>
                <a:lnTo>
                  <a:pt x="179" y="636"/>
                </a:lnTo>
                <a:lnTo>
                  <a:pt x="178" y="636"/>
                </a:lnTo>
                <a:lnTo>
                  <a:pt x="177" y="636"/>
                </a:lnTo>
                <a:lnTo>
                  <a:pt x="177" y="637"/>
                </a:lnTo>
                <a:lnTo>
                  <a:pt x="176" y="637"/>
                </a:lnTo>
                <a:lnTo>
                  <a:pt x="175" y="638"/>
                </a:lnTo>
                <a:lnTo>
                  <a:pt x="174" y="638"/>
                </a:lnTo>
                <a:lnTo>
                  <a:pt x="174" y="639"/>
                </a:lnTo>
                <a:lnTo>
                  <a:pt x="173" y="639"/>
                </a:lnTo>
                <a:lnTo>
                  <a:pt x="173" y="640"/>
                </a:lnTo>
                <a:lnTo>
                  <a:pt x="172" y="641"/>
                </a:lnTo>
                <a:lnTo>
                  <a:pt x="171" y="641"/>
                </a:lnTo>
                <a:lnTo>
                  <a:pt x="171" y="642"/>
                </a:lnTo>
                <a:lnTo>
                  <a:pt x="170" y="642"/>
                </a:lnTo>
                <a:lnTo>
                  <a:pt x="169" y="642"/>
                </a:lnTo>
                <a:lnTo>
                  <a:pt x="168" y="642"/>
                </a:lnTo>
                <a:lnTo>
                  <a:pt x="167" y="642"/>
                </a:lnTo>
                <a:lnTo>
                  <a:pt x="167" y="641"/>
                </a:lnTo>
                <a:lnTo>
                  <a:pt x="166" y="641"/>
                </a:lnTo>
                <a:lnTo>
                  <a:pt x="165" y="641"/>
                </a:lnTo>
                <a:lnTo>
                  <a:pt x="164" y="642"/>
                </a:lnTo>
                <a:lnTo>
                  <a:pt x="163" y="642"/>
                </a:lnTo>
                <a:lnTo>
                  <a:pt x="162" y="641"/>
                </a:lnTo>
                <a:lnTo>
                  <a:pt x="162" y="640"/>
                </a:lnTo>
                <a:lnTo>
                  <a:pt x="160" y="640"/>
                </a:lnTo>
                <a:lnTo>
                  <a:pt x="159" y="641"/>
                </a:lnTo>
                <a:lnTo>
                  <a:pt x="158" y="641"/>
                </a:lnTo>
                <a:lnTo>
                  <a:pt x="158" y="640"/>
                </a:lnTo>
                <a:lnTo>
                  <a:pt x="157" y="640"/>
                </a:lnTo>
                <a:lnTo>
                  <a:pt x="156" y="641"/>
                </a:lnTo>
                <a:lnTo>
                  <a:pt x="155" y="641"/>
                </a:lnTo>
                <a:lnTo>
                  <a:pt x="154" y="641"/>
                </a:lnTo>
                <a:lnTo>
                  <a:pt x="153" y="642"/>
                </a:lnTo>
                <a:lnTo>
                  <a:pt x="153" y="643"/>
                </a:lnTo>
                <a:lnTo>
                  <a:pt x="152" y="643"/>
                </a:lnTo>
                <a:lnTo>
                  <a:pt x="151" y="643"/>
                </a:lnTo>
                <a:lnTo>
                  <a:pt x="151" y="644"/>
                </a:lnTo>
                <a:lnTo>
                  <a:pt x="150" y="644"/>
                </a:lnTo>
                <a:lnTo>
                  <a:pt x="150" y="645"/>
                </a:lnTo>
                <a:lnTo>
                  <a:pt x="149" y="645"/>
                </a:lnTo>
                <a:lnTo>
                  <a:pt x="148" y="646"/>
                </a:lnTo>
                <a:lnTo>
                  <a:pt x="147" y="647"/>
                </a:lnTo>
                <a:lnTo>
                  <a:pt x="147" y="648"/>
                </a:lnTo>
                <a:lnTo>
                  <a:pt x="146" y="649"/>
                </a:lnTo>
                <a:lnTo>
                  <a:pt x="145" y="650"/>
                </a:lnTo>
                <a:lnTo>
                  <a:pt x="145" y="651"/>
                </a:lnTo>
                <a:lnTo>
                  <a:pt x="144" y="652"/>
                </a:lnTo>
                <a:lnTo>
                  <a:pt x="144" y="653"/>
                </a:lnTo>
                <a:lnTo>
                  <a:pt x="143" y="654"/>
                </a:lnTo>
                <a:lnTo>
                  <a:pt x="142" y="655"/>
                </a:lnTo>
                <a:lnTo>
                  <a:pt x="141" y="657"/>
                </a:lnTo>
                <a:lnTo>
                  <a:pt x="140" y="659"/>
                </a:lnTo>
                <a:lnTo>
                  <a:pt x="140" y="660"/>
                </a:lnTo>
                <a:lnTo>
                  <a:pt x="140" y="661"/>
                </a:lnTo>
                <a:lnTo>
                  <a:pt x="140" y="662"/>
                </a:lnTo>
                <a:lnTo>
                  <a:pt x="139" y="663"/>
                </a:lnTo>
                <a:lnTo>
                  <a:pt x="139" y="664"/>
                </a:lnTo>
                <a:lnTo>
                  <a:pt x="138" y="665"/>
                </a:lnTo>
                <a:lnTo>
                  <a:pt x="137" y="665"/>
                </a:lnTo>
                <a:lnTo>
                  <a:pt x="137" y="666"/>
                </a:lnTo>
                <a:lnTo>
                  <a:pt x="136" y="667"/>
                </a:lnTo>
                <a:lnTo>
                  <a:pt x="135" y="668"/>
                </a:lnTo>
                <a:lnTo>
                  <a:pt x="134" y="668"/>
                </a:lnTo>
                <a:lnTo>
                  <a:pt x="134" y="669"/>
                </a:lnTo>
                <a:lnTo>
                  <a:pt x="133" y="668"/>
                </a:lnTo>
                <a:lnTo>
                  <a:pt x="132" y="668"/>
                </a:lnTo>
                <a:lnTo>
                  <a:pt x="132" y="667"/>
                </a:lnTo>
                <a:lnTo>
                  <a:pt x="132" y="668"/>
                </a:lnTo>
                <a:lnTo>
                  <a:pt x="132" y="669"/>
                </a:lnTo>
                <a:lnTo>
                  <a:pt x="130" y="669"/>
                </a:lnTo>
                <a:lnTo>
                  <a:pt x="129" y="669"/>
                </a:lnTo>
                <a:lnTo>
                  <a:pt x="128" y="669"/>
                </a:lnTo>
                <a:lnTo>
                  <a:pt x="127" y="669"/>
                </a:lnTo>
                <a:lnTo>
                  <a:pt x="126" y="669"/>
                </a:lnTo>
                <a:lnTo>
                  <a:pt x="124" y="669"/>
                </a:lnTo>
                <a:lnTo>
                  <a:pt x="124" y="670"/>
                </a:lnTo>
                <a:lnTo>
                  <a:pt x="123" y="670"/>
                </a:lnTo>
                <a:lnTo>
                  <a:pt x="123" y="671"/>
                </a:lnTo>
                <a:lnTo>
                  <a:pt x="122" y="671"/>
                </a:lnTo>
                <a:lnTo>
                  <a:pt x="121" y="671"/>
                </a:lnTo>
                <a:lnTo>
                  <a:pt x="120" y="671"/>
                </a:lnTo>
                <a:lnTo>
                  <a:pt x="120" y="670"/>
                </a:lnTo>
                <a:lnTo>
                  <a:pt x="119" y="670"/>
                </a:lnTo>
                <a:lnTo>
                  <a:pt x="118" y="670"/>
                </a:lnTo>
                <a:lnTo>
                  <a:pt x="117" y="669"/>
                </a:lnTo>
                <a:lnTo>
                  <a:pt x="116" y="669"/>
                </a:lnTo>
                <a:lnTo>
                  <a:pt x="115" y="670"/>
                </a:lnTo>
                <a:lnTo>
                  <a:pt x="115" y="671"/>
                </a:lnTo>
                <a:lnTo>
                  <a:pt x="114" y="671"/>
                </a:lnTo>
                <a:lnTo>
                  <a:pt x="113" y="671"/>
                </a:lnTo>
                <a:lnTo>
                  <a:pt x="112" y="671"/>
                </a:lnTo>
                <a:lnTo>
                  <a:pt x="112" y="672"/>
                </a:lnTo>
                <a:lnTo>
                  <a:pt x="111" y="672"/>
                </a:lnTo>
                <a:lnTo>
                  <a:pt x="111" y="673"/>
                </a:lnTo>
                <a:lnTo>
                  <a:pt x="111" y="674"/>
                </a:lnTo>
                <a:lnTo>
                  <a:pt x="110" y="674"/>
                </a:lnTo>
                <a:lnTo>
                  <a:pt x="108" y="674"/>
                </a:lnTo>
                <a:lnTo>
                  <a:pt x="107" y="673"/>
                </a:lnTo>
                <a:lnTo>
                  <a:pt x="108" y="673"/>
                </a:lnTo>
                <a:lnTo>
                  <a:pt x="108" y="672"/>
                </a:lnTo>
                <a:lnTo>
                  <a:pt x="109" y="670"/>
                </a:lnTo>
                <a:lnTo>
                  <a:pt x="109" y="669"/>
                </a:lnTo>
                <a:lnTo>
                  <a:pt x="110" y="669"/>
                </a:lnTo>
                <a:lnTo>
                  <a:pt x="110" y="668"/>
                </a:lnTo>
                <a:lnTo>
                  <a:pt x="110" y="667"/>
                </a:lnTo>
                <a:lnTo>
                  <a:pt x="110" y="666"/>
                </a:lnTo>
                <a:lnTo>
                  <a:pt x="109" y="666"/>
                </a:lnTo>
                <a:lnTo>
                  <a:pt x="108" y="667"/>
                </a:lnTo>
                <a:lnTo>
                  <a:pt x="107" y="666"/>
                </a:lnTo>
                <a:lnTo>
                  <a:pt x="108" y="666"/>
                </a:lnTo>
                <a:lnTo>
                  <a:pt x="108" y="665"/>
                </a:lnTo>
                <a:lnTo>
                  <a:pt x="107" y="665"/>
                </a:lnTo>
                <a:lnTo>
                  <a:pt x="107" y="664"/>
                </a:lnTo>
                <a:lnTo>
                  <a:pt x="106" y="663"/>
                </a:lnTo>
                <a:lnTo>
                  <a:pt x="107" y="662"/>
                </a:lnTo>
                <a:lnTo>
                  <a:pt x="107" y="661"/>
                </a:lnTo>
                <a:lnTo>
                  <a:pt x="107" y="660"/>
                </a:lnTo>
                <a:lnTo>
                  <a:pt x="108" y="660"/>
                </a:lnTo>
                <a:lnTo>
                  <a:pt x="108" y="659"/>
                </a:lnTo>
                <a:lnTo>
                  <a:pt x="109" y="658"/>
                </a:lnTo>
                <a:lnTo>
                  <a:pt x="110" y="657"/>
                </a:lnTo>
                <a:lnTo>
                  <a:pt x="109" y="657"/>
                </a:lnTo>
                <a:lnTo>
                  <a:pt x="108" y="657"/>
                </a:lnTo>
                <a:lnTo>
                  <a:pt x="107" y="658"/>
                </a:lnTo>
                <a:lnTo>
                  <a:pt x="107" y="657"/>
                </a:lnTo>
                <a:lnTo>
                  <a:pt x="106" y="657"/>
                </a:lnTo>
                <a:lnTo>
                  <a:pt x="106" y="656"/>
                </a:lnTo>
                <a:lnTo>
                  <a:pt x="105" y="654"/>
                </a:lnTo>
                <a:lnTo>
                  <a:pt x="106" y="654"/>
                </a:lnTo>
                <a:lnTo>
                  <a:pt x="106" y="653"/>
                </a:lnTo>
                <a:lnTo>
                  <a:pt x="106" y="651"/>
                </a:lnTo>
                <a:lnTo>
                  <a:pt x="105" y="650"/>
                </a:lnTo>
                <a:lnTo>
                  <a:pt x="106" y="650"/>
                </a:lnTo>
                <a:lnTo>
                  <a:pt x="106" y="649"/>
                </a:lnTo>
                <a:lnTo>
                  <a:pt x="107" y="648"/>
                </a:lnTo>
                <a:lnTo>
                  <a:pt x="107" y="646"/>
                </a:lnTo>
                <a:lnTo>
                  <a:pt x="107" y="645"/>
                </a:lnTo>
                <a:lnTo>
                  <a:pt x="106" y="645"/>
                </a:lnTo>
                <a:lnTo>
                  <a:pt x="106" y="647"/>
                </a:lnTo>
                <a:lnTo>
                  <a:pt x="105" y="648"/>
                </a:lnTo>
                <a:lnTo>
                  <a:pt x="104" y="648"/>
                </a:lnTo>
                <a:lnTo>
                  <a:pt x="104" y="647"/>
                </a:lnTo>
                <a:lnTo>
                  <a:pt x="103" y="647"/>
                </a:lnTo>
                <a:lnTo>
                  <a:pt x="102" y="646"/>
                </a:lnTo>
                <a:lnTo>
                  <a:pt x="101" y="645"/>
                </a:lnTo>
                <a:lnTo>
                  <a:pt x="100" y="645"/>
                </a:lnTo>
                <a:lnTo>
                  <a:pt x="100" y="644"/>
                </a:lnTo>
                <a:lnTo>
                  <a:pt x="100" y="643"/>
                </a:lnTo>
                <a:lnTo>
                  <a:pt x="99" y="642"/>
                </a:lnTo>
                <a:lnTo>
                  <a:pt x="98" y="642"/>
                </a:lnTo>
                <a:lnTo>
                  <a:pt x="97" y="642"/>
                </a:lnTo>
                <a:lnTo>
                  <a:pt x="99" y="643"/>
                </a:lnTo>
                <a:lnTo>
                  <a:pt x="99" y="644"/>
                </a:lnTo>
                <a:lnTo>
                  <a:pt x="100" y="645"/>
                </a:lnTo>
                <a:lnTo>
                  <a:pt x="100" y="646"/>
                </a:lnTo>
                <a:lnTo>
                  <a:pt x="100" y="647"/>
                </a:lnTo>
                <a:lnTo>
                  <a:pt x="101" y="647"/>
                </a:lnTo>
                <a:lnTo>
                  <a:pt x="101" y="648"/>
                </a:lnTo>
                <a:lnTo>
                  <a:pt x="102" y="648"/>
                </a:lnTo>
                <a:lnTo>
                  <a:pt x="101" y="649"/>
                </a:lnTo>
                <a:lnTo>
                  <a:pt x="102" y="649"/>
                </a:lnTo>
                <a:lnTo>
                  <a:pt x="102" y="651"/>
                </a:lnTo>
                <a:lnTo>
                  <a:pt x="103" y="651"/>
                </a:lnTo>
                <a:lnTo>
                  <a:pt x="103" y="652"/>
                </a:lnTo>
                <a:lnTo>
                  <a:pt x="104" y="653"/>
                </a:lnTo>
                <a:lnTo>
                  <a:pt x="104" y="654"/>
                </a:lnTo>
                <a:lnTo>
                  <a:pt x="103" y="654"/>
                </a:lnTo>
                <a:lnTo>
                  <a:pt x="102" y="654"/>
                </a:lnTo>
                <a:lnTo>
                  <a:pt x="101" y="654"/>
                </a:lnTo>
                <a:lnTo>
                  <a:pt x="101" y="655"/>
                </a:lnTo>
                <a:lnTo>
                  <a:pt x="101" y="656"/>
                </a:lnTo>
                <a:lnTo>
                  <a:pt x="102" y="657"/>
                </a:lnTo>
                <a:lnTo>
                  <a:pt x="103" y="657"/>
                </a:lnTo>
                <a:lnTo>
                  <a:pt x="102" y="657"/>
                </a:lnTo>
                <a:lnTo>
                  <a:pt x="102" y="656"/>
                </a:lnTo>
                <a:lnTo>
                  <a:pt x="103" y="655"/>
                </a:lnTo>
                <a:lnTo>
                  <a:pt x="103" y="654"/>
                </a:lnTo>
                <a:lnTo>
                  <a:pt x="104" y="654"/>
                </a:lnTo>
                <a:lnTo>
                  <a:pt x="104" y="656"/>
                </a:lnTo>
                <a:lnTo>
                  <a:pt x="104" y="657"/>
                </a:lnTo>
                <a:lnTo>
                  <a:pt x="105" y="658"/>
                </a:lnTo>
                <a:lnTo>
                  <a:pt x="105" y="660"/>
                </a:lnTo>
                <a:lnTo>
                  <a:pt x="104" y="659"/>
                </a:lnTo>
                <a:lnTo>
                  <a:pt x="104" y="660"/>
                </a:lnTo>
                <a:lnTo>
                  <a:pt x="104" y="661"/>
                </a:lnTo>
                <a:lnTo>
                  <a:pt x="103" y="662"/>
                </a:lnTo>
                <a:lnTo>
                  <a:pt x="102" y="662"/>
                </a:lnTo>
                <a:lnTo>
                  <a:pt x="101" y="662"/>
                </a:lnTo>
                <a:lnTo>
                  <a:pt x="101" y="663"/>
                </a:lnTo>
                <a:lnTo>
                  <a:pt x="102" y="664"/>
                </a:lnTo>
                <a:lnTo>
                  <a:pt x="102" y="665"/>
                </a:lnTo>
                <a:lnTo>
                  <a:pt x="103" y="665"/>
                </a:lnTo>
                <a:lnTo>
                  <a:pt x="103" y="664"/>
                </a:lnTo>
                <a:lnTo>
                  <a:pt x="103" y="665"/>
                </a:lnTo>
                <a:lnTo>
                  <a:pt x="104" y="665"/>
                </a:lnTo>
                <a:lnTo>
                  <a:pt x="104" y="666"/>
                </a:lnTo>
                <a:lnTo>
                  <a:pt x="104" y="667"/>
                </a:lnTo>
                <a:lnTo>
                  <a:pt x="105" y="667"/>
                </a:lnTo>
                <a:lnTo>
                  <a:pt x="106" y="667"/>
                </a:lnTo>
                <a:lnTo>
                  <a:pt x="106" y="668"/>
                </a:lnTo>
                <a:lnTo>
                  <a:pt x="106" y="669"/>
                </a:lnTo>
                <a:lnTo>
                  <a:pt x="106" y="670"/>
                </a:lnTo>
                <a:lnTo>
                  <a:pt x="106" y="671"/>
                </a:lnTo>
                <a:lnTo>
                  <a:pt x="105" y="673"/>
                </a:lnTo>
                <a:lnTo>
                  <a:pt x="105" y="675"/>
                </a:lnTo>
                <a:lnTo>
                  <a:pt x="105" y="676"/>
                </a:lnTo>
                <a:lnTo>
                  <a:pt x="104" y="676"/>
                </a:lnTo>
                <a:lnTo>
                  <a:pt x="104" y="677"/>
                </a:lnTo>
                <a:lnTo>
                  <a:pt x="104" y="678"/>
                </a:lnTo>
                <a:lnTo>
                  <a:pt x="104" y="679"/>
                </a:lnTo>
                <a:lnTo>
                  <a:pt x="104" y="680"/>
                </a:lnTo>
                <a:lnTo>
                  <a:pt x="104" y="681"/>
                </a:lnTo>
                <a:lnTo>
                  <a:pt x="104" y="682"/>
                </a:lnTo>
                <a:lnTo>
                  <a:pt x="103" y="682"/>
                </a:lnTo>
                <a:lnTo>
                  <a:pt x="103" y="683"/>
                </a:lnTo>
                <a:lnTo>
                  <a:pt x="102" y="684"/>
                </a:lnTo>
                <a:lnTo>
                  <a:pt x="100" y="682"/>
                </a:lnTo>
                <a:lnTo>
                  <a:pt x="99" y="683"/>
                </a:lnTo>
                <a:lnTo>
                  <a:pt x="98" y="683"/>
                </a:lnTo>
                <a:lnTo>
                  <a:pt x="98" y="684"/>
                </a:lnTo>
                <a:lnTo>
                  <a:pt x="98" y="685"/>
                </a:lnTo>
                <a:lnTo>
                  <a:pt x="97" y="686"/>
                </a:lnTo>
                <a:lnTo>
                  <a:pt x="97" y="687"/>
                </a:lnTo>
                <a:lnTo>
                  <a:pt x="96" y="687"/>
                </a:lnTo>
                <a:lnTo>
                  <a:pt x="95" y="687"/>
                </a:lnTo>
                <a:lnTo>
                  <a:pt x="94" y="688"/>
                </a:lnTo>
                <a:lnTo>
                  <a:pt x="94" y="687"/>
                </a:lnTo>
                <a:lnTo>
                  <a:pt x="93" y="686"/>
                </a:lnTo>
                <a:lnTo>
                  <a:pt x="93" y="687"/>
                </a:lnTo>
                <a:lnTo>
                  <a:pt x="92" y="687"/>
                </a:lnTo>
                <a:lnTo>
                  <a:pt x="91" y="687"/>
                </a:lnTo>
                <a:lnTo>
                  <a:pt x="91" y="688"/>
                </a:lnTo>
                <a:lnTo>
                  <a:pt x="90" y="688"/>
                </a:lnTo>
                <a:lnTo>
                  <a:pt x="90" y="689"/>
                </a:lnTo>
                <a:lnTo>
                  <a:pt x="89" y="689"/>
                </a:lnTo>
                <a:lnTo>
                  <a:pt x="89" y="688"/>
                </a:lnTo>
                <a:lnTo>
                  <a:pt x="89" y="689"/>
                </a:lnTo>
                <a:lnTo>
                  <a:pt x="88" y="689"/>
                </a:lnTo>
                <a:lnTo>
                  <a:pt x="87" y="690"/>
                </a:lnTo>
                <a:lnTo>
                  <a:pt x="86" y="690"/>
                </a:lnTo>
                <a:lnTo>
                  <a:pt x="85" y="691"/>
                </a:lnTo>
                <a:lnTo>
                  <a:pt x="84" y="691"/>
                </a:lnTo>
                <a:lnTo>
                  <a:pt x="84" y="690"/>
                </a:lnTo>
                <a:lnTo>
                  <a:pt x="83" y="690"/>
                </a:lnTo>
                <a:lnTo>
                  <a:pt x="82" y="690"/>
                </a:lnTo>
                <a:lnTo>
                  <a:pt x="81" y="690"/>
                </a:lnTo>
                <a:lnTo>
                  <a:pt x="82" y="690"/>
                </a:lnTo>
                <a:lnTo>
                  <a:pt x="82" y="691"/>
                </a:lnTo>
                <a:lnTo>
                  <a:pt x="83" y="691"/>
                </a:lnTo>
                <a:lnTo>
                  <a:pt x="83" y="692"/>
                </a:lnTo>
                <a:lnTo>
                  <a:pt x="82" y="692"/>
                </a:lnTo>
                <a:lnTo>
                  <a:pt x="81" y="693"/>
                </a:lnTo>
                <a:lnTo>
                  <a:pt x="81" y="694"/>
                </a:lnTo>
                <a:lnTo>
                  <a:pt x="81" y="695"/>
                </a:lnTo>
                <a:lnTo>
                  <a:pt x="81" y="696"/>
                </a:lnTo>
                <a:lnTo>
                  <a:pt x="81" y="697"/>
                </a:lnTo>
                <a:lnTo>
                  <a:pt x="80" y="698"/>
                </a:lnTo>
                <a:lnTo>
                  <a:pt x="80" y="699"/>
                </a:lnTo>
                <a:lnTo>
                  <a:pt x="79" y="699"/>
                </a:lnTo>
                <a:lnTo>
                  <a:pt x="79" y="698"/>
                </a:lnTo>
                <a:lnTo>
                  <a:pt x="78" y="698"/>
                </a:lnTo>
                <a:lnTo>
                  <a:pt x="79" y="697"/>
                </a:lnTo>
                <a:lnTo>
                  <a:pt x="78" y="696"/>
                </a:lnTo>
                <a:lnTo>
                  <a:pt x="78" y="695"/>
                </a:lnTo>
                <a:lnTo>
                  <a:pt x="78" y="694"/>
                </a:lnTo>
                <a:lnTo>
                  <a:pt x="78" y="693"/>
                </a:lnTo>
                <a:lnTo>
                  <a:pt x="78" y="692"/>
                </a:lnTo>
                <a:lnTo>
                  <a:pt x="78" y="690"/>
                </a:lnTo>
                <a:lnTo>
                  <a:pt x="78" y="689"/>
                </a:lnTo>
                <a:lnTo>
                  <a:pt x="79" y="689"/>
                </a:lnTo>
                <a:lnTo>
                  <a:pt x="78" y="688"/>
                </a:lnTo>
                <a:lnTo>
                  <a:pt x="77" y="688"/>
                </a:lnTo>
                <a:lnTo>
                  <a:pt x="77" y="687"/>
                </a:lnTo>
                <a:lnTo>
                  <a:pt x="77" y="688"/>
                </a:lnTo>
                <a:lnTo>
                  <a:pt x="76" y="688"/>
                </a:lnTo>
                <a:lnTo>
                  <a:pt x="75" y="689"/>
                </a:lnTo>
                <a:lnTo>
                  <a:pt x="76" y="689"/>
                </a:lnTo>
                <a:lnTo>
                  <a:pt x="76" y="690"/>
                </a:lnTo>
                <a:lnTo>
                  <a:pt x="77" y="690"/>
                </a:lnTo>
                <a:lnTo>
                  <a:pt x="77" y="692"/>
                </a:lnTo>
                <a:lnTo>
                  <a:pt x="77" y="693"/>
                </a:lnTo>
                <a:lnTo>
                  <a:pt x="77" y="694"/>
                </a:lnTo>
                <a:lnTo>
                  <a:pt x="77" y="695"/>
                </a:lnTo>
                <a:lnTo>
                  <a:pt x="75" y="695"/>
                </a:lnTo>
                <a:lnTo>
                  <a:pt x="74" y="695"/>
                </a:lnTo>
                <a:lnTo>
                  <a:pt x="75" y="695"/>
                </a:lnTo>
                <a:lnTo>
                  <a:pt x="75" y="696"/>
                </a:lnTo>
                <a:lnTo>
                  <a:pt x="75" y="695"/>
                </a:lnTo>
                <a:lnTo>
                  <a:pt x="76" y="695"/>
                </a:lnTo>
                <a:lnTo>
                  <a:pt x="76" y="696"/>
                </a:lnTo>
                <a:lnTo>
                  <a:pt x="76" y="697"/>
                </a:lnTo>
                <a:lnTo>
                  <a:pt x="76" y="698"/>
                </a:lnTo>
                <a:lnTo>
                  <a:pt x="75" y="698"/>
                </a:lnTo>
                <a:lnTo>
                  <a:pt x="75" y="699"/>
                </a:lnTo>
                <a:lnTo>
                  <a:pt x="74" y="700"/>
                </a:lnTo>
                <a:lnTo>
                  <a:pt x="74" y="701"/>
                </a:lnTo>
                <a:lnTo>
                  <a:pt x="73" y="703"/>
                </a:lnTo>
                <a:lnTo>
                  <a:pt x="73" y="704"/>
                </a:lnTo>
                <a:lnTo>
                  <a:pt x="73" y="705"/>
                </a:lnTo>
                <a:lnTo>
                  <a:pt x="74" y="705"/>
                </a:lnTo>
                <a:lnTo>
                  <a:pt x="73" y="705"/>
                </a:lnTo>
                <a:lnTo>
                  <a:pt x="72" y="706"/>
                </a:lnTo>
                <a:lnTo>
                  <a:pt x="72" y="707"/>
                </a:lnTo>
                <a:lnTo>
                  <a:pt x="71" y="707"/>
                </a:lnTo>
                <a:lnTo>
                  <a:pt x="70" y="707"/>
                </a:lnTo>
                <a:lnTo>
                  <a:pt x="70" y="708"/>
                </a:lnTo>
                <a:lnTo>
                  <a:pt x="71" y="708"/>
                </a:lnTo>
                <a:lnTo>
                  <a:pt x="72" y="708"/>
                </a:lnTo>
                <a:lnTo>
                  <a:pt x="72" y="709"/>
                </a:lnTo>
                <a:lnTo>
                  <a:pt x="72" y="710"/>
                </a:lnTo>
                <a:lnTo>
                  <a:pt x="72" y="711"/>
                </a:lnTo>
                <a:lnTo>
                  <a:pt x="72" y="712"/>
                </a:lnTo>
                <a:lnTo>
                  <a:pt x="72" y="713"/>
                </a:lnTo>
                <a:lnTo>
                  <a:pt x="71" y="713"/>
                </a:lnTo>
                <a:lnTo>
                  <a:pt x="71" y="715"/>
                </a:lnTo>
                <a:lnTo>
                  <a:pt x="72" y="715"/>
                </a:lnTo>
                <a:lnTo>
                  <a:pt x="72" y="716"/>
                </a:lnTo>
                <a:lnTo>
                  <a:pt x="72" y="717"/>
                </a:lnTo>
                <a:lnTo>
                  <a:pt x="72" y="718"/>
                </a:lnTo>
                <a:lnTo>
                  <a:pt x="72" y="719"/>
                </a:lnTo>
                <a:lnTo>
                  <a:pt x="73" y="719"/>
                </a:lnTo>
                <a:lnTo>
                  <a:pt x="73" y="720"/>
                </a:lnTo>
                <a:lnTo>
                  <a:pt x="74" y="722"/>
                </a:lnTo>
                <a:lnTo>
                  <a:pt x="75" y="722"/>
                </a:lnTo>
                <a:lnTo>
                  <a:pt x="75" y="723"/>
                </a:lnTo>
                <a:lnTo>
                  <a:pt x="75" y="724"/>
                </a:lnTo>
                <a:lnTo>
                  <a:pt x="76" y="724"/>
                </a:lnTo>
                <a:lnTo>
                  <a:pt x="76" y="725"/>
                </a:lnTo>
                <a:lnTo>
                  <a:pt x="76" y="726"/>
                </a:lnTo>
                <a:lnTo>
                  <a:pt x="75" y="727"/>
                </a:lnTo>
                <a:lnTo>
                  <a:pt x="74" y="728"/>
                </a:lnTo>
                <a:lnTo>
                  <a:pt x="74" y="729"/>
                </a:lnTo>
                <a:lnTo>
                  <a:pt x="74" y="728"/>
                </a:lnTo>
                <a:lnTo>
                  <a:pt x="75" y="728"/>
                </a:lnTo>
                <a:lnTo>
                  <a:pt x="76" y="728"/>
                </a:lnTo>
                <a:lnTo>
                  <a:pt x="77" y="728"/>
                </a:lnTo>
                <a:lnTo>
                  <a:pt x="78" y="728"/>
                </a:lnTo>
                <a:lnTo>
                  <a:pt x="78" y="727"/>
                </a:lnTo>
                <a:lnTo>
                  <a:pt x="80" y="726"/>
                </a:lnTo>
                <a:lnTo>
                  <a:pt x="81" y="726"/>
                </a:lnTo>
                <a:lnTo>
                  <a:pt x="82" y="725"/>
                </a:lnTo>
                <a:lnTo>
                  <a:pt x="82" y="726"/>
                </a:lnTo>
                <a:lnTo>
                  <a:pt x="83" y="726"/>
                </a:lnTo>
                <a:lnTo>
                  <a:pt x="84" y="726"/>
                </a:lnTo>
                <a:lnTo>
                  <a:pt x="84" y="727"/>
                </a:lnTo>
                <a:lnTo>
                  <a:pt x="85" y="727"/>
                </a:lnTo>
                <a:lnTo>
                  <a:pt x="86" y="728"/>
                </a:lnTo>
                <a:lnTo>
                  <a:pt x="87" y="728"/>
                </a:lnTo>
                <a:lnTo>
                  <a:pt x="87" y="727"/>
                </a:lnTo>
                <a:lnTo>
                  <a:pt x="88" y="727"/>
                </a:lnTo>
                <a:lnTo>
                  <a:pt x="89" y="727"/>
                </a:lnTo>
                <a:lnTo>
                  <a:pt x="90" y="727"/>
                </a:lnTo>
                <a:lnTo>
                  <a:pt x="93" y="726"/>
                </a:lnTo>
                <a:lnTo>
                  <a:pt x="94" y="726"/>
                </a:lnTo>
                <a:lnTo>
                  <a:pt x="95" y="726"/>
                </a:lnTo>
                <a:lnTo>
                  <a:pt x="95" y="727"/>
                </a:lnTo>
                <a:lnTo>
                  <a:pt x="96" y="727"/>
                </a:lnTo>
                <a:lnTo>
                  <a:pt x="96" y="728"/>
                </a:lnTo>
                <a:lnTo>
                  <a:pt x="96" y="727"/>
                </a:lnTo>
                <a:lnTo>
                  <a:pt x="97" y="727"/>
                </a:lnTo>
                <a:lnTo>
                  <a:pt x="97" y="728"/>
                </a:lnTo>
                <a:lnTo>
                  <a:pt x="98" y="728"/>
                </a:lnTo>
                <a:lnTo>
                  <a:pt x="98" y="729"/>
                </a:lnTo>
                <a:lnTo>
                  <a:pt x="100" y="729"/>
                </a:lnTo>
                <a:lnTo>
                  <a:pt x="101" y="729"/>
                </a:lnTo>
                <a:lnTo>
                  <a:pt x="102" y="730"/>
                </a:lnTo>
                <a:lnTo>
                  <a:pt x="103" y="730"/>
                </a:lnTo>
                <a:lnTo>
                  <a:pt x="104" y="730"/>
                </a:lnTo>
                <a:lnTo>
                  <a:pt x="103" y="730"/>
                </a:lnTo>
                <a:lnTo>
                  <a:pt x="103" y="729"/>
                </a:lnTo>
                <a:lnTo>
                  <a:pt x="102" y="729"/>
                </a:lnTo>
                <a:lnTo>
                  <a:pt x="103" y="729"/>
                </a:lnTo>
                <a:lnTo>
                  <a:pt x="104" y="729"/>
                </a:lnTo>
                <a:lnTo>
                  <a:pt x="104" y="730"/>
                </a:lnTo>
                <a:lnTo>
                  <a:pt x="104" y="731"/>
                </a:lnTo>
                <a:lnTo>
                  <a:pt x="105" y="731"/>
                </a:lnTo>
                <a:lnTo>
                  <a:pt x="105" y="732"/>
                </a:lnTo>
                <a:lnTo>
                  <a:pt x="105" y="733"/>
                </a:lnTo>
                <a:lnTo>
                  <a:pt x="104" y="733"/>
                </a:lnTo>
                <a:lnTo>
                  <a:pt x="104" y="734"/>
                </a:lnTo>
                <a:lnTo>
                  <a:pt x="105" y="734"/>
                </a:lnTo>
                <a:lnTo>
                  <a:pt x="105" y="735"/>
                </a:lnTo>
                <a:lnTo>
                  <a:pt x="105" y="736"/>
                </a:lnTo>
                <a:lnTo>
                  <a:pt x="105" y="737"/>
                </a:lnTo>
                <a:lnTo>
                  <a:pt x="106" y="737"/>
                </a:lnTo>
                <a:lnTo>
                  <a:pt x="106" y="738"/>
                </a:lnTo>
                <a:lnTo>
                  <a:pt x="106" y="740"/>
                </a:lnTo>
                <a:lnTo>
                  <a:pt x="106" y="741"/>
                </a:lnTo>
                <a:lnTo>
                  <a:pt x="105" y="742"/>
                </a:lnTo>
                <a:lnTo>
                  <a:pt x="105" y="744"/>
                </a:lnTo>
                <a:lnTo>
                  <a:pt x="105" y="745"/>
                </a:lnTo>
                <a:lnTo>
                  <a:pt x="104" y="746"/>
                </a:lnTo>
                <a:lnTo>
                  <a:pt x="103" y="746"/>
                </a:lnTo>
                <a:lnTo>
                  <a:pt x="102" y="746"/>
                </a:lnTo>
                <a:lnTo>
                  <a:pt x="101" y="746"/>
                </a:lnTo>
                <a:lnTo>
                  <a:pt x="101" y="745"/>
                </a:lnTo>
                <a:lnTo>
                  <a:pt x="100" y="743"/>
                </a:lnTo>
                <a:lnTo>
                  <a:pt x="99" y="743"/>
                </a:lnTo>
                <a:lnTo>
                  <a:pt x="99" y="742"/>
                </a:lnTo>
                <a:lnTo>
                  <a:pt x="98" y="742"/>
                </a:lnTo>
                <a:lnTo>
                  <a:pt x="98" y="741"/>
                </a:lnTo>
                <a:lnTo>
                  <a:pt x="98" y="740"/>
                </a:lnTo>
                <a:lnTo>
                  <a:pt x="98" y="739"/>
                </a:lnTo>
                <a:lnTo>
                  <a:pt x="97" y="738"/>
                </a:lnTo>
                <a:lnTo>
                  <a:pt x="97" y="737"/>
                </a:lnTo>
                <a:lnTo>
                  <a:pt x="96" y="736"/>
                </a:lnTo>
                <a:lnTo>
                  <a:pt x="97" y="736"/>
                </a:lnTo>
                <a:lnTo>
                  <a:pt x="96" y="736"/>
                </a:lnTo>
                <a:lnTo>
                  <a:pt x="96" y="737"/>
                </a:lnTo>
                <a:lnTo>
                  <a:pt x="97" y="738"/>
                </a:lnTo>
                <a:lnTo>
                  <a:pt x="97" y="740"/>
                </a:lnTo>
                <a:lnTo>
                  <a:pt x="97" y="741"/>
                </a:lnTo>
                <a:lnTo>
                  <a:pt x="96" y="741"/>
                </a:lnTo>
                <a:lnTo>
                  <a:pt x="95" y="742"/>
                </a:lnTo>
                <a:lnTo>
                  <a:pt x="94" y="742"/>
                </a:lnTo>
                <a:lnTo>
                  <a:pt x="95" y="742"/>
                </a:lnTo>
                <a:lnTo>
                  <a:pt x="95" y="743"/>
                </a:lnTo>
                <a:lnTo>
                  <a:pt x="94" y="743"/>
                </a:lnTo>
                <a:lnTo>
                  <a:pt x="93" y="743"/>
                </a:lnTo>
                <a:lnTo>
                  <a:pt x="94" y="743"/>
                </a:lnTo>
                <a:lnTo>
                  <a:pt x="94" y="744"/>
                </a:lnTo>
                <a:lnTo>
                  <a:pt x="95" y="744"/>
                </a:lnTo>
                <a:lnTo>
                  <a:pt x="95" y="743"/>
                </a:lnTo>
                <a:lnTo>
                  <a:pt x="95" y="742"/>
                </a:lnTo>
                <a:lnTo>
                  <a:pt x="96" y="742"/>
                </a:lnTo>
                <a:lnTo>
                  <a:pt x="97" y="742"/>
                </a:lnTo>
                <a:lnTo>
                  <a:pt x="97" y="743"/>
                </a:lnTo>
                <a:lnTo>
                  <a:pt x="97" y="744"/>
                </a:lnTo>
                <a:lnTo>
                  <a:pt x="96" y="744"/>
                </a:lnTo>
                <a:lnTo>
                  <a:pt x="97" y="744"/>
                </a:lnTo>
                <a:lnTo>
                  <a:pt x="97" y="745"/>
                </a:lnTo>
                <a:lnTo>
                  <a:pt x="98" y="747"/>
                </a:lnTo>
                <a:lnTo>
                  <a:pt x="98" y="748"/>
                </a:lnTo>
                <a:lnTo>
                  <a:pt x="97" y="748"/>
                </a:lnTo>
                <a:lnTo>
                  <a:pt x="96" y="748"/>
                </a:lnTo>
                <a:lnTo>
                  <a:pt x="96" y="749"/>
                </a:lnTo>
                <a:lnTo>
                  <a:pt x="95" y="749"/>
                </a:lnTo>
                <a:lnTo>
                  <a:pt x="95" y="750"/>
                </a:lnTo>
                <a:lnTo>
                  <a:pt x="94" y="750"/>
                </a:lnTo>
                <a:lnTo>
                  <a:pt x="94" y="751"/>
                </a:lnTo>
                <a:lnTo>
                  <a:pt x="93" y="751"/>
                </a:lnTo>
                <a:lnTo>
                  <a:pt x="94" y="750"/>
                </a:lnTo>
                <a:lnTo>
                  <a:pt x="93" y="750"/>
                </a:lnTo>
                <a:lnTo>
                  <a:pt x="93" y="751"/>
                </a:lnTo>
                <a:lnTo>
                  <a:pt x="93" y="752"/>
                </a:lnTo>
                <a:lnTo>
                  <a:pt x="94" y="752"/>
                </a:lnTo>
                <a:lnTo>
                  <a:pt x="94" y="753"/>
                </a:lnTo>
                <a:lnTo>
                  <a:pt x="93" y="753"/>
                </a:lnTo>
                <a:lnTo>
                  <a:pt x="93" y="754"/>
                </a:lnTo>
                <a:lnTo>
                  <a:pt x="92" y="754"/>
                </a:lnTo>
                <a:lnTo>
                  <a:pt x="92" y="755"/>
                </a:lnTo>
                <a:lnTo>
                  <a:pt x="93" y="755"/>
                </a:lnTo>
                <a:lnTo>
                  <a:pt x="94" y="755"/>
                </a:lnTo>
                <a:lnTo>
                  <a:pt x="94" y="754"/>
                </a:lnTo>
                <a:lnTo>
                  <a:pt x="94" y="753"/>
                </a:lnTo>
                <a:lnTo>
                  <a:pt x="95" y="753"/>
                </a:lnTo>
                <a:lnTo>
                  <a:pt x="95" y="752"/>
                </a:lnTo>
                <a:lnTo>
                  <a:pt x="96" y="752"/>
                </a:lnTo>
                <a:lnTo>
                  <a:pt x="96" y="751"/>
                </a:lnTo>
                <a:lnTo>
                  <a:pt x="97" y="751"/>
                </a:lnTo>
                <a:lnTo>
                  <a:pt x="97" y="752"/>
                </a:lnTo>
                <a:lnTo>
                  <a:pt x="98" y="752"/>
                </a:lnTo>
                <a:lnTo>
                  <a:pt x="98" y="753"/>
                </a:lnTo>
                <a:lnTo>
                  <a:pt x="98" y="754"/>
                </a:lnTo>
                <a:lnTo>
                  <a:pt x="98" y="755"/>
                </a:lnTo>
                <a:lnTo>
                  <a:pt x="98" y="756"/>
                </a:lnTo>
                <a:lnTo>
                  <a:pt x="98" y="757"/>
                </a:lnTo>
                <a:lnTo>
                  <a:pt x="99" y="757"/>
                </a:lnTo>
                <a:lnTo>
                  <a:pt x="99" y="756"/>
                </a:lnTo>
                <a:lnTo>
                  <a:pt x="98" y="755"/>
                </a:lnTo>
                <a:lnTo>
                  <a:pt x="98" y="754"/>
                </a:lnTo>
                <a:lnTo>
                  <a:pt x="99" y="754"/>
                </a:lnTo>
                <a:lnTo>
                  <a:pt x="99" y="753"/>
                </a:lnTo>
                <a:lnTo>
                  <a:pt x="99" y="754"/>
                </a:lnTo>
                <a:lnTo>
                  <a:pt x="100" y="754"/>
                </a:lnTo>
                <a:lnTo>
                  <a:pt x="101" y="754"/>
                </a:lnTo>
                <a:lnTo>
                  <a:pt x="100" y="754"/>
                </a:lnTo>
                <a:lnTo>
                  <a:pt x="101" y="754"/>
                </a:lnTo>
                <a:lnTo>
                  <a:pt x="101" y="755"/>
                </a:lnTo>
                <a:lnTo>
                  <a:pt x="102" y="755"/>
                </a:lnTo>
                <a:lnTo>
                  <a:pt x="102" y="756"/>
                </a:lnTo>
                <a:lnTo>
                  <a:pt x="102" y="755"/>
                </a:lnTo>
                <a:lnTo>
                  <a:pt x="102" y="754"/>
                </a:lnTo>
                <a:lnTo>
                  <a:pt x="103" y="754"/>
                </a:lnTo>
                <a:lnTo>
                  <a:pt x="103" y="755"/>
                </a:lnTo>
                <a:lnTo>
                  <a:pt x="103" y="756"/>
                </a:lnTo>
                <a:lnTo>
                  <a:pt x="103" y="757"/>
                </a:lnTo>
                <a:lnTo>
                  <a:pt x="104" y="757"/>
                </a:lnTo>
                <a:lnTo>
                  <a:pt x="104" y="756"/>
                </a:lnTo>
                <a:lnTo>
                  <a:pt x="104" y="755"/>
                </a:lnTo>
                <a:lnTo>
                  <a:pt x="103" y="754"/>
                </a:lnTo>
                <a:lnTo>
                  <a:pt x="104" y="754"/>
                </a:lnTo>
                <a:lnTo>
                  <a:pt x="104" y="753"/>
                </a:lnTo>
                <a:lnTo>
                  <a:pt x="104" y="754"/>
                </a:lnTo>
                <a:lnTo>
                  <a:pt x="105" y="753"/>
                </a:lnTo>
                <a:lnTo>
                  <a:pt x="105" y="754"/>
                </a:lnTo>
                <a:lnTo>
                  <a:pt x="106" y="754"/>
                </a:lnTo>
                <a:lnTo>
                  <a:pt x="106" y="755"/>
                </a:lnTo>
                <a:lnTo>
                  <a:pt x="105" y="756"/>
                </a:lnTo>
                <a:lnTo>
                  <a:pt x="106" y="756"/>
                </a:lnTo>
                <a:lnTo>
                  <a:pt x="108" y="755"/>
                </a:lnTo>
                <a:lnTo>
                  <a:pt x="109" y="755"/>
                </a:lnTo>
                <a:lnTo>
                  <a:pt x="109" y="754"/>
                </a:lnTo>
                <a:lnTo>
                  <a:pt x="109" y="753"/>
                </a:lnTo>
                <a:lnTo>
                  <a:pt x="110" y="753"/>
                </a:lnTo>
                <a:lnTo>
                  <a:pt x="111" y="753"/>
                </a:lnTo>
                <a:lnTo>
                  <a:pt x="112" y="753"/>
                </a:lnTo>
                <a:lnTo>
                  <a:pt x="112" y="752"/>
                </a:lnTo>
                <a:lnTo>
                  <a:pt x="113" y="752"/>
                </a:lnTo>
                <a:lnTo>
                  <a:pt x="114" y="752"/>
                </a:lnTo>
                <a:lnTo>
                  <a:pt x="114" y="753"/>
                </a:lnTo>
                <a:lnTo>
                  <a:pt x="114" y="754"/>
                </a:lnTo>
                <a:lnTo>
                  <a:pt x="115" y="754"/>
                </a:lnTo>
                <a:lnTo>
                  <a:pt x="115" y="755"/>
                </a:lnTo>
                <a:lnTo>
                  <a:pt x="115" y="754"/>
                </a:lnTo>
                <a:lnTo>
                  <a:pt x="115" y="755"/>
                </a:lnTo>
                <a:lnTo>
                  <a:pt x="116" y="755"/>
                </a:lnTo>
                <a:lnTo>
                  <a:pt x="116" y="754"/>
                </a:lnTo>
                <a:lnTo>
                  <a:pt x="115" y="754"/>
                </a:lnTo>
                <a:lnTo>
                  <a:pt x="115" y="753"/>
                </a:lnTo>
                <a:lnTo>
                  <a:pt x="116" y="753"/>
                </a:lnTo>
                <a:lnTo>
                  <a:pt x="116" y="752"/>
                </a:lnTo>
                <a:lnTo>
                  <a:pt x="115" y="752"/>
                </a:lnTo>
                <a:lnTo>
                  <a:pt x="116" y="751"/>
                </a:lnTo>
                <a:lnTo>
                  <a:pt x="116" y="750"/>
                </a:lnTo>
                <a:lnTo>
                  <a:pt x="116" y="751"/>
                </a:lnTo>
                <a:lnTo>
                  <a:pt x="117" y="751"/>
                </a:lnTo>
                <a:lnTo>
                  <a:pt x="117" y="752"/>
                </a:lnTo>
                <a:lnTo>
                  <a:pt x="118" y="752"/>
                </a:lnTo>
                <a:lnTo>
                  <a:pt x="118" y="753"/>
                </a:lnTo>
                <a:lnTo>
                  <a:pt x="119" y="754"/>
                </a:lnTo>
                <a:lnTo>
                  <a:pt x="119" y="755"/>
                </a:lnTo>
                <a:lnTo>
                  <a:pt x="119" y="756"/>
                </a:lnTo>
                <a:lnTo>
                  <a:pt x="119" y="757"/>
                </a:lnTo>
                <a:lnTo>
                  <a:pt x="120" y="758"/>
                </a:lnTo>
                <a:lnTo>
                  <a:pt x="120" y="759"/>
                </a:lnTo>
                <a:lnTo>
                  <a:pt x="120" y="760"/>
                </a:lnTo>
                <a:lnTo>
                  <a:pt x="120" y="761"/>
                </a:lnTo>
                <a:lnTo>
                  <a:pt x="120" y="762"/>
                </a:lnTo>
                <a:lnTo>
                  <a:pt x="121" y="763"/>
                </a:lnTo>
                <a:lnTo>
                  <a:pt x="120" y="763"/>
                </a:lnTo>
                <a:lnTo>
                  <a:pt x="120" y="764"/>
                </a:lnTo>
                <a:lnTo>
                  <a:pt x="119" y="763"/>
                </a:lnTo>
                <a:lnTo>
                  <a:pt x="118" y="763"/>
                </a:lnTo>
                <a:lnTo>
                  <a:pt x="118" y="764"/>
                </a:lnTo>
                <a:lnTo>
                  <a:pt x="117" y="764"/>
                </a:lnTo>
                <a:lnTo>
                  <a:pt x="118" y="764"/>
                </a:lnTo>
                <a:lnTo>
                  <a:pt x="118" y="763"/>
                </a:lnTo>
                <a:lnTo>
                  <a:pt x="117" y="764"/>
                </a:lnTo>
                <a:lnTo>
                  <a:pt x="116" y="764"/>
                </a:lnTo>
                <a:lnTo>
                  <a:pt x="115" y="764"/>
                </a:lnTo>
                <a:lnTo>
                  <a:pt x="115" y="763"/>
                </a:lnTo>
                <a:lnTo>
                  <a:pt x="114" y="763"/>
                </a:lnTo>
                <a:lnTo>
                  <a:pt x="115" y="763"/>
                </a:lnTo>
                <a:lnTo>
                  <a:pt x="115" y="762"/>
                </a:lnTo>
                <a:lnTo>
                  <a:pt x="114" y="762"/>
                </a:lnTo>
                <a:lnTo>
                  <a:pt x="114" y="763"/>
                </a:lnTo>
                <a:lnTo>
                  <a:pt x="114" y="762"/>
                </a:lnTo>
                <a:lnTo>
                  <a:pt x="114" y="761"/>
                </a:lnTo>
                <a:lnTo>
                  <a:pt x="114" y="759"/>
                </a:lnTo>
                <a:lnTo>
                  <a:pt x="114" y="758"/>
                </a:lnTo>
                <a:lnTo>
                  <a:pt x="113" y="758"/>
                </a:lnTo>
                <a:lnTo>
                  <a:pt x="113" y="757"/>
                </a:lnTo>
                <a:lnTo>
                  <a:pt x="112" y="757"/>
                </a:lnTo>
                <a:lnTo>
                  <a:pt x="111" y="756"/>
                </a:lnTo>
                <a:lnTo>
                  <a:pt x="110" y="757"/>
                </a:lnTo>
                <a:lnTo>
                  <a:pt x="109" y="758"/>
                </a:lnTo>
                <a:lnTo>
                  <a:pt x="108" y="758"/>
                </a:lnTo>
                <a:lnTo>
                  <a:pt x="108" y="759"/>
                </a:lnTo>
                <a:lnTo>
                  <a:pt x="108" y="760"/>
                </a:lnTo>
                <a:lnTo>
                  <a:pt x="108" y="759"/>
                </a:lnTo>
                <a:lnTo>
                  <a:pt x="108" y="760"/>
                </a:lnTo>
                <a:lnTo>
                  <a:pt x="107" y="761"/>
                </a:lnTo>
                <a:lnTo>
                  <a:pt x="108" y="761"/>
                </a:lnTo>
                <a:lnTo>
                  <a:pt x="108" y="762"/>
                </a:lnTo>
                <a:lnTo>
                  <a:pt x="109" y="763"/>
                </a:lnTo>
                <a:lnTo>
                  <a:pt x="110" y="763"/>
                </a:lnTo>
                <a:lnTo>
                  <a:pt x="110" y="764"/>
                </a:lnTo>
                <a:lnTo>
                  <a:pt x="109" y="764"/>
                </a:lnTo>
                <a:lnTo>
                  <a:pt x="109" y="765"/>
                </a:lnTo>
                <a:lnTo>
                  <a:pt x="110" y="765"/>
                </a:lnTo>
                <a:lnTo>
                  <a:pt x="110" y="764"/>
                </a:lnTo>
                <a:lnTo>
                  <a:pt x="111" y="764"/>
                </a:lnTo>
                <a:lnTo>
                  <a:pt x="112" y="764"/>
                </a:lnTo>
                <a:lnTo>
                  <a:pt x="114" y="766"/>
                </a:lnTo>
                <a:lnTo>
                  <a:pt x="115" y="766"/>
                </a:lnTo>
                <a:lnTo>
                  <a:pt x="115" y="767"/>
                </a:lnTo>
                <a:lnTo>
                  <a:pt x="116" y="767"/>
                </a:lnTo>
                <a:lnTo>
                  <a:pt x="117" y="766"/>
                </a:lnTo>
                <a:lnTo>
                  <a:pt x="117" y="765"/>
                </a:lnTo>
                <a:lnTo>
                  <a:pt x="118" y="765"/>
                </a:lnTo>
                <a:lnTo>
                  <a:pt x="119" y="765"/>
                </a:lnTo>
                <a:lnTo>
                  <a:pt x="120" y="766"/>
                </a:lnTo>
                <a:lnTo>
                  <a:pt x="120" y="767"/>
                </a:lnTo>
                <a:lnTo>
                  <a:pt x="121" y="767"/>
                </a:lnTo>
                <a:lnTo>
                  <a:pt x="122" y="768"/>
                </a:lnTo>
                <a:lnTo>
                  <a:pt x="123" y="769"/>
                </a:lnTo>
                <a:lnTo>
                  <a:pt x="123" y="770"/>
                </a:lnTo>
                <a:lnTo>
                  <a:pt x="123" y="771"/>
                </a:lnTo>
                <a:lnTo>
                  <a:pt x="123" y="772"/>
                </a:lnTo>
                <a:lnTo>
                  <a:pt x="123" y="771"/>
                </a:lnTo>
                <a:lnTo>
                  <a:pt x="124" y="771"/>
                </a:lnTo>
                <a:lnTo>
                  <a:pt x="124" y="772"/>
                </a:lnTo>
                <a:lnTo>
                  <a:pt x="125" y="772"/>
                </a:lnTo>
                <a:lnTo>
                  <a:pt x="125" y="773"/>
                </a:lnTo>
                <a:lnTo>
                  <a:pt x="125" y="774"/>
                </a:lnTo>
                <a:lnTo>
                  <a:pt x="126" y="775"/>
                </a:lnTo>
                <a:lnTo>
                  <a:pt x="126" y="776"/>
                </a:lnTo>
                <a:lnTo>
                  <a:pt x="127" y="776"/>
                </a:lnTo>
                <a:lnTo>
                  <a:pt x="127" y="778"/>
                </a:lnTo>
                <a:lnTo>
                  <a:pt x="128" y="778"/>
                </a:lnTo>
                <a:lnTo>
                  <a:pt x="128" y="779"/>
                </a:lnTo>
                <a:lnTo>
                  <a:pt x="128" y="780"/>
                </a:lnTo>
                <a:lnTo>
                  <a:pt x="128" y="781"/>
                </a:lnTo>
                <a:lnTo>
                  <a:pt x="127" y="781"/>
                </a:lnTo>
                <a:lnTo>
                  <a:pt x="127" y="782"/>
                </a:lnTo>
                <a:lnTo>
                  <a:pt x="127" y="783"/>
                </a:lnTo>
                <a:lnTo>
                  <a:pt x="127" y="784"/>
                </a:lnTo>
                <a:lnTo>
                  <a:pt x="127" y="785"/>
                </a:lnTo>
                <a:lnTo>
                  <a:pt x="127" y="786"/>
                </a:lnTo>
                <a:lnTo>
                  <a:pt x="126" y="787"/>
                </a:lnTo>
                <a:lnTo>
                  <a:pt x="125" y="787"/>
                </a:lnTo>
                <a:lnTo>
                  <a:pt x="124" y="788"/>
                </a:lnTo>
                <a:lnTo>
                  <a:pt x="124" y="789"/>
                </a:lnTo>
                <a:lnTo>
                  <a:pt x="123" y="789"/>
                </a:lnTo>
                <a:lnTo>
                  <a:pt x="122" y="790"/>
                </a:lnTo>
                <a:lnTo>
                  <a:pt x="121" y="791"/>
                </a:lnTo>
                <a:lnTo>
                  <a:pt x="121" y="792"/>
                </a:lnTo>
                <a:lnTo>
                  <a:pt x="120" y="793"/>
                </a:lnTo>
                <a:lnTo>
                  <a:pt x="120" y="794"/>
                </a:lnTo>
                <a:lnTo>
                  <a:pt x="120" y="795"/>
                </a:lnTo>
                <a:lnTo>
                  <a:pt x="120" y="796"/>
                </a:lnTo>
                <a:lnTo>
                  <a:pt x="119" y="796"/>
                </a:lnTo>
                <a:lnTo>
                  <a:pt x="119" y="797"/>
                </a:lnTo>
                <a:lnTo>
                  <a:pt x="118" y="797"/>
                </a:lnTo>
                <a:lnTo>
                  <a:pt x="118" y="798"/>
                </a:lnTo>
                <a:lnTo>
                  <a:pt x="117" y="798"/>
                </a:lnTo>
                <a:lnTo>
                  <a:pt x="117" y="799"/>
                </a:lnTo>
                <a:lnTo>
                  <a:pt x="117" y="800"/>
                </a:lnTo>
                <a:lnTo>
                  <a:pt x="116" y="800"/>
                </a:lnTo>
                <a:lnTo>
                  <a:pt x="116" y="801"/>
                </a:lnTo>
                <a:lnTo>
                  <a:pt x="116" y="802"/>
                </a:lnTo>
                <a:lnTo>
                  <a:pt x="115" y="802"/>
                </a:lnTo>
                <a:lnTo>
                  <a:pt x="114" y="803"/>
                </a:lnTo>
                <a:lnTo>
                  <a:pt x="113" y="803"/>
                </a:lnTo>
                <a:lnTo>
                  <a:pt x="113" y="804"/>
                </a:lnTo>
                <a:lnTo>
                  <a:pt x="112" y="804"/>
                </a:lnTo>
                <a:lnTo>
                  <a:pt x="112" y="805"/>
                </a:lnTo>
                <a:lnTo>
                  <a:pt x="111" y="805"/>
                </a:lnTo>
                <a:lnTo>
                  <a:pt x="110" y="806"/>
                </a:lnTo>
                <a:lnTo>
                  <a:pt x="109" y="805"/>
                </a:lnTo>
                <a:lnTo>
                  <a:pt x="108" y="805"/>
                </a:lnTo>
                <a:lnTo>
                  <a:pt x="107" y="805"/>
                </a:lnTo>
                <a:lnTo>
                  <a:pt x="106" y="806"/>
                </a:lnTo>
                <a:lnTo>
                  <a:pt x="106" y="807"/>
                </a:lnTo>
                <a:lnTo>
                  <a:pt x="105" y="807"/>
                </a:lnTo>
                <a:lnTo>
                  <a:pt x="105" y="806"/>
                </a:lnTo>
                <a:lnTo>
                  <a:pt x="105" y="807"/>
                </a:lnTo>
                <a:lnTo>
                  <a:pt x="104" y="808"/>
                </a:lnTo>
                <a:lnTo>
                  <a:pt x="104" y="809"/>
                </a:lnTo>
                <a:lnTo>
                  <a:pt x="103" y="809"/>
                </a:lnTo>
                <a:lnTo>
                  <a:pt x="102" y="809"/>
                </a:lnTo>
                <a:lnTo>
                  <a:pt x="101" y="811"/>
                </a:lnTo>
                <a:lnTo>
                  <a:pt x="100" y="812"/>
                </a:lnTo>
                <a:lnTo>
                  <a:pt x="99" y="812"/>
                </a:lnTo>
                <a:lnTo>
                  <a:pt x="98" y="813"/>
                </a:lnTo>
                <a:lnTo>
                  <a:pt x="96" y="813"/>
                </a:lnTo>
                <a:lnTo>
                  <a:pt x="96" y="812"/>
                </a:lnTo>
                <a:lnTo>
                  <a:pt x="95" y="812"/>
                </a:lnTo>
                <a:lnTo>
                  <a:pt x="95" y="813"/>
                </a:lnTo>
                <a:lnTo>
                  <a:pt x="94" y="813"/>
                </a:lnTo>
                <a:lnTo>
                  <a:pt x="94" y="814"/>
                </a:lnTo>
                <a:lnTo>
                  <a:pt x="94" y="815"/>
                </a:lnTo>
                <a:lnTo>
                  <a:pt x="94" y="816"/>
                </a:lnTo>
                <a:lnTo>
                  <a:pt x="94" y="815"/>
                </a:lnTo>
                <a:lnTo>
                  <a:pt x="93" y="815"/>
                </a:lnTo>
                <a:lnTo>
                  <a:pt x="93" y="814"/>
                </a:lnTo>
                <a:lnTo>
                  <a:pt x="93" y="813"/>
                </a:lnTo>
                <a:lnTo>
                  <a:pt x="93" y="812"/>
                </a:lnTo>
                <a:lnTo>
                  <a:pt x="92" y="812"/>
                </a:lnTo>
                <a:lnTo>
                  <a:pt x="91" y="812"/>
                </a:lnTo>
                <a:lnTo>
                  <a:pt x="90" y="812"/>
                </a:lnTo>
                <a:lnTo>
                  <a:pt x="90" y="813"/>
                </a:lnTo>
                <a:lnTo>
                  <a:pt x="89" y="813"/>
                </a:lnTo>
                <a:lnTo>
                  <a:pt x="89" y="812"/>
                </a:lnTo>
                <a:lnTo>
                  <a:pt x="89" y="811"/>
                </a:lnTo>
                <a:lnTo>
                  <a:pt x="87" y="811"/>
                </a:lnTo>
                <a:lnTo>
                  <a:pt x="85" y="810"/>
                </a:lnTo>
                <a:lnTo>
                  <a:pt x="84" y="811"/>
                </a:lnTo>
                <a:lnTo>
                  <a:pt x="85" y="811"/>
                </a:lnTo>
                <a:lnTo>
                  <a:pt x="85" y="812"/>
                </a:lnTo>
                <a:lnTo>
                  <a:pt x="86" y="812"/>
                </a:lnTo>
                <a:lnTo>
                  <a:pt x="87" y="812"/>
                </a:lnTo>
                <a:lnTo>
                  <a:pt x="86" y="812"/>
                </a:lnTo>
                <a:lnTo>
                  <a:pt x="85" y="812"/>
                </a:lnTo>
                <a:lnTo>
                  <a:pt x="84" y="812"/>
                </a:lnTo>
                <a:lnTo>
                  <a:pt x="83" y="812"/>
                </a:lnTo>
                <a:lnTo>
                  <a:pt x="82" y="812"/>
                </a:lnTo>
                <a:lnTo>
                  <a:pt x="82" y="811"/>
                </a:lnTo>
                <a:lnTo>
                  <a:pt x="81" y="811"/>
                </a:lnTo>
                <a:lnTo>
                  <a:pt x="81" y="812"/>
                </a:lnTo>
                <a:lnTo>
                  <a:pt x="81" y="813"/>
                </a:lnTo>
                <a:lnTo>
                  <a:pt x="81" y="814"/>
                </a:lnTo>
                <a:lnTo>
                  <a:pt x="81" y="815"/>
                </a:lnTo>
                <a:lnTo>
                  <a:pt x="81" y="816"/>
                </a:lnTo>
                <a:lnTo>
                  <a:pt x="80" y="816"/>
                </a:lnTo>
                <a:lnTo>
                  <a:pt x="79" y="817"/>
                </a:lnTo>
                <a:lnTo>
                  <a:pt x="75" y="817"/>
                </a:lnTo>
                <a:lnTo>
                  <a:pt x="74" y="817"/>
                </a:lnTo>
                <a:lnTo>
                  <a:pt x="72" y="818"/>
                </a:lnTo>
                <a:lnTo>
                  <a:pt x="71" y="818"/>
                </a:lnTo>
                <a:lnTo>
                  <a:pt x="71" y="817"/>
                </a:lnTo>
                <a:lnTo>
                  <a:pt x="71" y="816"/>
                </a:lnTo>
                <a:lnTo>
                  <a:pt x="71" y="815"/>
                </a:lnTo>
                <a:lnTo>
                  <a:pt x="70" y="815"/>
                </a:lnTo>
                <a:lnTo>
                  <a:pt x="70" y="814"/>
                </a:lnTo>
                <a:lnTo>
                  <a:pt x="68" y="814"/>
                </a:lnTo>
                <a:lnTo>
                  <a:pt x="66" y="814"/>
                </a:lnTo>
                <a:lnTo>
                  <a:pt x="65" y="813"/>
                </a:lnTo>
                <a:lnTo>
                  <a:pt x="63" y="813"/>
                </a:lnTo>
                <a:lnTo>
                  <a:pt x="62" y="811"/>
                </a:lnTo>
                <a:lnTo>
                  <a:pt x="62" y="810"/>
                </a:lnTo>
                <a:lnTo>
                  <a:pt x="61" y="810"/>
                </a:lnTo>
                <a:lnTo>
                  <a:pt x="60" y="810"/>
                </a:lnTo>
                <a:lnTo>
                  <a:pt x="59" y="810"/>
                </a:lnTo>
                <a:lnTo>
                  <a:pt x="59" y="811"/>
                </a:lnTo>
                <a:lnTo>
                  <a:pt x="59" y="812"/>
                </a:lnTo>
                <a:lnTo>
                  <a:pt x="58" y="812"/>
                </a:lnTo>
                <a:lnTo>
                  <a:pt x="57" y="812"/>
                </a:lnTo>
                <a:lnTo>
                  <a:pt x="56" y="812"/>
                </a:lnTo>
                <a:lnTo>
                  <a:pt x="55" y="811"/>
                </a:lnTo>
                <a:lnTo>
                  <a:pt x="55" y="812"/>
                </a:lnTo>
                <a:lnTo>
                  <a:pt x="55" y="813"/>
                </a:lnTo>
                <a:lnTo>
                  <a:pt x="55" y="814"/>
                </a:lnTo>
                <a:lnTo>
                  <a:pt x="54" y="814"/>
                </a:lnTo>
                <a:lnTo>
                  <a:pt x="53" y="813"/>
                </a:lnTo>
                <a:lnTo>
                  <a:pt x="53" y="812"/>
                </a:lnTo>
                <a:lnTo>
                  <a:pt x="51" y="811"/>
                </a:lnTo>
                <a:lnTo>
                  <a:pt x="50" y="811"/>
                </a:lnTo>
                <a:lnTo>
                  <a:pt x="50" y="812"/>
                </a:lnTo>
                <a:lnTo>
                  <a:pt x="50" y="813"/>
                </a:lnTo>
                <a:lnTo>
                  <a:pt x="49" y="813"/>
                </a:lnTo>
                <a:lnTo>
                  <a:pt x="48" y="814"/>
                </a:lnTo>
                <a:lnTo>
                  <a:pt x="46" y="817"/>
                </a:lnTo>
                <a:lnTo>
                  <a:pt x="45" y="818"/>
                </a:lnTo>
                <a:lnTo>
                  <a:pt x="44" y="819"/>
                </a:lnTo>
                <a:lnTo>
                  <a:pt x="44" y="820"/>
                </a:lnTo>
                <a:lnTo>
                  <a:pt x="44" y="821"/>
                </a:lnTo>
                <a:lnTo>
                  <a:pt x="43" y="821"/>
                </a:lnTo>
                <a:lnTo>
                  <a:pt x="42" y="821"/>
                </a:lnTo>
                <a:lnTo>
                  <a:pt x="42" y="820"/>
                </a:lnTo>
                <a:lnTo>
                  <a:pt x="42" y="819"/>
                </a:lnTo>
                <a:lnTo>
                  <a:pt x="42" y="818"/>
                </a:lnTo>
                <a:lnTo>
                  <a:pt x="42" y="817"/>
                </a:lnTo>
                <a:lnTo>
                  <a:pt x="42" y="815"/>
                </a:lnTo>
                <a:lnTo>
                  <a:pt x="42" y="814"/>
                </a:lnTo>
                <a:lnTo>
                  <a:pt x="44" y="813"/>
                </a:lnTo>
                <a:lnTo>
                  <a:pt x="44" y="812"/>
                </a:lnTo>
                <a:lnTo>
                  <a:pt x="44" y="811"/>
                </a:lnTo>
                <a:lnTo>
                  <a:pt x="44" y="810"/>
                </a:lnTo>
                <a:lnTo>
                  <a:pt x="43" y="808"/>
                </a:lnTo>
                <a:lnTo>
                  <a:pt x="42" y="806"/>
                </a:lnTo>
                <a:lnTo>
                  <a:pt x="42" y="805"/>
                </a:lnTo>
                <a:lnTo>
                  <a:pt x="42" y="804"/>
                </a:lnTo>
                <a:lnTo>
                  <a:pt x="42" y="803"/>
                </a:lnTo>
                <a:lnTo>
                  <a:pt x="41" y="802"/>
                </a:lnTo>
                <a:lnTo>
                  <a:pt x="39" y="802"/>
                </a:lnTo>
                <a:lnTo>
                  <a:pt x="39" y="801"/>
                </a:lnTo>
                <a:lnTo>
                  <a:pt x="38" y="801"/>
                </a:lnTo>
                <a:lnTo>
                  <a:pt x="37" y="801"/>
                </a:lnTo>
                <a:lnTo>
                  <a:pt x="37" y="802"/>
                </a:lnTo>
                <a:lnTo>
                  <a:pt x="37" y="801"/>
                </a:lnTo>
                <a:lnTo>
                  <a:pt x="36" y="801"/>
                </a:lnTo>
                <a:lnTo>
                  <a:pt x="35" y="800"/>
                </a:lnTo>
                <a:lnTo>
                  <a:pt x="35" y="798"/>
                </a:lnTo>
                <a:lnTo>
                  <a:pt x="34" y="796"/>
                </a:lnTo>
                <a:lnTo>
                  <a:pt x="34" y="795"/>
                </a:lnTo>
                <a:lnTo>
                  <a:pt x="35" y="795"/>
                </a:lnTo>
                <a:lnTo>
                  <a:pt x="36" y="795"/>
                </a:lnTo>
                <a:lnTo>
                  <a:pt x="37" y="795"/>
                </a:lnTo>
                <a:lnTo>
                  <a:pt x="38" y="794"/>
                </a:lnTo>
                <a:lnTo>
                  <a:pt x="38" y="792"/>
                </a:lnTo>
                <a:lnTo>
                  <a:pt x="39" y="791"/>
                </a:lnTo>
                <a:lnTo>
                  <a:pt x="40" y="791"/>
                </a:lnTo>
                <a:lnTo>
                  <a:pt x="41" y="792"/>
                </a:lnTo>
                <a:lnTo>
                  <a:pt x="42" y="792"/>
                </a:lnTo>
                <a:lnTo>
                  <a:pt x="43" y="793"/>
                </a:lnTo>
                <a:lnTo>
                  <a:pt x="44" y="794"/>
                </a:lnTo>
                <a:lnTo>
                  <a:pt x="45" y="794"/>
                </a:lnTo>
                <a:lnTo>
                  <a:pt x="46" y="795"/>
                </a:lnTo>
                <a:lnTo>
                  <a:pt x="47" y="794"/>
                </a:lnTo>
                <a:lnTo>
                  <a:pt x="48" y="794"/>
                </a:lnTo>
                <a:lnTo>
                  <a:pt x="48" y="795"/>
                </a:lnTo>
                <a:lnTo>
                  <a:pt x="49" y="795"/>
                </a:lnTo>
                <a:lnTo>
                  <a:pt x="48" y="795"/>
                </a:lnTo>
                <a:lnTo>
                  <a:pt x="48" y="796"/>
                </a:lnTo>
                <a:lnTo>
                  <a:pt x="47" y="796"/>
                </a:lnTo>
                <a:lnTo>
                  <a:pt x="47" y="797"/>
                </a:lnTo>
                <a:lnTo>
                  <a:pt x="48" y="798"/>
                </a:lnTo>
                <a:lnTo>
                  <a:pt x="49" y="799"/>
                </a:lnTo>
                <a:lnTo>
                  <a:pt x="49" y="800"/>
                </a:lnTo>
                <a:lnTo>
                  <a:pt x="49" y="801"/>
                </a:lnTo>
                <a:lnTo>
                  <a:pt x="50" y="801"/>
                </a:lnTo>
                <a:lnTo>
                  <a:pt x="50" y="800"/>
                </a:lnTo>
                <a:lnTo>
                  <a:pt x="50" y="801"/>
                </a:lnTo>
                <a:lnTo>
                  <a:pt x="50" y="802"/>
                </a:lnTo>
                <a:lnTo>
                  <a:pt x="50" y="803"/>
                </a:lnTo>
                <a:lnTo>
                  <a:pt x="51" y="803"/>
                </a:lnTo>
                <a:lnTo>
                  <a:pt x="51" y="802"/>
                </a:lnTo>
                <a:lnTo>
                  <a:pt x="52" y="802"/>
                </a:lnTo>
                <a:lnTo>
                  <a:pt x="52" y="801"/>
                </a:lnTo>
                <a:lnTo>
                  <a:pt x="51" y="801"/>
                </a:lnTo>
                <a:lnTo>
                  <a:pt x="51" y="800"/>
                </a:lnTo>
                <a:lnTo>
                  <a:pt x="51" y="799"/>
                </a:lnTo>
                <a:lnTo>
                  <a:pt x="51" y="798"/>
                </a:lnTo>
                <a:lnTo>
                  <a:pt x="50" y="798"/>
                </a:lnTo>
                <a:lnTo>
                  <a:pt x="50" y="797"/>
                </a:lnTo>
                <a:lnTo>
                  <a:pt x="51" y="797"/>
                </a:lnTo>
                <a:lnTo>
                  <a:pt x="51" y="796"/>
                </a:lnTo>
                <a:lnTo>
                  <a:pt x="52" y="796"/>
                </a:lnTo>
                <a:lnTo>
                  <a:pt x="52" y="795"/>
                </a:lnTo>
                <a:lnTo>
                  <a:pt x="53" y="794"/>
                </a:lnTo>
                <a:lnTo>
                  <a:pt x="54" y="794"/>
                </a:lnTo>
                <a:lnTo>
                  <a:pt x="54" y="793"/>
                </a:lnTo>
                <a:lnTo>
                  <a:pt x="54" y="792"/>
                </a:lnTo>
                <a:lnTo>
                  <a:pt x="54" y="791"/>
                </a:lnTo>
                <a:lnTo>
                  <a:pt x="53" y="791"/>
                </a:lnTo>
                <a:lnTo>
                  <a:pt x="54" y="791"/>
                </a:lnTo>
                <a:lnTo>
                  <a:pt x="53" y="790"/>
                </a:lnTo>
                <a:lnTo>
                  <a:pt x="52" y="789"/>
                </a:lnTo>
                <a:lnTo>
                  <a:pt x="51" y="788"/>
                </a:lnTo>
                <a:lnTo>
                  <a:pt x="50" y="788"/>
                </a:lnTo>
                <a:lnTo>
                  <a:pt x="49" y="789"/>
                </a:lnTo>
                <a:lnTo>
                  <a:pt x="49" y="788"/>
                </a:lnTo>
                <a:lnTo>
                  <a:pt x="49" y="787"/>
                </a:lnTo>
                <a:lnTo>
                  <a:pt x="48" y="786"/>
                </a:lnTo>
                <a:lnTo>
                  <a:pt x="47" y="786"/>
                </a:lnTo>
                <a:lnTo>
                  <a:pt x="47" y="785"/>
                </a:lnTo>
                <a:lnTo>
                  <a:pt x="48" y="785"/>
                </a:lnTo>
                <a:lnTo>
                  <a:pt x="48" y="784"/>
                </a:lnTo>
                <a:lnTo>
                  <a:pt x="47" y="784"/>
                </a:lnTo>
                <a:lnTo>
                  <a:pt x="46" y="785"/>
                </a:lnTo>
                <a:lnTo>
                  <a:pt x="46" y="787"/>
                </a:lnTo>
                <a:lnTo>
                  <a:pt x="45" y="788"/>
                </a:lnTo>
                <a:lnTo>
                  <a:pt x="45" y="789"/>
                </a:lnTo>
                <a:lnTo>
                  <a:pt x="44" y="789"/>
                </a:lnTo>
                <a:lnTo>
                  <a:pt x="44" y="788"/>
                </a:lnTo>
                <a:lnTo>
                  <a:pt x="44" y="787"/>
                </a:lnTo>
                <a:lnTo>
                  <a:pt x="44" y="786"/>
                </a:lnTo>
                <a:lnTo>
                  <a:pt x="44" y="785"/>
                </a:lnTo>
                <a:lnTo>
                  <a:pt x="43" y="785"/>
                </a:lnTo>
                <a:lnTo>
                  <a:pt x="43" y="784"/>
                </a:lnTo>
                <a:lnTo>
                  <a:pt x="43" y="783"/>
                </a:lnTo>
                <a:lnTo>
                  <a:pt x="43" y="782"/>
                </a:lnTo>
                <a:lnTo>
                  <a:pt x="43" y="781"/>
                </a:lnTo>
                <a:lnTo>
                  <a:pt x="42" y="781"/>
                </a:lnTo>
                <a:lnTo>
                  <a:pt x="42" y="782"/>
                </a:lnTo>
                <a:lnTo>
                  <a:pt x="42" y="783"/>
                </a:lnTo>
                <a:lnTo>
                  <a:pt x="42" y="782"/>
                </a:lnTo>
                <a:lnTo>
                  <a:pt x="41" y="782"/>
                </a:lnTo>
                <a:lnTo>
                  <a:pt x="41" y="783"/>
                </a:lnTo>
                <a:lnTo>
                  <a:pt x="41" y="784"/>
                </a:lnTo>
                <a:lnTo>
                  <a:pt x="41" y="785"/>
                </a:lnTo>
                <a:lnTo>
                  <a:pt x="41" y="786"/>
                </a:lnTo>
                <a:lnTo>
                  <a:pt x="42" y="786"/>
                </a:lnTo>
                <a:lnTo>
                  <a:pt x="42" y="787"/>
                </a:lnTo>
                <a:lnTo>
                  <a:pt x="42" y="788"/>
                </a:lnTo>
                <a:lnTo>
                  <a:pt x="41" y="789"/>
                </a:lnTo>
                <a:lnTo>
                  <a:pt x="40" y="790"/>
                </a:lnTo>
                <a:lnTo>
                  <a:pt x="40" y="789"/>
                </a:lnTo>
                <a:lnTo>
                  <a:pt x="40" y="788"/>
                </a:lnTo>
                <a:lnTo>
                  <a:pt x="40" y="787"/>
                </a:lnTo>
                <a:lnTo>
                  <a:pt x="40" y="786"/>
                </a:lnTo>
                <a:lnTo>
                  <a:pt x="40" y="785"/>
                </a:lnTo>
                <a:lnTo>
                  <a:pt x="39" y="785"/>
                </a:lnTo>
                <a:lnTo>
                  <a:pt x="39" y="784"/>
                </a:lnTo>
                <a:lnTo>
                  <a:pt x="39" y="783"/>
                </a:lnTo>
                <a:lnTo>
                  <a:pt x="38" y="782"/>
                </a:lnTo>
                <a:lnTo>
                  <a:pt x="37" y="782"/>
                </a:lnTo>
                <a:lnTo>
                  <a:pt x="37" y="781"/>
                </a:lnTo>
                <a:lnTo>
                  <a:pt x="36" y="781"/>
                </a:lnTo>
                <a:lnTo>
                  <a:pt x="36" y="782"/>
                </a:lnTo>
                <a:lnTo>
                  <a:pt x="35" y="782"/>
                </a:lnTo>
                <a:lnTo>
                  <a:pt x="34" y="782"/>
                </a:lnTo>
                <a:lnTo>
                  <a:pt x="33" y="782"/>
                </a:lnTo>
                <a:lnTo>
                  <a:pt x="33" y="781"/>
                </a:lnTo>
                <a:lnTo>
                  <a:pt x="34" y="781"/>
                </a:lnTo>
                <a:lnTo>
                  <a:pt x="33" y="781"/>
                </a:lnTo>
                <a:lnTo>
                  <a:pt x="33" y="780"/>
                </a:lnTo>
                <a:lnTo>
                  <a:pt x="32" y="780"/>
                </a:lnTo>
                <a:lnTo>
                  <a:pt x="31" y="780"/>
                </a:lnTo>
                <a:lnTo>
                  <a:pt x="31" y="781"/>
                </a:lnTo>
                <a:lnTo>
                  <a:pt x="30" y="781"/>
                </a:lnTo>
                <a:lnTo>
                  <a:pt x="28" y="781"/>
                </a:lnTo>
                <a:lnTo>
                  <a:pt x="28" y="780"/>
                </a:lnTo>
                <a:lnTo>
                  <a:pt x="27" y="780"/>
                </a:lnTo>
                <a:lnTo>
                  <a:pt x="26" y="780"/>
                </a:lnTo>
                <a:lnTo>
                  <a:pt x="26" y="779"/>
                </a:lnTo>
                <a:lnTo>
                  <a:pt x="26" y="778"/>
                </a:lnTo>
                <a:lnTo>
                  <a:pt x="26" y="777"/>
                </a:lnTo>
                <a:lnTo>
                  <a:pt x="25" y="776"/>
                </a:lnTo>
                <a:lnTo>
                  <a:pt x="25" y="775"/>
                </a:lnTo>
                <a:lnTo>
                  <a:pt x="24" y="775"/>
                </a:lnTo>
                <a:lnTo>
                  <a:pt x="25" y="775"/>
                </a:lnTo>
                <a:lnTo>
                  <a:pt x="27" y="774"/>
                </a:lnTo>
                <a:lnTo>
                  <a:pt x="28" y="773"/>
                </a:lnTo>
                <a:lnTo>
                  <a:pt x="27" y="772"/>
                </a:lnTo>
                <a:lnTo>
                  <a:pt x="27" y="771"/>
                </a:lnTo>
                <a:lnTo>
                  <a:pt x="27" y="772"/>
                </a:lnTo>
                <a:lnTo>
                  <a:pt x="27" y="773"/>
                </a:lnTo>
                <a:lnTo>
                  <a:pt x="27" y="774"/>
                </a:lnTo>
                <a:lnTo>
                  <a:pt x="26" y="774"/>
                </a:lnTo>
                <a:lnTo>
                  <a:pt x="26" y="773"/>
                </a:lnTo>
                <a:lnTo>
                  <a:pt x="27" y="773"/>
                </a:lnTo>
                <a:lnTo>
                  <a:pt x="27" y="771"/>
                </a:lnTo>
                <a:lnTo>
                  <a:pt x="27" y="770"/>
                </a:lnTo>
                <a:lnTo>
                  <a:pt x="26" y="770"/>
                </a:lnTo>
                <a:lnTo>
                  <a:pt x="26" y="769"/>
                </a:lnTo>
                <a:lnTo>
                  <a:pt x="26" y="768"/>
                </a:lnTo>
                <a:lnTo>
                  <a:pt x="25" y="767"/>
                </a:lnTo>
                <a:lnTo>
                  <a:pt x="24" y="766"/>
                </a:lnTo>
                <a:lnTo>
                  <a:pt x="24" y="765"/>
                </a:lnTo>
                <a:lnTo>
                  <a:pt x="23" y="765"/>
                </a:lnTo>
                <a:lnTo>
                  <a:pt x="23" y="764"/>
                </a:lnTo>
                <a:lnTo>
                  <a:pt x="22" y="764"/>
                </a:lnTo>
                <a:lnTo>
                  <a:pt x="22" y="763"/>
                </a:lnTo>
                <a:lnTo>
                  <a:pt x="21" y="762"/>
                </a:lnTo>
                <a:lnTo>
                  <a:pt x="20" y="762"/>
                </a:lnTo>
                <a:lnTo>
                  <a:pt x="19" y="761"/>
                </a:lnTo>
                <a:lnTo>
                  <a:pt x="18" y="761"/>
                </a:lnTo>
                <a:lnTo>
                  <a:pt x="17" y="761"/>
                </a:lnTo>
                <a:lnTo>
                  <a:pt x="17" y="762"/>
                </a:lnTo>
                <a:lnTo>
                  <a:pt x="16" y="762"/>
                </a:lnTo>
                <a:lnTo>
                  <a:pt x="15" y="762"/>
                </a:lnTo>
                <a:lnTo>
                  <a:pt x="14" y="762"/>
                </a:lnTo>
                <a:lnTo>
                  <a:pt x="14" y="761"/>
                </a:lnTo>
                <a:lnTo>
                  <a:pt x="14" y="760"/>
                </a:lnTo>
                <a:lnTo>
                  <a:pt x="14" y="759"/>
                </a:lnTo>
                <a:lnTo>
                  <a:pt x="14" y="758"/>
                </a:lnTo>
                <a:lnTo>
                  <a:pt x="13" y="757"/>
                </a:lnTo>
                <a:lnTo>
                  <a:pt x="13" y="756"/>
                </a:lnTo>
                <a:lnTo>
                  <a:pt x="14" y="755"/>
                </a:lnTo>
                <a:lnTo>
                  <a:pt x="15" y="755"/>
                </a:lnTo>
                <a:lnTo>
                  <a:pt x="16" y="755"/>
                </a:lnTo>
                <a:lnTo>
                  <a:pt x="16" y="754"/>
                </a:lnTo>
                <a:lnTo>
                  <a:pt x="16" y="753"/>
                </a:lnTo>
                <a:lnTo>
                  <a:pt x="17" y="753"/>
                </a:lnTo>
                <a:lnTo>
                  <a:pt x="18" y="753"/>
                </a:lnTo>
                <a:lnTo>
                  <a:pt x="18" y="752"/>
                </a:lnTo>
                <a:lnTo>
                  <a:pt x="19" y="753"/>
                </a:lnTo>
                <a:lnTo>
                  <a:pt x="20" y="753"/>
                </a:lnTo>
                <a:lnTo>
                  <a:pt x="20" y="754"/>
                </a:lnTo>
                <a:lnTo>
                  <a:pt x="21" y="754"/>
                </a:lnTo>
                <a:lnTo>
                  <a:pt x="22" y="754"/>
                </a:lnTo>
                <a:lnTo>
                  <a:pt x="22" y="753"/>
                </a:lnTo>
                <a:lnTo>
                  <a:pt x="23" y="753"/>
                </a:lnTo>
                <a:lnTo>
                  <a:pt x="23" y="752"/>
                </a:lnTo>
                <a:lnTo>
                  <a:pt x="23" y="753"/>
                </a:lnTo>
                <a:lnTo>
                  <a:pt x="24" y="753"/>
                </a:lnTo>
                <a:lnTo>
                  <a:pt x="24" y="752"/>
                </a:lnTo>
                <a:lnTo>
                  <a:pt x="24" y="751"/>
                </a:lnTo>
                <a:lnTo>
                  <a:pt x="25" y="751"/>
                </a:lnTo>
                <a:lnTo>
                  <a:pt x="24" y="751"/>
                </a:lnTo>
                <a:lnTo>
                  <a:pt x="23" y="752"/>
                </a:lnTo>
                <a:lnTo>
                  <a:pt x="23" y="751"/>
                </a:lnTo>
                <a:lnTo>
                  <a:pt x="23" y="750"/>
                </a:lnTo>
                <a:lnTo>
                  <a:pt x="24" y="750"/>
                </a:lnTo>
                <a:lnTo>
                  <a:pt x="25" y="750"/>
                </a:lnTo>
                <a:lnTo>
                  <a:pt x="24" y="749"/>
                </a:lnTo>
                <a:lnTo>
                  <a:pt x="22" y="749"/>
                </a:lnTo>
                <a:lnTo>
                  <a:pt x="21" y="749"/>
                </a:lnTo>
                <a:lnTo>
                  <a:pt x="21" y="750"/>
                </a:lnTo>
                <a:lnTo>
                  <a:pt x="21" y="751"/>
                </a:lnTo>
                <a:lnTo>
                  <a:pt x="21" y="753"/>
                </a:lnTo>
                <a:lnTo>
                  <a:pt x="21" y="754"/>
                </a:lnTo>
                <a:lnTo>
                  <a:pt x="20" y="752"/>
                </a:lnTo>
                <a:lnTo>
                  <a:pt x="19" y="752"/>
                </a:lnTo>
                <a:lnTo>
                  <a:pt x="20" y="752"/>
                </a:lnTo>
                <a:lnTo>
                  <a:pt x="19" y="752"/>
                </a:lnTo>
                <a:lnTo>
                  <a:pt x="18" y="751"/>
                </a:lnTo>
                <a:lnTo>
                  <a:pt x="17" y="751"/>
                </a:lnTo>
                <a:lnTo>
                  <a:pt x="17" y="750"/>
                </a:lnTo>
                <a:lnTo>
                  <a:pt x="16" y="750"/>
                </a:lnTo>
                <a:lnTo>
                  <a:pt x="16" y="749"/>
                </a:lnTo>
                <a:lnTo>
                  <a:pt x="15" y="748"/>
                </a:lnTo>
                <a:lnTo>
                  <a:pt x="15" y="747"/>
                </a:lnTo>
                <a:lnTo>
                  <a:pt x="14" y="747"/>
                </a:lnTo>
                <a:lnTo>
                  <a:pt x="14" y="746"/>
                </a:lnTo>
                <a:lnTo>
                  <a:pt x="13" y="746"/>
                </a:lnTo>
                <a:lnTo>
                  <a:pt x="14" y="745"/>
                </a:lnTo>
                <a:lnTo>
                  <a:pt x="14" y="744"/>
                </a:lnTo>
                <a:lnTo>
                  <a:pt x="15" y="744"/>
                </a:lnTo>
                <a:lnTo>
                  <a:pt x="15" y="743"/>
                </a:lnTo>
                <a:lnTo>
                  <a:pt x="15" y="742"/>
                </a:lnTo>
                <a:lnTo>
                  <a:pt x="15" y="741"/>
                </a:lnTo>
                <a:lnTo>
                  <a:pt x="15" y="740"/>
                </a:lnTo>
                <a:lnTo>
                  <a:pt x="16" y="739"/>
                </a:lnTo>
                <a:lnTo>
                  <a:pt x="15" y="738"/>
                </a:lnTo>
                <a:lnTo>
                  <a:pt x="15" y="737"/>
                </a:lnTo>
                <a:lnTo>
                  <a:pt x="15" y="736"/>
                </a:lnTo>
                <a:lnTo>
                  <a:pt x="14" y="735"/>
                </a:lnTo>
                <a:lnTo>
                  <a:pt x="12" y="736"/>
                </a:lnTo>
                <a:lnTo>
                  <a:pt x="12" y="737"/>
                </a:lnTo>
                <a:lnTo>
                  <a:pt x="11" y="737"/>
                </a:lnTo>
                <a:lnTo>
                  <a:pt x="11" y="736"/>
                </a:lnTo>
                <a:lnTo>
                  <a:pt x="10" y="736"/>
                </a:lnTo>
                <a:lnTo>
                  <a:pt x="10" y="737"/>
                </a:lnTo>
                <a:lnTo>
                  <a:pt x="10" y="738"/>
                </a:lnTo>
                <a:lnTo>
                  <a:pt x="10" y="737"/>
                </a:lnTo>
                <a:lnTo>
                  <a:pt x="9" y="737"/>
                </a:lnTo>
                <a:lnTo>
                  <a:pt x="9" y="736"/>
                </a:lnTo>
                <a:lnTo>
                  <a:pt x="8" y="735"/>
                </a:lnTo>
                <a:lnTo>
                  <a:pt x="7" y="734"/>
                </a:lnTo>
                <a:lnTo>
                  <a:pt x="7" y="733"/>
                </a:lnTo>
                <a:lnTo>
                  <a:pt x="6" y="733"/>
                </a:lnTo>
                <a:lnTo>
                  <a:pt x="6" y="732"/>
                </a:lnTo>
                <a:lnTo>
                  <a:pt x="5" y="731"/>
                </a:lnTo>
                <a:lnTo>
                  <a:pt x="4" y="730"/>
                </a:lnTo>
                <a:lnTo>
                  <a:pt x="3" y="729"/>
                </a:lnTo>
                <a:lnTo>
                  <a:pt x="3" y="728"/>
                </a:lnTo>
                <a:lnTo>
                  <a:pt x="2" y="728"/>
                </a:lnTo>
                <a:lnTo>
                  <a:pt x="2" y="727"/>
                </a:lnTo>
                <a:lnTo>
                  <a:pt x="2" y="726"/>
                </a:lnTo>
                <a:lnTo>
                  <a:pt x="1" y="725"/>
                </a:lnTo>
                <a:lnTo>
                  <a:pt x="1" y="724"/>
                </a:lnTo>
                <a:lnTo>
                  <a:pt x="1" y="723"/>
                </a:lnTo>
                <a:lnTo>
                  <a:pt x="1" y="722"/>
                </a:lnTo>
                <a:lnTo>
                  <a:pt x="1" y="721"/>
                </a:lnTo>
                <a:lnTo>
                  <a:pt x="0" y="720"/>
                </a:lnTo>
                <a:lnTo>
                  <a:pt x="0" y="717"/>
                </a:lnTo>
                <a:lnTo>
                  <a:pt x="1" y="716"/>
                </a:lnTo>
                <a:lnTo>
                  <a:pt x="1" y="715"/>
                </a:lnTo>
                <a:lnTo>
                  <a:pt x="1" y="714"/>
                </a:lnTo>
                <a:lnTo>
                  <a:pt x="1" y="715"/>
                </a:lnTo>
                <a:lnTo>
                  <a:pt x="2" y="715"/>
                </a:lnTo>
                <a:lnTo>
                  <a:pt x="3" y="715"/>
                </a:lnTo>
                <a:lnTo>
                  <a:pt x="3" y="714"/>
                </a:lnTo>
                <a:lnTo>
                  <a:pt x="2" y="714"/>
                </a:lnTo>
                <a:lnTo>
                  <a:pt x="2" y="715"/>
                </a:lnTo>
                <a:lnTo>
                  <a:pt x="2" y="714"/>
                </a:lnTo>
                <a:lnTo>
                  <a:pt x="1" y="714"/>
                </a:lnTo>
                <a:lnTo>
                  <a:pt x="2" y="713"/>
                </a:lnTo>
                <a:lnTo>
                  <a:pt x="2" y="712"/>
                </a:lnTo>
                <a:lnTo>
                  <a:pt x="2" y="711"/>
                </a:lnTo>
                <a:lnTo>
                  <a:pt x="2" y="710"/>
                </a:lnTo>
                <a:lnTo>
                  <a:pt x="3" y="710"/>
                </a:lnTo>
                <a:lnTo>
                  <a:pt x="3" y="709"/>
                </a:lnTo>
                <a:lnTo>
                  <a:pt x="3" y="708"/>
                </a:lnTo>
                <a:lnTo>
                  <a:pt x="3" y="707"/>
                </a:lnTo>
                <a:lnTo>
                  <a:pt x="3" y="706"/>
                </a:lnTo>
                <a:lnTo>
                  <a:pt x="4" y="706"/>
                </a:lnTo>
                <a:lnTo>
                  <a:pt x="5" y="705"/>
                </a:lnTo>
                <a:lnTo>
                  <a:pt x="5" y="704"/>
                </a:lnTo>
                <a:lnTo>
                  <a:pt x="5" y="703"/>
                </a:lnTo>
                <a:lnTo>
                  <a:pt x="6" y="703"/>
                </a:lnTo>
                <a:lnTo>
                  <a:pt x="6" y="702"/>
                </a:lnTo>
                <a:lnTo>
                  <a:pt x="6" y="701"/>
                </a:lnTo>
                <a:lnTo>
                  <a:pt x="6" y="700"/>
                </a:lnTo>
                <a:lnTo>
                  <a:pt x="6" y="699"/>
                </a:lnTo>
                <a:lnTo>
                  <a:pt x="6" y="698"/>
                </a:lnTo>
                <a:lnTo>
                  <a:pt x="5" y="697"/>
                </a:lnTo>
                <a:lnTo>
                  <a:pt x="4" y="695"/>
                </a:lnTo>
                <a:lnTo>
                  <a:pt x="4" y="694"/>
                </a:lnTo>
                <a:lnTo>
                  <a:pt x="3" y="694"/>
                </a:lnTo>
                <a:lnTo>
                  <a:pt x="1" y="692"/>
                </a:lnTo>
                <a:lnTo>
                  <a:pt x="1" y="691"/>
                </a:lnTo>
                <a:lnTo>
                  <a:pt x="1" y="690"/>
                </a:lnTo>
                <a:lnTo>
                  <a:pt x="1" y="688"/>
                </a:lnTo>
                <a:lnTo>
                  <a:pt x="3" y="686"/>
                </a:lnTo>
                <a:lnTo>
                  <a:pt x="5" y="683"/>
                </a:lnTo>
                <a:lnTo>
                  <a:pt x="7" y="682"/>
                </a:lnTo>
                <a:lnTo>
                  <a:pt x="7" y="681"/>
                </a:lnTo>
                <a:lnTo>
                  <a:pt x="7" y="680"/>
                </a:lnTo>
                <a:lnTo>
                  <a:pt x="8" y="680"/>
                </a:lnTo>
                <a:lnTo>
                  <a:pt x="8" y="679"/>
                </a:lnTo>
                <a:lnTo>
                  <a:pt x="9" y="679"/>
                </a:lnTo>
                <a:lnTo>
                  <a:pt x="9" y="680"/>
                </a:lnTo>
                <a:lnTo>
                  <a:pt x="9" y="681"/>
                </a:lnTo>
                <a:lnTo>
                  <a:pt x="9" y="682"/>
                </a:lnTo>
                <a:lnTo>
                  <a:pt x="10" y="682"/>
                </a:lnTo>
                <a:lnTo>
                  <a:pt x="10" y="683"/>
                </a:lnTo>
                <a:lnTo>
                  <a:pt x="11" y="684"/>
                </a:lnTo>
                <a:lnTo>
                  <a:pt x="12" y="684"/>
                </a:lnTo>
                <a:lnTo>
                  <a:pt x="13" y="684"/>
                </a:lnTo>
                <a:lnTo>
                  <a:pt x="12" y="684"/>
                </a:lnTo>
                <a:lnTo>
                  <a:pt x="11" y="684"/>
                </a:lnTo>
                <a:lnTo>
                  <a:pt x="11" y="683"/>
                </a:lnTo>
                <a:lnTo>
                  <a:pt x="11" y="682"/>
                </a:lnTo>
                <a:lnTo>
                  <a:pt x="10" y="682"/>
                </a:lnTo>
                <a:lnTo>
                  <a:pt x="10" y="681"/>
                </a:lnTo>
                <a:lnTo>
                  <a:pt x="10" y="680"/>
                </a:lnTo>
                <a:lnTo>
                  <a:pt x="11" y="679"/>
                </a:lnTo>
                <a:lnTo>
                  <a:pt x="12" y="679"/>
                </a:lnTo>
                <a:lnTo>
                  <a:pt x="12" y="678"/>
                </a:lnTo>
                <a:lnTo>
                  <a:pt x="12" y="677"/>
                </a:lnTo>
                <a:lnTo>
                  <a:pt x="13" y="677"/>
                </a:lnTo>
                <a:lnTo>
                  <a:pt x="13" y="676"/>
                </a:lnTo>
                <a:lnTo>
                  <a:pt x="14" y="675"/>
                </a:lnTo>
                <a:lnTo>
                  <a:pt x="14" y="674"/>
                </a:lnTo>
                <a:lnTo>
                  <a:pt x="14" y="673"/>
                </a:lnTo>
                <a:lnTo>
                  <a:pt x="14" y="671"/>
                </a:lnTo>
                <a:lnTo>
                  <a:pt x="14" y="670"/>
                </a:lnTo>
                <a:lnTo>
                  <a:pt x="14" y="669"/>
                </a:lnTo>
                <a:lnTo>
                  <a:pt x="13" y="668"/>
                </a:lnTo>
                <a:lnTo>
                  <a:pt x="12" y="667"/>
                </a:lnTo>
                <a:lnTo>
                  <a:pt x="13" y="666"/>
                </a:lnTo>
                <a:lnTo>
                  <a:pt x="13" y="667"/>
                </a:lnTo>
                <a:lnTo>
                  <a:pt x="13" y="665"/>
                </a:lnTo>
                <a:lnTo>
                  <a:pt x="14" y="665"/>
                </a:lnTo>
                <a:lnTo>
                  <a:pt x="14" y="664"/>
                </a:lnTo>
                <a:lnTo>
                  <a:pt x="14" y="663"/>
                </a:lnTo>
                <a:lnTo>
                  <a:pt x="13" y="663"/>
                </a:lnTo>
                <a:lnTo>
                  <a:pt x="13" y="661"/>
                </a:lnTo>
                <a:lnTo>
                  <a:pt x="13" y="660"/>
                </a:lnTo>
                <a:lnTo>
                  <a:pt x="13" y="659"/>
                </a:lnTo>
                <a:lnTo>
                  <a:pt x="12" y="658"/>
                </a:lnTo>
                <a:lnTo>
                  <a:pt x="11" y="657"/>
                </a:lnTo>
                <a:lnTo>
                  <a:pt x="11" y="656"/>
                </a:lnTo>
                <a:lnTo>
                  <a:pt x="12" y="655"/>
                </a:lnTo>
                <a:lnTo>
                  <a:pt x="13" y="655"/>
                </a:lnTo>
                <a:lnTo>
                  <a:pt x="14" y="656"/>
                </a:lnTo>
                <a:lnTo>
                  <a:pt x="14" y="657"/>
                </a:lnTo>
                <a:lnTo>
                  <a:pt x="15" y="657"/>
                </a:lnTo>
                <a:lnTo>
                  <a:pt x="16" y="657"/>
                </a:lnTo>
                <a:lnTo>
                  <a:pt x="16" y="658"/>
                </a:lnTo>
                <a:lnTo>
                  <a:pt x="15" y="658"/>
                </a:lnTo>
                <a:lnTo>
                  <a:pt x="16" y="658"/>
                </a:lnTo>
                <a:lnTo>
                  <a:pt x="16" y="657"/>
                </a:lnTo>
                <a:lnTo>
                  <a:pt x="15" y="657"/>
                </a:lnTo>
                <a:lnTo>
                  <a:pt x="16" y="657"/>
                </a:lnTo>
                <a:lnTo>
                  <a:pt x="16" y="656"/>
                </a:lnTo>
                <a:lnTo>
                  <a:pt x="17" y="655"/>
                </a:lnTo>
                <a:lnTo>
                  <a:pt x="18" y="655"/>
                </a:lnTo>
                <a:lnTo>
                  <a:pt x="20" y="655"/>
                </a:lnTo>
                <a:lnTo>
                  <a:pt x="21" y="655"/>
                </a:lnTo>
                <a:lnTo>
                  <a:pt x="21" y="656"/>
                </a:lnTo>
                <a:lnTo>
                  <a:pt x="21" y="655"/>
                </a:lnTo>
                <a:lnTo>
                  <a:pt x="22" y="655"/>
                </a:lnTo>
                <a:lnTo>
                  <a:pt x="25" y="654"/>
                </a:lnTo>
                <a:lnTo>
                  <a:pt x="26" y="654"/>
                </a:lnTo>
                <a:lnTo>
                  <a:pt x="28" y="654"/>
                </a:lnTo>
                <a:lnTo>
                  <a:pt x="29" y="653"/>
                </a:lnTo>
                <a:lnTo>
                  <a:pt x="31" y="653"/>
                </a:lnTo>
                <a:lnTo>
                  <a:pt x="33" y="653"/>
                </a:lnTo>
                <a:lnTo>
                  <a:pt x="33" y="652"/>
                </a:lnTo>
                <a:lnTo>
                  <a:pt x="32" y="652"/>
                </a:lnTo>
                <a:lnTo>
                  <a:pt x="31" y="651"/>
                </a:lnTo>
                <a:lnTo>
                  <a:pt x="31" y="650"/>
                </a:lnTo>
                <a:lnTo>
                  <a:pt x="31" y="649"/>
                </a:lnTo>
                <a:lnTo>
                  <a:pt x="31" y="648"/>
                </a:lnTo>
                <a:lnTo>
                  <a:pt x="32" y="646"/>
                </a:lnTo>
                <a:lnTo>
                  <a:pt x="32" y="645"/>
                </a:lnTo>
                <a:lnTo>
                  <a:pt x="33" y="644"/>
                </a:lnTo>
                <a:lnTo>
                  <a:pt x="34" y="644"/>
                </a:lnTo>
                <a:lnTo>
                  <a:pt x="35" y="643"/>
                </a:lnTo>
                <a:lnTo>
                  <a:pt x="35" y="642"/>
                </a:lnTo>
                <a:lnTo>
                  <a:pt x="34" y="642"/>
                </a:lnTo>
                <a:lnTo>
                  <a:pt x="33" y="642"/>
                </a:lnTo>
                <a:lnTo>
                  <a:pt x="33" y="641"/>
                </a:lnTo>
                <a:lnTo>
                  <a:pt x="32" y="641"/>
                </a:lnTo>
                <a:lnTo>
                  <a:pt x="32" y="640"/>
                </a:lnTo>
                <a:lnTo>
                  <a:pt x="32" y="639"/>
                </a:lnTo>
                <a:lnTo>
                  <a:pt x="31" y="639"/>
                </a:lnTo>
                <a:lnTo>
                  <a:pt x="32" y="638"/>
                </a:lnTo>
                <a:lnTo>
                  <a:pt x="33" y="638"/>
                </a:lnTo>
                <a:lnTo>
                  <a:pt x="33" y="637"/>
                </a:lnTo>
                <a:lnTo>
                  <a:pt x="32" y="637"/>
                </a:lnTo>
                <a:lnTo>
                  <a:pt x="31" y="637"/>
                </a:lnTo>
                <a:lnTo>
                  <a:pt x="31" y="638"/>
                </a:lnTo>
                <a:lnTo>
                  <a:pt x="30" y="638"/>
                </a:lnTo>
                <a:lnTo>
                  <a:pt x="30" y="639"/>
                </a:lnTo>
                <a:lnTo>
                  <a:pt x="28" y="639"/>
                </a:lnTo>
                <a:lnTo>
                  <a:pt x="27" y="639"/>
                </a:lnTo>
                <a:lnTo>
                  <a:pt x="25" y="640"/>
                </a:lnTo>
                <a:lnTo>
                  <a:pt x="23" y="640"/>
                </a:lnTo>
                <a:lnTo>
                  <a:pt x="21" y="640"/>
                </a:lnTo>
                <a:lnTo>
                  <a:pt x="20" y="640"/>
                </a:lnTo>
                <a:lnTo>
                  <a:pt x="19" y="639"/>
                </a:lnTo>
                <a:lnTo>
                  <a:pt x="18" y="639"/>
                </a:lnTo>
                <a:lnTo>
                  <a:pt x="17" y="639"/>
                </a:lnTo>
                <a:lnTo>
                  <a:pt x="16" y="638"/>
                </a:lnTo>
                <a:lnTo>
                  <a:pt x="15" y="638"/>
                </a:lnTo>
                <a:lnTo>
                  <a:pt x="15" y="637"/>
                </a:lnTo>
                <a:lnTo>
                  <a:pt x="15" y="635"/>
                </a:lnTo>
                <a:lnTo>
                  <a:pt x="15" y="634"/>
                </a:lnTo>
                <a:lnTo>
                  <a:pt x="15" y="633"/>
                </a:lnTo>
                <a:lnTo>
                  <a:pt x="14" y="632"/>
                </a:lnTo>
                <a:lnTo>
                  <a:pt x="14" y="631"/>
                </a:lnTo>
                <a:lnTo>
                  <a:pt x="14" y="630"/>
                </a:lnTo>
                <a:lnTo>
                  <a:pt x="14" y="629"/>
                </a:lnTo>
                <a:lnTo>
                  <a:pt x="15" y="629"/>
                </a:lnTo>
                <a:lnTo>
                  <a:pt x="14" y="629"/>
                </a:lnTo>
                <a:lnTo>
                  <a:pt x="13" y="628"/>
                </a:lnTo>
                <a:lnTo>
                  <a:pt x="12" y="628"/>
                </a:lnTo>
                <a:lnTo>
                  <a:pt x="11" y="627"/>
                </a:lnTo>
                <a:lnTo>
                  <a:pt x="11" y="626"/>
                </a:lnTo>
                <a:lnTo>
                  <a:pt x="11" y="625"/>
                </a:lnTo>
                <a:lnTo>
                  <a:pt x="10" y="625"/>
                </a:lnTo>
                <a:lnTo>
                  <a:pt x="10" y="624"/>
                </a:lnTo>
                <a:lnTo>
                  <a:pt x="11" y="623"/>
                </a:lnTo>
                <a:lnTo>
                  <a:pt x="12" y="623"/>
                </a:lnTo>
                <a:lnTo>
                  <a:pt x="12" y="622"/>
                </a:lnTo>
                <a:lnTo>
                  <a:pt x="11" y="622"/>
                </a:lnTo>
                <a:lnTo>
                  <a:pt x="11" y="623"/>
                </a:lnTo>
                <a:lnTo>
                  <a:pt x="10" y="623"/>
                </a:lnTo>
                <a:lnTo>
                  <a:pt x="9" y="623"/>
                </a:lnTo>
                <a:lnTo>
                  <a:pt x="9" y="622"/>
                </a:lnTo>
                <a:lnTo>
                  <a:pt x="8" y="622"/>
                </a:lnTo>
                <a:lnTo>
                  <a:pt x="8" y="621"/>
                </a:lnTo>
                <a:lnTo>
                  <a:pt x="7" y="619"/>
                </a:lnTo>
                <a:lnTo>
                  <a:pt x="6" y="618"/>
                </a:lnTo>
                <a:lnTo>
                  <a:pt x="6" y="616"/>
                </a:lnTo>
                <a:lnTo>
                  <a:pt x="7" y="615"/>
                </a:lnTo>
                <a:lnTo>
                  <a:pt x="8" y="614"/>
                </a:lnTo>
                <a:lnTo>
                  <a:pt x="8" y="613"/>
                </a:lnTo>
                <a:lnTo>
                  <a:pt x="8" y="612"/>
                </a:lnTo>
                <a:lnTo>
                  <a:pt x="9" y="611"/>
                </a:lnTo>
                <a:lnTo>
                  <a:pt x="9" y="610"/>
                </a:lnTo>
                <a:lnTo>
                  <a:pt x="9" y="609"/>
                </a:lnTo>
                <a:lnTo>
                  <a:pt x="9" y="608"/>
                </a:lnTo>
                <a:lnTo>
                  <a:pt x="9" y="607"/>
                </a:lnTo>
                <a:lnTo>
                  <a:pt x="10" y="607"/>
                </a:lnTo>
                <a:lnTo>
                  <a:pt x="11" y="608"/>
                </a:lnTo>
                <a:lnTo>
                  <a:pt x="11" y="609"/>
                </a:lnTo>
                <a:lnTo>
                  <a:pt x="12" y="611"/>
                </a:lnTo>
                <a:lnTo>
                  <a:pt x="12" y="612"/>
                </a:lnTo>
                <a:lnTo>
                  <a:pt x="13" y="614"/>
                </a:lnTo>
                <a:lnTo>
                  <a:pt x="14" y="614"/>
                </a:lnTo>
                <a:lnTo>
                  <a:pt x="15" y="614"/>
                </a:lnTo>
                <a:lnTo>
                  <a:pt x="15" y="613"/>
                </a:lnTo>
                <a:lnTo>
                  <a:pt x="15" y="612"/>
                </a:lnTo>
                <a:lnTo>
                  <a:pt x="15" y="611"/>
                </a:lnTo>
                <a:lnTo>
                  <a:pt x="16" y="611"/>
                </a:lnTo>
                <a:lnTo>
                  <a:pt x="17" y="612"/>
                </a:lnTo>
                <a:lnTo>
                  <a:pt x="20" y="612"/>
                </a:lnTo>
                <a:lnTo>
                  <a:pt x="20" y="611"/>
                </a:lnTo>
                <a:lnTo>
                  <a:pt x="21" y="611"/>
                </a:lnTo>
                <a:lnTo>
                  <a:pt x="22" y="610"/>
                </a:lnTo>
                <a:lnTo>
                  <a:pt x="24" y="610"/>
                </a:lnTo>
                <a:lnTo>
                  <a:pt x="25" y="610"/>
                </a:lnTo>
                <a:lnTo>
                  <a:pt x="26" y="610"/>
                </a:lnTo>
                <a:lnTo>
                  <a:pt x="28" y="610"/>
                </a:lnTo>
                <a:lnTo>
                  <a:pt x="29" y="609"/>
                </a:lnTo>
                <a:lnTo>
                  <a:pt x="30" y="607"/>
                </a:lnTo>
                <a:lnTo>
                  <a:pt x="30" y="605"/>
                </a:lnTo>
                <a:lnTo>
                  <a:pt x="29" y="604"/>
                </a:lnTo>
                <a:lnTo>
                  <a:pt x="29" y="605"/>
                </a:lnTo>
                <a:lnTo>
                  <a:pt x="29" y="604"/>
                </a:lnTo>
                <a:lnTo>
                  <a:pt x="29" y="603"/>
                </a:lnTo>
                <a:lnTo>
                  <a:pt x="30" y="602"/>
                </a:lnTo>
                <a:lnTo>
                  <a:pt x="30" y="601"/>
                </a:lnTo>
                <a:lnTo>
                  <a:pt x="30" y="602"/>
                </a:lnTo>
                <a:lnTo>
                  <a:pt x="31" y="602"/>
                </a:lnTo>
                <a:lnTo>
                  <a:pt x="31" y="601"/>
                </a:lnTo>
                <a:lnTo>
                  <a:pt x="31" y="599"/>
                </a:lnTo>
                <a:lnTo>
                  <a:pt x="31" y="598"/>
                </a:lnTo>
                <a:lnTo>
                  <a:pt x="32" y="597"/>
                </a:lnTo>
                <a:lnTo>
                  <a:pt x="33" y="597"/>
                </a:lnTo>
                <a:lnTo>
                  <a:pt x="33" y="596"/>
                </a:lnTo>
                <a:lnTo>
                  <a:pt x="32" y="596"/>
                </a:lnTo>
                <a:lnTo>
                  <a:pt x="32" y="595"/>
                </a:lnTo>
                <a:lnTo>
                  <a:pt x="32" y="594"/>
                </a:lnTo>
                <a:lnTo>
                  <a:pt x="33" y="592"/>
                </a:lnTo>
                <a:lnTo>
                  <a:pt x="33" y="591"/>
                </a:lnTo>
                <a:lnTo>
                  <a:pt x="32" y="589"/>
                </a:lnTo>
                <a:lnTo>
                  <a:pt x="32" y="585"/>
                </a:lnTo>
                <a:lnTo>
                  <a:pt x="33" y="584"/>
                </a:lnTo>
                <a:lnTo>
                  <a:pt x="34" y="584"/>
                </a:lnTo>
                <a:lnTo>
                  <a:pt x="34" y="582"/>
                </a:lnTo>
                <a:lnTo>
                  <a:pt x="33" y="581"/>
                </a:lnTo>
                <a:lnTo>
                  <a:pt x="33" y="580"/>
                </a:lnTo>
                <a:lnTo>
                  <a:pt x="34" y="580"/>
                </a:lnTo>
                <a:lnTo>
                  <a:pt x="34" y="579"/>
                </a:lnTo>
                <a:lnTo>
                  <a:pt x="36" y="578"/>
                </a:lnTo>
                <a:lnTo>
                  <a:pt x="37" y="577"/>
                </a:lnTo>
                <a:lnTo>
                  <a:pt x="38" y="577"/>
                </a:lnTo>
                <a:lnTo>
                  <a:pt x="39" y="576"/>
                </a:lnTo>
                <a:lnTo>
                  <a:pt x="39" y="575"/>
                </a:lnTo>
                <a:lnTo>
                  <a:pt x="40" y="575"/>
                </a:lnTo>
                <a:lnTo>
                  <a:pt x="41" y="575"/>
                </a:lnTo>
                <a:lnTo>
                  <a:pt x="42" y="575"/>
                </a:lnTo>
                <a:lnTo>
                  <a:pt x="42" y="576"/>
                </a:lnTo>
                <a:lnTo>
                  <a:pt x="44" y="576"/>
                </a:lnTo>
                <a:lnTo>
                  <a:pt x="45" y="576"/>
                </a:lnTo>
                <a:lnTo>
                  <a:pt x="46" y="576"/>
                </a:lnTo>
                <a:lnTo>
                  <a:pt x="47" y="577"/>
                </a:lnTo>
                <a:lnTo>
                  <a:pt x="48" y="578"/>
                </a:lnTo>
                <a:lnTo>
                  <a:pt x="51" y="577"/>
                </a:lnTo>
                <a:lnTo>
                  <a:pt x="52" y="577"/>
                </a:lnTo>
                <a:lnTo>
                  <a:pt x="53" y="576"/>
                </a:lnTo>
                <a:lnTo>
                  <a:pt x="54" y="574"/>
                </a:lnTo>
                <a:lnTo>
                  <a:pt x="54" y="573"/>
                </a:lnTo>
                <a:lnTo>
                  <a:pt x="55" y="574"/>
                </a:lnTo>
                <a:lnTo>
                  <a:pt x="54" y="575"/>
                </a:lnTo>
                <a:lnTo>
                  <a:pt x="55" y="576"/>
                </a:lnTo>
                <a:lnTo>
                  <a:pt x="56" y="576"/>
                </a:lnTo>
                <a:lnTo>
                  <a:pt x="56" y="575"/>
                </a:lnTo>
                <a:lnTo>
                  <a:pt x="56" y="574"/>
                </a:lnTo>
                <a:lnTo>
                  <a:pt x="58" y="571"/>
                </a:lnTo>
                <a:lnTo>
                  <a:pt x="59" y="571"/>
                </a:lnTo>
                <a:lnTo>
                  <a:pt x="60" y="572"/>
                </a:lnTo>
                <a:lnTo>
                  <a:pt x="60" y="573"/>
                </a:lnTo>
                <a:lnTo>
                  <a:pt x="61" y="573"/>
                </a:lnTo>
                <a:lnTo>
                  <a:pt x="62" y="572"/>
                </a:lnTo>
                <a:lnTo>
                  <a:pt x="62" y="571"/>
                </a:lnTo>
                <a:lnTo>
                  <a:pt x="64" y="571"/>
                </a:lnTo>
                <a:lnTo>
                  <a:pt x="65" y="571"/>
                </a:lnTo>
                <a:lnTo>
                  <a:pt x="66" y="571"/>
                </a:lnTo>
                <a:lnTo>
                  <a:pt x="67" y="571"/>
                </a:lnTo>
                <a:lnTo>
                  <a:pt x="68" y="571"/>
                </a:lnTo>
                <a:lnTo>
                  <a:pt x="69" y="571"/>
                </a:lnTo>
                <a:lnTo>
                  <a:pt x="70" y="572"/>
                </a:lnTo>
                <a:lnTo>
                  <a:pt x="71" y="573"/>
                </a:lnTo>
                <a:lnTo>
                  <a:pt x="72" y="573"/>
                </a:lnTo>
                <a:lnTo>
                  <a:pt x="74" y="573"/>
                </a:lnTo>
                <a:lnTo>
                  <a:pt x="77" y="573"/>
                </a:lnTo>
                <a:lnTo>
                  <a:pt x="78" y="572"/>
                </a:lnTo>
                <a:lnTo>
                  <a:pt x="79" y="571"/>
                </a:lnTo>
                <a:lnTo>
                  <a:pt x="80" y="571"/>
                </a:lnTo>
                <a:lnTo>
                  <a:pt x="81" y="571"/>
                </a:lnTo>
                <a:lnTo>
                  <a:pt x="81" y="568"/>
                </a:lnTo>
                <a:lnTo>
                  <a:pt x="81" y="567"/>
                </a:lnTo>
                <a:lnTo>
                  <a:pt x="82" y="567"/>
                </a:lnTo>
                <a:lnTo>
                  <a:pt x="82" y="568"/>
                </a:lnTo>
                <a:lnTo>
                  <a:pt x="83" y="568"/>
                </a:lnTo>
                <a:lnTo>
                  <a:pt x="84" y="569"/>
                </a:lnTo>
                <a:lnTo>
                  <a:pt x="85" y="569"/>
                </a:lnTo>
                <a:lnTo>
                  <a:pt x="85" y="570"/>
                </a:lnTo>
                <a:lnTo>
                  <a:pt x="86" y="570"/>
                </a:lnTo>
                <a:lnTo>
                  <a:pt x="86" y="571"/>
                </a:lnTo>
                <a:lnTo>
                  <a:pt x="88" y="571"/>
                </a:lnTo>
                <a:lnTo>
                  <a:pt x="88" y="572"/>
                </a:lnTo>
                <a:lnTo>
                  <a:pt x="88" y="571"/>
                </a:lnTo>
                <a:lnTo>
                  <a:pt x="89" y="571"/>
                </a:lnTo>
                <a:lnTo>
                  <a:pt x="90" y="571"/>
                </a:lnTo>
                <a:lnTo>
                  <a:pt x="91" y="571"/>
                </a:lnTo>
                <a:lnTo>
                  <a:pt x="92" y="571"/>
                </a:lnTo>
                <a:lnTo>
                  <a:pt x="93" y="571"/>
                </a:lnTo>
                <a:lnTo>
                  <a:pt x="95" y="571"/>
                </a:lnTo>
                <a:lnTo>
                  <a:pt x="96" y="571"/>
                </a:lnTo>
                <a:lnTo>
                  <a:pt x="96" y="570"/>
                </a:lnTo>
                <a:lnTo>
                  <a:pt x="96" y="569"/>
                </a:lnTo>
                <a:lnTo>
                  <a:pt x="96" y="568"/>
                </a:lnTo>
                <a:lnTo>
                  <a:pt x="97" y="568"/>
                </a:lnTo>
                <a:lnTo>
                  <a:pt x="96" y="567"/>
                </a:lnTo>
                <a:lnTo>
                  <a:pt x="95" y="567"/>
                </a:lnTo>
                <a:lnTo>
                  <a:pt x="95" y="566"/>
                </a:lnTo>
                <a:lnTo>
                  <a:pt x="95" y="565"/>
                </a:lnTo>
                <a:lnTo>
                  <a:pt x="94" y="564"/>
                </a:lnTo>
                <a:lnTo>
                  <a:pt x="94" y="565"/>
                </a:lnTo>
                <a:lnTo>
                  <a:pt x="93" y="564"/>
                </a:lnTo>
                <a:lnTo>
                  <a:pt x="94" y="563"/>
                </a:lnTo>
                <a:lnTo>
                  <a:pt x="95" y="562"/>
                </a:lnTo>
                <a:lnTo>
                  <a:pt x="95" y="561"/>
                </a:lnTo>
                <a:lnTo>
                  <a:pt x="95" y="560"/>
                </a:lnTo>
                <a:lnTo>
                  <a:pt x="93" y="559"/>
                </a:lnTo>
                <a:lnTo>
                  <a:pt x="92" y="559"/>
                </a:lnTo>
                <a:lnTo>
                  <a:pt x="90" y="558"/>
                </a:lnTo>
                <a:lnTo>
                  <a:pt x="90" y="557"/>
                </a:lnTo>
                <a:lnTo>
                  <a:pt x="90" y="556"/>
                </a:lnTo>
                <a:lnTo>
                  <a:pt x="91" y="553"/>
                </a:lnTo>
                <a:lnTo>
                  <a:pt x="90" y="551"/>
                </a:lnTo>
                <a:lnTo>
                  <a:pt x="89" y="550"/>
                </a:lnTo>
                <a:lnTo>
                  <a:pt x="89" y="549"/>
                </a:lnTo>
                <a:lnTo>
                  <a:pt x="89" y="548"/>
                </a:lnTo>
                <a:lnTo>
                  <a:pt x="89" y="547"/>
                </a:lnTo>
                <a:lnTo>
                  <a:pt x="89" y="545"/>
                </a:lnTo>
                <a:lnTo>
                  <a:pt x="89" y="544"/>
                </a:lnTo>
                <a:lnTo>
                  <a:pt x="89" y="543"/>
                </a:lnTo>
                <a:lnTo>
                  <a:pt x="90" y="543"/>
                </a:lnTo>
                <a:lnTo>
                  <a:pt x="90" y="542"/>
                </a:lnTo>
                <a:lnTo>
                  <a:pt x="89" y="542"/>
                </a:lnTo>
                <a:lnTo>
                  <a:pt x="88" y="541"/>
                </a:lnTo>
                <a:lnTo>
                  <a:pt x="88" y="540"/>
                </a:lnTo>
                <a:lnTo>
                  <a:pt x="89" y="540"/>
                </a:lnTo>
                <a:lnTo>
                  <a:pt x="90" y="540"/>
                </a:lnTo>
                <a:lnTo>
                  <a:pt x="91" y="540"/>
                </a:lnTo>
                <a:lnTo>
                  <a:pt x="91" y="539"/>
                </a:lnTo>
                <a:lnTo>
                  <a:pt x="90" y="536"/>
                </a:lnTo>
                <a:lnTo>
                  <a:pt x="90" y="535"/>
                </a:lnTo>
                <a:lnTo>
                  <a:pt x="89" y="535"/>
                </a:lnTo>
                <a:lnTo>
                  <a:pt x="88" y="535"/>
                </a:lnTo>
                <a:lnTo>
                  <a:pt x="86" y="533"/>
                </a:lnTo>
                <a:lnTo>
                  <a:pt x="85" y="532"/>
                </a:lnTo>
                <a:lnTo>
                  <a:pt x="85" y="531"/>
                </a:lnTo>
                <a:lnTo>
                  <a:pt x="85" y="530"/>
                </a:lnTo>
                <a:lnTo>
                  <a:pt x="86" y="527"/>
                </a:lnTo>
                <a:lnTo>
                  <a:pt x="87" y="525"/>
                </a:lnTo>
                <a:lnTo>
                  <a:pt x="88" y="525"/>
                </a:lnTo>
                <a:lnTo>
                  <a:pt x="88" y="526"/>
                </a:lnTo>
                <a:lnTo>
                  <a:pt x="89" y="527"/>
                </a:lnTo>
                <a:lnTo>
                  <a:pt x="91" y="530"/>
                </a:lnTo>
                <a:lnTo>
                  <a:pt x="92" y="530"/>
                </a:lnTo>
                <a:lnTo>
                  <a:pt x="93" y="530"/>
                </a:lnTo>
                <a:lnTo>
                  <a:pt x="93" y="529"/>
                </a:lnTo>
                <a:lnTo>
                  <a:pt x="94" y="529"/>
                </a:lnTo>
                <a:lnTo>
                  <a:pt x="94" y="528"/>
                </a:lnTo>
                <a:lnTo>
                  <a:pt x="93" y="528"/>
                </a:lnTo>
                <a:lnTo>
                  <a:pt x="94" y="526"/>
                </a:lnTo>
                <a:lnTo>
                  <a:pt x="95" y="526"/>
                </a:lnTo>
                <a:lnTo>
                  <a:pt x="95" y="527"/>
                </a:lnTo>
                <a:lnTo>
                  <a:pt x="96" y="527"/>
                </a:lnTo>
                <a:lnTo>
                  <a:pt x="96" y="526"/>
                </a:lnTo>
                <a:lnTo>
                  <a:pt x="96" y="525"/>
                </a:lnTo>
                <a:lnTo>
                  <a:pt x="96" y="524"/>
                </a:lnTo>
                <a:lnTo>
                  <a:pt x="96" y="523"/>
                </a:lnTo>
                <a:lnTo>
                  <a:pt x="97" y="523"/>
                </a:lnTo>
                <a:lnTo>
                  <a:pt x="98" y="523"/>
                </a:lnTo>
                <a:lnTo>
                  <a:pt x="99" y="523"/>
                </a:lnTo>
                <a:lnTo>
                  <a:pt x="102" y="525"/>
                </a:lnTo>
                <a:lnTo>
                  <a:pt x="103" y="526"/>
                </a:lnTo>
                <a:lnTo>
                  <a:pt x="103" y="527"/>
                </a:lnTo>
                <a:lnTo>
                  <a:pt x="104" y="528"/>
                </a:lnTo>
                <a:lnTo>
                  <a:pt x="105" y="528"/>
                </a:lnTo>
                <a:lnTo>
                  <a:pt x="107" y="530"/>
                </a:lnTo>
                <a:lnTo>
                  <a:pt x="107" y="531"/>
                </a:lnTo>
                <a:lnTo>
                  <a:pt x="108" y="532"/>
                </a:lnTo>
                <a:lnTo>
                  <a:pt x="109" y="532"/>
                </a:lnTo>
                <a:lnTo>
                  <a:pt x="111" y="532"/>
                </a:lnTo>
                <a:lnTo>
                  <a:pt x="112" y="531"/>
                </a:lnTo>
                <a:lnTo>
                  <a:pt x="113" y="530"/>
                </a:lnTo>
                <a:lnTo>
                  <a:pt x="113" y="529"/>
                </a:lnTo>
                <a:lnTo>
                  <a:pt x="113" y="528"/>
                </a:lnTo>
                <a:lnTo>
                  <a:pt x="114" y="528"/>
                </a:lnTo>
                <a:lnTo>
                  <a:pt x="115" y="527"/>
                </a:lnTo>
                <a:lnTo>
                  <a:pt x="115" y="526"/>
                </a:lnTo>
                <a:lnTo>
                  <a:pt x="116" y="525"/>
                </a:lnTo>
                <a:lnTo>
                  <a:pt x="116" y="524"/>
                </a:lnTo>
                <a:lnTo>
                  <a:pt x="117" y="524"/>
                </a:lnTo>
                <a:lnTo>
                  <a:pt x="118" y="524"/>
                </a:lnTo>
                <a:lnTo>
                  <a:pt x="121" y="525"/>
                </a:lnTo>
                <a:lnTo>
                  <a:pt x="122" y="525"/>
                </a:lnTo>
                <a:lnTo>
                  <a:pt x="123" y="525"/>
                </a:lnTo>
                <a:lnTo>
                  <a:pt x="123" y="526"/>
                </a:lnTo>
                <a:lnTo>
                  <a:pt x="123" y="527"/>
                </a:lnTo>
                <a:lnTo>
                  <a:pt x="123" y="528"/>
                </a:lnTo>
                <a:lnTo>
                  <a:pt x="123" y="529"/>
                </a:lnTo>
                <a:lnTo>
                  <a:pt x="124" y="529"/>
                </a:lnTo>
                <a:lnTo>
                  <a:pt x="125" y="529"/>
                </a:lnTo>
                <a:lnTo>
                  <a:pt x="126" y="529"/>
                </a:lnTo>
                <a:lnTo>
                  <a:pt x="127" y="529"/>
                </a:lnTo>
                <a:lnTo>
                  <a:pt x="127" y="530"/>
                </a:lnTo>
                <a:lnTo>
                  <a:pt x="128" y="530"/>
                </a:lnTo>
                <a:lnTo>
                  <a:pt x="129" y="530"/>
                </a:lnTo>
                <a:lnTo>
                  <a:pt x="129" y="529"/>
                </a:lnTo>
                <a:lnTo>
                  <a:pt x="131" y="527"/>
                </a:lnTo>
                <a:lnTo>
                  <a:pt x="134" y="526"/>
                </a:lnTo>
                <a:lnTo>
                  <a:pt x="134" y="524"/>
                </a:lnTo>
                <a:lnTo>
                  <a:pt x="132" y="522"/>
                </a:lnTo>
                <a:lnTo>
                  <a:pt x="131" y="522"/>
                </a:lnTo>
                <a:lnTo>
                  <a:pt x="130" y="521"/>
                </a:lnTo>
                <a:lnTo>
                  <a:pt x="129" y="519"/>
                </a:lnTo>
                <a:lnTo>
                  <a:pt x="129" y="518"/>
                </a:lnTo>
                <a:lnTo>
                  <a:pt x="130" y="517"/>
                </a:lnTo>
                <a:lnTo>
                  <a:pt x="131" y="516"/>
                </a:lnTo>
                <a:lnTo>
                  <a:pt x="132" y="516"/>
                </a:lnTo>
                <a:lnTo>
                  <a:pt x="135" y="515"/>
                </a:lnTo>
                <a:lnTo>
                  <a:pt x="135" y="514"/>
                </a:lnTo>
                <a:lnTo>
                  <a:pt x="136" y="513"/>
                </a:lnTo>
                <a:lnTo>
                  <a:pt x="135" y="513"/>
                </a:lnTo>
                <a:lnTo>
                  <a:pt x="136" y="512"/>
                </a:lnTo>
                <a:lnTo>
                  <a:pt x="136" y="511"/>
                </a:lnTo>
                <a:lnTo>
                  <a:pt x="137" y="511"/>
                </a:lnTo>
                <a:lnTo>
                  <a:pt x="138" y="510"/>
                </a:lnTo>
                <a:lnTo>
                  <a:pt x="139" y="509"/>
                </a:lnTo>
                <a:lnTo>
                  <a:pt x="139" y="508"/>
                </a:lnTo>
                <a:lnTo>
                  <a:pt x="140" y="507"/>
                </a:lnTo>
                <a:lnTo>
                  <a:pt x="140" y="508"/>
                </a:lnTo>
                <a:lnTo>
                  <a:pt x="141" y="509"/>
                </a:lnTo>
                <a:lnTo>
                  <a:pt x="142" y="510"/>
                </a:lnTo>
                <a:lnTo>
                  <a:pt x="145" y="510"/>
                </a:lnTo>
                <a:lnTo>
                  <a:pt x="147" y="510"/>
                </a:lnTo>
                <a:lnTo>
                  <a:pt x="148" y="509"/>
                </a:lnTo>
                <a:lnTo>
                  <a:pt x="149" y="508"/>
                </a:lnTo>
                <a:lnTo>
                  <a:pt x="148" y="507"/>
                </a:lnTo>
                <a:lnTo>
                  <a:pt x="147" y="507"/>
                </a:lnTo>
                <a:lnTo>
                  <a:pt x="146" y="507"/>
                </a:lnTo>
                <a:lnTo>
                  <a:pt x="146" y="506"/>
                </a:lnTo>
                <a:lnTo>
                  <a:pt x="146" y="504"/>
                </a:lnTo>
                <a:lnTo>
                  <a:pt x="145" y="503"/>
                </a:lnTo>
                <a:lnTo>
                  <a:pt x="144" y="503"/>
                </a:lnTo>
                <a:lnTo>
                  <a:pt x="143" y="503"/>
                </a:lnTo>
                <a:lnTo>
                  <a:pt x="143" y="502"/>
                </a:lnTo>
                <a:lnTo>
                  <a:pt x="142" y="501"/>
                </a:lnTo>
                <a:lnTo>
                  <a:pt x="143" y="500"/>
                </a:lnTo>
                <a:lnTo>
                  <a:pt x="142" y="499"/>
                </a:lnTo>
                <a:lnTo>
                  <a:pt x="141" y="498"/>
                </a:lnTo>
                <a:lnTo>
                  <a:pt x="140" y="497"/>
                </a:lnTo>
                <a:lnTo>
                  <a:pt x="139" y="497"/>
                </a:lnTo>
                <a:lnTo>
                  <a:pt x="139" y="498"/>
                </a:lnTo>
                <a:lnTo>
                  <a:pt x="138" y="498"/>
                </a:lnTo>
                <a:lnTo>
                  <a:pt x="137" y="497"/>
                </a:lnTo>
                <a:lnTo>
                  <a:pt x="137" y="496"/>
                </a:lnTo>
                <a:lnTo>
                  <a:pt x="137" y="495"/>
                </a:lnTo>
                <a:lnTo>
                  <a:pt x="137" y="494"/>
                </a:lnTo>
                <a:lnTo>
                  <a:pt x="137" y="493"/>
                </a:lnTo>
                <a:lnTo>
                  <a:pt x="136" y="492"/>
                </a:lnTo>
                <a:lnTo>
                  <a:pt x="136" y="491"/>
                </a:lnTo>
                <a:lnTo>
                  <a:pt x="137" y="490"/>
                </a:lnTo>
                <a:lnTo>
                  <a:pt x="137" y="487"/>
                </a:lnTo>
                <a:lnTo>
                  <a:pt x="136" y="486"/>
                </a:lnTo>
                <a:lnTo>
                  <a:pt x="136" y="485"/>
                </a:lnTo>
                <a:lnTo>
                  <a:pt x="135" y="485"/>
                </a:lnTo>
                <a:lnTo>
                  <a:pt x="134" y="486"/>
                </a:lnTo>
                <a:lnTo>
                  <a:pt x="134" y="485"/>
                </a:lnTo>
                <a:lnTo>
                  <a:pt x="134" y="484"/>
                </a:lnTo>
                <a:lnTo>
                  <a:pt x="133" y="483"/>
                </a:lnTo>
                <a:lnTo>
                  <a:pt x="132" y="482"/>
                </a:lnTo>
                <a:lnTo>
                  <a:pt x="133" y="481"/>
                </a:lnTo>
                <a:lnTo>
                  <a:pt x="134" y="481"/>
                </a:lnTo>
                <a:lnTo>
                  <a:pt x="135" y="481"/>
                </a:lnTo>
                <a:lnTo>
                  <a:pt x="135" y="482"/>
                </a:lnTo>
                <a:lnTo>
                  <a:pt x="136" y="482"/>
                </a:lnTo>
                <a:lnTo>
                  <a:pt x="137" y="483"/>
                </a:lnTo>
                <a:lnTo>
                  <a:pt x="138" y="483"/>
                </a:lnTo>
                <a:lnTo>
                  <a:pt x="140" y="482"/>
                </a:lnTo>
                <a:lnTo>
                  <a:pt x="141" y="482"/>
                </a:lnTo>
                <a:lnTo>
                  <a:pt x="141" y="480"/>
                </a:lnTo>
                <a:lnTo>
                  <a:pt x="140" y="479"/>
                </a:lnTo>
                <a:lnTo>
                  <a:pt x="140" y="478"/>
                </a:lnTo>
                <a:lnTo>
                  <a:pt x="140" y="475"/>
                </a:lnTo>
                <a:lnTo>
                  <a:pt x="141" y="475"/>
                </a:lnTo>
                <a:lnTo>
                  <a:pt x="141" y="474"/>
                </a:lnTo>
                <a:lnTo>
                  <a:pt x="142" y="474"/>
                </a:lnTo>
                <a:lnTo>
                  <a:pt x="143" y="474"/>
                </a:lnTo>
                <a:lnTo>
                  <a:pt x="142" y="472"/>
                </a:lnTo>
                <a:lnTo>
                  <a:pt x="142" y="470"/>
                </a:lnTo>
                <a:lnTo>
                  <a:pt x="141" y="469"/>
                </a:lnTo>
                <a:lnTo>
                  <a:pt x="140" y="469"/>
                </a:lnTo>
                <a:lnTo>
                  <a:pt x="141" y="468"/>
                </a:lnTo>
                <a:lnTo>
                  <a:pt x="142" y="468"/>
                </a:lnTo>
                <a:lnTo>
                  <a:pt x="143" y="468"/>
                </a:lnTo>
                <a:lnTo>
                  <a:pt x="143" y="467"/>
                </a:lnTo>
                <a:lnTo>
                  <a:pt x="142" y="466"/>
                </a:lnTo>
                <a:lnTo>
                  <a:pt x="142" y="465"/>
                </a:lnTo>
                <a:lnTo>
                  <a:pt x="142" y="464"/>
                </a:lnTo>
                <a:lnTo>
                  <a:pt x="143" y="464"/>
                </a:lnTo>
                <a:lnTo>
                  <a:pt x="144" y="464"/>
                </a:lnTo>
                <a:lnTo>
                  <a:pt x="147" y="466"/>
                </a:lnTo>
                <a:lnTo>
                  <a:pt x="147" y="467"/>
                </a:lnTo>
                <a:lnTo>
                  <a:pt x="148" y="468"/>
                </a:lnTo>
                <a:lnTo>
                  <a:pt x="149" y="468"/>
                </a:lnTo>
                <a:lnTo>
                  <a:pt x="149" y="467"/>
                </a:lnTo>
                <a:lnTo>
                  <a:pt x="149" y="466"/>
                </a:lnTo>
                <a:lnTo>
                  <a:pt x="150" y="465"/>
                </a:lnTo>
                <a:lnTo>
                  <a:pt x="152" y="464"/>
                </a:lnTo>
                <a:lnTo>
                  <a:pt x="152" y="463"/>
                </a:lnTo>
                <a:lnTo>
                  <a:pt x="155" y="464"/>
                </a:lnTo>
                <a:lnTo>
                  <a:pt x="156" y="463"/>
                </a:lnTo>
                <a:lnTo>
                  <a:pt x="157" y="463"/>
                </a:lnTo>
                <a:lnTo>
                  <a:pt x="158" y="463"/>
                </a:lnTo>
                <a:lnTo>
                  <a:pt x="159" y="464"/>
                </a:lnTo>
                <a:lnTo>
                  <a:pt x="160" y="463"/>
                </a:lnTo>
                <a:lnTo>
                  <a:pt x="161" y="463"/>
                </a:lnTo>
                <a:lnTo>
                  <a:pt x="161" y="462"/>
                </a:lnTo>
                <a:lnTo>
                  <a:pt x="161" y="461"/>
                </a:lnTo>
                <a:lnTo>
                  <a:pt x="161" y="460"/>
                </a:lnTo>
                <a:lnTo>
                  <a:pt x="161" y="459"/>
                </a:lnTo>
                <a:lnTo>
                  <a:pt x="162" y="459"/>
                </a:lnTo>
                <a:lnTo>
                  <a:pt x="163" y="459"/>
                </a:lnTo>
                <a:lnTo>
                  <a:pt x="164" y="459"/>
                </a:lnTo>
                <a:lnTo>
                  <a:pt x="165" y="459"/>
                </a:lnTo>
                <a:lnTo>
                  <a:pt x="166" y="459"/>
                </a:lnTo>
                <a:lnTo>
                  <a:pt x="167" y="459"/>
                </a:lnTo>
                <a:lnTo>
                  <a:pt x="168" y="459"/>
                </a:lnTo>
                <a:lnTo>
                  <a:pt x="169" y="459"/>
                </a:lnTo>
                <a:lnTo>
                  <a:pt x="170" y="457"/>
                </a:lnTo>
                <a:lnTo>
                  <a:pt x="170" y="456"/>
                </a:lnTo>
                <a:lnTo>
                  <a:pt x="170" y="455"/>
                </a:lnTo>
                <a:lnTo>
                  <a:pt x="169" y="455"/>
                </a:lnTo>
                <a:lnTo>
                  <a:pt x="170" y="455"/>
                </a:lnTo>
                <a:lnTo>
                  <a:pt x="171" y="455"/>
                </a:lnTo>
                <a:lnTo>
                  <a:pt x="171" y="454"/>
                </a:lnTo>
                <a:lnTo>
                  <a:pt x="172" y="454"/>
                </a:lnTo>
                <a:lnTo>
                  <a:pt x="173" y="454"/>
                </a:lnTo>
                <a:lnTo>
                  <a:pt x="174" y="455"/>
                </a:lnTo>
                <a:lnTo>
                  <a:pt x="175" y="455"/>
                </a:lnTo>
                <a:lnTo>
                  <a:pt x="176" y="454"/>
                </a:lnTo>
                <a:lnTo>
                  <a:pt x="176" y="453"/>
                </a:lnTo>
                <a:lnTo>
                  <a:pt x="177" y="453"/>
                </a:lnTo>
                <a:lnTo>
                  <a:pt x="179" y="452"/>
                </a:lnTo>
                <a:lnTo>
                  <a:pt x="179" y="453"/>
                </a:lnTo>
                <a:lnTo>
                  <a:pt x="180" y="453"/>
                </a:lnTo>
                <a:lnTo>
                  <a:pt x="181" y="453"/>
                </a:lnTo>
                <a:lnTo>
                  <a:pt x="182" y="452"/>
                </a:lnTo>
                <a:lnTo>
                  <a:pt x="183" y="452"/>
                </a:lnTo>
                <a:lnTo>
                  <a:pt x="183" y="453"/>
                </a:lnTo>
                <a:lnTo>
                  <a:pt x="183" y="451"/>
                </a:lnTo>
                <a:lnTo>
                  <a:pt x="183" y="450"/>
                </a:lnTo>
                <a:lnTo>
                  <a:pt x="184" y="450"/>
                </a:lnTo>
                <a:lnTo>
                  <a:pt x="185" y="450"/>
                </a:lnTo>
                <a:lnTo>
                  <a:pt x="185" y="449"/>
                </a:lnTo>
                <a:lnTo>
                  <a:pt x="186" y="449"/>
                </a:lnTo>
                <a:lnTo>
                  <a:pt x="186" y="448"/>
                </a:lnTo>
                <a:lnTo>
                  <a:pt x="186" y="447"/>
                </a:lnTo>
                <a:lnTo>
                  <a:pt x="187" y="446"/>
                </a:lnTo>
                <a:lnTo>
                  <a:pt x="187" y="445"/>
                </a:lnTo>
                <a:lnTo>
                  <a:pt x="186" y="445"/>
                </a:lnTo>
                <a:lnTo>
                  <a:pt x="186" y="444"/>
                </a:lnTo>
                <a:lnTo>
                  <a:pt x="186" y="443"/>
                </a:lnTo>
                <a:lnTo>
                  <a:pt x="185" y="443"/>
                </a:lnTo>
                <a:lnTo>
                  <a:pt x="184" y="442"/>
                </a:lnTo>
                <a:lnTo>
                  <a:pt x="183" y="442"/>
                </a:lnTo>
                <a:lnTo>
                  <a:pt x="183" y="441"/>
                </a:lnTo>
                <a:lnTo>
                  <a:pt x="182" y="441"/>
                </a:lnTo>
                <a:lnTo>
                  <a:pt x="182" y="440"/>
                </a:lnTo>
                <a:lnTo>
                  <a:pt x="183" y="440"/>
                </a:lnTo>
                <a:lnTo>
                  <a:pt x="186" y="440"/>
                </a:lnTo>
                <a:lnTo>
                  <a:pt x="187" y="440"/>
                </a:lnTo>
                <a:lnTo>
                  <a:pt x="188" y="439"/>
                </a:lnTo>
                <a:lnTo>
                  <a:pt x="188" y="438"/>
                </a:lnTo>
                <a:lnTo>
                  <a:pt x="189" y="438"/>
                </a:lnTo>
                <a:lnTo>
                  <a:pt x="190" y="438"/>
                </a:lnTo>
                <a:lnTo>
                  <a:pt x="191" y="438"/>
                </a:lnTo>
                <a:lnTo>
                  <a:pt x="192" y="438"/>
                </a:lnTo>
                <a:lnTo>
                  <a:pt x="193" y="439"/>
                </a:lnTo>
                <a:lnTo>
                  <a:pt x="194" y="439"/>
                </a:lnTo>
                <a:lnTo>
                  <a:pt x="195" y="438"/>
                </a:lnTo>
                <a:lnTo>
                  <a:pt x="196" y="438"/>
                </a:lnTo>
                <a:lnTo>
                  <a:pt x="197" y="438"/>
                </a:lnTo>
                <a:lnTo>
                  <a:pt x="198" y="438"/>
                </a:lnTo>
                <a:lnTo>
                  <a:pt x="199" y="438"/>
                </a:lnTo>
                <a:lnTo>
                  <a:pt x="200" y="438"/>
                </a:lnTo>
                <a:lnTo>
                  <a:pt x="201" y="438"/>
                </a:lnTo>
                <a:lnTo>
                  <a:pt x="202" y="438"/>
                </a:lnTo>
                <a:lnTo>
                  <a:pt x="203" y="437"/>
                </a:lnTo>
                <a:lnTo>
                  <a:pt x="202" y="436"/>
                </a:lnTo>
                <a:lnTo>
                  <a:pt x="203" y="436"/>
                </a:lnTo>
                <a:lnTo>
                  <a:pt x="205" y="436"/>
                </a:lnTo>
                <a:lnTo>
                  <a:pt x="206" y="435"/>
                </a:lnTo>
                <a:lnTo>
                  <a:pt x="207" y="434"/>
                </a:lnTo>
                <a:lnTo>
                  <a:pt x="206" y="434"/>
                </a:lnTo>
                <a:lnTo>
                  <a:pt x="207" y="433"/>
                </a:lnTo>
                <a:lnTo>
                  <a:pt x="207" y="432"/>
                </a:lnTo>
                <a:lnTo>
                  <a:pt x="207" y="431"/>
                </a:lnTo>
                <a:lnTo>
                  <a:pt x="208" y="431"/>
                </a:lnTo>
                <a:lnTo>
                  <a:pt x="209" y="430"/>
                </a:lnTo>
                <a:lnTo>
                  <a:pt x="210" y="430"/>
                </a:lnTo>
                <a:lnTo>
                  <a:pt x="210" y="429"/>
                </a:lnTo>
                <a:lnTo>
                  <a:pt x="211" y="429"/>
                </a:lnTo>
                <a:lnTo>
                  <a:pt x="211" y="430"/>
                </a:lnTo>
                <a:lnTo>
                  <a:pt x="212" y="430"/>
                </a:lnTo>
                <a:lnTo>
                  <a:pt x="212" y="429"/>
                </a:lnTo>
                <a:lnTo>
                  <a:pt x="212" y="428"/>
                </a:lnTo>
                <a:lnTo>
                  <a:pt x="214" y="427"/>
                </a:lnTo>
                <a:lnTo>
                  <a:pt x="214" y="426"/>
                </a:lnTo>
                <a:lnTo>
                  <a:pt x="214" y="425"/>
                </a:lnTo>
                <a:lnTo>
                  <a:pt x="215" y="424"/>
                </a:lnTo>
                <a:lnTo>
                  <a:pt x="215" y="423"/>
                </a:lnTo>
                <a:lnTo>
                  <a:pt x="216" y="422"/>
                </a:lnTo>
                <a:lnTo>
                  <a:pt x="217" y="420"/>
                </a:lnTo>
                <a:lnTo>
                  <a:pt x="218" y="420"/>
                </a:lnTo>
                <a:lnTo>
                  <a:pt x="218" y="419"/>
                </a:lnTo>
                <a:lnTo>
                  <a:pt x="219" y="418"/>
                </a:lnTo>
                <a:lnTo>
                  <a:pt x="218" y="418"/>
                </a:lnTo>
                <a:lnTo>
                  <a:pt x="220" y="417"/>
                </a:lnTo>
                <a:lnTo>
                  <a:pt x="221" y="417"/>
                </a:lnTo>
                <a:lnTo>
                  <a:pt x="221" y="416"/>
                </a:lnTo>
                <a:lnTo>
                  <a:pt x="222" y="416"/>
                </a:lnTo>
                <a:lnTo>
                  <a:pt x="222" y="415"/>
                </a:lnTo>
                <a:lnTo>
                  <a:pt x="223" y="414"/>
                </a:lnTo>
                <a:lnTo>
                  <a:pt x="223" y="413"/>
                </a:lnTo>
                <a:lnTo>
                  <a:pt x="223" y="412"/>
                </a:lnTo>
                <a:lnTo>
                  <a:pt x="223" y="411"/>
                </a:lnTo>
                <a:lnTo>
                  <a:pt x="224" y="410"/>
                </a:lnTo>
                <a:lnTo>
                  <a:pt x="225" y="408"/>
                </a:lnTo>
                <a:lnTo>
                  <a:pt x="225" y="407"/>
                </a:lnTo>
                <a:lnTo>
                  <a:pt x="225" y="406"/>
                </a:lnTo>
                <a:lnTo>
                  <a:pt x="224" y="406"/>
                </a:lnTo>
                <a:lnTo>
                  <a:pt x="223" y="405"/>
                </a:lnTo>
                <a:lnTo>
                  <a:pt x="224" y="404"/>
                </a:lnTo>
                <a:lnTo>
                  <a:pt x="223" y="403"/>
                </a:lnTo>
                <a:lnTo>
                  <a:pt x="223" y="402"/>
                </a:lnTo>
                <a:lnTo>
                  <a:pt x="224" y="402"/>
                </a:lnTo>
                <a:lnTo>
                  <a:pt x="225" y="402"/>
                </a:lnTo>
                <a:lnTo>
                  <a:pt x="225" y="401"/>
                </a:lnTo>
                <a:lnTo>
                  <a:pt x="226" y="400"/>
                </a:lnTo>
                <a:lnTo>
                  <a:pt x="227" y="400"/>
                </a:lnTo>
                <a:lnTo>
                  <a:pt x="228" y="399"/>
                </a:lnTo>
                <a:lnTo>
                  <a:pt x="228" y="398"/>
                </a:lnTo>
                <a:lnTo>
                  <a:pt x="227" y="398"/>
                </a:lnTo>
                <a:lnTo>
                  <a:pt x="226" y="397"/>
                </a:lnTo>
                <a:lnTo>
                  <a:pt x="226" y="396"/>
                </a:lnTo>
                <a:lnTo>
                  <a:pt x="227" y="395"/>
                </a:lnTo>
                <a:lnTo>
                  <a:pt x="228" y="395"/>
                </a:lnTo>
                <a:lnTo>
                  <a:pt x="229" y="394"/>
                </a:lnTo>
                <a:lnTo>
                  <a:pt x="230" y="394"/>
                </a:lnTo>
                <a:lnTo>
                  <a:pt x="230" y="393"/>
                </a:lnTo>
                <a:lnTo>
                  <a:pt x="231" y="392"/>
                </a:lnTo>
                <a:lnTo>
                  <a:pt x="232" y="392"/>
                </a:lnTo>
                <a:lnTo>
                  <a:pt x="232" y="391"/>
                </a:lnTo>
                <a:lnTo>
                  <a:pt x="232" y="390"/>
                </a:lnTo>
                <a:lnTo>
                  <a:pt x="232" y="389"/>
                </a:lnTo>
                <a:lnTo>
                  <a:pt x="231" y="389"/>
                </a:lnTo>
                <a:lnTo>
                  <a:pt x="231" y="388"/>
                </a:lnTo>
                <a:lnTo>
                  <a:pt x="232" y="387"/>
                </a:lnTo>
                <a:lnTo>
                  <a:pt x="232" y="386"/>
                </a:lnTo>
                <a:lnTo>
                  <a:pt x="231" y="386"/>
                </a:lnTo>
                <a:lnTo>
                  <a:pt x="231" y="387"/>
                </a:lnTo>
                <a:lnTo>
                  <a:pt x="230" y="387"/>
                </a:lnTo>
                <a:lnTo>
                  <a:pt x="229" y="387"/>
                </a:lnTo>
                <a:lnTo>
                  <a:pt x="228" y="387"/>
                </a:lnTo>
                <a:lnTo>
                  <a:pt x="227" y="387"/>
                </a:lnTo>
                <a:lnTo>
                  <a:pt x="226" y="387"/>
                </a:lnTo>
                <a:lnTo>
                  <a:pt x="225" y="386"/>
                </a:lnTo>
                <a:lnTo>
                  <a:pt x="224" y="385"/>
                </a:lnTo>
                <a:lnTo>
                  <a:pt x="223" y="384"/>
                </a:lnTo>
                <a:lnTo>
                  <a:pt x="223" y="383"/>
                </a:lnTo>
                <a:lnTo>
                  <a:pt x="223" y="382"/>
                </a:lnTo>
                <a:lnTo>
                  <a:pt x="223" y="381"/>
                </a:lnTo>
                <a:lnTo>
                  <a:pt x="223" y="380"/>
                </a:lnTo>
                <a:lnTo>
                  <a:pt x="224" y="379"/>
                </a:lnTo>
                <a:lnTo>
                  <a:pt x="224" y="378"/>
                </a:lnTo>
                <a:lnTo>
                  <a:pt x="223" y="378"/>
                </a:lnTo>
                <a:lnTo>
                  <a:pt x="223" y="377"/>
                </a:lnTo>
                <a:lnTo>
                  <a:pt x="223" y="376"/>
                </a:lnTo>
                <a:lnTo>
                  <a:pt x="222" y="376"/>
                </a:lnTo>
                <a:lnTo>
                  <a:pt x="224" y="375"/>
                </a:lnTo>
                <a:lnTo>
                  <a:pt x="224" y="374"/>
                </a:lnTo>
                <a:lnTo>
                  <a:pt x="225" y="374"/>
                </a:lnTo>
                <a:lnTo>
                  <a:pt x="226" y="373"/>
                </a:lnTo>
                <a:lnTo>
                  <a:pt x="226" y="372"/>
                </a:lnTo>
                <a:lnTo>
                  <a:pt x="225" y="372"/>
                </a:lnTo>
                <a:lnTo>
                  <a:pt x="225" y="373"/>
                </a:lnTo>
                <a:lnTo>
                  <a:pt x="224" y="372"/>
                </a:lnTo>
                <a:lnTo>
                  <a:pt x="224" y="370"/>
                </a:lnTo>
                <a:lnTo>
                  <a:pt x="224" y="369"/>
                </a:lnTo>
                <a:lnTo>
                  <a:pt x="224" y="367"/>
                </a:lnTo>
                <a:lnTo>
                  <a:pt x="224" y="366"/>
                </a:lnTo>
                <a:lnTo>
                  <a:pt x="223" y="365"/>
                </a:lnTo>
                <a:lnTo>
                  <a:pt x="222" y="365"/>
                </a:lnTo>
                <a:lnTo>
                  <a:pt x="223" y="364"/>
                </a:lnTo>
                <a:lnTo>
                  <a:pt x="222" y="363"/>
                </a:lnTo>
                <a:lnTo>
                  <a:pt x="221" y="363"/>
                </a:lnTo>
                <a:lnTo>
                  <a:pt x="221" y="362"/>
                </a:lnTo>
                <a:lnTo>
                  <a:pt x="221" y="361"/>
                </a:lnTo>
                <a:lnTo>
                  <a:pt x="221" y="360"/>
                </a:lnTo>
                <a:lnTo>
                  <a:pt x="221" y="359"/>
                </a:lnTo>
                <a:lnTo>
                  <a:pt x="221" y="358"/>
                </a:lnTo>
                <a:lnTo>
                  <a:pt x="220" y="357"/>
                </a:lnTo>
                <a:lnTo>
                  <a:pt x="219" y="357"/>
                </a:lnTo>
                <a:lnTo>
                  <a:pt x="219" y="358"/>
                </a:lnTo>
                <a:lnTo>
                  <a:pt x="218" y="358"/>
                </a:lnTo>
                <a:lnTo>
                  <a:pt x="218" y="357"/>
                </a:lnTo>
                <a:lnTo>
                  <a:pt x="218" y="356"/>
                </a:lnTo>
                <a:lnTo>
                  <a:pt x="218" y="355"/>
                </a:lnTo>
                <a:lnTo>
                  <a:pt x="218" y="354"/>
                </a:lnTo>
                <a:lnTo>
                  <a:pt x="219" y="354"/>
                </a:lnTo>
                <a:lnTo>
                  <a:pt x="220" y="353"/>
                </a:lnTo>
                <a:lnTo>
                  <a:pt x="221" y="352"/>
                </a:lnTo>
                <a:lnTo>
                  <a:pt x="222" y="352"/>
                </a:lnTo>
                <a:lnTo>
                  <a:pt x="222" y="351"/>
                </a:lnTo>
                <a:lnTo>
                  <a:pt x="222" y="350"/>
                </a:lnTo>
                <a:lnTo>
                  <a:pt x="221" y="350"/>
                </a:lnTo>
                <a:lnTo>
                  <a:pt x="220" y="350"/>
                </a:lnTo>
                <a:lnTo>
                  <a:pt x="219" y="349"/>
                </a:lnTo>
                <a:lnTo>
                  <a:pt x="219" y="347"/>
                </a:lnTo>
                <a:lnTo>
                  <a:pt x="220" y="346"/>
                </a:lnTo>
                <a:lnTo>
                  <a:pt x="220" y="345"/>
                </a:lnTo>
                <a:lnTo>
                  <a:pt x="221" y="345"/>
                </a:lnTo>
                <a:lnTo>
                  <a:pt x="221" y="344"/>
                </a:lnTo>
                <a:lnTo>
                  <a:pt x="221" y="343"/>
                </a:lnTo>
                <a:lnTo>
                  <a:pt x="221" y="342"/>
                </a:lnTo>
                <a:lnTo>
                  <a:pt x="222" y="342"/>
                </a:lnTo>
                <a:lnTo>
                  <a:pt x="222" y="341"/>
                </a:lnTo>
                <a:lnTo>
                  <a:pt x="223" y="341"/>
                </a:lnTo>
                <a:lnTo>
                  <a:pt x="223" y="340"/>
                </a:lnTo>
                <a:lnTo>
                  <a:pt x="223" y="339"/>
                </a:lnTo>
                <a:lnTo>
                  <a:pt x="222" y="338"/>
                </a:lnTo>
                <a:lnTo>
                  <a:pt x="221" y="338"/>
                </a:lnTo>
                <a:lnTo>
                  <a:pt x="222" y="337"/>
                </a:lnTo>
                <a:lnTo>
                  <a:pt x="222" y="336"/>
                </a:lnTo>
                <a:lnTo>
                  <a:pt x="222" y="333"/>
                </a:lnTo>
                <a:lnTo>
                  <a:pt x="223" y="332"/>
                </a:lnTo>
                <a:lnTo>
                  <a:pt x="223" y="331"/>
                </a:lnTo>
                <a:lnTo>
                  <a:pt x="222" y="330"/>
                </a:lnTo>
                <a:lnTo>
                  <a:pt x="223" y="330"/>
                </a:lnTo>
                <a:lnTo>
                  <a:pt x="223" y="329"/>
                </a:lnTo>
                <a:lnTo>
                  <a:pt x="223" y="328"/>
                </a:lnTo>
                <a:lnTo>
                  <a:pt x="223" y="327"/>
                </a:lnTo>
                <a:lnTo>
                  <a:pt x="224" y="327"/>
                </a:lnTo>
                <a:lnTo>
                  <a:pt x="225" y="327"/>
                </a:lnTo>
                <a:lnTo>
                  <a:pt x="226" y="327"/>
                </a:lnTo>
                <a:lnTo>
                  <a:pt x="227" y="327"/>
                </a:lnTo>
                <a:lnTo>
                  <a:pt x="227" y="326"/>
                </a:lnTo>
                <a:lnTo>
                  <a:pt x="228" y="325"/>
                </a:lnTo>
                <a:lnTo>
                  <a:pt x="229" y="325"/>
                </a:lnTo>
                <a:lnTo>
                  <a:pt x="229" y="324"/>
                </a:lnTo>
                <a:lnTo>
                  <a:pt x="230" y="323"/>
                </a:lnTo>
                <a:lnTo>
                  <a:pt x="230" y="322"/>
                </a:lnTo>
                <a:lnTo>
                  <a:pt x="231" y="322"/>
                </a:lnTo>
                <a:lnTo>
                  <a:pt x="232" y="321"/>
                </a:lnTo>
                <a:lnTo>
                  <a:pt x="232" y="319"/>
                </a:lnTo>
                <a:lnTo>
                  <a:pt x="233" y="319"/>
                </a:lnTo>
                <a:lnTo>
                  <a:pt x="233" y="318"/>
                </a:lnTo>
                <a:lnTo>
                  <a:pt x="233" y="316"/>
                </a:lnTo>
                <a:lnTo>
                  <a:pt x="233" y="315"/>
                </a:lnTo>
                <a:lnTo>
                  <a:pt x="233" y="314"/>
                </a:lnTo>
                <a:lnTo>
                  <a:pt x="234" y="313"/>
                </a:lnTo>
                <a:lnTo>
                  <a:pt x="235" y="312"/>
                </a:lnTo>
                <a:lnTo>
                  <a:pt x="234" y="308"/>
                </a:lnTo>
                <a:lnTo>
                  <a:pt x="234" y="307"/>
                </a:lnTo>
                <a:lnTo>
                  <a:pt x="234" y="303"/>
                </a:lnTo>
                <a:lnTo>
                  <a:pt x="236" y="302"/>
                </a:lnTo>
                <a:lnTo>
                  <a:pt x="237" y="302"/>
                </a:lnTo>
                <a:lnTo>
                  <a:pt x="238" y="303"/>
                </a:lnTo>
                <a:lnTo>
                  <a:pt x="240" y="302"/>
                </a:lnTo>
                <a:lnTo>
                  <a:pt x="241" y="302"/>
                </a:lnTo>
                <a:lnTo>
                  <a:pt x="242" y="301"/>
                </a:lnTo>
                <a:lnTo>
                  <a:pt x="242" y="300"/>
                </a:lnTo>
                <a:lnTo>
                  <a:pt x="243" y="300"/>
                </a:lnTo>
                <a:lnTo>
                  <a:pt x="244" y="300"/>
                </a:lnTo>
                <a:lnTo>
                  <a:pt x="244" y="301"/>
                </a:lnTo>
                <a:lnTo>
                  <a:pt x="243" y="301"/>
                </a:lnTo>
                <a:lnTo>
                  <a:pt x="244" y="301"/>
                </a:lnTo>
                <a:lnTo>
                  <a:pt x="245" y="301"/>
                </a:lnTo>
                <a:lnTo>
                  <a:pt x="246" y="300"/>
                </a:lnTo>
                <a:lnTo>
                  <a:pt x="247" y="299"/>
                </a:lnTo>
                <a:lnTo>
                  <a:pt x="249" y="299"/>
                </a:lnTo>
                <a:lnTo>
                  <a:pt x="250" y="300"/>
                </a:lnTo>
                <a:lnTo>
                  <a:pt x="252" y="300"/>
                </a:lnTo>
                <a:lnTo>
                  <a:pt x="252" y="299"/>
                </a:lnTo>
                <a:lnTo>
                  <a:pt x="251" y="298"/>
                </a:lnTo>
                <a:lnTo>
                  <a:pt x="251" y="297"/>
                </a:lnTo>
                <a:lnTo>
                  <a:pt x="252" y="296"/>
                </a:lnTo>
                <a:lnTo>
                  <a:pt x="253" y="294"/>
                </a:lnTo>
                <a:lnTo>
                  <a:pt x="254" y="294"/>
                </a:lnTo>
                <a:lnTo>
                  <a:pt x="254" y="293"/>
                </a:lnTo>
                <a:lnTo>
                  <a:pt x="254" y="292"/>
                </a:lnTo>
                <a:lnTo>
                  <a:pt x="255" y="291"/>
                </a:lnTo>
                <a:lnTo>
                  <a:pt x="256" y="291"/>
                </a:lnTo>
                <a:lnTo>
                  <a:pt x="257" y="291"/>
                </a:lnTo>
                <a:lnTo>
                  <a:pt x="258" y="290"/>
                </a:lnTo>
                <a:lnTo>
                  <a:pt x="258" y="287"/>
                </a:lnTo>
                <a:lnTo>
                  <a:pt x="257" y="287"/>
                </a:lnTo>
                <a:lnTo>
                  <a:pt x="255" y="287"/>
                </a:lnTo>
                <a:lnTo>
                  <a:pt x="254" y="288"/>
                </a:lnTo>
                <a:lnTo>
                  <a:pt x="253" y="287"/>
                </a:lnTo>
                <a:lnTo>
                  <a:pt x="252" y="287"/>
                </a:lnTo>
                <a:lnTo>
                  <a:pt x="251" y="286"/>
                </a:lnTo>
                <a:lnTo>
                  <a:pt x="251" y="285"/>
                </a:lnTo>
                <a:lnTo>
                  <a:pt x="252" y="285"/>
                </a:lnTo>
                <a:lnTo>
                  <a:pt x="253" y="284"/>
                </a:lnTo>
                <a:lnTo>
                  <a:pt x="252" y="284"/>
                </a:lnTo>
                <a:lnTo>
                  <a:pt x="252" y="281"/>
                </a:lnTo>
                <a:lnTo>
                  <a:pt x="252" y="280"/>
                </a:lnTo>
                <a:lnTo>
                  <a:pt x="252" y="278"/>
                </a:lnTo>
                <a:lnTo>
                  <a:pt x="252" y="277"/>
                </a:lnTo>
                <a:lnTo>
                  <a:pt x="253" y="277"/>
                </a:lnTo>
                <a:lnTo>
                  <a:pt x="254" y="274"/>
                </a:lnTo>
                <a:lnTo>
                  <a:pt x="255" y="272"/>
                </a:lnTo>
                <a:lnTo>
                  <a:pt x="255" y="270"/>
                </a:lnTo>
                <a:lnTo>
                  <a:pt x="256" y="270"/>
                </a:lnTo>
                <a:lnTo>
                  <a:pt x="257" y="270"/>
                </a:lnTo>
                <a:lnTo>
                  <a:pt x="258" y="271"/>
                </a:lnTo>
                <a:lnTo>
                  <a:pt x="258" y="272"/>
                </a:lnTo>
                <a:lnTo>
                  <a:pt x="259" y="272"/>
                </a:lnTo>
                <a:lnTo>
                  <a:pt x="260" y="272"/>
                </a:lnTo>
                <a:lnTo>
                  <a:pt x="260" y="273"/>
                </a:lnTo>
                <a:lnTo>
                  <a:pt x="261" y="272"/>
                </a:lnTo>
                <a:lnTo>
                  <a:pt x="261" y="271"/>
                </a:lnTo>
                <a:lnTo>
                  <a:pt x="261" y="270"/>
                </a:lnTo>
                <a:lnTo>
                  <a:pt x="261" y="269"/>
                </a:lnTo>
                <a:lnTo>
                  <a:pt x="262" y="269"/>
                </a:lnTo>
                <a:lnTo>
                  <a:pt x="263" y="269"/>
                </a:lnTo>
                <a:lnTo>
                  <a:pt x="263" y="270"/>
                </a:lnTo>
                <a:lnTo>
                  <a:pt x="264" y="270"/>
                </a:lnTo>
                <a:lnTo>
                  <a:pt x="264" y="271"/>
                </a:lnTo>
                <a:lnTo>
                  <a:pt x="266" y="272"/>
                </a:lnTo>
                <a:lnTo>
                  <a:pt x="267" y="272"/>
                </a:lnTo>
                <a:lnTo>
                  <a:pt x="268" y="272"/>
                </a:lnTo>
                <a:lnTo>
                  <a:pt x="269" y="273"/>
                </a:lnTo>
                <a:lnTo>
                  <a:pt x="270" y="272"/>
                </a:lnTo>
                <a:lnTo>
                  <a:pt x="272" y="273"/>
                </a:lnTo>
                <a:lnTo>
                  <a:pt x="274" y="272"/>
                </a:lnTo>
                <a:lnTo>
                  <a:pt x="275" y="272"/>
                </a:lnTo>
                <a:lnTo>
                  <a:pt x="276" y="272"/>
                </a:lnTo>
                <a:lnTo>
                  <a:pt x="277" y="272"/>
                </a:lnTo>
                <a:lnTo>
                  <a:pt x="277" y="273"/>
                </a:lnTo>
                <a:lnTo>
                  <a:pt x="277" y="272"/>
                </a:lnTo>
                <a:lnTo>
                  <a:pt x="277" y="271"/>
                </a:lnTo>
                <a:lnTo>
                  <a:pt x="277" y="270"/>
                </a:lnTo>
                <a:lnTo>
                  <a:pt x="277" y="269"/>
                </a:lnTo>
                <a:lnTo>
                  <a:pt x="278" y="270"/>
                </a:lnTo>
                <a:lnTo>
                  <a:pt x="278" y="269"/>
                </a:lnTo>
                <a:lnTo>
                  <a:pt x="279" y="269"/>
                </a:lnTo>
                <a:lnTo>
                  <a:pt x="278" y="267"/>
                </a:lnTo>
                <a:lnTo>
                  <a:pt x="278" y="265"/>
                </a:lnTo>
                <a:lnTo>
                  <a:pt x="278" y="264"/>
                </a:lnTo>
                <a:lnTo>
                  <a:pt x="278" y="263"/>
                </a:lnTo>
                <a:lnTo>
                  <a:pt x="277" y="263"/>
                </a:lnTo>
                <a:lnTo>
                  <a:pt x="276" y="262"/>
                </a:lnTo>
                <a:lnTo>
                  <a:pt x="276" y="261"/>
                </a:lnTo>
                <a:lnTo>
                  <a:pt x="277" y="258"/>
                </a:lnTo>
                <a:lnTo>
                  <a:pt x="277" y="257"/>
                </a:lnTo>
                <a:lnTo>
                  <a:pt x="278" y="257"/>
                </a:lnTo>
                <a:lnTo>
                  <a:pt x="279" y="257"/>
                </a:lnTo>
                <a:lnTo>
                  <a:pt x="280" y="257"/>
                </a:lnTo>
                <a:lnTo>
                  <a:pt x="281" y="258"/>
                </a:lnTo>
                <a:lnTo>
                  <a:pt x="282" y="257"/>
                </a:lnTo>
                <a:lnTo>
                  <a:pt x="282" y="256"/>
                </a:lnTo>
                <a:lnTo>
                  <a:pt x="282" y="255"/>
                </a:lnTo>
                <a:lnTo>
                  <a:pt x="282" y="254"/>
                </a:lnTo>
                <a:lnTo>
                  <a:pt x="281" y="254"/>
                </a:lnTo>
                <a:lnTo>
                  <a:pt x="281" y="253"/>
                </a:lnTo>
                <a:lnTo>
                  <a:pt x="281" y="252"/>
                </a:lnTo>
                <a:lnTo>
                  <a:pt x="281" y="251"/>
                </a:lnTo>
                <a:lnTo>
                  <a:pt x="282" y="251"/>
                </a:lnTo>
                <a:lnTo>
                  <a:pt x="283" y="252"/>
                </a:lnTo>
                <a:lnTo>
                  <a:pt x="284" y="252"/>
                </a:lnTo>
                <a:lnTo>
                  <a:pt x="284" y="253"/>
                </a:lnTo>
                <a:lnTo>
                  <a:pt x="285" y="253"/>
                </a:lnTo>
                <a:lnTo>
                  <a:pt x="286" y="252"/>
                </a:lnTo>
                <a:lnTo>
                  <a:pt x="287" y="251"/>
                </a:lnTo>
                <a:lnTo>
                  <a:pt x="288" y="251"/>
                </a:lnTo>
                <a:lnTo>
                  <a:pt x="289" y="251"/>
                </a:lnTo>
                <a:lnTo>
                  <a:pt x="291" y="250"/>
                </a:lnTo>
                <a:lnTo>
                  <a:pt x="291" y="249"/>
                </a:lnTo>
                <a:lnTo>
                  <a:pt x="291" y="248"/>
                </a:lnTo>
                <a:lnTo>
                  <a:pt x="292" y="247"/>
                </a:lnTo>
                <a:lnTo>
                  <a:pt x="292" y="246"/>
                </a:lnTo>
                <a:lnTo>
                  <a:pt x="293" y="246"/>
                </a:lnTo>
                <a:lnTo>
                  <a:pt x="293" y="245"/>
                </a:lnTo>
                <a:lnTo>
                  <a:pt x="292" y="244"/>
                </a:lnTo>
                <a:lnTo>
                  <a:pt x="292" y="243"/>
                </a:lnTo>
                <a:lnTo>
                  <a:pt x="291" y="243"/>
                </a:lnTo>
                <a:lnTo>
                  <a:pt x="290" y="242"/>
                </a:lnTo>
                <a:lnTo>
                  <a:pt x="290" y="241"/>
                </a:lnTo>
                <a:lnTo>
                  <a:pt x="290" y="240"/>
                </a:lnTo>
                <a:lnTo>
                  <a:pt x="290" y="238"/>
                </a:lnTo>
                <a:lnTo>
                  <a:pt x="290" y="237"/>
                </a:lnTo>
                <a:lnTo>
                  <a:pt x="289" y="237"/>
                </a:lnTo>
                <a:lnTo>
                  <a:pt x="288" y="236"/>
                </a:lnTo>
                <a:lnTo>
                  <a:pt x="287" y="236"/>
                </a:lnTo>
                <a:lnTo>
                  <a:pt x="288" y="236"/>
                </a:lnTo>
                <a:lnTo>
                  <a:pt x="288" y="235"/>
                </a:lnTo>
                <a:lnTo>
                  <a:pt x="287" y="233"/>
                </a:lnTo>
                <a:lnTo>
                  <a:pt x="286" y="233"/>
                </a:lnTo>
                <a:lnTo>
                  <a:pt x="286" y="232"/>
                </a:lnTo>
                <a:lnTo>
                  <a:pt x="285" y="232"/>
                </a:lnTo>
                <a:lnTo>
                  <a:pt x="284" y="229"/>
                </a:lnTo>
                <a:lnTo>
                  <a:pt x="283" y="227"/>
                </a:lnTo>
                <a:lnTo>
                  <a:pt x="283" y="225"/>
                </a:lnTo>
                <a:lnTo>
                  <a:pt x="283" y="224"/>
                </a:lnTo>
                <a:lnTo>
                  <a:pt x="284" y="223"/>
                </a:lnTo>
                <a:lnTo>
                  <a:pt x="284" y="220"/>
                </a:lnTo>
                <a:lnTo>
                  <a:pt x="284" y="219"/>
                </a:lnTo>
                <a:lnTo>
                  <a:pt x="283" y="219"/>
                </a:lnTo>
                <a:lnTo>
                  <a:pt x="283" y="218"/>
                </a:lnTo>
                <a:lnTo>
                  <a:pt x="282" y="217"/>
                </a:lnTo>
                <a:lnTo>
                  <a:pt x="281" y="217"/>
                </a:lnTo>
                <a:lnTo>
                  <a:pt x="281" y="216"/>
                </a:lnTo>
                <a:lnTo>
                  <a:pt x="282" y="214"/>
                </a:lnTo>
                <a:lnTo>
                  <a:pt x="282" y="211"/>
                </a:lnTo>
                <a:lnTo>
                  <a:pt x="282" y="210"/>
                </a:lnTo>
                <a:lnTo>
                  <a:pt x="282" y="209"/>
                </a:lnTo>
                <a:lnTo>
                  <a:pt x="283" y="209"/>
                </a:lnTo>
                <a:lnTo>
                  <a:pt x="283" y="210"/>
                </a:lnTo>
                <a:lnTo>
                  <a:pt x="284" y="210"/>
                </a:lnTo>
                <a:lnTo>
                  <a:pt x="287" y="210"/>
                </a:lnTo>
                <a:lnTo>
                  <a:pt x="287" y="208"/>
                </a:lnTo>
                <a:lnTo>
                  <a:pt x="288" y="208"/>
                </a:lnTo>
                <a:lnTo>
                  <a:pt x="289" y="208"/>
                </a:lnTo>
                <a:lnTo>
                  <a:pt x="290" y="208"/>
                </a:lnTo>
                <a:lnTo>
                  <a:pt x="291" y="208"/>
                </a:lnTo>
                <a:lnTo>
                  <a:pt x="291" y="207"/>
                </a:lnTo>
                <a:lnTo>
                  <a:pt x="290" y="206"/>
                </a:lnTo>
                <a:lnTo>
                  <a:pt x="291" y="206"/>
                </a:lnTo>
                <a:lnTo>
                  <a:pt x="292" y="205"/>
                </a:lnTo>
                <a:lnTo>
                  <a:pt x="292" y="204"/>
                </a:lnTo>
                <a:lnTo>
                  <a:pt x="292" y="203"/>
                </a:lnTo>
                <a:lnTo>
                  <a:pt x="293" y="203"/>
                </a:lnTo>
                <a:lnTo>
                  <a:pt x="294" y="203"/>
                </a:lnTo>
                <a:lnTo>
                  <a:pt x="295" y="203"/>
                </a:lnTo>
                <a:lnTo>
                  <a:pt x="295" y="204"/>
                </a:lnTo>
                <a:lnTo>
                  <a:pt x="296" y="204"/>
                </a:lnTo>
                <a:lnTo>
                  <a:pt x="297" y="203"/>
                </a:lnTo>
                <a:lnTo>
                  <a:pt x="297" y="202"/>
                </a:lnTo>
                <a:lnTo>
                  <a:pt x="297" y="201"/>
                </a:lnTo>
                <a:lnTo>
                  <a:pt x="297" y="200"/>
                </a:lnTo>
                <a:lnTo>
                  <a:pt x="298" y="200"/>
                </a:lnTo>
                <a:lnTo>
                  <a:pt x="299" y="200"/>
                </a:lnTo>
                <a:lnTo>
                  <a:pt x="299" y="199"/>
                </a:lnTo>
                <a:lnTo>
                  <a:pt x="300" y="198"/>
                </a:lnTo>
                <a:lnTo>
                  <a:pt x="301" y="198"/>
                </a:lnTo>
                <a:lnTo>
                  <a:pt x="302" y="198"/>
                </a:lnTo>
                <a:lnTo>
                  <a:pt x="302" y="197"/>
                </a:lnTo>
                <a:lnTo>
                  <a:pt x="302" y="196"/>
                </a:lnTo>
                <a:lnTo>
                  <a:pt x="302" y="195"/>
                </a:lnTo>
                <a:lnTo>
                  <a:pt x="303" y="194"/>
                </a:lnTo>
                <a:lnTo>
                  <a:pt x="304" y="194"/>
                </a:lnTo>
                <a:lnTo>
                  <a:pt x="304" y="193"/>
                </a:lnTo>
                <a:lnTo>
                  <a:pt x="305" y="192"/>
                </a:lnTo>
                <a:lnTo>
                  <a:pt x="306" y="191"/>
                </a:lnTo>
                <a:lnTo>
                  <a:pt x="306" y="187"/>
                </a:lnTo>
                <a:lnTo>
                  <a:pt x="306" y="186"/>
                </a:lnTo>
                <a:lnTo>
                  <a:pt x="305" y="184"/>
                </a:lnTo>
                <a:lnTo>
                  <a:pt x="304" y="183"/>
                </a:lnTo>
                <a:lnTo>
                  <a:pt x="304" y="184"/>
                </a:lnTo>
                <a:lnTo>
                  <a:pt x="303" y="183"/>
                </a:lnTo>
                <a:lnTo>
                  <a:pt x="302" y="182"/>
                </a:lnTo>
                <a:lnTo>
                  <a:pt x="302" y="181"/>
                </a:lnTo>
                <a:lnTo>
                  <a:pt x="302" y="180"/>
                </a:lnTo>
                <a:lnTo>
                  <a:pt x="300" y="177"/>
                </a:lnTo>
                <a:lnTo>
                  <a:pt x="300" y="176"/>
                </a:lnTo>
                <a:lnTo>
                  <a:pt x="299" y="176"/>
                </a:lnTo>
                <a:lnTo>
                  <a:pt x="299" y="175"/>
                </a:lnTo>
                <a:lnTo>
                  <a:pt x="298" y="175"/>
                </a:lnTo>
                <a:lnTo>
                  <a:pt x="297" y="175"/>
                </a:lnTo>
                <a:lnTo>
                  <a:pt x="296" y="174"/>
                </a:lnTo>
                <a:lnTo>
                  <a:pt x="295" y="174"/>
                </a:lnTo>
                <a:lnTo>
                  <a:pt x="295" y="173"/>
                </a:lnTo>
                <a:lnTo>
                  <a:pt x="294" y="173"/>
                </a:lnTo>
                <a:lnTo>
                  <a:pt x="294" y="171"/>
                </a:lnTo>
                <a:lnTo>
                  <a:pt x="294" y="169"/>
                </a:lnTo>
                <a:lnTo>
                  <a:pt x="295" y="167"/>
                </a:lnTo>
                <a:lnTo>
                  <a:pt x="296" y="167"/>
                </a:lnTo>
                <a:lnTo>
                  <a:pt x="297" y="166"/>
                </a:lnTo>
                <a:lnTo>
                  <a:pt x="296" y="165"/>
                </a:lnTo>
                <a:lnTo>
                  <a:pt x="296" y="164"/>
                </a:lnTo>
                <a:lnTo>
                  <a:pt x="296" y="163"/>
                </a:lnTo>
                <a:lnTo>
                  <a:pt x="296" y="162"/>
                </a:lnTo>
                <a:lnTo>
                  <a:pt x="296" y="161"/>
                </a:lnTo>
                <a:lnTo>
                  <a:pt x="295" y="159"/>
                </a:lnTo>
                <a:lnTo>
                  <a:pt x="294" y="159"/>
                </a:lnTo>
                <a:lnTo>
                  <a:pt x="294" y="158"/>
                </a:lnTo>
                <a:lnTo>
                  <a:pt x="292" y="158"/>
                </a:lnTo>
                <a:lnTo>
                  <a:pt x="292" y="157"/>
                </a:lnTo>
                <a:lnTo>
                  <a:pt x="292" y="156"/>
                </a:lnTo>
                <a:lnTo>
                  <a:pt x="291" y="155"/>
                </a:lnTo>
                <a:lnTo>
                  <a:pt x="290" y="155"/>
                </a:lnTo>
                <a:lnTo>
                  <a:pt x="290" y="154"/>
                </a:lnTo>
                <a:lnTo>
                  <a:pt x="289" y="154"/>
                </a:lnTo>
                <a:lnTo>
                  <a:pt x="288" y="154"/>
                </a:lnTo>
                <a:lnTo>
                  <a:pt x="288" y="153"/>
                </a:lnTo>
                <a:lnTo>
                  <a:pt x="287" y="153"/>
                </a:lnTo>
                <a:lnTo>
                  <a:pt x="286" y="153"/>
                </a:lnTo>
                <a:lnTo>
                  <a:pt x="286" y="152"/>
                </a:lnTo>
                <a:lnTo>
                  <a:pt x="286" y="151"/>
                </a:lnTo>
                <a:lnTo>
                  <a:pt x="286" y="150"/>
                </a:lnTo>
                <a:lnTo>
                  <a:pt x="285" y="149"/>
                </a:lnTo>
                <a:lnTo>
                  <a:pt x="285" y="148"/>
                </a:lnTo>
                <a:lnTo>
                  <a:pt x="284" y="147"/>
                </a:lnTo>
                <a:lnTo>
                  <a:pt x="285" y="146"/>
                </a:lnTo>
                <a:lnTo>
                  <a:pt x="286" y="146"/>
                </a:lnTo>
                <a:lnTo>
                  <a:pt x="287" y="146"/>
                </a:lnTo>
                <a:lnTo>
                  <a:pt x="287" y="145"/>
                </a:lnTo>
                <a:lnTo>
                  <a:pt x="288" y="145"/>
                </a:lnTo>
                <a:lnTo>
                  <a:pt x="287" y="144"/>
                </a:lnTo>
                <a:lnTo>
                  <a:pt x="287" y="143"/>
                </a:lnTo>
                <a:lnTo>
                  <a:pt x="286" y="141"/>
                </a:lnTo>
                <a:lnTo>
                  <a:pt x="285" y="140"/>
                </a:lnTo>
                <a:lnTo>
                  <a:pt x="286" y="139"/>
                </a:lnTo>
                <a:lnTo>
                  <a:pt x="286" y="138"/>
                </a:lnTo>
                <a:lnTo>
                  <a:pt x="287" y="138"/>
                </a:lnTo>
                <a:lnTo>
                  <a:pt x="287" y="137"/>
                </a:lnTo>
                <a:lnTo>
                  <a:pt x="288" y="134"/>
                </a:lnTo>
                <a:lnTo>
                  <a:pt x="289" y="133"/>
                </a:lnTo>
                <a:lnTo>
                  <a:pt x="290" y="133"/>
                </a:lnTo>
                <a:lnTo>
                  <a:pt x="291" y="133"/>
                </a:lnTo>
                <a:lnTo>
                  <a:pt x="292" y="132"/>
                </a:lnTo>
                <a:lnTo>
                  <a:pt x="293" y="131"/>
                </a:lnTo>
                <a:lnTo>
                  <a:pt x="294" y="132"/>
                </a:lnTo>
                <a:lnTo>
                  <a:pt x="295" y="132"/>
                </a:lnTo>
                <a:lnTo>
                  <a:pt x="296" y="131"/>
                </a:lnTo>
                <a:lnTo>
                  <a:pt x="296" y="130"/>
                </a:lnTo>
                <a:lnTo>
                  <a:pt x="297" y="130"/>
                </a:lnTo>
                <a:lnTo>
                  <a:pt x="297" y="129"/>
                </a:lnTo>
                <a:lnTo>
                  <a:pt x="298" y="129"/>
                </a:lnTo>
                <a:lnTo>
                  <a:pt x="298" y="128"/>
                </a:lnTo>
                <a:lnTo>
                  <a:pt x="298" y="127"/>
                </a:lnTo>
                <a:lnTo>
                  <a:pt x="298" y="125"/>
                </a:lnTo>
                <a:lnTo>
                  <a:pt x="298" y="124"/>
                </a:lnTo>
                <a:lnTo>
                  <a:pt x="299" y="124"/>
                </a:lnTo>
                <a:lnTo>
                  <a:pt x="300" y="122"/>
                </a:lnTo>
                <a:lnTo>
                  <a:pt x="300" y="121"/>
                </a:lnTo>
                <a:lnTo>
                  <a:pt x="301" y="121"/>
                </a:lnTo>
                <a:lnTo>
                  <a:pt x="302" y="121"/>
                </a:lnTo>
                <a:lnTo>
                  <a:pt x="302" y="120"/>
                </a:lnTo>
                <a:lnTo>
                  <a:pt x="303" y="120"/>
                </a:lnTo>
                <a:lnTo>
                  <a:pt x="304" y="120"/>
                </a:lnTo>
                <a:lnTo>
                  <a:pt x="306" y="118"/>
                </a:lnTo>
                <a:lnTo>
                  <a:pt x="306" y="117"/>
                </a:lnTo>
                <a:lnTo>
                  <a:pt x="305" y="117"/>
                </a:lnTo>
                <a:lnTo>
                  <a:pt x="307" y="116"/>
                </a:lnTo>
                <a:lnTo>
                  <a:pt x="308" y="116"/>
                </a:lnTo>
                <a:lnTo>
                  <a:pt x="309" y="115"/>
                </a:lnTo>
                <a:lnTo>
                  <a:pt x="310" y="114"/>
                </a:lnTo>
                <a:lnTo>
                  <a:pt x="311" y="113"/>
                </a:lnTo>
                <a:lnTo>
                  <a:pt x="312" y="115"/>
                </a:lnTo>
                <a:lnTo>
                  <a:pt x="313" y="115"/>
                </a:lnTo>
                <a:lnTo>
                  <a:pt x="314" y="113"/>
                </a:lnTo>
                <a:lnTo>
                  <a:pt x="314" y="112"/>
                </a:lnTo>
                <a:lnTo>
                  <a:pt x="315" y="112"/>
                </a:lnTo>
                <a:lnTo>
                  <a:pt x="315" y="110"/>
                </a:lnTo>
                <a:lnTo>
                  <a:pt x="314" y="109"/>
                </a:lnTo>
                <a:lnTo>
                  <a:pt x="314" y="107"/>
                </a:lnTo>
                <a:lnTo>
                  <a:pt x="314" y="106"/>
                </a:lnTo>
                <a:lnTo>
                  <a:pt x="314" y="105"/>
                </a:lnTo>
                <a:lnTo>
                  <a:pt x="315" y="105"/>
                </a:lnTo>
                <a:lnTo>
                  <a:pt x="315" y="104"/>
                </a:lnTo>
                <a:lnTo>
                  <a:pt x="315" y="103"/>
                </a:lnTo>
                <a:lnTo>
                  <a:pt x="315" y="101"/>
                </a:lnTo>
                <a:lnTo>
                  <a:pt x="315" y="100"/>
                </a:lnTo>
                <a:lnTo>
                  <a:pt x="313" y="100"/>
                </a:lnTo>
                <a:lnTo>
                  <a:pt x="311" y="100"/>
                </a:lnTo>
                <a:lnTo>
                  <a:pt x="310" y="99"/>
                </a:lnTo>
                <a:lnTo>
                  <a:pt x="310" y="98"/>
                </a:lnTo>
                <a:lnTo>
                  <a:pt x="309" y="98"/>
                </a:lnTo>
                <a:lnTo>
                  <a:pt x="308" y="97"/>
                </a:lnTo>
                <a:lnTo>
                  <a:pt x="308" y="96"/>
                </a:lnTo>
                <a:lnTo>
                  <a:pt x="307" y="95"/>
                </a:lnTo>
                <a:lnTo>
                  <a:pt x="307" y="92"/>
                </a:lnTo>
                <a:lnTo>
                  <a:pt x="307" y="91"/>
                </a:lnTo>
                <a:lnTo>
                  <a:pt x="308" y="91"/>
                </a:lnTo>
                <a:lnTo>
                  <a:pt x="309" y="91"/>
                </a:lnTo>
                <a:lnTo>
                  <a:pt x="310" y="88"/>
                </a:lnTo>
                <a:lnTo>
                  <a:pt x="311" y="87"/>
                </a:lnTo>
                <a:lnTo>
                  <a:pt x="311" y="86"/>
                </a:lnTo>
                <a:lnTo>
                  <a:pt x="311" y="85"/>
                </a:lnTo>
                <a:lnTo>
                  <a:pt x="310" y="85"/>
                </a:lnTo>
                <a:lnTo>
                  <a:pt x="310" y="84"/>
                </a:lnTo>
                <a:lnTo>
                  <a:pt x="311" y="84"/>
                </a:lnTo>
                <a:lnTo>
                  <a:pt x="311" y="83"/>
                </a:lnTo>
                <a:lnTo>
                  <a:pt x="311" y="82"/>
                </a:lnTo>
                <a:lnTo>
                  <a:pt x="311" y="81"/>
                </a:lnTo>
                <a:lnTo>
                  <a:pt x="311" y="79"/>
                </a:lnTo>
                <a:lnTo>
                  <a:pt x="312" y="76"/>
                </a:lnTo>
                <a:lnTo>
                  <a:pt x="312" y="71"/>
                </a:lnTo>
                <a:lnTo>
                  <a:pt x="313" y="70"/>
                </a:lnTo>
                <a:lnTo>
                  <a:pt x="313" y="66"/>
                </a:lnTo>
                <a:lnTo>
                  <a:pt x="314" y="65"/>
                </a:lnTo>
                <a:lnTo>
                  <a:pt x="314" y="62"/>
                </a:lnTo>
                <a:lnTo>
                  <a:pt x="315" y="62"/>
                </a:lnTo>
                <a:lnTo>
                  <a:pt x="315" y="61"/>
                </a:lnTo>
                <a:lnTo>
                  <a:pt x="315" y="62"/>
                </a:lnTo>
                <a:lnTo>
                  <a:pt x="316" y="62"/>
                </a:lnTo>
                <a:lnTo>
                  <a:pt x="318" y="62"/>
                </a:lnTo>
                <a:lnTo>
                  <a:pt x="319" y="62"/>
                </a:lnTo>
                <a:lnTo>
                  <a:pt x="319" y="61"/>
                </a:lnTo>
                <a:lnTo>
                  <a:pt x="320" y="61"/>
                </a:lnTo>
                <a:lnTo>
                  <a:pt x="322" y="61"/>
                </a:lnTo>
                <a:lnTo>
                  <a:pt x="323" y="63"/>
                </a:lnTo>
                <a:lnTo>
                  <a:pt x="323" y="64"/>
                </a:lnTo>
                <a:lnTo>
                  <a:pt x="324" y="65"/>
                </a:lnTo>
                <a:lnTo>
                  <a:pt x="326" y="64"/>
                </a:lnTo>
                <a:lnTo>
                  <a:pt x="327" y="64"/>
                </a:lnTo>
                <a:lnTo>
                  <a:pt x="327" y="65"/>
                </a:lnTo>
                <a:lnTo>
                  <a:pt x="330" y="65"/>
                </a:lnTo>
                <a:lnTo>
                  <a:pt x="331" y="65"/>
                </a:lnTo>
                <a:lnTo>
                  <a:pt x="331" y="64"/>
                </a:lnTo>
                <a:lnTo>
                  <a:pt x="330" y="64"/>
                </a:lnTo>
                <a:lnTo>
                  <a:pt x="331" y="63"/>
                </a:lnTo>
                <a:lnTo>
                  <a:pt x="331" y="62"/>
                </a:lnTo>
                <a:lnTo>
                  <a:pt x="332" y="62"/>
                </a:lnTo>
                <a:lnTo>
                  <a:pt x="333" y="62"/>
                </a:lnTo>
                <a:lnTo>
                  <a:pt x="334" y="62"/>
                </a:lnTo>
                <a:lnTo>
                  <a:pt x="336" y="61"/>
                </a:lnTo>
                <a:lnTo>
                  <a:pt x="336" y="60"/>
                </a:lnTo>
                <a:lnTo>
                  <a:pt x="337" y="60"/>
                </a:lnTo>
                <a:lnTo>
                  <a:pt x="338" y="59"/>
                </a:lnTo>
                <a:lnTo>
                  <a:pt x="339" y="61"/>
                </a:lnTo>
                <a:lnTo>
                  <a:pt x="340" y="61"/>
                </a:lnTo>
                <a:lnTo>
                  <a:pt x="340" y="62"/>
                </a:lnTo>
                <a:lnTo>
                  <a:pt x="341" y="62"/>
                </a:lnTo>
                <a:lnTo>
                  <a:pt x="342" y="63"/>
                </a:lnTo>
                <a:lnTo>
                  <a:pt x="342" y="64"/>
                </a:lnTo>
                <a:lnTo>
                  <a:pt x="342" y="65"/>
                </a:lnTo>
                <a:lnTo>
                  <a:pt x="342" y="66"/>
                </a:lnTo>
                <a:lnTo>
                  <a:pt x="344" y="67"/>
                </a:lnTo>
                <a:lnTo>
                  <a:pt x="345" y="67"/>
                </a:lnTo>
                <a:lnTo>
                  <a:pt x="346" y="66"/>
                </a:lnTo>
                <a:lnTo>
                  <a:pt x="347" y="64"/>
                </a:lnTo>
                <a:lnTo>
                  <a:pt x="347" y="63"/>
                </a:lnTo>
                <a:lnTo>
                  <a:pt x="347" y="62"/>
                </a:lnTo>
                <a:lnTo>
                  <a:pt x="347" y="61"/>
                </a:lnTo>
                <a:lnTo>
                  <a:pt x="349" y="59"/>
                </a:lnTo>
                <a:lnTo>
                  <a:pt x="350" y="60"/>
                </a:lnTo>
                <a:lnTo>
                  <a:pt x="351" y="61"/>
                </a:lnTo>
                <a:lnTo>
                  <a:pt x="351" y="62"/>
                </a:lnTo>
                <a:lnTo>
                  <a:pt x="350" y="63"/>
                </a:lnTo>
                <a:lnTo>
                  <a:pt x="351" y="64"/>
                </a:lnTo>
                <a:lnTo>
                  <a:pt x="353" y="64"/>
                </a:lnTo>
                <a:lnTo>
                  <a:pt x="354" y="64"/>
                </a:lnTo>
                <a:lnTo>
                  <a:pt x="357" y="64"/>
                </a:lnTo>
                <a:lnTo>
                  <a:pt x="357" y="65"/>
                </a:lnTo>
                <a:lnTo>
                  <a:pt x="357" y="66"/>
                </a:lnTo>
                <a:lnTo>
                  <a:pt x="358" y="66"/>
                </a:lnTo>
                <a:lnTo>
                  <a:pt x="360" y="66"/>
                </a:lnTo>
                <a:lnTo>
                  <a:pt x="362" y="66"/>
                </a:lnTo>
                <a:lnTo>
                  <a:pt x="364" y="67"/>
                </a:lnTo>
                <a:lnTo>
                  <a:pt x="365" y="67"/>
                </a:lnTo>
                <a:lnTo>
                  <a:pt x="366" y="67"/>
                </a:lnTo>
                <a:lnTo>
                  <a:pt x="371" y="67"/>
                </a:lnTo>
                <a:lnTo>
                  <a:pt x="374" y="65"/>
                </a:lnTo>
                <a:lnTo>
                  <a:pt x="375" y="64"/>
                </a:lnTo>
                <a:lnTo>
                  <a:pt x="376" y="64"/>
                </a:lnTo>
                <a:lnTo>
                  <a:pt x="379" y="65"/>
                </a:lnTo>
                <a:lnTo>
                  <a:pt x="381" y="68"/>
                </a:lnTo>
                <a:lnTo>
                  <a:pt x="382" y="68"/>
                </a:lnTo>
                <a:lnTo>
                  <a:pt x="383" y="69"/>
                </a:lnTo>
                <a:lnTo>
                  <a:pt x="384" y="70"/>
                </a:lnTo>
                <a:lnTo>
                  <a:pt x="384" y="71"/>
                </a:lnTo>
                <a:lnTo>
                  <a:pt x="385" y="71"/>
                </a:lnTo>
                <a:lnTo>
                  <a:pt x="386" y="72"/>
                </a:lnTo>
                <a:lnTo>
                  <a:pt x="387" y="72"/>
                </a:lnTo>
                <a:lnTo>
                  <a:pt x="387" y="73"/>
                </a:lnTo>
                <a:lnTo>
                  <a:pt x="389" y="77"/>
                </a:lnTo>
                <a:lnTo>
                  <a:pt x="388" y="78"/>
                </a:lnTo>
                <a:lnTo>
                  <a:pt x="388" y="80"/>
                </a:lnTo>
                <a:lnTo>
                  <a:pt x="388" y="81"/>
                </a:lnTo>
                <a:lnTo>
                  <a:pt x="389" y="83"/>
                </a:lnTo>
                <a:lnTo>
                  <a:pt x="390" y="83"/>
                </a:lnTo>
                <a:lnTo>
                  <a:pt x="392" y="84"/>
                </a:lnTo>
                <a:lnTo>
                  <a:pt x="392" y="85"/>
                </a:lnTo>
                <a:lnTo>
                  <a:pt x="392" y="86"/>
                </a:lnTo>
                <a:lnTo>
                  <a:pt x="392" y="87"/>
                </a:lnTo>
                <a:lnTo>
                  <a:pt x="392" y="90"/>
                </a:lnTo>
                <a:lnTo>
                  <a:pt x="393" y="90"/>
                </a:lnTo>
                <a:lnTo>
                  <a:pt x="394" y="91"/>
                </a:lnTo>
                <a:lnTo>
                  <a:pt x="394" y="90"/>
                </a:lnTo>
                <a:lnTo>
                  <a:pt x="397" y="91"/>
                </a:lnTo>
                <a:lnTo>
                  <a:pt x="398" y="91"/>
                </a:lnTo>
                <a:lnTo>
                  <a:pt x="398" y="92"/>
                </a:lnTo>
                <a:lnTo>
                  <a:pt x="398" y="94"/>
                </a:lnTo>
                <a:lnTo>
                  <a:pt x="399" y="96"/>
                </a:lnTo>
                <a:lnTo>
                  <a:pt x="399" y="97"/>
                </a:lnTo>
                <a:lnTo>
                  <a:pt x="399" y="98"/>
                </a:lnTo>
                <a:lnTo>
                  <a:pt x="398" y="99"/>
                </a:lnTo>
                <a:lnTo>
                  <a:pt x="399" y="99"/>
                </a:lnTo>
                <a:lnTo>
                  <a:pt x="400" y="100"/>
                </a:lnTo>
                <a:lnTo>
                  <a:pt x="401" y="100"/>
                </a:lnTo>
                <a:lnTo>
                  <a:pt x="404" y="99"/>
                </a:lnTo>
                <a:lnTo>
                  <a:pt x="405" y="99"/>
                </a:lnTo>
                <a:lnTo>
                  <a:pt x="406" y="99"/>
                </a:lnTo>
                <a:lnTo>
                  <a:pt x="407" y="98"/>
                </a:lnTo>
                <a:lnTo>
                  <a:pt x="409" y="98"/>
                </a:lnTo>
                <a:lnTo>
                  <a:pt x="410" y="98"/>
                </a:lnTo>
                <a:lnTo>
                  <a:pt x="411" y="98"/>
                </a:lnTo>
                <a:lnTo>
                  <a:pt x="411" y="97"/>
                </a:lnTo>
                <a:lnTo>
                  <a:pt x="411" y="96"/>
                </a:lnTo>
                <a:lnTo>
                  <a:pt x="412" y="95"/>
                </a:lnTo>
                <a:lnTo>
                  <a:pt x="415" y="94"/>
                </a:lnTo>
                <a:lnTo>
                  <a:pt x="416" y="94"/>
                </a:lnTo>
                <a:lnTo>
                  <a:pt x="418" y="94"/>
                </a:lnTo>
                <a:lnTo>
                  <a:pt x="419" y="94"/>
                </a:lnTo>
                <a:lnTo>
                  <a:pt x="420" y="95"/>
                </a:lnTo>
                <a:lnTo>
                  <a:pt x="420" y="94"/>
                </a:lnTo>
                <a:lnTo>
                  <a:pt x="421" y="94"/>
                </a:lnTo>
                <a:lnTo>
                  <a:pt x="422" y="93"/>
                </a:lnTo>
                <a:lnTo>
                  <a:pt x="423" y="94"/>
                </a:lnTo>
                <a:lnTo>
                  <a:pt x="424" y="94"/>
                </a:lnTo>
                <a:lnTo>
                  <a:pt x="425" y="93"/>
                </a:lnTo>
                <a:lnTo>
                  <a:pt x="426" y="93"/>
                </a:lnTo>
                <a:lnTo>
                  <a:pt x="427" y="92"/>
                </a:lnTo>
                <a:lnTo>
                  <a:pt x="426" y="92"/>
                </a:lnTo>
                <a:lnTo>
                  <a:pt x="427" y="92"/>
                </a:lnTo>
                <a:lnTo>
                  <a:pt x="427" y="91"/>
                </a:lnTo>
                <a:lnTo>
                  <a:pt x="426" y="91"/>
                </a:lnTo>
                <a:lnTo>
                  <a:pt x="427" y="91"/>
                </a:lnTo>
                <a:lnTo>
                  <a:pt x="427" y="90"/>
                </a:lnTo>
                <a:lnTo>
                  <a:pt x="428" y="90"/>
                </a:lnTo>
                <a:lnTo>
                  <a:pt x="429" y="90"/>
                </a:lnTo>
                <a:lnTo>
                  <a:pt x="429" y="89"/>
                </a:lnTo>
                <a:lnTo>
                  <a:pt x="429" y="88"/>
                </a:lnTo>
                <a:lnTo>
                  <a:pt x="428" y="88"/>
                </a:lnTo>
                <a:lnTo>
                  <a:pt x="428" y="87"/>
                </a:lnTo>
                <a:lnTo>
                  <a:pt x="429" y="87"/>
                </a:lnTo>
                <a:lnTo>
                  <a:pt x="429" y="84"/>
                </a:lnTo>
                <a:lnTo>
                  <a:pt x="428" y="84"/>
                </a:lnTo>
                <a:lnTo>
                  <a:pt x="428" y="83"/>
                </a:lnTo>
                <a:lnTo>
                  <a:pt x="426" y="82"/>
                </a:lnTo>
                <a:lnTo>
                  <a:pt x="425" y="81"/>
                </a:lnTo>
                <a:lnTo>
                  <a:pt x="425" y="80"/>
                </a:lnTo>
                <a:lnTo>
                  <a:pt x="426" y="80"/>
                </a:lnTo>
                <a:lnTo>
                  <a:pt x="426" y="79"/>
                </a:lnTo>
                <a:lnTo>
                  <a:pt x="426" y="78"/>
                </a:lnTo>
                <a:lnTo>
                  <a:pt x="425" y="78"/>
                </a:lnTo>
                <a:lnTo>
                  <a:pt x="424" y="78"/>
                </a:lnTo>
                <a:lnTo>
                  <a:pt x="424" y="77"/>
                </a:lnTo>
                <a:lnTo>
                  <a:pt x="424" y="78"/>
                </a:lnTo>
                <a:lnTo>
                  <a:pt x="424" y="77"/>
                </a:lnTo>
                <a:lnTo>
                  <a:pt x="424" y="76"/>
                </a:lnTo>
                <a:lnTo>
                  <a:pt x="425" y="75"/>
                </a:lnTo>
                <a:lnTo>
                  <a:pt x="425" y="74"/>
                </a:lnTo>
                <a:lnTo>
                  <a:pt x="426" y="74"/>
                </a:lnTo>
                <a:lnTo>
                  <a:pt x="427" y="72"/>
                </a:lnTo>
                <a:lnTo>
                  <a:pt x="426" y="72"/>
                </a:lnTo>
                <a:lnTo>
                  <a:pt x="426" y="71"/>
                </a:lnTo>
                <a:lnTo>
                  <a:pt x="427" y="70"/>
                </a:lnTo>
                <a:lnTo>
                  <a:pt x="428" y="69"/>
                </a:lnTo>
                <a:lnTo>
                  <a:pt x="428" y="68"/>
                </a:lnTo>
                <a:lnTo>
                  <a:pt x="427" y="68"/>
                </a:lnTo>
                <a:lnTo>
                  <a:pt x="424" y="64"/>
                </a:lnTo>
                <a:lnTo>
                  <a:pt x="422" y="62"/>
                </a:lnTo>
                <a:lnTo>
                  <a:pt x="421" y="61"/>
                </a:lnTo>
                <a:lnTo>
                  <a:pt x="421" y="60"/>
                </a:lnTo>
                <a:lnTo>
                  <a:pt x="420" y="60"/>
                </a:lnTo>
                <a:lnTo>
                  <a:pt x="421" y="57"/>
                </a:lnTo>
                <a:lnTo>
                  <a:pt x="421" y="56"/>
                </a:lnTo>
                <a:lnTo>
                  <a:pt x="423" y="56"/>
                </a:lnTo>
                <a:lnTo>
                  <a:pt x="424" y="55"/>
                </a:lnTo>
                <a:lnTo>
                  <a:pt x="426" y="53"/>
                </a:lnTo>
                <a:lnTo>
                  <a:pt x="427" y="53"/>
                </a:lnTo>
                <a:lnTo>
                  <a:pt x="428" y="52"/>
                </a:lnTo>
                <a:lnTo>
                  <a:pt x="429" y="52"/>
                </a:lnTo>
                <a:lnTo>
                  <a:pt x="429" y="51"/>
                </a:lnTo>
                <a:lnTo>
                  <a:pt x="429" y="50"/>
                </a:lnTo>
                <a:lnTo>
                  <a:pt x="428" y="49"/>
                </a:lnTo>
                <a:lnTo>
                  <a:pt x="428" y="50"/>
                </a:lnTo>
                <a:lnTo>
                  <a:pt x="427" y="50"/>
                </a:lnTo>
                <a:lnTo>
                  <a:pt x="426" y="49"/>
                </a:lnTo>
                <a:lnTo>
                  <a:pt x="426" y="48"/>
                </a:lnTo>
                <a:lnTo>
                  <a:pt x="426" y="47"/>
                </a:lnTo>
                <a:lnTo>
                  <a:pt x="425" y="47"/>
                </a:lnTo>
                <a:lnTo>
                  <a:pt x="424" y="46"/>
                </a:lnTo>
                <a:lnTo>
                  <a:pt x="424" y="45"/>
                </a:lnTo>
                <a:lnTo>
                  <a:pt x="423" y="44"/>
                </a:lnTo>
                <a:lnTo>
                  <a:pt x="422" y="44"/>
                </a:lnTo>
                <a:lnTo>
                  <a:pt x="421" y="45"/>
                </a:lnTo>
                <a:lnTo>
                  <a:pt x="419" y="44"/>
                </a:lnTo>
                <a:lnTo>
                  <a:pt x="418" y="44"/>
                </a:lnTo>
                <a:lnTo>
                  <a:pt x="417" y="44"/>
                </a:lnTo>
                <a:lnTo>
                  <a:pt x="415" y="44"/>
                </a:lnTo>
                <a:lnTo>
                  <a:pt x="415" y="45"/>
                </a:lnTo>
                <a:lnTo>
                  <a:pt x="415" y="46"/>
                </a:lnTo>
                <a:lnTo>
                  <a:pt x="414" y="45"/>
                </a:lnTo>
                <a:lnTo>
                  <a:pt x="413" y="45"/>
                </a:lnTo>
                <a:lnTo>
                  <a:pt x="412" y="45"/>
                </a:lnTo>
                <a:lnTo>
                  <a:pt x="412" y="46"/>
                </a:lnTo>
                <a:lnTo>
                  <a:pt x="411" y="46"/>
                </a:lnTo>
                <a:lnTo>
                  <a:pt x="410" y="46"/>
                </a:lnTo>
                <a:lnTo>
                  <a:pt x="409" y="45"/>
                </a:lnTo>
                <a:lnTo>
                  <a:pt x="408" y="45"/>
                </a:lnTo>
                <a:lnTo>
                  <a:pt x="407" y="45"/>
                </a:lnTo>
                <a:lnTo>
                  <a:pt x="406" y="45"/>
                </a:lnTo>
                <a:lnTo>
                  <a:pt x="406" y="44"/>
                </a:lnTo>
                <a:lnTo>
                  <a:pt x="406" y="43"/>
                </a:lnTo>
                <a:lnTo>
                  <a:pt x="406" y="41"/>
                </a:lnTo>
                <a:lnTo>
                  <a:pt x="405" y="41"/>
                </a:lnTo>
                <a:lnTo>
                  <a:pt x="404" y="39"/>
                </a:lnTo>
                <a:lnTo>
                  <a:pt x="404" y="36"/>
                </a:lnTo>
                <a:lnTo>
                  <a:pt x="404" y="35"/>
                </a:lnTo>
                <a:lnTo>
                  <a:pt x="403" y="34"/>
                </a:lnTo>
                <a:lnTo>
                  <a:pt x="403" y="33"/>
                </a:lnTo>
                <a:lnTo>
                  <a:pt x="403" y="32"/>
                </a:lnTo>
                <a:lnTo>
                  <a:pt x="404" y="33"/>
                </a:lnTo>
                <a:lnTo>
                  <a:pt x="405" y="34"/>
                </a:lnTo>
                <a:lnTo>
                  <a:pt x="406" y="33"/>
                </a:lnTo>
                <a:lnTo>
                  <a:pt x="408" y="31"/>
                </a:lnTo>
                <a:lnTo>
                  <a:pt x="409" y="32"/>
                </a:lnTo>
                <a:lnTo>
                  <a:pt x="409" y="34"/>
                </a:lnTo>
                <a:lnTo>
                  <a:pt x="410" y="35"/>
                </a:lnTo>
                <a:lnTo>
                  <a:pt x="410" y="36"/>
                </a:lnTo>
                <a:lnTo>
                  <a:pt x="411" y="37"/>
                </a:lnTo>
                <a:lnTo>
                  <a:pt x="413" y="38"/>
                </a:lnTo>
                <a:lnTo>
                  <a:pt x="414" y="37"/>
                </a:lnTo>
                <a:lnTo>
                  <a:pt x="413" y="37"/>
                </a:lnTo>
                <a:lnTo>
                  <a:pt x="413" y="36"/>
                </a:lnTo>
                <a:lnTo>
                  <a:pt x="414" y="34"/>
                </a:lnTo>
                <a:lnTo>
                  <a:pt x="416" y="31"/>
                </a:lnTo>
                <a:lnTo>
                  <a:pt x="417" y="31"/>
                </a:lnTo>
                <a:lnTo>
                  <a:pt x="418" y="31"/>
                </a:lnTo>
                <a:lnTo>
                  <a:pt x="418" y="30"/>
                </a:lnTo>
                <a:lnTo>
                  <a:pt x="418" y="29"/>
                </a:lnTo>
                <a:lnTo>
                  <a:pt x="419" y="29"/>
                </a:lnTo>
                <a:lnTo>
                  <a:pt x="421" y="28"/>
                </a:lnTo>
                <a:lnTo>
                  <a:pt x="421" y="29"/>
                </a:lnTo>
                <a:lnTo>
                  <a:pt x="422" y="29"/>
                </a:lnTo>
                <a:lnTo>
                  <a:pt x="423" y="29"/>
                </a:lnTo>
                <a:lnTo>
                  <a:pt x="425" y="29"/>
                </a:lnTo>
                <a:lnTo>
                  <a:pt x="426" y="29"/>
                </a:lnTo>
                <a:lnTo>
                  <a:pt x="427" y="27"/>
                </a:lnTo>
                <a:lnTo>
                  <a:pt x="427" y="26"/>
                </a:lnTo>
                <a:lnTo>
                  <a:pt x="428" y="26"/>
                </a:lnTo>
                <a:lnTo>
                  <a:pt x="430" y="24"/>
                </a:lnTo>
                <a:lnTo>
                  <a:pt x="432" y="23"/>
                </a:lnTo>
                <a:lnTo>
                  <a:pt x="433" y="23"/>
                </a:lnTo>
                <a:lnTo>
                  <a:pt x="433" y="22"/>
                </a:lnTo>
                <a:lnTo>
                  <a:pt x="433" y="21"/>
                </a:lnTo>
                <a:lnTo>
                  <a:pt x="434" y="21"/>
                </a:lnTo>
                <a:lnTo>
                  <a:pt x="435" y="18"/>
                </a:lnTo>
                <a:lnTo>
                  <a:pt x="434" y="18"/>
                </a:lnTo>
                <a:lnTo>
                  <a:pt x="435" y="17"/>
                </a:lnTo>
                <a:lnTo>
                  <a:pt x="436" y="17"/>
                </a:lnTo>
                <a:lnTo>
                  <a:pt x="437" y="17"/>
                </a:lnTo>
                <a:lnTo>
                  <a:pt x="438" y="18"/>
                </a:lnTo>
                <a:lnTo>
                  <a:pt x="439" y="18"/>
                </a:lnTo>
                <a:lnTo>
                  <a:pt x="440" y="18"/>
                </a:lnTo>
                <a:lnTo>
                  <a:pt x="440" y="17"/>
                </a:lnTo>
                <a:lnTo>
                  <a:pt x="440" y="16"/>
                </a:lnTo>
                <a:lnTo>
                  <a:pt x="439" y="15"/>
                </a:lnTo>
                <a:lnTo>
                  <a:pt x="439" y="14"/>
                </a:lnTo>
                <a:lnTo>
                  <a:pt x="438" y="14"/>
                </a:lnTo>
                <a:lnTo>
                  <a:pt x="438" y="13"/>
                </a:lnTo>
                <a:lnTo>
                  <a:pt x="438" y="11"/>
                </a:lnTo>
                <a:lnTo>
                  <a:pt x="439" y="10"/>
                </a:lnTo>
                <a:lnTo>
                  <a:pt x="440" y="10"/>
                </a:lnTo>
                <a:lnTo>
                  <a:pt x="442" y="9"/>
                </a:lnTo>
                <a:lnTo>
                  <a:pt x="442" y="8"/>
                </a:lnTo>
                <a:lnTo>
                  <a:pt x="441" y="9"/>
                </a:lnTo>
                <a:lnTo>
                  <a:pt x="440" y="9"/>
                </a:lnTo>
                <a:lnTo>
                  <a:pt x="441" y="7"/>
                </a:lnTo>
                <a:lnTo>
                  <a:pt x="441" y="6"/>
                </a:lnTo>
                <a:lnTo>
                  <a:pt x="442" y="6"/>
                </a:lnTo>
                <a:lnTo>
                  <a:pt x="443" y="6"/>
                </a:lnTo>
                <a:lnTo>
                  <a:pt x="444" y="6"/>
                </a:lnTo>
                <a:lnTo>
                  <a:pt x="444" y="7"/>
                </a:lnTo>
                <a:lnTo>
                  <a:pt x="444" y="8"/>
                </a:lnTo>
                <a:lnTo>
                  <a:pt x="446" y="9"/>
                </a:lnTo>
                <a:lnTo>
                  <a:pt x="446" y="8"/>
                </a:lnTo>
                <a:lnTo>
                  <a:pt x="447" y="8"/>
                </a:lnTo>
                <a:lnTo>
                  <a:pt x="448" y="7"/>
                </a:lnTo>
                <a:lnTo>
                  <a:pt x="449" y="7"/>
                </a:lnTo>
                <a:lnTo>
                  <a:pt x="450" y="6"/>
                </a:lnTo>
                <a:lnTo>
                  <a:pt x="450" y="5"/>
                </a:lnTo>
                <a:lnTo>
                  <a:pt x="450" y="4"/>
                </a:lnTo>
                <a:lnTo>
                  <a:pt x="450" y="3"/>
                </a:lnTo>
                <a:lnTo>
                  <a:pt x="452" y="2"/>
                </a:lnTo>
                <a:lnTo>
                  <a:pt x="454" y="1"/>
                </a:lnTo>
                <a:lnTo>
                  <a:pt x="455" y="1"/>
                </a:lnTo>
                <a:lnTo>
                  <a:pt x="455" y="2"/>
                </a:lnTo>
                <a:lnTo>
                  <a:pt x="455" y="3"/>
                </a:lnTo>
                <a:lnTo>
                  <a:pt x="456" y="3"/>
                </a:lnTo>
                <a:lnTo>
                  <a:pt x="456" y="4"/>
                </a:lnTo>
                <a:lnTo>
                  <a:pt x="457" y="4"/>
                </a:lnTo>
                <a:lnTo>
                  <a:pt x="457" y="3"/>
                </a:lnTo>
                <a:lnTo>
                  <a:pt x="457" y="2"/>
                </a:lnTo>
                <a:lnTo>
                  <a:pt x="459" y="3"/>
                </a:lnTo>
                <a:lnTo>
                  <a:pt x="459" y="4"/>
                </a:lnTo>
                <a:lnTo>
                  <a:pt x="460" y="4"/>
                </a:lnTo>
                <a:lnTo>
                  <a:pt x="460" y="3"/>
                </a:lnTo>
                <a:lnTo>
                  <a:pt x="461" y="3"/>
                </a:lnTo>
                <a:lnTo>
                  <a:pt x="461" y="2"/>
                </a:lnTo>
                <a:lnTo>
                  <a:pt x="460" y="2"/>
                </a:lnTo>
                <a:lnTo>
                  <a:pt x="460" y="1"/>
                </a:lnTo>
                <a:lnTo>
                  <a:pt x="460" y="0"/>
                </a:lnTo>
                <a:lnTo>
                  <a:pt x="462" y="0"/>
                </a:lnTo>
                <a:lnTo>
                  <a:pt x="462" y="1"/>
                </a:lnTo>
                <a:lnTo>
                  <a:pt x="461" y="1"/>
                </a:lnTo>
                <a:lnTo>
                  <a:pt x="461" y="2"/>
                </a:lnTo>
                <a:lnTo>
                  <a:pt x="462" y="2"/>
                </a:lnTo>
                <a:lnTo>
                  <a:pt x="46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2115000" y="565992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1" y="0"/>
                </a:move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3" y="5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2108880" y="5652000"/>
            <a:ext cx="3240" cy="4320"/>
          </a:xfrm>
          <a:custGeom>
            <a:avLst/>
            <a:gdLst/>
            <a:ahLst/>
            <a:rect l="0" t="0" r="r" b="b"/>
            <a:pathLst>
              <a:path w="9" h="12">
                <a:moveTo>
                  <a:pt x="8" y="6"/>
                </a:moveTo>
                <a:lnTo>
                  <a:pt x="7" y="8"/>
                </a:lnTo>
                <a:lnTo>
                  <a:pt x="6" y="9"/>
                </a:lnTo>
                <a:lnTo>
                  <a:pt x="6" y="8"/>
                </a:lnTo>
                <a:lnTo>
                  <a:pt x="4" y="8"/>
                </a:lnTo>
                <a:lnTo>
                  <a:pt x="3" y="7"/>
                </a:lnTo>
                <a:lnTo>
                  <a:pt x="2" y="7"/>
                </a:lnTo>
                <a:lnTo>
                  <a:pt x="2" y="8"/>
                </a:lnTo>
                <a:lnTo>
                  <a:pt x="1" y="8"/>
                </a:lnTo>
                <a:lnTo>
                  <a:pt x="1" y="9"/>
                </a:lnTo>
                <a:lnTo>
                  <a:pt x="1" y="10"/>
                </a:lnTo>
                <a:lnTo>
                  <a:pt x="2" y="10"/>
                </a:lnTo>
                <a:lnTo>
                  <a:pt x="2" y="12"/>
                </a:lnTo>
                <a:lnTo>
                  <a:pt x="2" y="10"/>
                </a:lnTo>
                <a:lnTo>
                  <a:pt x="0" y="10"/>
                </a:lnTo>
                <a:lnTo>
                  <a:pt x="0" y="9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3" y="2"/>
                </a:lnTo>
                <a:lnTo>
                  <a:pt x="4" y="0"/>
                </a:lnTo>
                <a:lnTo>
                  <a:pt x="6" y="0"/>
                </a:lnTo>
                <a:lnTo>
                  <a:pt x="7" y="0"/>
                </a:lnTo>
                <a:lnTo>
                  <a:pt x="8" y="2"/>
                </a:lnTo>
                <a:lnTo>
                  <a:pt x="8" y="3"/>
                </a:lnTo>
                <a:lnTo>
                  <a:pt x="9" y="3"/>
                </a:lnTo>
                <a:lnTo>
                  <a:pt x="9" y="4"/>
                </a:lnTo>
                <a:lnTo>
                  <a:pt x="8" y="5"/>
                </a:lnTo>
                <a:lnTo>
                  <a:pt x="8" y="6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2107800" y="5629680"/>
            <a:ext cx="1440" cy="360"/>
          </a:xfrm>
          <a:custGeom>
            <a:avLst/>
            <a:gdLst/>
            <a:ahLst/>
            <a:rect l="0" t="0" r="r" b="b"/>
            <a:pathLst>
              <a:path w="4" h="1">
                <a:moveTo>
                  <a:pt x="3" y="1"/>
                </a:moveTo>
                <a:lnTo>
                  <a:pt x="2" y="1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2086560" y="562392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5" y="2"/>
                </a:moveTo>
                <a:lnTo>
                  <a:pt x="3" y="3"/>
                </a:lnTo>
                <a:lnTo>
                  <a:pt x="3" y="4"/>
                </a:lnTo>
                <a:lnTo>
                  <a:pt x="1" y="3"/>
                </a:lnTo>
                <a:lnTo>
                  <a:pt x="0" y="4"/>
                </a:lnTo>
                <a:lnTo>
                  <a:pt x="1" y="3"/>
                </a:lnTo>
                <a:lnTo>
                  <a:pt x="3" y="2"/>
                </a:lnTo>
                <a:lnTo>
                  <a:pt x="4" y="0"/>
                </a:lnTo>
                <a:lnTo>
                  <a:pt x="5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2104920" y="562212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0" y="5"/>
                </a:moveTo>
                <a:lnTo>
                  <a:pt x="0" y="4"/>
                </a:lnTo>
                <a:lnTo>
                  <a:pt x="1" y="4"/>
                </a:lnTo>
                <a:lnTo>
                  <a:pt x="2" y="3"/>
                </a:lnTo>
                <a:lnTo>
                  <a:pt x="4" y="2"/>
                </a:lnTo>
                <a:lnTo>
                  <a:pt x="5" y="0"/>
                </a:lnTo>
                <a:lnTo>
                  <a:pt x="6" y="0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2106720" y="562104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2069640" y="56214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2068920" y="5621040"/>
            <a:ext cx="3240" cy="6840"/>
          </a:xfrm>
          <a:custGeom>
            <a:avLst/>
            <a:gdLst/>
            <a:ahLst/>
            <a:rect l="0" t="0" r="r" b="b"/>
            <a:pathLst>
              <a:path w="9" h="19">
                <a:moveTo>
                  <a:pt x="8" y="6"/>
                </a:moveTo>
                <a:lnTo>
                  <a:pt x="7" y="6"/>
                </a:lnTo>
                <a:lnTo>
                  <a:pt x="6" y="7"/>
                </a:lnTo>
                <a:lnTo>
                  <a:pt x="6" y="8"/>
                </a:lnTo>
                <a:lnTo>
                  <a:pt x="6" y="9"/>
                </a:lnTo>
                <a:lnTo>
                  <a:pt x="6" y="10"/>
                </a:lnTo>
                <a:lnTo>
                  <a:pt x="7" y="11"/>
                </a:lnTo>
                <a:lnTo>
                  <a:pt x="6" y="12"/>
                </a:lnTo>
                <a:lnTo>
                  <a:pt x="6" y="13"/>
                </a:lnTo>
                <a:lnTo>
                  <a:pt x="5" y="13"/>
                </a:lnTo>
                <a:lnTo>
                  <a:pt x="5" y="15"/>
                </a:lnTo>
                <a:lnTo>
                  <a:pt x="4" y="15"/>
                </a:lnTo>
                <a:lnTo>
                  <a:pt x="3" y="15"/>
                </a:lnTo>
                <a:lnTo>
                  <a:pt x="3" y="16"/>
                </a:lnTo>
                <a:lnTo>
                  <a:pt x="4" y="16"/>
                </a:lnTo>
                <a:lnTo>
                  <a:pt x="5" y="16"/>
                </a:lnTo>
                <a:lnTo>
                  <a:pt x="5" y="17"/>
                </a:lnTo>
                <a:lnTo>
                  <a:pt x="5" y="19"/>
                </a:lnTo>
                <a:lnTo>
                  <a:pt x="3" y="19"/>
                </a:lnTo>
                <a:lnTo>
                  <a:pt x="3" y="18"/>
                </a:lnTo>
                <a:lnTo>
                  <a:pt x="2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0" y="12"/>
                </a:lnTo>
                <a:lnTo>
                  <a:pt x="0" y="11"/>
                </a:lnTo>
                <a:lnTo>
                  <a:pt x="0" y="10"/>
                </a:lnTo>
                <a:lnTo>
                  <a:pt x="2" y="10"/>
                </a:lnTo>
                <a:lnTo>
                  <a:pt x="3" y="10"/>
                </a:lnTo>
                <a:lnTo>
                  <a:pt x="3" y="9"/>
                </a:lnTo>
                <a:lnTo>
                  <a:pt x="3" y="8"/>
                </a:lnTo>
                <a:lnTo>
                  <a:pt x="3" y="7"/>
                </a:lnTo>
                <a:lnTo>
                  <a:pt x="3" y="6"/>
                </a:lnTo>
                <a:lnTo>
                  <a:pt x="4" y="5"/>
                </a:lnTo>
                <a:lnTo>
                  <a:pt x="4" y="4"/>
                </a:lnTo>
                <a:lnTo>
                  <a:pt x="5" y="4"/>
                </a:lnTo>
                <a:lnTo>
                  <a:pt x="5" y="3"/>
                </a:lnTo>
                <a:lnTo>
                  <a:pt x="4" y="3"/>
                </a:lnTo>
                <a:lnTo>
                  <a:pt x="4" y="2"/>
                </a:lnTo>
                <a:lnTo>
                  <a:pt x="5" y="2"/>
                </a:lnTo>
                <a:lnTo>
                  <a:pt x="6" y="0"/>
                </a:lnTo>
                <a:lnTo>
                  <a:pt x="7" y="0"/>
                </a:lnTo>
                <a:lnTo>
                  <a:pt x="7" y="3"/>
                </a:lnTo>
                <a:lnTo>
                  <a:pt x="8" y="3"/>
                </a:lnTo>
                <a:lnTo>
                  <a:pt x="9" y="4"/>
                </a:lnTo>
                <a:lnTo>
                  <a:pt x="9" y="5"/>
                </a:lnTo>
                <a:lnTo>
                  <a:pt x="8" y="6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2068920" y="56192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4"/>
                </a:move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2095200" y="561780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3"/>
                </a:moveTo>
                <a:lnTo>
                  <a:pt x="0" y="3"/>
                </a:lnTo>
                <a:lnTo>
                  <a:pt x="2" y="0"/>
                </a:lnTo>
                <a:lnTo>
                  <a:pt x="4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2081160" y="56174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0"/>
                </a:move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1" y="3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2080800" y="561672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2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2080800" y="56156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3"/>
                </a:move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1"/>
                </a:lnTo>
                <a:lnTo>
                  <a:pt x="1" y="0"/>
                </a:lnTo>
                <a:lnTo>
                  <a:pt x="2" y="1"/>
                </a:lnTo>
                <a:lnTo>
                  <a:pt x="4" y="1"/>
                </a:lnTo>
                <a:lnTo>
                  <a:pt x="4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2080800" y="56152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2"/>
                </a:move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2080800" y="5609160"/>
            <a:ext cx="3240" cy="3240"/>
          </a:xfrm>
          <a:custGeom>
            <a:avLst/>
            <a:gdLst/>
            <a:ahLst/>
            <a:rect l="0" t="0" r="r" b="b"/>
            <a:pathLst>
              <a:path w="9" h="9">
                <a:moveTo>
                  <a:pt x="9" y="1"/>
                </a:moveTo>
                <a:lnTo>
                  <a:pt x="8" y="2"/>
                </a:lnTo>
                <a:lnTo>
                  <a:pt x="7" y="3"/>
                </a:lnTo>
                <a:lnTo>
                  <a:pt x="5" y="3"/>
                </a:lnTo>
                <a:lnTo>
                  <a:pt x="4" y="4"/>
                </a:lnTo>
                <a:lnTo>
                  <a:pt x="4" y="6"/>
                </a:lnTo>
                <a:lnTo>
                  <a:pt x="3" y="6"/>
                </a:lnTo>
                <a:lnTo>
                  <a:pt x="3" y="7"/>
                </a:lnTo>
                <a:lnTo>
                  <a:pt x="3" y="8"/>
                </a:lnTo>
                <a:lnTo>
                  <a:pt x="2" y="8"/>
                </a:lnTo>
                <a:lnTo>
                  <a:pt x="2" y="9"/>
                </a:lnTo>
                <a:lnTo>
                  <a:pt x="1" y="9"/>
                </a:lnTo>
                <a:lnTo>
                  <a:pt x="1" y="8"/>
                </a:lnTo>
                <a:lnTo>
                  <a:pt x="2" y="6"/>
                </a:lnTo>
                <a:lnTo>
                  <a:pt x="3" y="6"/>
                </a:lnTo>
                <a:lnTo>
                  <a:pt x="3" y="4"/>
                </a:lnTo>
                <a:lnTo>
                  <a:pt x="2" y="4"/>
                </a:lnTo>
                <a:lnTo>
                  <a:pt x="1" y="4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4" y="0"/>
                </a:lnTo>
                <a:lnTo>
                  <a:pt x="5" y="0"/>
                </a:lnTo>
                <a:lnTo>
                  <a:pt x="8" y="0"/>
                </a:lnTo>
                <a:lnTo>
                  <a:pt x="8" y="1"/>
                </a:lnTo>
                <a:lnTo>
                  <a:pt x="9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1871280" y="5361120"/>
            <a:ext cx="378000" cy="273600"/>
          </a:xfrm>
          <a:custGeom>
            <a:avLst/>
            <a:gdLst/>
            <a:ahLst/>
            <a:rect l="0" t="0" r="r" b="b"/>
            <a:pathLst>
              <a:path w="1050" h="760">
                <a:moveTo>
                  <a:pt x="887" y="7"/>
                </a:moveTo>
                <a:lnTo>
                  <a:pt x="889" y="7"/>
                </a:lnTo>
                <a:lnTo>
                  <a:pt x="891" y="7"/>
                </a:lnTo>
                <a:lnTo>
                  <a:pt x="891" y="8"/>
                </a:lnTo>
                <a:lnTo>
                  <a:pt x="892" y="8"/>
                </a:lnTo>
                <a:lnTo>
                  <a:pt x="891" y="9"/>
                </a:lnTo>
                <a:lnTo>
                  <a:pt x="893" y="9"/>
                </a:lnTo>
                <a:lnTo>
                  <a:pt x="894" y="9"/>
                </a:lnTo>
                <a:lnTo>
                  <a:pt x="895" y="9"/>
                </a:lnTo>
                <a:lnTo>
                  <a:pt x="896" y="10"/>
                </a:lnTo>
                <a:lnTo>
                  <a:pt x="897" y="10"/>
                </a:lnTo>
                <a:lnTo>
                  <a:pt x="898" y="11"/>
                </a:lnTo>
                <a:lnTo>
                  <a:pt x="899" y="11"/>
                </a:lnTo>
                <a:lnTo>
                  <a:pt x="899" y="12"/>
                </a:lnTo>
                <a:lnTo>
                  <a:pt x="900" y="12"/>
                </a:lnTo>
                <a:lnTo>
                  <a:pt x="900" y="11"/>
                </a:lnTo>
                <a:lnTo>
                  <a:pt x="902" y="11"/>
                </a:lnTo>
                <a:lnTo>
                  <a:pt x="903" y="11"/>
                </a:lnTo>
                <a:lnTo>
                  <a:pt x="905" y="11"/>
                </a:lnTo>
                <a:lnTo>
                  <a:pt x="908" y="10"/>
                </a:lnTo>
                <a:lnTo>
                  <a:pt x="909" y="9"/>
                </a:lnTo>
                <a:lnTo>
                  <a:pt x="910" y="10"/>
                </a:lnTo>
                <a:lnTo>
                  <a:pt x="911" y="11"/>
                </a:lnTo>
                <a:lnTo>
                  <a:pt x="912" y="11"/>
                </a:lnTo>
                <a:lnTo>
                  <a:pt x="914" y="10"/>
                </a:lnTo>
                <a:lnTo>
                  <a:pt x="914" y="12"/>
                </a:lnTo>
                <a:lnTo>
                  <a:pt x="914" y="14"/>
                </a:lnTo>
                <a:lnTo>
                  <a:pt x="913" y="14"/>
                </a:lnTo>
                <a:lnTo>
                  <a:pt x="913" y="15"/>
                </a:lnTo>
                <a:lnTo>
                  <a:pt x="915" y="16"/>
                </a:lnTo>
                <a:lnTo>
                  <a:pt x="915" y="17"/>
                </a:lnTo>
                <a:lnTo>
                  <a:pt x="916" y="17"/>
                </a:lnTo>
                <a:lnTo>
                  <a:pt x="916" y="16"/>
                </a:lnTo>
                <a:lnTo>
                  <a:pt x="917" y="16"/>
                </a:lnTo>
                <a:lnTo>
                  <a:pt x="918" y="17"/>
                </a:lnTo>
                <a:lnTo>
                  <a:pt x="920" y="16"/>
                </a:lnTo>
                <a:lnTo>
                  <a:pt x="921" y="15"/>
                </a:lnTo>
                <a:lnTo>
                  <a:pt x="922" y="15"/>
                </a:lnTo>
                <a:lnTo>
                  <a:pt x="924" y="15"/>
                </a:lnTo>
                <a:lnTo>
                  <a:pt x="925" y="16"/>
                </a:lnTo>
                <a:lnTo>
                  <a:pt x="925" y="17"/>
                </a:lnTo>
                <a:lnTo>
                  <a:pt x="926" y="17"/>
                </a:lnTo>
                <a:lnTo>
                  <a:pt x="926" y="20"/>
                </a:lnTo>
                <a:lnTo>
                  <a:pt x="925" y="20"/>
                </a:lnTo>
                <a:lnTo>
                  <a:pt x="925" y="21"/>
                </a:lnTo>
                <a:lnTo>
                  <a:pt x="926" y="22"/>
                </a:lnTo>
                <a:lnTo>
                  <a:pt x="925" y="23"/>
                </a:lnTo>
                <a:lnTo>
                  <a:pt x="924" y="24"/>
                </a:lnTo>
                <a:lnTo>
                  <a:pt x="923" y="25"/>
                </a:lnTo>
                <a:lnTo>
                  <a:pt x="923" y="28"/>
                </a:lnTo>
                <a:lnTo>
                  <a:pt x="924" y="28"/>
                </a:lnTo>
                <a:lnTo>
                  <a:pt x="924" y="30"/>
                </a:lnTo>
                <a:lnTo>
                  <a:pt x="924" y="31"/>
                </a:lnTo>
                <a:lnTo>
                  <a:pt x="923" y="31"/>
                </a:lnTo>
                <a:lnTo>
                  <a:pt x="922" y="32"/>
                </a:lnTo>
                <a:lnTo>
                  <a:pt x="922" y="33"/>
                </a:lnTo>
                <a:lnTo>
                  <a:pt x="922" y="34"/>
                </a:lnTo>
                <a:lnTo>
                  <a:pt x="922" y="35"/>
                </a:lnTo>
                <a:lnTo>
                  <a:pt x="923" y="35"/>
                </a:lnTo>
                <a:lnTo>
                  <a:pt x="924" y="36"/>
                </a:lnTo>
                <a:lnTo>
                  <a:pt x="924" y="37"/>
                </a:lnTo>
                <a:lnTo>
                  <a:pt x="923" y="37"/>
                </a:lnTo>
                <a:lnTo>
                  <a:pt x="924" y="38"/>
                </a:lnTo>
                <a:lnTo>
                  <a:pt x="924" y="39"/>
                </a:lnTo>
                <a:lnTo>
                  <a:pt x="923" y="40"/>
                </a:lnTo>
                <a:lnTo>
                  <a:pt x="923" y="39"/>
                </a:lnTo>
                <a:lnTo>
                  <a:pt x="923" y="40"/>
                </a:lnTo>
                <a:lnTo>
                  <a:pt x="922" y="40"/>
                </a:lnTo>
                <a:lnTo>
                  <a:pt x="922" y="41"/>
                </a:lnTo>
                <a:lnTo>
                  <a:pt x="922" y="42"/>
                </a:lnTo>
                <a:lnTo>
                  <a:pt x="922" y="44"/>
                </a:lnTo>
                <a:lnTo>
                  <a:pt x="921" y="44"/>
                </a:lnTo>
                <a:lnTo>
                  <a:pt x="921" y="45"/>
                </a:lnTo>
                <a:lnTo>
                  <a:pt x="922" y="45"/>
                </a:lnTo>
                <a:lnTo>
                  <a:pt x="922" y="46"/>
                </a:lnTo>
                <a:lnTo>
                  <a:pt x="923" y="46"/>
                </a:lnTo>
                <a:lnTo>
                  <a:pt x="923" y="47"/>
                </a:lnTo>
                <a:lnTo>
                  <a:pt x="924" y="47"/>
                </a:lnTo>
                <a:lnTo>
                  <a:pt x="924" y="48"/>
                </a:lnTo>
                <a:lnTo>
                  <a:pt x="924" y="49"/>
                </a:lnTo>
                <a:lnTo>
                  <a:pt x="923" y="49"/>
                </a:lnTo>
                <a:lnTo>
                  <a:pt x="923" y="48"/>
                </a:lnTo>
                <a:lnTo>
                  <a:pt x="922" y="48"/>
                </a:lnTo>
                <a:lnTo>
                  <a:pt x="920" y="49"/>
                </a:lnTo>
                <a:lnTo>
                  <a:pt x="919" y="51"/>
                </a:lnTo>
                <a:lnTo>
                  <a:pt x="918" y="53"/>
                </a:lnTo>
                <a:lnTo>
                  <a:pt x="918" y="54"/>
                </a:lnTo>
                <a:lnTo>
                  <a:pt x="917" y="55"/>
                </a:lnTo>
                <a:lnTo>
                  <a:pt x="917" y="56"/>
                </a:lnTo>
                <a:lnTo>
                  <a:pt x="917" y="59"/>
                </a:lnTo>
                <a:lnTo>
                  <a:pt x="916" y="60"/>
                </a:lnTo>
                <a:lnTo>
                  <a:pt x="916" y="61"/>
                </a:lnTo>
                <a:lnTo>
                  <a:pt x="915" y="61"/>
                </a:lnTo>
                <a:lnTo>
                  <a:pt x="915" y="62"/>
                </a:lnTo>
                <a:lnTo>
                  <a:pt x="915" y="63"/>
                </a:lnTo>
                <a:lnTo>
                  <a:pt x="916" y="63"/>
                </a:lnTo>
                <a:lnTo>
                  <a:pt x="917" y="63"/>
                </a:lnTo>
                <a:lnTo>
                  <a:pt x="917" y="64"/>
                </a:lnTo>
                <a:lnTo>
                  <a:pt x="917" y="65"/>
                </a:lnTo>
                <a:lnTo>
                  <a:pt x="918" y="65"/>
                </a:lnTo>
                <a:lnTo>
                  <a:pt x="919" y="66"/>
                </a:lnTo>
                <a:lnTo>
                  <a:pt x="919" y="67"/>
                </a:lnTo>
                <a:lnTo>
                  <a:pt x="920" y="69"/>
                </a:lnTo>
                <a:lnTo>
                  <a:pt x="920" y="70"/>
                </a:lnTo>
                <a:lnTo>
                  <a:pt x="920" y="71"/>
                </a:lnTo>
                <a:lnTo>
                  <a:pt x="921" y="72"/>
                </a:lnTo>
                <a:lnTo>
                  <a:pt x="922" y="72"/>
                </a:lnTo>
                <a:lnTo>
                  <a:pt x="923" y="74"/>
                </a:lnTo>
                <a:lnTo>
                  <a:pt x="923" y="75"/>
                </a:lnTo>
                <a:lnTo>
                  <a:pt x="923" y="76"/>
                </a:lnTo>
                <a:lnTo>
                  <a:pt x="924" y="76"/>
                </a:lnTo>
                <a:lnTo>
                  <a:pt x="925" y="77"/>
                </a:lnTo>
                <a:lnTo>
                  <a:pt x="927" y="77"/>
                </a:lnTo>
                <a:lnTo>
                  <a:pt x="928" y="77"/>
                </a:lnTo>
                <a:lnTo>
                  <a:pt x="929" y="77"/>
                </a:lnTo>
                <a:lnTo>
                  <a:pt x="929" y="78"/>
                </a:lnTo>
                <a:lnTo>
                  <a:pt x="930" y="77"/>
                </a:lnTo>
                <a:lnTo>
                  <a:pt x="929" y="77"/>
                </a:lnTo>
                <a:lnTo>
                  <a:pt x="929" y="76"/>
                </a:lnTo>
                <a:lnTo>
                  <a:pt x="930" y="75"/>
                </a:lnTo>
                <a:lnTo>
                  <a:pt x="931" y="72"/>
                </a:lnTo>
                <a:lnTo>
                  <a:pt x="933" y="72"/>
                </a:lnTo>
                <a:lnTo>
                  <a:pt x="934" y="70"/>
                </a:lnTo>
                <a:lnTo>
                  <a:pt x="934" y="69"/>
                </a:lnTo>
                <a:lnTo>
                  <a:pt x="936" y="69"/>
                </a:lnTo>
                <a:lnTo>
                  <a:pt x="937" y="70"/>
                </a:lnTo>
                <a:lnTo>
                  <a:pt x="937" y="71"/>
                </a:lnTo>
                <a:lnTo>
                  <a:pt x="938" y="71"/>
                </a:lnTo>
                <a:lnTo>
                  <a:pt x="939" y="71"/>
                </a:lnTo>
                <a:lnTo>
                  <a:pt x="939" y="70"/>
                </a:lnTo>
                <a:lnTo>
                  <a:pt x="940" y="69"/>
                </a:lnTo>
                <a:lnTo>
                  <a:pt x="941" y="69"/>
                </a:lnTo>
                <a:lnTo>
                  <a:pt x="941" y="70"/>
                </a:lnTo>
                <a:lnTo>
                  <a:pt x="941" y="71"/>
                </a:lnTo>
                <a:lnTo>
                  <a:pt x="941" y="72"/>
                </a:lnTo>
                <a:lnTo>
                  <a:pt x="942" y="72"/>
                </a:lnTo>
                <a:lnTo>
                  <a:pt x="944" y="72"/>
                </a:lnTo>
                <a:lnTo>
                  <a:pt x="945" y="72"/>
                </a:lnTo>
                <a:lnTo>
                  <a:pt x="946" y="73"/>
                </a:lnTo>
                <a:lnTo>
                  <a:pt x="947" y="73"/>
                </a:lnTo>
                <a:lnTo>
                  <a:pt x="947" y="72"/>
                </a:lnTo>
                <a:lnTo>
                  <a:pt x="947" y="71"/>
                </a:lnTo>
                <a:lnTo>
                  <a:pt x="948" y="71"/>
                </a:lnTo>
                <a:lnTo>
                  <a:pt x="949" y="71"/>
                </a:lnTo>
                <a:lnTo>
                  <a:pt x="950" y="72"/>
                </a:lnTo>
                <a:lnTo>
                  <a:pt x="951" y="71"/>
                </a:lnTo>
                <a:lnTo>
                  <a:pt x="952" y="71"/>
                </a:lnTo>
                <a:lnTo>
                  <a:pt x="952" y="72"/>
                </a:lnTo>
                <a:lnTo>
                  <a:pt x="952" y="73"/>
                </a:lnTo>
                <a:lnTo>
                  <a:pt x="953" y="74"/>
                </a:lnTo>
                <a:lnTo>
                  <a:pt x="953" y="73"/>
                </a:lnTo>
                <a:lnTo>
                  <a:pt x="954" y="73"/>
                </a:lnTo>
                <a:lnTo>
                  <a:pt x="956" y="73"/>
                </a:lnTo>
                <a:lnTo>
                  <a:pt x="957" y="74"/>
                </a:lnTo>
                <a:lnTo>
                  <a:pt x="956" y="75"/>
                </a:lnTo>
                <a:lnTo>
                  <a:pt x="955" y="76"/>
                </a:lnTo>
                <a:lnTo>
                  <a:pt x="954" y="76"/>
                </a:lnTo>
                <a:lnTo>
                  <a:pt x="953" y="76"/>
                </a:lnTo>
                <a:lnTo>
                  <a:pt x="953" y="77"/>
                </a:lnTo>
                <a:lnTo>
                  <a:pt x="952" y="77"/>
                </a:lnTo>
                <a:lnTo>
                  <a:pt x="951" y="77"/>
                </a:lnTo>
                <a:lnTo>
                  <a:pt x="950" y="78"/>
                </a:lnTo>
                <a:lnTo>
                  <a:pt x="949" y="78"/>
                </a:lnTo>
                <a:lnTo>
                  <a:pt x="948" y="79"/>
                </a:lnTo>
                <a:lnTo>
                  <a:pt x="948" y="80"/>
                </a:lnTo>
                <a:lnTo>
                  <a:pt x="948" y="81"/>
                </a:lnTo>
                <a:lnTo>
                  <a:pt x="948" y="82"/>
                </a:lnTo>
                <a:lnTo>
                  <a:pt x="949" y="82"/>
                </a:lnTo>
                <a:lnTo>
                  <a:pt x="950" y="82"/>
                </a:lnTo>
                <a:lnTo>
                  <a:pt x="950" y="83"/>
                </a:lnTo>
                <a:lnTo>
                  <a:pt x="950" y="84"/>
                </a:lnTo>
                <a:lnTo>
                  <a:pt x="950" y="85"/>
                </a:lnTo>
                <a:lnTo>
                  <a:pt x="950" y="87"/>
                </a:lnTo>
                <a:lnTo>
                  <a:pt x="951" y="87"/>
                </a:lnTo>
                <a:lnTo>
                  <a:pt x="951" y="89"/>
                </a:lnTo>
                <a:lnTo>
                  <a:pt x="950" y="89"/>
                </a:lnTo>
                <a:lnTo>
                  <a:pt x="948" y="90"/>
                </a:lnTo>
                <a:lnTo>
                  <a:pt x="947" y="90"/>
                </a:lnTo>
                <a:lnTo>
                  <a:pt x="946" y="91"/>
                </a:lnTo>
                <a:lnTo>
                  <a:pt x="946" y="92"/>
                </a:lnTo>
                <a:lnTo>
                  <a:pt x="946" y="93"/>
                </a:lnTo>
                <a:lnTo>
                  <a:pt x="945" y="93"/>
                </a:lnTo>
                <a:lnTo>
                  <a:pt x="943" y="94"/>
                </a:lnTo>
                <a:lnTo>
                  <a:pt x="941" y="95"/>
                </a:lnTo>
                <a:lnTo>
                  <a:pt x="940" y="95"/>
                </a:lnTo>
                <a:lnTo>
                  <a:pt x="939" y="96"/>
                </a:lnTo>
                <a:lnTo>
                  <a:pt x="938" y="96"/>
                </a:lnTo>
                <a:lnTo>
                  <a:pt x="937" y="96"/>
                </a:lnTo>
                <a:lnTo>
                  <a:pt x="936" y="96"/>
                </a:lnTo>
                <a:lnTo>
                  <a:pt x="936" y="95"/>
                </a:lnTo>
                <a:lnTo>
                  <a:pt x="934" y="96"/>
                </a:lnTo>
                <a:lnTo>
                  <a:pt x="933" y="98"/>
                </a:lnTo>
                <a:lnTo>
                  <a:pt x="933" y="99"/>
                </a:lnTo>
                <a:lnTo>
                  <a:pt x="933" y="100"/>
                </a:lnTo>
                <a:lnTo>
                  <a:pt x="933" y="102"/>
                </a:lnTo>
                <a:lnTo>
                  <a:pt x="934" y="102"/>
                </a:lnTo>
                <a:lnTo>
                  <a:pt x="935" y="102"/>
                </a:lnTo>
                <a:lnTo>
                  <a:pt x="935" y="103"/>
                </a:lnTo>
                <a:lnTo>
                  <a:pt x="935" y="105"/>
                </a:lnTo>
                <a:lnTo>
                  <a:pt x="934" y="105"/>
                </a:lnTo>
                <a:lnTo>
                  <a:pt x="934" y="106"/>
                </a:lnTo>
                <a:lnTo>
                  <a:pt x="934" y="107"/>
                </a:lnTo>
                <a:lnTo>
                  <a:pt x="934" y="108"/>
                </a:lnTo>
                <a:lnTo>
                  <a:pt x="934" y="109"/>
                </a:lnTo>
                <a:lnTo>
                  <a:pt x="935" y="111"/>
                </a:lnTo>
                <a:lnTo>
                  <a:pt x="936" y="112"/>
                </a:lnTo>
                <a:lnTo>
                  <a:pt x="937" y="112"/>
                </a:lnTo>
                <a:lnTo>
                  <a:pt x="937" y="113"/>
                </a:lnTo>
                <a:lnTo>
                  <a:pt x="938" y="113"/>
                </a:lnTo>
                <a:lnTo>
                  <a:pt x="938" y="114"/>
                </a:lnTo>
                <a:lnTo>
                  <a:pt x="939" y="114"/>
                </a:lnTo>
                <a:lnTo>
                  <a:pt x="939" y="115"/>
                </a:lnTo>
                <a:lnTo>
                  <a:pt x="939" y="116"/>
                </a:lnTo>
                <a:lnTo>
                  <a:pt x="938" y="117"/>
                </a:lnTo>
                <a:lnTo>
                  <a:pt x="937" y="118"/>
                </a:lnTo>
                <a:lnTo>
                  <a:pt x="937" y="121"/>
                </a:lnTo>
                <a:lnTo>
                  <a:pt x="936" y="123"/>
                </a:lnTo>
                <a:lnTo>
                  <a:pt x="937" y="123"/>
                </a:lnTo>
                <a:lnTo>
                  <a:pt x="937" y="124"/>
                </a:lnTo>
                <a:lnTo>
                  <a:pt x="937" y="125"/>
                </a:lnTo>
                <a:lnTo>
                  <a:pt x="938" y="126"/>
                </a:lnTo>
                <a:lnTo>
                  <a:pt x="938" y="127"/>
                </a:lnTo>
                <a:lnTo>
                  <a:pt x="937" y="131"/>
                </a:lnTo>
                <a:lnTo>
                  <a:pt x="936" y="132"/>
                </a:lnTo>
                <a:lnTo>
                  <a:pt x="936" y="133"/>
                </a:lnTo>
                <a:lnTo>
                  <a:pt x="935" y="134"/>
                </a:lnTo>
                <a:lnTo>
                  <a:pt x="935" y="135"/>
                </a:lnTo>
                <a:lnTo>
                  <a:pt x="934" y="136"/>
                </a:lnTo>
                <a:lnTo>
                  <a:pt x="934" y="137"/>
                </a:lnTo>
                <a:lnTo>
                  <a:pt x="935" y="137"/>
                </a:lnTo>
                <a:lnTo>
                  <a:pt x="935" y="138"/>
                </a:lnTo>
                <a:lnTo>
                  <a:pt x="935" y="139"/>
                </a:lnTo>
                <a:lnTo>
                  <a:pt x="934" y="139"/>
                </a:lnTo>
                <a:lnTo>
                  <a:pt x="934" y="141"/>
                </a:lnTo>
                <a:lnTo>
                  <a:pt x="933" y="141"/>
                </a:lnTo>
                <a:lnTo>
                  <a:pt x="931" y="142"/>
                </a:lnTo>
                <a:lnTo>
                  <a:pt x="930" y="142"/>
                </a:lnTo>
                <a:lnTo>
                  <a:pt x="930" y="143"/>
                </a:lnTo>
                <a:lnTo>
                  <a:pt x="930" y="144"/>
                </a:lnTo>
                <a:lnTo>
                  <a:pt x="929" y="146"/>
                </a:lnTo>
                <a:lnTo>
                  <a:pt x="929" y="147"/>
                </a:lnTo>
                <a:lnTo>
                  <a:pt x="926" y="150"/>
                </a:lnTo>
                <a:lnTo>
                  <a:pt x="925" y="150"/>
                </a:lnTo>
                <a:lnTo>
                  <a:pt x="924" y="151"/>
                </a:lnTo>
                <a:lnTo>
                  <a:pt x="923" y="152"/>
                </a:lnTo>
                <a:lnTo>
                  <a:pt x="920" y="152"/>
                </a:lnTo>
                <a:lnTo>
                  <a:pt x="919" y="152"/>
                </a:lnTo>
                <a:lnTo>
                  <a:pt x="919" y="153"/>
                </a:lnTo>
                <a:lnTo>
                  <a:pt x="917" y="155"/>
                </a:lnTo>
                <a:lnTo>
                  <a:pt x="917" y="156"/>
                </a:lnTo>
                <a:lnTo>
                  <a:pt x="916" y="159"/>
                </a:lnTo>
                <a:lnTo>
                  <a:pt x="915" y="161"/>
                </a:lnTo>
                <a:lnTo>
                  <a:pt x="914" y="162"/>
                </a:lnTo>
                <a:lnTo>
                  <a:pt x="913" y="162"/>
                </a:lnTo>
                <a:lnTo>
                  <a:pt x="912" y="163"/>
                </a:lnTo>
                <a:lnTo>
                  <a:pt x="911" y="164"/>
                </a:lnTo>
                <a:lnTo>
                  <a:pt x="910" y="164"/>
                </a:lnTo>
                <a:lnTo>
                  <a:pt x="910" y="165"/>
                </a:lnTo>
                <a:lnTo>
                  <a:pt x="909" y="165"/>
                </a:lnTo>
                <a:lnTo>
                  <a:pt x="909" y="166"/>
                </a:lnTo>
                <a:lnTo>
                  <a:pt x="910" y="167"/>
                </a:lnTo>
                <a:lnTo>
                  <a:pt x="910" y="168"/>
                </a:lnTo>
                <a:lnTo>
                  <a:pt x="911" y="168"/>
                </a:lnTo>
                <a:lnTo>
                  <a:pt x="910" y="169"/>
                </a:lnTo>
                <a:lnTo>
                  <a:pt x="910" y="170"/>
                </a:lnTo>
                <a:lnTo>
                  <a:pt x="911" y="171"/>
                </a:lnTo>
                <a:lnTo>
                  <a:pt x="911" y="172"/>
                </a:lnTo>
                <a:lnTo>
                  <a:pt x="912" y="172"/>
                </a:lnTo>
                <a:lnTo>
                  <a:pt x="911" y="175"/>
                </a:lnTo>
                <a:lnTo>
                  <a:pt x="911" y="176"/>
                </a:lnTo>
                <a:lnTo>
                  <a:pt x="908" y="177"/>
                </a:lnTo>
                <a:lnTo>
                  <a:pt x="907" y="178"/>
                </a:lnTo>
                <a:lnTo>
                  <a:pt x="906" y="179"/>
                </a:lnTo>
                <a:lnTo>
                  <a:pt x="904" y="180"/>
                </a:lnTo>
                <a:lnTo>
                  <a:pt x="903" y="180"/>
                </a:lnTo>
                <a:lnTo>
                  <a:pt x="899" y="183"/>
                </a:lnTo>
                <a:lnTo>
                  <a:pt x="898" y="183"/>
                </a:lnTo>
                <a:lnTo>
                  <a:pt x="896" y="184"/>
                </a:lnTo>
                <a:lnTo>
                  <a:pt x="896" y="185"/>
                </a:lnTo>
                <a:lnTo>
                  <a:pt x="896" y="187"/>
                </a:lnTo>
                <a:lnTo>
                  <a:pt x="895" y="188"/>
                </a:lnTo>
                <a:lnTo>
                  <a:pt x="895" y="190"/>
                </a:lnTo>
                <a:lnTo>
                  <a:pt x="894" y="192"/>
                </a:lnTo>
                <a:lnTo>
                  <a:pt x="894" y="193"/>
                </a:lnTo>
                <a:lnTo>
                  <a:pt x="895" y="193"/>
                </a:lnTo>
                <a:lnTo>
                  <a:pt x="895" y="194"/>
                </a:lnTo>
                <a:lnTo>
                  <a:pt x="894" y="195"/>
                </a:lnTo>
                <a:lnTo>
                  <a:pt x="893" y="195"/>
                </a:lnTo>
                <a:lnTo>
                  <a:pt x="892" y="197"/>
                </a:lnTo>
                <a:lnTo>
                  <a:pt x="893" y="197"/>
                </a:lnTo>
                <a:lnTo>
                  <a:pt x="892" y="198"/>
                </a:lnTo>
                <a:lnTo>
                  <a:pt x="892" y="200"/>
                </a:lnTo>
                <a:lnTo>
                  <a:pt x="891" y="202"/>
                </a:lnTo>
                <a:lnTo>
                  <a:pt x="891" y="203"/>
                </a:lnTo>
                <a:lnTo>
                  <a:pt x="892" y="204"/>
                </a:lnTo>
                <a:lnTo>
                  <a:pt x="892" y="205"/>
                </a:lnTo>
                <a:lnTo>
                  <a:pt x="892" y="206"/>
                </a:lnTo>
                <a:lnTo>
                  <a:pt x="892" y="207"/>
                </a:lnTo>
                <a:lnTo>
                  <a:pt x="892" y="208"/>
                </a:lnTo>
                <a:lnTo>
                  <a:pt x="893" y="209"/>
                </a:lnTo>
                <a:lnTo>
                  <a:pt x="894" y="209"/>
                </a:lnTo>
                <a:lnTo>
                  <a:pt x="894" y="210"/>
                </a:lnTo>
                <a:lnTo>
                  <a:pt x="895" y="211"/>
                </a:lnTo>
                <a:lnTo>
                  <a:pt x="894" y="212"/>
                </a:lnTo>
                <a:lnTo>
                  <a:pt x="893" y="212"/>
                </a:lnTo>
                <a:lnTo>
                  <a:pt x="894" y="212"/>
                </a:lnTo>
                <a:lnTo>
                  <a:pt x="894" y="214"/>
                </a:lnTo>
                <a:lnTo>
                  <a:pt x="895" y="214"/>
                </a:lnTo>
                <a:lnTo>
                  <a:pt x="896" y="214"/>
                </a:lnTo>
                <a:lnTo>
                  <a:pt x="897" y="214"/>
                </a:lnTo>
                <a:lnTo>
                  <a:pt x="897" y="215"/>
                </a:lnTo>
                <a:lnTo>
                  <a:pt x="897" y="216"/>
                </a:lnTo>
                <a:lnTo>
                  <a:pt x="896" y="218"/>
                </a:lnTo>
                <a:lnTo>
                  <a:pt x="897" y="218"/>
                </a:lnTo>
                <a:lnTo>
                  <a:pt x="897" y="219"/>
                </a:lnTo>
                <a:lnTo>
                  <a:pt x="896" y="220"/>
                </a:lnTo>
                <a:lnTo>
                  <a:pt x="896" y="221"/>
                </a:lnTo>
                <a:lnTo>
                  <a:pt x="896" y="222"/>
                </a:lnTo>
                <a:lnTo>
                  <a:pt x="896" y="221"/>
                </a:lnTo>
                <a:lnTo>
                  <a:pt x="897" y="221"/>
                </a:lnTo>
                <a:lnTo>
                  <a:pt x="897" y="220"/>
                </a:lnTo>
                <a:lnTo>
                  <a:pt x="898" y="219"/>
                </a:lnTo>
                <a:lnTo>
                  <a:pt x="899" y="220"/>
                </a:lnTo>
                <a:lnTo>
                  <a:pt x="900" y="220"/>
                </a:lnTo>
                <a:lnTo>
                  <a:pt x="901" y="219"/>
                </a:lnTo>
                <a:lnTo>
                  <a:pt x="902" y="219"/>
                </a:lnTo>
                <a:lnTo>
                  <a:pt x="903" y="218"/>
                </a:lnTo>
                <a:lnTo>
                  <a:pt x="903" y="219"/>
                </a:lnTo>
                <a:lnTo>
                  <a:pt x="904" y="219"/>
                </a:lnTo>
                <a:lnTo>
                  <a:pt x="905" y="219"/>
                </a:lnTo>
                <a:lnTo>
                  <a:pt x="906" y="219"/>
                </a:lnTo>
                <a:lnTo>
                  <a:pt x="908" y="218"/>
                </a:lnTo>
                <a:lnTo>
                  <a:pt x="909" y="217"/>
                </a:lnTo>
                <a:lnTo>
                  <a:pt x="910" y="216"/>
                </a:lnTo>
                <a:lnTo>
                  <a:pt x="911" y="217"/>
                </a:lnTo>
                <a:lnTo>
                  <a:pt x="912" y="217"/>
                </a:lnTo>
                <a:lnTo>
                  <a:pt x="912" y="216"/>
                </a:lnTo>
                <a:lnTo>
                  <a:pt x="912" y="215"/>
                </a:lnTo>
                <a:lnTo>
                  <a:pt x="912" y="212"/>
                </a:lnTo>
                <a:lnTo>
                  <a:pt x="911" y="212"/>
                </a:lnTo>
                <a:lnTo>
                  <a:pt x="911" y="211"/>
                </a:lnTo>
                <a:lnTo>
                  <a:pt x="912" y="211"/>
                </a:lnTo>
                <a:lnTo>
                  <a:pt x="912" y="210"/>
                </a:lnTo>
                <a:lnTo>
                  <a:pt x="913" y="210"/>
                </a:lnTo>
                <a:lnTo>
                  <a:pt x="913" y="209"/>
                </a:lnTo>
                <a:lnTo>
                  <a:pt x="912" y="207"/>
                </a:lnTo>
                <a:lnTo>
                  <a:pt x="912" y="206"/>
                </a:lnTo>
                <a:lnTo>
                  <a:pt x="913" y="206"/>
                </a:lnTo>
                <a:lnTo>
                  <a:pt x="912" y="205"/>
                </a:lnTo>
                <a:lnTo>
                  <a:pt x="912" y="203"/>
                </a:lnTo>
                <a:lnTo>
                  <a:pt x="912" y="202"/>
                </a:lnTo>
                <a:lnTo>
                  <a:pt x="913" y="201"/>
                </a:lnTo>
                <a:lnTo>
                  <a:pt x="915" y="201"/>
                </a:lnTo>
                <a:lnTo>
                  <a:pt x="916" y="201"/>
                </a:lnTo>
                <a:lnTo>
                  <a:pt x="917" y="201"/>
                </a:lnTo>
                <a:lnTo>
                  <a:pt x="917" y="200"/>
                </a:lnTo>
                <a:lnTo>
                  <a:pt x="918" y="200"/>
                </a:lnTo>
                <a:lnTo>
                  <a:pt x="918" y="199"/>
                </a:lnTo>
                <a:lnTo>
                  <a:pt x="919" y="199"/>
                </a:lnTo>
                <a:lnTo>
                  <a:pt x="921" y="197"/>
                </a:lnTo>
                <a:lnTo>
                  <a:pt x="923" y="197"/>
                </a:lnTo>
                <a:lnTo>
                  <a:pt x="924" y="196"/>
                </a:lnTo>
                <a:lnTo>
                  <a:pt x="925" y="196"/>
                </a:lnTo>
                <a:lnTo>
                  <a:pt x="925" y="195"/>
                </a:lnTo>
                <a:lnTo>
                  <a:pt x="925" y="194"/>
                </a:lnTo>
                <a:lnTo>
                  <a:pt x="925" y="193"/>
                </a:lnTo>
                <a:lnTo>
                  <a:pt x="926" y="193"/>
                </a:lnTo>
                <a:lnTo>
                  <a:pt x="928" y="191"/>
                </a:lnTo>
                <a:lnTo>
                  <a:pt x="927" y="190"/>
                </a:lnTo>
                <a:lnTo>
                  <a:pt x="928" y="189"/>
                </a:lnTo>
                <a:lnTo>
                  <a:pt x="929" y="188"/>
                </a:lnTo>
                <a:lnTo>
                  <a:pt x="930" y="188"/>
                </a:lnTo>
                <a:lnTo>
                  <a:pt x="930" y="187"/>
                </a:lnTo>
                <a:lnTo>
                  <a:pt x="931" y="187"/>
                </a:lnTo>
                <a:lnTo>
                  <a:pt x="932" y="187"/>
                </a:lnTo>
                <a:lnTo>
                  <a:pt x="933" y="185"/>
                </a:lnTo>
                <a:lnTo>
                  <a:pt x="933" y="184"/>
                </a:lnTo>
                <a:lnTo>
                  <a:pt x="934" y="184"/>
                </a:lnTo>
                <a:lnTo>
                  <a:pt x="935" y="184"/>
                </a:lnTo>
                <a:lnTo>
                  <a:pt x="936" y="184"/>
                </a:lnTo>
                <a:lnTo>
                  <a:pt x="936" y="185"/>
                </a:lnTo>
                <a:lnTo>
                  <a:pt x="937" y="188"/>
                </a:lnTo>
                <a:lnTo>
                  <a:pt x="938" y="188"/>
                </a:lnTo>
                <a:lnTo>
                  <a:pt x="940" y="189"/>
                </a:lnTo>
                <a:lnTo>
                  <a:pt x="940" y="190"/>
                </a:lnTo>
                <a:lnTo>
                  <a:pt x="941" y="190"/>
                </a:lnTo>
                <a:lnTo>
                  <a:pt x="943" y="191"/>
                </a:lnTo>
                <a:lnTo>
                  <a:pt x="945" y="190"/>
                </a:lnTo>
                <a:lnTo>
                  <a:pt x="946" y="190"/>
                </a:lnTo>
                <a:lnTo>
                  <a:pt x="947" y="189"/>
                </a:lnTo>
                <a:lnTo>
                  <a:pt x="948" y="189"/>
                </a:lnTo>
                <a:lnTo>
                  <a:pt x="948" y="188"/>
                </a:lnTo>
                <a:lnTo>
                  <a:pt x="948" y="187"/>
                </a:lnTo>
                <a:lnTo>
                  <a:pt x="949" y="186"/>
                </a:lnTo>
                <a:lnTo>
                  <a:pt x="950" y="186"/>
                </a:lnTo>
                <a:lnTo>
                  <a:pt x="952" y="186"/>
                </a:lnTo>
                <a:lnTo>
                  <a:pt x="952" y="187"/>
                </a:lnTo>
                <a:lnTo>
                  <a:pt x="952" y="188"/>
                </a:lnTo>
                <a:lnTo>
                  <a:pt x="952" y="189"/>
                </a:lnTo>
                <a:lnTo>
                  <a:pt x="953" y="189"/>
                </a:lnTo>
                <a:lnTo>
                  <a:pt x="954" y="190"/>
                </a:lnTo>
                <a:lnTo>
                  <a:pt x="955" y="189"/>
                </a:lnTo>
                <a:lnTo>
                  <a:pt x="956" y="189"/>
                </a:lnTo>
                <a:lnTo>
                  <a:pt x="955" y="192"/>
                </a:lnTo>
                <a:lnTo>
                  <a:pt x="955" y="193"/>
                </a:lnTo>
                <a:lnTo>
                  <a:pt x="955" y="194"/>
                </a:lnTo>
                <a:lnTo>
                  <a:pt x="955" y="196"/>
                </a:lnTo>
                <a:lnTo>
                  <a:pt x="955" y="197"/>
                </a:lnTo>
                <a:lnTo>
                  <a:pt x="954" y="198"/>
                </a:lnTo>
                <a:lnTo>
                  <a:pt x="954" y="199"/>
                </a:lnTo>
                <a:lnTo>
                  <a:pt x="955" y="199"/>
                </a:lnTo>
                <a:lnTo>
                  <a:pt x="955" y="200"/>
                </a:lnTo>
                <a:lnTo>
                  <a:pt x="958" y="200"/>
                </a:lnTo>
                <a:lnTo>
                  <a:pt x="959" y="200"/>
                </a:lnTo>
                <a:lnTo>
                  <a:pt x="960" y="200"/>
                </a:lnTo>
                <a:lnTo>
                  <a:pt x="961" y="200"/>
                </a:lnTo>
                <a:lnTo>
                  <a:pt x="962" y="200"/>
                </a:lnTo>
                <a:lnTo>
                  <a:pt x="961" y="201"/>
                </a:lnTo>
                <a:lnTo>
                  <a:pt x="962" y="201"/>
                </a:lnTo>
                <a:lnTo>
                  <a:pt x="962" y="203"/>
                </a:lnTo>
                <a:lnTo>
                  <a:pt x="961" y="205"/>
                </a:lnTo>
                <a:lnTo>
                  <a:pt x="961" y="206"/>
                </a:lnTo>
                <a:lnTo>
                  <a:pt x="959" y="206"/>
                </a:lnTo>
                <a:lnTo>
                  <a:pt x="959" y="205"/>
                </a:lnTo>
                <a:lnTo>
                  <a:pt x="959" y="206"/>
                </a:lnTo>
                <a:lnTo>
                  <a:pt x="958" y="208"/>
                </a:lnTo>
                <a:lnTo>
                  <a:pt x="957" y="210"/>
                </a:lnTo>
                <a:lnTo>
                  <a:pt x="958" y="210"/>
                </a:lnTo>
                <a:lnTo>
                  <a:pt x="959" y="212"/>
                </a:lnTo>
                <a:lnTo>
                  <a:pt x="960" y="212"/>
                </a:lnTo>
                <a:lnTo>
                  <a:pt x="961" y="213"/>
                </a:lnTo>
                <a:lnTo>
                  <a:pt x="962" y="215"/>
                </a:lnTo>
                <a:lnTo>
                  <a:pt x="961" y="217"/>
                </a:lnTo>
                <a:lnTo>
                  <a:pt x="960" y="219"/>
                </a:lnTo>
                <a:lnTo>
                  <a:pt x="961" y="220"/>
                </a:lnTo>
                <a:lnTo>
                  <a:pt x="962" y="221"/>
                </a:lnTo>
                <a:lnTo>
                  <a:pt x="962" y="222"/>
                </a:lnTo>
                <a:lnTo>
                  <a:pt x="961" y="223"/>
                </a:lnTo>
                <a:lnTo>
                  <a:pt x="961" y="227"/>
                </a:lnTo>
                <a:lnTo>
                  <a:pt x="962" y="227"/>
                </a:lnTo>
                <a:lnTo>
                  <a:pt x="962" y="229"/>
                </a:lnTo>
                <a:lnTo>
                  <a:pt x="964" y="230"/>
                </a:lnTo>
                <a:lnTo>
                  <a:pt x="965" y="231"/>
                </a:lnTo>
                <a:lnTo>
                  <a:pt x="966" y="232"/>
                </a:lnTo>
                <a:lnTo>
                  <a:pt x="966" y="234"/>
                </a:lnTo>
                <a:lnTo>
                  <a:pt x="966" y="236"/>
                </a:lnTo>
                <a:lnTo>
                  <a:pt x="966" y="238"/>
                </a:lnTo>
                <a:lnTo>
                  <a:pt x="965" y="239"/>
                </a:lnTo>
                <a:lnTo>
                  <a:pt x="964" y="242"/>
                </a:lnTo>
                <a:lnTo>
                  <a:pt x="963" y="242"/>
                </a:lnTo>
                <a:lnTo>
                  <a:pt x="963" y="243"/>
                </a:lnTo>
                <a:lnTo>
                  <a:pt x="964" y="243"/>
                </a:lnTo>
                <a:lnTo>
                  <a:pt x="964" y="244"/>
                </a:lnTo>
                <a:lnTo>
                  <a:pt x="964" y="245"/>
                </a:lnTo>
                <a:lnTo>
                  <a:pt x="963" y="245"/>
                </a:lnTo>
                <a:lnTo>
                  <a:pt x="963" y="246"/>
                </a:lnTo>
                <a:lnTo>
                  <a:pt x="962" y="247"/>
                </a:lnTo>
                <a:lnTo>
                  <a:pt x="962" y="248"/>
                </a:lnTo>
                <a:lnTo>
                  <a:pt x="962" y="249"/>
                </a:lnTo>
                <a:lnTo>
                  <a:pt x="961" y="249"/>
                </a:lnTo>
                <a:lnTo>
                  <a:pt x="961" y="250"/>
                </a:lnTo>
                <a:lnTo>
                  <a:pt x="960" y="250"/>
                </a:lnTo>
                <a:lnTo>
                  <a:pt x="960" y="251"/>
                </a:lnTo>
                <a:lnTo>
                  <a:pt x="960" y="252"/>
                </a:lnTo>
                <a:lnTo>
                  <a:pt x="961" y="253"/>
                </a:lnTo>
                <a:lnTo>
                  <a:pt x="961" y="252"/>
                </a:lnTo>
                <a:lnTo>
                  <a:pt x="962" y="252"/>
                </a:lnTo>
                <a:lnTo>
                  <a:pt x="962" y="253"/>
                </a:lnTo>
                <a:lnTo>
                  <a:pt x="962" y="254"/>
                </a:lnTo>
                <a:lnTo>
                  <a:pt x="963" y="255"/>
                </a:lnTo>
                <a:lnTo>
                  <a:pt x="965" y="254"/>
                </a:lnTo>
                <a:lnTo>
                  <a:pt x="966" y="253"/>
                </a:lnTo>
                <a:lnTo>
                  <a:pt x="968" y="253"/>
                </a:lnTo>
                <a:lnTo>
                  <a:pt x="969" y="254"/>
                </a:lnTo>
                <a:lnTo>
                  <a:pt x="970" y="254"/>
                </a:lnTo>
                <a:lnTo>
                  <a:pt x="972" y="256"/>
                </a:lnTo>
                <a:lnTo>
                  <a:pt x="972" y="257"/>
                </a:lnTo>
                <a:lnTo>
                  <a:pt x="972" y="258"/>
                </a:lnTo>
                <a:lnTo>
                  <a:pt x="973" y="258"/>
                </a:lnTo>
                <a:lnTo>
                  <a:pt x="975" y="257"/>
                </a:lnTo>
                <a:lnTo>
                  <a:pt x="976" y="256"/>
                </a:lnTo>
                <a:lnTo>
                  <a:pt x="977" y="256"/>
                </a:lnTo>
                <a:lnTo>
                  <a:pt x="978" y="257"/>
                </a:lnTo>
                <a:lnTo>
                  <a:pt x="978" y="258"/>
                </a:lnTo>
                <a:lnTo>
                  <a:pt x="979" y="257"/>
                </a:lnTo>
                <a:lnTo>
                  <a:pt x="980" y="256"/>
                </a:lnTo>
                <a:lnTo>
                  <a:pt x="980" y="255"/>
                </a:lnTo>
                <a:lnTo>
                  <a:pt x="981" y="252"/>
                </a:lnTo>
                <a:lnTo>
                  <a:pt x="981" y="251"/>
                </a:lnTo>
                <a:lnTo>
                  <a:pt x="981" y="250"/>
                </a:lnTo>
                <a:lnTo>
                  <a:pt x="982" y="249"/>
                </a:lnTo>
                <a:lnTo>
                  <a:pt x="983" y="249"/>
                </a:lnTo>
                <a:lnTo>
                  <a:pt x="984" y="249"/>
                </a:lnTo>
                <a:lnTo>
                  <a:pt x="987" y="250"/>
                </a:lnTo>
                <a:lnTo>
                  <a:pt x="988" y="250"/>
                </a:lnTo>
                <a:lnTo>
                  <a:pt x="989" y="250"/>
                </a:lnTo>
                <a:lnTo>
                  <a:pt x="989" y="249"/>
                </a:lnTo>
                <a:lnTo>
                  <a:pt x="989" y="247"/>
                </a:lnTo>
                <a:lnTo>
                  <a:pt x="989" y="246"/>
                </a:lnTo>
                <a:lnTo>
                  <a:pt x="988" y="246"/>
                </a:lnTo>
                <a:lnTo>
                  <a:pt x="988" y="244"/>
                </a:lnTo>
                <a:lnTo>
                  <a:pt x="989" y="244"/>
                </a:lnTo>
                <a:lnTo>
                  <a:pt x="989" y="243"/>
                </a:lnTo>
                <a:lnTo>
                  <a:pt x="990" y="242"/>
                </a:lnTo>
                <a:lnTo>
                  <a:pt x="990" y="241"/>
                </a:lnTo>
                <a:lnTo>
                  <a:pt x="990" y="240"/>
                </a:lnTo>
                <a:lnTo>
                  <a:pt x="991" y="239"/>
                </a:lnTo>
                <a:lnTo>
                  <a:pt x="991" y="238"/>
                </a:lnTo>
                <a:lnTo>
                  <a:pt x="993" y="236"/>
                </a:lnTo>
                <a:lnTo>
                  <a:pt x="995" y="235"/>
                </a:lnTo>
                <a:lnTo>
                  <a:pt x="997" y="234"/>
                </a:lnTo>
                <a:lnTo>
                  <a:pt x="998" y="234"/>
                </a:lnTo>
                <a:lnTo>
                  <a:pt x="999" y="234"/>
                </a:lnTo>
                <a:lnTo>
                  <a:pt x="999" y="235"/>
                </a:lnTo>
                <a:lnTo>
                  <a:pt x="1000" y="235"/>
                </a:lnTo>
                <a:lnTo>
                  <a:pt x="1001" y="235"/>
                </a:lnTo>
                <a:lnTo>
                  <a:pt x="1002" y="235"/>
                </a:lnTo>
                <a:lnTo>
                  <a:pt x="1004" y="235"/>
                </a:lnTo>
                <a:lnTo>
                  <a:pt x="1005" y="234"/>
                </a:lnTo>
                <a:lnTo>
                  <a:pt x="1005" y="233"/>
                </a:lnTo>
                <a:lnTo>
                  <a:pt x="1006" y="233"/>
                </a:lnTo>
                <a:lnTo>
                  <a:pt x="1007" y="232"/>
                </a:lnTo>
                <a:lnTo>
                  <a:pt x="1008" y="233"/>
                </a:lnTo>
                <a:lnTo>
                  <a:pt x="1008" y="234"/>
                </a:lnTo>
                <a:lnTo>
                  <a:pt x="1010" y="235"/>
                </a:lnTo>
                <a:lnTo>
                  <a:pt x="1011" y="235"/>
                </a:lnTo>
                <a:lnTo>
                  <a:pt x="1012" y="235"/>
                </a:lnTo>
                <a:lnTo>
                  <a:pt x="1013" y="235"/>
                </a:lnTo>
                <a:lnTo>
                  <a:pt x="1014" y="234"/>
                </a:lnTo>
                <a:lnTo>
                  <a:pt x="1015" y="234"/>
                </a:lnTo>
                <a:lnTo>
                  <a:pt x="1016" y="234"/>
                </a:lnTo>
                <a:lnTo>
                  <a:pt x="1019" y="234"/>
                </a:lnTo>
                <a:lnTo>
                  <a:pt x="1019" y="235"/>
                </a:lnTo>
                <a:lnTo>
                  <a:pt x="1019" y="236"/>
                </a:lnTo>
                <a:lnTo>
                  <a:pt x="1020" y="236"/>
                </a:lnTo>
                <a:lnTo>
                  <a:pt x="1020" y="237"/>
                </a:lnTo>
                <a:lnTo>
                  <a:pt x="1021" y="237"/>
                </a:lnTo>
                <a:lnTo>
                  <a:pt x="1022" y="236"/>
                </a:lnTo>
                <a:lnTo>
                  <a:pt x="1022" y="235"/>
                </a:lnTo>
                <a:lnTo>
                  <a:pt x="1023" y="235"/>
                </a:lnTo>
                <a:lnTo>
                  <a:pt x="1026" y="235"/>
                </a:lnTo>
                <a:lnTo>
                  <a:pt x="1027" y="235"/>
                </a:lnTo>
                <a:lnTo>
                  <a:pt x="1027" y="236"/>
                </a:lnTo>
                <a:lnTo>
                  <a:pt x="1028" y="236"/>
                </a:lnTo>
                <a:lnTo>
                  <a:pt x="1029" y="236"/>
                </a:lnTo>
                <a:lnTo>
                  <a:pt x="1030" y="235"/>
                </a:lnTo>
                <a:lnTo>
                  <a:pt x="1030" y="234"/>
                </a:lnTo>
                <a:lnTo>
                  <a:pt x="1031" y="234"/>
                </a:lnTo>
                <a:lnTo>
                  <a:pt x="1032" y="234"/>
                </a:lnTo>
                <a:lnTo>
                  <a:pt x="1032" y="235"/>
                </a:lnTo>
                <a:lnTo>
                  <a:pt x="1034" y="235"/>
                </a:lnTo>
                <a:lnTo>
                  <a:pt x="1035" y="235"/>
                </a:lnTo>
                <a:lnTo>
                  <a:pt x="1037" y="236"/>
                </a:lnTo>
                <a:lnTo>
                  <a:pt x="1039" y="238"/>
                </a:lnTo>
                <a:lnTo>
                  <a:pt x="1040" y="238"/>
                </a:lnTo>
                <a:lnTo>
                  <a:pt x="1040" y="239"/>
                </a:lnTo>
                <a:lnTo>
                  <a:pt x="1039" y="240"/>
                </a:lnTo>
                <a:lnTo>
                  <a:pt x="1038" y="240"/>
                </a:lnTo>
                <a:lnTo>
                  <a:pt x="1037" y="239"/>
                </a:lnTo>
                <a:lnTo>
                  <a:pt x="1036" y="240"/>
                </a:lnTo>
                <a:lnTo>
                  <a:pt x="1035" y="241"/>
                </a:lnTo>
                <a:lnTo>
                  <a:pt x="1034" y="241"/>
                </a:lnTo>
                <a:lnTo>
                  <a:pt x="1033" y="241"/>
                </a:lnTo>
                <a:lnTo>
                  <a:pt x="1032" y="242"/>
                </a:lnTo>
                <a:lnTo>
                  <a:pt x="1031" y="245"/>
                </a:lnTo>
                <a:lnTo>
                  <a:pt x="1031" y="246"/>
                </a:lnTo>
                <a:lnTo>
                  <a:pt x="1030" y="246"/>
                </a:lnTo>
                <a:lnTo>
                  <a:pt x="1030" y="247"/>
                </a:lnTo>
                <a:lnTo>
                  <a:pt x="1029" y="248"/>
                </a:lnTo>
                <a:lnTo>
                  <a:pt x="1030" y="249"/>
                </a:lnTo>
                <a:lnTo>
                  <a:pt x="1031" y="251"/>
                </a:lnTo>
                <a:lnTo>
                  <a:pt x="1031" y="252"/>
                </a:lnTo>
                <a:lnTo>
                  <a:pt x="1032" y="253"/>
                </a:lnTo>
                <a:lnTo>
                  <a:pt x="1031" y="253"/>
                </a:lnTo>
                <a:lnTo>
                  <a:pt x="1031" y="254"/>
                </a:lnTo>
                <a:lnTo>
                  <a:pt x="1030" y="254"/>
                </a:lnTo>
                <a:lnTo>
                  <a:pt x="1029" y="254"/>
                </a:lnTo>
                <a:lnTo>
                  <a:pt x="1028" y="255"/>
                </a:lnTo>
                <a:lnTo>
                  <a:pt x="1029" y="256"/>
                </a:lnTo>
                <a:lnTo>
                  <a:pt x="1029" y="257"/>
                </a:lnTo>
                <a:lnTo>
                  <a:pt x="1030" y="258"/>
                </a:lnTo>
                <a:lnTo>
                  <a:pt x="1030" y="259"/>
                </a:lnTo>
                <a:lnTo>
                  <a:pt x="1030" y="260"/>
                </a:lnTo>
                <a:lnTo>
                  <a:pt x="1030" y="261"/>
                </a:lnTo>
                <a:lnTo>
                  <a:pt x="1031" y="261"/>
                </a:lnTo>
                <a:lnTo>
                  <a:pt x="1032" y="261"/>
                </a:lnTo>
                <a:lnTo>
                  <a:pt x="1032" y="262"/>
                </a:lnTo>
                <a:lnTo>
                  <a:pt x="1033" y="262"/>
                </a:lnTo>
                <a:lnTo>
                  <a:pt x="1034" y="262"/>
                </a:lnTo>
                <a:lnTo>
                  <a:pt x="1034" y="263"/>
                </a:lnTo>
                <a:lnTo>
                  <a:pt x="1035" y="263"/>
                </a:lnTo>
                <a:lnTo>
                  <a:pt x="1036" y="264"/>
                </a:lnTo>
                <a:lnTo>
                  <a:pt x="1036" y="265"/>
                </a:lnTo>
                <a:lnTo>
                  <a:pt x="1036" y="266"/>
                </a:lnTo>
                <a:lnTo>
                  <a:pt x="1038" y="266"/>
                </a:lnTo>
                <a:lnTo>
                  <a:pt x="1038" y="267"/>
                </a:lnTo>
                <a:lnTo>
                  <a:pt x="1039" y="267"/>
                </a:lnTo>
                <a:lnTo>
                  <a:pt x="1040" y="269"/>
                </a:lnTo>
                <a:lnTo>
                  <a:pt x="1040" y="270"/>
                </a:lnTo>
                <a:lnTo>
                  <a:pt x="1040" y="271"/>
                </a:lnTo>
                <a:lnTo>
                  <a:pt x="1040" y="272"/>
                </a:lnTo>
                <a:lnTo>
                  <a:pt x="1040" y="273"/>
                </a:lnTo>
                <a:lnTo>
                  <a:pt x="1041" y="274"/>
                </a:lnTo>
                <a:lnTo>
                  <a:pt x="1040" y="275"/>
                </a:lnTo>
                <a:lnTo>
                  <a:pt x="1039" y="275"/>
                </a:lnTo>
                <a:lnTo>
                  <a:pt x="1038" y="277"/>
                </a:lnTo>
                <a:lnTo>
                  <a:pt x="1038" y="278"/>
                </a:lnTo>
                <a:lnTo>
                  <a:pt x="1038" y="280"/>
                </a:lnTo>
                <a:lnTo>
                  <a:pt x="1039" y="280"/>
                </a:lnTo>
                <a:lnTo>
                  <a:pt x="1039" y="281"/>
                </a:lnTo>
                <a:lnTo>
                  <a:pt x="1040" y="281"/>
                </a:lnTo>
                <a:lnTo>
                  <a:pt x="1041" y="282"/>
                </a:lnTo>
                <a:lnTo>
                  <a:pt x="1042" y="282"/>
                </a:lnTo>
                <a:lnTo>
                  <a:pt x="1043" y="282"/>
                </a:lnTo>
                <a:lnTo>
                  <a:pt x="1043" y="283"/>
                </a:lnTo>
                <a:lnTo>
                  <a:pt x="1044" y="283"/>
                </a:lnTo>
                <a:lnTo>
                  <a:pt x="1044" y="284"/>
                </a:lnTo>
                <a:lnTo>
                  <a:pt x="1046" y="287"/>
                </a:lnTo>
                <a:lnTo>
                  <a:pt x="1046" y="288"/>
                </a:lnTo>
                <a:lnTo>
                  <a:pt x="1046" y="289"/>
                </a:lnTo>
                <a:lnTo>
                  <a:pt x="1047" y="290"/>
                </a:lnTo>
                <a:lnTo>
                  <a:pt x="1048" y="291"/>
                </a:lnTo>
                <a:lnTo>
                  <a:pt x="1048" y="290"/>
                </a:lnTo>
                <a:lnTo>
                  <a:pt x="1049" y="291"/>
                </a:lnTo>
                <a:lnTo>
                  <a:pt x="1050" y="293"/>
                </a:lnTo>
                <a:lnTo>
                  <a:pt x="1050" y="294"/>
                </a:lnTo>
                <a:lnTo>
                  <a:pt x="1050" y="298"/>
                </a:lnTo>
                <a:lnTo>
                  <a:pt x="1049" y="299"/>
                </a:lnTo>
                <a:lnTo>
                  <a:pt x="1048" y="300"/>
                </a:lnTo>
                <a:lnTo>
                  <a:pt x="1048" y="301"/>
                </a:lnTo>
                <a:lnTo>
                  <a:pt x="1047" y="301"/>
                </a:lnTo>
                <a:lnTo>
                  <a:pt x="1046" y="302"/>
                </a:lnTo>
                <a:lnTo>
                  <a:pt x="1046" y="303"/>
                </a:lnTo>
                <a:lnTo>
                  <a:pt x="1046" y="304"/>
                </a:lnTo>
                <a:lnTo>
                  <a:pt x="1046" y="305"/>
                </a:lnTo>
                <a:lnTo>
                  <a:pt x="1045" y="305"/>
                </a:lnTo>
                <a:lnTo>
                  <a:pt x="1044" y="305"/>
                </a:lnTo>
                <a:lnTo>
                  <a:pt x="1043" y="306"/>
                </a:lnTo>
                <a:lnTo>
                  <a:pt x="1043" y="307"/>
                </a:lnTo>
                <a:lnTo>
                  <a:pt x="1042" y="307"/>
                </a:lnTo>
                <a:lnTo>
                  <a:pt x="1041" y="307"/>
                </a:lnTo>
                <a:lnTo>
                  <a:pt x="1041" y="308"/>
                </a:lnTo>
                <a:lnTo>
                  <a:pt x="1041" y="309"/>
                </a:lnTo>
                <a:lnTo>
                  <a:pt x="1041" y="310"/>
                </a:lnTo>
                <a:lnTo>
                  <a:pt x="1040" y="311"/>
                </a:lnTo>
                <a:lnTo>
                  <a:pt x="1039" y="311"/>
                </a:lnTo>
                <a:lnTo>
                  <a:pt x="1039" y="310"/>
                </a:lnTo>
                <a:lnTo>
                  <a:pt x="1038" y="310"/>
                </a:lnTo>
                <a:lnTo>
                  <a:pt x="1037" y="310"/>
                </a:lnTo>
                <a:lnTo>
                  <a:pt x="1036" y="310"/>
                </a:lnTo>
                <a:lnTo>
                  <a:pt x="1036" y="311"/>
                </a:lnTo>
                <a:lnTo>
                  <a:pt x="1036" y="312"/>
                </a:lnTo>
                <a:lnTo>
                  <a:pt x="1035" y="313"/>
                </a:lnTo>
                <a:lnTo>
                  <a:pt x="1034" y="313"/>
                </a:lnTo>
                <a:lnTo>
                  <a:pt x="1035" y="314"/>
                </a:lnTo>
                <a:lnTo>
                  <a:pt x="1035" y="315"/>
                </a:lnTo>
                <a:lnTo>
                  <a:pt x="1034" y="315"/>
                </a:lnTo>
                <a:lnTo>
                  <a:pt x="1033" y="315"/>
                </a:lnTo>
                <a:lnTo>
                  <a:pt x="1032" y="315"/>
                </a:lnTo>
                <a:lnTo>
                  <a:pt x="1031" y="315"/>
                </a:lnTo>
                <a:lnTo>
                  <a:pt x="1031" y="317"/>
                </a:lnTo>
                <a:lnTo>
                  <a:pt x="1028" y="317"/>
                </a:lnTo>
                <a:lnTo>
                  <a:pt x="1027" y="317"/>
                </a:lnTo>
                <a:lnTo>
                  <a:pt x="1027" y="316"/>
                </a:lnTo>
                <a:lnTo>
                  <a:pt x="1026" y="316"/>
                </a:lnTo>
                <a:lnTo>
                  <a:pt x="1026" y="317"/>
                </a:lnTo>
                <a:lnTo>
                  <a:pt x="1026" y="318"/>
                </a:lnTo>
                <a:lnTo>
                  <a:pt x="1026" y="321"/>
                </a:lnTo>
                <a:lnTo>
                  <a:pt x="1025" y="323"/>
                </a:lnTo>
                <a:lnTo>
                  <a:pt x="1025" y="324"/>
                </a:lnTo>
                <a:lnTo>
                  <a:pt x="1026" y="324"/>
                </a:lnTo>
                <a:lnTo>
                  <a:pt x="1027" y="325"/>
                </a:lnTo>
                <a:lnTo>
                  <a:pt x="1027" y="326"/>
                </a:lnTo>
                <a:lnTo>
                  <a:pt x="1028" y="326"/>
                </a:lnTo>
                <a:lnTo>
                  <a:pt x="1028" y="327"/>
                </a:lnTo>
                <a:lnTo>
                  <a:pt x="1028" y="330"/>
                </a:lnTo>
                <a:lnTo>
                  <a:pt x="1027" y="331"/>
                </a:lnTo>
                <a:lnTo>
                  <a:pt x="1027" y="332"/>
                </a:lnTo>
                <a:lnTo>
                  <a:pt x="1027" y="334"/>
                </a:lnTo>
                <a:lnTo>
                  <a:pt x="1028" y="336"/>
                </a:lnTo>
                <a:lnTo>
                  <a:pt x="1029" y="339"/>
                </a:lnTo>
                <a:lnTo>
                  <a:pt x="1030" y="339"/>
                </a:lnTo>
                <a:lnTo>
                  <a:pt x="1030" y="340"/>
                </a:lnTo>
                <a:lnTo>
                  <a:pt x="1031" y="340"/>
                </a:lnTo>
                <a:lnTo>
                  <a:pt x="1032" y="342"/>
                </a:lnTo>
                <a:lnTo>
                  <a:pt x="1032" y="343"/>
                </a:lnTo>
                <a:lnTo>
                  <a:pt x="1031" y="343"/>
                </a:lnTo>
                <a:lnTo>
                  <a:pt x="1032" y="343"/>
                </a:lnTo>
                <a:lnTo>
                  <a:pt x="1033" y="344"/>
                </a:lnTo>
                <a:lnTo>
                  <a:pt x="1034" y="344"/>
                </a:lnTo>
                <a:lnTo>
                  <a:pt x="1034" y="345"/>
                </a:lnTo>
                <a:lnTo>
                  <a:pt x="1034" y="347"/>
                </a:lnTo>
                <a:lnTo>
                  <a:pt x="1034" y="348"/>
                </a:lnTo>
                <a:lnTo>
                  <a:pt x="1034" y="349"/>
                </a:lnTo>
                <a:lnTo>
                  <a:pt x="1035" y="350"/>
                </a:lnTo>
                <a:lnTo>
                  <a:pt x="1036" y="350"/>
                </a:lnTo>
                <a:lnTo>
                  <a:pt x="1036" y="351"/>
                </a:lnTo>
                <a:lnTo>
                  <a:pt x="1037" y="352"/>
                </a:lnTo>
                <a:lnTo>
                  <a:pt x="1037" y="353"/>
                </a:lnTo>
                <a:lnTo>
                  <a:pt x="1036" y="353"/>
                </a:lnTo>
                <a:lnTo>
                  <a:pt x="1036" y="354"/>
                </a:lnTo>
                <a:lnTo>
                  <a:pt x="1035" y="355"/>
                </a:lnTo>
                <a:lnTo>
                  <a:pt x="1035" y="356"/>
                </a:lnTo>
                <a:lnTo>
                  <a:pt x="1035" y="357"/>
                </a:lnTo>
                <a:lnTo>
                  <a:pt x="1033" y="358"/>
                </a:lnTo>
                <a:lnTo>
                  <a:pt x="1032" y="358"/>
                </a:lnTo>
                <a:lnTo>
                  <a:pt x="1031" y="358"/>
                </a:lnTo>
                <a:lnTo>
                  <a:pt x="1030" y="359"/>
                </a:lnTo>
                <a:lnTo>
                  <a:pt x="1029" y="360"/>
                </a:lnTo>
                <a:lnTo>
                  <a:pt x="1028" y="360"/>
                </a:lnTo>
                <a:lnTo>
                  <a:pt x="1028" y="359"/>
                </a:lnTo>
                <a:lnTo>
                  <a:pt x="1027" y="359"/>
                </a:lnTo>
                <a:lnTo>
                  <a:pt x="1026" y="358"/>
                </a:lnTo>
                <a:lnTo>
                  <a:pt x="1025" y="358"/>
                </a:lnTo>
                <a:lnTo>
                  <a:pt x="1025" y="359"/>
                </a:lnTo>
                <a:lnTo>
                  <a:pt x="1025" y="360"/>
                </a:lnTo>
                <a:lnTo>
                  <a:pt x="1025" y="361"/>
                </a:lnTo>
                <a:lnTo>
                  <a:pt x="1026" y="361"/>
                </a:lnTo>
                <a:lnTo>
                  <a:pt x="1026" y="362"/>
                </a:lnTo>
                <a:lnTo>
                  <a:pt x="1026" y="363"/>
                </a:lnTo>
                <a:lnTo>
                  <a:pt x="1026" y="364"/>
                </a:lnTo>
                <a:lnTo>
                  <a:pt x="1025" y="365"/>
                </a:lnTo>
                <a:lnTo>
                  <a:pt x="1024" y="364"/>
                </a:lnTo>
                <a:lnTo>
                  <a:pt x="1023" y="364"/>
                </a:lnTo>
                <a:lnTo>
                  <a:pt x="1022" y="364"/>
                </a:lnTo>
                <a:lnTo>
                  <a:pt x="1021" y="364"/>
                </a:lnTo>
                <a:lnTo>
                  <a:pt x="1021" y="365"/>
                </a:lnTo>
                <a:lnTo>
                  <a:pt x="1020" y="368"/>
                </a:lnTo>
                <a:lnTo>
                  <a:pt x="1020" y="369"/>
                </a:lnTo>
                <a:lnTo>
                  <a:pt x="1021" y="370"/>
                </a:lnTo>
                <a:lnTo>
                  <a:pt x="1022" y="370"/>
                </a:lnTo>
                <a:lnTo>
                  <a:pt x="1022" y="371"/>
                </a:lnTo>
                <a:lnTo>
                  <a:pt x="1022" y="372"/>
                </a:lnTo>
                <a:lnTo>
                  <a:pt x="1022" y="374"/>
                </a:lnTo>
                <a:lnTo>
                  <a:pt x="1023" y="376"/>
                </a:lnTo>
                <a:lnTo>
                  <a:pt x="1022" y="376"/>
                </a:lnTo>
                <a:lnTo>
                  <a:pt x="1022" y="377"/>
                </a:lnTo>
                <a:lnTo>
                  <a:pt x="1021" y="376"/>
                </a:lnTo>
                <a:lnTo>
                  <a:pt x="1021" y="377"/>
                </a:lnTo>
                <a:lnTo>
                  <a:pt x="1021" y="378"/>
                </a:lnTo>
                <a:lnTo>
                  <a:pt x="1021" y="379"/>
                </a:lnTo>
                <a:lnTo>
                  <a:pt x="1021" y="380"/>
                </a:lnTo>
                <a:lnTo>
                  <a:pt x="1021" y="379"/>
                </a:lnTo>
                <a:lnTo>
                  <a:pt x="1020" y="379"/>
                </a:lnTo>
                <a:lnTo>
                  <a:pt x="1019" y="379"/>
                </a:lnTo>
                <a:lnTo>
                  <a:pt x="1018" y="379"/>
                </a:lnTo>
                <a:lnTo>
                  <a:pt x="1016" y="380"/>
                </a:lnTo>
                <a:lnTo>
                  <a:pt x="1014" y="379"/>
                </a:lnTo>
                <a:lnTo>
                  <a:pt x="1013" y="380"/>
                </a:lnTo>
                <a:lnTo>
                  <a:pt x="1012" y="379"/>
                </a:lnTo>
                <a:lnTo>
                  <a:pt x="1011" y="379"/>
                </a:lnTo>
                <a:lnTo>
                  <a:pt x="1010" y="379"/>
                </a:lnTo>
                <a:lnTo>
                  <a:pt x="1008" y="378"/>
                </a:lnTo>
                <a:lnTo>
                  <a:pt x="1008" y="377"/>
                </a:lnTo>
                <a:lnTo>
                  <a:pt x="1007" y="377"/>
                </a:lnTo>
                <a:lnTo>
                  <a:pt x="1007" y="376"/>
                </a:lnTo>
                <a:lnTo>
                  <a:pt x="1006" y="376"/>
                </a:lnTo>
                <a:lnTo>
                  <a:pt x="1005" y="376"/>
                </a:lnTo>
                <a:lnTo>
                  <a:pt x="1005" y="377"/>
                </a:lnTo>
                <a:lnTo>
                  <a:pt x="1005" y="378"/>
                </a:lnTo>
                <a:lnTo>
                  <a:pt x="1005" y="379"/>
                </a:lnTo>
                <a:lnTo>
                  <a:pt x="1004" y="380"/>
                </a:lnTo>
                <a:lnTo>
                  <a:pt x="1004" y="379"/>
                </a:lnTo>
                <a:lnTo>
                  <a:pt x="1003" y="379"/>
                </a:lnTo>
                <a:lnTo>
                  <a:pt x="1002" y="379"/>
                </a:lnTo>
                <a:lnTo>
                  <a:pt x="1002" y="378"/>
                </a:lnTo>
                <a:lnTo>
                  <a:pt x="1001" y="377"/>
                </a:lnTo>
                <a:lnTo>
                  <a:pt x="1000" y="377"/>
                </a:lnTo>
                <a:lnTo>
                  <a:pt x="999" y="377"/>
                </a:lnTo>
                <a:lnTo>
                  <a:pt x="999" y="379"/>
                </a:lnTo>
                <a:lnTo>
                  <a:pt x="998" y="381"/>
                </a:lnTo>
                <a:lnTo>
                  <a:pt x="997" y="384"/>
                </a:lnTo>
                <a:lnTo>
                  <a:pt x="996" y="384"/>
                </a:lnTo>
                <a:lnTo>
                  <a:pt x="996" y="385"/>
                </a:lnTo>
                <a:lnTo>
                  <a:pt x="996" y="387"/>
                </a:lnTo>
                <a:lnTo>
                  <a:pt x="996" y="388"/>
                </a:lnTo>
                <a:lnTo>
                  <a:pt x="996" y="391"/>
                </a:lnTo>
                <a:lnTo>
                  <a:pt x="997" y="391"/>
                </a:lnTo>
                <a:lnTo>
                  <a:pt x="996" y="392"/>
                </a:lnTo>
                <a:lnTo>
                  <a:pt x="995" y="392"/>
                </a:lnTo>
                <a:lnTo>
                  <a:pt x="995" y="393"/>
                </a:lnTo>
                <a:lnTo>
                  <a:pt x="996" y="394"/>
                </a:lnTo>
                <a:lnTo>
                  <a:pt x="997" y="394"/>
                </a:lnTo>
                <a:lnTo>
                  <a:pt x="998" y="395"/>
                </a:lnTo>
                <a:lnTo>
                  <a:pt x="999" y="394"/>
                </a:lnTo>
                <a:lnTo>
                  <a:pt x="1001" y="394"/>
                </a:lnTo>
                <a:lnTo>
                  <a:pt x="1002" y="394"/>
                </a:lnTo>
                <a:lnTo>
                  <a:pt x="1002" y="397"/>
                </a:lnTo>
                <a:lnTo>
                  <a:pt x="1001" y="398"/>
                </a:lnTo>
                <a:lnTo>
                  <a:pt x="1000" y="398"/>
                </a:lnTo>
                <a:lnTo>
                  <a:pt x="999" y="398"/>
                </a:lnTo>
                <a:lnTo>
                  <a:pt x="998" y="399"/>
                </a:lnTo>
                <a:lnTo>
                  <a:pt x="998" y="400"/>
                </a:lnTo>
                <a:lnTo>
                  <a:pt x="998" y="401"/>
                </a:lnTo>
                <a:lnTo>
                  <a:pt x="997" y="401"/>
                </a:lnTo>
                <a:lnTo>
                  <a:pt x="996" y="403"/>
                </a:lnTo>
                <a:lnTo>
                  <a:pt x="995" y="404"/>
                </a:lnTo>
                <a:lnTo>
                  <a:pt x="995" y="405"/>
                </a:lnTo>
                <a:lnTo>
                  <a:pt x="996" y="406"/>
                </a:lnTo>
                <a:lnTo>
                  <a:pt x="996" y="407"/>
                </a:lnTo>
                <a:lnTo>
                  <a:pt x="994" y="407"/>
                </a:lnTo>
                <a:lnTo>
                  <a:pt x="993" y="406"/>
                </a:lnTo>
                <a:lnTo>
                  <a:pt x="991" y="406"/>
                </a:lnTo>
                <a:lnTo>
                  <a:pt x="990" y="407"/>
                </a:lnTo>
                <a:lnTo>
                  <a:pt x="989" y="408"/>
                </a:lnTo>
                <a:lnTo>
                  <a:pt x="988" y="408"/>
                </a:lnTo>
                <a:lnTo>
                  <a:pt x="987" y="408"/>
                </a:lnTo>
                <a:lnTo>
                  <a:pt x="988" y="408"/>
                </a:lnTo>
                <a:lnTo>
                  <a:pt x="988" y="407"/>
                </a:lnTo>
                <a:lnTo>
                  <a:pt x="987" y="407"/>
                </a:lnTo>
                <a:lnTo>
                  <a:pt x="986" y="407"/>
                </a:lnTo>
                <a:lnTo>
                  <a:pt x="986" y="408"/>
                </a:lnTo>
                <a:lnTo>
                  <a:pt x="985" y="409"/>
                </a:lnTo>
                <a:lnTo>
                  <a:pt x="984" y="409"/>
                </a:lnTo>
                <a:lnTo>
                  <a:pt x="982" y="410"/>
                </a:lnTo>
                <a:lnTo>
                  <a:pt x="981" y="409"/>
                </a:lnTo>
                <a:lnTo>
                  <a:pt x="980" y="409"/>
                </a:lnTo>
                <a:lnTo>
                  <a:pt x="978" y="410"/>
                </a:lnTo>
                <a:lnTo>
                  <a:pt x="978" y="414"/>
                </a:lnTo>
                <a:lnTo>
                  <a:pt x="978" y="415"/>
                </a:lnTo>
                <a:lnTo>
                  <a:pt x="979" y="419"/>
                </a:lnTo>
                <a:lnTo>
                  <a:pt x="978" y="420"/>
                </a:lnTo>
                <a:lnTo>
                  <a:pt x="977" y="421"/>
                </a:lnTo>
                <a:lnTo>
                  <a:pt x="977" y="422"/>
                </a:lnTo>
                <a:lnTo>
                  <a:pt x="977" y="423"/>
                </a:lnTo>
                <a:lnTo>
                  <a:pt x="977" y="425"/>
                </a:lnTo>
                <a:lnTo>
                  <a:pt x="977" y="426"/>
                </a:lnTo>
                <a:lnTo>
                  <a:pt x="976" y="426"/>
                </a:lnTo>
                <a:lnTo>
                  <a:pt x="976" y="428"/>
                </a:lnTo>
                <a:lnTo>
                  <a:pt x="975" y="429"/>
                </a:lnTo>
                <a:lnTo>
                  <a:pt x="974" y="429"/>
                </a:lnTo>
                <a:lnTo>
                  <a:pt x="974" y="430"/>
                </a:lnTo>
                <a:lnTo>
                  <a:pt x="973" y="431"/>
                </a:lnTo>
                <a:lnTo>
                  <a:pt x="973" y="432"/>
                </a:lnTo>
                <a:lnTo>
                  <a:pt x="972" y="432"/>
                </a:lnTo>
                <a:lnTo>
                  <a:pt x="971" y="433"/>
                </a:lnTo>
                <a:lnTo>
                  <a:pt x="971" y="434"/>
                </a:lnTo>
                <a:lnTo>
                  <a:pt x="970" y="434"/>
                </a:lnTo>
                <a:lnTo>
                  <a:pt x="969" y="434"/>
                </a:lnTo>
                <a:lnTo>
                  <a:pt x="968" y="434"/>
                </a:lnTo>
                <a:lnTo>
                  <a:pt x="967" y="434"/>
                </a:lnTo>
                <a:lnTo>
                  <a:pt x="967" y="435"/>
                </a:lnTo>
                <a:lnTo>
                  <a:pt x="967" y="436"/>
                </a:lnTo>
                <a:lnTo>
                  <a:pt x="967" y="437"/>
                </a:lnTo>
                <a:lnTo>
                  <a:pt x="966" y="437"/>
                </a:lnTo>
                <a:lnTo>
                  <a:pt x="967" y="438"/>
                </a:lnTo>
                <a:lnTo>
                  <a:pt x="967" y="439"/>
                </a:lnTo>
                <a:lnTo>
                  <a:pt x="966" y="440"/>
                </a:lnTo>
                <a:lnTo>
                  <a:pt x="966" y="443"/>
                </a:lnTo>
                <a:lnTo>
                  <a:pt x="966" y="444"/>
                </a:lnTo>
                <a:lnTo>
                  <a:pt x="965" y="445"/>
                </a:lnTo>
                <a:lnTo>
                  <a:pt x="966" y="445"/>
                </a:lnTo>
                <a:lnTo>
                  <a:pt x="967" y="446"/>
                </a:lnTo>
                <a:lnTo>
                  <a:pt x="967" y="447"/>
                </a:lnTo>
                <a:lnTo>
                  <a:pt x="967" y="448"/>
                </a:lnTo>
                <a:lnTo>
                  <a:pt x="966" y="448"/>
                </a:lnTo>
                <a:lnTo>
                  <a:pt x="966" y="449"/>
                </a:lnTo>
                <a:lnTo>
                  <a:pt x="965" y="449"/>
                </a:lnTo>
                <a:lnTo>
                  <a:pt x="965" y="450"/>
                </a:lnTo>
                <a:lnTo>
                  <a:pt x="965" y="451"/>
                </a:lnTo>
                <a:lnTo>
                  <a:pt x="965" y="452"/>
                </a:lnTo>
                <a:lnTo>
                  <a:pt x="964" y="452"/>
                </a:lnTo>
                <a:lnTo>
                  <a:pt x="964" y="453"/>
                </a:lnTo>
                <a:lnTo>
                  <a:pt x="963" y="454"/>
                </a:lnTo>
                <a:lnTo>
                  <a:pt x="963" y="456"/>
                </a:lnTo>
                <a:lnTo>
                  <a:pt x="964" y="457"/>
                </a:lnTo>
                <a:lnTo>
                  <a:pt x="965" y="457"/>
                </a:lnTo>
                <a:lnTo>
                  <a:pt x="966" y="457"/>
                </a:lnTo>
                <a:lnTo>
                  <a:pt x="966" y="458"/>
                </a:lnTo>
                <a:lnTo>
                  <a:pt x="966" y="459"/>
                </a:lnTo>
                <a:lnTo>
                  <a:pt x="965" y="459"/>
                </a:lnTo>
                <a:lnTo>
                  <a:pt x="964" y="460"/>
                </a:lnTo>
                <a:lnTo>
                  <a:pt x="963" y="461"/>
                </a:lnTo>
                <a:lnTo>
                  <a:pt x="962" y="461"/>
                </a:lnTo>
                <a:lnTo>
                  <a:pt x="962" y="462"/>
                </a:lnTo>
                <a:lnTo>
                  <a:pt x="962" y="463"/>
                </a:lnTo>
                <a:lnTo>
                  <a:pt x="962" y="464"/>
                </a:lnTo>
                <a:lnTo>
                  <a:pt x="962" y="465"/>
                </a:lnTo>
                <a:lnTo>
                  <a:pt x="963" y="465"/>
                </a:lnTo>
                <a:lnTo>
                  <a:pt x="963" y="464"/>
                </a:lnTo>
                <a:lnTo>
                  <a:pt x="964" y="464"/>
                </a:lnTo>
                <a:lnTo>
                  <a:pt x="965" y="465"/>
                </a:lnTo>
                <a:lnTo>
                  <a:pt x="965" y="466"/>
                </a:lnTo>
                <a:lnTo>
                  <a:pt x="965" y="467"/>
                </a:lnTo>
                <a:lnTo>
                  <a:pt x="965" y="468"/>
                </a:lnTo>
                <a:lnTo>
                  <a:pt x="965" y="469"/>
                </a:lnTo>
                <a:lnTo>
                  <a:pt x="965" y="470"/>
                </a:lnTo>
                <a:lnTo>
                  <a:pt x="966" y="470"/>
                </a:lnTo>
                <a:lnTo>
                  <a:pt x="967" y="471"/>
                </a:lnTo>
                <a:lnTo>
                  <a:pt x="966" y="472"/>
                </a:lnTo>
                <a:lnTo>
                  <a:pt x="967" y="472"/>
                </a:lnTo>
                <a:lnTo>
                  <a:pt x="968" y="473"/>
                </a:lnTo>
                <a:lnTo>
                  <a:pt x="968" y="474"/>
                </a:lnTo>
                <a:lnTo>
                  <a:pt x="968" y="476"/>
                </a:lnTo>
                <a:lnTo>
                  <a:pt x="968" y="477"/>
                </a:lnTo>
                <a:lnTo>
                  <a:pt x="968" y="479"/>
                </a:lnTo>
                <a:lnTo>
                  <a:pt x="969" y="480"/>
                </a:lnTo>
                <a:lnTo>
                  <a:pt x="969" y="479"/>
                </a:lnTo>
                <a:lnTo>
                  <a:pt x="970" y="479"/>
                </a:lnTo>
                <a:lnTo>
                  <a:pt x="970" y="480"/>
                </a:lnTo>
                <a:lnTo>
                  <a:pt x="969" y="481"/>
                </a:lnTo>
                <a:lnTo>
                  <a:pt x="968" y="481"/>
                </a:lnTo>
                <a:lnTo>
                  <a:pt x="968" y="482"/>
                </a:lnTo>
                <a:lnTo>
                  <a:pt x="966" y="483"/>
                </a:lnTo>
                <a:lnTo>
                  <a:pt x="967" y="483"/>
                </a:lnTo>
                <a:lnTo>
                  <a:pt x="967" y="484"/>
                </a:lnTo>
                <a:lnTo>
                  <a:pt x="967" y="485"/>
                </a:lnTo>
                <a:lnTo>
                  <a:pt x="968" y="485"/>
                </a:lnTo>
                <a:lnTo>
                  <a:pt x="968" y="486"/>
                </a:lnTo>
                <a:lnTo>
                  <a:pt x="967" y="487"/>
                </a:lnTo>
                <a:lnTo>
                  <a:pt x="967" y="488"/>
                </a:lnTo>
                <a:lnTo>
                  <a:pt x="967" y="489"/>
                </a:lnTo>
                <a:lnTo>
                  <a:pt x="967" y="490"/>
                </a:lnTo>
                <a:lnTo>
                  <a:pt x="967" y="491"/>
                </a:lnTo>
                <a:lnTo>
                  <a:pt x="968" y="492"/>
                </a:lnTo>
                <a:lnTo>
                  <a:pt x="969" y="493"/>
                </a:lnTo>
                <a:lnTo>
                  <a:pt x="970" y="494"/>
                </a:lnTo>
                <a:lnTo>
                  <a:pt x="971" y="494"/>
                </a:lnTo>
                <a:lnTo>
                  <a:pt x="972" y="494"/>
                </a:lnTo>
                <a:lnTo>
                  <a:pt x="973" y="494"/>
                </a:lnTo>
                <a:lnTo>
                  <a:pt x="974" y="494"/>
                </a:lnTo>
                <a:lnTo>
                  <a:pt x="975" y="494"/>
                </a:lnTo>
                <a:lnTo>
                  <a:pt x="975" y="493"/>
                </a:lnTo>
                <a:lnTo>
                  <a:pt x="976" y="493"/>
                </a:lnTo>
                <a:lnTo>
                  <a:pt x="976" y="494"/>
                </a:lnTo>
                <a:lnTo>
                  <a:pt x="975" y="495"/>
                </a:lnTo>
                <a:lnTo>
                  <a:pt x="975" y="496"/>
                </a:lnTo>
                <a:lnTo>
                  <a:pt x="976" y="496"/>
                </a:lnTo>
                <a:lnTo>
                  <a:pt x="976" y="497"/>
                </a:lnTo>
                <a:lnTo>
                  <a:pt x="976" y="498"/>
                </a:lnTo>
                <a:lnTo>
                  <a:pt x="976" y="499"/>
                </a:lnTo>
                <a:lnTo>
                  <a:pt x="975" y="499"/>
                </a:lnTo>
                <a:lnTo>
                  <a:pt x="974" y="500"/>
                </a:lnTo>
                <a:lnTo>
                  <a:pt x="974" y="501"/>
                </a:lnTo>
                <a:lnTo>
                  <a:pt x="973" y="501"/>
                </a:lnTo>
                <a:lnTo>
                  <a:pt x="972" y="502"/>
                </a:lnTo>
                <a:lnTo>
                  <a:pt x="971" y="502"/>
                </a:lnTo>
                <a:lnTo>
                  <a:pt x="970" y="503"/>
                </a:lnTo>
                <a:lnTo>
                  <a:pt x="970" y="504"/>
                </a:lnTo>
                <a:lnTo>
                  <a:pt x="971" y="505"/>
                </a:lnTo>
                <a:lnTo>
                  <a:pt x="972" y="505"/>
                </a:lnTo>
                <a:lnTo>
                  <a:pt x="972" y="506"/>
                </a:lnTo>
                <a:lnTo>
                  <a:pt x="971" y="507"/>
                </a:lnTo>
                <a:lnTo>
                  <a:pt x="970" y="507"/>
                </a:lnTo>
                <a:lnTo>
                  <a:pt x="969" y="508"/>
                </a:lnTo>
                <a:lnTo>
                  <a:pt x="969" y="509"/>
                </a:lnTo>
                <a:lnTo>
                  <a:pt x="968" y="509"/>
                </a:lnTo>
                <a:lnTo>
                  <a:pt x="967" y="509"/>
                </a:lnTo>
                <a:lnTo>
                  <a:pt x="967" y="510"/>
                </a:lnTo>
                <a:lnTo>
                  <a:pt x="968" y="511"/>
                </a:lnTo>
                <a:lnTo>
                  <a:pt x="967" y="512"/>
                </a:lnTo>
                <a:lnTo>
                  <a:pt x="968" y="513"/>
                </a:lnTo>
                <a:lnTo>
                  <a:pt x="969" y="513"/>
                </a:lnTo>
                <a:lnTo>
                  <a:pt x="969" y="514"/>
                </a:lnTo>
                <a:lnTo>
                  <a:pt x="969" y="515"/>
                </a:lnTo>
                <a:lnTo>
                  <a:pt x="968" y="517"/>
                </a:lnTo>
                <a:lnTo>
                  <a:pt x="967" y="518"/>
                </a:lnTo>
                <a:lnTo>
                  <a:pt x="967" y="519"/>
                </a:lnTo>
                <a:lnTo>
                  <a:pt x="967" y="520"/>
                </a:lnTo>
                <a:lnTo>
                  <a:pt x="967" y="521"/>
                </a:lnTo>
                <a:lnTo>
                  <a:pt x="966" y="522"/>
                </a:lnTo>
                <a:lnTo>
                  <a:pt x="966" y="523"/>
                </a:lnTo>
                <a:lnTo>
                  <a:pt x="965" y="523"/>
                </a:lnTo>
                <a:lnTo>
                  <a:pt x="965" y="524"/>
                </a:lnTo>
                <a:lnTo>
                  <a:pt x="964" y="524"/>
                </a:lnTo>
                <a:lnTo>
                  <a:pt x="962" y="525"/>
                </a:lnTo>
                <a:lnTo>
                  <a:pt x="963" y="525"/>
                </a:lnTo>
                <a:lnTo>
                  <a:pt x="962" y="526"/>
                </a:lnTo>
                <a:lnTo>
                  <a:pt x="962" y="527"/>
                </a:lnTo>
                <a:lnTo>
                  <a:pt x="961" y="527"/>
                </a:lnTo>
                <a:lnTo>
                  <a:pt x="960" y="529"/>
                </a:lnTo>
                <a:lnTo>
                  <a:pt x="959" y="530"/>
                </a:lnTo>
                <a:lnTo>
                  <a:pt x="959" y="531"/>
                </a:lnTo>
                <a:lnTo>
                  <a:pt x="958" y="532"/>
                </a:lnTo>
                <a:lnTo>
                  <a:pt x="958" y="533"/>
                </a:lnTo>
                <a:lnTo>
                  <a:pt x="958" y="534"/>
                </a:lnTo>
                <a:lnTo>
                  <a:pt x="956" y="535"/>
                </a:lnTo>
                <a:lnTo>
                  <a:pt x="956" y="536"/>
                </a:lnTo>
                <a:lnTo>
                  <a:pt x="956" y="537"/>
                </a:lnTo>
                <a:lnTo>
                  <a:pt x="955" y="537"/>
                </a:lnTo>
                <a:lnTo>
                  <a:pt x="955" y="536"/>
                </a:lnTo>
                <a:lnTo>
                  <a:pt x="954" y="536"/>
                </a:lnTo>
                <a:lnTo>
                  <a:pt x="954" y="537"/>
                </a:lnTo>
                <a:lnTo>
                  <a:pt x="953" y="537"/>
                </a:lnTo>
                <a:lnTo>
                  <a:pt x="952" y="538"/>
                </a:lnTo>
                <a:lnTo>
                  <a:pt x="951" y="538"/>
                </a:lnTo>
                <a:lnTo>
                  <a:pt x="951" y="539"/>
                </a:lnTo>
                <a:lnTo>
                  <a:pt x="951" y="540"/>
                </a:lnTo>
                <a:lnTo>
                  <a:pt x="950" y="541"/>
                </a:lnTo>
                <a:lnTo>
                  <a:pt x="951" y="541"/>
                </a:lnTo>
                <a:lnTo>
                  <a:pt x="950" y="542"/>
                </a:lnTo>
                <a:lnTo>
                  <a:pt x="949" y="543"/>
                </a:lnTo>
                <a:lnTo>
                  <a:pt x="947" y="543"/>
                </a:lnTo>
                <a:lnTo>
                  <a:pt x="946" y="543"/>
                </a:lnTo>
                <a:lnTo>
                  <a:pt x="947" y="544"/>
                </a:lnTo>
                <a:lnTo>
                  <a:pt x="946" y="545"/>
                </a:lnTo>
                <a:lnTo>
                  <a:pt x="945" y="545"/>
                </a:lnTo>
                <a:lnTo>
                  <a:pt x="944" y="545"/>
                </a:lnTo>
                <a:lnTo>
                  <a:pt x="943" y="545"/>
                </a:lnTo>
                <a:lnTo>
                  <a:pt x="942" y="545"/>
                </a:lnTo>
                <a:lnTo>
                  <a:pt x="941" y="545"/>
                </a:lnTo>
                <a:lnTo>
                  <a:pt x="940" y="545"/>
                </a:lnTo>
                <a:lnTo>
                  <a:pt x="939" y="545"/>
                </a:lnTo>
                <a:lnTo>
                  <a:pt x="938" y="546"/>
                </a:lnTo>
                <a:lnTo>
                  <a:pt x="937" y="546"/>
                </a:lnTo>
                <a:lnTo>
                  <a:pt x="936" y="545"/>
                </a:lnTo>
                <a:lnTo>
                  <a:pt x="935" y="545"/>
                </a:lnTo>
                <a:lnTo>
                  <a:pt x="934" y="545"/>
                </a:lnTo>
                <a:lnTo>
                  <a:pt x="933" y="545"/>
                </a:lnTo>
                <a:lnTo>
                  <a:pt x="932" y="545"/>
                </a:lnTo>
                <a:lnTo>
                  <a:pt x="932" y="546"/>
                </a:lnTo>
                <a:lnTo>
                  <a:pt x="931" y="547"/>
                </a:lnTo>
                <a:lnTo>
                  <a:pt x="930" y="547"/>
                </a:lnTo>
                <a:lnTo>
                  <a:pt x="927" y="547"/>
                </a:lnTo>
                <a:lnTo>
                  <a:pt x="926" y="547"/>
                </a:lnTo>
                <a:lnTo>
                  <a:pt x="926" y="548"/>
                </a:lnTo>
                <a:lnTo>
                  <a:pt x="927" y="548"/>
                </a:lnTo>
                <a:lnTo>
                  <a:pt x="927" y="549"/>
                </a:lnTo>
                <a:lnTo>
                  <a:pt x="928" y="549"/>
                </a:lnTo>
                <a:lnTo>
                  <a:pt x="929" y="550"/>
                </a:lnTo>
                <a:lnTo>
                  <a:pt x="930" y="550"/>
                </a:lnTo>
                <a:lnTo>
                  <a:pt x="930" y="551"/>
                </a:lnTo>
                <a:lnTo>
                  <a:pt x="930" y="552"/>
                </a:lnTo>
                <a:lnTo>
                  <a:pt x="931" y="552"/>
                </a:lnTo>
                <a:lnTo>
                  <a:pt x="931" y="553"/>
                </a:lnTo>
                <a:lnTo>
                  <a:pt x="930" y="554"/>
                </a:lnTo>
                <a:lnTo>
                  <a:pt x="930" y="555"/>
                </a:lnTo>
                <a:lnTo>
                  <a:pt x="930" y="556"/>
                </a:lnTo>
                <a:lnTo>
                  <a:pt x="929" y="556"/>
                </a:lnTo>
                <a:lnTo>
                  <a:pt x="929" y="557"/>
                </a:lnTo>
                <a:lnTo>
                  <a:pt x="928" y="557"/>
                </a:lnTo>
                <a:lnTo>
                  <a:pt x="927" y="557"/>
                </a:lnTo>
                <a:lnTo>
                  <a:pt x="927" y="558"/>
                </a:lnTo>
                <a:lnTo>
                  <a:pt x="927" y="560"/>
                </a:lnTo>
                <a:lnTo>
                  <a:pt x="927" y="559"/>
                </a:lnTo>
                <a:lnTo>
                  <a:pt x="926" y="559"/>
                </a:lnTo>
                <a:lnTo>
                  <a:pt x="925" y="560"/>
                </a:lnTo>
                <a:lnTo>
                  <a:pt x="924" y="560"/>
                </a:lnTo>
                <a:lnTo>
                  <a:pt x="923" y="560"/>
                </a:lnTo>
                <a:lnTo>
                  <a:pt x="923" y="559"/>
                </a:lnTo>
                <a:lnTo>
                  <a:pt x="921" y="560"/>
                </a:lnTo>
                <a:lnTo>
                  <a:pt x="920" y="560"/>
                </a:lnTo>
                <a:lnTo>
                  <a:pt x="920" y="561"/>
                </a:lnTo>
                <a:lnTo>
                  <a:pt x="919" y="562"/>
                </a:lnTo>
                <a:lnTo>
                  <a:pt x="918" y="562"/>
                </a:lnTo>
                <a:lnTo>
                  <a:pt x="917" y="561"/>
                </a:lnTo>
                <a:lnTo>
                  <a:pt x="916" y="561"/>
                </a:lnTo>
                <a:lnTo>
                  <a:pt x="915" y="561"/>
                </a:lnTo>
                <a:lnTo>
                  <a:pt x="915" y="562"/>
                </a:lnTo>
                <a:lnTo>
                  <a:pt x="914" y="562"/>
                </a:lnTo>
                <a:lnTo>
                  <a:pt x="913" y="562"/>
                </a:lnTo>
                <a:lnTo>
                  <a:pt x="914" y="562"/>
                </a:lnTo>
                <a:lnTo>
                  <a:pt x="914" y="563"/>
                </a:lnTo>
                <a:lnTo>
                  <a:pt x="914" y="564"/>
                </a:lnTo>
                <a:lnTo>
                  <a:pt x="913" y="566"/>
                </a:lnTo>
                <a:lnTo>
                  <a:pt x="912" y="566"/>
                </a:lnTo>
                <a:lnTo>
                  <a:pt x="911" y="566"/>
                </a:lnTo>
                <a:lnTo>
                  <a:pt x="910" y="566"/>
                </a:lnTo>
                <a:lnTo>
                  <a:pt x="909" y="566"/>
                </a:lnTo>
                <a:lnTo>
                  <a:pt x="908" y="566"/>
                </a:lnTo>
                <a:lnTo>
                  <a:pt x="907" y="566"/>
                </a:lnTo>
                <a:lnTo>
                  <a:pt x="906" y="566"/>
                </a:lnTo>
                <a:lnTo>
                  <a:pt x="905" y="566"/>
                </a:lnTo>
                <a:lnTo>
                  <a:pt x="905" y="567"/>
                </a:lnTo>
                <a:lnTo>
                  <a:pt x="905" y="568"/>
                </a:lnTo>
                <a:lnTo>
                  <a:pt x="905" y="569"/>
                </a:lnTo>
                <a:lnTo>
                  <a:pt x="905" y="570"/>
                </a:lnTo>
                <a:lnTo>
                  <a:pt x="904" y="570"/>
                </a:lnTo>
                <a:lnTo>
                  <a:pt x="903" y="571"/>
                </a:lnTo>
                <a:lnTo>
                  <a:pt x="902" y="570"/>
                </a:lnTo>
                <a:lnTo>
                  <a:pt x="901" y="570"/>
                </a:lnTo>
                <a:lnTo>
                  <a:pt x="900" y="570"/>
                </a:lnTo>
                <a:lnTo>
                  <a:pt x="899" y="571"/>
                </a:lnTo>
                <a:lnTo>
                  <a:pt x="896" y="570"/>
                </a:lnTo>
                <a:lnTo>
                  <a:pt x="896" y="571"/>
                </a:lnTo>
                <a:lnTo>
                  <a:pt x="894" y="572"/>
                </a:lnTo>
                <a:lnTo>
                  <a:pt x="893" y="573"/>
                </a:lnTo>
                <a:lnTo>
                  <a:pt x="893" y="574"/>
                </a:lnTo>
                <a:lnTo>
                  <a:pt x="893" y="575"/>
                </a:lnTo>
                <a:lnTo>
                  <a:pt x="892" y="575"/>
                </a:lnTo>
                <a:lnTo>
                  <a:pt x="891" y="574"/>
                </a:lnTo>
                <a:lnTo>
                  <a:pt x="891" y="573"/>
                </a:lnTo>
                <a:lnTo>
                  <a:pt x="888" y="571"/>
                </a:lnTo>
                <a:lnTo>
                  <a:pt x="887" y="571"/>
                </a:lnTo>
                <a:lnTo>
                  <a:pt x="886" y="571"/>
                </a:lnTo>
                <a:lnTo>
                  <a:pt x="886" y="572"/>
                </a:lnTo>
                <a:lnTo>
                  <a:pt x="886" y="573"/>
                </a:lnTo>
                <a:lnTo>
                  <a:pt x="887" y="574"/>
                </a:lnTo>
                <a:lnTo>
                  <a:pt x="887" y="575"/>
                </a:lnTo>
                <a:lnTo>
                  <a:pt x="886" y="575"/>
                </a:lnTo>
                <a:lnTo>
                  <a:pt x="885" y="575"/>
                </a:lnTo>
                <a:lnTo>
                  <a:pt x="884" y="576"/>
                </a:lnTo>
                <a:lnTo>
                  <a:pt x="885" y="576"/>
                </a:lnTo>
                <a:lnTo>
                  <a:pt x="886" y="577"/>
                </a:lnTo>
                <a:lnTo>
                  <a:pt x="886" y="579"/>
                </a:lnTo>
                <a:lnTo>
                  <a:pt x="887" y="581"/>
                </a:lnTo>
                <a:lnTo>
                  <a:pt x="886" y="581"/>
                </a:lnTo>
                <a:lnTo>
                  <a:pt x="885" y="581"/>
                </a:lnTo>
                <a:lnTo>
                  <a:pt x="885" y="582"/>
                </a:lnTo>
                <a:lnTo>
                  <a:pt x="884" y="582"/>
                </a:lnTo>
                <a:lnTo>
                  <a:pt x="884" y="585"/>
                </a:lnTo>
                <a:lnTo>
                  <a:pt x="884" y="586"/>
                </a:lnTo>
                <a:lnTo>
                  <a:pt x="885" y="587"/>
                </a:lnTo>
                <a:lnTo>
                  <a:pt x="885" y="589"/>
                </a:lnTo>
                <a:lnTo>
                  <a:pt x="884" y="589"/>
                </a:lnTo>
                <a:lnTo>
                  <a:pt x="882" y="590"/>
                </a:lnTo>
                <a:lnTo>
                  <a:pt x="881" y="590"/>
                </a:lnTo>
                <a:lnTo>
                  <a:pt x="880" y="589"/>
                </a:lnTo>
                <a:lnTo>
                  <a:pt x="879" y="589"/>
                </a:lnTo>
                <a:lnTo>
                  <a:pt x="879" y="588"/>
                </a:lnTo>
                <a:lnTo>
                  <a:pt x="878" y="588"/>
                </a:lnTo>
                <a:lnTo>
                  <a:pt x="877" y="588"/>
                </a:lnTo>
                <a:lnTo>
                  <a:pt x="876" y="589"/>
                </a:lnTo>
                <a:lnTo>
                  <a:pt x="877" y="590"/>
                </a:lnTo>
                <a:lnTo>
                  <a:pt x="878" y="591"/>
                </a:lnTo>
                <a:lnTo>
                  <a:pt x="878" y="592"/>
                </a:lnTo>
                <a:lnTo>
                  <a:pt x="878" y="593"/>
                </a:lnTo>
                <a:lnTo>
                  <a:pt x="879" y="592"/>
                </a:lnTo>
                <a:lnTo>
                  <a:pt x="880" y="592"/>
                </a:lnTo>
                <a:lnTo>
                  <a:pt x="880" y="593"/>
                </a:lnTo>
                <a:lnTo>
                  <a:pt x="881" y="594"/>
                </a:lnTo>
                <a:lnTo>
                  <a:pt x="881" y="597"/>
                </a:lnTo>
                <a:lnTo>
                  <a:pt x="880" y="598"/>
                </a:lnTo>
                <a:lnTo>
                  <a:pt x="880" y="599"/>
                </a:lnTo>
                <a:lnTo>
                  <a:pt x="881" y="600"/>
                </a:lnTo>
                <a:lnTo>
                  <a:pt x="881" y="601"/>
                </a:lnTo>
                <a:lnTo>
                  <a:pt x="881" y="602"/>
                </a:lnTo>
                <a:lnTo>
                  <a:pt x="881" y="603"/>
                </a:lnTo>
                <a:lnTo>
                  <a:pt x="881" y="604"/>
                </a:lnTo>
                <a:lnTo>
                  <a:pt x="882" y="605"/>
                </a:lnTo>
                <a:lnTo>
                  <a:pt x="883" y="605"/>
                </a:lnTo>
                <a:lnTo>
                  <a:pt x="883" y="604"/>
                </a:lnTo>
                <a:lnTo>
                  <a:pt x="884" y="604"/>
                </a:lnTo>
                <a:lnTo>
                  <a:pt x="885" y="605"/>
                </a:lnTo>
                <a:lnTo>
                  <a:pt x="886" y="606"/>
                </a:lnTo>
                <a:lnTo>
                  <a:pt x="887" y="607"/>
                </a:lnTo>
                <a:lnTo>
                  <a:pt x="886" y="608"/>
                </a:lnTo>
                <a:lnTo>
                  <a:pt x="887" y="609"/>
                </a:lnTo>
                <a:lnTo>
                  <a:pt x="887" y="610"/>
                </a:lnTo>
                <a:lnTo>
                  <a:pt x="888" y="610"/>
                </a:lnTo>
                <a:lnTo>
                  <a:pt x="889" y="610"/>
                </a:lnTo>
                <a:lnTo>
                  <a:pt x="890" y="611"/>
                </a:lnTo>
                <a:lnTo>
                  <a:pt x="890" y="613"/>
                </a:lnTo>
                <a:lnTo>
                  <a:pt x="890" y="614"/>
                </a:lnTo>
                <a:lnTo>
                  <a:pt x="891" y="614"/>
                </a:lnTo>
                <a:lnTo>
                  <a:pt x="892" y="614"/>
                </a:lnTo>
                <a:lnTo>
                  <a:pt x="893" y="615"/>
                </a:lnTo>
                <a:lnTo>
                  <a:pt x="892" y="616"/>
                </a:lnTo>
                <a:lnTo>
                  <a:pt x="891" y="617"/>
                </a:lnTo>
                <a:lnTo>
                  <a:pt x="889" y="617"/>
                </a:lnTo>
                <a:lnTo>
                  <a:pt x="886" y="617"/>
                </a:lnTo>
                <a:lnTo>
                  <a:pt x="885" y="616"/>
                </a:lnTo>
                <a:lnTo>
                  <a:pt x="884" y="615"/>
                </a:lnTo>
                <a:lnTo>
                  <a:pt x="884" y="614"/>
                </a:lnTo>
                <a:lnTo>
                  <a:pt x="883" y="615"/>
                </a:lnTo>
                <a:lnTo>
                  <a:pt x="883" y="616"/>
                </a:lnTo>
                <a:lnTo>
                  <a:pt x="882" y="617"/>
                </a:lnTo>
                <a:lnTo>
                  <a:pt x="881" y="618"/>
                </a:lnTo>
                <a:lnTo>
                  <a:pt x="880" y="618"/>
                </a:lnTo>
                <a:lnTo>
                  <a:pt x="880" y="619"/>
                </a:lnTo>
                <a:lnTo>
                  <a:pt x="879" y="620"/>
                </a:lnTo>
                <a:lnTo>
                  <a:pt x="880" y="620"/>
                </a:lnTo>
                <a:lnTo>
                  <a:pt x="879" y="621"/>
                </a:lnTo>
                <a:lnTo>
                  <a:pt x="879" y="622"/>
                </a:lnTo>
                <a:lnTo>
                  <a:pt x="876" y="623"/>
                </a:lnTo>
                <a:lnTo>
                  <a:pt x="875" y="623"/>
                </a:lnTo>
                <a:lnTo>
                  <a:pt x="874" y="624"/>
                </a:lnTo>
                <a:lnTo>
                  <a:pt x="873" y="625"/>
                </a:lnTo>
                <a:lnTo>
                  <a:pt x="873" y="626"/>
                </a:lnTo>
                <a:lnTo>
                  <a:pt x="874" y="628"/>
                </a:lnTo>
                <a:lnTo>
                  <a:pt x="875" y="629"/>
                </a:lnTo>
                <a:lnTo>
                  <a:pt x="876" y="629"/>
                </a:lnTo>
                <a:lnTo>
                  <a:pt x="878" y="631"/>
                </a:lnTo>
                <a:lnTo>
                  <a:pt x="878" y="633"/>
                </a:lnTo>
                <a:lnTo>
                  <a:pt x="875" y="634"/>
                </a:lnTo>
                <a:lnTo>
                  <a:pt x="873" y="636"/>
                </a:lnTo>
                <a:lnTo>
                  <a:pt x="873" y="637"/>
                </a:lnTo>
                <a:lnTo>
                  <a:pt x="872" y="637"/>
                </a:lnTo>
                <a:lnTo>
                  <a:pt x="871" y="637"/>
                </a:lnTo>
                <a:lnTo>
                  <a:pt x="871" y="636"/>
                </a:lnTo>
                <a:lnTo>
                  <a:pt x="870" y="636"/>
                </a:lnTo>
                <a:lnTo>
                  <a:pt x="869" y="636"/>
                </a:lnTo>
                <a:lnTo>
                  <a:pt x="868" y="636"/>
                </a:lnTo>
                <a:lnTo>
                  <a:pt x="867" y="636"/>
                </a:lnTo>
                <a:lnTo>
                  <a:pt x="867" y="635"/>
                </a:lnTo>
                <a:lnTo>
                  <a:pt x="867" y="634"/>
                </a:lnTo>
                <a:lnTo>
                  <a:pt x="867" y="633"/>
                </a:lnTo>
                <a:lnTo>
                  <a:pt x="867" y="632"/>
                </a:lnTo>
                <a:lnTo>
                  <a:pt x="866" y="632"/>
                </a:lnTo>
                <a:lnTo>
                  <a:pt x="865" y="632"/>
                </a:lnTo>
                <a:lnTo>
                  <a:pt x="862" y="631"/>
                </a:lnTo>
                <a:lnTo>
                  <a:pt x="861" y="631"/>
                </a:lnTo>
                <a:lnTo>
                  <a:pt x="860" y="631"/>
                </a:lnTo>
                <a:lnTo>
                  <a:pt x="860" y="632"/>
                </a:lnTo>
                <a:lnTo>
                  <a:pt x="859" y="633"/>
                </a:lnTo>
                <a:lnTo>
                  <a:pt x="859" y="634"/>
                </a:lnTo>
                <a:lnTo>
                  <a:pt x="858" y="635"/>
                </a:lnTo>
                <a:lnTo>
                  <a:pt x="857" y="635"/>
                </a:lnTo>
                <a:lnTo>
                  <a:pt x="857" y="636"/>
                </a:lnTo>
                <a:lnTo>
                  <a:pt x="857" y="637"/>
                </a:lnTo>
                <a:lnTo>
                  <a:pt x="856" y="638"/>
                </a:lnTo>
                <a:lnTo>
                  <a:pt x="855" y="639"/>
                </a:lnTo>
                <a:lnTo>
                  <a:pt x="853" y="639"/>
                </a:lnTo>
                <a:lnTo>
                  <a:pt x="852" y="639"/>
                </a:lnTo>
                <a:lnTo>
                  <a:pt x="851" y="638"/>
                </a:lnTo>
                <a:lnTo>
                  <a:pt x="851" y="637"/>
                </a:lnTo>
                <a:lnTo>
                  <a:pt x="849" y="635"/>
                </a:lnTo>
                <a:lnTo>
                  <a:pt x="848" y="635"/>
                </a:lnTo>
                <a:lnTo>
                  <a:pt x="847" y="634"/>
                </a:lnTo>
                <a:lnTo>
                  <a:pt x="847" y="633"/>
                </a:lnTo>
                <a:lnTo>
                  <a:pt x="846" y="632"/>
                </a:lnTo>
                <a:lnTo>
                  <a:pt x="843" y="630"/>
                </a:lnTo>
                <a:lnTo>
                  <a:pt x="842" y="630"/>
                </a:lnTo>
                <a:lnTo>
                  <a:pt x="841" y="630"/>
                </a:lnTo>
                <a:lnTo>
                  <a:pt x="840" y="630"/>
                </a:lnTo>
                <a:lnTo>
                  <a:pt x="840" y="631"/>
                </a:lnTo>
                <a:lnTo>
                  <a:pt x="840" y="632"/>
                </a:lnTo>
                <a:lnTo>
                  <a:pt x="840" y="633"/>
                </a:lnTo>
                <a:lnTo>
                  <a:pt x="840" y="634"/>
                </a:lnTo>
                <a:lnTo>
                  <a:pt x="839" y="634"/>
                </a:lnTo>
                <a:lnTo>
                  <a:pt x="839" y="633"/>
                </a:lnTo>
                <a:lnTo>
                  <a:pt x="838" y="633"/>
                </a:lnTo>
                <a:lnTo>
                  <a:pt x="837" y="635"/>
                </a:lnTo>
                <a:lnTo>
                  <a:pt x="838" y="635"/>
                </a:lnTo>
                <a:lnTo>
                  <a:pt x="838" y="636"/>
                </a:lnTo>
                <a:lnTo>
                  <a:pt x="837" y="636"/>
                </a:lnTo>
                <a:lnTo>
                  <a:pt x="837" y="637"/>
                </a:lnTo>
                <a:lnTo>
                  <a:pt x="836" y="637"/>
                </a:lnTo>
                <a:lnTo>
                  <a:pt x="835" y="637"/>
                </a:lnTo>
                <a:lnTo>
                  <a:pt x="833" y="634"/>
                </a:lnTo>
                <a:lnTo>
                  <a:pt x="832" y="633"/>
                </a:lnTo>
                <a:lnTo>
                  <a:pt x="832" y="632"/>
                </a:lnTo>
                <a:lnTo>
                  <a:pt x="831" y="632"/>
                </a:lnTo>
                <a:lnTo>
                  <a:pt x="830" y="634"/>
                </a:lnTo>
                <a:lnTo>
                  <a:pt x="829" y="637"/>
                </a:lnTo>
                <a:lnTo>
                  <a:pt x="829" y="638"/>
                </a:lnTo>
                <a:lnTo>
                  <a:pt x="829" y="639"/>
                </a:lnTo>
                <a:lnTo>
                  <a:pt x="830" y="640"/>
                </a:lnTo>
                <a:lnTo>
                  <a:pt x="832" y="642"/>
                </a:lnTo>
                <a:lnTo>
                  <a:pt x="833" y="642"/>
                </a:lnTo>
                <a:lnTo>
                  <a:pt x="834" y="642"/>
                </a:lnTo>
                <a:lnTo>
                  <a:pt x="834" y="643"/>
                </a:lnTo>
                <a:lnTo>
                  <a:pt x="835" y="646"/>
                </a:lnTo>
                <a:lnTo>
                  <a:pt x="835" y="648"/>
                </a:lnTo>
                <a:lnTo>
                  <a:pt x="834" y="648"/>
                </a:lnTo>
                <a:lnTo>
                  <a:pt x="833" y="648"/>
                </a:lnTo>
                <a:lnTo>
                  <a:pt x="832" y="648"/>
                </a:lnTo>
                <a:lnTo>
                  <a:pt x="832" y="649"/>
                </a:lnTo>
                <a:lnTo>
                  <a:pt x="833" y="650"/>
                </a:lnTo>
                <a:lnTo>
                  <a:pt x="834" y="650"/>
                </a:lnTo>
                <a:lnTo>
                  <a:pt x="834" y="651"/>
                </a:lnTo>
                <a:lnTo>
                  <a:pt x="833" y="651"/>
                </a:lnTo>
                <a:lnTo>
                  <a:pt x="833" y="652"/>
                </a:lnTo>
                <a:lnTo>
                  <a:pt x="833" y="653"/>
                </a:lnTo>
                <a:lnTo>
                  <a:pt x="833" y="655"/>
                </a:lnTo>
                <a:lnTo>
                  <a:pt x="833" y="656"/>
                </a:lnTo>
                <a:lnTo>
                  <a:pt x="833" y="657"/>
                </a:lnTo>
                <a:lnTo>
                  <a:pt x="833" y="658"/>
                </a:lnTo>
                <a:lnTo>
                  <a:pt x="834" y="659"/>
                </a:lnTo>
                <a:lnTo>
                  <a:pt x="835" y="661"/>
                </a:lnTo>
                <a:lnTo>
                  <a:pt x="834" y="664"/>
                </a:lnTo>
                <a:lnTo>
                  <a:pt x="834" y="665"/>
                </a:lnTo>
                <a:lnTo>
                  <a:pt x="834" y="666"/>
                </a:lnTo>
                <a:lnTo>
                  <a:pt x="836" y="667"/>
                </a:lnTo>
                <a:lnTo>
                  <a:pt x="837" y="667"/>
                </a:lnTo>
                <a:lnTo>
                  <a:pt x="839" y="668"/>
                </a:lnTo>
                <a:lnTo>
                  <a:pt x="839" y="669"/>
                </a:lnTo>
                <a:lnTo>
                  <a:pt x="839" y="670"/>
                </a:lnTo>
                <a:lnTo>
                  <a:pt x="838" y="671"/>
                </a:lnTo>
                <a:lnTo>
                  <a:pt x="837" y="672"/>
                </a:lnTo>
                <a:lnTo>
                  <a:pt x="838" y="673"/>
                </a:lnTo>
                <a:lnTo>
                  <a:pt x="838" y="672"/>
                </a:lnTo>
                <a:lnTo>
                  <a:pt x="839" y="673"/>
                </a:lnTo>
                <a:lnTo>
                  <a:pt x="839" y="674"/>
                </a:lnTo>
                <a:lnTo>
                  <a:pt x="839" y="675"/>
                </a:lnTo>
                <a:lnTo>
                  <a:pt x="840" y="675"/>
                </a:lnTo>
                <a:lnTo>
                  <a:pt x="841" y="676"/>
                </a:lnTo>
                <a:lnTo>
                  <a:pt x="840" y="676"/>
                </a:lnTo>
                <a:lnTo>
                  <a:pt x="840" y="677"/>
                </a:lnTo>
                <a:lnTo>
                  <a:pt x="840" y="678"/>
                </a:lnTo>
                <a:lnTo>
                  <a:pt x="840" y="679"/>
                </a:lnTo>
                <a:lnTo>
                  <a:pt x="839" y="679"/>
                </a:lnTo>
                <a:lnTo>
                  <a:pt x="837" y="679"/>
                </a:lnTo>
                <a:lnTo>
                  <a:pt x="836" y="679"/>
                </a:lnTo>
                <a:lnTo>
                  <a:pt x="835" y="679"/>
                </a:lnTo>
                <a:lnTo>
                  <a:pt x="834" y="679"/>
                </a:lnTo>
                <a:lnTo>
                  <a:pt x="833" y="679"/>
                </a:lnTo>
                <a:lnTo>
                  <a:pt x="832" y="679"/>
                </a:lnTo>
                <a:lnTo>
                  <a:pt x="832" y="680"/>
                </a:lnTo>
                <a:lnTo>
                  <a:pt x="832" y="679"/>
                </a:lnTo>
                <a:lnTo>
                  <a:pt x="830" y="679"/>
                </a:lnTo>
                <a:lnTo>
                  <a:pt x="830" y="678"/>
                </a:lnTo>
                <a:lnTo>
                  <a:pt x="829" y="678"/>
                </a:lnTo>
                <a:lnTo>
                  <a:pt x="829" y="677"/>
                </a:lnTo>
                <a:lnTo>
                  <a:pt x="828" y="677"/>
                </a:lnTo>
                <a:lnTo>
                  <a:pt x="827" y="676"/>
                </a:lnTo>
                <a:lnTo>
                  <a:pt x="826" y="676"/>
                </a:lnTo>
                <a:lnTo>
                  <a:pt x="826" y="675"/>
                </a:lnTo>
                <a:lnTo>
                  <a:pt x="825" y="675"/>
                </a:lnTo>
                <a:lnTo>
                  <a:pt x="825" y="676"/>
                </a:lnTo>
                <a:lnTo>
                  <a:pt x="825" y="679"/>
                </a:lnTo>
                <a:lnTo>
                  <a:pt x="824" y="679"/>
                </a:lnTo>
                <a:lnTo>
                  <a:pt x="823" y="679"/>
                </a:lnTo>
                <a:lnTo>
                  <a:pt x="822" y="680"/>
                </a:lnTo>
                <a:lnTo>
                  <a:pt x="821" y="681"/>
                </a:lnTo>
                <a:lnTo>
                  <a:pt x="818" y="681"/>
                </a:lnTo>
                <a:lnTo>
                  <a:pt x="816" y="681"/>
                </a:lnTo>
                <a:lnTo>
                  <a:pt x="815" y="681"/>
                </a:lnTo>
                <a:lnTo>
                  <a:pt x="814" y="680"/>
                </a:lnTo>
                <a:lnTo>
                  <a:pt x="813" y="679"/>
                </a:lnTo>
                <a:lnTo>
                  <a:pt x="812" y="679"/>
                </a:lnTo>
                <a:lnTo>
                  <a:pt x="811" y="679"/>
                </a:lnTo>
                <a:lnTo>
                  <a:pt x="810" y="679"/>
                </a:lnTo>
                <a:lnTo>
                  <a:pt x="809" y="679"/>
                </a:lnTo>
                <a:lnTo>
                  <a:pt x="808" y="679"/>
                </a:lnTo>
                <a:lnTo>
                  <a:pt x="806" y="679"/>
                </a:lnTo>
                <a:lnTo>
                  <a:pt x="806" y="680"/>
                </a:lnTo>
                <a:lnTo>
                  <a:pt x="805" y="681"/>
                </a:lnTo>
                <a:lnTo>
                  <a:pt x="804" y="681"/>
                </a:lnTo>
                <a:lnTo>
                  <a:pt x="804" y="680"/>
                </a:lnTo>
                <a:lnTo>
                  <a:pt x="803" y="679"/>
                </a:lnTo>
                <a:lnTo>
                  <a:pt x="802" y="679"/>
                </a:lnTo>
                <a:lnTo>
                  <a:pt x="800" y="682"/>
                </a:lnTo>
                <a:lnTo>
                  <a:pt x="800" y="683"/>
                </a:lnTo>
                <a:lnTo>
                  <a:pt x="800" y="684"/>
                </a:lnTo>
                <a:lnTo>
                  <a:pt x="799" y="684"/>
                </a:lnTo>
                <a:lnTo>
                  <a:pt x="798" y="683"/>
                </a:lnTo>
                <a:lnTo>
                  <a:pt x="799" y="682"/>
                </a:lnTo>
                <a:lnTo>
                  <a:pt x="798" y="681"/>
                </a:lnTo>
                <a:lnTo>
                  <a:pt x="798" y="682"/>
                </a:lnTo>
                <a:lnTo>
                  <a:pt x="797" y="684"/>
                </a:lnTo>
                <a:lnTo>
                  <a:pt x="796" y="685"/>
                </a:lnTo>
                <a:lnTo>
                  <a:pt x="795" y="685"/>
                </a:lnTo>
                <a:lnTo>
                  <a:pt x="792" y="686"/>
                </a:lnTo>
                <a:lnTo>
                  <a:pt x="791" y="685"/>
                </a:lnTo>
                <a:lnTo>
                  <a:pt x="790" y="684"/>
                </a:lnTo>
                <a:lnTo>
                  <a:pt x="789" y="684"/>
                </a:lnTo>
                <a:lnTo>
                  <a:pt x="788" y="684"/>
                </a:lnTo>
                <a:lnTo>
                  <a:pt x="786" y="684"/>
                </a:lnTo>
                <a:lnTo>
                  <a:pt x="786" y="683"/>
                </a:lnTo>
                <a:lnTo>
                  <a:pt x="785" y="683"/>
                </a:lnTo>
                <a:lnTo>
                  <a:pt x="784" y="683"/>
                </a:lnTo>
                <a:lnTo>
                  <a:pt x="783" y="683"/>
                </a:lnTo>
                <a:lnTo>
                  <a:pt x="783" y="684"/>
                </a:lnTo>
                <a:lnTo>
                  <a:pt x="782" y="685"/>
                </a:lnTo>
                <a:lnTo>
                  <a:pt x="781" y="685"/>
                </a:lnTo>
                <a:lnTo>
                  <a:pt x="780" y="686"/>
                </a:lnTo>
                <a:lnTo>
                  <a:pt x="778" y="687"/>
                </a:lnTo>
                <a:lnTo>
                  <a:pt x="778" y="688"/>
                </a:lnTo>
                <a:lnTo>
                  <a:pt x="777" y="688"/>
                </a:lnTo>
                <a:lnTo>
                  <a:pt x="777" y="689"/>
                </a:lnTo>
                <a:lnTo>
                  <a:pt x="778" y="690"/>
                </a:lnTo>
                <a:lnTo>
                  <a:pt x="778" y="692"/>
                </a:lnTo>
                <a:lnTo>
                  <a:pt x="777" y="692"/>
                </a:lnTo>
                <a:lnTo>
                  <a:pt x="776" y="693"/>
                </a:lnTo>
                <a:lnTo>
                  <a:pt x="776" y="697"/>
                </a:lnTo>
                <a:lnTo>
                  <a:pt x="777" y="699"/>
                </a:lnTo>
                <a:lnTo>
                  <a:pt x="777" y="700"/>
                </a:lnTo>
                <a:lnTo>
                  <a:pt x="776" y="702"/>
                </a:lnTo>
                <a:lnTo>
                  <a:pt x="776" y="703"/>
                </a:lnTo>
                <a:lnTo>
                  <a:pt x="776" y="704"/>
                </a:lnTo>
                <a:lnTo>
                  <a:pt x="777" y="704"/>
                </a:lnTo>
                <a:lnTo>
                  <a:pt x="777" y="705"/>
                </a:lnTo>
                <a:lnTo>
                  <a:pt x="776" y="705"/>
                </a:lnTo>
                <a:lnTo>
                  <a:pt x="775" y="706"/>
                </a:lnTo>
                <a:lnTo>
                  <a:pt x="775" y="707"/>
                </a:lnTo>
                <a:lnTo>
                  <a:pt x="775" y="709"/>
                </a:lnTo>
                <a:lnTo>
                  <a:pt x="775" y="710"/>
                </a:lnTo>
                <a:lnTo>
                  <a:pt x="774" y="710"/>
                </a:lnTo>
                <a:lnTo>
                  <a:pt x="774" y="709"/>
                </a:lnTo>
                <a:lnTo>
                  <a:pt x="774" y="710"/>
                </a:lnTo>
                <a:lnTo>
                  <a:pt x="773" y="711"/>
                </a:lnTo>
                <a:lnTo>
                  <a:pt x="773" y="712"/>
                </a:lnTo>
                <a:lnTo>
                  <a:pt x="773" y="713"/>
                </a:lnTo>
                <a:lnTo>
                  <a:pt x="773" y="712"/>
                </a:lnTo>
                <a:lnTo>
                  <a:pt x="774" y="713"/>
                </a:lnTo>
                <a:lnTo>
                  <a:pt x="774" y="715"/>
                </a:lnTo>
                <a:lnTo>
                  <a:pt x="773" y="717"/>
                </a:lnTo>
                <a:lnTo>
                  <a:pt x="772" y="718"/>
                </a:lnTo>
                <a:lnTo>
                  <a:pt x="770" y="718"/>
                </a:lnTo>
                <a:lnTo>
                  <a:pt x="769" y="718"/>
                </a:lnTo>
                <a:lnTo>
                  <a:pt x="768" y="718"/>
                </a:lnTo>
                <a:lnTo>
                  <a:pt x="766" y="718"/>
                </a:lnTo>
                <a:lnTo>
                  <a:pt x="765" y="719"/>
                </a:lnTo>
                <a:lnTo>
                  <a:pt x="764" y="719"/>
                </a:lnTo>
                <a:lnTo>
                  <a:pt x="764" y="720"/>
                </a:lnTo>
                <a:lnTo>
                  <a:pt x="761" y="720"/>
                </a:lnTo>
                <a:lnTo>
                  <a:pt x="760" y="719"/>
                </a:lnTo>
                <a:lnTo>
                  <a:pt x="759" y="719"/>
                </a:lnTo>
                <a:lnTo>
                  <a:pt x="759" y="720"/>
                </a:lnTo>
                <a:lnTo>
                  <a:pt x="759" y="721"/>
                </a:lnTo>
                <a:lnTo>
                  <a:pt x="759" y="722"/>
                </a:lnTo>
                <a:lnTo>
                  <a:pt x="758" y="722"/>
                </a:lnTo>
                <a:lnTo>
                  <a:pt x="757" y="722"/>
                </a:lnTo>
                <a:lnTo>
                  <a:pt x="756" y="720"/>
                </a:lnTo>
                <a:lnTo>
                  <a:pt x="756" y="719"/>
                </a:lnTo>
                <a:lnTo>
                  <a:pt x="755" y="717"/>
                </a:lnTo>
                <a:lnTo>
                  <a:pt x="755" y="716"/>
                </a:lnTo>
                <a:lnTo>
                  <a:pt x="754" y="715"/>
                </a:lnTo>
                <a:lnTo>
                  <a:pt x="753" y="715"/>
                </a:lnTo>
                <a:lnTo>
                  <a:pt x="753" y="716"/>
                </a:lnTo>
                <a:lnTo>
                  <a:pt x="753" y="717"/>
                </a:lnTo>
                <a:lnTo>
                  <a:pt x="753" y="718"/>
                </a:lnTo>
                <a:lnTo>
                  <a:pt x="753" y="719"/>
                </a:lnTo>
                <a:lnTo>
                  <a:pt x="752" y="720"/>
                </a:lnTo>
                <a:lnTo>
                  <a:pt x="752" y="721"/>
                </a:lnTo>
                <a:lnTo>
                  <a:pt x="752" y="722"/>
                </a:lnTo>
                <a:lnTo>
                  <a:pt x="751" y="723"/>
                </a:lnTo>
                <a:lnTo>
                  <a:pt x="750" y="724"/>
                </a:lnTo>
                <a:lnTo>
                  <a:pt x="750" y="726"/>
                </a:lnTo>
                <a:lnTo>
                  <a:pt x="751" y="727"/>
                </a:lnTo>
                <a:lnTo>
                  <a:pt x="752" y="729"/>
                </a:lnTo>
                <a:lnTo>
                  <a:pt x="752" y="730"/>
                </a:lnTo>
                <a:lnTo>
                  <a:pt x="752" y="731"/>
                </a:lnTo>
                <a:lnTo>
                  <a:pt x="752" y="732"/>
                </a:lnTo>
                <a:lnTo>
                  <a:pt x="751" y="732"/>
                </a:lnTo>
                <a:lnTo>
                  <a:pt x="752" y="733"/>
                </a:lnTo>
                <a:lnTo>
                  <a:pt x="752" y="734"/>
                </a:lnTo>
                <a:lnTo>
                  <a:pt x="753" y="735"/>
                </a:lnTo>
                <a:lnTo>
                  <a:pt x="752" y="735"/>
                </a:lnTo>
                <a:lnTo>
                  <a:pt x="753" y="735"/>
                </a:lnTo>
                <a:lnTo>
                  <a:pt x="753" y="736"/>
                </a:lnTo>
                <a:lnTo>
                  <a:pt x="753" y="737"/>
                </a:lnTo>
                <a:lnTo>
                  <a:pt x="753" y="738"/>
                </a:lnTo>
                <a:lnTo>
                  <a:pt x="754" y="738"/>
                </a:lnTo>
                <a:lnTo>
                  <a:pt x="754" y="739"/>
                </a:lnTo>
                <a:lnTo>
                  <a:pt x="754" y="740"/>
                </a:lnTo>
                <a:lnTo>
                  <a:pt x="754" y="741"/>
                </a:lnTo>
                <a:lnTo>
                  <a:pt x="755" y="741"/>
                </a:lnTo>
                <a:lnTo>
                  <a:pt x="755" y="742"/>
                </a:lnTo>
                <a:lnTo>
                  <a:pt x="755" y="743"/>
                </a:lnTo>
                <a:lnTo>
                  <a:pt x="756" y="743"/>
                </a:lnTo>
                <a:lnTo>
                  <a:pt x="756" y="744"/>
                </a:lnTo>
                <a:lnTo>
                  <a:pt x="755" y="744"/>
                </a:lnTo>
                <a:lnTo>
                  <a:pt x="755" y="743"/>
                </a:lnTo>
                <a:lnTo>
                  <a:pt x="755" y="742"/>
                </a:lnTo>
                <a:lnTo>
                  <a:pt x="754" y="742"/>
                </a:lnTo>
                <a:lnTo>
                  <a:pt x="753" y="742"/>
                </a:lnTo>
                <a:lnTo>
                  <a:pt x="753" y="744"/>
                </a:lnTo>
                <a:lnTo>
                  <a:pt x="754" y="744"/>
                </a:lnTo>
                <a:lnTo>
                  <a:pt x="754" y="745"/>
                </a:lnTo>
                <a:lnTo>
                  <a:pt x="754" y="746"/>
                </a:lnTo>
                <a:lnTo>
                  <a:pt x="754" y="747"/>
                </a:lnTo>
                <a:lnTo>
                  <a:pt x="753" y="747"/>
                </a:lnTo>
                <a:lnTo>
                  <a:pt x="753" y="748"/>
                </a:lnTo>
                <a:lnTo>
                  <a:pt x="753" y="747"/>
                </a:lnTo>
                <a:lnTo>
                  <a:pt x="752" y="747"/>
                </a:lnTo>
                <a:lnTo>
                  <a:pt x="751" y="747"/>
                </a:lnTo>
                <a:lnTo>
                  <a:pt x="751" y="746"/>
                </a:lnTo>
                <a:lnTo>
                  <a:pt x="750" y="746"/>
                </a:lnTo>
                <a:lnTo>
                  <a:pt x="750" y="747"/>
                </a:lnTo>
                <a:lnTo>
                  <a:pt x="749" y="746"/>
                </a:lnTo>
                <a:lnTo>
                  <a:pt x="748" y="746"/>
                </a:lnTo>
                <a:lnTo>
                  <a:pt x="748" y="745"/>
                </a:lnTo>
                <a:lnTo>
                  <a:pt x="747" y="745"/>
                </a:lnTo>
                <a:lnTo>
                  <a:pt x="747" y="744"/>
                </a:lnTo>
                <a:lnTo>
                  <a:pt x="746" y="744"/>
                </a:lnTo>
                <a:lnTo>
                  <a:pt x="745" y="744"/>
                </a:lnTo>
                <a:lnTo>
                  <a:pt x="745" y="743"/>
                </a:lnTo>
                <a:lnTo>
                  <a:pt x="744" y="743"/>
                </a:lnTo>
                <a:lnTo>
                  <a:pt x="743" y="742"/>
                </a:lnTo>
                <a:lnTo>
                  <a:pt x="742" y="742"/>
                </a:lnTo>
                <a:lnTo>
                  <a:pt x="741" y="741"/>
                </a:lnTo>
                <a:lnTo>
                  <a:pt x="740" y="740"/>
                </a:lnTo>
                <a:lnTo>
                  <a:pt x="739" y="740"/>
                </a:lnTo>
                <a:lnTo>
                  <a:pt x="739" y="739"/>
                </a:lnTo>
                <a:lnTo>
                  <a:pt x="738" y="739"/>
                </a:lnTo>
                <a:lnTo>
                  <a:pt x="739" y="739"/>
                </a:lnTo>
                <a:lnTo>
                  <a:pt x="740" y="739"/>
                </a:lnTo>
                <a:lnTo>
                  <a:pt x="740" y="738"/>
                </a:lnTo>
                <a:lnTo>
                  <a:pt x="740" y="737"/>
                </a:lnTo>
                <a:lnTo>
                  <a:pt x="741" y="734"/>
                </a:lnTo>
                <a:lnTo>
                  <a:pt x="741" y="732"/>
                </a:lnTo>
                <a:lnTo>
                  <a:pt x="741" y="731"/>
                </a:lnTo>
                <a:lnTo>
                  <a:pt x="741" y="730"/>
                </a:lnTo>
                <a:lnTo>
                  <a:pt x="740" y="730"/>
                </a:lnTo>
                <a:lnTo>
                  <a:pt x="741" y="729"/>
                </a:lnTo>
                <a:lnTo>
                  <a:pt x="741" y="728"/>
                </a:lnTo>
                <a:lnTo>
                  <a:pt x="740" y="728"/>
                </a:lnTo>
                <a:lnTo>
                  <a:pt x="740" y="727"/>
                </a:lnTo>
                <a:lnTo>
                  <a:pt x="741" y="727"/>
                </a:lnTo>
                <a:lnTo>
                  <a:pt x="742" y="727"/>
                </a:lnTo>
                <a:lnTo>
                  <a:pt x="742" y="726"/>
                </a:lnTo>
                <a:lnTo>
                  <a:pt x="741" y="726"/>
                </a:lnTo>
                <a:lnTo>
                  <a:pt x="742" y="726"/>
                </a:lnTo>
                <a:lnTo>
                  <a:pt x="742" y="725"/>
                </a:lnTo>
                <a:lnTo>
                  <a:pt x="741" y="725"/>
                </a:lnTo>
                <a:lnTo>
                  <a:pt x="741" y="726"/>
                </a:lnTo>
                <a:lnTo>
                  <a:pt x="740" y="726"/>
                </a:lnTo>
                <a:lnTo>
                  <a:pt x="739" y="727"/>
                </a:lnTo>
                <a:lnTo>
                  <a:pt x="738" y="727"/>
                </a:lnTo>
                <a:lnTo>
                  <a:pt x="738" y="728"/>
                </a:lnTo>
                <a:lnTo>
                  <a:pt x="737" y="728"/>
                </a:lnTo>
                <a:lnTo>
                  <a:pt x="736" y="728"/>
                </a:lnTo>
                <a:lnTo>
                  <a:pt x="736" y="729"/>
                </a:lnTo>
                <a:lnTo>
                  <a:pt x="736" y="730"/>
                </a:lnTo>
                <a:lnTo>
                  <a:pt x="736" y="731"/>
                </a:lnTo>
                <a:lnTo>
                  <a:pt x="736" y="732"/>
                </a:lnTo>
                <a:lnTo>
                  <a:pt x="736" y="733"/>
                </a:lnTo>
                <a:lnTo>
                  <a:pt x="735" y="733"/>
                </a:lnTo>
                <a:lnTo>
                  <a:pt x="734" y="732"/>
                </a:lnTo>
                <a:lnTo>
                  <a:pt x="733" y="732"/>
                </a:lnTo>
                <a:lnTo>
                  <a:pt x="732" y="731"/>
                </a:lnTo>
                <a:lnTo>
                  <a:pt x="732" y="730"/>
                </a:lnTo>
                <a:lnTo>
                  <a:pt x="732" y="729"/>
                </a:lnTo>
                <a:lnTo>
                  <a:pt x="733" y="729"/>
                </a:lnTo>
                <a:lnTo>
                  <a:pt x="733" y="728"/>
                </a:lnTo>
                <a:lnTo>
                  <a:pt x="732" y="728"/>
                </a:lnTo>
                <a:lnTo>
                  <a:pt x="732" y="727"/>
                </a:lnTo>
                <a:lnTo>
                  <a:pt x="731" y="727"/>
                </a:lnTo>
                <a:lnTo>
                  <a:pt x="731" y="726"/>
                </a:lnTo>
                <a:lnTo>
                  <a:pt x="731" y="725"/>
                </a:lnTo>
                <a:lnTo>
                  <a:pt x="730" y="724"/>
                </a:lnTo>
                <a:lnTo>
                  <a:pt x="731" y="724"/>
                </a:lnTo>
                <a:lnTo>
                  <a:pt x="731" y="723"/>
                </a:lnTo>
                <a:lnTo>
                  <a:pt x="731" y="722"/>
                </a:lnTo>
                <a:lnTo>
                  <a:pt x="732" y="722"/>
                </a:lnTo>
                <a:lnTo>
                  <a:pt x="732" y="721"/>
                </a:lnTo>
                <a:lnTo>
                  <a:pt x="731" y="721"/>
                </a:lnTo>
                <a:lnTo>
                  <a:pt x="732" y="721"/>
                </a:lnTo>
                <a:lnTo>
                  <a:pt x="731" y="722"/>
                </a:lnTo>
                <a:lnTo>
                  <a:pt x="730" y="722"/>
                </a:lnTo>
                <a:lnTo>
                  <a:pt x="730" y="723"/>
                </a:lnTo>
                <a:lnTo>
                  <a:pt x="729" y="723"/>
                </a:lnTo>
                <a:lnTo>
                  <a:pt x="729" y="724"/>
                </a:lnTo>
                <a:lnTo>
                  <a:pt x="728" y="724"/>
                </a:lnTo>
                <a:lnTo>
                  <a:pt x="728" y="723"/>
                </a:lnTo>
                <a:lnTo>
                  <a:pt x="728" y="722"/>
                </a:lnTo>
                <a:lnTo>
                  <a:pt x="728" y="720"/>
                </a:lnTo>
                <a:lnTo>
                  <a:pt x="727" y="720"/>
                </a:lnTo>
                <a:lnTo>
                  <a:pt x="726" y="720"/>
                </a:lnTo>
                <a:lnTo>
                  <a:pt x="726" y="719"/>
                </a:lnTo>
                <a:lnTo>
                  <a:pt x="727" y="719"/>
                </a:lnTo>
                <a:lnTo>
                  <a:pt x="727" y="718"/>
                </a:lnTo>
                <a:lnTo>
                  <a:pt x="726" y="718"/>
                </a:lnTo>
                <a:lnTo>
                  <a:pt x="725" y="718"/>
                </a:lnTo>
                <a:lnTo>
                  <a:pt x="725" y="717"/>
                </a:lnTo>
                <a:lnTo>
                  <a:pt x="726" y="717"/>
                </a:lnTo>
                <a:lnTo>
                  <a:pt x="726" y="716"/>
                </a:lnTo>
                <a:lnTo>
                  <a:pt x="725" y="716"/>
                </a:lnTo>
                <a:lnTo>
                  <a:pt x="724" y="716"/>
                </a:lnTo>
                <a:lnTo>
                  <a:pt x="724" y="715"/>
                </a:lnTo>
                <a:lnTo>
                  <a:pt x="725" y="715"/>
                </a:lnTo>
                <a:lnTo>
                  <a:pt x="726" y="715"/>
                </a:lnTo>
                <a:lnTo>
                  <a:pt x="726" y="714"/>
                </a:lnTo>
                <a:lnTo>
                  <a:pt x="725" y="714"/>
                </a:lnTo>
                <a:lnTo>
                  <a:pt x="725" y="715"/>
                </a:lnTo>
                <a:lnTo>
                  <a:pt x="724" y="715"/>
                </a:lnTo>
                <a:lnTo>
                  <a:pt x="724" y="714"/>
                </a:lnTo>
                <a:lnTo>
                  <a:pt x="724" y="713"/>
                </a:lnTo>
                <a:lnTo>
                  <a:pt x="724" y="712"/>
                </a:lnTo>
                <a:lnTo>
                  <a:pt x="724" y="711"/>
                </a:lnTo>
                <a:lnTo>
                  <a:pt x="725" y="710"/>
                </a:lnTo>
                <a:lnTo>
                  <a:pt x="725" y="709"/>
                </a:lnTo>
                <a:lnTo>
                  <a:pt x="726" y="709"/>
                </a:lnTo>
                <a:lnTo>
                  <a:pt x="726" y="710"/>
                </a:lnTo>
                <a:lnTo>
                  <a:pt x="726" y="709"/>
                </a:lnTo>
                <a:lnTo>
                  <a:pt x="727" y="709"/>
                </a:lnTo>
                <a:lnTo>
                  <a:pt x="728" y="709"/>
                </a:lnTo>
                <a:lnTo>
                  <a:pt x="728" y="708"/>
                </a:lnTo>
                <a:lnTo>
                  <a:pt x="729" y="708"/>
                </a:lnTo>
                <a:lnTo>
                  <a:pt x="729" y="707"/>
                </a:lnTo>
                <a:lnTo>
                  <a:pt x="730" y="707"/>
                </a:lnTo>
                <a:lnTo>
                  <a:pt x="730" y="706"/>
                </a:lnTo>
                <a:lnTo>
                  <a:pt x="729" y="706"/>
                </a:lnTo>
                <a:lnTo>
                  <a:pt x="729" y="707"/>
                </a:lnTo>
                <a:lnTo>
                  <a:pt x="728" y="707"/>
                </a:lnTo>
                <a:lnTo>
                  <a:pt x="727" y="707"/>
                </a:lnTo>
                <a:lnTo>
                  <a:pt x="727" y="708"/>
                </a:lnTo>
                <a:lnTo>
                  <a:pt x="727" y="707"/>
                </a:lnTo>
                <a:lnTo>
                  <a:pt x="727" y="706"/>
                </a:lnTo>
                <a:lnTo>
                  <a:pt x="727" y="707"/>
                </a:lnTo>
                <a:lnTo>
                  <a:pt x="726" y="708"/>
                </a:lnTo>
                <a:lnTo>
                  <a:pt x="725" y="708"/>
                </a:lnTo>
                <a:lnTo>
                  <a:pt x="724" y="708"/>
                </a:lnTo>
                <a:lnTo>
                  <a:pt x="723" y="708"/>
                </a:lnTo>
                <a:lnTo>
                  <a:pt x="722" y="708"/>
                </a:lnTo>
                <a:lnTo>
                  <a:pt x="721" y="709"/>
                </a:lnTo>
                <a:lnTo>
                  <a:pt x="720" y="709"/>
                </a:lnTo>
                <a:lnTo>
                  <a:pt x="720" y="710"/>
                </a:lnTo>
                <a:lnTo>
                  <a:pt x="720" y="711"/>
                </a:lnTo>
                <a:lnTo>
                  <a:pt x="719" y="711"/>
                </a:lnTo>
                <a:lnTo>
                  <a:pt x="719" y="712"/>
                </a:lnTo>
                <a:lnTo>
                  <a:pt x="720" y="712"/>
                </a:lnTo>
                <a:lnTo>
                  <a:pt x="719" y="713"/>
                </a:lnTo>
                <a:lnTo>
                  <a:pt x="718" y="712"/>
                </a:lnTo>
                <a:lnTo>
                  <a:pt x="718" y="713"/>
                </a:lnTo>
                <a:lnTo>
                  <a:pt x="717" y="713"/>
                </a:lnTo>
                <a:lnTo>
                  <a:pt x="716" y="713"/>
                </a:lnTo>
                <a:lnTo>
                  <a:pt x="717" y="713"/>
                </a:lnTo>
                <a:lnTo>
                  <a:pt x="717" y="714"/>
                </a:lnTo>
                <a:lnTo>
                  <a:pt x="717" y="715"/>
                </a:lnTo>
                <a:lnTo>
                  <a:pt x="718" y="715"/>
                </a:lnTo>
                <a:lnTo>
                  <a:pt x="718" y="714"/>
                </a:lnTo>
                <a:lnTo>
                  <a:pt x="719" y="714"/>
                </a:lnTo>
                <a:lnTo>
                  <a:pt x="719" y="715"/>
                </a:lnTo>
                <a:lnTo>
                  <a:pt x="720" y="715"/>
                </a:lnTo>
                <a:lnTo>
                  <a:pt x="721" y="715"/>
                </a:lnTo>
                <a:lnTo>
                  <a:pt x="721" y="716"/>
                </a:lnTo>
                <a:lnTo>
                  <a:pt x="720" y="716"/>
                </a:lnTo>
                <a:lnTo>
                  <a:pt x="720" y="717"/>
                </a:lnTo>
                <a:lnTo>
                  <a:pt x="720" y="718"/>
                </a:lnTo>
                <a:lnTo>
                  <a:pt x="721" y="718"/>
                </a:lnTo>
                <a:lnTo>
                  <a:pt x="721" y="719"/>
                </a:lnTo>
                <a:lnTo>
                  <a:pt x="721" y="720"/>
                </a:lnTo>
                <a:lnTo>
                  <a:pt x="720" y="720"/>
                </a:lnTo>
                <a:lnTo>
                  <a:pt x="719" y="720"/>
                </a:lnTo>
                <a:lnTo>
                  <a:pt x="718" y="720"/>
                </a:lnTo>
                <a:lnTo>
                  <a:pt x="717" y="720"/>
                </a:lnTo>
                <a:lnTo>
                  <a:pt x="716" y="720"/>
                </a:lnTo>
                <a:lnTo>
                  <a:pt x="716" y="719"/>
                </a:lnTo>
                <a:lnTo>
                  <a:pt x="715" y="719"/>
                </a:lnTo>
                <a:lnTo>
                  <a:pt x="714" y="719"/>
                </a:lnTo>
                <a:lnTo>
                  <a:pt x="714" y="720"/>
                </a:lnTo>
                <a:lnTo>
                  <a:pt x="715" y="720"/>
                </a:lnTo>
                <a:lnTo>
                  <a:pt x="716" y="720"/>
                </a:lnTo>
                <a:lnTo>
                  <a:pt x="716" y="721"/>
                </a:lnTo>
                <a:lnTo>
                  <a:pt x="717" y="721"/>
                </a:lnTo>
                <a:lnTo>
                  <a:pt x="719" y="721"/>
                </a:lnTo>
                <a:lnTo>
                  <a:pt x="720" y="721"/>
                </a:lnTo>
                <a:lnTo>
                  <a:pt x="721" y="722"/>
                </a:lnTo>
                <a:lnTo>
                  <a:pt x="722" y="723"/>
                </a:lnTo>
                <a:lnTo>
                  <a:pt x="722" y="724"/>
                </a:lnTo>
                <a:lnTo>
                  <a:pt x="723" y="724"/>
                </a:lnTo>
                <a:lnTo>
                  <a:pt x="723" y="725"/>
                </a:lnTo>
                <a:lnTo>
                  <a:pt x="724" y="725"/>
                </a:lnTo>
                <a:lnTo>
                  <a:pt x="724" y="726"/>
                </a:lnTo>
                <a:lnTo>
                  <a:pt x="725" y="726"/>
                </a:lnTo>
                <a:lnTo>
                  <a:pt x="726" y="726"/>
                </a:lnTo>
                <a:lnTo>
                  <a:pt x="726" y="727"/>
                </a:lnTo>
                <a:lnTo>
                  <a:pt x="727" y="727"/>
                </a:lnTo>
                <a:lnTo>
                  <a:pt x="726" y="728"/>
                </a:lnTo>
                <a:lnTo>
                  <a:pt x="726" y="729"/>
                </a:lnTo>
                <a:lnTo>
                  <a:pt x="727" y="729"/>
                </a:lnTo>
                <a:lnTo>
                  <a:pt x="728" y="729"/>
                </a:lnTo>
                <a:lnTo>
                  <a:pt x="728" y="730"/>
                </a:lnTo>
                <a:lnTo>
                  <a:pt x="729" y="731"/>
                </a:lnTo>
                <a:lnTo>
                  <a:pt x="728" y="731"/>
                </a:lnTo>
                <a:lnTo>
                  <a:pt x="729" y="732"/>
                </a:lnTo>
                <a:lnTo>
                  <a:pt x="728" y="732"/>
                </a:lnTo>
                <a:lnTo>
                  <a:pt x="728" y="731"/>
                </a:lnTo>
                <a:lnTo>
                  <a:pt x="727" y="731"/>
                </a:lnTo>
                <a:lnTo>
                  <a:pt x="727" y="732"/>
                </a:lnTo>
                <a:lnTo>
                  <a:pt x="728" y="732"/>
                </a:lnTo>
                <a:lnTo>
                  <a:pt x="728" y="733"/>
                </a:lnTo>
                <a:lnTo>
                  <a:pt x="728" y="734"/>
                </a:lnTo>
                <a:lnTo>
                  <a:pt x="727" y="734"/>
                </a:lnTo>
                <a:lnTo>
                  <a:pt x="726" y="734"/>
                </a:lnTo>
                <a:lnTo>
                  <a:pt x="726" y="735"/>
                </a:lnTo>
                <a:lnTo>
                  <a:pt x="726" y="736"/>
                </a:lnTo>
                <a:lnTo>
                  <a:pt x="725" y="737"/>
                </a:lnTo>
                <a:lnTo>
                  <a:pt x="726" y="737"/>
                </a:lnTo>
                <a:lnTo>
                  <a:pt x="726" y="738"/>
                </a:lnTo>
                <a:lnTo>
                  <a:pt x="725" y="739"/>
                </a:lnTo>
                <a:lnTo>
                  <a:pt x="725" y="740"/>
                </a:lnTo>
                <a:lnTo>
                  <a:pt x="724" y="740"/>
                </a:lnTo>
                <a:lnTo>
                  <a:pt x="724" y="741"/>
                </a:lnTo>
                <a:lnTo>
                  <a:pt x="724" y="742"/>
                </a:lnTo>
                <a:lnTo>
                  <a:pt x="723" y="742"/>
                </a:lnTo>
                <a:lnTo>
                  <a:pt x="724" y="742"/>
                </a:lnTo>
                <a:lnTo>
                  <a:pt x="725" y="743"/>
                </a:lnTo>
                <a:lnTo>
                  <a:pt x="724" y="744"/>
                </a:lnTo>
                <a:lnTo>
                  <a:pt x="724" y="745"/>
                </a:lnTo>
                <a:lnTo>
                  <a:pt x="725" y="745"/>
                </a:lnTo>
                <a:lnTo>
                  <a:pt x="724" y="746"/>
                </a:lnTo>
                <a:lnTo>
                  <a:pt x="720" y="745"/>
                </a:lnTo>
                <a:lnTo>
                  <a:pt x="720" y="744"/>
                </a:lnTo>
                <a:lnTo>
                  <a:pt x="720" y="745"/>
                </a:lnTo>
                <a:lnTo>
                  <a:pt x="719" y="745"/>
                </a:lnTo>
                <a:lnTo>
                  <a:pt x="718" y="745"/>
                </a:lnTo>
                <a:lnTo>
                  <a:pt x="718" y="746"/>
                </a:lnTo>
                <a:lnTo>
                  <a:pt x="717" y="746"/>
                </a:lnTo>
                <a:lnTo>
                  <a:pt x="716" y="747"/>
                </a:lnTo>
                <a:lnTo>
                  <a:pt x="715" y="747"/>
                </a:lnTo>
                <a:lnTo>
                  <a:pt x="714" y="748"/>
                </a:lnTo>
                <a:lnTo>
                  <a:pt x="713" y="748"/>
                </a:lnTo>
                <a:lnTo>
                  <a:pt x="712" y="748"/>
                </a:lnTo>
                <a:lnTo>
                  <a:pt x="711" y="748"/>
                </a:lnTo>
                <a:lnTo>
                  <a:pt x="711" y="749"/>
                </a:lnTo>
                <a:lnTo>
                  <a:pt x="710" y="750"/>
                </a:lnTo>
                <a:lnTo>
                  <a:pt x="708" y="750"/>
                </a:lnTo>
                <a:lnTo>
                  <a:pt x="707" y="750"/>
                </a:lnTo>
                <a:lnTo>
                  <a:pt x="706" y="750"/>
                </a:lnTo>
                <a:lnTo>
                  <a:pt x="705" y="750"/>
                </a:lnTo>
                <a:lnTo>
                  <a:pt x="704" y="750"/>
                </a:lnTo>
                <a:lnTo>
                  <a:pt x="703" y="750"/>
                </a:lnTo>
                <a:lnTo>
                  <a:pt x="702" y="750"/>
                </a:lnTo>
                <a:lnTo>
                  <a:pt x="701" y="750"/>
                </a:lnTo>
                <a:lnTo>
                  <a:pt x="700" y="750"/>
                </a:lnTo>
                <a:lnTo>
                  <a:pt x="698" y="751"/>
                </a:lnTo>
                <a:lnTo>
                  <a:pt x="697" y="751"/>
                </a:lnTo>
                <a:lnTo>
                  <a:pt x="696" y="751"/>
                </a:lnTo>
                <a:lnTo>
                  <a:pt x="695" y="751"/>
                </a:lnTo>
                <a:lnTo>
                  <a:pt x="694" y="751"/>
                </a:lnTo>
                <a:lnTo>
                  <a:pt x="693" y="751"/>
                </a:lnTo>
                <a:lnTo>
                  <a:pt x="694" y="750"/>
                </a:lnTo>
                <a:lnTo>
                  <a:pt x="694" y="749"/>
                </a:lnTo>
                <a:lnTo>
                  <a:pt x="693" y="747"/>
                </a:lnTo>
                <a:lnTo>
                  <a:pt x="693" y="748"/>
                </a:lnTo>
                <a:lnTo>
                  <a:pt x="693" y="749"/>
                </a:lnTo>
                <a:lnTo>
                  <a:pt x="693" y="750"/>
                </a:lnTo>
                <a:lnTo>
                  <a:pt x="692" y="751"/>
                </a:lnTo>
                <a:lnTo>
                  <a:pt x="691" y="752"/>
                </a:lnTo>
                <a:lnTo>
                  <a:pt x="690" y="752"/>
                </a:lnTo>
                <a:lnTo>
                  <a:pt x="689" y="753"/>
                </a:lnTo>
                <a:lnTo>
                  <a:pt x="687" y="754"/>
                </a:lnTo>
                <a:lnTo>
                  <a:pt x="686" y="754"/>
                </a:lnTo>
                <a:lnTo>
                  <a:pt x="685" y="754"/>
                </a:lnTo>
                <a:lnTo>
                  <a:pt x="684" y="755"/>
                </a:lnTo>
                <a:lnTo>
                  <a:pt x="682" y="755"/>
                </a:lnTo>
                <a:lnTo>
                  <a:pt x="681" y="754"/>
                </a:lnTo>
                <a:lnTo>
                  <a:pt x="680" y="753"/>
                </a:lnTo>
                <a:lnTo>
                  <a:pt x="680" y="752"/>
                </a:lnTo>
                <a:lnTo>
                  <a:pt x="680" y="751"/>
                </a:lnTo>
                <a:lnTo>
                  <a:pt x="680" y="750"/>
                </a:lnTo>
                <a:lnTo>
                  <a:pt x="681" y="750"/>
                </a:lnTo>
                <a:lnTo>
                  <a:pt x="681" y="749"/>
                </a:lnTo>
                <a:lnTo>
                  <a:pt x="681" y="748"/>
                </a:lnTo>
                <a:lnTo>
                  <a:pt x="680" y="748"/>
                </a:lnTo>
                <a:lnTo>
                  <a:pt x="680" y="749"/>
                </a:lnTo>
                <a:lnTo>
                  <a:pt x="680" y="750"/>
                </a:lnTo>
                <a:lnTo>
                  <a:pt x="680" y="751"/>
                </a:lnTo>
                <a:lnTo>
                  <a:pt x="679" y="751"/>
                </a:lnTo>
                <a:lnTo>
                  <a:pt x="679" y="750"/>
                </a:lnTo>
                <a:lnTo>
                  <a:pt x="678" y="750"/>
                </a:lnTo>
                <a:lnTo>
                  <a:pt x="678" y="751"/>
                </a:lnTo>
                <a:lnTo>
                  <a:pt x="679" y="752"/>
                </a:lnTo>
                <a:lnTo>
                  <a:pt x="679" y="753"/>
                </a:lnTo>
                <a:lnTo>
                  <a:pt x="679" y="754"/>
                </a:lnTo>
                <a:lnTo>
                  <a:pt x="679" y="755"/>
                </a:lnTo>
                <a:lnTo>
                  <a:pt x="679" y="756"/>
                </a:lnTo>
                <a:lnTo>
                  <a:pt x="678" y="757"/>
                </a:lnTo>
                <a:lnTo>
                  <a:pt x="677" y="757"/>
                </a:lnTo>
                <a:lnTo>
                  <a:pt x="676" y="757"/>
                </a:lnTo>
                <a:lnTo>
                  <a:pt x="676" y="756"/>
                </a:lnTo>
                <a:lnTo>
                  <a:pt x="675" y="756"/>
                </a:lnTo>
                <a:lnTo>
                  <a:pt x="675" y="757"/>
                </a:lnTo>
                <a:lnTo>
                  <a:pt x="674" y="757"/>
                </a:lnTo>
                <a:lnTo>
                  <a:pt x="673" y="757"/>
                </a:lnTo>
                <a:lnTo>
                  <a:pt x="673" y="758"/>
                </a:lnTo>
                <a:lnTo>
                  <a:pt x="672" y="758"/>
                </a:lnTo>
                <a:lnTo>
                  <a:pt x="670" y="758"/>
                </a:lnTo>
                <a:lnTo>
                  <a:pt x="669" y="758"/>
                </a:lnTo>
                <a:lnTo>
                  <a:pt x="669" y="759"/>
                </a:lnTo>
                <a:lnTo>
                  <a:pt x="670" y="759"/>
                </a:lnTo>
                <a:lnTo>
                  <a:pt x="670" y="760"/>
                </a:lnTo>
                <a:lnTo>
                  <a:pt x="669" y="760"/>
                </a:lnTo>
                <a:lnTo>
                  <a:pt x="668" y="760"/>
                </a:lnTo>
                <a:lnTo>
                  <a:pt x="668" y="759"/>
                </a:lnTo>
                <a:lnTo>
                  <a:pt x="667" y="759"/>
                </a:lnTo>
                <a:lnTo>
                  <a:pt x="666" y="759"/>
                </a:lnTo>
                <a:lnTo>
                  <a:pt x="666" y="758"/>
                </a:lnTo>
                <a:lnTo>
                  <a:pt x="665" y="758"/>
                </a:lnTo>
                <a:lnTo>
                  <a:pt x="664" y="758"/>
                </a:lnTo>
                <a:lnTo>
                  <a:pt x="663" y="757"/>
                </a:lnTo>
                <a:lnTo>
                  <a:pt x="663" y="758"/>
                </a:lnTo>
                <a:lnTo>
                  <a:pt x="662" y="757"/>
                </a:lnTo>
                <a:lnTo>
                  <a:pt x="661" y="757"/>
                </a:lnTo>
                <a:lnTo>
                  <a:pt x="660" y="757"/>
                </a:lnTo>
                <a:lnTo>
                  <a:pt x="659" y="757"/>
                </a:lnTo>
                <a:lnTo>
                  <a:pt x="660" y="756"/>
                </a:lnTo>
                <a:lnTo>
                  <a:pt x="659" y="755"/>
                </a:lnTo>
                <a:lnTo>
                  <a:pt x="658" y="755"/>
                </a:lnTo>
                <a:lnTo>
                  <a:pt x="657" y="755"/>
                </a:lnTo>
                <a:lnTo>
                  <a:pt x="656" y="755"/>
                </a:lnTo>
                <a:lnTo>
                  <a:pt x="656" y="754"/>
                </a:lnTo>
                <a:lnTo>
                  <a:pt x="655" y="754"/>
                </a:lnTo>
                <a:lnTo>
                  <a:pt x="654" y="754"/>
                </a:lnTo>
                <a:lnTo>
                  <a:pt x="654" y="755"/>
                </a:lnTo>
                <a:lnTo>
                  <a:pt x="653" y="755"/>
                </a:lnTo>
                <a:lnTo>
                  <a:pt x="653" y="754"/>
                </a:lnTo>
                <a:lnTo>
                  <a:pt x="652" y="753"/>
                </a:lnTo>
                <a:lnTo>
                  <a:pt x="653" y="753"/>
                </a:lnTo>
                <a:lnTo>
                  <a:pt x="653" y="752"/>
                </a:lnTo>
                <a:lnTo>
                  <a:pt x="654" y="751"/>
                </a:lnTo>
                <a:lnTo>
                  <a:pt x="654" y="750"/>
                </a:lnTo>
                <a:lnTo>
                  <a:pt x="655" y="750"/>
                </a:lnTo>
                <a:lnTo>
                  <a:pt x="657" y="748"/>
                </a:lnTo>
                <a:lnTo>
                  <a:pt x="658" y="748"/>
                </a:lnTo>
                <a:lnTo>
                  <a:pt x="658" y="749"/>
                </a:lnTo>
                <a:lnTo>
                  <a:pt x="659" y="748"/>
                </a:lnTo>
                <a:lnTo>
                  <a:pt x="660" y="748"/>
                </a:lnTo>
                <a:lnTo>
                  <a:pt x="661" y="748"/>
                </a:lnTo>
                <a:lnTo>
                  <a:pt x="662" y="748"/>
                </a:lnTo>
                <a:lnTo>
                  <a:pt x="663" y="747"/>
                </a:lnTo>
                <a:lnTo>
                  <a:pt x="665" y="746"/>
                </a:lnTo>
                <a:lnTo>
                  <a:pt x="666" y="746"/>
                </a:lnTo>
                <a:lnTo>
                  <a:pt x="666" y="745"/>
                </a:lnTo>
                <a:lnTo>
                  <a:pt x="667" y="745"/>
                </a:lnTo>
                <a:lnTo>
                  <a:pt x="668" y="744"/>
                </a:lnTo>
                <a:lnTo>
                  <a:pt x="669" y="743"/>
                </a:lnTo>
                <a:lnTo>
                  <a:pt x="669" y="742"/>
                </a:lnTo>
                <a:lnTo>
                  <a:pt x="670" y="741"/>
                </a:lnTo>
                <a:lnTo>
                  <a:pt x="670" y="739"/>
                </a:lnTo>
                <a:lnTo>
                  <a:pt x="669" y="739"/>
                </a:lnTo>
                <a:lnTo>
                  <a:pt x="669" y="738"/>
                </a:lnTo>
                <a:lnTo>
                  <a:pt x="668" y="738"/>
                </a:lnTo>
                <a:lnTo>
                  <a:pt x="668" y="737"/>
                </a:lnTo>
                <a:lnTo>
                  <a:pt x="668" y="736"/>
                </a:lnTo>
                <a:lnTo>
                  <a:pt x="667" y="736"/>
                </a:lnTo>
                <a:lnTo>
                  <a:pt x="667" y="735"/>
                </a:lnTo>
                <a:lnTo>
                  <a:pt x="667" y="734"/>
                </a:lnTo>
                <a:lnTo>
                  <a:pt x="667" y="733"/>
                </a:lnTo>
                <a:lnTo>
                  <a:pt x="666" y="733"/>
                </a:lnTo>
                <a:lnTo>
                  <a:pt x="665" y="734"/>
                </a:lnTo>
                <a:lnTo>
                  <a:pt x="664" y="734"/>
                </a:lnTo>
                <a:lnTo>
                  <a:pt x="664" y="733"/>
                </a:lnTo>
                <a:lnTo>
                  <a:pt x="663" y="733"/>
                </a:lnTo>
                <a:lnTo>
                  <a:pt x="662" y="733"/>
                </a:lnTo>
                <a:lnTo>
                  <a:pt x="661" y="733"/>
                </a:lnTo>
                <a:lnTo>
                  <a:pt x="660" y="733"/>
                </a:lnTo>
                <a:lnTo>
                  <a:pt x="660" y="732"/>
                </a:lnTo>
                <a:lnTo>
                  <a:pt x="660" y="733"/>
                </a:lnTo>
                <a:lnTo>
                  <a:pt x="659" y="733"/>
                </a:lnTo>
                <a:lnTo>
                  <a:pt x="658" y="733"/>
                </a:lnTo>
                <a:lnTo>
                  <a:pt x="658" y="732"/>
                </a:lnTo>
                <a:lnTo>
                  <a:pt x="657" y="732"/>
                </a:lnTo>
                <a:lnTo>
                  <a:pt x="656" y="731"/>
                </a:lnTo>
                <a:lnTo>
                  <a:pt x="656" y="730"/>
                </a:lnTo>
                <a:lnTo>
                  <a:pt x="656" y="729"/>
                </a:lnTo>
                <a:lnTo>
                  <a:pt x="656" y="728"/>
                </a:lnTo>
                <a:lnTo>
                  <a:pt x="656" y="727"/>
                </a:lnTo>
                <a:lnTo>
                  <a:pt x="656" y="726"/>
                </a:lnTo>
                <a:lnTo>
                  <a:pt x="657" y="726"/>
                </a:lnTo>
                <a:lnTo>
                  <a:pt x="658" y="726"/>
                </a:lnTo>
                <a:lnTo>
                  <a:pt x="658" y="725"/>
                </a:lnTo>
                <a:lnTo>
                  <a:pt x="659" y="725"/>
                </a:lnTo>
                <a:lnTo>
                  <a:pt x="659" y="724"/>
                </a:lnTo>
                <a:lnTo>
                  <a:pt x="659" y="723"/>
                </a:lnTo>
                <a:lnTo>
                  <a:pt x="660" y="723"/>
                </a:lnTo>
                <a:lnTo>
                  <a:pt x="661" y="723"/>
                </a:lnTo>
                <a:lnTo>
                  <a:pt x="662" y="722"/>
                </a:lnTo>
                <a:lnTo>
                  <a:pt x="662" y="721"/>
                </a:lnTo>
                <a:lnTo>
                  <a:pt x="663" y="721"/>
                </a:lnTo>
                <a:lnTo>
                  <a:pt x="662" y="721"/>
                </a:lnTo>
                <a:lnTo>
                  <a:pt x="661" y="722"/>
                </a:lnTo>
                <a:lnTo>
                  <a:pt x="661" y="723"/>
                </a:lnTo>
                <a:lnTo>
                  <a:pt x="660" y="723"/>
                </a:lnTo>
                <a:lnTo>
                  <a:pt x="659" y="723"/>
                </a:lnTo>
                <a:lnTo>
                  <a:pt x="658" y="724"/>
                </a:lnTo>
                <a:lnTo>
                  <a:pt x="658" y="725"/>
                </a:lnTo>
                <a:lnTo>
                  <a:pt x="657" y="725"/>
                </a:lnTo>
                <a:lnTo>
                  <a:pt x="656" y="725"/>
                </a:lnTo>
                <a:lnTo>
                  <a:pt x="656" y="726"/>
                </a:lnTo>
                <a:lnTo>
                  <a:pt x="655" y="726"/>
                </a:lnTo>
                <a:lnTo>
                  <a:pt x="655" y="727"/>
                </a:lnTo>
                <a:lnTo>
                  <a:pt x="655" y="728"/>
                </a:lnTo>
                <a:lnTo>
                  <a:pt x="655" y="729"/>
                </a:lnTo>
                <a:lnTo>
                  <a:pt x="655" y="730"/>
                </a:lnTo>
                <a:lnTo>
                  <a:pt x="656" y="730"/>
                </a:lnTo>
                <a:lnTo>
                  <a:pt x="656" y="731"/>
                </a:lnTo>
                <a:lnTo>
                  <a:pt x="655" y="731"/>
                </a:lnTo>
                <a:lnTo>
                  <a:pt x="655" y="732"/>
                </a:lnTo>
                <a:lnTo>
                  <a:pt x="654" y="732"/>
                </a:lnTo>
                <a:lnTo>
                  <a:pt x="653" y="731"/>
                </a:lnTo>
                <a:lnTo>
                  <a:pt x="652" y="731"/>
                </a:lnTo>
                <a:lnTo>
                  <a:pt x="652" y="730"/>
                </a:lnTo>
                <a:lnTo>
                  <a:pt x="653" y="730"/>
                </a:lnTo>
                <a:lnTo>
                  <a:pt x="653" y="729"/>
                </a:lnTo>
                <a:lnTo>
                  <a:pt x="654" y="728"/>
                </a:lnTo>
                <a:lnTo>
                  <a:pt x="655" y="727"/>
                </a:lnTo>
                <a:lnTo>
                  <a:pt x="655" y="726"/>
                </a:lnTo>
                <a:lnTo>
                  <a:pt x="655" y="725"/>
                </a:lnTo>
                <a:lnTo>
                  <a:pt x="655" y="724"/>
                </a:lnTo>
                <a:lnTo>
                  <a:pt x="655" y="723"/>
                </a:lnTo>
                <a:lnTo>
                  <a:pt x="656" y="723"/>
                </a:lnTo>
                <a:lnTo>
                  <a:pt x="656" y="722"/>
                </a:lnTo>
                <a:lnTo>
                  <a:pt x="657" y="722"/>
                </a:lnTo>
                <a:lnTo>
                  <a:pt x="657" y="721"/>
                </a:lnTo>
                <a:lnTo>
                  <a:pt x="656" y="721"/>
                </a:lnTo>
                <a:lnTo>
                  <a:pt x="656" y="722"/>
                </a:lnTo>
                <a:lnTo>
                  <a:pt x="655" y="722"/>
                </a:lnTo>
                <a:lnTo>
                  <a:pt x="655" y="723"/>
                </a:lnTo>
                <a:lnTo>
                  <a:pt x="654" y="723"/>
                </a:lnTo>
                <a:lnTo>
                  <a:pt x="654" y="724"/>
                </a:lnTo>
                <a:lnTo>
                  <a:pt x="655" y="724"/>
                </a:lnTo>
                <a:lnTo>
                  <a:pt x="655" y="725"/>
                </a:lnTo>
                <a:lnTo>
                  <a:pt x="654" y="726"/>
                </a:lnTo>
                <a:lnTo>
                  <a:pt x="653" y="727"/>
                </a:lnTo>
                <a:lnTo>
                  <a:pt x="652" y="727"/>
                </a:lnTo>
                <a:lnTo>
                  <a:pt x="651" y="728"/>
                </a:lnTo>
                <a:lnTo>
                  <a:pt x="651" y="727"/>
                </a:lnTo>
                <a:lnTo>
                  <a:pt x="651" y="728"/>
                </a:lnTo>
                <a:lnTo>
                  <a:pt x="650" y="728"/>
                </a:lnTo>
                <a:lnTo>
                  <a:pt x="649" y="728"/>
                </a:lnTo>
                <a:lnTo>
                  <a:pt x="648" y="728"/>
                </a:lnTo>
                <a:lnTo>
                  <a:pt x="648" y="729"/>
                </a:lnTo>
                <a:lnTo>
                  <a:pt x="647" y="729"/>
                </a:lnTo>
                <a:lnTo>
                  <a:pt x="647" y="730"/>
                </a:lnTo>
                <a:lnTo>
                  <a:pt x="646" y="731"/>
                </a:lnTo>
                <a:lnTo>
                  <a:pt x="645" y="731"/>
                </a:lnTo>
                <a:lnTo>
                  <a:pt x="644" y="731"/>
                </a:lnTo>
                <a:lnTo>
                  <a:pt x="643" y="731"/>
                </a:lnTo>
                <a:lnTo>
                  <a:pt x="642" y="731"/>
                </a:lnTo>
                <a:lnTo>
                  <a:pt x="642" y="732"/>
                </a:lnTo>
                <a:lnTo>
                  <a:pt x="641" y="732"/>
                </a:lnTo>
                <a:lnTo>
                  <a:pt x="640" y="732"/>
                </a:lnTo>
                <a:lnTo>
                  <a:pt x="640" y="731"/>
                </a:lnTo>
                <a:lnTo>
                  <a:pt x="638" y="731"/>
                </a:lnTo>
                <a:lnTo>
                  <a:pt x="637" y="730"/>
                </a:lnTo>
                <a:lnTo>
                  <a:pt x="636" y="730"/>
                </a:lnTo>
                <a:lnTo>
                  <a:pt x="635" y="730"/>
                </a:lnTo>
                <a:lnTo>
                  <a:pt x="634" y="730"/>
                </a:lnTo>
                <a:lnTo>
                  <a:pt x="633" y="730"/>
                </a:lnTo>
                <a:lnTo>
                  <a:pt x="633" y="729"/>
                </a:lnTo>
                <a:lnTo>
                  <a:pt x="632" y="729"/>
                </a:lnTo>
                <a:lnTo>
                  <a:pt x="632" y="728"/>
                </a:lnTo>
                <a:lnTo>
                  <a:pt x="632" y="727"/>
                </a:lnTo>
                <a:lnTo>
                  <a:pt x="632" y="726"/>
                </a:lnTo>
                <a:lnTo>
                  <a:pt x="631" y="726"/>
                </a:lnTo>
                <a:lnTo>
                  <a:pt x="630" y="725"/>
                </a:lnTo>
                <a:lnTo>
                  <a:pt x="629" y="724"/>
                </a:lnTo>
                <a:lnTo>
                  <a:pt x="630" y="724"/>
                </a:lnTo>
                <a:lnTo>
                  <a:pt x="630" y="723"/>
                </a:lnTo>
                <a:lnTo>
                  <a:pt x="629" y="723"/>
                </a:lnTo>
                <a:lnTo>
                  <a:pt x="628" y="723"/>
                </a:lnTo>
                <a:lnTo>
                  <a:pt x="627" y="723"/>
                </a:lnTo>
                <a:lnTo>
                  <a:pt x="627" y="722"/>
                </a:lnTo>
                <a:lnTo>
                  <a:pt x="626" y="722"/>
                </a:lnTo>
                <a:lnTo>
                  <a:pt x="626" y="721"/>
                </a:lnTo>
                <a:lnTo>
                  <a:pt x="624" y="720"/>
                </a:lnTo>
                <a:lnTo>
                  <a:pt x="624" y="719"/>
                </a:lnTo>
                <a:lnTo>
                  <a:pt x="624" y="718"/>
                </a:lnTo>
                <a:lnTo>
                  <a:pt x="624" y="717"/>
                </a:lnTo>
                <a:lnTo>
                  <a:pt x="625" y="717"/>
                </a:lnTo>
                <a:lnTo>
                  <a:pt x="626" y="717"/>
                </a:lnTo>
                <a:lnTo>
                  <a:pt x="626" y="716"/>
                </a:lnTo>
                <a:lnTo>
                  <a:pt x="626" y="715"/>
                </a:lnTo>
                <a:lnTo>
                  <a:pt x="626" y="714"/>
                </a:lnTo>
                <a:lnTo>
                  <a:pt x="626" y="713"/>
                </a:lnTo>
                <a:lnTo>
                  <a:pt x="625" y="713"/>
                </a:lnTo>
                <a:lnTo>
                  <a:pt x="625" y="712"/>
                </a:lnTo>
                <a:lnTo>
                  <a:pt x="625" y="711"/>
                </a:lnTo>
                <a:lnTo>
                  <a:pt x="626" y="711"/>
                </a:lnTo>
                <a:lnTo>
                  <a:pt x="627" y="711"/>
                </a:lnTo>
                <a:lnTo>
                  <a:pt x="628" y="711"/>
                </a:lnTo>
                <a:lnTo>
                  <a:pt x="629" y="711"/>
                </a:lnTo>
                <a:lnTo>
                  <a:pt x="630" y="710"/>
                </a:lnTo>
                <a:lnTo>
                  <a:pt x="631" y="709"/>
                </a:lnTo>
                <a:lnTo>
                  <a:pt x="630" y="709"/>
                </a:lnTo>
                <a:lnTo>
                  <a:pt x="630" y="710"/>
                </a:lnTo>
                <a:lnTo>
                  <a:pt x="629" y="710"/>
                </a:lnTo>
                <a:lnTo>
                  <a:pt x="628" y="710"/>
                </a:lnTo>
                <a:lnTo>
                  <a:pt x="629" y="709"/>
                </a:lnTo>
                <a:lnTo>
                  <a:pt x="629" y="708"/>
                </a:lnTo>
                <a:lnTo>
                  <a:pt x="629" y="707"/>
                </a:lnTo>
                <a:lnTo>
                  <a:pt x="629" y="708"/>
                </a:lnTo>
                <a:lnTo>
                  <a:pt x="628" y="709"/>
                </a:lnTo>
                <a:lnTo>
                  <a:pt x="627" y="710"/>
                </a:lnTo>
                <a:lnTo>
                  <a:pt x="626" y="710"/>
                </a:lnTo>
                <a:lnTo>
                  <a:pt x="625" y="710"/>
                </a:lnTo>
                <a:lnTo>
                  <a:pt x="625" y="709"/>
                </a:lnTo>
                <a:lnTo>
                  <a:pt x="626" y="709"/>
                </a:lnTo>
                <a:lnTo>
                  <a:pt x="625" y="708"/>
                </a:lnTo>
                <a:lnTo>
                  <a:pt x="625" y="706"/>
                </a:lnTo>
                <a:lnTo>
                  <a:pt x="626" y="706"/>
                </a:lnTo>
                <a:lnTo>
                  <a:pt x="625" y="706"/>
                </a:lnTo>
                <a:lnTo>
                  <a:pt x="625" y="705"/>
                </a:lnTo>
                <a:lnTo>
                  <a:pt x="624" y="706"/>
                </a:lnTo>
                <a:lnTo>
                  <a:pt x="623" y="705"/>
                </a:lnTo>
                <a:lnTo>
                  <a:pt x="623" y="704"/>
                </a:lnTo>
                <a:lnTo>
                  <a:pt x="623" y="703"/>
                </a:lnTo>
                <a:lnTo>
                  <a:pt x="623" y="702"/>
                </a:lnTo>
                <a:lnTo>
                  <a:pt x="622" y="702"/>
                </a:lnTo>
                <a:lnTo>
                  <a:pt x="621" y="702"/>
                </a:lnTo>
                <a:lnTo>
                  <a:pt x="620" y="702"/>
                </a:lnTo>
                <a:lnTo>
                  <a:pt x="620" y="701"/>
                </a:lnTo>
                <a:lnTo>
                  <a:pt x="619" y="701"/>
                </a:lnTo>
                <a:lnTo>
                  <a:pt x="620" y="701"/>
                </a:lnTo>
                <a:lnTo>
                  <a:pt x="620" y="702"/>
                </a:lnTo>
                <a:lnTo>
                  <a:pt x="621" y="703"/>
                </a:lnTo>
                <a:lnTo>
                  <a:pt x="622" y="703"/>
                </a:lnTo>
                <a:lnTo>
                  <a:pt x="623" y="703"/>
                </a:lnTo>
                <a:lnTo>
                  <a:pt x="622" y="705"/>
                </a:lnTo>
                <a:lnTo>
                  <a:pt x="622" y="706"/>
                </a:lnTo>
                <a:lnTo>
                  <a:pt x="622" y="705"/>
                </a:lnTo>
                <a:lnTo>
                  <a:pt x="621" y="705"/>
                </a:lnTo>
                <a:lnTo>
                  <a:pt x="621" y="704"/>
                </a:lnTo>
                <a:lnTo>
                  <a:pt x="621" y="703"/>
                </a:lnTo>
                <a:lnTo>
                  <a:pt x="620" y="704"/>
                </a:lnTo>
                <a:lnTo>
                  <a:pt x="619" y="704"/>
                </a:lnTo>
                <a:lnTo>
                  <a:pt x="620" y="704"/>
                </a:lnTo>
                <a:lnTo>
                  <a:pt x="621" y="704"/>
                </a:lnTo>
                <a:lnTo>
                  <a:pt x="621" y="705"/>
                </a:lnTo>
                <a:lnTo>
                  <a:pt x="621" y="706"/>
                </a:lnTo>
                <a:lnTo>
                  <a:pt x="622" y="707"/>
                </a:lnTo>
                <a:lnTo>
                  <a:pt x="622" y="706"/>
                </a:lnTo>
                <a:lnTo>
                  <a:pt x="623" y="706"/>
                </a:lnTo>
                <a:lnTo>
                  <a:pt x="624" y="707"/>
                </a:lnTo>
                <a:lnTo>
                  <a:pt x="624" y="708"/>
                </a:lnTo>
                <a:lnTo>
                  <a:pt x="624" y="709"/>
                </a:lnTo>
                <a:lnTo>
                  <a:pt x="623" y="709"/>
                </a:lnTo>
                <a:lnTo>
                  <a:pt x="624" y="711"/>
                </a:lnTo>
                <a:lnTo>
                  <a:pt x="623" y="712"/>
                </a:lnTo>
                <a:lnTo>
                  <a:pt x="623" y="713"/>
                </a:lnTo>
                <a:lnTo>
                  <a:pt x="622" y="714"/>
                </a:lnTo>
                <a:lnTo>
                  <a:pt x="623" y="715"/>
                </a:lnTo>
                <a:lnTo>
                  <a:pt x="623" y="716"/>
                </a:lnTo>
                <a:lnTo>
                  <a:pt x="622" y="717"/>
                </a:lnTo>
                <a:lnTo>
                  <a:pt x="621" y="717"/>
                </a:lnTo>
                <a:lnTo>
                  <a:pt x="620" y="716"/>
                </a:lnTo>
                <a:lnTo>
                  <a:pt x="619" y="716"/>
                </a:lnTo>
                <a:lnTo>
                  <a:pt x="620" y="717"/>
                </a:lnTo>
                <a:lnTo>
                  <a:pt x="621" y="717"/>
                </a:lnTo>
                <a:lnTo>
                  <a:pt x="621" y="718"/>
                </a:lnTo>
                <a:lnTo>
                  <a:pt x="622" y="718"/>
                </a:lnTo>
                <a:lnTo>
                  <a:pt x="621" y="718"/>
                </a:lnTo>
                <a:lnTo>
                  <a:pt x="620" y="718"/>
                </a:lnTo>
                <a:lnTo>
                  <a:pt x="621" y="719"/>
                </a:lnTo>
                <a:lnTo>
                  <a:pt x="621" y="720"/>
                </a:lnTo>
                <a:lnTo>
                  <a:pt x="622" y="720"/>
                </a:lnTo>
                <a:lnTo>
                  <a:pt x="622" y="721"/>
                </a:lnTo>
                <a:lnTo>
                  <a:pt x="623" y="722"/>
                </a:lnTo>
                <a:lnTo>
                  <a:pt x="623" y="723"/>
                </a:lnTo>
                <a:lnTo>
                  <a:pt x="623" y="724"/>
                </a:lnTo>
                <a:lnTo>
                  <a:pt x="623" y="725"/>
                </a:lnTo>
                <a:lnTo>
                  <a:pt x="624" y="725"/>
                </a:lnTo>
                <a:lnTo>
                  <a:pt x="625" y="726"/>
                </a:lnTo>
                <a:lnTo>
                  <a:pt x="626" y="726"/>
                </a:lnTo>
                <a:lnTo>
                  <a:pt x="626" y="727"/>
                </a:lnTo>
                <a:lnTo>
                  <a:pt x="626" y="728"/>
                </a:lnTo>
                <a:lnTo>
                  <a:pt x="625" y="728"/>
                </a:lnTo>
                <a:lnTo>
                  <a:pt x="624" y="728"/>
                </a:lnTo>
                <a:lnTo>
                  <a:pt x="624" y="729"/>
                </a:lnTo>
                <a:lnTo>
                  <a:pt x="623" y="729"/>
                </a:lnTo>
                <a:lnTo>
                  <a:pt x="622" y="729"/>
                </a:lnTo>
                <a:lnTo>
                  <a:pt x="621" y="729"/>
                </a:lnTo>
                <a:lnTo>
                  <a:pt x="620" y="729"/>
                </a:lnTo>
                <a:lnTo>
                  <a:pt x="620" y="728"/>
                </a:lnTo>
                <a:lnTo>
                  <a:pt x="619" y="727"/>
                </a:lnTo>
                <a:lnTo>
                  <a:pt x="618" y="727"/>
                </a:lnTo>
                <a:lnTo>
                  <a:pt x="618" y="728"/>
                </a:lnTo>
                <a:lnTo>
                  <a:pt x="617" y="728"/>
                </a:lnTo>
                <a:lnTo>
                  <a:pt x="617" y="727"/>
                </a:lnTo>
                <a:lnTo>
                  <a:pt x="616" y="727"/>
                </a:lnTo>
                <a:lnTo>
                  <a:pt x="615" y="727"/>
                </a:lnTo>
                <a:lnTo>
                  <a:pt x="615" y="728"/>
                </a:lnTo>
                <a:lnTo>
                  <a:pt x="614" y="728"/>
                </a:lnTo>
                <a:lnTo>
                  <a:pt x="613" y="729"/>
                </a:lnTo>
                <a:lnTo>
                  <a:pt x="612" y="729"/>
                </a:lnTo>
                <a:lnTo>
                  <a:pt x="612" y="730"/>
                </a:lnTo>
                <a:lnTo>
                  <a:pt x="611" y="730"/>
                </a:lnTo>
                <a:lnTo>
                  <a:pt x="610" y="730"/>
                </a:lnTo>
                <a:lnTo>
                  <a:pt x="610" y="731"/>
                </a:lnTo>
                <a:lnTo>
                  <a:pt x="609" y="731"/>
                </a:lnTo>
                <a:lnTo>
                  <a:pt x="609" y="732"/>
                </a:lnTo>
                <a:lnTo>
                  <a:pt x="608" y="732"/>
                </a:lnTo>
                <a:lnTo>
                  <a:pt x="608" y="731"/>
                </a:lnTo>
                <a:lnTo>
                  <a:pt x="607" y="730"/>
                </a:lnTo>
                <a:lnTo>
                  <a:pt x="607" y="729"/>
                </a:lnTo>
                <a:lnTo>
                  <a:pt x="608" y="728"/>
                </a:lnTo>
                <a:lnTo>
                  <a:pt x="607" y="727"/>
                </a:lnTo>
                <a:lnTo>
                  <a:pt x="607" y="726"/>
                </a:lnTo>
                <a:lnTo>
                  <a:pt x="606" y="726"/>
                </a:lnTo>
                <a:lnTo>
                  <a:pt x="605" y="726"/>
                </a:lnTo>
                <a:lnTo>
                  <a:pt x="604" y="726"/>
                </a:lnTo>
                <a:lnTo>
                  <a:pt x="604" y="725"/>
                </a:lnTo>
                <a:lnTo>
                  <a:pt x="604" y="724"/>
                </a:lnTo>
                <a:lnTo>
                  <a:pt x="604" y="723"/>
                </a:lnTo>
                <a:lnTo>
                  <a:pt x="604" y="724"/>
                </a:lnTo>
                <a:lnTo>
                  <a:pt x="606" y="724"/>
                </a:lnTo>
                <a:lnTo>
                  <a:pt x="606" y="723"/>
                </a:lnTo>
                <a:lnTo>
                  <a:pt x="605" y="722"/>
                </a:lnTo>
                <a:lnTo>
                  <a:pt x="604" y="721"/>
                </a:lnTo>
                <a:lnTo>
                  <a:pt x="603" y="720"/>
                </a:lnTo>
                <a:lnTo>
                  <a:pt x="603" y="719"/>
                </a:lnTo>
                <a:lnTo>
                  <a:pt x="604" y="718"/>
                </a:lnTo>
                <a:lnTo>
                  <a:pt x="604" y="717"/>
                </a:lnTo>
                <a:lnTo>
                  <a:pt x="604" y="716"/>
                </a:lnTo>
                <a:lnTo>
                  <a:pt x="604" y="715"/>
                </a:lnTo>
                <a:lnTo>
                  <a:pt x="604" y="714"/>
                </a:lnTo>
                <a:lnTo>
                  <a:pt x="604" y="713"/>
                </a:lnTo>
                <a:lnTo>
                  <a:pt x="603" y="713"/>
                </a:lnTo>
                <a:lnTo>
                  <a:pt x="603" y="714"/>
                </a:lnTo>
                <a:lnTo>
                  <a:pt x="603" y="715"/>
                </a:lnTo>
                <a:lnTo>
                  <a:pt x="602" y="717"/>
                </a:lnTo>
                <a:lnTo>
                  <a:pt x="602" y="718"/>
                </a:lnTo>
                <a:lnTo>
                  <a:pt x="601" y="718"/>
                </a:lnTo>
                <a:lnTo>
                  <a:pt x="601" y="719"/>
                </a:lnTo>
                <a:lnTo>
                  <a:pt x="601" y="718"/>
                </a:lnTo>
                <a:lnTo>
                  <a:pt x="600" y="718"/>
                </a:lnTo>
                <a:lnTo>
                  <a:pt x="600" y="717"/>
                </a:lnTo>
                <a:lnTo>
                  <a:pt x="599" y="717"/>
                </a:lnTo>
                <a:lnTo>
                  <a:pt x="599" y="716"/>
                </a:lnTo>
                <a:lnTo>
                  <a:pt x="598" y="716"/>
                </a:lnTo>
                <a:lnTo>
                  <a:pt x="597" y="716"/>
                </a:lnTo>
                <a:lnTo>
                  <a:pt x="596" y="715"/>
                </a:lnTo>
                <a:lnTo>
                  <a:pt x="596" y="717"/>
                </a:lnTo>
                <a:lnTo>
                  <a:pt x="598" y="717"/>
                </a:lnTo>
                <a:lnTo>
                  <a:pt x="598" y="718"/>
                </a:lnTo>
                <a:lnTo>
                  <a:pt x="599" y="719"/>
                </a:lnTo>
                <a:lnTo>
                  <a:pt x="598" y="719"/>
                </a:lnTo>
                <a:lnTo>
                  <a:pt x="597" y="720"/>
                </a:lnTo>
                <a:lnTo>
                  <a:pt x="599" y="723"/>
                </a:lnTo>
                <a:lnTo>
                  <a:pt x="596" y="724"/>
                </a:lnTo>
                <a:lnTo>
                  <a:pt x="595" y="723"/>
                </a:lnTo>
                <a:lnTo>
                  <a:pt x="593" y="721"/>
                </a:lnTo>
                <a:lnTo>
                  <a:pt x="593" y="719"/>
                </a:lnTo>
                <a:lnTo>
                  <a:pt x="594" y="719"/>
                </a:lnTo>
                <a:lnTo>
                  <a:pt x="594" y="717"/>
                </a:lnTo>
                <a:lnTo>
                  <a:pt x="593" y="717"/>
                </a:lnTo>
                <a:lnTo>
                  <a:pt x="593" y="716"/>
                </a:lnTo>
                <a:lnTo>
                  <a:pt x="593" y="714"/>
                </a:lnTo>
                <a:lnTo>
                  <a:pt x="593" y="713"/>
                </a:lnTo>
                <a:lnTo>
                  <a:pt x="594" y="712"/>
                </a:lnTo>
                <a:lnTo>
                  <a:pt x="594" y="711"/>
                </a:lnTo>
                <a:lnTo>
                  <a:pt x="594" y="710"/>
                </a:lnTo>
                <a:lnTo>
                  <a:pt x="595" y="710"/>
                </a:lnTo>
                <a:lnTo>
                  <a:pt x="594" y="710"/>
                </a:lnTo>
                <a:lnTo>
                  <a:pt x="594" y="709"/>
                </a:lnTo>
                <a:lnTo>
                  <a:pt x="595" y="709"/>
                </a:lnTo>
                <a:lnTo>
                  <a:pt x="595" y="708"/>
                </a:lnTo>
                <a:lnTo>
                  <a:pt x="595" y="707"/>
                </a:lnTo>
                <a:lnTo>
                  <a:pt x="596" y="707"/>
                </a:lnTo>
                <a:lnTo>
                  <a:pt x="597" y="706"/>
                </a:lnTo>
                <a:lnTo>
                  <a:pt x="597" y="705"/>
                </a:lnTo>
                <a:lnTo>
                  <a:pt x="598" y="704"/>
                </a:lnTo>
                <a:lnTo>
                  <a:pt x="597" y="705"/>
                </a:lnTo>
                <a:lnTo>
                  <a:pt x="596" y="706"/>
                </a:lnTo>
                <a:lnTo>
                  <a:pt x="595" y="706"/>
                </a:lnTo>
                <a:lnTo>
                  <a:pt x="595" y="705"/>
                </a:lnTo>
                <a:lnTo>
                  <a:pt x="595" y="704"/>
                </a:lnTo>
                <a:lnTo>
                  <a:pt x="595" y="703"/>
                </a:lnTo>
                <a:lnTo>
                  <a:pt x="594" y="703"/>
                </a:lnTo>
                <a:lnTo>
                  <a:pt x="594" y="704"/>
                </a:lnTo>
                <a:lnTo>
                  <a:pt x="595" y="705"/>
                </a:lnTo>
                <a:lnTo>
                  <a:pt x="595" y="706"/>
                </a:lnTo>
                <a:lnTo>
                  <a:pt x="595" y="707"/>
                </a:lnTo>
                <a:lnTo>
                  <a:pt x="594" y="708"/>
                </a:lnTo>
                <a:lnTo>
                  <a:pt x="594" y="709"/>
                </a:lnTo>
                <a:lnTo>
                  <a:pt x="593" y="709"/>
                </a:lnTo>
                <a:lnTo>
                  <a:pt x="593" y="710"/>
                </a:lnTo>
                <a:lnTo>
                  <a:pt x="593" y="709"/>
                </a:lnTo>
                <a:lnTo>
                  <a:pt x="592" y="709"/>
                </a:lnTo>
                <a:lnTo>
                  <a:pt x="592" y="708"/>
                </a:lnTo>
                <a:lnTo>
                  <a:pt x="592" y="707"/>
                </a:lnTo>
                <a:lnTo>
                  <a:pt x="591" y="707"/>
                </a:lnTo>
                <a:lnTo>
                  <a:pt x="591" y="708"/>
                </a:lnTo>
                <a:lnTo>
                  <a:pt x="592" y="708"/>
                </a:lnTo>
                <a:lnTo>
                  <a:pt x="592" y="709"/>
                </a:lnTo>
                <a:lnTo>
                  <a:pt x="593" y="710"/>
                </a:lnTo>
                <a:lnTo>
                  <a:pt x="593" y="711"/>
                </a:lnTo>
                <a:lnTo>
                  <a:pt x="592" y="711"/>
                </a:lnTo>
                <a:lnTo>
                  <a:pt x="592" y="712"/>
                </a:lnTo>
                <a:lnTo>
                  <a:pt x="592" y="713"/>
                </a:lnTo>
                <a:lnTo>
                  <a:pt x="592" y="714"/>
                </a:lnTo>
                <a:lnTo>
                  <a:pt x="591" y="717"/>
                </a:lnTo>
                <a:lnTo>
                  <a:pt x="591" y="718"/>
                </a:lnTo>
                <a:lnTo>
                  <a:pt x="590" y="718"/>
                </a:lnTo>
                <a:lnTo>
                  <a:pt x="591" y="718"/>
                </a:lnTo>
                <a:lnTo>
                  <a:pt x="590" y="718"/>
                </a:lnTo>
                <a:lnTo>
                  <a:pt x="590" y="719"/>
                </a:lnTo>
                <a:lnTo>
                  <a:pt x="589" y="719"/>
                </a:lnTo>
                <a:lnTo>
                  <a:pt x="589" y="718"/>
                </a:lnTo>
                <a:lnTo>
                  <a:pt x="588" y="718"/>
                </a:lnTo>
                <a:lnTo>
                  <a:pt x="588" y="717"/>
                </a:lnTo>
                <a:lnTo>
                  <a:pt x="587" y="717"/>
                </a:lnTo>
                <a:lnTo>
                  <a:pt x="587" y="716"/>
                </a:lnTo>
                <a:lnTo>
                  <a:pt x="587" y="715"/>
                </a:lnTo>
                <a:lnTo>
                  <a:pt x="587" y="714"/>
                </a:lnTo>
                <a:lnTo>
                  <a:pt x="587" y="713"/>
                </a:lnTo>
                <a:lnTo>
                  <a:pt x="587" y="712"/>
                </a:lnTo>
                <a:lnTo>
                  <a:pt x="587" y="711"/>
                </a:lnTo>
                <a:lnTo>
                  <a:pt x="587" y="710"/>
                </a:lnTo>
                <a:lnTo>
                  <a:pt x="587" y="709"/>
                </a:lnTo>
                <a:lnTo>
                  <a:pt x="586" y="709"/>
                </a:lnTo>
                <a:lnTo>
                  <a:pt x="585" y="708"/>
                </a:lnTo>
                <a:lnTo>
                  <a:pt x="584" y="708"/>
                </a:lnTo>
                <a:lnTo>
                  <a:pt x="584" y="707"/>
                </a:lnTo>
                <a:lnTo>
                  <a:pt x="583" y="707"/>
                </a:lnTo>
                <a:lnTo>
                  <a:pt x="583" y="706"/>
                </a:lnTo>
                <a:lnTo>
                  <a:pt x="582" y="706"/>
                </a:lnTo>
                <a:lnTo>
                  <a:pt x="582" y="705"/>
                </a:lnTo>
                <a:lnTo>
                  <a:pt x="582" y="704"/>
                </a:lnTo>
                <a:lnTo>
                  <a:pt x="583" y="704"/>
                </a:lnTo>
                <a:lnTo>
                  <a:pt x="584" y="704"/>
                </a:lnTo>
                <a:lnTo>
                  <a:pt x="585" y="703"/>
                </a:lnTo>
                <a:lnTo>
                  <a:pt x="584" y="703"/>
                </a:lnTo>
                <a:lnTo>
                  <a:pt x="585" y="703"/>
                </a:lnTo>
                <a:lnTo>
                  <a:pt x="585" y="702"/>
                </a:lnTo>
                <a:lnTo>
                  <a:pt x="585" y="701"/>
                </a:lnTo>
                <a:lnTo>
                  <a:pt x="586" y="701"/>
                </a:lnTo>
                <a:lnTo>
                  <a:pt x="586" y="700"/>
                </a:lnTo>
                <a:lnTo>
                  <a:pt x="587" y="700"/>
                </a:lnTo>
                <a:lnTo>
                  <a:pt x="588" y="700"/>
                </a:lnTo>
                <a:lnTo>
                  <a:pt x="588" y="699"/>
                </a:lnTo>
                <a:lnTo>
                  <a:pt x="587" y="699"/>
                </a:lnTo>
                <a:lnTo>
                  <a:pt x="588" y="698"/>
                </a:lnTo>
                <a:lnTo>
                  <a:pt x="589" y="698"/>
                </a:lnTo>
                <a:lnTo>
                  <a:pt x="589" y="697"/>
                </a:lnTo>
                <a:lnTo>
                  <a:pt x="588" y="696"/>
                </a:lnTo>
                <a:lnTo>
                  <a:pt x="588" y="695"/>
                </a:lnTo>
                <a:lnTo>
                  <a:pt x="587" y="695"/>
                </a:lnTo>
                <a:lnTo>
                  <a:pt x="588" y="694"/>
                </a:lnTo>
                <a:lnTo>
                  <a:pt x="590" y="693"/>
                </a:lnTo>
                <a:lnTo>
                  <a:pt x="590" y="692"/>
                </a:lnTo>
                <a:lnTo>
                  <a:pt x="591" y="692"/>
                </a:lnTo>
                <a:lnTo>
                  <a:pt x="592" y="692"/>
                </a:lnTo>
                <a:lnTo>
                  <a:pt x="592" y="691"/>
                </a:lnTo>
                <a:lnTo>
                  <a:pt x="591" y="691"/>
                </a:lnTo>
                <a:lnTo>
                  <a:pt x="591" y="690"/>
                </a:lnTo>
                <a:lnTo>
                  <a:pt x="590" y="690"/>
                </a:lnTo>
                <a:lnTo>
                  <a:pt x="589" y="690"/>
                </a:lnTo>
                <a:lnTo>
                  <a:pt x="588" y="690"/>
                </a:lnTo>
                <a:lnTo>
                  <a:pt x="588" y="689"/>
                </a:lnTo>
                <a:lnTo>
                  <a:pt x="587" y="689"/>
                </a:lnTo>
                <a:lnTo>
                  <a:pt x="587" y="690"/>
                </a:lnTo>
                <a:lnTo>
                  <a:pt x="586" y="690"/>
                </a:lnTo>
                <a:lnTo>
                  <a:pt x="585" y="690"/>
                </a:lnTo>
                <a:lnTo>
                  <a:pt x="585" y="691"/>
                </a:lnTo>
                <a:lnTo>
                  <a:pt x="584" y="691"/>
                </a:lnTo>
                <a:lnTo>
                  <a:pt x="583" y="691"/>
                </a:lnTo>
                <a:lnTo>
                  <a:pt x="582" y="691"/>
                </a:lnTo>
                <a:lnTo>
                  <a:pt x="582" y="690"/>
                </a:lnTo>
                <a:lnTo>
                  <a:pt x="581" y="690"/>
                </a:lnTo>
                <a:lnTo>
                  <a:pt x="580" y="691"/>
                </a:lnTo>
                <a:lnTo>
                  <a:pt x="580" y="690"/>
                </a:lnTo>
                <a:lnTo>
                  <a:pt x="579" y="690"/>
                </a:lnTo>
                <a:lnTo>
                  <a:pt x="579" y="689"/>
                </a:lnTo>
                <a:lnTo>
                  <a:pt x="580" y="688"/>
                </a:lnTo>
                <a:lnTo>
                  <a:pt x="580" y="687"/>
                </a:lnTo>
                <a:lnTo>
                  <a:pt x="579" y="687"/>
                </a:lnTo>
                <a:lnTo>
                  <a:pt x="579" y="688"/>
                </a:lnTo>
                <a:lnTo>
                  <a:pt x="578" y="688"/>
                </a:lnTo>
                <a:lnTo>
                  <a:pt x="578" y="689"/>
                </a:lnTo>
                <a:lnTo>
                  <a:pt x="578" y="690"/>
                </a:lnTo>
                <a:lnTo>
                  <a:pt x="577" y="690"/>
                </a:lnTo>
                <a:lnTo>
                  <a:pt x="577" y="689"/>
                </a:lnTo>
                <a:lnTo>
                  <a:pt x="577" y="690"/>
                </a:lnTo>
                <a:lnTo>
                  <a:pt x="577" y="691"/>
                </a:lnTo>
                <a:lnTo>
                  <a:pt x="576" y="691"/>
                </a:lnTo>
                <a:lnTo>
                  <a:pt x="576" y="692"/>
                </a:lnTo>
                <a:lnTo>
                  <a:pt x="575" y="692"/>
                </a:lnTo>
                <a:lnTo>
                  <a:pt x="574" y="692"/>
                </a:lnTo>
                <a:lnTo>
                  <a:pt x="573" y="692"/>
                </a:lnTo>
                <a:lnTo>
                  <a:pt x="573" y="693"/>
                </a:lnTo>
                <a:lnTo>
                  <a:pt x="574" y="693"/>
                </a:lnTo>
                <a:lnTo>
                  <a:pt x="574" y="694"/>
                </a:lnTo>
                <a:lnTo>
                  <a:pt x="573" y="694"/>
                </a:lnTo>
                <a:lnTo>
                  <a:pt x="571" y="694"/>
                </a:lnTo>
                <a:lnTo>
                  <a:pt x="570" y="694"/>
                </a:lnTo>
                <a:lnTo>
                  <a:pt x="570" y="695"/>
                </a:lnTo>
                <a:lnTo>
                  <a:pt x="571" y="695"/>
                </a:lnTo>
                <a:lnTo>
                  <a:pt x="572" y="695"/>
                </a:lnTo>
                <a:lnTo>
                  <a:pt x="572" y="696"/>
                </a:lnTo>
                <a:lnTo>
                  <a:pt x="572" y="697"/>
                </a:lnTo>
                <a:lnTo>
                  <a:pt x="571" y="698"/>
                </a:lnTo>
                <a:lnTo>
                  <a:pt x="570" y="698"/>
                </a:lnTo>
                <a:lnTo>
                  <a:pt x="569" y="698"/>
                </a:lnTo>
                <a:lnTo>
                  <a:pt x="569" y="697"/>
                </a:lnTo>
                <a:lnTo>
                  <a:pt x="568" y="697"/>
                </a:lnTo>
                <a:lnTo>
                  <a:pt x="568" y="696"/>
                </a:lnTo>
                <a:lnTo>
                  <a:pt x="567" y="695"/>
                </a:lnTo>
                <a:lnTo>
                  <a:pt x="567" y="694"/>
                </a:lnTo>
                <a:lnTo>
                  <a:pt x="568" y="694"/>
                </a:lnTo>
                <a:lnTo>
                  <a:pt x="567" y="694"/>
                </a:lnTo>
                <a:lnTo>
                  <a:pt x="567" y="695"/>
                </a:lnTo>
                <a:lnTo>
                  <a:pt x="567" y="696"/>
                </a:lnTo>
                <a:lnTo>
                  <a:pt x="567" y="697"/>
                </a:lnTo>
                <a:lnTo>
                  <a:pt x="568" y="697"/>
                </a:lnTo>
                <a:lnTo>
                  <a:pt x="568" y="698"/>
                </a:lnTo>
                <a:lnTo>
                  <a:pt x="569" y="698"/>
                </a:lnTo>
                <a:lnTo>
                  <a:pt x="569" y="699"/>
                </a:lnTo>
                <a:lnTo>
                  <a:pt x="570" y="699"/>
                </a:lnTo>
                <a:lnTo>
                  <a:pt x="570" y="700"/>
                </a:lnTo>
                <a:lnTo>
                  <a:pt x="571" y="700"/>
                </a:lnTo>
                <a:lnTo>
                  <a:pt x="572" y="701"/>
                </a:lnTo>
                <a:lnTo>
                  <a:pt x="573" y="702"/>
                </a:lnTo>
                <a:lnTo>
                  <a:pt x="574" y="702"/>
                </a:lnTo>
                <a:lnTo>
                  <a:pt x="574" y="703"/>
                </a:lnTo>
                <a:lnTo>
                  <a:pt x="574" y="704"/>
                </a:lnTo>
                <a:lnTo>
                  <a:pt x="574" y="705"/>
                </a:lnTo>
                <a:lnTo>
                  <a:pt x="574" y="706"/>
                </a:lnTo>
                <a:lnTo>
                  <a:pt x="575" y="707"/>
                </a:lnTo>
                <a:lnTo>
                  <a:pt x="575" y="708"/>
                </a:lnTo>
                <a:lnTo>
                  <a:pt x="575" y="709"/>
                </a:lnTo>
                <a:lnTo>
                  <a:pt x="576" y="709"/>
                </a:lnTo>
                <a:lnTo>
                  <a:pt x="577" y="709"/>
                </a:lnTo>
                <a:lnTo>
                  <a:pt x="577" y="710"/>
                </a:lnTo>
                <a:lnTo>
                  <a:pt x="577" y="711"/>
                </a:lnTo>
                <a:lnTo>
                  <a:pt x="578" y="711"/>
                </a:lnTo>
                <a:lnTo>
                  <a:pt x="578" y="712"/>
                </a:lnTo>
                <a:lnTo>
                  <a:pt x="579" y="712"/>
                </a:lnTo>
                <a:lnTo>
                  <a:pt x="579" y="711"/>
                </a:lnTo>
                <a:lnTo>
                  <a:pt x="580" y="711"/>
                </a:lnTo>
                <a:lnTo>
                  <a:pt x="581" y="711"/>
                </a:lnTo>
                <a:lnTo>
                  <a:pt x="581" y="712"/>
                </a:lnTo>
                <a:lnTo>
                  <a:pt x="580" y="712"/>
                </a:lnTo>
                <a:lnTo>
                  <a:pt x="580" y="713"/>
                </a:lnTo>
                <a:lnTo>
                  <a:pt x="579" y="713"/>
                </a:lnTo>
                <a:lnTo>
                  <a:pt x="579" y="714"/>
                </a:lnTo>
                <a:lnTo>
                  <a:pt x="578" y="714"/>
                </a:lnTo>
                <a:lnTo>
                  <a:pt x="578" y="715"/>
                </a:lnTo>
                <a:lnTo>
                  <a:pt x="577" y="715"/>
                </a:lnTo>
                <a:lnTo>
                  <a:pt x="577" y="716"/>
                </a:lnTo>
                <a:lnTo>
                  <a:pt x="576" y="716"/>
                </a:lnTo>
                <a:lnTo>
                  <a:pt x="575" y="716"/>
                </a:lnTo>
                <a:lnTo>
                  <a:pt x="575" y="715"/>
                </a:lnTo>
                <a:lnTo>
                  <a:pt x="576" y="715"/>
                </a:lnTo>
                <a:lnTo>
                  <a:pt x="575" y="715"/>
                </a:lnTo>
                <a:lnTo>
                  <a:pt x="574" y="715"/>
                </a:lnTo>
                <a:lnTo>
                  <a:pt x="574" y="714"/>
                </a:lnTo>
                <a:lnTo>
                  <a:pt x="574" y="713"/>
                </a:lnTo>
                <a:lnTo>
                  <a:pt x="574" y="712"/>
                </a:lnTo>
                <a:lnTo>
                  <a:pt x="574" y="711"/>
                </a:lnTo>
                <a:lnTo>
                  <a:pt x="574" y="712"/>
                </a:lnTo>
                <a:lnTo>
                  <a:pt x="574" y="713"/>
                </a:lnTo>
                <a:lnTo>
                  <a:pt x="574" y="714"/>
                </a:lnTo>
                <a:lnTo>
                  <a:pt x="574" y="715"/>
                </a:lnTo>
                <a:lnTo>
                  <a:pt x="575" y="716"/>
                </a:lnTo>
                <a:lnTo>
                  <a:pt x="575" y="717"/>
                </a:lnTo>
                <a:lnTo>
                  <a:pt x="575" y="718"/>
                </a:lnTo>
                <a:lnTo>
                  <a:pt x="574" y="718"/>
                </a:lnTo>
                <a:lnTo>
                  <a:pt x="575" y="719"/>
                </a:lnTo>
                <a:lnTo>
                  <a:pt x="575" y="718"/>
                </a:lnTo>
                <a:lnTo>
                  <a:pt x="576" y="717"/>
                </a:lnTo>
                <a:lnTo>
                  <a:pt x="576" y="718"/>
                </a:lnTo>
                <a:lnTo>
                  <a:pt x="577" y="718"/>
                </a:lnTo>
                <a:lnTo>
                  <a:pt x="577" y="717"/>
                </a:lnTo>
                <a:lnTo>
                  <a:pt x="578" y="716"/>
                </a:lnTo>
                <a:lnTo>
                  <a:pt x="579" y="716"/>
                </a:lnTo>
                <a:lnTo>
                  <a:pt x="579" y="715"/>
                </a:lnTo>
                <a:lnTo>
                  <a:pt x="580" y="715"/>
                </a:lnTo>
                <a:lnTo>
                  <a:pt x="581" y="716"/>
                </a:lnTo>
                <a:lnTo>
                  <a:pt x="580" y="717"/>
                </a:lnTo>
                <a:lnTo>
                  <a:pt x="580" y="718"/>
                </a:lnTo>
                <a:lnTo>
                  <a:pt x="579" y="718"/>
                </a:lnTo>
                <a:lnTo>
                  <a:pt x="580" y="718"/>
                </a:lnTo>
                <a:lnTo>
                  <a:pt x="580" y="719"/>
                </a:lnTo>
                <a:lnTo>
                  <a:pt x="579" y="720"/>
                </a:lnTo>
                <a:lnTo>
                  <a:pt x="578" y="720"/>
                </a:lnTo>
                <a:lnTo>
                  <a:pt x="578" y="721"/>
                </a:lnTo>
                <a:lnTo>
                  <a:pt x="579" y="721"/>
                </a:lnTo>
                <a:lnTo>
                  <a:pt x="579" y="720"/>
                </a:lnTo>
                <a:lnTo>
                  <a:pt x="580" y="720"/>
                </a:lnTo>
                <a:lnTo>
                  <a:pt x="581" y="720"/>
                </a:lnTo>
                <a:lnTo>
                  <a:pt x="581" y="719"/>
                </a:lnTo>
                <a:lnTo>
                  <a:pt x="582" y="719"/>
                </a:lnTo>
                <a:lnTo>
                  <a:pt x="581" y="719"/>
                </a:lnTo>
                <a:lnTo>
                  <a:pt x="581" y="718"/>
                </a:lnTo>
                <a:lnTo>
                  <a:pt x="582" y="718"/>
                </a:lnTo>
                <a:lnTo>
                  <a:pt x="583" y="718"/>
                </a:lnTo>
                <a:lnTo>
                  <a:pt x="583" y="719"/>
                </a:lnTo>
                <a:lnTo>
                  <a:pt x="584" y="719"/>
                </a:lnTo>
                <a:lnTo>
                  <a:pt x="584" y="720"/>
                </a:lnTo>
                <a:lnTo>
                  <a:pt x="584" y="721"/>
                </a:lnTo>
                <a:lnTo>
                  <a:pt x="584" y="722"/>
                </a:lnTo>
                <a:lnTo>
                  <a:pt x="583" y="723"/>
                </a:lnTo>
                <a:lnTo>
                  <a:pt x="584" y="724"/>
                </a:lnTo>
                <a:lnTo>
                  <a:pt x="583" y="724"/>
                </a:lnTo>
                <a:lnTo>
                  <a:pt x="582" y="724"/>
                </a:lnTo>
                <a:lnTo>
                  <a:pt x="581" y="724"/>
                </a:lnTo>
                <a:lnTo>
                  <a:pt x="581" y="725"/>
                </a:lnTo>
                <a:lnTo>
                  <a:pt x="580" y="725"/>
                </a:lnTo>
                <a:lnTo>
                  <a:pt x="580" y="726"/>
                </a:lnTo>
                <a:lnTo>
                  <a:pt x="581" y="726"/>
                </a:lnTo>
                <a:lnTo>
                  <a:pt x="581" y="725"/>
                </a:lnTo>
                <a:lnTo>
                  <a:pt x="582" y="725"/>
                </a:lnTo>
                <a:lnTo>
                  <a:pt x="582" y="724"/>
                </a:lnTo>
                <a:lnTo>
                  <a:pt x="582" y="725"/>
                </a:lnTo>
                <a:lnTo>
                  <a:pt x="582" y="726"/>
                </a:lnTo>
                <a:lnTo>
                  <a:pt x="581" y="727"/>
                </a:lnTo>
                <a:lnTo>
                  <a:pt x="580" y="729"/>
                </a:lnTo>
                <a:lnTo>
                  <a:pt x="579" y="729"/>
                </a:lnTo>
                <a:lnTo>
                  <a:pt x="579" y="728"/>
                </a:lnTo>
                <a:lnTo>
                  <a:pt x="578" y="728"/>
                </a:lnTo>
                <a:lnTo>
                  <a:pt x="578" y="729"/>
                </a:lnTo>
                <a:lnTo>
                  <a:pt x="577" y="729"/>
                </a:lnTo>
                <a:lnTo>
                  <a:pt x="578" y="729"/>
                </a:lnTo>
                <a:lnTo>
                  <a:pt x="579" y="729"/>
                </a:lnTo>
                <a:lnTo>
                  <a:pt x="579" y="730"/>
                </a:lnTo>
                <a:lnTo>
                  <a:pt x="579" y="731"/>
                </a:lnTo>
                <a:lnTo>
                  <a:pt x="578" y="732"/>
                </a:lnTo>
                <a:lnTo>
                  <a:pt x="577" y="733"/>
                </a:lnTo>
                <a:lnTo>
                  <a:pt x="578" y="734"/>
                </a:lnTo>
                <a:lnTo>
                  <a:pt x="577" y="734"/>
                </a:lnTo>
                <a:lnTo>
                  <a:pt x="577" y="735"/>
                </a:lnTo>
                <a:lnTo>
                  <a:pt x="576" y="735"/>
                </a:lnTo>
                <a:lnTo>
                  <a:pt x="573" y="736"/>
                </a:lnTo>
                <a:lnTo>
                  <a:pt x="572" y="737"/>
                </a:lnTo>
                <a:lnTo>
                  <a:pt x="571" y="737"/>
                </a:lnTo>
                <a:lnTo>
                  <a:pt x="571" y="736"/>
                </a:lnTo>
                <a:lnTo>
                  <a:pt x="571" y="735"/>
                </a:lnTo>
                <a:lnTo>
                  <a:pt x="572" y="735"/>
                </a:lnTo>
                <a:lnTo>
                  <a:pt x="572" y="734"/>
                </a:lnTo>
                <a:lnTo>
                  <a:pt x="573" y="733"/>
                </a:lnTo>
                <a:lnTo>
                  <a:pt x="574" y="733"/>
                </a:lnTo>
                <a:lnTo>
                  <a:pt x="573" y="732"/>
                </a:lnTo>
                <a:lnTo>
                  <a:pt x="572" y="732"/>
                </a:lnTo>
                <a:lnTo>
                  <a:pt x="572" y="733"/>
                </a:lnTo>
                <a:lnTo>
                  <a:pt x="572" y="734"/>
                </a:lnTo>
                <a:lnTo>
                  <a:pt x="572" y="733"/>
                </a:lnTo>
                <a:lnTo>
                  <a:pt x="572" y="734"/>
                </a:lnTo>
                <a:lnTo>
                  <a:pt x="571" y="734"/>
                </a:lnTo>
                <a:lnTo>
                  <a:pt x="571" y="735"/>
                </a:lnTo>
                <a:lnTo>
                  <a:pt x="571" y="736"/>
                </a:lnTo>
                <a:lnTo>
                  <a:pt x="570" y="736"/>
                </a:lnTo>
                <a:lnTo>
                  <a:pt x="571" y="736"/>
                </a:lnTo>
                <a:lnTo>
                  <a:pt x="571" y="737"/>
                </a:lnTo>
                <a:lnTo>
                  <a:pt x="571" y="738"/>
                </a:lnTo>
                <a:lnTo>
                  <a:pt x="572" y="738"/>
                </a:lnTo>
                <a:lnTo>
                  <a:pt x="571" y="739"/>
                </a:lnTo>
                <a:lnTo>
                  <a:pt x="570" y="739"/>
                </a:lnTo>
                <a:lnTo>
                  <a:pt x="569" y="739"/>
                </a:lnTo>
                <a:lnTo>
                  <a:pt x="570" y="739"/>
                </a:lnTo>
                <a:lnTo>
                  <a:pt x="571" y="739"/>
                </a:lnTo>
                <a:lnTo>
                  <a:pt x="571" y="740"/>
                </a:lnTo>
                <a:lnTo>
                  <a:pt x="570" y="740"/>
                </a:lnTo>
                <a:lnTo>
                  <a:pt x="568" y="740"/>
                </a:lnTo>
                <a:lnTo>
                  <a:pt x="568" y="741"/>
                </a:lnTo>
                <a:lnTo>
                  <a:pt x="567" y="741"/>
                </a:lnTo>
                <a:lnTo>
                  <a:pt x="565" y="741"/>
                </a:lnTo>
                <a:lnTo>
                  <a:pt x="563" y="741"/>
                </a:lnTo>
                <a:lnTo>
                  <a:pt x="562" y="741"/>
                </a:lnTo>
                <a:lnTo>
                  <a:pt x="561" y="742"/>
                </a:lnTo>
                <a:lnTo>
                  <a:pt x="560" y="742"/>
                </a:lnTo>
                <a:lnTo>
                  <a:pt x="560" y="743"/>
                </a:lnTo>
                <a:lnTo>
                  <a:pt x="560" y="744"/>
                </a:lnTo>
                <a:lnTo>
                  <a:pt x="556" y="744"/>
                </a:lnTo>
                <a:lnTo>
                  <a:pt x="555" y="742"/>
                </a:lnTo>
                <a:lnTo>
                  <a:pt x="555" y="741"/>
                </a:lnTo>
                <a:lnTo>
                  <a:pt x="556" y="738"/>
                </a:lnTo>
                <a:lnTo>
                  <a:pt x="557" y="738"/>
                </a:lnTo>
                <a:lnTo>
                  <a:pt x="559" y="738"/>
                </a:lnTo>
                <a:lnTo>
                  <a:pt x="559" y="737"/>
                </a:lnTo>
                <a:lnTo>
                  <a:pt x="559" y="736"/>
                </a:lnTo>
                <a:lnTo>
                  <a:pt x="558" y="736"/>
                </a:lnTo>
                <a:lnTo>
                  <a:pt x="557" y="736"/>
                </a:lnTo>
                <a:lnTo>
                  <a:pt x="558" y="735"/>
                </a:lnTo>
                <a:lnTo>
                  <a:pt x="559" y="735"/>
                </a:lnTo>
                <a:lnTo>
                  <a:pt x="560" y="735"/>
                </a:lnTo>
                <a:lnTo>
                  <a:pt x="561" y="734"/>
                </a:lnTo>
                <a:lnTo>
                  <a:pt x="562" y="734"/>
                </a:lnTo>
                <a:lnTo>
                  <a:pt x="563" y="735"/>
                </a:lnTo>
                <a:lnTo>
                  <a:pt x="564" y="735"/>
                </a:lnTo>
                <a:lnTo>
                  <a:pt x="564" y="734"/>
                </a:lnTo>
                <a:lnTo>
                  <a:pt x="564" y="733"/>
                </a:lnTo>
                <a:lnTo>
                  <a:pt x="565" y="733"/>
                </a:lnTo>
                <a:lnTo>
                  <a:pt x="565" y="732"/>
                </a:lnTo>
                <a:lnTo>
                  <a:pt x="564" y="732"/>
                </a:lnTo>
                <a:lnTo>
                  <a:pt x="564" y="733"/>
                </a:lnTo>
                <a:lnTo>
                  <a:pt x="563" y="733"/>
                </a:lnTo>
                <a:lnTo>
                  <a:pt x="562" y="733"/>
                </a:lnTo>
                <a:lnTo>
                  <a:pt x="562" y="732"/>
                </a:lnTo>
                <a:lnTo>
                  <a:pt x="561" y="732"/>
                </a:lnTo>
                <a:lnTo>
                  <a:pt x="561" y="731"/>
                </a:lnTo>
                <a:lnTo>
                  <a:pt x="562" y="731"/>
                </a:lnTo>
                <a:lnTo>
                  <a:pt x="562" y="730"/>
                </a:lnTo>
                <a:lnTo>
                  <a:pt x="562" y="729"/>
                </a:lnTo>
                <a:lnTo>
                  <a:pt x="563" y="729"/>
                </a:lnTo>
                <a:lnTo>
                  <a:pt x="563" y="730"/>
                </a:lnTo>
                <a:lnTo>
                  <a:pt x="563" y="729"/>
                </a:lnTo>
                <a:lnTo>
                  <a:pt x="563" y="728"/>
                </a:lnTo>
                <a:lnTo>
                  <a:pt x="564" y="728"/>
                </a:lnTo>
                <a:lnTo>
                  <a:pt x="564" y="727"/>
                </a:lnTo>
                <a:lnTo>
                  <a:pt x="565" y="726"/>
                </a:lnTo>
                <a:lnTo>
                  <a:pt x="567" y="726"/>
                </a:lnTo>
                <a:lnTo>
                  <a:pt x="568" y="726"/>
                </a:lnTo>
                <a:lnTo>
                  <a:pt x="568" y="725"/>
                </a:lnTo>
                <a:lnTo>
                  <a:pt x="569" y="724"/>
                </a:lnTo>
                <a:lnTo>
                  <a:pt x="569" y="725"/>
                </a:lnTo>
                <a:lnTo>
                  <a:pt x="570" y="724"/>
                </a:lnTo>
                <a:lnTo>
                  <a:pt x="569" y="724"/>
                </a:lnTo>
                <a:lnTo>
                  <a:pt x="568" y="724"/>
                </a:lnTo>
                <a:lnTo>
                  <a:pt x="567" y="724"/>
                </a:lnTo>
                <a:lnTo>
                  <a:pt x="567" y="725"/>
                </a:lnTo>
                <a:lnTo>
                  <a:pt x="565" y="725"/>
                </a:lnTo>
                <a:lnTo>
                  <a:pt x="564" y="725"/>
                </a:lnTo>
                <a:lnTo>
                  <a:pt x="564" y="726"/>
                </a:lnTo>
                <a:lnTo>
                  <a:pt x="563" y="726"/>
                </a:lnTo>
                <a:lnTo>
                  <a:pt x="562" y="726"/>
                </a:lnTo>
                <a:lnTo>
                  <a:pt x="562" y="727"/>
                </a:lnTo>
                <a:lnTo>
                  <a:pt x="561" y="727"/>
                </a:lnTo>
                <a:lnTo>
                  <a:pt x="561" y="726"/>
                </a:lnTo>
                <a:lnTo>
                  <a:pt x="562" y="726"/>
                </a:lnTo>
                <a:lnTo>
                  <a:pt x="562" y="725"/>
                </a:lnTo>
                <a:lnTo>
                  <a:pt x="562" y="724"/>
                </a:lnTo>
                <a:lnTo>
                  <a:pt x="563" y="723"/>
                </a:lnTo>
                <a:lnTo>
                  <a:pt x="563" y="724"/>
                </a:lnTo>
                <a:lnTo>
                  <a:pt x="563" y="723"/>
                </a:lnTo>
                <a:lnTo>
                  <a:pt x="564" y="723"/>
                </a:lnTo>
                <a:lnTo>
                  <a:pt x="563" y="723"/>
                </a:lnTo>
                <a:lnTo>
                  <a:pt x="563" y="722"/>
                </a:lnTo>
                <a:lnTo>
                  <a:pt x="564" y="722"/>
                </a:lnTo>
                <a:lnTo>
                  <a:pt x="564" y="721"/>
                </a:lnTo>
                <a:lnTo>
                  <a:pt x="563" y="721"/>
                </a:lnTo>
                <a:lnTo>
                  <a:pt x="562" y="721"/>
                </a:lnTo>
                <a:lnTo>
                  <a:pt x="561" y="722"/>
                </a:lnTo>
                <a:lnTo>
                  <a:pt x="562" y="722"/>
                </a:lnTo>
                <a:lnTo>
                  <a:pt x="561" y="722"/>
                </a:lnTo>
                <a:lnTo>
                  <a:pt x="561" y="723"/>
                </a:lnTo>
                <a:lnTo>
                  <a:pt x="562" y="723"/>
                </a:lnTo>
                <a:lnTo>
                  <a:pt x="561" y="723"/>
                </a:lnTo>
                <a:lnTo>
                  <a:pt x="561" y="724"/>
                </a:lnTo>
                <a:lnTo>
                  <a:pt x="560" y="724"/>
                </a:lnTo>
                <a:lnTo>
                  <a:pt x="559" y="725"/>
                </a:lnTo>
                <a:lnTo>
                  <a:pt x="558" y="725"/>
                </a:lnTo>
                <a:lnTo>
                  <a:pt x="557" y="725"/>
                </a:lnTo>
                <a:lnTo>
                  <a:pt x="557" y="724"/>
                </a:lnTo>
                <a:lnTo>
                  <a:pt x="556" y="724"/>
                </a:lnTo>
                <a:lnTo>
                  <a:pt x="557" y="724"/>
                </a:lnTo>
                <a:lnTo>
                  <a:pt x="556" y="724"/>
                </a:lnTo>
                <a:lnTo>
                  <a:pt x="555" y="724"/>
                </a:lnTo>
                <a:lnTo>
                  <a:pt x="555" y="723"/>
                </a:lnTo>
                <a:lnTo>
                  <a:pt x="555" y="722"/>
                </a:lnTo>
                <a:lnTo>
                  <a:pt x="554" y="722"/>
                </a:lnTo>
                <a:lnTo>
                  <a:pt x="554" y="723"/>
                </a:lnTo>
                <a:lnTo>
                  <a:pt x="553" y="723"/>
                </a:lnTo>
                <a:lnTo>
                  <a:pt x="552" y="723"/>
                </a:lnTo>
                <a:lnTo>
                  <a:pt x="552" y="722"/>
                </a:lnTo>
                <a:lnTo>
                  <a:pt x="552" y="723"/>
                </a:lnTo>
                <a:lnTo>
                  <a:pt x="551" y="722"/>
                </a:lnTo>
                <a:lnTo>
                  <a:pt x="550" y="722"/>
                </a:lnTo>
                <a:lnTo>
                  <a:pt x="549" y="721"/>
                </a:lnTo>
                <a:lnTo>
                  <a:pt x="550" y="721"/>
                </a:lnTo>
                <a:lnTo>
                  <a:pt x="551" y="720"/>
                </a:lnTo>
                <a:lnTo>
                  <a:pt x="550" y="719"/>
                </a:lnTo>
                <a:lnTo>
                  <a:pt x="550" y="718"/>
                </a:lnTo>
                <a:lnTo>
                  <a:pt x="549" y="718"/>
                </a:lnTo>
                <a:lnTo>
                  <a:pt x="549" y="719"/>
                </a:lnTo>
                <a:lnTo>
                  <a:pt x="548" y="720"/>
                </a:lnTo>
                <a:lnTo>
                  <a:pt x="548" y="721"/>
                </a:lnTo>
                <a:lnTo>
                  <a:pt x="549" y="721"/>
                </a:lnTo>
                <a:lnTo>
                  <a:pt x="549" y="722"/>
                </a:lnTo>
                <a:lnTo>
                  <a:pt x="550" y="722"/>
                </a:lnTo>
                <a:lnTo>
                  <a:pt x="550" y="723"/>
                </a:lnTo>
                <a:lnTo>
                  <a:pt x="550" y="724"/>
                </a:lnTo>
                <a:lnTo>
                  <a:pt x="549" y="725"/>
                </a:lnTo>
                <a:lnTo>
                  <a:pt x="549" y="726"/>
                </a:lnTo>
                <a:lnTo>
                  <a:pt x="549" y="725"/>
                </a:lnTo>
                <a:lnTo>
                  <a:pt x="549" y="724"/>
                </a:lnTo>
                <a:lnTo>
                  <a:pt x="548" y="724"/>
                </a:lnTo>
                <a:lnTo>
                  <a:pt x="548" y="723"/>
                </a:lnTo>
                <a:lnTo>
                  <a:pt x="549" y="723"/>
                </a:lnTo>
                <a:lnTo>
                  <a:pt x="549" y="722"/>
                </a:lnTo>
                <a:lnTo>
                  <a:pt x="548" y="723"/>
                </a:lnTo>
                <a:lnTo>
                  <a:pt x="548" y="724"/>
                </a:lnTo>
                <a:lnTo>
                  <a:pt x="547" y="724"/>
                </a:lnTo>
                <a:lnTo>
                  <a:pt x="547" y="725"/>
                </a:lnTo>
                <a:lnTo>
                  <a:pt x="547" y="727"/>
                </a:lnTo>
                <a:lnTo>
                  <a:pt x="548" y="728"/>
                </a:lnTo>
                <a:lnTo>
                  <a:pt x="548" y="729"/>
                </a:lnTo>
                <a:lnTo>
                  <a:pt x="548" y="730"/>
                </a:lnTo>
                <a:lnTo>
                  <a:pt x="548" y="731"/>
                </a:lnTo>
                <a:lnTo>
                  <a:pt x="547" y="731"/>
                </a:lnTo>
                <a:lnTo>
                  <a:pt x="547" y="732"/>
                </a:lnTo>
                <a:lnTo>
                  <a:pt x="548" y="732"/>
                </a:lnTo>
                <a:lnTo>
                  <a:pt x="547" y="733"/>
                </a:lnTo>
                <a:lnTo>
                  <a:pt x="546" y="733"/>
                </a:lnTo>
                <a:lnTo>
                  <a:pt x="546" y="734"/>
                </a:lnTo>
                <a:lnTo>
                  <a:pt x="545" y="735"/>
                </a:lnTo>
                <a:lnTo>
                  <a:pt x="545" y="736"/>
                </a:lnTo>
                <a:lnTo>
                  <a:pt x="546" y="736"/>
                </a:lnTo>
                <a:lnTo>
                  <a:pt x="547" y="735"/>
                </a:lnTo>
                <a:lnTo>
                  <a:pt x="547" y="736"/>
                </a:lnTo>
                <a:lnTo>
                  <a:pt x="548" y="736"/>
                </a:lnTo>
                <a:lnTo>
                  <a:pt x="548" y="735"/>
                </a:lnTo>
                <a:lnTo>
                  <a:pt x="548" y="736"/>
                </a:lnTo>
                <a:lnTo>
                  <a:pt x="548" y="737"/>
                </a:lnTo>
                <a:lnTo>
                  <a:pt x="548" y="738"/>
                </a:lnTo>
                <a:lnTo>
                  <a:pt x="547" y="738"/>
                </a:lnTo>
                <a:lnTo>
                  <a:pt x="546" y="740"/>
                </a:lnTo>
                <a:lnTo>
                  <a:pt x="545" y="741"/>
                </a:lnTo>
                <a:lnTo>
                  <a:pt x="544" y="742"/>
                </a:lnTo>
                <a:lnTo>
                  <a:pt x="544" y="743"/>
                </a:lnTo>
                <a:lnTo>
                  <a:pt x="544" y="744"/>
                </a:lnTo>
                <a:lnTo>
                  <a:pt x="543" y="744"/>
                </a:lnTo>
                <a:lnTo>
                  <a:pt x="542" y="744"/>
                </a:lnTo>
                <a:lnTo>
                  <a:pt x="541" y="745"/>
                </a:lnTo>
                <a:lnTo>
                  <a:pt x="540" y="745"/>
                </a:lnTo>
                <a:lnTo>
                  <a:pt x="540" y="746"/>
                </a:lnTo>
                <a:lnTo>
                  <a:pt x="540" y="747"/>
                </a:lnTo>
                <a:lnTo>
                  <a:pt x="539" y="747"/>
                </a:lnTo>
                <a:lnTo>
                  <a:pt x="538" y="747"/>
                </a:lnTo>
                <a:lnTo>
                  <a:pt x="537" y="748"/>
                </a:lnTo>
                <a:lnTo>
                  <a:pt x="535" y="749"/>
                </a:lnTo>
                <a:lnTo>
                  <a:pt x="534" y="750"/>
                </a:lnTo>
                <a:lnTo>
                  <a:pt x="533" y="750"/>
                </a:lnTo>
                <a:lnTo>
                  <a:pt x="532" y="750"/>
                </a:lnTo>
                <a:lnTo>
                  <a:pt x="532" y="749"/>
                </a:lnTo>
                <a:lnTo>
                  <a:pt x="533" y="749"/>
                </a:lnTo>
                <a:lnTo>
                  <a:pt x="534" y="748"/>
                </a:lnTo>
                <a:lnTo>
                  <a:pt x="534" y="747"/>
                </a:lnTo>
                <a:lnTo>
                  <a:pt x="535" y="746"/>
                </a:lnTo>
                <a:lnTo>
                  <a:pt x="536" y="745"/>
                </a:lnTo>
                <a:lnTo>
                  <a:pt x="537" y="744"/>
                </a:lnTo>
                <a:lnTo>
                  <a:pt x="539" y="739"/>
                </a:lnTo>
                <a:lnTo>
                  <a:pt x="540" y="738"/>
                </a:lnTo>
                <a:lnTo>
                  <a:pt x="540" y="737"/>
                </a:lnTo>
                <a:lnTo>
                  <a:pt x="541" y="736"/>
                </a:lnTo>
                <a:lnTo>
                  <a:pt x="540" y="736"/>
                </a:lnTo>
                <a:lnTo>
                  <a:pt x="540" y="735"/>
                </a:lnTo>
                <a:lnTo>
                  <a:pt x="540" y="736"/>
                </a:lnTo>
                <a:lnTo>
                  <a:pt x="539" y="737"/>
                </a:lnTo>
                <a:lnTo>
                  <a:pt x="538" y="737"/>
                </a:lnTo>
                <a:lnTo>
                  <a:pt x="538" y="736"/>
                </a:lnTo>
                <a:lnTo>
                  <a:pt x="538" y="735"/>
                </a:lnTo>
                <a:lnTo>
                  <a:pt x="538" y="734"/>
                </a:lnTo>
                <a:lnTo>
                  <a:pt x="538" y="733"/>
                </a:lnTo>
                <a:lnTo>
                  <a:pt x="537" y="733"/>
                </a:lnTo>
                <a:lnTo>
                  <a:pt x="537" y="732"/>
                </a:lnTo>
                <a:lnTo>
                  <a:pt x="536" y="732"/>
                </a:lnTo>
                <a:lnTo>
                  <a:pt x="536" y="733"/>
                </a:lnTo>
                <a:lnTo>
                  <a:pt x="535" y="733"/>
                </a:lnTo>
                <a:lnTo>
                  <a:pt x="534" y="733"/>
                </a:lnTo>
                <a:lnTo>
                  <a:pt x="534" y="732"/>
                </a:lnTo>
                <a:lnTo>
                  <a:pt x="535" y="731"/>
                </a:lnTo>
                <a:lnTo>
                  <a:pt x="534" y="731"/>
                </a:lnTo>
                <a:lnTo>
                  <a:pt x="534" y="732"/>
                </a:lnTo>
                <a:lnTo>
                  <a:pt x="533" y="732"/>
                </a:lnTo>
                <a:lnTo>
                  <a:pt x="532" y="732"/>
                </a:lnTo>
                <a:lnTo>
                  <a:pt x="533" y="732"/>
                </a:lnTo>
                <a:lnTo>
                  <a:pt x="533" y="733"/>
                </a:lnTo>
                <a:lnTo>
                  <a:pt x="533" y="734"/>
                </a:lnTo>
                <a:lnTo>
                  <a:pt x="532" y="734"/>
                </a:lnTo>
                <a:lnTo>
                  <a:pt x="532" y="735"/>
                </a:lnTo>
                <a:lnTo>
                  <a:pt x="531" y="735"/>
                </a:lnTo>
                <a:lnTo>
                  <a:pt x="531" y="734"/>
                </a:lnTo>
                <a:lnTo>
                  <a:pt x="530" y="734"/>
                </a:lnTo>
                <a:lnTo>
                  <a:pt x="530" y="735"/>
                </a:lnTo>
                <a:lnTo>
                  <a:pt x="529" y="735"/>
                </a:lnTo>
                <a:lnTo>
                  <a:pt x="528" y="735"/>
                </a:lnTo>
                <a:lnTo>
                  <a:pt x="528" y="736"/>
                </a:lnTo>
                <a:lnTo>
                  <a:pt x="527" y="736"/>
                </a:lnTo>
                <a:lnTo>
                  <a:pt x="527" y="735"/>
                </a:lnTo>
                <a:lnTo>
                  <a:pt x="526" y="735"/>
                </a:lnTo>
                <a:lnTo>
                  <a:pt x="527" y="736"/>
                </a:lnTo>
                <a:lnTo>
                  <a:pt x="527" y="737"/>
                </a:lnTo>
                <a:lnTo>
                  <a:pt x="528" y="737"/>
                </a:lnTo>
                <a:lnTo>
                  <a:pt x="528" y="738"/>
                </a:lnTo>
                <a:lnTo>
                  <a:pt x="527" y="738"/>
                </a:lnTo>
                <a:lnTo>
                  <a:pt x="526" y="738"/>
                </a:lnTo>
                <a:lnTo>
                  <a:pt x="525" y="738"/>
                </a:lnTo>
                <a:lnTo>
                  <a:pt x="524" y="739"/>
                </a:lnTo>
                <a:lnTo>
                  <a:pt x="524" y="740"/>
                </a:lnTo>
                <a:lnTo>
                  <a:pt x="523" y="740"/>
                </a:lnTo>
                <a:lnTo>
                  <a:pt x="523" y="739"/>
                </a:lnTo>
                <a:lnTo>
                  <a:pt x="522" y="740"/>
                </a:lnTo>
                <a:lnTo>
                  <a:pt x="522" y="741"/>
                </a:lnTo>
                <a:lnTo>
                  <a:pt x="522" y="742"/>
                </a:lnTo>
                <a:lnTo>
                  <a:pt x="523" y="742"/>
                </a:lnTo>
                <a:lnTo>
                  <a:pt x="524" y="743"/>
                </a:lnTo>
                <a:lnTo>
                  <a:pt x="525" y="743"/>
                </a:lnTo>
                <a:lnTo>
                  <a:pt x="526" y="743"/>
                </a:lnTo>
                <a:lnTo>
                  <a:pt x="527" y="744"/>
                </a:lnTo>
                <a:lnTo>
                  <a:pt x="528" y="744"/>
                </a:lnTo>
                <a:lnTo>
                  <a:pt x="529" y="745"/>
                </a:lnTo>
                <a:lnTo>
                  <a:pt x="529" y="746"/>
                </a:lnTo>
                <a:lnTo>
                  <a:pt x="527" y="746"/>
                </a:lnTo>
                <a:lnTo>
                  <a:pt x="525" y="747"/>
                </a:lnTo>
                <a:lnTo>
                  <a:pt x="524" y="747"/>
                </a:lnTo>
                <a:lnTo>
                  <a:pt x="523" y="747"/>
                </a:lnTo>
                <a:lnTo>
                  <a:pt x="522" y="748"/>
                </a:lnTo>
                <a:lnTo>
                  <a:pt x="520" y="748"/>
                </a:lnTo>
                <a:lnTo>
                  <a:pt x="519" y="748"/>
                </a:lnTo>
                <a:lnTo>
                  <a:pt x="521" y="747"/>
                </a:lnTo>
                <a:lnTo>
                  <a:pt x="522" y="747"/>
                </a:lnTo>
                <a:lnTo>
                  <a:pt x="521" y="746"/>
                </a:lnTo>
                <a:lnTo>
                  <a:pt x="521" y="745"/>
                </a:lnTo>
                <a:lnTo>
                  <a:pt x="521" y="746"/>
                </a:lnTo>
                <a:lnTo>
                  <a:pt x="520" y="746"/>
                </a:lnTo>
                <a:lnTo>
                  <a:pt x="519" y="746"/>
                </a:lnTo>
                <a:lnTo>
                  <a:pt x="517" y="746"/>
                </a:lnTo>
                <a:lnTo>
                  <a:pt x="517" y="745"/>
                </a:lnTo>
                <a:lnTo>
                  <a:pt x="515" y="743"/>
                </a:lnTo>
                <a:lnTo>
                  <a:pt x="514" y="743"/>
                </a:lnTo>
                <a:lnTo>
                  <a:pt x="514" y="744"/>
                </a:lnTo>
                <a:lnTo>
                  <a:pt x="515" y="744"/>
                </a:lnTo>
                <a:lnTo>
                  <a:pt x="514" y="744"/>
                </a:lnTo>
                <a:lnTo>
                  <a:pt x="515" y="744"/>
                </a:lnTo>
                <a:lnTo>
                  <a:pt x="515" y="745"/>
                </a:lnTo>
                <a:lnTo>
                  <a:pt x="514" y="745"/>
                </a:lnTo>
                <a:lnTo>
                  <a:pt x="514" y="746"/>
                </a:lnTo>
                <a:lnTo>
                  <a:pt x="513" y="746"/>
                </a:lnTo>
                <a:lnTo>
                  <a:pt x="512" y="746"/>
                </a:lnTo>
                <a:lnTo>
                  <a:pt x="511" y="746"/>
                </a:lnTo>
                <a:lnTo>
                  <a:pt x="510" y="745"/>
                </a:lnTo>
                <a:lnTo>
                  <a:pt x="510" y="744"/>
                </a:lnTo>
                <a:lnTo>
                  <a:pt x="509" y="744"/>
                </a:lnTo>
                <a:lnTo>
                  <a:pt x="508" y="744"/>
                </a:lnTo>
                <a:lnTo>
                  <a:pt x="507" y="744"/>
                </a:lnTo>
                <a:lnTo>
                  <a:pt x="506" y="744"/>
                </a:lnTo>
                <a:lnTo>
                  <a:pt x="505" y="744"/>
                </a:lnTo>
                <a:lnTo>
                  <a:pt x="504" y="744"/>
                </a:lnTo>
                <a:lnTo>
                  <a:pt x="503" y="744"/>
                </a:lnTo>
                <a:lnTo>
                  <a:pt x="502" y="744"/>
                </a:lnTo>
                <a:lnTo>
                  <a:pt x="501" y="744"/>
                </a:lnTo>
                <a:lnTo>
                  <a:pt x="501" y="745"/>
                </a:lnTo>
                <a:lnTo>
                  <a:pt x="500" y="745"/>
                </a:lnTo>
                <a:lnTo>
                  <a:pt x="499" y="745"/>
                </a:lnTo>
                <a:lnTo>
                  <a:pt x="499" y="746"/>
                </a:lnTo>
                <a:lnTo>
                  <a:pt x="499" y="745"/>
                </a:lnTo>
                <a:lnTo>
                  <a:pt x="498" y="745"/>
                </a:lnTo>
                <a:lnTo>
                  <a:pt x="498" y="746"/>
                </a:lnTo>
                <a:lnTo>
                  <a:pt x="497" y="746"/>
                </a:lnTo>
                <a:lnTo>
                  <a:pt x="496" y="746"/>
                </a:lnTo>
                <a:lnTo>
                  <a:pt x="496" y="745"/>
                </a:lnTo>
                <a:lnTo>
                  <a:pt x="495" y="744"/>
                </a:lnTo>
                <a:lnTo>
                  <a:pt x="495" y="743"/>
                </a:lnTo>
                <a:lnTo>
                  <a:pt x="494" y="742"/>
                </a:lnTo>
                <a:lnTo>
                  <a:pt x="494" y="741"/>
                </a:lnTo>
                <a:lnTo>
                  <a:pt x="493" y="740"/>
                </a:lnTo>
                <a:lnTo>
                  <a:pt x="492" y="740"/>
                </a:lnTo>
                <a:lnTo>
                  <a:pt x="492" y="739"/>
                </a:lnTo>
                <a:lnTo>
                  <a:pt x="492" y="738"/>
                </a:lnTo>
                <a:lnTo>
                  <a:pt x="491" y="738"/>
                </a:lnTo>
                <a:lnTo>
                  <a:pt x="490" y="739"/>
                </a:lnTo>
                <a:lnTo>
                  <a:pt x="490" y="738"/>
                </a:lnTo>
                <a:lnTo>
                  <a:pt x="489" y="738"/>
                </a:lnTo>
                <a:lnTo>
                  <a:pt x="489" y="739"/>
                </a:lnTo>
                <a:lnTo>
                  <a:pt x="488" y="739"/>
                </a:lnTo>
                <a:lnTo>
                  <a:pt x="488" y="738"/>
                </a:lnTo>
                <a:lnTo>
                  <a:pt x="488" y="737"/>
                </a:lnTo>
                <a:lnTo>
                  <a:pt x="487" y="737"/>
                </a:lnTo>
                <a:lnTo>
                  <a:pt x="487" y="736"/>
                </a:lnTo>
                <a:lnTo>
                  <a:pt x="486" y="736"/>
                </a:lnTo>
                <a:lnTo>
                  <a:pt x="486" y="735"/>
                </a:lnTo>
                <a:lnTo>
                  <a:pt x="487" y="735"/>
                </a:lnTo>
                <a:lnTo>
                  <a:pt x="487" y="734"/>
                </a:lnTo>
                <a:lnTo>
                  <a:pt x="486" y="734"/>
                </a:lnTo>
                <a:lnTo>
                  <a:pt x="486" y="733"/>
                </a:lnTo>
                <a:lnTo>
                  <a:pt x="485" y="732"/>
                </a:lnTo>
                <a:lnTo>
                  <a:pt x="485" y="733"/>
                </a:lnTo>
                <a:lnTo>
                  <a:pt x="485" y="732"/>
                </a:lnTo>
                <a:lnTo>
                  <a:pt x="485" y="731"/>
                </a:lnTo>
                <a:lnTo>
                  <a:pt x="484" y="731"/>
                </a:lnTo>
                <a:lnTo>
                  <a:pt x="484" y="730"/>
                </a:lnTo>
                <a:lnTo>
                  <a:pt x="483" y="730"/>
                </a:lnTo>
                <a:lnTo>
                  <a:pt x="482" y="730"/>
                </a:lnTo>
                <a:lnTo>
                  <a:pt x="482" y="729"/>
                </a:lnTo>
                <a:lnTo>
                  <a:pt x="481" y="729"/>
                </a:lnTo>
                <a:lnTo>
                  <a:pt x="481" y="730"/>
                </a:lnTo>
                <a:lnTo>
                  <a:pt x="480" y="730"/>
                </a:lnTo>
                <a:lnTo>
                  <a:pt x="480" y="731"/>
                </a:lnTo>
                <a:lnTo>
                  <a:pt x="479" y="731"/>
                </a:lnTo>
                <a:lnTo>
                  <a:pt x="479" y="730"/>
                </a:lnTo>
                <a:lnTo>
                  <a:pt x="479" y="731"/>
                </a:lnTo>
                <a:lnTo>
                  <a:pt x="479" y="730"/>
                </a:lnTo>
                <a:lnTo>
                  <a:pt x="478" y="730"/>
                </a:lnTo>
                <a:lnTo>
                  <a:pt x="478" y="729"/>
                </a:lnTo>
                <a:lnTo>
                  <a:pt x="477" y="729"/>
                </a:lnTo>
                <a:lnTo>
                  <a:pt x="476" y="729"/>
                </a:lnTo>
                <a:lnTo>
                  <a:pt x="476" y="728"/>
                </a:lnTo>
                <a:lnTo>
                  <a:pt x="475" y="729"/>
                </a:lnTo>
                <a:lnTo>
                  <a:pt x="474" y="729"/>
                </a:lnTo>
                <a:lnTo>
                  <a:pt x="474" y="728"/>
                </a:lnTo>
                <a:lnTo>
                  <a:pt x="474" y="729"/>
                </a:lnTo>
                <a:lnTo>
                  <a:pt x="473" y="729"/>
                </a:lnTo>
                <a:lnTo>
                  <a:pt x="472" y="729"/>
                </a:lnTo>
                <a:lnTo>
                  <a:pt x="471" y="729"/>
                </a:lnTo>
                <a:lnTo>
                  <a:pt x="471" y="730"/>
                </a:lnTo>
                <a:lnTo>
                  <a:pt x="470" y="730"/>
                </a:lnTo>
                <a:lnTo>
                  <a:pt x="470" y="731"/>
                </a:lnTo>
                <a:lnTo>
                  <a:pt x="469" y="731"/>
                </a:lnTo>
                <a:lnTo>
                  <a:pt x="468" y="731"/>
                </a:lnTo>
                <a:lnTo>
                  <a:pt x="467" y="731"/>
                </a:lnTo>
                <a:lnTo>
                  <a:pt x="466" y="731"/>
                </a:lnTo>
                <a:lnTo>
                  <a:pt x="466" y="732"/>
                </a:lnTo>
                <a:lnTo>
                  <a:pt x="465" y="732"/>
                </a:lnTo>
                <a:lnTo>
                  <a:pt x="465" y="733"/>
                </a:lnTo>
                <a:lnTo>
                  <a:pt x="464" y="733"/>
                </a:lnTo>
                <a:lnTo>
                  <a:pt x="463" y="733"/>
                </a:lnTo>
                <a:lnTo>
                  <a:pt x="463" y="734"/>
                </a:lnTo>
                <a:lnTo>
                  <a:pt x="462" y="734"/>
                </a:lnTo>
                <a:lnTo>
                  <a:pt x="461" y="734"/>
                </a:lnTo>
                <a:lnTo>
                  <a:pt x="461" y="735"/>
                </a:lnTo>
                <a:lnTo>
                  <a:pt x="460" y="735"/>
                </a:lnTo>
                <a:lnTo>
                  <a:pt x="459" y="735"/>
                </a:lnTo>
                <a:lnTo>
                  <a:pt x="458" y="735"/>
                </a:lnTo>
                <a:lnTo>
                  <a:pt x="458" y="736"/>
                </a:lnTo>
                <a:lnTo>
                  <a:pt x="457" y="736"/>
                </a:lnTo>
                <a:lnTo>
                  <a:pt x="456" y="736"/>
                </a:lnTo>
                <a:lnTo>
                  <a:pt x="455" y="736"/>
                </a:lnTo>
                <a:lnTo>
                  <a:pt x="454" y="736"/>
                </a:lnTo>
                <a:lnTo>
                  <a:pt x="454" y="737"/>
                </a:lnTo>
                <a:lnTo>
                  <a:pt x="453" y="737"/>
                </a:lnTo>
                <a:lnTo>
                  <a:pt x="452" y="737"/>
                </a:lnTo>
                <a:lnTo>
                  <a:pt x="451" y="737"/>
                </a:lnTo>
                <a:lnTo>
                  <a:pt x="450" y="737"/>
                </a:lnTo>
                <a:lnTo>
                  <a:pt x="449" y="737"/>
                </a:lnTo>
                <a:lnTo>
                  <a:pt x="448" y="737"/>
                </a:lnTo>
                <a:lnTo>
                  <a:pt x="447" y="737"/>
                </a:lnTo>
                <a:lnTo>
                  <a:pt x="446" y="737"/>
                </a:lnTo>
                <a:lnTo>
                  <a:pt x="445" y="737"/>
                </a:lnTo>
                <a:lnTo>
                  <a:pt x="444" y="737"/>
                </a:lnTo>
                <a:lnTo>
                  <a:pt x="444" y="736"/>
                </a:lnTo>
                <a:lnTo>
                  <a:pt x="443" y="736"/>
                </a:lnTo>
                <a:lnTo>
                  <a:pt x="443" y="735"/>
                </a:lnTo>
                <a:lnTo>
                  <a:pt x="442" y="735"/>
                </a:lnTo>
                <a:lnTo>
                  <a:pt x="442" y="736"/>
                </a:lnTo>
                <a:lnTo>
                  <a:pt x="441" y="736"/>
                </a:lnTo>
                <a:lnTo>
                  <a:pt x="440" y="736"/>
                </a:lnTo>
                <a:lnTo>
                  <a:pt x="439" y="737"/>
                </a:lnTo>
                <a:lnTo>
                  <a:pt x="439" y="738"/>
                </a:lnTo>
                <a:lnTo>
                  <a:pt x="438" y="738"/>
                </a:lnTo>
                <a:lnTo>
                  <a:pt x="438" y="739"/>
                </a:lnTo>
                <a:lnTo>
                  <a:pt x="438" y="740"/>
                </a:lnTo>
                <a:lnTo>
                  <a:pt x="437" y="740"/>
                </a:lnTo>
                <a:lnTo>
                  <a:pt x="437" y="739"/>
                </a:lnTo>
                <a:lnTo>
                  <a:pt x="436" y="739"/>
                </a:lnTo>
                <a:lnTo>
                  <a:pt x="436" y="740"/>
                </a:lnTo>
                <a:lnTo>
                  <a:pt x="435" y="740"/>
                </a:lnTo>
                <a:lnTo>
                  <a:pt x="434" y="739"/>
                </a:lnTo>
                <a:lnTo>
                  <a:pt x="433" y="739"/>
                </a:lnTo>
                <a:lnTo>
                  <a:pt x="432" y="739"/>
                </a:lnTo>
                <a:lnTo>
                  <a:pt x="431" y="739"/>
                </a:lnTo>
                <a:lnTo>
                  <a:pt x="430" y="739"/>
                </a:lnTo>
                <a:lnTo>
                  <a:pt x="429" y="739"/>
                </a:lnTo>
                <a:lnTo>
                  <a:pt x="429" y="738"/>
                </a:lnTo>
                <a:lnTo>
                  <a:pt x="430" y="738"/>
                </a:lnTo>
                <a:lnTo>
                  <a:pt x="430" y="737"/>
                </a:lnTo>
                <a:lnTo>
                  <a:pt x="431" y="737"/>
                </a:lnTo>
                <a:lnTo>
                  <a:pt x="431" y="736"/>
                </a:lnTo>
                <a:lnTo>
                  <a:pt x="431" y="735"/>
                </a:lnTo>
                <a:lnTo>
                  <a:pt x="430" y="735"/>
                </a:lnTo>
                <a:lnTo>
                  <a:pt x="430" y="734"/>
                </a:lnTo>
                <a:lnTo>
                  <a:pt x="429" y="734"/>
                </a:lnTo>
                <a:lnTo>
                  <a:pt x="429" y="733"/>
                </a:lnTo>
                <a:lnTo>
                  <a:pt x="429" y="732"/>
                </a:lnTo>
                <a:lnTo>
                  <a:pt x="429" y="731"/>
                </a:lnTo>
                <a:lnTo>
                  <a:pt x="428" y="730"/>
                </a:lnTo>
                <a:lnTo>
                  <a:pt x="429" y="730"/>
                </a:lnTo>
                <a:lnTo>
                  <a:pt x="428" y="730"/>
                </a:lnTo>
                <a:lnTo>
                  <a:pt x="428" y="729"/>
                </a:lnTo>
                <a:lnTo>
                  <a:pt x="427" y="729"/>
                </a:lnTo>
                <a:lnTo>
                  <a:pt x="426" y="729"/>
                </a:lnTo>
                <a:lnTo>
                  <a:pt x="425" y="729"/>
                </a:lnTo>
                <a:lnTo>
                  <a:pt x="425" y="730"/>
                </a:lnTo>
                <a:lnTo>
                  <a:pt x="424" y="730"/>
                </a:lnTo>
                <a:lnTo>
                  <a:pt x="423" y="730"/>
                </a:lnTo>
                <a:lnTo>
                  <a:pt x="423" y="731"/>
                </a:lnTo>
                <a:lnTo>
                  <a:pt x="422" y="731"/>
                </a:lnTo>
                <a:lnTo>
                  <a:pt x="421" y="731"/>
                </a:lnTo>
                <a:lnTo>
                  <a:pt x="421" y="732"/>
                </a:lnTo>
                <a:lnTo>
                  <a:pt x="420" y="732"/>
                </a:lnTo>
                <a:lnTo>
                  <a:pt x="420" y="733"/>
                </a:lnTo>
                <a:lnTo>
                  <a:pt x="419" y="733"/>
                </a:lnTo>
                <a:lnTo>
                  <a:pt x="419" y="734"/>
                </a:lnTo>
                <a:lnTo>
                  <a:pt x="419" y="735"/>
                </a:lnTo>
                <a:lnTo>
                  <a:pt x="418" y="735"/>
                </a:lnTo>
                <a:lnTo>
                  <a:pt x="418" y="736"/>
                </a:lnTo>
                <a:lnTo>
                  <a:pt x="417" y="736"/>
                </a:lnTo>
                <a:lnTo>
                  <a:pt x="416" y="736"/>
                </a:lnTo>
                <a:lnTo>
                  <a:pt x="416" y="737"/>
                </a:lnTo>
                <a:lnTo>
                  <a:pt x="417" y="737"/>
                </a:lnTo>
                <a:lnTo>
                  <a:pt x="416" y="737"/>
                </a:lnTo>
                <a:lnTo>
                  <a:pt x="416" y="738"/>
                </a:lnTo>
                <a:lnTo>
                  <a:pt x="415" y="738"/>
                </a:lnTo>
                <a:lnTo>
                  <a:pt x="415" y="739"/>
                </a:lnTo>
                <a:lnTo>
                  <a:pt x="414" y="739"/>
                </a:lnTo>
                <a:lnTo>
                  <a:pt x="413" y="739"/>
                </a:lnTo>
                <a:lnTo>
                  <a:pt x="413" y="738"/>
                </a:lnTo>
                <a:lnTo>
                  <a:pt x="412" y="739"/>
                </a:lnTo>
                <a:lnTo>
                  <a:pt x="412" y="738"/>
                </a:lnTo>
                <a:lnTo>
                  <a:pt x="411" y="738"/>
                </a:lnTo>
                <a:lnTo>
                  <a:pt x="411" y="737"/>
                </a:lnTo>
                <a:lnTo>
                  <a:pt x="411" y="736"/>
                </a:lnTo>
                <a:lnTo>
                  <a:pt x="411" y="735"/>
                </a:lnTo>
                <a:lnTo>
                  <a:pt x="411" y="734"/>
                </a:lnTo>
                <a:lnTo>
                  <a:pt x="412" y="734"/>
                </a:lnTo>
                <a:lnTo>
                  <a:pt x="412" y="733"/>
                </a:lnTo>
                <a:lnTo>
                  <a:pt x="412" y="732"/>
                </a:lnTo>
                <a:lnTo>
                  <a:pt x="411" y="732"/>
                </a:lnTo>
                <a:lnTo>
                  <a:pt x="411" y="731"/>
                </a:lnTo>
                <a:lnTo>
                  <a:pt x="411" y="730"/>
                </a:lnTo>
                <a:lnTo>
                  <a:pt x="411" y="729"/>
                </a:lnTo>
                <a:lnTo>
                  <a:pt x="411" y="728"/>
                </a:lnTo>
                <a:lnTo>
                  <a:pt x="410" y="728"/>
                </a:lnTo>
                <a:lnTo>
                  <a:pt x="409" y="728"/>
                </a:lnTo>
                <a:lnTo>
                  <a:pt x="409" y="727"/>
                </a:lnTo>
                <a:lnTo>
                  <a:pt x="410" y="727"/>
                </a:lnTo>
                <a:lnTo>
                  <a:pt x="409" y="727"/>
                </a:lnTo>
                <a:lnTo>
                  <a:pt x="409" y="726"/>
                </a:lnTo>
                <a:lnTo>
                  <a:pt x="408" y="726"/>
                </a:lnTo>
                <a:lnTo>
                  <a:pt x="408" y="725"/>
                </a:lnTo>
                <a:lnTo>
                  <a:pt x="407" y="725"/>
                </a:lnTo>
                <a:lnTo>
                  <a:pt x="407" y="724"/>
                </a:lnTo>
                <a:lnTo>
                  <a:pt x="408" y="724"/>
                </a:lnTo>
                <a:lnTo>
                  <a:pt x="407" y="724"/>
                </a:lnTo>
                <a:lnTo>
                  <a:pt x="407" y="723"/>
                </a:lnTo>
                <a:lnTo>
                  <a:pt x="406" y="723"/>
                </a:lnTo>
                <a:lnTo>
                  <a:pt x="406" y="722"/>
                </a:lnTo>
                <a:lnTo>
                  <a:pt x="405" y="722"/>
                </a:lnTo>
                <a:lnTo>
                  <a:pt x="405" y="721"/>
                </a:lnTo>
                <a:lnTo>
                  <a:pt x="406" y="721"/>
                </a:lnTo>
                <a:lnTo>
                  <a:pt x="406" y="720"/>
                </a:lnTo>
                <a:lnTo>
                  <a:pt x="404" y="720"/>
                </a:lnTo>
                <a:lnTo>
                  <a:pt x="404" y="719"/>
                </a:lnTo>
                <a:lnTo>
                  <a:pt x="403" y="719"/>
                </a:lnTo>
                <a:lnTo>
                  <a:pt x="403" y="718"/>
                </a:lnTo>
                <a:lnTo>
                  <a:pt x="402" y="718"/>
                </a:lnTo>
                <a:lnTo>
                  <a:pt x="401" y="718"/>
                </a:lnTo>
                <a:lnTo>
                  <a:pt x="401" y="719"/>
                </a:lnTo>
                <a:lnTo>
                  <a:pt x="400" y="719"/>
                </a:lnTo>
                <a:lnTo>
                  <a:pt x="399" y="719"/>
                </a:lnTo>
                <a:lnTo>
                  <a:pt x="399" y="720"/>
                </a:lnTo>
                <a:lnTo>
                  <a:pt x="398" y="720"/>
                </a:lnTo>
                <a:lnTo>
                  <a:pt x="397" y="720"/>
                </a:lnTo>
                <a:lnTo>
                  <a:pt x="397" y="721"/>
                </a:lnTo>
                <a:lnTo>
                  <a:pt x="396" y="721"/>
                </a:lnTo>
                <a:lnTo>
                  <a:pt x="396" y="722"/>
                </a:lnTo>
                <a:lnTo>
                  <a:pt x="395" y="722"/>
                </a:lnTo>
                <a:lnTo>
                  <a:pt x="395" y="723"/>
                </a:lnTo>
                <a:lnTo>
                  <a:pt x="395" y="724"/>
                </a:lnTo>
                <a:lnTo>
                  <a:pt x="395" y="723"/>
                </a:lnTo>
                <a:lnTo>
                  <a:pt x="395" y="724"/>
                </a:lnTo>
                <a:lnTo>
                  <a:pt x="394" y="724"/>
                </a:lnTo>
                <a:lnTo>
                  <a:pt x="394" y="723"/>
                </a:lnTo>
                <a:lnTo>
                  <a:pt x="393" y="723"/>
                </a:lnTo>
                <a:lnTo>
                  <a:pt x="392" y="723"/>
                </a:lnTo>
                <a:lnTo>
                  <a:pt x="391" y="723"/>
                </a:lnTo>
                <a:lnTo>
                  <a:pt x="390" y="723"/>
                </a:lnTo>
                <a:lnTo>
                  <a:pt x="390" y="722"/>
                </a:lnTo>
                <a:lnTo>
                  <a:pt x="389" y="722"/>
                </a:lnTo>
                <a:lnTo>
                  <a:pt x="388" y="722"/>
                </a:lnTo>
                <a:lnTo>
                  <a:pt x="388" y="721"/>
                </a:lnTo>
                <a:lnTo>
                  <a:pt x="388" y="720"/>
                </a:lnTo>
                <a:lnTo>
                  <a:pt x="388" y="719"/>
                </a:lnTo>
                <a:lnTo>
                  <a:pt x="387" y="719"/>
                </a:lnTo>
                <a:lnTo>
                  <a:pt x="387" y="718"/>
                </a:lnTo>
                <a:lnTo>
                  <a:pt x="386" y="718"/>
                </a:lnTo>
                <a:lnTo>
                  <a:pt x="386" y="717"/>
                </a:lnTo>
                <a:lnTo>
                  <a:pt x="385" y="717"/>
                </a:lnTo>
                <a:lnTo>
                  <a:pt x="384" y="717"/>
                </a:lnTo>
                <a:lnTo>
                  <a:pt x="383" y="717"/>
                </a:lnTo>
                <a:lnTo>
                  <a:pt x="383" y="716"/>
                </a:lnTo>
                <a:lnTo>
                  <a:pt x="382" y="716"/>
                </a:lnTo>
                <a:lnTo>
                  <a:pt x="381" y="716"/>
                </a:lnTo>
                <a:lnTo>
                  <a:pt x="381" y="715"/>
                </a:lnTo>
                <a:lnTo>
                  <a:pt x="380" y="715"/>
                </a:lnTo>
                <a:lnTo>
                  <a:pt x="379" y="715"/>
                </a:lnTo>
                <a:lnTo>
                  <a:pt x="379" y="714"/>
                </a:lnTo>
                <a:lnTo>
                  <a:pt x="379" y="713"/>
                </a:lnTo>
                <a:lnTo>
                  <a:pt x="379" y="714"/>
                </a:lnTo>
                <a:lnTo>
                  <a:pt x="378" y="714"/>
                </a:lnTo>
                <a:lnTo>
                  <a:pt x="378" y="713"/>
                </a:lnTo>
                <a:lnTo>
                  <a:pt x="378" y="714"/>
                </a:lnTo>
                <a:lnTo>
                  <a:pt x="378" y="713"/>
                </a:lnTo>
                <a:lnTo>
                  <a:pt x="378" y="714"/>
                </a:lnTo>
                <a:lnTo>
                  <a:pt x="378" y="713"/>
                </a:lnTo>
                <a:lnTo>
                  <a:pt x="377" y="713"/>
                </a:lnTo>
                <a:lnTo>
                  <a:pt x="377" y="712"/>
                </a:lnTo>
                <a:lnTo>
                  <a:pt x="376" y="712"/>
                </a:lnTo>
                <a:lnTo>
                  <a:pt x="376" y="711"/>
                </a:lnTo>
                <a:lnTo>
                  <a:pt x="375" y="711"/>
                </a:lnTo>
                <a:lnTo>
                  <a:pt x="374" y="711"/>
                </a:lnTo>
                <a:lnTo>
                  <a:pt x="374" y="710"/>
                </a:lnTo>
                <a:lnTo>
                  <a:pt x="373" y="710"/>
                </a:lnTo>
                <a:lnTo>
                  <a:pt x="372" y="710"/>
                </a:lnTo>
                <a:lnTo>
                  <a:pt x="372" y="709"/>
                </a:lnTo>
                <a:lnTo>
                  <a:pt x="371" y="709"/>
                </a:lnTo>
                <a:lnTo>
                  <a:pt x="371" y="708"/>
                </a:lnTo>
                <a:lnTo>
                  <a:pt x="371" y="709"/>
                </a:lnTo>
                <a:lnTo>
                  <a:pt x="370" y="709"/>
                </a:lnTo>
                <a:lnTo>
                  <a:pt x="369" y="709"/>
                </a:lnTo>
                <a:lnTo>
                  <a:pt x="369" y="708"/>
                </a:lnTo>
                <a:lnTo>
                  <a:pt x="369" y="709"/>
                </a:lnTo>
                <a:lnTo>
                  <a:pt x="368" y="709"/>
                </a:lnTo>
                <a:lnTo>
                  <a:pt x="368" y="708"/>
                </a:lnTo>
                <a:lnTo>
                  <a:pt x="367" y="708"/>
                </a:lnTo>
                <a:lnTo>
                  <a:pt x="366" y="708"/>
                </a:lnTo>
                <a:lnTo>
                  <a:pt x="365" y="708"/>
                </a:lnTo>
                <a:lnTo>
                  <a:pt x="364" y="708"/>
                </a:lnTo>
                <a:lnTo>
                  <a:pt x="364" y="707"/>
                </a:lnTo>
                <a:lnTo>
                  <a:pt x="363" y="707"/>
                </a:lnTo>
                <a:lnTo>
                  <a:pt x="362" y="706"/>
                </a:lnTo>
                <a:lnTo>
                  <a:pt x="361" y="706"/>
                </a:lnTo>
                <a:lnTo>
                  <a:pt x="360" y="706"/>
                </a:lnTo>
                <a:lnTo>
                  <a:pt x="360" y="705"/>
                </a:lnTo>
                <a:lnTo>
                  <a:pt x="360" y="704"/>
                </a:lnTo>
                <a:lnTo>
                  <a:pt x="360" y="703"/>
                </a:lnTo>
                <a:lnTo>
                  <a:pt x="361" y="703"/>
                </a:lnTo>
                <a:lnTo>
                  <a:pt x="361" y="702"/>
                </a:lnTo>
                <a:lnTo>
                  <a:pt x="362" y="701"/>
                </a:lnTo>
                <a:lnTo>
                  <a:pt x="363" y="701"/>
                </a:lnTo>
                <a:lnTo>
                  <a:pt x="363" y="700"/>
                </a:lnTo>
                <a:lnTo>
                  <a:pt x="364" y="700"/>
                </a:lnTo>
                <a:lnTo>
                  <a:pt x="364" y="699"/>
                </a:lnTo>
                <a:lnTo>
                  <a:pt x="365" y="699"/>
                </a:lnTo>
                <a:lnTo>
                  <a:pt x="365" y="698"/>
                </a:lnTo>
                <a:lnTo>
                  <a:pt x="366" y="698"/>
                </a:lnTo>
                <a:lnTo>
                  <a:pt x="367" y="698"/>
                </a:lnTo>
                <a:lnTo>
                  <a:pt x="368" y="697"/>
                </a:lnTo>
                <a:lnTo>
                  <a:pt x="368" y="696"/>
                </a:lnTo>
                <a:lnTo>
                  <a:pt x="368" y="695"/>
                </a:lnTo>
                <a:lnTo>
                  <a:pt x="368" y="694"/>
                </a:lnTo>
                <a:lnTo>
                  <a:pt x="367" y="694"/>
                </a:lnTo>
                <a:lnTo>
                  <a:pt x="367" y="693"/>
                </a:lnTo>
                <a:lnTo>
                  <a:pt x="368" y="693"/>
                </a:lnTo>
                <a:lnTo>
                  <a:pt x="367" y="693"/>
                </a:lnTo>
                <a:lnTo>
                  <a:pt x="367" y="692"/>
                </a:lnTo>
                <a:lnTo>
                  <a:pt x="366" y="692"/>
                </a:lnTo>
                <a:lnTo>
                  <a:pt x="366" y="691"/>
                </a:lnTo>
                <a:lnTo>
                  <a:pt x="365" y="691"/>
                </a:lnTo>
                <a:lnTo>
                  <a:pt x="365" y="690"/>
                </a:lnTo>
                <a:lnTo>
                  <a:pt x="364" y="690"/>
                </a:lnTo>
                <a:lnTo>
                  <a:pt x="365" y="690"/>
                </a:lnTo>
                <a:lnTo>
                  <a:pt x="364" y="690"/>
                </a:lnTo>
                <a:lnTo>
                  <a:pt x="363" y="690"/>
                </a:lnTo>
                <a:lnTo>
                  <a:pt x="363" y="689"/>
                </a:lnTo>
                <a:lnTo>
                  <a:pt x="362" y="689"/>
                </a:lnTo>
                <a:lnTo>
                  <a:pt x="362" y="688"/>
                </a:lnTo>
                <a:lnTo>
                  <a:pt x="361" y="688"/>
                </a:lnTo>
                <a:lnTo>
                  <a:pt x="361" y="689"/>
                </a:lnTo>
                <a:lnTo>
                  <a:pt x="361" y="688"/>
                </a:lnTo>
                <a:lnTo>
                  <a:pt x="360" y="688"/>
                </a:lnTo>
                <a:lnTo>
                  <a:pt x="360" y="689"/>
                </a:lnTo>
                <a:lnTo>
                  <a:pt x="359" y="689"/>
                </a:lnTo>
                <a:lnTo>
                  <a:pt x="359" y="688"/>
                </a:lnTo>
                <a:lnTo>
                  <a:pt x="358" y="688"/>
                </a:lnTo>
                <a:lnTo>
                  <a:pt x="357" y="688"/>
                </a:lnTo>
                <a:lnTo>
                  <a:pt x="358" y="688"/>
                </a:lnTo>
                <a:lnTo>
                  <a:pt x="358" y="689"/>
                </a:lnTo>
                <a:lnTo>
                  <a:pt x="357" y="689"/>
                </a:lnTo>
                <a:lnTo>
                  <a:pt x="358" y="689"/>
                </a:lnTo>
                <a:lnTo>
                  <a:pt x="357" y="689"/>
                </a:lnTo>
                <a:lnTo>
                  <a:pt x="357" y="690"/>
                </a:lnTo>
                <a:lnTo>
                  <a:pt x="357" y="691"/>
                </a:lnTo>
                <a:lnTo>
                  <a:pt x="356" y="692"/>
                </a:lnTo>
                <a:lnTo>
                  <a:pt x="355" y="692"/>
                </a:lnTo>
                <a:lnTo>
                  <a:pt x="354" y="692"/>
                </a:lnTo>
                <a:lnTo>
                  <a:pt x="354" y="693"/>
                </a:lnTo>
                <a:lnTo>
                  <a:pt x="354" y="692"/>
                </a:lnTo>
                <a:lnTo>
                  <a:pt x="353" y="692"/>
                </a:lnTo>
                <a:lnTo>
                  <a:pt x="353" y="691"/>
                </a:lnTo>
                <a:lnTo>
                  <a:pt x="352" y="691"/>
                </a:lnTo>
                <a:lnTo>
                  <a:pt x="351" y="691"/>
                </a:lnTo>
                <a:lnTo>
                  <a:pt x="350" y="691"/>
                </a:lnTo>
                <a:lnTo>
                  <a:pt x="349" y="691"/>
                </a:lnTo>
                <a:lnTo>
                  <a:pt x="349" y="690"/>
                </a:lnTo>
                <a:lnTo>
                  <a:pt x="349" y="689"/>
                </a:lnTo>
                <a:lnTo>
                  <a:pt x="349" y="688"/>
                </a:lnTo>
                <a:lnTo>
                  <a:pt x="348" y="688"/>
                </a:lnTo>
                <a:lnTo>
                  <a:pt x="348" y="687"/>
                </a:lnTo>
                <a:lnTo>
                  <a:pt x="349" y="687"/>
                </a:lnTo>
                <a:lnTo>
                  <a:pt x="348" y="687"/>
                </a:lnTo>
                <a:lnTo>
                  <a:pt x="349" y="687"/>
                </a:lnTo>
                <a:lnTo>
                  <a:pt x="349" y="686"/>
                </a:lnTo>
                <a:lnTo>
                  <a:pt x="348" y="686"/>
                </a:lnTo>
                <a:lnTo>
                  <a:pt x="348" y="685"/>
                </a:lnTo>
                <a:lnTo>
                  <a:pt x="348" y="684"/>
                </a:lnTo>
                <a:lnTo>
                  <a:pt x="347" y="684"/>
                </a:lnTo>
                <a:lnTo>
                  <a:pt x="347" y="685"/>
                </a:lnTo>
                <a:lnTo>
                  <a:pt x="346" y="685"/>
                </a:lnTo>
                <a:lnTo>
                  <a:pt x="345" y="685"/>
                </a:lnTo>
                <a:lnTo>
                  <a:pt x="345" y="684"/>
                </a:lnTo>
                <a:lnTo>
                  <a:pt x="344" y="684"/>
                </a:lnTo>
                <a:lnTo>
                  <a:pt x="343" y="684"/>
                </a:lnTo>
                <a:lnTo>
                  <a:pt x="342" y="684"/>
                </a:lnTo>
                <a:lnTo>
                  <a:pt x="342" y="683"/>
                </a:lnTo>
                <a:lnTo>
                  <a:pt x="342" y="684"/>
                </a:lnTo>
                <a:lnTo>
                  <a:pt x="341" y="684"/>
                </a:lnTo>
                <a:lnTo>
                  <a:pt x="341" y="683"/>
                </a:lnTo>
                <a:lnTo>
                  <a:pt x="340" y="683"/>
                </a:lnTo>
                <a:lnTo>
                  <a:pt x="340" y="684"/>
                </a:lnTo>
                <a:lnTo>
                  <a:pt x="340" y="683"/>
                </a:lnTo>
                <a:lnTo>
                  <a:pt x="339" y="683"/>
                </a:lnTo>
                <a:lnTo>
                  <a:pt x="339" y="684"/>
                </a:lnTo>
                <a:lnTo>
                  <a:pt x="339" y="683"/>
                </a:lnTo>
                <a:lnTo>
                  <a:pt x="338" y="683"/>
                </a:lnTo>
                <a:lnTo>
                  <a:pt x="338" y="684"/>
                </a:lnTo>
                <a:lnTo>
                  <a:pt x="337" y="684"/>
                </a:lnTo>
                <a:lnTo>
                  <a:pt x="337" y="683"/>
                </a:lnTo>
                <a:lnTo>
                  <a:pt x="336" y="683"/>
                </a:lnTo>
                <a:lnTo>
                  <a:pt x="336" y="684"/>
                </a:lnTo>
                <a:lnTo>
                  <a:pt x="336" y="685"/>
                </a:lnTo>
                <a:lnTo>
                  <a:pt x="335" y="685"/>
                </a:lnTo>
                <a:lnTo>
                  <a:pt x="334" y="685"/>
                </a:lnTo>
                <a:lnTo>
                  <a:pt x="333" y="685"/>
                </a:lnTo>
                <a:lnTo>
                  <a:pt x="332" y="685"/>
                </a:lnTo>
                <a:lnTo>
                  <a:pt x="332" y="684"/>
                </a:lnTo>
                <a:lnTo>
                  <a:pt x="331" y="684"/>
                </a:lnTo>
                <a:lnTo>
                  <a:pt x="330" y="683"/>
                </a:lnTo>
                <a:lnTo>
                  <a:pt x="331" y="683"/>
                </a:lnTo>
                <a:lnTo>
                  <a:pt x="331" y="682"/>
                </a:lnTo>
                <a:lnTo>
                  <a:pt x="330" y="682"/>
                </a:lnTo>
                <a:lnTo>
                  <a:pt x="330" y="683"/>
                </a:lnTo>
                <a:lnTo>
                  <a:pt x="329" y="683"/>
                </a:lnTo>
                <a:lnTo>
                  <a:pt x="329" y="682"/>
                </a:lnTo>
                <a:lnTo>
                  <a:pt x="329" y="681"/>
                </a:lnTo>
                <a:lnTo>
                  <a:pt x="329" y="680"/>
                </a:lnTo>
                <a:lnTo>
                  <a:pt x="328" y="680"/>
                </a:lnTo>
                <a:lnTo>
                  <a:pt x="328" y="681"/>
                </a:lnTo>
                <a:lnTo>
                  <a:pt x="328" y="680"/>
                </a:lnTo>
                <a:lnTo>
                  <a:pt x="327" y="680"/>
                </a:lnTo>
                <a:lnTo>
                  <a:pt x="326" y="680"/>
                </a:lnTo>
                <a:lnTo>
                  <a:pt x="326" y="679"/>
                </a:lnTo>
                <a:lnTo>
                  <a:pt x="325" y="679"/>
                </a:lnTo>
                <a:lnTo>
                  <a:pt x="325" y="680"/>
                </a:lnTo>
                <a:lnTo>
                  <a:pt x="324" y="680"/>
                </a:lnTo>
                <a:lnTo>
                  <a:pt x="323" y="680"/>
                </a:lnTo>
                <a:lnTo>
                  <a:pt x="322" y="680"/>
                </a:lnTo>
                <a:lnTo>
                  <a:pt x="322" y="681"/>
                </a:lnTo>
                <a:lnTo>
                  <a:pt x="321" y="682"/>
                </a:lnTo>
                <a:lnTo>
                  <a:pt x="321" y="683"/>
                </a:lnTo>
                <a:lnTo>
                  <a:pt x="321" y="684"/>
                </a:lnTo>
                <a:lnTo>
                  <a:pt x="320" y="684"/>
                </a:lnTo>
                <a:lnTo>
                  <a:pt x="320" y="685"/>
                </a:lnTo>
                <a:lnTo>
                  <a:pt x="319" y="685"/>
                </a:lnTo>
                <a:lnTo>
                  <a:pt x="318" y="685"/>
                </a:lnTo>
                <a:lnTo>
                  <a:pt x="318" y="686"/>
                </a:lnTo>
                <a:lnTo>
                  <a:pt x="317" y="686"/>
                </a:lnTo>
                <a:lnTo>
                  <a:pt x="317" y="687"/>
                </a:lnTo>
                <a:lnTo>
                  <a:pt x="317" y="686"/>
                </a:lnTo>
                <a:lnTo>
                  <a:pt x="317" y="687"/>
                </a:lnTo>
                <a:lnTo>
                  <a:pt x="316" y="687"/>
                </a:lnTo>
                <a:lnTo>
                  <a:pt x="315" y="687"/>
                </a:lnTo>
                <a:lnTo>
                  <a:pt x="315" y="686"/>
                </a:lnTo>
                <a:lnTo>
                  <a:pt x="316" y="686"/>
                </a:lnTo>
                <a:lnTo>
                  <a:pt x="316" y="685"/>
                </a:lnTo>
                <a:lnTo>
                  <a:pt x="315" y="685"/>
                </a:lnTo>
                <a:lnTo>
                  <a:pt x="315" y="684"/>
                </a:lnTo>
                <a:lnTo>
                  <a:pt x="314" y="683"/>
                </a:lnTo>
                <a:lnTo>
                  <a:pt x="314" y="682"/>
                </a:lnTo>
                <a:lnTo>
                  <a:pt x="314" y="681"/>
                </a:lnTo>
                <a:lnTo>
                  <a:pt x="315" y="681"/>
                </a:lnTo>
                <a:lnTo>
                  <a:pt x="315" y="680"/>
                </a:lnTo>
                <a:lnTo>
                  <a:pt x="316" y="680"/>
                </a:lnTo>
                <a:lnTo>
                  <a:pt x="316" y="679"/>
                </a:lnTo>
                <a:lnTo>
                  <a:pt x="317" y="679"/>
                </a:lnTo>
                <a:lnTo>
                  <a:pt x="317" y="678"/>
                </a:lnTo>
                <a:lnTo>
                  <a:pt x="318" y="678"/>
                </a:lnTo>
                <a:lnTo>
                  <a:pt x="318" y="677"/>
                </a:lnTo>
                <a:lnTo>
                  <a:pt x="317" y="677"/>
                </a:lnTo>
                <a:lnTo>
                  <a:pt x="317" y="676"/>
                </a:lnTo>
                <a:lnTo>
                  <a:pt x="317" y="675"/>
                </a:lnTo>
                <a:lnTo>
                  <a:pt x="316" y="675"/>
                </a:lnTo>
                <a:lnTo>
                  <a:pt x="316" y="674"/>
                </a:lnTo>
                <a:lnTo>
                  <a:pt x="317" y="674"/>
                </a:lnTo>
                <a:lnTo>
                  <a:pt x="316" y="674"/>
                </a:lnTo>
                <a:lnTo>
                  <a:pt x="316" y="673"/>
                </a:lnTo>
                <a:lnTo>
                  <a:pt x="317" y="673"/>
                </a:lnTo>
                <a:lnTo>
                  <a:pt x="317" y="672"/>
                </a:lnTo>
                <a:lnTo>
                  <a:pt x="317" y="670"/>
                </a:lnTo>
                <a:lnTo>
                  <a:pt x="317" y="669"/>
                </a:lnTo>
                <a:lnTo>
                  <a:pt x="317" y="668"/>
                </a:lnTo>
                <a:lnTo>
                  <a:pt x="318" y="668"/>
                </a:lnTo>
                <a:lnTo>
                  <a:pt x="318" y="667"/>
                </a:lnTo>
                <a:lnTo>
                  <a:pt x="318" y="666"/>
                </a:lnTo>
                <a:lnTo>
                  <a:pt x="317" y="666"/>
                </a:lnTo>
                <a:lnTo>
                  <a:pt x="317" y="665"/>
                </a:lnTo>
                <a:lnTo>
                  <a:pt x="316" y="665"/>
                </a:lnTo>
                <a:lnTo>
                  <a:pt x="316" y="664"/>
                </a:lnTo>
                <a:lnTo>
                  <a:pt x="315" y="664"/>
                </a:lnTo>
                <a:lnTo>
                  <a:pt x="315" y="663"/>
                </a:lnTo>
                <a:lnTo>
                  <a:pt x="315" y="662"/>
                </a:lnTo>
                <a:lnTo>
                  <a:pt x="316" y="662"/>
                </a:lnTo>
                <a:lnTo>
                  <a:pt x="315" y="662"/>
                </a:lnTo>
                <a:lnTo>
                  <a:pt x="316" y="662"/>
                </a:lnTo>
                <a:lnTo>
                  <a:pt x="316" y="661"/>
                </a:lnTo>
                <a:lnTo>
                  <a:pt x="315" y="661"/>
                </a:lnTo>
                <a:lnTo>
                  <a:pt x="315" y="660"/>
                </a:lnTo>
                <a:lnTo>
                  <a:pt x="316" y="660"/>
                </a:lnTo>
                <a:lnTo>
                  <a:pt x="316" y="659"/>
                </a:lnTo>
                <a:lnTo>
                  <a:pt x="316" y="658"/>
                </a:lnTo>
                <a:lnTo>
                  <a:pt x="317" y="658"/>
                </a:lnTo>
                <a:lnTo>
                  <a:pt x="317" y="657"/>
                </a:lnTo>
                <a:lnTo>
                  <a:pt x="316" y="657"/>
                </a:lnTo>
                <a:lnTo>
                  <a:pt x="315" y="657"/>
                </a:lnTo>
                <a:lnTo>
                  <a:pt x="314" y="657"/>
                </a:lnTo>
                <a:lnTo>
                  <a:pt x="314" y="656"/>
                </a:lnTo>
                <a:lnTo>
                  <a:pt x="313" y="656"/>
                </a:lnTo>
                <a:lnTo>
                  <a:pt x="313" y="655"/>
                </a:lnTo>
                <a:lnTo>
                  <a:pt x="313" y="654"/>
                </a:lnTo>
                <a:lnTo>
                  <a:pt x="312" y="654"/>
                </a:lnTo>
                <a:lnTo>
                  <a:pt x="313" y="653"/>
                </a:lnTo>
                <a:lnTo>
                  <a:pt x="313" y="652"/>
                </a:lnTo>
                <a:lnTo>
                  <a:pt x="313" y="651"/>
                </a:lnTo>
                <a:lnTo>
                  <a:pt x="314" y="651"/>
                </a:lnTo>
                <a:lnTo>
                  <a:pt x="313" y="651"/>
                </a:lnTo>
                <a:lnTo>
                  <a:pt x="314" y="651"/>
                </a:lnTo>
                <a:lnTo>
                  <a:pt x="315" y="651"/>
                </a:lnTo>
                <a:lnTo>
                  <a:pt x="316" y="651"/>
                </a:lnTo>
                <a:lnTo>
                  <a:pt x="316" y="650"/>
                </a:lnTo>
                <a:lnTo>
                  <a:pt x="316" y="649"/>
                </a:lnTo>
                <a:lnTo>
                  <a:pt x="316" y="648"/>
                </a:lnTo>
                <a:lnTo>
                  <a:pt x="316" y="646"/>
                </a:lnTo>
                <a:lnTo>
                  <a:pt x="315" y="646"/>
                </a:lnTo>
                <a:lnTo>
                  <a:pt x="316" y="646"/>
                </a:lnTo>
                <a:lnTo>
                  <a:pt x="315" y="646"/>
                </a:lnTo>
                <a:lnTo>
                  <a:pt x="315" y="645"/>
                </a:lnTo>
                <a:lnTo>
                  <a:pt x="315" y="644"/>
                </a:lnTo>
                <a:lnTo>
                  <a:pt x="314" y="643"/>
                </a:lnTo>
                <a:lnTo>
                  <a:pt x="315" y="643"/>
                </a:lnTo>
                <a:lnTo>
                  <a:pt x="315" y="642"/>
                </a:lnTo>
                <a:lnTo>
                  <a:pt x="314" y="642"/>
                </a:lnTo>
                <a:lnTo>
                  <a:pt x="314" y="641"/>
                </a:lnTo>
                <a:lnTo>
                  <a:pt x="314" y="640"/>
                </a:lnTo>
                <a:lnTo>
                  <a:pt x="315" y="640"/>
                </a:lnTo>
                <a:lnTo>
                  <a:pt x="315" y="639"/>
                </a:lnTo>
                <a:lnTo>
                  <a:pt x="314" y="639"/>
                </a:lnTo>
                <a:lnTo>
                  <a:pt x="314" y="638"/>
                </a:lnTo>
                <a:lnTo>
                  <a:pt x="314" y="639"/>
                </a:lnTo>
                <a:lnTo>
                  <a:pt x="313" y="639"/>
                </a:lnTo>
                <a:lnTo>
                  <a:pt x="313" y="638"/>
                </a:lnTo>
                <a:lnTo>
                  <a:pt x="312" y="638"/>
                </a:lnTo>
                <a:lnTo>
                  <a:pt x="311" y="638"/>
                </a:lnTo>
                <a:lnTo>
                  <a:pt x="311" y="637"/>
                </a:lnTo>
                <a:lnTo>
                  <a:pt x="311" y="636"/>
                </a:lnTo>
                <a:lnTo>
                  <a:pt x="311" y="635"/>
                </a:lnTo>
                <a:lnTo>
                  <a:pt x="311" y="634"/>
                </a:lnTo>
                <a:lnTo>
                  <a:pt x="311" y="633"/>
                </a:lnTo>
                <a:lnTo>
                  <a:pt x="310" y="633"/>
                </a:lnTo>
                <a:lnTo>
                  <a:pt x="310" y="632"/>
                </a:lnTo>
                <a:lnTo>
                  <a:pt x="310" y="631"/>
                </a:lnTo>
                <a:lnTo>
                  <a:pt x="310" y="630"/>
                </a:lnTo>
                <a:lnTo>
                  <a:pt x="309" y="630"/>
                </a:lnTo>
                <a:lnTo>
                  <a:pt x="308" y="630"/>
                </a:lnTo>
                <a:lnTo>
                  <a:pt x="307" y="630"/>
                </a:lnTo>
                <a:lnTo>
                  <a:pt x="306" y="630"/>
                </a:lnTo>
                <a:lnTo>
                  <a:pt x="305" y="630"/>
                </a:lnTo>
                <a:lnTo>
                  <a:pt x="305" y="631"/>
                </a:lnTo>
                <a:lnTo>
                  <a:pt x="304" y="631"/>
                </a:lnTo>
                <a:lnTo>
                  <a:pt x="304" y="630"/>
                </a:lnTo>
                <a:lnTo>
                  <a:pt x="303" y="630"/>
                </a:lnTo>
                <a:lnTo>
                  <a:pt x="302" y="630"/>
                </a:lnTo>
                <a:lnTo>
                  <a:pt x="301" y="630"/>
                </a:lnTo>
                <a:lnTo>
                  <a:pt x="300" y="630"/>
                </a:lnTo>
                <a:lnTo>
                  <a:pt x="300" y="629"/>
                </a:lnTo>
                <a:lnTo>
                  <a:pt x="300" y="630"/>
                </a:lnTo>
                <a:lnTo>
                  <a:pt x="299" y="630"/>
                </a:lnTo>
                <a:lnTo>
                  <a:pt x="299" y="629"/>
                </a:lnTo>
                <a:lnTo>
                  <a:pt x="298" y="629"/>
                </a:lnTo>
                <a:lnTo>
                  <a:pt x="298" y="630"/>
                </a:lnTo>
                <a:lnTo>
                  <a:pt x="297" y="629"/>
                </a:lnTo>
                <a:lnTo>
                  <a:pt x="296" y="629"/>
                </a:lnTo>
                <a:lnTo>
                  <a:pt x="296" y="628"/>
                </a:lnTo>
                <a:lnTo>
                  <a:pt x="296" y="626"/>
                </a:lnTo>
                <a:lnTo>
                  <a:pt x="297" y="626"/>
                </a:lnTo>
                <a:lnTo>
                  <a:pt x="298" y="626"/>
                </a:lnTo>
                <a:lnTo>
                  <a:pt x="298" y="625"/>
                </a:lnTo>
                <a:lnTo>
                  <a:pt x="298" y="626"/>
                </a:lnTo>
                <a:lnTo>
                  <a:pt x="298" y="625"/>
                </a:lnTo>
                <a:lnTo>
                  <a:pt x="299" y="625"/>
                </a:lnTo>
                <a:lnTo>
                  <a:pt x="299" y="624"/>
                </a:lnTo>
                <a:lnTo>
                  <a:pt x="300" y="624"/>
                </a:lnTo>
                <a:lnTo>
                  <a:pt x="299" y="624"/>
                </a:lnTo>
                <a:lnTo>
                  <a:pt x="299" y="623"/>
                </a:lnTo>
                <a:lnTo>
                  <a:pt x="300" y="623"/>
                </a:lnTo>
                <a:lnTo>
                  <a:pt x="300" y="622"/>
                </a:lnTo>
                <a:lnTo>
                  <a:pt x="299" y="622"/>
                </a:lnTo>
                <a:lnTo>
                  <a:pt x="299" y="621"/>
                </a:lnTo>
                <a:lnTo>
                  <a:pt x="298" y="621"/>
                </a:lnTo>
                <a:lnTo>
                  <a:pt x="298" y="620"/>
                </a:lnTo>
                <a:lnTo>
                  <a:pt x="297" y="620"/>
                </a:lnTo>
                <a:lnTo>
                  <a:pt x="297" y="619"/>
                </a:lnTo>
                <a:lnTo>
                  <a:pt x="297" y="618"/>
                </a:lnTo>
                <a:lnTo>
                  <a:pt x="296" y="618"/>
                </a:lnTo>
                <a:lnTo>
                  <a:pt x="296" y="617"/>
                </a:lnTo>
                <a:lnTo>
                  <a:pt x="297" y="617"/>
                </a:lnTo>
                <a:lnTo>
                  <a:pt x="297" y="616"/>
                </a:lnTo>
                <a:lnTo>
                  <a:pt x="297" y="615"/>
                </a:lnTo>
                <a:lnTo>
                  <a:pt x="297" y="614"/>
                </a:lnTo>
                <a:lnTo>
                  <a:pt x="296" y="614"/>
                </a:lnTo>
                <a:lnTo>
                  <a:pt x="296" y="613"/>
                </a:lnTo>
                <a:lnTo>
                  <a:pt x="295" y="613"/>
                </a:lnTo>
                <a:lnTo>
                  <a:pt x="295" y="612"/>
                </a:lnTo>
                <a:lnTo>
                  <a:pt x="296" y="612"/>
                </a:lnTo>
                <a:lnTo>
                  <a:pt x="296" y="611"/>
                </a:lnTo>
                <a:lnTo>
                  <a:pt x="297" y="611"/>
                </a:lnTo>
                <a:lnTo>
                  <a:pt x="297" y="610"/>
                </a:lnTo>
                <a:lnTo>
                  <a:pt x="298" y="610"/>
                </a:lnTo>
                <a:lnTo>
                  <a:pt x="298" y="611"/>
                </a:lnTo>
                <a:lnTo>
                  <a:pt x="298" y="610"/>
                </a:lnTo>
                <a:lnTo>
                  <a:pt x="299" y="610"/>
                </a:lnTo>
                <a:lnTo>
                  <a:pt x="299" y="609"/>
                </a:lnTo>
                <a:lnTo>
                  <a:pt x="299" y="608"/>
                </a:lnTo>
                <a:lnTo>
                  <a:pt x="299" y="607"/>
                </a:lnTo>
                <a:lnTo>
                  <a:pt x="299" y="606"/>
                </a:lnTo>
                <a:lnTo>
                  <a:pt x="299" y="605"/>
                </a:lnTo>
                <a:lnTo>
                  <a:pt x="299" y="603"/>
                </a:lnTo>
                <a:lnTo>
                  <a:pt x="299" y="602"/>
                </a:lnTo>
                <a:lnTo>
                  <a:pt x="300" y="602"/>
                </a:lnTo>
                <a:lnTo>
                  <a:pt x="300" y="601"/>
                </a:lnTo>
                <a:lnTo>
                  <a:pt x="300" y="600"/>
                </a:lnTo>
                <a:lnTo>
                  <a:pt x="300" y="599"/>
                </a:lnTo>
                <a:lnTo>
                  <a:pt x="301" y="598"/>
                </a:lnTo>
                <a:lnTo>
                  <a:pt x="301" y="597"/>
                </a:lnTo>
                <a:lnTo>
                  <a:pt x="302" y="597"/>
                </a:lnTo>
                <a:lnTo>
                  <a:pt x="302" y="596"/>
                </a:lnTo>
                <a:lnTo>
                  <a:pt x="301" y="596"/>
                </a:lnTo>
                <a:lnTo>
                  <a:pt x="301" y="595"/>
                </a:lnTo>
                <a:lnTo>
                  <a:pt x="302" y="595"/>
                </a:lnTo>
                <a:lnTo>
                  <a:pt x="302" y="594"/>
                </a:lnTo>
                <a:lnTo>
                  <a:pt x="303" y="594"/>
                </a:lnTo>
                <a:lnTo>
                  <a:pt x="303" y="593"/>
                </a:lnTo>
                <a:lnTo>
                  <a:pt x="302" y="593"/>
                </a:lnTo>
                <a:lnTo>
                  <a:pt x="302" y="592"/>
                </a:lnTo>
                <a:lnTo>
                  <a:pt x="302" y="591"/>
                </a:lnTo>
                <a:lnTo>
                  <a:pt x="303" y="590"/>
                </a:lnTo>
                <a:lnTo>
                  <a:pt x="303" y="591"/>
                </a:lnTo>
                <a:lnTo>
                  <a:pt x="303" y="590"/>
                </a:lnTo>
                <a:lnTo>
                  <a:pt x="304" y="590"/>
                </a:lnTo>
                <a:lnTo>
                  <a:pt x="305" y="590"/>
                </a:lnTo>
                <a:lnTo>
                  <a:pt x="306" y="590"/>
                </a:lnTo>
                <a:lnTo>
                  <a:pt x="306" y="591"/>
                </a:lnTo>
                <a:lnTo>
                  <a:pt x="306" y="592"/>
                </a:lnTo>
                <a:lnTo>
                  <a:pt x="306" y="593"/>
                </a:lnTo>
                <a:lnTo>
                  <a:pt x="307" y="593"/>
                </a:lnTo>
                <a:lnTo>
                  <a:pt x="306" y="593"/>
                </a:lnTo>
                <a:lnTo>
                  <a:pt x="307" y="593"/>
                </a:lnTo>
                <a:lnTo>
                  <a:pt x="308" y="593"/>
                </a:lnTo>
                <a:lnTo>
                  <a:pt x="308" y="594"/>
                </a:lnTo>
                <a:lnTo>
                  <a:pt x="308" y="595"/>
                </a:lnTo>
                <a:lnTo>
                  <a:pt x="309" y="595"/>
                </a:lnTo>
                <a:lnTo>
                  <a:pt x="310" y="595"/>
                </a:lnTo>
                <a:lnTo>
                  <a:pt x="310" y="594"/>
                </a:lnTo>
                <a:lnTo>
                  <a:pt x="311" y="594"/>
                </a:lnTo>
                <a:lnTo>
                  <a:pt x="312" y="594"/>
                </a:lnTo>
                <a:lnTo>
                  <a:pt x="313" y="594"/>
                </a:lnTo>
                <a:lnTo>
                  <a:pt x="314" y="594"/>
                </a:lnTo>
                <a:lnTo>
                  <a:pt x="314" y="593"/>
                </a:lnTo>
                <a:lnTo>
                  <a:pt x="314" y="594"/>
                </a:lnTo>
                <a:lnTo>
                  <a:pt x="314" y="593"/>
                </a:lnTo>
                <a:lnTo>
                  <a:pt x="315" y="593"/>
                </a:lnTo>
                <a:lnTo>
                  <a:pt x="315" y="594"/>
                </a:lnTo>
                <a:lnTo>
                  <a:pt x="316" y="594"/>
                </a:lnTo>
                <a:lnTo>
                  <a:pt x="317" y="594"/>
                </a:lnTo>
                <a:lnTo>
                  <a:pt x="317" y="593"/>
                </a:lnTo>
                <a:lnTo>
                  <a:pt x="318" y="593"/>
                </a:lnTo>
                <a:lnTo>
                  <a:pt x="318" y="592"/>
                </a:lnTo>
                <a:lnTo>
                  <a:pt x="319" y="592"/>
                </a:lnTo>
                <a:lnTo>
                  <a:pt x="319" y="591"/>
                </a:lnTo>
                <a:lnTo>
                  <a:pt x="320" y="591"/>
                </a:lnTo>
                <a:lnTo>
                  <a:pt x="319" y="591"/>
                </a:lnTo>
                <a:lnTo>
                  <a:pt x="319" y="590"/>
                </a:lnTo>
                <a:lnTo>
                  <a:pt x="318" y="590"/>
                </a:lnTo>
                <a:lnTo>
                  <a:pt x="317" y="590"/>
                </a:lnTo>
                <a:lnTo>
                  <a:pt x="317" y="589"/>
                </a:lnTo>
                <a:lnTo>
                  <a:pt x="317" y="588"/>
                </a:lnTo>
                <a:lnTo>
                  <a:pt x="317" y="589"/>
                </a:lnTo>
                <a:lnTo>
                  <a:pt x="317" y="588"/>
                </a:lnTo>
                <a:lnTo>
                  <a:pt x="318" y="588"/>
                </a:lnTo>
                <a:lnTo>
                  <a:pt x="319" y="588"/>
                </a:lnTo>
                <a:lnTo>
                  <a:pt x="318" y="588"/>
                </a:lnTo>
                <a:lnTo>
                  <a:pt x="318" y="587"/>
                </a:lnTo>
                <a:lnTo>
                  <a:pt x="319" y="587"/>
                </a:lnTo>
                <a:lnTo>
                  <a:pt x="319" y="586"/>
                </a:lnTo>
                <a:lnTo>
                  <a:pt x="319" y="585"/>
                </a:lnTo>
                <a:lnTo>
                  <a:pt x="318" y="585"/>
                </a:lnTo>
                <a:lnTo>
                  <a:pt x="319" y="585"/>
                </a:lnTo>
                <a:lnTo>
                  <a:pt x="319" y="584"/>
                </a:lnTo>
                <a:lnTo>
                  <a:pt x="320" y="584"/>
                </a:lnTo>
                <a:lnTo>
                  <a:pt x="320" y="583"/>
                </a:lnTo>
                <a:lnTo>
                  <a:pt x="319" y="583"/>
                </a:lnTo>
                <a:lnTo>
                  <a:pt x="320" y="583"/>
                </a:lnTo>
                <a:lnTo>
                  <a:pt x="320" y="582"/>
                </a:lnTo>
                <a:lnTo>
                  <a:pt x="320" y="581"/>
                </a:lnTo>
                <a:lnTo>
                  <a:pt x="321" y="581"/>
                </a:lnTo>
                <a:lnTo>
                  <a:pt x="321" y="580"/>
                </a:lnTo>
                <a:lnTo>
                  <a:pt x="322" y="580"/>
                </a:lnTo>
                <a:lnTo>
                  <a:pt x="323" y="580"/>
                </a:lnTo>
                <a:lnTo>
                  <a:pt x="323" y="579"/>
                </a:lnTo>
                <a:lnTo>
                  <a:pt x="323" y="578"/>
                </a:lnTo>
                <a:lnTo>
                  <a:pt x="323" y="577"/>
                </a:lnTo>
                <a:lnTo>
                  <a:pt x="322" y="577"/>
                </a:lnTo>
                <a:lnTo>
                  <a:pt x="322" y="576"/>
                </a:lnTo>
                <a:lnTo>
                  <a:pt x="323" y="576"/>
                </a:lnTo>
                <a:lnTo>
                  <a:pt x="324" y="576"/>
                </a:lnTo>
                <a:lnTo>
                  <a:pt x="324" y="575"/>
                </a:lnTo>
                <a:lnTo>
                  <a:pt x="325" y="575"/>
                </a:lnTo>
                <a:lnTo>
                  <a:pt x="326" y="575"/>
                </a:lnTo>
                <a:lnTo>
                  <a:pt x="326" y="574"/>
                </a:lnTo>
                <a:lnTo>
                  <a:pt x="325" y="574"/>
                </a:lnTo>
                <a:lnTo>
                  <a:pt x="325" y="573"/>
                </a:lnTo>
                <a:lnTo>
                  <a:pt x="324" y="573"/>
                </a:lnTo>
                <a:lnTo>
                  <a:pt x="324" y="572"/>
                </a:lnTo>
                <a:lnTo>
                  <a:pt x="324" y="571"/>
                </a:lnTo>
                <a:lnTo>
                  <a:pt x="323" y="571"/>
                </a:lnTo>
                <a:lnTo>
                  <a:pt x="324" y="571"/>
                </a:lnTo>
                <a:lnTo>
                  <a:pt x="324" y="570"/>
                </a:lnTo>
                <a:lnTo>
                  <a:pt x="325" y="570"/>
                </a:lnTo>
                <a:lnTo>
                  <a:pt x="324" y="570"/>
                </a:lnTo>
                <a:lnTo>
                  <a:pt x="324" y="569"/>
                </a:lnTo>
                <a:lnTo>
                  <a:pt x="325" y="569"/>
                </a:lnTo>
                <a:lnTo>
                  <a:pt x="326" y="569"/>
                </a:lnTo>
                <a:lnTo>
                  <a:pt x="326" y="568"/>
                </a:lnTo>
                <a:lnTo>
                  <a:pt x="327" y="568"/>
                </a:lnTo>
                <a:lnTo>
                  <a:pt x="327" y="567"/>
                </a:lnTo>
                <a:lnTo>
                  <a:pt x="327" y="566"/>
                </a:lnTo>
                <a:lnTo>
                  <a:pt x="328" y="566"/>
                </a:lnTo>
                <a:lnTo>
                  <a:pt x="328" y="565"/>
                </a:lnTo>
                <a:lnTo>
                  <a:pt x="329" y="566"/>
                </a:lnTo>
                <a:lnTo>
                  <a:pt x="329" y="565"/>
                </a:lnTo>
                <a:lnTo>
                  <a:pt x="329" y="566"/>
                </a:lnTo>
                <a:lnTo>
                  <a:pt x="330" y="566"/>
                </a:lnTo>
                <a:lnTo>
                  <a:pt x="330" y="565"/>
                </a:lnTo>
                <a:lnTo>
                  <a:pt x="331" y="565"/>
                </a:lnTo>
                <a:lnTo>
                  <a:pt x="332" y="565"/>
                </a:lnTo>
                <a:lnTo>
                  <a:pt x="332" y="564"/>
                </a:lnTo>
                <a:lnTo>
                  <a:pt x="332" y="563"/>
                </a:lnTo>
                <a:lnTo>
                  <a:pt x="332" y="562"/>
                </a:lnTo>
                <a:lnTo>
                  <a:pt x="333" y="562"/>
                </a:lnTo>
                <a:lnTo>
                  <a:pt x="333" y="561"/>
                </a:lnTo>
                <a:lnTo>
                  <a:pt x="334" y="561"/>
                </a:lnTo>
                <a:lnTo>
                  <a:pt x="334" y="560"/>
                </a:lnTo>
                <a:lnTo>
                  <a:pt x="333" y="560"/>
                </a:lnTo>
                <a:lnTo>
                  <a:pt x="333" y="559"/>
                </a:lnTo>
                <a:lnTo>
                  <a:pt x="332" y="559"/>
                </a:lnTo>
                <a:lnTo>
                  <a:pt x="332" y="558"/>
                </a:lnTo>
                <a:lnTo>
                  <a:pt x="331" y="558"/>
                </a:lnTo>
                <a:lnTo>
                  <a:pt x="330" y="558"/>
                </a:lnTo>
                <a:lnTo>
                  <a:pt x="329" y="558"/>
                </a:lnTo>
                <a:lnTo>
                  <a:pt x="328" y="558"/>
                </a:lnTo>
                <a:lnTo>
                  <a:pt x="328" y="559"/>
                </a:lnTo>
                <a:lnTo>
                  <a:pt x="327" y="559"/>
                </a:lnTo>
                <a:lnTo>
                  <a:pt x="326" y="559"/>
                </a:lnTo>
                <a:lnTo>
                  <a:pt x="326" y="558"/>
                </a:lnTo>
                <a:lnTo>
                  <a:pt x="325" y="558"/>
                </a:lnTo>
                <a:lnTo>
                  <a:pt x="325" y="559"/>
                </a:lnTo>
                <a:lnTo>
                  <a:pt x="324" y="559"/>
                </a:lnTo>
                <a:lnTo>
                  <a:pt x="324" y="558"/>
                </a:lnTo>
                <a:lnTo>
                  <a:pt x="324" y="557"/>
                </a:lnTo>
                <a:lnTo>
                  <a:pt x="323" y="557"/>
                </a:lnTo>
                <a:lnTo>
                  <a:pt x="323" y="556"/>
                </a:lnTo>
                <a:lnTo>
                  <a:pt x="322" y="556"/>
                </a:lnTo>
                <a:lnTo>
                  <a:pt x="322" y="555"/>
                </a:lnTo>
                <a:lnTo>
                  <a:pt x="321" y="555"/>
                </a:lnTo>
                <a:lnTo>
                  <a:pt x="320" y="554"/>
                </a:lnTo>
                <a:lnTo>
                  <a:pt x="319" y="554"/>
                </a:lnTo>
                <a:lnTo>
                  <a:pt x="319" y="553"/>
                </a:lnTo>
                <a:lnTo>
                  <a:pt x="318" y="553"/>
                </a:lnTo>
                <a:lnTo>
                  <a:pt x="317" y="553"/>
                </a:lnTo>
                <a:lnTo>
                  <a:pt x="317" y="552"/>
                </a:lnTo>
                <a:lnTo>
                  <a:pt x="316" y="552"/>
                </a:lnTo>
                <a:lnTo>
                  <a:pt x="316" y="551"/>
                </a:lnTo>
                <a:lnTo>
                  <a:pt x="315" y="551"/>
                </a:lnTo>
                <a:lnTo>
                  <a:pt x="316" y="551"/>
                </a:lnTo>
                <a:lnTo>
                  <a:pt x="316" y="550"/>
                </a:lnTo>
                <a:lnTo>
                  <a:pt x="316" y="551"/>
                </a:lnTo>
                <a:lnTo>
                  <a:pt x="317" y="550"/>
                </a:lnTo>
                <a:lnTo>
                  <a:pt x="317" y="549"/>
                </a:lnTo>
                <a:lnTo>
                  <a:pt x="316" y="549"/>
                </a:lnTo>
                <a:lnTo>
                  <a:pt x="316" y="548"/>
                </a:lnTo>
                <a:lnTo>
                  <a:pt x="315" y="548"/>
                </a:lnTo>
                <a:lnTo>
                  <a:pt x="314" y="548"/>
                </a:lnTo>
                <a:lnTo>
                  <a:pt x="313" y="548"/>
                </a:lnTo>
                <a:lnTo>
                  <a:pt x="313" y="547"/>
                </a:lnTo>
                <a:lnTo>
                  <a:pt x="313" y="548"/>
                </a:lnTo>
                <a:lnTo>
                  <a:pt x="312" y="548"/>
                </a:lnTo>
                <a:lnTo>
                  <a:pt x="311" y="548"/>
                </a:lnTo>
                <a:lnTo>
                  <a:pt x="311" y="547"/>
                </a:lnTo>
                <a:lnTo>
                  <a:pt x="311" y="548"/>
                </a:lnTo>
                <a:lnTo>
                  <a:pt x="310" y="548"/>
                </a:lnTo>
                <a:lnTo>
                  <a:pt x="310" y="547"/>
                </a:lnTo>
                <a:lnTo>
                  <a:pt x="310" y="548"/>
                </a:lnTo>
                <a:lnTo>
                  <a:pt x="310" y="549"/>
                </a:lnTo>
                <a:lnTo>
                  <a:pt x="310" y="550"/>
                </a:lnTo>
                <a:lnTo>
                  <a:pt x="309" y="550"/>
                </a:lnTo>
                <a:lnTo>
                  <a:pt x="309" y="551"/>
                </a:lnTo>
                <a:lnTo>
                  <a:pt x="308" y="551"/>
                </a:lnTo>
                <a:lnTo>
                  <a:pt x="307" y="551"/>
                </a:lnTo>
                <a:lnTo>
                  <a:pt x="307" y="550"/>
                </a:lnTo>
                <a:lnTo>
                  <a:pt x="306" y="550"/>
                </a:lnTo>
                <a:lnTo>
                  <a:pt x="306" y="549"/>
                </a:lnTo>
                <a:lnTo>
                  <a:pt x="306" y="548"/>
                </a:lnTo>
                <a:lnTo>
                  <a:pt x="305" y="548"/>
                </a:lnTo>
                <a:lnTo>
                  <a:pt x="305" y="549"/>
                </a:lnTo>
                <a:lnTo>
                  <a:pt x="305" y="548"/>
                </a:lnTo>
                <a:lnTo>
                  <a:pt x="305" y="547"/>
                </a:lnTo>
                <a:lnTo>
                  <a:pt x="304" y="547"/>
                </a:lnTo>
                <a:lnTo>
                  <a:pt x="303" y="547"/>
                </a:lnTo>
                <a:lnTo>
                  <a:pt x="303" y="546"/>
                </a:lnTo>
                <a:lnTo>
                  <a:pt x="302" y="546"/>
                </a:lnTo>
                <a:lnTo>
                  <a:pt x="302" y="545"/>
                </a:lnTo>
                <a:lnTo>
                  <a:pt x="302" y="544"/>
                </a:lnTo>
                <a:lnTo>
                  <a:pt x="302" y="543"/>
                </a:lnTo>
                <a:lnTo>
                  <a:pt x="301" y="543"/>
                </a:lnTo>
                <a:lnTo>
                  <a:pt x="301" y="542"/>
                </a:lnTo>
                <a:lnTo>
                  <a:pt x="300" y="542"/>
                </a:lnTo>
                <a:lnTo>
                  <a:pt x="299" y="542"/>
                </a:lnTo>
                <a:lnTo>
                  <a:pt x="299" y="541"/>
                </a:lnTo>
                <a:lnTo>
                  <a:pt x="299" y="542"/>
                </a:lnTo>
                <a:lnTo>
                  <a:pt x="298" y="542"/>
                </a:lnTo>
                <a:lnTo>
                  <a:pt x="298" y="543"/>
                </a:lnTo>
                <a:lnTo>
                  <a:pt x="297" y="543"/>
                </a:lnTo>
                <a:lnTo>
                  <a:pt x="297" y="542"/>
                </a:lnTo>
                <a:lnTo>
                  <a:pt x="297" y="543"/>
                </a:lnTo>
                <a:lnTo>
                  <a:pt x="296" y="543"/>
                </a:lnTo>
                <a:lnTo>
                  <a:pt x="296" y="544"/>
                </a:lnTo>
                <a:lnTo>
                  <a:pt x="295" y="544"/>
                </a:lnTo>
                <a:lnTo>
                  <a:pt x="295" y="543"/>
                </a:lnTo>
                <a:lnTo>
                  <a:pt x="294" y="543"/>
                </a:lnTo>
                <a:lnTo>
                  <a:pt x="293" y="543"/>
                </a:lnTo>
                <a:lnTo>
                  <a:pt x="293" y="542"/>
                </a:lnTo>
                <a:lnTo>
                  <a:pt x="292" y="542"/>
                </a:lnTo>
                <a:lnTo>
                  <a:pt x="292" y="541"/>
                </a:lnTo>
                <a:lnTo>
                  <a:pt x="292" y="540"/>
                </a:lnTo>
                <a:lnTo>
                  <a:pt x="291" y="540"/>
                </a:lnTo>
                <a:lnTo>
                  <a:pt x="291" y="541"/>
                </a:lnTo>
                <a:lnTo>
                  <a:pt x="291" y="540"/>
                </a:lnTo>
                <a:lnTo>
                  <a:pt x="290" y="540"/>
                </a:lnTo>
                <a:lnTo>
                  <a:pt x="290" y="539"/>
                </a:lnTo>
                <a:lnTo>
                  <a:pt x="289" y="539"/>
                </a:lnTo>
                <a:lnTo>
                  <a:pt x="289" y="540"/>
                </a:lnTo>
                <a:lnTo>
                  <a:pt x="288" y="540"/>
                </a:lnTo>
                <a:lnTo>
                  <a:pt x="288" y="541"/>
                </a:lnTo>
                <a:lnTo>
                  <a:pt x="287" y="541"/>
                </a:lnTo>
                <a:lnTo>
                  <a:pt x="287" y="542"/>
                </a:lnTo>
                <a:lnTo>
                  <a:pt x="286" y="542"/>
                </a:lnTo>
                <a:lnTo>
                  <a:pt x="286" y="543"/>
                </a:lnTo>
                <a:lnTo>
                  <a:pt x="287" y="543"/>
                </a:lnTo>
                <a:lnTo>
                  <a:pt x="286" y="543"/>
                </a:lnTo>
                <a:lnTo>
                  <a:pt x="286" y="544"/>
                </a:lnTo>
                <a:lnTo>
                  <a:pt x="287" y="544"/>
                </a:lnTo>
                <a:lnTo>
                  <a:pt x="287" y="545"/>
                </a:lnTo>
                <a:lnTo>
                  <a:pt x="286" y="545"/>
                </a:lnTo>
                <a:lnTo>
                  <a:pt x="287" y="545"/>
                </a:lnTo>
                <a:lnTo>
                  <a:pt x="286" y="545"/>
                </a:lnTo>
                <a:lnTo>
                  <a:pt x="286" y="546"/>
                </a:lnTo>
                <a:lnTo>
                  <a:pt x="285" y="546"/>
                </a:lnTo>
                <a:lnTo>
                  <a:pt x="284" y="546"/>
                </a:lnTo>
                <a:lnTo>
                  <a:pt x="283" y="546"/>
                </a:lnTo>
                <a:lnTo>
                  <a:pt x="283" y="545"/>
                </a:lnTo>
                <a:lnTo>
                  <a:pt x="283" y="546"/>
                </a:lnTo>
                <a:lnTo>
                  <a:pt x="282" y="546"/>
                </a:lnTo>
                <a:lnTo>
                  <a:pt x="283" y="546"/>
                </a:lnTo>
                <a:lnTo>
                  <a:pt x="283" y="547"/>
                </a:lnTo>
                <a:lnTo>
                  <a:pt x="282" y="547"/>
                </a:lnTo>
                <a:lnTo>
                  <a:pt x="282" y="546"/>
                </a:lnTo>
                <a:lnTo>
                  <a:pt x="282" y="547"/>
                </a:lnTo>
                <a:lnTo>
                  <a:pt x="281" y="547"/>
                </a:lnTo>
                <a:lnTo>
                  <a:pt x="280" y="547"/>
                </a:lnTo>
                <a:lnTo>
                  <a:pt x="280" y="546"/>
                </a:lnTo>
                <a:lnTo>
                  <a:pt x="279" y="546"/>
                </a:lnTo>
                <a:lnTo>
                  <a:pt x="279" y="547"/>
                </a:lnTo>
                <a:lnTo>
                  <a:pt x="279" y="548"/>
                </a:lnTo>
                <a:lnTo>
                  <a:pt x="278" y="548"/>
                </a:lnTo>
                <a:lnTo>
                  <a:pt x="278" y="549"/>
                </a:lnTo>
                <a:lnTo>
                  <a:pt x="278" y="548"/>
                </a:lnTo>
                <a:lnTo>
                  <a:pt x="278" y="549"/>
                </a:lnTo>
                <a:lnTo>
                  <a:pt x="277" y="549"/>
                </a:lnTo>
                <a:lnTo>
                  <a:pt x="276" y="549"/>
                </a:lnTo>
                <a:lnTo>
                  <a:pt x="276" y="548"/>
                </a:lnTo>
                <a:lnTo>
                  <a:pt x="275" y="548"/>
                </a:lnTo>
                <a:lnTo>
                  <a:pt x="274" y="548"/>
                </a:lnTo>
                <a:lnTo>
                  <a:pt x="274" y="549"/>
                </a:lnTo>
                <a:lnTo>
                  <a:pt x="274" y="550"/>
                </a:lnTo>
                <a:lnTo>
                  <a:pt x="275" y="550"/>
                </a:lnTo>
                <a:lnTo>
                  <a:pt x="274" y="550"/>
                </a:lnTo>
                <a:lnTo>
                  <a:pt x="275" y="550"/>
                </a:lnTo>
                <a:lnTo>
                  <a:pt x="274" y="550"/>
                </a:lnTo>
                <a:lnTo>
                  <a:pt x="273" y="550"/>
                </a:lnTo>
                <a:lnTo>
                  <a:pt x="273" y="551"/>
                </a:lnTo>
                <a:lnTo>
                  <a:pt x="273" y="550"/>
                </a:lnTo>
                <a:lnTo>
                  <a:pt x="272" y="550"/>
                </a:lnTo>
                <a:lnTo>
                  <a:pt x="271" y="550"/>
                </a:lnTo>
                <a:lnTo>
                  <a:pt x="271" y="549"/>
                </a:lnTo>
                <a:lnTo>
                  <a:pt x="271" y="550"/>
                </a:lnTo>
                <a:lnTo>
                  <a:pt x="271" y="549"/>
                </a:lnTo>
                <a:lnTo>
                  <a:pt x="270" y="549"/>
                </a:lnTo>
                <a:lnTo>
                  <a:pt x="270" y="550"/>
                </a:lnTo>
                <a:lnTo>
                  <a:pt x="270" y="549"/>
                </a:lnTo>
                <a:lnTo>
                  <a:pt x="270" y="550"/>
                </a:lnTo>
                <a:lnTo>
                  <a:pt x="270" y="549"/>
                </a:lnTo>
                <a:lnTo>
                  <a:pt x="270" y="550"/>
                </a:lnTo>
                <a:lnTo>
                  <a:pt x="270" y="549"/>
                </a:lnTo>
                <a:lnTo>
                  <a:pt x="269" y="549"/>
                </a:lnTo>
                <a:lnTo>
                  <a:pt x="269" y="550"/>
                </a:lnTo>
                <a:lnTo>
                  <a:pt x="268" y="550"/>
                </a:lnTo>
                <a:lnTo>
                  <a:pt x="267" y="550"/>
                </a:lnTo>
                <a:lnTo>
                  <a:pt x="267" y="551"/>
                </a:lnTo>
                <a:lnTo>
                  <a:pt x="267" y="552"/>
                </a:lnTo>
                <a:lnTo>
                  <a:pt x="267" y="553"/>
                </a:lnTo>
                <a:lnTo>
                  <a:pt x="266" y="553"/>
                </a:lnTo>
                <a:lnTo>
                  <a:pt x="266" y="554"/>
                </a:lnTo>
                <a:lnTo>
                  <a:pt x="265" y="554"/>
                </a:lnTo>
                <a:lnTo>
                  <a:pt x="265" y="553"/>
                </a:lnTo>
                <a:lnTo>
                  <a:pt x="264" y="553"/>
                </a:lnTo>
                <a:lnTo>
                  <a:pt x="264" y="552"/>
                </a:lnTo>
                <a:lnTo>
                  <a:pt x="263" y="552"/>
                </a:lnTo>
                <a:lnTo>
                  <a:pt x="263" y="551"/>
                </a:lnTo>
                <a:lnTo>
                  <a:pt x="262" y="551"/>
                </a:lnTo>
                <a:lnTo>
                  <a:pt x="262" y="552"/>
                </a:lnTo>
                <a:lnTo>
                  <a:pt x="261" y="552"/>
                </a:lnTo>
                <a:lnTo>
                  <a:pt x="260" y="552"/>
                </a:lnTo>
                <a:lnTo>
                  <a:pt x="259" y="552"/>
                </a:lnTo>
                <a:lnTo>
                  <a:pt x="259" y="551"/>
                </a:lnTo>
                <a:lnTo>
                  <a:pt x="258" y="551"/>
                </a:lnTo>
                <a:lnTo>
                  <a:pt x="257" y="551"/>
                </a:lnTo>
                <a:lnTo>
                  <a:pt x="257" y="552"/>
                </a:lnTo>
                <a:lnTo>
                  <a:pt x="256" y="552"/>
                </a:lnTo>
                <a:lnTo>
                  <a:pt x="256" y="551"/>
                </a:lnTo>
                <a:lnTo>
                  <a:pt x="256" y="552"/>
                </a:lnTo>
                <a:lnTo>
                  <a:pt x="255" y="552"/>
                </a:lnTo>
                <a:lnTo>
                  <a:pt x="255" y="551"/>
                </a:lnTo>
                <a:lnTo>
                  <a:pt x="254" y="551"/>
                </a:lnTo>
                <a:lnTo>
                  <a:pt x="253" y="551"/>
                </a:lnTo>
                <a:lnTo>
                  <a:pt x="253" y="550"/>
                </a:lnTo>
                <a:lnTo>
                  <a:pt x="252" y="550"/>
                </a:lnTo>
                <a:lnTo>
                  <a:pt x="253" y="550"/>
                </a:lnTo>
                <a:lnTo>
                  <a:pt x="253" y="549"/>
                </a:lnTo>
                <a:lnTo>
                  <a:pt x="252" y="549"/>
                </a:lnTo>
                <a:lnTo>
                  <a:pt x="251" y="549"/>
                </a:lnTo>
                <a:lnTo>
                  <a:pt x="251" y="548"/>
                </a:lnTo>
                <a:lnTo>
                  <a:pt x="252" y="548"/>
                </a:lnTo>
                <a:lnTo>
                  <a:pt x="252" y="547"/>
                </a:lnTo>
                <a:lnTo>
                  <a:pt x="252" y="548"/>
                </a:lnTo>
                <a:lnTo>
                  <a:pt x="253" y="548"/>
                </a:lnTo>
                <a:lnTo>
                  <a:pt x="253" y="547"/>
                </a:lnTo>
                <a:lnTo>
                  <a:pt x="253" y="546"/>
                </a:lnTo>
                <a:lnTo>
                  <a:pt x="254" y="546"/>
                </a:lnTo>
                <a:lnTo>
                  <a:pt x="253" y="546"/>
                </a:lnTo>
                <a:lnTo>
                  <a:pt x="253" y="545"/>
                </a:lnTo>
                <a:lnTo>
                  <a:pt x="253" y="544"/>
                </a:lnTo>
                <a:lnTo>
                  <a:pt x="252" y="544"/>
                </a:lnTo>
                <a:lnTo>
                  <a:pt x="251" y="544"/>
                </a:lnTo>
                <a:lnTo>
                  <a:pt x="251" y="543"/>
                </a:lnTo>
                <a:lnTo>
                  <a:pt x="251" y="542"/>
                </a:lnTo>
                <a:lnTo>
                  <a:pt x="250" y="542"/>
                </a:lnTo>
                <a:lnTo>
                  <a:pt x="250" y="541"/>
                </a:lnTo>
                <a:lnTo>
                  <a:pt x="249" y="541"/>
                </a:lnTo>
                <a:lnTo>
                  <a:pt x="249" y="540"/>
                </a:lnTo>
                <a:lnTo>
                  <a:pt x="249" y="539"/>
                </a:lnTo>
                <a:lnTo>
                  <a:pt x="250" y="539"/>
                </a:lnTo>
                <a:lnTo>
                  <a:pt x="249" y="539"/>
                </a:lnTo>
                <a:lnTo>
                  <a:pt x="248" y="539"/>
                </a:lnTo>
                <a:lnTo>
                  <a:pt x="248" y="538"/>
                </a:lnTo>
                <a:lnTo>
                  <a:pt x="248" y="537"/>
                </a:lnTo>
                <a:lnTo>
                  <a:pt x="247" y="537"/>
                </a:lnTo>
                <a:lnTo>
                  <a:pt x="247" y="538"/>
                </a:lnTo>
                <a:lnTo>
                  <a:pt x="247" y="537"/>
                </a:lnTo>
                <a:lnTo>
                  <a:pt x="246" y="537"/>
                </a:lnTo>
                <a:lnTo>
                  <a:pt x="246" y="536"/>
                </a:lnTo>
                <a:lnTo>
                  <a:pt x="245" y="536"/>
                </a:lnTo>
                <a:lnTo>
                  <a:pt x="245" y="535"/>
                </a:lnTo>
                <a:lnTo>
                  <a:pt x="244" y="535"/>
                </a:lnTo>
                <a:lnTo>
                  <a:pt x="244" y="534"/>
                </a:lnTo>
                <a:lnTo>
                  <a:pt x="244" y="535"/>
                </a:lnTo>
                <a:lnTo>
                  <a:pt x="243" y="535"/>
                </a:lnTo>
                <a:lnTo>
                  <a:pt x="243" y="534"/>
                </a:lnTo>
                <a:lnTo>
                  <a:pt x="242" y="534"/>
                </a:lnTo>
                <a:lnTo>
                  <a:pt x="242" y="535"/>
                </a:lnTo>
                <a:lnTo>
                  <a:pt x="241" y="535"/>
                </a:lnTo>
                <a:lnTo>
                  <a:pt x="240" y="535"/>
                </a:lnTo>
                <a:lnTo>
                  <a:pt x="239" y="535"/>
                </a:lnTo>
                <a:lnTo>
                  <a:pt x="239" y="534"/>
                </a:lnTo>
                <a:lnTo>
                  <a:pt x="238" y="534"/>
                </a:lnTo>
                <a:lnTo>
                  <a:pt x="237" y="534"/>
                </a:lnTo>
                <a:lnTo>
                  <a:pt x="237" y="533"/>
                </a:lnTo>
                <a:lnTo>
                  <a:pt x="236" y="533"/>
                </a:lnTo>
                <a:lnTo>
                  <a:pt x="235" y="533"/>
                </a:lnTo>
                <a:lnTo>
                  <a:pt x="234" y="533"/>
                </a:lnTo>
                <a:lnTo>
                  <a:pt x="235" y="533"/>
                </a:lnTo>
                <a:lnTo>
                  <a:pt x="235" y="534"/>
                </a:lnTo>
                <a:lnTo>
                  <a:pt x="234" y="534"/>
                </a:lnTo>
                <a:lnTo>
                  <a:pt x="233" y="534"/>
                </a:lnTo>
                <a:lnTo>
                  <a:pt x="233" y="535"/>
                </a:lnTo>
                <a:lnTo>
                  <a:pt x="232" y="535"/>
                </a:lnTo>
                <a:lnTo>
                  <a:pt x="232" y="534"/>
                </a:lnTo>
                <a:lnTo>
                  <a:pt x="231" y="534"/>
                </a:lnTo>
                <a:lnTo>
                  <a:pt x="230" y="534"/>
                </a:lnTo>
                <a:lnTo>
                  <a:pt x="230" y="535"/>
                </a:lnTo>
                <a:lnTo>
                  <a:pt x="230" y="534"/>
                </a:lnTo>
                <a:lnTo>
                  <a:pt x="230" y="535"/>
                </a:lnTo>
                <a:lnTo>
                  <a:pt x="230" y="534"/>
                </a:lnTo>
                <a:lnTo>
                  <a:pt x="230" y="533"/>
                </a:lnTo>
                <a:lnTo>
                  <a:pt x="229" y="533"/>
                </a:lnTo>
                <a:lnTo>
                  <a:pt x="229" y="534"/>
                </a:lnTo>
                <a:lnTo>
                  <a:pt x="229" y="533"/>
                </a:lnTo>
                <a:lnTo>
                  <a:pt x="228" y="533"/>
                </a:lnTo>
                <a:lnTo>
                  <a:pt x="228" y="532"/>
                </a:lnTo>
                <a:lnTo>
                  <a:pt x="228" y="533"/>
                </a:lnTo>
                <a:lnTo>
                  <a:pt x="227" y="533"/>
                </a:lnTo>
                <a:lnTo>
                  <a:pt x="226" y="533"/>
                </a:lnTo>
                <a:lnTo>
                  <a:pt x="226" y="534"/>
                </a:lnTo>
                <a:lnTo>
                  <a:pt x="225" y="534"/>
                </a:lnTo>
                <a:lnTo>
                  <a:pt x="224" y="534"/>
                </a:lnTo>
                <a:lnTo>
                  <a:pt x="224" y="533"/>
                </a:lnTo>
                <a:lnTo>
                  <a:pt x="223" y="533"/>
                </a:lnTo>
                <a:lnTo>
                  <a:pt x="223" y="534"/>
                </a:lnTo>
                <a:lnTo>
                  <a:pt x="222" y="534"/>
                </a:lnTo>
                <a:lnTo>
                  <a:pt x="222" y="533"/>
                </a:lnTo>
                <a:lnTo>
                  <a:pt x="221" y="533"/>
                </a:lnTo>
                <a:lnTo>
                  <a:pt x="221" y="534"/>
                </a:lnTo>
                <a:lnTo>
                  <a:pt x="220" y="534"/>
                </a:lnTo>
                <a:lnTo>
                  <a:pt x="220" y="533"/>
                </a:lnTo>
                <a:lnTo>
                  <a:pt x="220" y="534"/>
                </a:lnTo>
                <a:lnTo>
                  <a:pt x="219" y="534"/>
                </a:lnTo>
                <a:lnTo>
                  <a:pt x="218" y="534"/>
                </a:lnTo>
                <a:lnTo>
                  <a:pt x="217" y="534"/>
                </a:lnTo>
                <a:lnTo>
                  <a:pt x="216" y="534"/>
                </a:lnTo>
                <a:lnTo>
                  <a:pt x="216" y="535"/>
                </a:lnTo>
                <a:lnTo>
                  <a:pt x="217" y="535"/>
                </a:lnTo>
                <a:lnTo>
                  <a:pt x="217" y="536"/>
                </a:lnTo>
                <a:lnTo>
                  <a:pt x="217" y="537"/>
                </a:lnTo>
                <a:lnTo>
                  <a:pt x="217" y="538"/>
                </a:lnTo>
                <a:lnTo>
                  <a:pt x="217" y="539"/>
                </a:lnTo>
                <a:lnTo>
                  <a:pt x="217" y="540"/>
                </a:lnTo>
                <a:lnTo>
                  <a:pt x="216" y="540"/>
                </a:lnTo>
                <a:lnTo>
                  <a:pt x="216" y="541"/>
                </a:lnTo>
                <a:lnTo>
                  <a:pt x="215" y="541"/>
                </a:lnTo>
                <a:lnTo>
                  <a:pt x="215" y="542"/>
                </a:lnTo>
                <a:lnTo>
                  <a:pt x="215" y="541"/>
                </a:lnTo>
                <a:lnTo>
                  <a:pt x="214" y="541"/>
                </a:lnTo>
                <a:lnTo>
                  <a:pt x="213" y="540"/>
                </a:lnTo>
                <a:lnTo>
                  <a:pt x="212" y="540"/>
                </a:lnTo>
                <a:lnTo>
                  <a:pt x="211" y="540"/>
                </a:lnTo>
                <a:lnTo>
                  <a:pt x="210" y="540"/>
                </a:lnTo>
                <a:lnTo>
                  <a:pt x="210" y="541"/>
                </a:lnTo>
                <a:lnTo>
                  <a:pt x="210" y="542"/>
                </a:lnTo>
                <a:lnTo>
                  <a:pt x="209" y="542"/>
                </a:lnTo>
                <a:lnTo>
                  <a:pt x="208" y="542"/>
                </a:lnTo>
                <a:lnTo>
                  <a:pt x="207" y="542"/>
                </a:lnTo>
                <a:lnTo>
                  <a:pt x="206" y="541"/>
                </a:lnTo>
                <a:lnTo>
                  <a:pt x="205" y="541"/>
                </a:lnTo>
                <a:lnTo>
                  <a:pt x="204" y="541"/>
                </a:lnTo>
                <a:lnTo>
                  <a:pt x="204" y="542"/>
                </a:lnTo>
                <a:lnTo>
                  <a:pt x="203" y="542"/>
                </a:lnTo>
                <a:lnTo>
                  <a:pt x="202" y="542"/>
                </a:lnTo>
                <a:lnTo>
                  <a:pt x="201" y="542"/>
                </a:lnTo>
                <a:lnTo>
                  <a:pt x="200" y="543"/>
                </a:lnTo>
                <a:lnTo>
                  <a:pt x="201" y="543"/>
                </a:lnTo>
                <a:lnTo>
                  <a:pt x="200" y="543"/>
                </a:lnTo>
                <a:lnTo>
                  <a:pt x="200" y="544"/>
                </a:lnTo>
                <a:lnTo>
                  <a:pt x="200" y="545"/>
                </a:lnTo>
                <a:lnTo>
                  <a:pt x="201" y="545"/>
                </a:lnTo>
                <a:lnTo>
                  <a:pt x="200" y="545"/>
                </a:lnTo>
                <a:lnTo>
                  <a:pt x="199" y="545"/>
                </a:lnTo>
                <a:lnTo>
                  <a:pt x="198" y="544"/>
                </a:lnTo>
                <a:lnTo>
                  <a:pt x="198" y="543"/>
                </a:lnTo>
                <a:lnTo>
                  <a:pt x="198" y="542"/>
                </a:lnTo>
                <a:lnTo>
                  <a:pt x="197" y="542"/>
                </a:lnTo>
                <a:lnTo>
                  <a:pt x="196" y="542"/>
                </a:lnTo>
                <a:lnTo>
                  <a:pt x="196" y="541"/>
                </a:lnTo>
                <a:lnTo>
                  <a:pt x="196" y="540"/>
                </a:lnTo>
                <a:lnTo>
                  <a:pt x="195" y="540"/>
                </a:lnTo>
                <a:lnTo>
                  <a:pt x="195" y="539"/>
                </a:lnTo>
                <a:lnTo>
                  <a:pt x="195" y="538"/>
                </a:lnTo>
                <a:lnTo>
                  <a:pt x="196" y="538"/>
                </a:lnTo>
                <a:lnTo>
                  <a:pt x="196" y="537"/>
                </a:lnTo>
                <a:lnTo>
                  <a:pt x="195" y="537"/>
                </a:lnTo>
                <a:lnTo>
                  <a:pt x="194" y="537"/>
                </a:lnTo>
                <a:lnTo>
                  <a:pt x="193" y="537"/>
                </a:lnTo>
                <a:lnTo>
                  <a:pt x="194" y="537"/>
                </a:lnTo>
                <a:lnTo>
                  <a:pt x="193" y="537"/>
                </a:lnTo>
                <a:lnTo>
                  <a:pt x="194" y="537"/>
                </a:lnTo>
                <a:lnTo>
                  <a:pt x="194" y="536"/>
                </a:lnTo>
                <a:lnTo>
                  <a:pt x="193" y="536"/>
                </a:lnTo>
                <a:lnTo>
                  <a:pt x="193" y="535"/>
                </a:lnTo>
                <a:lnTo>
                  <a:pt x="194" y="535"/>
                </a:lnTo>
                <a:lnTo>
                  <a:pt x="193" y="535"/>
                </a:lnTo>
                <a:lnTo>
                  <a:pt x="193" y="534"/>
                </a:lnTo>
                <a:lnTo>
                  <a:pt x="192" y="534"/>
                </a:lnTo>
                <a:lnTo>
                  <a:pt x="192" y="533"/>
                </a:lnTo>
                <a:lnTo>
                  <a:pt x="191" y="533"/>
                </a:lnTo>
                <a:lnTo>
                  <a:pt x="191" y="534"/>
                </a:lnTo>
                <a:lnTo>
                  <a:pt x="190" y="534"/>
                </a:lnTo>
                <a:lnTo>
                  <a:pt x="190" y="535"/>
                </a:lnTo>
                <a:lnTo>
                  <a:pt x="190" y="534"/>
                </a:lnTo>
                <a:lnTo>
                  <a:pt x="190" y="535"/>
                </a:lnTo>
                <a:lnTo>
                  <a:pt x="190" y="534"/>
                </a:lnTo>
                <a:lnTo>
                  <a:pt x="189" y="534"/>
                </a:lnTo>
                <a:lnTo>
                  <a:pt x="188" y="533"/>
                </a:lnTo>
                <a:lnTo>
                  <a:pt x="187" y="533"/>
                </a:lnTo>
                <a:lnTo>
                  <a:pt x="187" y="532"/>
                </a:lnTo>
                <a:lnTo>
                  <a:pt x="187" y="531"/>
                </a:lnTo>
                <a:lnTo>
                  <a:pt x="186" y="531"/>
                </a:lnTo>
                <a:lnTo>
                  <a:pt x="186" y="530"/>
                </a:lnTo>
                <a:lnTo>
                  <a:pt x="185" y="530"/>
                </a:lnTo>
                <a:lnTo>
                  <a:pt x="185" y="529"/>
                </a:lnTo>
                <a:lnTo>
                  <a:pt x="184" y="529"/>
                </a:lnTo>
                <a:lnTo>
                  <a:pt x="183" y="529"/>
                </a:lnTo>
                <a:lnTo>
                  <a:pt x="182" y="529"/>
                </a:lnTo>
                <a:lnTo>
                  <a:pt x="182" y="528"/>
                </a:lnTo>
                <a:lnTo>
                  <a:pt x="181" y="528"/>
                </a:lnTo>
                <a:lnTo>
                  <a:pt x="180" y="528"/>
                </a:lnTo>
                <a:lnTo>
                  <a:pt x="179" y="528"/>
                </a:lnTo>
                <a:lnTo>
                  <a:pt x="179" y="527"/>
                </a:lnTo>
                <a:lnTo>
                  <a:pt x="178" y="527"/>
                </a:lnTo>
                <a:lnTo>
                  <a:pt x="178" y="526"/>
                </a:lnTo>
                <a:lnTo>
                  <a:pt x="178" y="525"/>
                </a:lnTo>
                <a:lnTo>
                  <a:pt x="177" y="524"/>
                </a:lnTo>
                <a:lnTo>
                  <a:pt x="178" y="524"/>
                </a:lnTo>
                <a:lnTo>
                  <a:pt x="177" y="524"/>
                </a:lnTo>
                <a:lnTo>
                  <a:pt x="177" y="523"/>
                </a:lnTo>
                <a:lnTo>
                  <a:pt x="176" y="523"/>
                </a:lnTo>
                <a:lnTo>
                  <a:pt x="176" y="522"/>
                </a:lnTo>
                <a:lnTo>
                  <a:pt x="175" y="522"/>
                </a:lnTo>
                <a:lnTo>
                  <a:pt x="175" y="523"/>
                </a:lnTo>
                <a:lnTo>
                  <a:pt x="176" y="523"/>
                </a:lnTo>
                <a:lnTo>
                  <a:pt x="176" y="524"/>
                </a:lnTo>
                <a:lnTo>
                  <a:pt x="175" y="523"/>
                </a:lnTo>
                <a:lnTo>
                  <a:pt x="174" y="523"/>
                </a:lnTo>
                <a:lnTo>
                  <a:pt x="174" y="524"/>
                </a:lnTo>
                <a:lnTo>
                  <a:pt x="172" y="524"/>
                </a:lnTo>
                <a:lnTo>
                  <a:pt x="172" y="523"/>
                </a:lnTo>
                <a:lnTo>
                  <a:pt x="171" y="523"/>
                </a:lnTo>
                <a:lnTo>
                  <a:pt x="171" y="524"/>
                </a:lnTo>
                <a:lnTo>
                  <a:pt x="171" y="523"/>
                </a:lnTo>
                <a:lnTo>
                  <a:pt x="170" y="523"/>
                </a:lnTo>
                <a:lnTo>
                  <a:pt x="169" y="523"/>
                </a:lnTo>
                <a:lnTo>
                  <a:pt x="169" y="522"/>
                </a:lnTo>
                <a:lnTo>
                  <a:pt x="167" y="522"/>
                </a:lnTo>
                <a:lnTo>
                  <a:pt x="167" y="521"/>
                </a:lnTo>
                <a:lnTo>
                  <a:pt x="166" y="521"/>
                </a:lnTo>
                <a:lnTo>
                  <a:pt x="165" y="521"/>
                </a:lnTo>
                <a:lnTo>
                  <a:pt x="164" y="521"/>
                </a:lnTo>
                <a:lnTo>
                  <a:pt x="164" y="522"/>
                </a:lnTo>
                <a:lnTo>
                  <a:pt x="163" y="522"/>
                </a:lnTo>
                <a:lnTo>
                  <a:pt x="163" y="523"/>
                </a:lnTo>
                <a:lnTo>
                  <a:pt x="162" y="523"/>
                </a:lnTo>
                <a:lnTo>
                  <a:pt x="162" y="522"/>
                </a:lnTo>
                <a:lnTo>
                  <a:pt x="161" y="522"/>
                </a:lnTo>
                <a:lnTo>
                  <a:pt x="159" y="522"/>
                </a:lnTo>
                <a:lnTo>
                  <a:pt x="159" y="523"/>
                </a:lnTo>
                <a:lnTo>
                  <a:pt x="158" y="523"/>
                </a:lnTo>
                <a:lnTo>
                  <a:pt x="157" y="523"/>
                </a:lnTo>
                <a:lnTo>
                  <a:pt x="157" y="522"/>
                </a:lnTo>
                <a:lnTo>
                  <a:pt x="156" y="522"/>
                </a:lnTo>
                <a:lnTo>
                  <a:pt x="156" y="521"/>
                </a:lnTo>
                <a:lnTo>
                  <a:pt x="155" y="521"/>
                </a:lnTo>
                <a:lnTo>
                  <a:pt x="155" y="520"/>
                </a:lnTo>
                <a:lnTo>
                  <a:pt x="154" y="520"/>
                </a:lnTo>
                <a:lnTo>
                  <a:pt x="155" y="520"/>
                </a:lnTo>
                <a:lnTo>
                  <a:pt x="155" y="519"/>
                </a:lnTo>
                <a:lnTo>
                  <a:pt x="155" y="518"/>
                </a:lnTo>
                <a:lnTo>
                  <a:pt x="155" y="517"/>
                </a:lnTo>
                <a:lnTo>
                  <a:pt x="155" y="516"/>
                </a:lnTo>
                <a:lnTo>
                  <a:pt x="155" y="515"/>
                </a:lnTo>
                <a:lnTo>
                  <a:pt x="155" y="514"/>
                </a:lnTo>
                <a:lnTo>
                  <a:pt x="154" y="514"/>
                </a:lnTo>
                <a:lnTo>
                  <a:pt x="155" y="514"/>
                </a:lnTo>
                <a:lnTo>
                  <a:pt x="155" y="513"/>
                </a:lnTo>
                <a:lnTo>
                  <a:pt x="155" y="512"/>
                </a:lnTo>
                <a:lnTo>
                  <a:pt x="155" y="511"/>
                </a:lnTo>
                <a:lnTo>
                  <a:pt x="156" y="511"/>
                </a:lnTo>
                <a:lnTo>
                  <a:pt x="156" y="510"/>
                </a:lnTo>
                <a:lnTo>
                  <a:pt x="156" y="509"/>
                </a:lnTo>
                <a:lnTo>
                  <a:pt x="155" y="509"/>
                </a:lnTo>
                <a:lnTo>
                  <a:pt x="155" y="508"/>
                </a:lnTo>
                <a:lnTo>
                  <a:pt x="154" y="508"/>
                </a:lnTo>
                <a:lnTo>
                  <a:pt x="154" y="507"/>
                </a:lnTo>
                <a:lnTo>
                  <a:pt x="154" y="506"/>
                </a:lnTo>
                <a:lnTo>
                  <a:pt x="154" y="505"/>
                </a:lnTo>
                <a:lnTo>
                  <a:pt x="153" y="505"/>
                </a:lnTo>
                <a:lnTo>
                  <a:pt x="152" y="505"/>
                </a:lnTo>
                <a:lnTo>
                  <a:pt x="152" y="504"/>
                </a:lnTo>
                <a:lnTo>
                  <a:pt x="152" y="503"/>
                </a:lnTo>
                <a:lnTo>
                  <a:pt x="153" y="503"/>
                </a:lnTo>
                <a:lnTo>
                  <a:pt x="152" y="503"/>
                </a:lnTo>
                <a:lnTo>
                  <a:pt x="152" y="502"/>
                </a:lnTo>
                <a:lnTo>
                  <a:pt x="151" y="501"/>
                </a:lnTo>
                <a:lnTo>
                  <a:pt x="150" y="500"/>
                </a:lnTo>
                <a:lnTo>
                  <a:pt x="150" y="499"/>
                </a:lnTo>
                <a:lnTo>
                  <a:pt x="150" y="498"/>
                </a:lnTo>
                <a:lnTo>
                  <a:pt x="150" y="496"/>
                </a:lnTo>
                <a:lnTo>
                  <a:pt x="152" y="496"/>
                </a:lnTo>
                <a:lnTo>
                  <a:pt x="153" y="496"/>
                </a:lnTo>
                <a:lnTo>
                  <a:pt x="154" y="495"/>
                </a:lnTo>
                <a:lnTo>
                  <a:pt x="155" y="494"/>
                </a:lnTo>
                <a:lnTo>
                  <a:pt x="155" y="493"/>
                </a:lnTo>
                <a:lnTo>
                  <a:pt x="155" y="492"/>
                </a:lnTo>
                <a:lnTo>
                  <a:pt x="155" y="491"/>
                </a:lnTo>
                <a:lnTo>
                  <a:pt x="156" y="491"/>
                </a:lnTo>
                <a:lnTo>
                  <a:pt x="156" y="490"/>
                </a:lnTo>
                <a:lnTo>
                  <a:pt x="157" y="489"/>
                </a:lnTo>
                <a:lnTo>
                  <a:pt x="158" y="488"/>
                </a:lnTo>
                <a:lnTo>
                  <a:pt x="158" y="487"/>
                </a:lnTo>
                <a:lnTo>
                  <a:pt x="158" y="486"/>
                </a:lnTo>
                <a:lnTo>
                  <a:pt x="159" y="486"/>
                </a:lnTo>
                <a:lnTo>
                  <a:pt x="161" y="486"/>
                </a:lnTo>
                <a:lnTo>
                  <a:pt x="161" y="485"/>
                </a:lnTo>
                <a:lnTo>
                  <a:pt x="161" y="484"/>
                </a:lnTo>
                <a:lnTo>
                  <a:pt x="162" y="484"/>
                </a:lnTo>
                <a:lnTo>
                  <a:pt x="163" y="484"/>
                </a:lnTo>
                <a:lnTo>
                  <a:pt x="164" y="483"/>
                </a:lnTo>
                <a:lnTo>
                  <a:pt x="165" y="482"/>
                </a:lnTo>
                <a:lnTo>
                  <a:pt x="166" y="482"/>
                </a:lnTo>
                <a:lnTo>
                  <a:pt x="166" y="481"/>
                </a:lnTo>
                <a:lnTo>
                  <a:pt x="167" y="481"/>
                </a:lnTo>
                <a:lnTo>
                  <a:pt x="169" y="481"/>
                </a:lnTo>
                <a:lnTo>
                  <a:pt x="170" y="482"/>
                </a:lnTo>
                <a:lnTo>
                  <a:pt x="170" y="483"/>
                </a:lnTo>
                <a:lnTo>
                  <a:pt x="169" y="483"/>
                </a:lnTo>
                <a:lnTo>
                  <a:pt x="169" y="484"/>
                </a:lnTo>
                <a:lnTo>
                  <a:pt x="170" y="484"/>
                </a:lnTo>
                <a:lnTo>
                  <a:pt x="171" y="484"/>
                </a:lnTo>
                <a:lnTo>
                  <a:pt x="171" y="485"/>
                </a:lnTo>
                <a:lnTo>
                  <a:pt x="171" y="484"/>
                </a:lnTo>
                <a:lnTo>
                  <a:pt x="173" y="484"/>
                </a:lnTo>
                <a:lnTo>
                  <a:pt x="173" y="483"/>
                </a:lnTo>
                <a:lnTo>
                  <a:pt x="173" y="482"/>
                </a:lnTo>
                <a:lnTo>
                  <a:pt x="172" y="481"/>
                </a:lnTo>
                <a:lnTo>
                  <a:pt x="171" y="480"/>
                </a:lnTo>
                <a:lnTo>
                  <a:pt x="170" y="480"/>
                </a:lnTo>
                <a:lnTo>
                  <a:pt x="169" y="480"/>
                </a:lnTo>
                <a:lnTo>
                  <a:pt x="169" y="479"/>
                </a:lnTo>
                <a:lnTo>
                  <a:pt x="170" y="479"/>
                </a:lnTo>
                <a:lnTo>
                  <a:pt x="171" y="480"/>
                </a:lnTo>
                <a:lnTo>
                  <a:pt x="172" y="479"/>
                </a:lnTo>
                <a:lnTo>
                  <a:pt x="173" y="478"/>
                </a:lnTo>
                <a:lnTo>
                  <a:pt x="172" y="478"/>
                </a:lnTo>
                <a:lnTo>
                  <a:pt x="172" y="477"/>
                </a:lnTo>
                <a:lnTo>
                  <a:pt x="171" y="477"/>
                </a:lnTo>
                <a:lnTo>
                  <a:pt x="170" y="477"/>
                </a:lnTo>
                <a:lnTo>
                  <a:pt x="170" y="476"/>
                </a:lnTo>
                <a:lnTo>
                  <a:pt x="170" y="475"/>
                </a:lnTo>
                <a:lnTo>
                  <a:pt x="169" y="475"/>
                </a:lnTo>
                <a:lnTo>
                  <a:pt x="169" y="474"/>
                </a:lnTo>
                <a:lnTo>
                  <a:pt x="168" y="474"/>
                </a:lnTo>
                <a:lnTo>
                  <a:pt x="167" y="474"/>
                </a:lnTo>
                <a:lnTo>
                  <a:pt x="166" y="473"/>
                </a:lnTo>
                <a:lnTo>
                  <a:pt x="165" y="473"/>
                </a:lnTo>
                <a:lnTo>
                  <a:pt x="164" y="473"/>
                </a:lnTo>
                <a:lnTo>
                  <a:pt x="163" y="473"/>
                </a:lnTo>
                <a:lnTo>
                  <a:pt x="163" y="472"/>
                </a:lnTo>
                <a:lnTo>
                  <a:pt x="164" y="472"/>
                </a:lnTo>
                <a:lnTo>
                  <a:pt x="165" y="472"/>
                </a:lnTo>
                <a:lnTo>
                  <a:pt x="167" y="472"/>
                </a:lnTo>
                <a:lnTo>
                  <a:pt x="168" y="472"/>
                </a:lnTo>
                <a:lnTo>
                  <a:pt x="168" y="473"/>
                </a:lnTo>
                <a:lnTo>
                  <a:pt x="169" y="473"/>
                </a:lnTo>
                <a:lnTo>
                  <a:pt x="169" y="472"/>
                </a:lnTo>
                <a:lnTo>
                  <a:pt x="170" y="472"/>
                </a:lnTo>
                <a:lnTo>
                  <a:pt x="171" y="472"/>
                </a:lnTo>
                <a:lnTo>
                  <a:pt x="172" y="473"/>
                </a:lnTo>
                <a:lnTo>
                  <a:pt x="173" y="473"/>
                </a:lnTo>
                <a:lnTo>
                  <a:pt x="174" y="472"/>
                </a:lnTo>
                <a:lnTo>
                  <a:pt x="175" y="472"/>
                </a:lnTo>
                <a:lnTo>
                  <a:pt x="176" y="471"/>
                </a:lnTo>
                <a:lnTo>
                  <a:pt x="176" y="470"/>
                </a:lnTo>
                <a:lnTo>
                  <a:pt x="177" y="469"/>
                </a:lnTo>
                <a:lnTo>
                  <a:pt x="178" y="468"/>
                </a:lnTo>
                <a:lnTo>
                  <a:pt x="179" y="468"/>
                </a:lnTo>
                <a:lnTo>
                  <a:pt x="180" y="468"/>
                </a:lnTo>
                <a:lnTo>
                  <a:pt x="180" y="467"/>
                </a:lnTo>
                <a:lnTo>
                  <a:pt x="181" y="466"/>
                </a:lnTo>
                <a:lnTo>
                  <a:pt x="181" y="465"/>
                </a:lnTo>
                <a:lnTo>
                  <a:pt x="181" y="464"/>
                </a:lnTo>
                <a:lnTo>
                  <a:pt x="182" y="464"/>
                </a:lnTo>
                <a:lnTo>
                  <a:pt x="183" y="463"/>
                </a:lnTo>
                <a:lnTo>
                  <a:pt x="183" y="464"/>
                </a:lnTo>
                <a:lnTo>
                  <a:pt x="184" y="464"/>
                </a:lnTo>
                <a:lnTo>
                  <a:pt x="184" y="463"/>
                </a:lnTo>
                <a:lnTo>
                  <a:pt x="185" y="463"/>
                </a:lnTo>
                <a:lnTo>
                  <a:pt x="186" y="462"/>
                </a:lnTo>
                <a:lnTo>
                  <a:pt x="187" y="462"/>
                </a:lnTo>
                <a:lnTo>
                  <a:pt x="188" y="462"/>
                </a:lnTo>
                <a:lnTo>
                  <a:pt x="188" y="463"/>
                </a:lnTo>
                <a:lnTo>
                  <a:pt x="189" y="463"/>
                </a:lnTo>
                <a:lnTo>
                  <a:pt x="189" y="462"/>
                </a:lnTo>
                <a:lnTo>
                  <a:pt x="190" y="461"/>
                </a:lnTo>
                <a:lnTo>
                  <a:pt x="190" y="460"/>
                </a:lnTo>
                <a:lnTo>
                  <a:pt x="189" y="460"/>
                </a:lnTo>
                <a:lnTo>
                  <a:pt x="190" y="460"/>
                </a:lnTo>
                <a:lnTo>
                  <a:pt x="190" y="459"/>
                </a:lnTo>
                <a:lnTo>
                  <a:pt x="189" y="458"/>
                </a:lnTo>
                <a:lnTo>
                  <a:pt x="189" y="457"/>
                </a:lnTo>
                <a:lnTo>
                  <a:pt x="190" y="457"/>
                </a:lnTo>
                <a:lnTo>
                  <a:pt x="190" y="456"/>
                </a:lnTo>
                <a:lnTo>
                  <a:pt x="191" y="455"/>
                </a:lnTo>
                <a:lnTo>
                  <a:pt x="192" y="455"/>
                </a:lnTo>
                <a:lnTo>
                  <a:pt x="192" y="454"/>
                </a:lnTo>
                <a:lnTo>
                  <a:pt x="193" y="454"/>
                </a:lnTo>
                <a:lnTo>
                  <a:pt x="194" y="453"/>
                </a:lnTo>
                <a:lnTo>
                  <a:pt x="195" y="453"/>
                </a:lnTo>
                <a:lnTo>
                  <a:pt x="194" y="454"/>
                </a:lnTo>
                <a:lnTo>
                  <a:pt x="195" y="454"/>
                </a:lnTo>
                <a:lnTo>
                  <a:pt x="196" y="453"/>
                </a:lnTo>
                <a:lnTo>
                  <a:pt x="197" y="453"/>
                </a:lnTo>
                <a:lnTo>
                  <a:pt x="198" y="453"/>
                </a:lnTo>
                <a:lnTo>
                  <a:pt x="199" y="453"/>
                </a:lnTo>
                <a:lnTo>
                  <a:pt x="200" y="453"/>
                </a:lnTo>
                <a:lnTo>
                  <a:pt x="201" y="455"/>
                </a:lnTo>
                <a:lnTo>
                  <a:pt x="202" y="455"/>
                </a:lnTo>
                <a:lnTo>
                  <a:pt x="202" y="457"/>
                </a:lnTo>
                <a:lnTo>
                  <a:pt x="201" y="457"/>
                </a:lnTo>
                <a:lnTo>
                  <a:pt x="202" y="458"/>
                </a:lnTo>
                <a:lnTo>
                  <a:pt x="203" y="458"/>
                </a:lnTo>
                <a:lnTo>
                  <a:pt x="203" y="457"/>
                </a:lnTo>
                <a:lnTo>
                  <a:pt x="204" y="457"/>
                </a:lnTo>
                <a:lnTo>
                  <a:pt x="205" y="457"/>
                </a:lnTo>
                <a:lnTo>
                  <a:pt x="206" y="457"/>
                </a:lnTo>
                <a:lnTo>
                  <a:pt x="207" y="458"/>
                </a:lnTo>
                <a:lnTo>
                  <a:pt x="208" y="459"/>
                </a:lnTo>
                <a:lnTo>
                  <a:pt x="209" y="459"/>
                </a:lnTo>
                <a:lnTo>
                  <a:pt x="210" y="459"/>
                </a:lnTo>
                <a:lnTo>
                  <a:pt x="210" y="458"/>
                </a:lnTo>
                <a:lnTo>
                  <a:pt x="211" y="458"/>
                </a:lnTo>
                <a:lnTo>
                  <a:pt x="211" y="459"/>
                </a:lnTo>
                <a:lnTo>
                  <a:pt x="212" y="459"/>
                </a:lnTo>
                <a:lnTo>
                  <a:pt x="213" y="459"/>
                </a:lnTo>
                <a:lnTo>
                  <a:pt x="214" y="459"/>
                </a:lnTo>
                <a:lnTo>
                  <a:pt x="214" y="460"/>
                </a:lnTo>
                <a:lnTo>
                  <a:pt x="215" y="461"/>
                </a:lnTo>
                <a:lnTo>
                  <a:pt x="215" y="462"/>
                </a:lnTo>
                <a:lnTo>
                  <a:pt x="215" y="463"/>
                </a:lnTo>
                <a:lnTo>
                  <a:pt x="214" y="463"/>
                </a:lnTo>
                <a:lnTo>
                  <a:pt x="213" y="463"/>
                </a:lnTo>
                <a:lnTo>
                  <a:pt x="213" y="464"/>
                </a:lnTo>
                <a:lnTo>
                  <a:pt x="214" y="465"/>
                </a:lnTo>
                <a:lnTo>
                  <a:pt x="215" y="465"/>
                </a:lnTo>
                <a:lnTo>
                  <a:pt x="216" y="465"/>
                </a:lnTo>
                <a:lnTo>
                  <a:pt x="217" y="465"/>
                </a:lnTo>
                <a:lnTo>
                  <a:pt x="217" y="464"/>
                </a:lnTo>
                <a:lnTo>
                  <a:pt x="217" y="463"/>
                </a:lnTo>
                <a:lnTo>
                  <a:pt x="218" y="463"/>
                </a:lnTo>
                <a:lnTo>
                  <a:pt x="218" y="462"/>
                </a:lnTo>
                <a:lnTo>
                  <a:pt x="218" y="461"/>
                </a:lnTo>
                <a:lnTo>
                  <a:pt x="219" y="461"/>
                </a:lnTo>
                <a:lnTo>
                  <a:pt x="220" y="461"/>
                </a:lnTo>
                <a:lnTo>
                  <a:pt x="220" y="460"/>
                </a:lnTo>
                <a:lnTo>
                  <a:pt x="220" y="459"/>
                </a:lnTo>
                <a:lnTo>
                  <a:pt x="221" y="459"/>
                </a:lnTo>
                <a:lnTo>
                  <a:pt x="221" y="460"/>
                </a:lnTo>
                <a:lnTo>
                  <a:pt x="222" y="460"/>
                </a:lnTo>
                <a:lnTo>
                  <a:pt x="223" y="460"/>
                </a:lnTo>
                <a:lnTo>
                  <a:pt x="223" y="459"/>
                </a:lnTo>
                <a:lnTo>
                  <a:pt x="224" y="459"/>
                </a:lnTo>
                <a:lnTo>
                  <a:pt x="225" y="459"/>
                </a:lnTo>
                <a:lnTo>
                  <a:pt x="225" y="458"/>
                </a:lnTo>
                <a:lnTo>
                  <a:pt x="225" y="457"/>
                </a:lnTo>
                <a:lnTo>
                  <a:pt x="226" y="457"/>
                </a:lnTo>
                <a:lnTo>
                  <a:pt x="225" y="457"/>
                </a:lnTo>
                <a:lnTo>
                  <a:pt x="225" y="456"/>
                </a:lnTo>
                <a:lnTo>
                  <a:pt x="226" y="456"/>
                </a:lnTo>
                <a:lnTo>
                  <a:pt x="226" y="455"/>
                </a:lnTo>
                <a:lnTo>
                  <a:pt x="227" y="455"/>
                </a:lnTo>
                <a:lnTo>
                  <a:pt x="227" y="454"/>
                </a:lnTo>
                <a:lnTo>
                  <a:pt x="226" y="454"/>
                </a:lnTo>
                <a:lnTo>
                  <a:pt x="227" y="454"/>
                </a:lnTo>
                <a:lnTo>
                  <a:pt x="227" y="453"/>
                </a:lnTo>
                <a:lnTo>
                  <a:pt x="228" y="453"/>
                </a:lnTo>
                <a:lnTo>
                  <a:pt x="228" y="454"/>
                </a:lnTo>
                <a:lnTo>
                  <a:pt x="230" y="453"/>
                </a:lnTo>
                <a:lnTo>
                  <a:pt x="230" y="452"/>
                </a:lnTo>
                <a:lnTo>
                  <a:pt x="231" y="452"/>
                </a:lnTo>
                <a:lnTo>
                  <a:pt x="232" y="451"/>
                </a:lnTo>
                <a:lnTo>
                  <a:pt x="233" y="449"/>
                </a:lnTo>
                <a:lnTo>
                  <a:pt x="232" y="449"/>
                </a:lnTo>
                <a:lnTo>
                  <a:pt x="232" y="448"/>
                </a:lnTo>
                <a:lnTo>
                  <a:pt x="233" y="448"/>
                </a:lnTo>
                <a:lnTo>
                  <a:pt x="234" y="447"/>
                </a:lnTo>
                <a:lnTo>
                  <a:pt x="235" y="446"/>
                </a:lnTo>
                <a:lnTo>
                  <a:pt x="234" y="446"/>
                </a:lnTo>
                <a:lnTo>
                  <a:pt x="232" y="445"/>
                </a:lnTo>
                <a:lnTo>
                  <a:pt x="232" y="444"/>
                </a:lnTo>
                <a:lnTo>
                  <a:pt x="231" y="443"/>
                </a:lnTo>
                <a:lnTo>
                  <a:pt x="231" y="442"/>
                </a:lnTo>
                <a:lnTo>
                  <a:pt x="232" y="441"/>
                </a:lnTo>
                <a:lnTo>
                  <a:pt x="233" y="440"/>
                </a:lnTo>
                <a:lnTo>
                  <a:pt x="234" y="440"/>
                </a:lnTo>
                <a:lnTo>
                  <a:pt x="235" y="438"/>
                </a:lnTo>
                <a:lnTo>
                  <a:pt x="235" y="437"/>
                </a:lnTo>
                <a:lnTo>
                  <a:pt x="235" y="436"/>
                </a:lnTo>
                <a:lnTo>
                  <a:pt x="234" y="436"/>
                </a:lnTo>
                <a:lnTo>
                  <a:pt x="235" y="435"/>
                </a:lnTo>
                <a:lnTo>
                  <a:pt x="236" y="435"/>
                </a:lnTo>
                <a:lnTo>
                  <a:pt x="236" y="434"/>
                </a:lnTo>
                <a:lnTo>
                  <a:pt x="236" y="433"/>
                </a:lnTo>
                <a:lnTo>
                  <a:pt x="236" y="431"/>
                </a:lnTo>
                <a:lnTo>
                  <a:pt x="236" y="430"/>
                </a:lnTo>
                <a:lnTo>
                  <a:pt x="236" y="429"/>
                </a:lnTo>
                <a:lnTo>
                  <a:pt x="236" y="428"/>
                </a:lnTo>
                <a:lnTo>
                  <a:pt x="237" y="428"/>
                </a:lnTo>
                <a:lnTo>
                  <a:pt x="236" y="427"/>
                </a:lnTo>
                <a:lnTo>
                  <a:pt x="236" y="426"/>
                </a:lnTo>
                <a:lnTo>
                  <a:pt x="237" y="426"/>
                </a:lnTo>
                <a:lnTo>
                  <a:pt x="237" y="425"/>
                </a:lnTo>
                <a:lnTo>
                  <a:pt x="237" y="424"/>
                </a:lnTo>
                <a:lnTo>
                  <a:pt x="236" y="424"/>
                </a:lnTo>
                <a:lnTo>
                  <a:pt x="236" y="423"/>
                </a:lnTo>
                <a:lnTo>
                  <a:pt x="235" y="423"/>
                </a:lnTo>
                <a:lnTo>
                  <a:pt x="235" y="422"/>
                </a:lnTo>
                <a:lnTo>
                  <a:pt x="235" y="420"/>
                </a:lnTo>
                <a:lnTo>
                  <a:pt x="235" y="419"/>
                </a:lnTo>
                <a:lnTo>
                  <a:pt x="235" y="417"/>
                </a:lnTo>
                <a:lnTo>
                  <a:pt x="235" y="416"/>
                </a:lnTo>
                <a:lnTo>
                  <a:pt x="234" y="416"/>
                </a:lnTo>
                <a:lnTo>
                  <a:pt x="234" y="415"/>
                </a:lnTo>
                <a:lnTo>
                  <a:pt x="234" y="414"/>
                </a:lnTo>
                <a:lnTo>
                  <a:pt x="234" y="413"/>
                </a:lnTo>
                <a:lnTo>
                  <a:pt x="233" y="413"/>
                </a:lnTo>
                <a:lnTo>
                  <a:pt x="233" y="412"/>
                </a:lnTo>
                <a:lnTo>
                  <a:pt x="234" y="412"/>
                </a:lnTo>
                <a:lnTo>
                  <a:pt x="234" y="411"/>
                </a:lnTo>
                <a:lnTo>
                  <a:pt x="235" y="411"/>
                </a:lnTo>
                <a:lnTo>
                  <a:pt x="236" y="410"/>
                </a:lnTo>
                <a:lnTo>
                  <a:pt x="237" y="410"/>
                </a:lnTo>
                <a:lnTo>
                  <a:pt x="238" y="410"/>
                </a:lnTo>
                <a:lnTo>
                  <a:pt x="239" y="410"/>
                </a:lnTo>
                <a:lnTo>
                  <a:pt x="240" y="410"/>
                </a:lnTo>
                <a:lnTo>
                  <a:pt x="241" y="409"/>
                </a:lnTo>
                <a:lnTo>
                  <a:pt x="242" y="408"/>
                </a:lnTo>
                <a:lnTo>
                  <a:pt x="242" y="407"/>
                </a:lnTo>
                <a:lnTo>
                  <a:pt x="240" y="406"/>
                </a:lnTo>
                <a:lnTo>
                  <a:pt x="239" y="406"/>
                </a:lnTo>
                <a:lnTo>
                  <a:pt x="239" y="405"/>
                </a:lnTo>
                <a:lnTo>
                  <a:pt x="239" y="404"/>
                </a:lnTo>
                <a:lnTo>
                  <a:pt x="238" y="403"/>
                </a:lnTo>
                <a:lnTo>
                  <a:pt x="239" y="403"/>
                </a:lnTo>
                <a:lnTo>
                  <a:pt x="240" y="403"/>
                </a:lnTo>
                <a:lnTo>
                  <a:pt x="241" y="404"/>
                </a:lnTo>
                <a:lnTo>
                  <a:pt x="241" y="403"/>
                </a:lnTo>
                <a:lnTo>
                  <a:pt x="242" y="403"/>
                </a:lnTo>
                <a:lnTo>
                  <a:pt x="242" y="402"/>
                </a:lnTo>
                <a:lnTo>
                  <a:pt x="242" y="401"/>
                </a:lnTo>
                <a:lnTo>
                  <a:pt x="242" y="400"/>
                </a:lnTo>
                <a:lnTo>
                  <a:pt x="241" y="400"/>
                </a:lnTo>
                <a:lnTo>
                  <a:pt x="240" y="400"/>
                </a:lnTo>
                <a:lnTo>
                  <a:pt x="239" y="400"/>
                </a:lnTo>
                <a:lnTo>
                  <a:pt x="238" y="400"/>
                </a:lnTo>
                <a:lnTo>
                  <a:pt x="237" y="400"/>
                </a:lnTo>
                <a:lnTo>
                  <a:pt x="237" y="399"/>
                </a:lnTo>
                <a:lnTo>
                  <a:pt x="236" y="398"/>
                </a:lnTo>
                <a:lnTo>
                  <a:pt x="236" y="397"/>
                </a:lnTo>
                <a:lnTo>
                  <a:pt x="236" y="396"/>
                </a:lnTo>
                <a:lnTo>
                  <a:pt x="235" y="395"/>
                </a:lnTo>
                <a:lnTo>
                  <a:pt x="234" y="395"/>
                </a:lnTo>
                <a:lnTo>
                  <a:pt x="234" y="394"/>
                </a:lnTo>
                <a:lnTo>
                  <a:pt x="233" y="392"/>
                </a:lnTo>
                <a:lnTo>
                  <a:pt x="233" y="390"/>
                </a:lnTo>
                <a:lnTo>
                  <a:pt x="234" y="390"/>
                </a:lnTo>
                <a:lnTo>
                  <a:pt x="233" y="389"/>
                </a:lnTo>
                <a:lnTo>
                  <a:pt x="233" y="388"/>
                </a:lnTo>
                <a:lnTo>
                  <a:pt x="232" y="388"/>
                </a:lnTo>
                <a:lnTo>
                  <a:pt x="231" y="388"/>
                </a:lnTo>
                <a:lnTo>
                  <a:pt x="230" y="388"/>
                </a:lnTo>
                <a:lnTo>
                  <a:pt x="230" y="387"/>
                </a:lnTo>
                <a:lnTo>
                  <a:pt x="229" y="387"/>
                </a:lnTo>
                <a:lnTo>
                  <a:pt x="229" y="386"/>
                </a:lnTo>
                <a:lnTo>
                  <a:pt x="228" y="385"/>
                </a:lnTo>
                <a:lnTo>
                  <a:pt x="228" y="384"/>
                </a:lnTo>
                <a:lnTo>
                  <a:pt x="227" y="384"/>
                </a:lnTo>
                <a:lnTo>
                  <a:pt x="226" y="384"/>
                </a:lnTo>
                <a:lnTo>
                  <a:pt x="225" y="384"/>
                </a:lnTo>
                <a:lnTo>
                  <a:pt x="225" y="383"/>
                </a:lnTo>
                <a:lnTo>
                  <a:pt x="226" y="383"/>
                </a:lnTo>
                <a:lnTo>
                  <a:pt x="227" y="383"/>
                </a:lnTo>
                <a:lnTo>
                  <a:pt x="227" y="382"/>
                </a:lnTo>
                <a:lnTo>
                  <a:pt x="228" y="379"/>
                </a:lnTo>
                <a:lnTo>
                  <a:pt x="227" y="379"/>
                </a:lnTo>
                <a:lnTo>
                  <a:pt x="227" y="378"/>
                </a:lnTo>
                <a:lnTo>
                  <a:pt x="226" y="378"/>
                </a:lnTo>
                <a:lnTo>
                  <a:pt x="226" y="377"/>
                </a:lnTo>
                <a:lnTo>
                  <a:pt x="226" y="378"/>
                </a:lnTo>
                <a:lnTo>
                  <a:pt x="225" y="378"/>
                </a:lnTo>
                <a:lnTo>
                  <a:pt x="225" y="379"/>
                </a:lnTo>
                <a:lnTo>
                  <a:pt x="225" y="378"/>
                </a:lnTo>
                <a:lnTo>
                  <a:pt x="224" y="378"/>
                </a:lnTo>
                <a:lnTo>
                  <a:pt x="224" y="377"/>
                </a:lnTo>
                <a:lnTo>
                  <a:pt x="223" y="376"/>
                </a:lnTo>
                <a:lnTo>
                  <a:pt x="222" y="376"/>
                </a:lnTo>
                <a:lnTo>
                  <a:pt x="221" y="375"/>
                </a:lnTo>
                <a:lnTo>
                  <a:pt x="221" y="374"/>
                </a:lnTo>
                <a:lnTo>
                  <a:pt x="222" y="373"/>
                </a:lnTo>
                <a:lnTo>
                  <a:pt x="221" y="372"/>
                </a:lnTo>
                <a:lnTo>
                  <a:pt x="221" y="370"/>
                </a:lnTo>
                <a:lnTo>
                  <a:pt x="221" y="369"/>
                </a:lnTo>
                <a:lnTo>
                  <a:pt x="220" y="369"/>
                </a:lnTo>
                <a:lnTo>
                  <a:pt x="220" y="368"/>
                </a:lnTo>
                <a:lnTo>
                  <a:pt x="219" y="368"/>
                </a:lnTo>
                <a:lnTo>
                  <a:pt x="217" y="367"/>
                </a:lnTo>
                <a:lnTo>
                  <a:pt x="216" y="368"/>
                </a:lnTo>
                <a:lnTo>
                  <a:pt x="215" y="367"/>
                </a:lnTo>
                <a:lnTo>
                  <a:pt x="214" y="365"/>
                </a:lnTo>
                <a:lnTo>
                  <a:pt x="213" y="365"/>
                </a:lnTo>
                <a:lnTo>
                  <a:pt x="212" y="365"/>
                </a:lnTo>
                <a:lnTo>
                  <a:pt x="211" y="365"/>
                </a:lnTo>
                <a:lnTo>
                  <a:pt x="208" y="366"/>
                </a:lnTo>
                <a:lnTo>
                  <a:pt x="206" y="365"/>
                </a:lnTo>
                <a:lnTo>
                  <a:pt x="205" y="365"/>
                </a:lnTo>
                <a:lnTo>
                  <a:pt x="203" y="365"/>
                </a:lnTo>
                <a:lnTo>
                  <a:pt x="201" y="366"/>
                </a:lnTo>
                <a:lnTo>
                  <a:pt x="200" y="368"/>
                </a:lnTo>
                <a:lnTo>
                  <a:pt x="200" y="370"/>
                </a:lnTo>
                <a:lnTo>
                  <a:pt x="200" y="371"/>
                </a:lnTo>
                <a:lnTo>
                  <a:pt x="201" y="372"/>
                </a:lnTo>
                <a:lnTo>
                  <a:pt x="201" y="373"/>
                </a:lnTo>
                <a:lnTo>
                  <a:pt x="200" y="376"/>
                </a:lnTo>
                <a:lnTo>
                  <a:pt x="200" y="377"/>
                </a:lnTo>
                <a:lnTo>
                  <a:pt x="199" y="377"/>
                </a:lnTo>
                <a:lnTo>
                  <a:pt x="199" y="376"/>
                </a:lnTo>
                <a:lnTo>
                  <a:pt x="198" y="376"/>
                </a:lnTo>
                <a:lnTo>
                  <a:pt x="197" y="376"/>
                </a:lnTo>
                <a:lnTo>
                  <a:pt x="197" y="375"/>
                </a:lnTo>
                <a:lnTo>
                  <a:pt x="195" y="375"/>
                </a:lnTo>
                <a:lnTo>
                  <a:pt x="194" y="374"/>
                </a:lnTo>
                <a:lnTo>
                  <a:pt x="193" y="374"/>
                </a:lnTo>
                <a:lnTo>
                  <a:pt x="193" y="375"/>
                </a:lnTo>
                <a:lnTo>
                  <a:pt x="193" y="376"/>
                </a:lnTo>
                <a:lnTo>
                  <a:pt x="193" y="377"/>
                </a:lnTo>
                <a:lnTo>
                  <a:pt x="192" y="378"/>
                </a:lnTo>
                <a:lnTo>
                  <a:pt x="191" y="378"/>
                </a:lnTo>
                <a:lnTo>
                  <a:pt x="190" y="379"/>
                </a:lnTo>
                <a:lnTo>
                  <a:pt x="190" y="378"/>
                </a:lnTo>
                <a:lnTo>
                  <a:pt x="188" y="379"/>
                </a:lnTo>
                <a:lnTo>
                  <a:pt x="187" y="379"/>
                </a:lnTo>
                <a:lnTo>
                  <a:pt x="186" y="379"/>
                </a:lnTo>
                <a:lnTo>
                  <a:pt x="185" y="378"/>
                </a:lnTo>
                <a:lnTo>
                  <a:pt x="185" y="377"/>
                </a:lnTo>
                <a:lnTo>
                  <a:pt x="186" y="376"/>
                </a:lnTo>
                <a:lnTo>
                  <a:pt x="186" y="375"/>
                </a:lnTo>
                <a:lnTo>
                  <a:pt x="187" y="375"/>
                </a:lnTo>
                <a:lnTo>
                  <a:pt x="186" y="374"/>
                </a:lnTo>
                <a:lnTo>
                  <a:pt x="185" y="373"/>
                </a:lnTo>
                <a:lnTo>
                  <a:pt x="183" y="373"/>
                </a:lnTo>
                <a:lnTo>
                  <a:pt x="182" y="373"/>
                </a:lnTo>
                <a:lnTo>
                  <a:pt x="181" y="372"/>
                </a:lnTo>
                <a:lnTo>
                  <a:pt x="180" y="372"/>
                </a:lnTo>
                <a:lnTo>
                  <a:pt x="179" y="373"/>
                </a:lnTo>
                <a:lnTo>
                  <a:pt x="179" y="374"/>
                </a:lnTo>
                <a:lnTo>
                  <a:pt x="178" y="375"/>
                </a:lnTo>
                <a:lnTo>
                  <a:pt x="177" y="374"/>
                </a:lnTo>
                <a:lnTo>
                  <a:pt x="176" y="374"/>
                </a:lnTo>
                <a:lnTo>
                  <a:pt x="175" y="374"/>
                </a:lnTo>
                <a:lnTo>
                  <a:pt x="174" y="374"/>
                </a:lnTo>
                <a:lnTo>
                  <a:pt x="174" y="373"/>
                </a:lnTo>
                <a:lnTo>
                  <a:pt x="173" y="373"/>
                </a:lnTo>
                <a:lnTo>
                  <a:pt x="173" y="374"/>
                </a:lnTo>
                <a:lnTo>
                  <a:pt x="172" y="374"/>
                </a:lnTo>
                <a:lnTo>
                  <a:pt x="171" y="375"/>
                </a:lnTo>
                <a:lnTo>
                  <a:pt x="170" y="377"/>
                </a:lnTo>
                <a:lnTo>
                  <a:pt x="169" y="377"/>
                </a:lnTo>
                <a:lnTo>
                  <a:pt x="168" y="378"/>
                </a:lnTo>
                <a:lnTo>
                  <a:pt x="167" y="377"/>
                </a:lnTo>
                <a:lnTo>
                  <a:pt x="166" y="378"/>
                </a:lnTo>
                <a:lnTo>
                  <a:pt x="167" y="378"/>
                </a:lnTo>
                <a:lnTo>
                  <a:pt x="166" y="378"/>
                </a:lnTo>
                <a:lnTo>
                  <a:pt x="166" y="379"/>
                </a:lnTo>
                <a:lnTo>
                  <a:pt x="165" y="378"/>
                </a:lnTo>
                <a:lnTo>
                  <a:pt x="165" y="377"/>
                </a:lnTo>
                <a:lnTo>
                  <a:pt x="164" y="375"/>
                </a:lnTo>
                <a:lnTo>
                  <a:pt x="164" y="374"/>
                </a:lnTo>
                <a:lnTo>
                  <a:pt x="165" y="373"/>
                </a:lnTo>
                <a:lnTo>
                  <a:pt x="164" y="372"/>
                </a:lnTo>
                <a:lnTo>
                  <a:pt x="165" y="371"/>
                </a:lnTo>
                <a:lnTo>
                  <a:pt x="165" y="370"/>
                </a:lnTo>
                <a:lnTo>
                  <a:pt x="164" y="370"/>
                </a:lnTo>
                <a:lnTo>
                  <a:pt x="163" y="370"/>
                </a:lnTo>
                <a:lnTo>
                  <a:pt x="163" y="368"/>
                </a:lnTo>
                <a:lnTo>
                  <a:pt x="164" y="368"/>
                </a:lnTo>
                <a:lnTo>
                  <a:pt x="164" y="367"/>
                </a:lnTo>
                <a:lnTo>
                  <a:pt x="164" y="368"/>
                </a:lnTo>
                <a:lnTo>
                  <a:pt x="163" y="368"/>
                </a:lnTo>
                <a:lnTo>
                  <a:pt x="163" y="367"/>
                </a:lnTo>
                <a:lnTo>
                  <a:pt x="163" y="366"/>
                </a:lnTo>
                <a:lnTo>
                  <a:pt x="163" y="364"/>
                </a:lnTo>
                <a:lnTo>
                  <a:pt x="162" y="364"/>
                </a:lnTo>
                <a:lnTo>
                  <a:pt x="161" y="363"/>
                </a:lnTo>
                <a:lnTo>
                  <a:pt x="160" y="363"/>
                </a:lnTo>
                <a:lnTo>
                  <a:pt x="159" y="362"/>
                </a:lnTo>
                <a:lnTo>
                  <a:pt x="158" y="362"/>
                </a:lnTo>
                <a:lnTo>
                  <a:pt x="158" y="363"/>
                </a:lnTo>
                <a:lnTo>
                  <a:pt x="157" y="363"/>
                </a:lnTo>
                <a:lnTo>
                  <a:pt x="157" y="364"/>
                </a:lnTo>
                <a:lnTo>
                  <a:pt x="156" y="364"/>
                </a:lnTo>
                <a:lnTo>
                  <a:pt x="156" y="363"/>
                </a:lnTo>
                <a:lnTo>
                  <a:pt x="154" y="363"/>
                </a:lnTo>
                <a:lnTo>
                  <a:pt x="153" y="364"/>
                </a:lnTo>
                <a:lnTo>
                  <a:pt x="152" y="364"/>
                </a:lnTo>
                <a:lnTo>
                  <a:pt x="151" y="365"/>
                </a:lnTo>
                <a:lnTo>
                  <a:pt x="151" y="364"/>
                </a:lnTo>
                <a:lnTo>
                  <a:pt x="150" y="364"/>
                </a:lnTo>
                <a:lnTo>
                  <a:pt x="149" y="364"/>
                </a:lnTo>
                <a:lnTo>
                  <a:pt x="149" y="365"/>
                </a:lnTo>
                <a:lnTo>
                  <a:pt x="149" y="366"/>
                </a:lnTo>
                <a:lnTo>
                  <a:pt x="148" y="367"/>
                </a:lnTo>
                <a:lnTo>
                  <a:pt x="148" y="368"/>
                </a:lnTo>
                <a:lnTo>
                  <a:pt x="147" y="369"/>
                </a:lnTo>
                <a:lnTo>
                  <a:pt x="147" y="370"/>
                </a:lnTo>
                <a:lnTo>
                  <a:pt x="147" y="371"/>
                </a:lnTo>
                <a:lnTo>
                  <a:pt x="147" y="372"/>
                </a:lnTo>
                <a:lnTo>
                  <a:pt x="147" y="373"/>
                </a:lnTo>
                <a:lnTo>
                  <a:pt x="146" y="374"/>
                </a:lnTo>
                <a:lnTo>
                  <a:pt x="146" y="375"/>
                </a:lnTo>
                <a:lnTo>
                  <a:pt x="146" y="376"/>
                </a:lnTo>
                <a:lnTo>
                  <a:pt x="146" y="377"/>
                </a:lnTo>
                <a:lnTo>
                  <a:pt x="146" y="378"/>
                </a:lnTo>
                <a:lnTo>
                  <a:pt x="146" y="379"/>
                </a:lnTo>
                <a:lnTo>
                  <a:pt x="147" y="379"/>
                </a:lnTo>
                <a:lnTo>
                  <a:pt x="146" y="379"/>
                </a:lnTo>
                <a:lnTo>
                  <a:pt x="145" y="379"/>
                </a:lnTo>
                <a:lnTo>
                  <a:pt x="145" y="380"/>
                </a:lnTo>
                <a:lnTo>
                  <a:pt x="144" y="380"/>
                </a:lnTo>
                <a:lnTo>
                  <a:pt x="144" y="381"/>
                </a:lnTo>
                <a:lnTo>
                  <a:pt x="143" y="380"/>
                </a:lnTo>
                <a:lnTo>
                  <a:pt x="141" y="380"/>
                </a:lnTo>
                <a:lnTo>
                  <a:pt x="141" y="379"/>
                </a:lnTo>
                <a:lnTo>
                  <a:pt x="140" y="379"/>
                </a:lnTo>
                <a:lnTo>
                  <a:pt x="139" y="379"/>
                </a:lnTo>
                <a:lnTo>
                  <a:pt x="138" y="379"/>
                </a:lnTo>
                <a:lnTo>
                  <a:pt x="137" y="378"/>
                </a:lnTo>
                <a:lnTo>
                  <a:pt x="136" y="378"/>
                </a:lnTo>
                <a:lnTo>
                  <a:pt x="135" y="379"/>
                </a:lnTo>
                <a:lnTo>
                  <a:pt x="134" y="379"/>
                </a:lnTo>
                <a:lnTo>
                  <a:pt x="133" y="379"/>
                </a:lnTo>
                <a:lnTo>
                  <a:pt x="133" y="378"/>
                </a:lnTo>
                <a:lnTo>
                  <a:pt x="132" y="378"/>
                </a:lnTo>
                <a:lnTo>
                  <a:pt x="132" y="377"/>
                </a:lnTo>
                <a:lnTo>
                  <a:pt x="131" y="376"/>
                </a:lnTo>
                <a:lnTo>
                  <a:pt x="131" y="375"/>
                </a:lnTo>
                <a:lnTo>
                  <a:pt x="131" y="374"/>
                </a:lnTo>
                <a:lnTo>
                  <a:pt x="130" y="373"/>
                </a:lnTo>
                <a:lnTo>
                  <a:pt x="130" y="374"/>
                </a:lnTo>
                <a:lnTo>
                  <a:pt x="129" y="374"/>
                </a:lnTo>
                <a:lnTo>
                  <a:pt x="128" y="373"/>
                </a:lnTo>
                <a:lnTo>
                  <a:pt x="128" y="372"/>
                </a:lnTo>
                <a:lnTo>
                  <a:pt x="126" y="372"/>
                </a:lnTo>
                <a:lnTo>
                  <a:pt x="126" y="371"/>
                </a:lnTo>
                <a:lnTo>
                  <a:pt x="125" y="371"/>
                </a:lnTo>
                <a:lnTo>
                  <a:pt x="124" y="371"/>
                </a:lnTo>
                <a:lnTo>
                  <a:pt x="124" y="370"/>
                </a:lnTo>
                <a:lnTo>
                  <a:pt x="124" y="369"/>
                </a:lnTo>
                <a:lnTo>
                  <a:pt x="123" y="369"/>
                </a:lnTo>
                <a:lnTo>
                  <a:pt x="122" y="369"/>
                </a:lnTo>
                <a:lnTo>
                  <a:pt x="121" y="368"/>
                </a:lnTo>
                <a:lnTo>
                  <a:pt x="121" y="367"/>
                </a:lnTo>
                <a:lnTo>
                  <a:pt x="121" y="366"/>
                </a:lnTo>
                <a:lnTo>
                  <a:pt x="120" y="366"/>
                </a:lnTo>
                <a:lnTo>
                  <a:pt x="119" y="366"/>
                </a:lnTo>
                <a:lnTo>
                  <a:pt x="118" y="366"/>
                </a:lnTo>
                <a:lnTo>
                  <a:pt x="118" y="367"/>
                </a:lnTo>
                <a:lnTo>
                  <a:pt x="117" y="367"/>
                </a:lnTo>
                <a:lnTo>
                  <a:pt x="117" y="366"/>
                </a:lnTo>
                <a:lnTo>
                  <a:pt x="116" y="366"/>
                </a:lnTo>
                <a:lnTo>
                  <a:pt x="116" y="367"/>
                </a:lnTo>
                <a:lnTo>
                  <a:pt x="116" y="368"/>
                </a:lnTo>
                <a:lnTo>
                  <a:pt x="115" y="368"/>
                </a:lnTo>
                <a:lnTo>
                  <a:pt x="115" y="369"/>
                </a:lnTo>
                <a:lnTo>
                  <a:pt x="115" y="368"/>
                </a:lnTo>
                <a:lnTo>
                  <a:pt x="114" y="368"/>
                </a:lnTo>
                <a:lnTo>
                  <a:pt x="113" y="369"/>
                </a:lnTo>
                <a:lnTo>
                  <a:pt x="114" y="370"/>
                </a:lnTo>
                <a:lnTo>
                  <a:pt x="115" y="370"/>
                </a:lnTo>
                <a:lnTo>
                  <a:pt x="115" y="371"/>
                </a:lnTo>
                <a:lnTo>
                  <a:pt x="116" y="371"/>
                </a:lnTo>
                <a:lnTo>
                  <a:pt x="116" y="372"/>
                </a:lnTo>
                <a:lnTo>
                  <a:pt x="115" y="373"/>
                </a:lnTo>
                <a:lnTo>
                  <a:pt x="115" y="374"/>
                </a:lnTo>
                <a:lnTo>
                  <a:pt x="114" y="374"/>
                </a:lnTo>
                <a:lnTo>
                  <a:pt x="113" y="374"/>
                </a:lnTo>
                <a:lnTo>
                  <a:pt x="112" y="374"/>
                </a:lnTo>
                <a:lnTo>
                  <a:pt x="111" y="374"/>
                </a:lnTo>
                <a:lnTo>
                  <a:pt x="110" y="373"/>
                </a:lnTo>
                <a:lnTo>
                  <a:pt x="110" y="372"/>
                </a:lnTo>
                <a:lnTo>
                  <a:pt x="108" y="372"/>
                </a:lnTo>
                <a:lnTo>
                  <a:pt x="107" y="370"/>
                </a:lnTo>
                <a:lnTo>
                  <a:pt x="105" y="369"/>
                </a:lnTo>
                <a:lnTo>
                  <a:pt x="104" y="368"/>
                </a:lnTo>
                <a:lnTo>
                  <a:pt x="103" y="366"/>
                </a:lnTo>
                <a:lnTo>
                  <a:pt x="103" y="365"/>
                </a:lnTo>
                <a:lnTo>
                  <a:pt x="102" y="364"/>
                </a:lnTo>
                <a:lnTo>
                  <a:pt x="101" y="364"/>
                </a:lnTo>
                <a:lnTo>
                  <a:pt x="101" y="363"/>
                </a:lnTo>
                <a:lnTo>
                  <a:pt x="101" y="362"/>
                </a:lnTo>
                <a:lnTo>
                  <a:pt x="101" y="361"/>
                </a:lnTo>
                <a:lnTo>
                  <a:pt x="100" y="361"/>
                </a:lnTo>
                <a:lnTo>
                  <a:pt x="100" y="360"/>
                </a:lnTo>
                <a:lnTo>
                  <a:pt x="101" y="360"/>
                </a:lnTo>
                <a:lnTo>
                  <a:pt x="101" y="359"/>
                </a:lnTo>
                <a:lnTo>
                  <a:pt x="101" y="358"/>
                </a:lnTo>
                <a:lnTo>
                  <a:pt x="103" y="358"/>
                </a:lnTo>
                <a:lnTo>
                  <a:pt x="103" y="359"/>
                </a:lnTo>
                <a:lnTo>
                  <a:pt x="104" y="359"/>
                </a:lnTo>
                <a:lnTo>
                  <a:pt x="104" y="358"/>
                </a:lnTo>
                <a:lnTo>
                  <a:pt x="105" y="358"/>
                </a:lnTo>
                <a:lnTo>
                  <a:pt x="105" y="360"/>
                </a:lnTo>
                <a:lnTo>
                  <a:pt x="106" y="359"/>
                </a:lnTo>
                <a:lnTo>
                  <a:pt x="107" y="359"/>
                </a:lnTo>
                <a:lnTo>
                  <a:pt x="107" y="358"/>
                </a:lnTo>
                <a:lnTo>
                  <a:pt x="107" y="357"/>
                </a:lnTo>
                <a:lnTo>
                  <a:pt x="108" y="357"/>
                </a:lnTo>
                <a:lnTo>
                  <a:pt x="108" y="356"/>
                </a:lnTo>
                <a:lnTo>
                  <a:pt x="109" y="354"/>
                </a:lnTo>
                <a:lnTo>
                  <a:pt x="109" y="353"/>
                </a:lnTo>
                <a:lnTo>
                  <a:pt x="110" y="353"/>
                </a:lnTo>
                <a:lnTo>
                  <a:pt x="109" y="352"/>
                </a:lnTo>
                <a:lnTo>
                  <a:pt x="108" y="352"/>
                </a:lnTo>
                <a:lnTo>
                  <a:pt x="108" y="351"/>
                </a:lnTo>
                <a:lnTo>
                  <a:pt x="108" y="350"/>
                </a:lnTo>
                <a:lnTo>
                  <a:pt x="107" y="350"/>
                </a:lnTo>
                <a:lnTo>
                  <a:pt x="107" y="351"/>
                </a:lnTo>
                <a:lnTo>
                  <a:pt x="106" y="351"/>
                </a:lnTo>
                <a:lnTo>
                  <a:pt x="105" y="351"/>
                </a:lnTo>
                <a:lnTo>
                  <a:pt x="105" y="350"/>
                </a:lnTo>
                <a:lnTo>
                  <a:pt x="104" y="348"/>
                </a:lnTo>
                <a:lnTo>
                  <a:pt x="104" y="347"/>
                </a:lnTo>
                <a:lnTo>
                  <a:pt x="104" y="346"/>
                </a:lnTo>
                <a:lnTo>
                  <a:pt x="103" y="345"/>
                </a:lnTo>
                <a:lnTo>
                  <a:pt x="102" y="345"/>
                </a:lnTo>
                <a:lnTo>
                  <a:pt x="101" y="346"/>
                </a:lnTo>
                <a:lnTo>
                  <a:pt x="100" y="345"/>
                </a:lnTo>
                <a:lnTo>
                  <a:pt x="101" y="344"/>
                </a:lnTo>
                <a:lnTo>
                  <a:pt x="100" y="343"/>
                </a:lnTo>
                <a:lnTo>
                  <a:pt x="99" y="342"/>
                </a:lnTo>
                <a:lnTo>
                  <a:pt x="99" y="341"/>
                </a:lnTo>
                <a:lnTo>
                  <a:pt x="98" y="341"/>
                </a:lnTo>
                <a:lnTo>
                  <a:pt x="98" y="340"/>
                </a:lnTo>
                <a:lnTo>
                  <a:pt x="99" y="340"/>
                </a:lnTo>
                <a:lnTo>
                  <a:pt x="100" y="340"/>
                </a:lnTo>
                <a:lnTo>
                  <a:pt x="100" y="339"/>
                </a:lnTo>
                <a:lnTo>
                  <a:pt x="100" y="338"/>
                </a:lnTo>
                <a:lnTo>
                  <a:pt x="100" y="337"/>
                </a:lnTo>
                <a:lnTo>
                  <a:pt x="101" y="337"/>
                </a:lnTo>
                <a:lnTo>
                  <a:pt x="101" y="336"/>
                </a:lnTo>
                <a:lnTo>
                  <a:pt x="103" y="335"/>
                </a:lnTo>
                <a:lnTo>
                  <a:pt x="103" y="334"/>
                </a:lnTo>
                <a:lnTo>
                  <a:pt x="103" y="333"/>
                </a:lnTo>
                <a:lnTo>
                  <a:pt x="102" y="332"/>
                </a:lnTo>
                <a:lnTo>
                  <a:pt x="101" y="332"/>
                </a:lnTo>
                <a:lnTo>
                  <a:pt x="100" y="332"/>
                </a:lnTo>
                <a:lnTo>
                  <a:pt x="99" y="332"/>
                </a:lnTo>
                <a:lnTo>
                  <a:pt x="99" y="331"/>
                </a:lnTo>
                <a:lnTo>
                  <a:pt x="99" y="330"/>
                </a:lnTo>
                <a:lnTo>
                  <a:pt x="98" y="330"/>
                </a:lnTo>
                <a:lnTo>
                  <a:pt x="97" y="330"/>
                </a:lnTo>
                <a:lnTo>
                  <a:pt x="97" y="329"/>
                </a:lnTo>
                <a:lnTo>
                  <a:pt x="96" y="329"/>
                </a:lnTo>
                <a:lnTo>
                  <a:pt x="96" y="328"/>
                </a:lnTo>
                <a:lnTo>
                  <a:pt x="95" y="328"/>
                </a:lnTo>
                <a:lnTo>
                  <a:pt x="94" y="328"/>
                </a:lnTo>
                <a:lnTo>
                  <a:pt x="93" y="328"/>
                </a:lnTo>
                <a:lnTo>
                  <a:pt x="92" y="329"/>
                </a:lnTo>
                <a:lnTo>
                  <a:pt x="91" y="329"/>
                </a:lnTo>
                <a:lnTo>
                  <a:pt x="91" y="328"/>
                </a:lnTo>
                <a:lnTo>
                  <a:pt x="91" y="327"/>
                </a:lnTo>
                <a:lnTo>
                  <a:pt x="90" y="326"/>
                </a:lnTo>
                <a:lnTo>
                  <a:pt x="89" y="326"/>
                </a:lnTo>
                <a:lnTo>
                  <a:pt x="89" y="325"/>
                </a:lnTo>
                <a:lnTo>
                  <a:pt x="90" y="325"/>
                </a:lnTo>
                <a:lnTo>
                  <a:pt x="91" y="325"/>
                </a:lnTo>
                <a:lnTo>
                  <a:pt x="91" y="324"/>
                </a:lnTo>
                <a:lnTo>
                  <a:pt x="90" y="323"/>
                </a:lnTo>
                <a:lnTo>
                  <a:pt x="91" y="322"/>
                </a:lnTo>
                <a:lnTo>
                  <a:pt x="91" y="321"/>
                </a:lnTo>
                <a:lnTo>
                  <a:pt x="90" y="321"/>
                </a:lnTo>
                <a:lnTo>
                  <a:pt x="89" y="320"/>
                </a:lnTo>
                <a:lnTo>
                  <a:pt x="87" y="320"/>
                </a:lnTo>
                <a:lnTo>
                  <a:pt x="86" y="319"/>
                </a:lnTo>
                <a:lnTo>
                  <a:pt x="85" y="319"/>
                </a:lnTo>
                <a:lnTo>
                  <a:pt x="84" y="319"/>
                </a:lnTo>
                <a:lnTo>
                  <a:pt x="83" y="319"/>
                </a:lnTo>
                <a:lnTo>
                  <a:pt x="83" y="318"/>
                </a:lnTo>
                <a:lnTo>
                  <a:pt x="83" y="317"/>
                </a:lnTo>
                <a:lnTo>
                  <a:pt x="82" y="317"/>
                </a:lnTo>
                <a:lnTo>
                  <a:pt x="81" y="317"/>
                </a:lnTo>
                <a:lnTo>
                  <a:pt x="80" y="318"/>
                </a:lnTo>
                <a:lnTo>
                  <a:pt x="79" y="318"/>
                </a:lnTo>
                <a:lnTo>
                  <a:pt x="78" y="318"/>
                </a:lnTo>
                <a:lnTo>
                  <a:pt x="76" y="319"/>
                </a:lnTo>
                <a:lnTo>
                  <a:pt x="75" y="319"/>
                </a:lnTo>
                <a:lnTo>
                  <a:pt x="74" y="320"/>
                </a:lnTo>
                <a:lnTo>
                  <a:pt x="72" y="322"/>
                </a:lnTo>
                <a:lnTo>
                  <a:pt x="71" y="322"/>
                </a:lnTo>
                <a:lnTo>
                  <a:pt x="70" y="322"/>
                </a:lnTo>
                <a:lnTo>
                  <a:pt x="68" y="322"/>
                </a:lnTo>
                <a:lnTo>
                  <a:pt x="67" y="322"/>
                </a:lnTo>
                <a:lnTo>
                  <a:pt x="66" y="322"/>
                </a:lnTo>
                <a:lnTo>
                  <a:pt x="65" y="322"/>
                </a:lnTo>
                <a:lnTo>
                  <a:pt x="66" y="322"/>
                </a:lnTo>
                <a:lnTo>
                  <a:pt x="65" y="320"/>
                </a:lnTo>
                <a:lnTo>
                  <a:pt x="64" y="320"/>
                </a:lnTo>
                <a:lnTo>
                  <a:pt x="62" y="319"/>
                </a:lnTo>
                <a:lnTo>
                  <a:pt x="61" y="319"/>
                </a:lnTo>
                <a:lnTo>
                  <a:pt x="60" y="319"/>
                </a:lnTo>
                <a:lnTo>
                  <a:pt x="59" y="319"/>
                </a:lnTo>
                <a:lnTo>
                  <a:pt x="58" y="319"/>
                </a:lnTo>
                <a:lnTo>
                  <a:pt x="57" y="319"/>
                </a:lnTo>
                <a:lnTo>
                  <a:pt x="57" y="318"/>
                </a:lnTo>
                <a:lnTo>
                  <a:pt x="56" y="318"/>
                </a:lnTo>
                <a:lnTo>
                  <a:pt x="55" y="318"/>
                </a:lnTo>
                <a:lnTo>
                  <a:pt x="55" y="317"/>
                </a:lnTo>
                <a:lnTo>
                  <a:pt x="55" y="316"/>
                </a:lnTo>
                <a:lnTo>
                  <a:pt x="53" y="316"/>
                </a:lnTo>
                <a:lnTo>
                  <a:pt x="52" y="317"/>
                </a:lnTo>
                <a:lnTo>
                  <a:pt x="51" y="317"/>
                </a:lnTo>
                <a:lnTo>
                  <a:pt x="51" y="318"/>
                </a:lnTo>
                <a:lnTo>
                  <a:pt x="50" y="318"/>
                </a:lnTo>
                <a:lnTo>
                  <a:pt x="49" y="317"/>
                </a:lnTo>
                <a:lnTo>
                  <a:pt x="48" y="317"/>
                </a:lnTo>
                <a:lnTo>
                  <a:pt x="47" y="317"/>
                </a:lnTo>
                <a:lnTo>
                  <a:pt x="46" y="317"/>
                </a:lnTo>
                <a:lnTo>
                  <a:pt x="45" y="317"/>
                </a:lnTo>
                <a:lnTo>
                  <a:pt x="45" y="316"/>
                </a:lnTo>
                <a:lnTo>
                  <a:pt x="45" y="315"/>
                </a:lnTo>
                <a:lnTo>
                  <a:pt x="44" y="315"/>
                </a:lnTo>
                <a:lnTo>
                  <a:pt x="44" y="314"/>
                </a:lnTo>
                <a:lnTo>
                  <a:pt x="43" y="315"/>
                </a:lnTo>
                <a:lnTo>
                  <a:pt x="42" y="315"/>
                </a:lnTo>
                <a:lnTo>
                  <a:pt x="42" y="318"/>
                </a:lnTo>
                <a:lnTo>
                  <a:pt x="41" y="318"/>
                </a:lnTo>
                <a:lnTo>
                  <a:pt x="39" y="317"/>
                </a:lnTo>
                <a:lnTo>
                  <a:pt x="39" y="316"/>
                </a:lnTo>
                <a:lnTo>
                  <a:pt x="38" y="316"/>
                </a:lnTo>
                <a:lnTo>
                  <a:pt x="38" y="317"/>
                </a:lnTo>
                <a:lnTo>
                  <a:pt x="37" y="317"/>
                </a:lnTo>
                <a:lnTo>
                  <a:pt x="36" y="318"/>
                </a:lnTo>
                <a:lnTo>
                  <a:pt x="36" y="319"/>
                </a:lnTo>
                <a:lnTo>
                  <a:pt x="35" y="320"/>
                </a:lnTo>
                <a:lnTo>
                  <a:pt x="35" y="321"/>
                </a:lnTo>
                <a:lnTo>
                  <a:pt x="36" y="321"/>
                </a:lnTo>
                <a:lnTo>
                  <a:pt x="36" y="322"/>
                </a:lnTo>
                <a:lnTo>
                  <a:pt x="36" y="323"/>
                </a:lnTo>
                <a:lnTo>
                  <a:pt x="36" y="324"/>
                </a:lnTo>
                <a:lnTo>
                  <a:pt x="36" y="325"/>
                </a:lnTo>
                <a:lnTo>
                  <a:pt x="36" y="326"/>
                </a:lnTo>
                <a:lnTo>
                  <a:pt x="36" y="327"/>
                </a:lnTo>
                <a:lnTo>
                  <a:pt x="37" y="327"/>
                </a:lnTo>
                <a:lnTo>
                  <a:pt x="37" y="328"/>
                </a:lnTo>
                <a:lnTo>
                  <a:pt x="37" y="329"/>
                </a:lnTo>
                <a:lnTo>
                  <a:pt x="36" y="329"/>
                </a:lnTo>
                <a:lnTo>
                  <a:pt x="36" y="330"/>
                </a:lnTo>
                <a:lnTo>
                  <a:pt x="37" y="330"/>
                </a:lnTo>
                <a:lnTo>
                  <a:pt x="37" y="331"/>
                </a:lnTo>
                <a:lnTo>
                  <a:pt x="38" y="331"/>
                </a:lnTo>
                <a:lnTo>
                  <a:pt x="38" y="332"/>
                </a:lnTo>
                <a:lnTo>
                  <a:pt x="38" y="333"/>
                </a:lnTo>
                <a:lnTo>
                  <a:pt x="37" y="333"/>
                </a:lnTo>
                <a:lnTo>
                  <a:pt x="37" y="334"/>
                </a:lnTo>
                <a:lnTo>
                  <a:pt x="36" y="335"/>
                </a:lnTo>
                <a:lnTo>
                  <a:pt x="35" y="335"/>
                </a:lnTo>
                <a:lnTo>
                  <a:pt x="35" y="336"/>
                </a:lnTo>
                <a:lnTo>
                  <a:pt x="34" y="336"/>
                </a:lnTo>
                <a:lnTo>
                  <a:pt x="34" y="335"/>
                </a:lnTo>
                <a:lnTo>
                  <a:pt x="33" y="335"/>
                </a:lnTo>
                <a:lnTo>
                  <a:pt x="33" y="334"/>
                </a:lnTo>
                <a:lnTo>
                  <a:pt x="32" y="334"/>
                </a:lnTo>
                <a:lnTo>
                  <a:pt x="32" y="333"/>
                </a:lnTo>
                <a:lnTo>
                  <a:pt x="31" y="333"/>
                </a:lnTo>
                <a:lnTo>
                  <a:pt x="31" y="332"/>
                </a:lnTo>
                <a:lnTo>
                  <a:pt x="30" y="331"/>
                </a:lnTo>
                <a:lnTo>
                  <a:pt x="29" y="331"/>
                </a:lnTo>
                <a:lnTo>
                  <a:pt x="29" y="330"/>
                </a:lnTo>
                <a:lnTo>
                  <a:pt x="28" y="329"/>
                </a:lnTo>
                <a:lnTo>
                  <a:pt x="27" y="328"/>
                </a:lnTo>
                <a:lnTo>
                  <a:pt x="26" y="328"/>
                </a:lnTo>
                <a:lnTo>
                  <a:pt x="25" y="328"/>
                </a:lnTo>
                <a:lnTo>
                  <a:pt x="24" y="328"/>
                </a:lnTo>
                <a:lnTo>
                  <a:pt x="24" y="327"/>
                </a:lnTo>
                <a:lnTo>
                  <a:pt x="23" y="327"/>
                </a:lnTo>
                <a:lnTo>
                  <a:pt x="22" y="327"/>
                </a:lnTo>
                <a:lnTo>
                  <a:pt x="22" y="326"/>
                </a:lnTo>
                <a:lnTo>
                  <a:pt x="23" y="326"/>
                </a:lnTo>
                <a:lnTo>
                  <a:pt x="23" y="325"/>
                </a:lnTo>
                <a:lnTo>
                  <a:pt x="23" y="324"/>
                </a:lnTo>
                <a:lnTo>
                  <a:pt x="24" y="324"/>
                </a:lnTo>
                <a:lnTo>
                  <a:pt x="24" y="323"/>
                </a:lnTo>
                <a:lnTo>
                  <a:pt x="25" y="323"/>
                </a:lnTo>
                <a:lnTo>
                  <a:pt x="24" y="323"/>
                </a:lnTo>
                <a:lnTo>
                  <a:pt x="24" y="322"/>
                </a:lnTo>
                <a:lnTo>
                  <a:pt x="24" y="321"/>
                </a:lnTo>
                <a:lnTo>
                  <a:pt x="23" y="321"/>
                </a:lnTo>
                <a:lnTo>
                  <a:pt x="23" y="320"/>
                </a:lnTo>
                <a:lnTo>
                  <a:pt x="21" y="320"/>
                </a:lnTo>
                <a:lnTo>
                  <a:pt x="20" y="320"/>
                </a:lnTo>
                <a:lnTo>
                  <a:pt x="19" y="320"/>
                </a:lnTo>
                <a:lnTo>
                  <a:pt x="18" y="320"/>
                </a:lnTo>
                <a:lnTo>
                  <a:pt x="18" y="321"/>
                </a:lnTo>
                <a:lnTo>
                  <a:pt x="18" y="320"/>
                </a:lnTo>
                <a:lnTo>
                  <a:pt x="17" y="320"/>
                </a:lnTo>
                <a:lnTo>
                  <a:pt x="17" y="319"/>
                </a:lnTo>
                <a:lnTo>
                  <a:pt x="17" y="318"/>
                </a:lnTo>
                <a:lnTo>
                  <a:pt x="17" y="317"/>
                </a:lnTo>
                <a:lnTo>
                  <a:pt x="17" y="316"/>
                </a:lnTo>
                <a:lnTo>
                  <a:pt x="17" y="315"/>
                </a:lnTo>
                <a:lnTo>
                  <a:pt x="16" y="314"/>
                </a:lnTo>
                <a:lnTo>
                  <a:pt x="16" y="313"/>
                </a:lnTo>
                <a:lnTo>
                  <a:pt x="16" y="312"/>
                </a:lnTo>
                <a:lnTo>
                  <a:pt x="15" y="312"/>
                </a:lnTo>
                <a:lnTo>
                  <a:pt x="14" y="311"/>
                </a:lnTo>
                <a:lnTo>
                  <a:pt x="13" y="310"/>
                </a:lnTo>
                <a:lnTo>
                  <a:pt x="14" y="309"/>
                </a:lnTo>
                <a:lnTo>
                  <a:pt x="13" y="308"/>
                </a:lnTo>
                <a:lnTo>
                  <a:pt x="13" y="307"/>
                </a:lnTo>
                <a:lnTo>
                  <a:pt x="14" y="307"/>
                </a:lnTo>
                <a:lnTo>
                  <a:pt x="14" y="306"/>
                </a:lnTo>
                <a:lnTo>
                  <a:pt x="14" y="305"/>
                </a:lnTo>
                <a:lnTo>
                  <a:pt x="13" y="305"/>
                </a:lnTo>
                <a:lnTo>
                  <a:pt x="13" y="304"/>
                </a:lnTo>
                <a:lnTo>
                  <a:pt x="12" y="304"/>
                </a:lnTo>
                <a:lnTo>
                  <a:pt x="12" y="303"/>
                </a:lnTo>
                <a:lnTo>
                  <a:pt x="11" y="303"/>
                </a:lnTo>
                <a:lnTo>
                  <a:pt x="11" y="304"/>
                </a:lnTo>
                <a:lnTo>
                  <a:pt x="11" y="303"/>
                </a:lnTo>
                <a:lnTo>
                  <a:pt x="10" y="303"/>
                </a:lnTo>
                <a:lnTo>
                  <a:pt x="9" y="301"/>
                </a:lnTo>
                <a:lnTo>
                  <a:pt x="9" y="300"/>
                </a:lnTo>
                <a:lnTo>
                  <a:pt x="9" y="299"/>
                </a:lnTo>
                <a:lnTo>
                  <a:pt x="9" y="298"/>
                </a:lnTo>
                <a:lnTo>
                  <a:pt x="8" y="297"/>
                </a:lnTo>
                <a:lnTo>
                  <a:pt x="8" y="296"/>
                </a:lnTo>
                <a:lnTo>
                  <a:pt x="8" y="295"/>
                </a:lnTo>
                <a:lnTo>
                  <a:pt x="7" y="295"/>
                </a:lnTo>
                <a:lnTo>
                  <a:pt x="7" y="294"/>
                </a:lnTo>
                <a:lnTo>
                  <a:pt x="8" y="291"/>
                </a:lnTo>
                <a:lnTo>
                  <a:pt x="8" y="289"/>
                </a:lnTo>
                <a:lnTo>
                  <a:pt x="7" y="288"/>
                </a:lnTo>
                <a:lnTo>
                  <a:pt x="6" y="288"/>
                </a:lnTo>
                <a:lnTo>
                  <a:pt x="5" y="286"/>
                </a:lnTo>
                <a:lnTo>
                  <a:pt x="4" y="286"/>
                </a:lnTo>
                <a:lnTo>
                  <a:pt x="4" y="287"/>
                </a:lnTo>
                <a:lnTo>
                  <a:pt x="4" y="288"/>
                </a:lnTo>
                <a:lnTo>
                  <a:pt x="3" y="288"/>
                </a:lnTo>
                <a:lnTo>
                  <a:pt x="2" y="288"/>
                </a:lnTo>
                <a:lnTo>
                  <a:pt x="1" y="288"/>
                </a:lnTo>
                <a:lnTo>
                  <a:pt x="1" y="287"/>
                </a:lnTo>
                <a:lnTo>
                  <a:pt x="0" y="287"/>
                </a:lnTo>
                <a:lnTo>
                  <a:pt x="0" y="286"/>
                </a:lnTo>
                <a:lnTo>
                  <a:pt x="1" y="286"/>
                </a:lnTo>
                <a:lnTo>
                  <a:pt x="2" y="287"/>
                </a:lnTo>
                <a:lnTo>
                  <a:pt x="3" y="287"/>
                </a:lnTo>
                <a:lnTo>
                  <a:pt x="3" y="286"/>
                </a:lnTo>
                <a:lnTo>
                  <a:pt x="4" y="286"/>
                </a:lnTo>
                <a:lnTo>
                  <a:pt x="4" y="285"/>
                </a:lnTo>
                <a:lnTo>
                  <a:pt x="5" y="285"/>
                </a:lnTo>
                <a:lnTo>
                  <a:pt x="6" y="285"/>
                </a:lnTo>
                <a:lnTo>
                  <a:pt x="6" y="284"/>
                </a:lnTo>
                <a:lnTo>
                  <a:pt x="7" y="283"/>
                </a:lnTo>
                <a:lnTo>
                  <a:pt x="8" y="281"/>
                </a:lnTo>
                <a:lnTo>
                  <a:pt x="8" y="280"/>
                </a:lnTo>
                <a:lnTo>
                  <a:pt x="8" y="279"/>
                </a:lnTo>
                <a:lnTo>
                  <a:pt x="9" y="278"/>
                </a:lnTo>
                <a:lnTo>
                  <a:pt x="9" y="276"/>
                </a:lnTo>
                <a:lnTo>
                  <a:pt x="10" y="275"/>
                </a:lnTo>
                <a:lnTo>
                  <a:pt x="10" y="274"/>
                </a:lnTo>
                <a:lnTo>
                  <a:pt x="11" y="273"/>
                </a:lnTo>
                <a:lnTo>
                  <a:pt x="13" y="274"/>
                </a:lnTo>
                <a:lnTo>
                  <a:pt x="14" y="274"/>
                </a:lnTo>
                <a:lnTo>
                  <a:pt x="15" y="274"/>
                </a:lnTo>
                <a:lnTo>
                  <a:pt x="16" y="274"/>
                </a:lnTo>
                <a:lnTo>
                  <a:pt x="16" y="275"/>
                </a:lnTo>
                <a:lnTo>
                  <a:pt x="17" y="276"/>
                </a:lnTo>
                <a:lnTo>
                  <a:pt x="19" y="276"/>
                </a:lnTo>
                <a:lnTo>
                  <a:pt x="20" y="276"/>
                </a:lnTo>
                <a:lnTo>
                  <a:pt x="20" y="277"/>
                </a:lnTo>
                <a:lnTo>
                  <a:pt x="21" y="277"/>
                </a:lnTo>
                <a:lnTo>
                  <a:pt x="21" y="278"/>
                </a:lnTo>
                <a:lnTo>
                  <a:pt x="21" y="279"/>
                </a:lnTo>
                <a:lnTo>
                  <a:pt x="23" y="282"/>
                </a:lnTo>
                <a:lnTo>
                  <a:pt x="25" y="284"/>
                </a:lnTo>
                <a:lnTo>
                  <a:pt x="26" y="284"/>
                </a:lnTo>
                <a:lnTo>
                  <a:pt x="29" y="284"/>
                </a:lnTo>
                <a:lnTo>
                  <a:pt x="29" y="285"/>
                </a:lnTo>
                <a:lnTo>
                  <a:pt x="30" y="285"/>
                </a:lnTo>
                <a:lnTo>
                  <a:pt x="31" y="285"/>
                </a:lnTo>
                <a:lnTo>
                  <a:pt x="32" y="285"/>
                </a:lnTo>
                <a:lnTo>
                  <a:pt x="34" y="285"/>
                </a:lnTo>
                <a:lnTo>
                  <a:pt x="35" y="286"/>
                </a:lnTo>
                <a:lnTo>
                  <a:pt x="35" y="287"/>
                </a:lnTo>
                <a:lnTo>
                  <a:pt x="34" y="288"/>
                </a:lnTo>
                <a:lnTo>
                  <a:pt x="35" y="288"/>
                </a:lnTo>
                <a:lnTo>
                  <a:pt x="35" y="289"/>
                </a:lnTo>
                <a:lnTo>
                  <a:pt x="36" y="289"/>
                </a:lnTo>
                <a:lnTo>
                  <a:pt x="36" y="290"/>
                </a:lnTo>
                <a:lnTo>
                  <a:pt x="37" y="290"/>
                </a:lnTo>
                <a:lnTo>
                  <a:pt x="38" y="291"/>
                </a:lnTo>
                <a:lnTo>
                  <a:pt x="39" y="291"/>
                </a:lnTo>
                <a:lnTo>
                  <a:pt x="40" y="290"/>
                </a:lnTo>
                <a:lnTo>
                  <a:pt x="41" y="290"/>
                </a:lnTo>
                <a:lnTo>
                  <a:pt x="41" y="289"/>
                </a:lnTo>
                <a:lnTo>
                  <a:pt x="41" y="288"/>
                </a:lnTo>
                <a:lnTo>
                  <a:pt x="41" y="287"/>
                </a:lnTo>
                <a:lnTo>
                  <a:pt x="41" y="286"/>
                </a:lnTo>
                <a:lnTo>
                  <a:pt x="42" y="286"/>
                </a:lnTo>
                <a:lnTo>
                  <a:pt x="42" y="285"/>
                </a:lnTo>
                <a:lnTo>
                  <a:pt x="43" y="285"/>
                </a:lnTo>
                <a:lnTo>
                  <a:pt x="44" y="284"/>
                </a:lnTo>
                <a:lnTo>
                  <a:pt x="45" y="284"/>
                </a:lnTo>
                <a:lnTo>
                  <a:pt x="47" y="284"/>
                </a:lnTo>
                <a:lnTo>
                  <a:pt x="48" y="284"/>
                </a:lnTo>
                <a:lnTo>
                  <a:pt x="49" y="284"/>
                </a:lnTo>
                <a:lnTo>
                  <a:pt x="49" y="283"/>
                </a:lnTo>
                <a:lnTo>
                  <a:pt x="51" y="283"/>
                </a:lnTo>
                <a:lnTo>
                  <a:pt x="52" y="283"/>
                </a:lnTo>
                <a:lnTo>
                  <a:pt x="52" y="282"/>
                </a:lnTo>
                <a:lnTo>
                  <a:pt x="53" y="282"/>
                </a:lnTo>
                <a:lnTo>
                  <a:pt x="54" y="282"/>
                </a:lnTo>
                <a:lnTo>
                  <a:pt x="54" y="281"/>
                </a:lnTo>
                <a:lnTo>
                  <a:pt x="55" y="281"/>
                </a:lnTo>
                <a:lnTo>
                  <a:pt x="55" y="280"/>
                </a:lnTo>
                <a:lnTo>
                  <a:pt x="56" y="279"/>
                </a:lnTo>
                <a:lnTo>
                  <a:pt x="57" y="278"/>
                </a:lnTo>
                <a:lnTo>
                  <a:pt x="57" y="277"/>
                </a:lnTo>
                <a:lnTo>
                  <a:pt x="57" y="275"/>
                </a:lnTo>
                <a:lnTo>
                  <a:pt x="57" y="274"/>
                </a:lnTo>
                <a:lnTo>
                  <a:pt x="58" y="273"/>
                </a:lnTo>
                <a:lnTo>
                  <a:pt x="59" y="272"/>
                </a:lnTo>
                <a:lnTo>
                  <a:pt x="60" y="272"/>
                </a:lnTo>
                <a:lnTo>
                  <a:pt x="60" y="271"/>
                </a:lnTo>
                <a:lnTo>
                  <a:pt x="61" y="271"/>
                </a:lnTo>
                <a:lnTo>
                  <a:pt x="62" y="270"/>
                </a:lnTo>
                <a:lnTo>
                  <a:pt x="63" y="270"/>
                </a:lnTo>
                <a:lnTo>
                  <a:pt x="64" y="270"/>
                </a:lnTo>
                <a:lnTo>
                  <a:pt x="65" y="270"/>
                </a:lnTo>
                <a:lnTo>
                  <a:pt x="66" y="270"/>
                </a:lnTo>
                <a:lnTo>
                  <a:pt x="66" y="269"/>
                </a:lnTo>
                <a:lnTo>
                  <a:pt x="67" y="269"/>
                </a:lnTo>
                <a:lnTo>
                  <a:pt x="68" y="269"/>
                </a:lnTo>
                <a:lnTo>
                  <a:pt x="70" y="269"/>
                </a:lnTo>
                <a:lnTo>
                  <a:pt x="70" y="268"/>
                </a:lnTo>
                <a:lnTo>
                  <a:pt x="72" y="268"/>
                </a:lnTo>
                <a:lnTo>
                  <a:pt x="73" y="268"/>
                </a:lnTo>
                <a:lnTo>
                  <a:pt x="75" y="267"/>
                </a:lnTo>
                <a:lnTo>
                  <a:pt x="76" y="267"/>
                </a:lnTo>
                <a:lnTo>
                  <a:pt x="76" y="266"/>
                </a:lnTo>
                <a:lnTo>
                  <a:pt x="77" y="266"/>
                </a:lnTo>
                <a:lnTo>
                  <a:pt x="78" y="266"/>
                </a:lnTo>
                <a:lnTo>
                  <a:pt x="79" y="265"/>
                </a:lnTo>
                <a:lnTo>
                  <a:pt x="80" y="265"/>
                </a:lnTo>
                <a:lnTo>
                  <a:pt x="81" y="265"/>
                </a:lnTo>
                <a:lnTo>
                  <a:pt x="80" y="264"/>
                </a:lnTo>
                <a:lnTo>
                  <a:pt x="80" y="263"/>
                </a:lnTo>
                <a:lnTo>
                  <a:pt x="80" y="262"/>
                </a:lnTo>
                <a:lnTo>
                  <a:pt x="80" y="261"/>
                </a:lnTo>
                <a:lnTo>
                  <a:pt x="79" y="261"/>
                </a:lnTo>
                <a:lnTo>
                  <a:pt x="80" y="261"/>
                </a:lnTo>
                <a:lnTo>
                  <a:pt x="80" y="260"/>
                </a:lnTo>
                <a:lnTo>
                  <a:pt x="79" y="260"/>
                </a:lnTo>
                <a:lnTo>
                  <a:pt x="80" y="260"/>
                </a:lnTo>
                <a:lnTo>
                  <a:pt x="80" y="259"/>
                </a:lnTo>
                <a:lnTo>
                  <a:pt x="81" y="259"/>
                </a:lnTo>
                <a:lnTo>
                  <a:pt x="81" y="258"/>
                </a:lnTo>
                <a:lnTo>
                  <a:pt x="81" y="257"/>
                </a:lnTo>
                <a:lnTo>
                  <a:pt x="81" y="256"/>
                </a:lnTo>
                <a:lnTo>
                  <a:pt x="81" y="255"/>
                </a:lnTo>
                <a:lnTo>
                  <a:pt x="81" y="254"/>
                </a:lnTo>
                <a:lnTo>
                  <a:pt x="81" y="253"/>
                </a:lnTo>
                <a:lnTo>
                  <a:pt x="81" y="252"/>
                </a:lnTo>
                <a:lnTo>
                  <a:pt x="82" y="252"/>
                </a:lnTo>
                <a:lnTo>
                  <a:pt x="83" y="251"/>
                </a:lnTo>
                <a:lnTo>
                  <a:pt x="84" y="251"/>
                </a:lnTo>
                <a:lnTo>
                  <a:pt x="84" y="250"/>
                </a:lnTo>
                <a:lnTo>
                  <a:pt x="85" y="249"/>
                </a:lnTo>
                <a:lnTo>
                  <a:pt x="86" y="248"/>
                </a:lnTo>
                <a:lnTo>
                  <a:pt x="86" y="247"/>
                </a:lnTo>
                <a:lnTo>
                  <a:pt x="86" y="246"/>
                </a:lnTo>
                <a:lnTo>
                  <a:pt x="87" y="246"/>
                </a:lnTo>
                <a:lnTo>
                  <a:pt x="87" y="245"/>
                </a:lnTo>
                <a:lnTo>
                  <a:pt x="88" y="245"/>
                </a:lnTo>
                <a:lnTo>
                  <a:pt x="88" y="244"/>
                </a:lnTo>
                <a:lnTo>
                  <a:pt x="89" y="243"/>
                </a:lnTo>
                <a:lnTo>
                  <a:pt x="90" y="242"/>
                </a:lnTo>
                <a:lnTo>
                  <a:pt x="91" y="242"/>
                </a:lnTo>
                <a:lnTo>
                  <a:pt x="92" y="242"/>
                </a:lnTo>
                <a:lnTo>
                  <a:pt x="93" y="242"/>
                </a:lnTo>
                <a:lnTo>
                  <a:pt x="93" y="241"/>
                </a:lnTo>
                <a:lnTo>
                  <a:pt x="93" y="240"/>
                </a:lnTo>
                <a:lnTo>
                  <a:pt x="94" y="239"/>
                </a:lnTo>
                <a:lnTo>
                  <a:pt x="95" y="239"/>
                </a:lnTo>
                <a:lnTo>
                  <a:pt x="95" y="238"/>
                </a:lnTo>
                <a:lnTo>
                  <a:pt x="96" y="238"/>
                </a:lnTo>
                <a:lnTo>
                  <a:pt x="96" y="239"/>
                </a:lnTo>
                <a:lnTo>
                  <a:pt x="97" y="239"/>
                </a:lnTo>
                <a:lnTo>
                  <a:pt x="98" y="239"/>
                </a:lnTo>
                <a:lnTo>
                  <a:pt x="98" y="238"/>
                </a:lnTo>
                <a:lnTo>
                  <a:pt x="99" y="238"/>
                </a:lnTo>
                <a:lnTo>
                  <a:pt x="99" y="237"/>
                </a:lnTo>
                <a:lnTo>
                  <a:pt x="99" y="236"/>
                </a:lnTo>
                <a:lnTo>
                  <a:pt x="100" y="235"/>
                </a:lnTo>
                <a:lnTo>
                  <a:pt x="101" y="235"/>
                </a:lnTo>
                <a:lnTo>
                  <a:pt x="102" y="234"/>
                </a:lnTo>
                <a:lnTo>
                  <a:pt x="103" y="234"/>
                </a:lnTo>
                <a:lnTo>
                  <a:pt x="105" y="234"/>
                </a:lnTo>
                <a:lnTo>
                  <a:pt x="105" y="235"/>
                </a:lnTo>
                <a:lnTo>
                  <a:pt x="105" y="236"/>
                </a:lnTo>
                <a:lnTo>
                  <a:pt x="106" y="236"/>
                </a:lnTo>
                <a:lnTo>
                  <a:pt x="107" y="236"/>
                </a:lnTo>
                <a:lnTo>
                  <a:pt x="108" y="236"/>
                </a:lnTo>
                <a:lnTo>
                  <a:pt x="108" y="237"/>
                </a:lnTo>
                <a:lnTo>
                  <a:pt x="108" y="238"/>
                </a:lnTo>
                <a:lnTo>
                  <a:pt x="109" y="239"/>
                </a:lnTo>
                <a:lnTo>
                  <a:pt x="110" y="238"/>
                </a:lnTo>
                <a:lnTo>
                  <a:pt x="111" y="238"/>
                </a:lnTo>
                <a:lnTo>
                  <a:pt x="111" y="239"/>
                </a:lnTo>
                <a:lnTo>
                  <a:pt x="112" y="239"/>
                </a:lnTo>
                <a:lnTo>
                  <a:pt x="112" y="240"/>
                </a:lnTo>
                <a:lnTo>
                  <a:pt x="111" y="240"/>
                </a:lnTo>
                <a:lnTo>
                  <a:pt x="111" y="241"/>
                </a:lnTo>
                <a:lnTo>
                  <a:pt x="111" y="242"/>
                </a:lnTo>
                <a:lnTo>
                  <a:pt x="112" y="243"/>
                </a:lnTo>
                <a:lnTo>
                  <a:pt x="112" y="244"/>
                </a:lnTo>
                <a:lnTo>
                  <a:pt x="113" y="244"/>
                </a:lnTo>
                <a:lnTo>
                  <a:pt x="114" y="244"/>
                </a:lnTo>
                <a:lnTo>
                  <a:pt x="115" y="244"/>
                </a:lnTo>
                <a:lnTo>
                  <a:pt x="116" y="244"/>
                </a:lnTo>
                <a:lnTo>
                  <a:pt x="117" y="244"/>
                </a:lnTo>
                <a:lnTo>
                  <a:pt x="117" y="245"/>
                </a:lnTo>
                <a:lnTo>
                  <a:pt x="120" y="245"/>
                </a:lnTo>
                <a:lnTo>
                  <a:pt x="121" y="244"/>
                </a:lnTo>
                <a:lnTo>
                  <a:pt x="122" y="244"/>
                </a:lnTo>
                <a:lnTo>
                  <a:pt x="122" y="243"/>
                </a:lnTo>
                <a:lnTo>
                  <a:pt x="123" y="243"/>
                </a:lnTo>
                <a:lnTo>
                  <a:pt x="124" y="242"/>
                </a:lnTo>
                <a:lnTo>
                  <a:pt x="125" y="242"/>
                </a:lnTo>
                <a:lnTo>
                  <a:pt x="126" y="242"/>
                </a:lnTo>
                <a:lnTo>
                  <a:pt x="127" y="242"/>
                </a:lnTo>
                <a:lnTo>
                  <a:pt x="128" y="242"/>
                </a:lnTo>
                <a:lnTo>
                  <a:pt x="129" y="242"/>
                </a:lnTo>
                <a:lnTo>
                  <a:pt x="130" y="242"/>
                </a:lnTo>
                <a:lnTo>
                  <a:pt x="131" y="242"/>
                </a:lnTo>
                <a:lnTo>
                  <a:pt x="132" y="243"/>
                </a:lnTo>
                <a:lnTo>
                  <a:pt x="133" y="243"/>
                </a:lnTo>
                <a:lnTo>
                  <a:pt x="134" y="243"/>
                </a:lnTo>
                <a:lnTo>
                  <a:pt x="134" y="244"/>
                </a:lnTo>
                <a:lnTo>
                  <a:pt x="135" y="244"/>
                </a:lnTo>
                <a:lnTo>
                  <a:pt x="136" y="245"/>
                </a:lnTo>
                <a:lnTo>
                  <a:pt x="137" y="245"/>
                </a:lnTo>
                <a:lnTo>
                  <a:pt x="137" y="246"/>
                </a:lnTo>
                <a:lnTo>
                  <a:pt x="137" y="247"/>
                </a:lnTo>
                <a:lnTo>
                  <a:pt x="137" y="248"/>
                </a:lnTo>
                <a:lnTo>
                  <a:pt x="138" y="248"/>
                </a:lnTo>
                <a:lnTo>
                  <a:pt x="138" y="249"/>
                </a:lnTo>
                <a:lnTo>
                  <a:pt x="138" y="250"/>
                </a:lnTo>
                <a:lnTo>
                  <a:pt x="138" y="251"/>
                </a:lnTo>
                <a:lnTo>
                  <a:pt x="138" y="252"/>
                </a:lnTo>
                <a:lnTo>
                  <a:pt x="138" y="253"/>
                </a:lnTo>
                <a:lnTo>
                  <a:pt x="139" y="253"/>
                </a:lnTo>
                <a:lnTo>
                  <a:pt x="139" y="254"/>
                </a:lnTo>
                <a:lnTo>
                  <a:pt x="140" y="254"/>
                </a:lnTo>
                <a:lnTo>
                  <a:pt x="140" y="255"/>
                </a:lnTo>
                <a:lnTo>
                  <a:pt x="141" y="255"/>
                </a:lnTo>
                <a:lnTo>
                  <a:pt x="141" y="256"/>
                </a:lnTo>
                <a:lnTo>
                  <a:pt x="142" y="256"/>
                </a:lnTo>
                <a:lnTo>
                  <a:pt x="142" y="257"/>
                </a:lnTo>
                <a:lnTo>
                  <a:pt x="143" y="257"/>
                </a:lnTo>
                <a:lnTo>
                  <a:pt x="143" y="258"/>
                </a:lnTo>
                <a:lnTo>
                  <a:pt x="143" y="259"/>
                </a:lnTo>
                <a:lnTo>
                  <a:pt x="143" y="260"/>
                </a:lnTo>
                <a:lnTo>
                  <a:pt x="143" y="261"/>
                </a:lnTo>
                <a:lnTo>
                  <a:pt x="144" y="261"/>
                </a:lnTo>
                <a:lnTo>
                  <a:pt x="144" y="262"/>
                </a:lnTo>
                <a:lnTo>
                  <a:pt x="145" y="262"/>
                </a:lnTo>
                <a:lnTo>
                  <a:pt x="146" y="262"/>
                </a:lnTo>
                <a:lnTo>
                  <a:pt x="147" y="262"/>
                </a:lnTo>
                <a:lnTo>
                  <a:pt x="147" y="263"/>
                </a:lnTo>
                <a:lnTo>
                  <a:pt x="148" y="263"/>
                </a:lnTo>
                <a:lnTo>
                  <a:pt x="149" y="263"/>
                </a:lnTo>
                <a:lnTo>
                  <a:pt x="150" y="263"/>
                </a:lnTo>
                <a:lnTo>
                  <a:pt x="152" y="263"/>
                </a:lnTo>
                <a:lnTo>
                  <a:pt x="154" y="263"/>
                </a:lnTo>
                <a:lnTo>
                  <a:pt x="155" y="263"/>
                </a:lnTo>
                <a:lnTo>
                  <a:pt x="156" y="263"/>
                </a:lnTo>
                <a:lnTo>
                  <a:pt x="156" y="262"/>
                </a:lnTo>
                <a:lnTo>
                  <a:pt x="157" y="262"/>
                </a:lnTo>
                <a:lnTo>
                  <a:pt x="158" y="262"/>
                </a:lnTo>
                <a:lnTo>
                  <a:pt x="159" y="262"/>
                </a:lnTo>
                <a:lnTo>
                  <a:pt x="159" y="263"/>
                </a:lnTo>
                <a:lnTo>
                  <a:pt x="160" y="263"/>
                </a:lnTo>
                <a:lnTo>
                  <a:pt x="160" y="264"/>
                </a:lnTo>
                <a:lnTo>
                  <a:pt x="160" y="265"/>
                </a:lnTo>
                <a:lnTo>
                  <a:pt x="161" y="266"/>
                </a:lnTo>
                <a:lnTo>
                  <a:pt x="162" y="266"/>
                </a:lnTo>
                <a:lnTo>
                  <a:pt x="162" y="267"/>
                </a:lnTo>
                <a:lnTo>
                  <a:pt x="163" y="267"/>
                </a:lnTo>
                <a:lnTo>
                  <a:pt x="164" y="267"/>
                </a:lnTo>
                <a:lnTo>
                  <a:pt x="165" y="267"/>
                </a:lnTo>
                <a:lnTo>
                  <a:pt x="166" y="267"/>
                </a:lnTo>
                <a:lnTo>
                  <a:pt x="167" y="267"/>
                </a:lnTo>
                <a:lnTo>
                  <a:pt x="169" y="267"/>
                </a:lnTo>
                <a:lnTo>
                  <a:pt x="170" y="267"/>
                </a:lnTo>
                <a:lnTo>
                  <a:pt x="171" y="267"/>
                </a:lnTo>
                <a:lnTo>
                  <a:pt x="172" y="267"/>
                </a:lnTo>
                <a:lnTo>
                  <a:pt x="172" y="268"/>
                </a:lnTo>
                <a:lnTo>
                  <a:pt x="173" y="268"/>
                </a:lnTo>
                <a:lnTo>
                  <a:pt x="174" y="268"/>
                </a:lnTo>
                <a:lnTo>
                  <a:pt x="174" y="269"/>
                </a:lnTo>
                <a:lnTo>
                  <a:pt x="175" y="269"/>
                </a:lnTo>
                <a:lnTo>
                  <a:pt x="175" y="270"/>
                </a:lnTo>
                <a:lnTo>
                  <a:pt x="176" y="270"/>
                </a:lnTo>
                <a:lnTo>
                  <a:pt x="176" y="271"/>
                </a:lnTo>
                <a:lnTo>
                  <a:pt x="177" y="271"/>
                </a:lnTo>
                <a:lnTo>
                  <a:pt x="177" y="272"/>
                </a:lnTo>
                <a:lnTo>
                  <a:pt x="178" y="272"/>
                </a:lnTo>
                <a:lnTo>
                  <a:pt x="179" y="272"/>
                </a:lnTo>
                <a:lnTo>
                  <a:pt x="179" y="273"/>
                </a:lnTo>
                <a:lnTo>
                  <a:pt x="180" y="273"/>
                </a:lnTo>
                <a:lnTo>
                  <a:pt x="181" y="273"/>
                </a:lnTo>
                <a:lnTo>
                  <a:pt x="181" y="274"/>
                </a:lnTo>
                <a:lnTo>
                  <a:pt x="181" y="275"/>
                </a:lnTo>
                <a:lnTo>
                  <a:pt x="182" y="275"/>
                </a:lnTo>
                <a:lnTo>
                  <a:pt x="182" y="276"/>
                </a:lnTo>
                <a:lnTo>
                  <a:pt x="183" y="276"/>
                </a:lnTo>
                <a:lnTo>
                  <a:pt x="184" y="276"/>
                </a:lnTo>
                <a:lnTo>
                  <a:pt x="184" y="277"/>
                </a:lnTo>
                <a:lnTo>
                  <a:pt x="185" y="277"/>
                </a:lnTo>
                <a:lnTo>
                  <a:pt x="186" y="277"/>
                </a:lnTo>
                <a:lnTo>
                  <a:pt x="186" y="278"/>
                </a:lnTo>
                <a:lnTo>
                  <a:pt x="187" y="278"/>
                </a:lnTo>
                <a:lnTo>
                  <a:pt x="189" y="278"/>
                </a:lnTo>
                <a:lnTo>
                  <a:pt x="189" y="277"/>
                </a:lnTo>
                <a:lnTo>
                  <a:pt x="190" y="277"/>
                </a:lnTo>
                <a:lnTo>
                  <a:pt x="191" y="276"/>
                </a:lnTo>
                <a:lnTo>
                  <a:pt x="192" y="276"/>
                </a:lnTo>
                <a:lnTo>
                  <a:pt x="193" y="276"/>
                </a:lnTo>
                <a:lnTo>
                  <a:pt x="193" y="275"/>
                </a:lnTo>
                <a:lnTo>
                  <a:pt x="194" y="275"/>
                </a:lnTo>
                <a:lnTo>
                  <a:pt x="194" y="274"/>
                </a:lnTo>
                <a:lnTo>
                  <a:pt x="194" y="273"/>
                </a:lnTo>
                <a:lnTo>
                  <a:pt x="195" y="273"/>
                </a:lnTo>
                <a:lnTo>
                  <a:pt x="196" y="273"/>
                </a:lnTo>
                <a:lnTo>
                  <a:pt x="197" y="273"/>
                </a:lnTo>
                <a:lnTo>
                  <a:pt x="197" y="274"/>
                </a:lnTo>
                <a:lnTo>
                  <a:pt x="198" y="274"/>
                </a:lnTo>
                <a:lnTo>
                  <a:pt x="199" y="274"/>
                </a:lnTo>
                <a:lnTo>
                  <a:pt x="200" y="274"/>
                </a:lnTo>
                <a:lnTo>
                  <a:pt x="201" y="274"/>
                </a:lnTo>
                <a:lnTo>
                  <a:pt x="202" y="274"/>
                </a:lnTo>
                <a:lnTo>
                  <a:pt x="203" y="274"/>
                </a:lnTo>
                <a:lnTo>
                  <a:pt x="204" y="274"/>
                </a:lnTo>
                <a:lnTo>
                  <a:pt x="205" y="274"/>
                </a:lnTo>
                <a:lnTo>
                  <a:pt x="205" y="275"/>
                </a:lnTo>
                <a:lnTo>
                  <a:pt x="206" y="275"/>
                </a:lnTo>
                <a:lnTo>
                  <a:pt x="206" y="276"/>
                </a:lnTo>
                <a:lnTo>
                  <a:pt x="206" y="277"/>
                </a:lnTo>
                <a:lnTo>
                  <a:pt x="206" y="278"/>
                </a:lnTo>
                <a:lnTo>
                  <a:pt x="206" y="279"/>
                </a:lnTo>
                <a:lnTo>
                  <a:pt x="207" y="279"/>
                </a:lnTo>
                <a:lnTo>
                  <a:pt x="207" y="280"/>
                </a:lnTo>
                <a:lnTo>
                  <a:pt x="208" y="280"/>
                </a:lnTo>
                <a:lnTo>
                  <a:pt x="208" y="281"/>
                </a:lnTo>
                <a:lnTo>
                  <a:pt x="209" y="281"/>
                </a:lnTo>
                <a:lnTo>
                  <a:pt x="209" y="282"/>
                </a:lnTo>
                <a:lnTo>
                  <a:pt x="210" y="282"/>
                </a:lnTo>
                <a:lnTo>
                  <a:pt x="210" y="283"/>
                </a:lnTo>
                <a:lnTo>
                  <a:pt x="211" y="283"/>
                </a:lnTo>
                <a:lnTo>
                  <a:pt x="212" y="284"/>
                </a:lnTo>
                <a:lnTo>
                  <a:pt x="212" y="285"/>
                </a:lnTo>
                <a:lnTo>
                  <a:pt x="213" y="285"/>
                </a:lnTo>
                <a:lnTo>
                  <a:pt x="213" y="286"/>
                </a:lnTo>
                <a:lnTo>
                  <a:pt x="214" y="286"/>
                </a:lnTo>
                <a:lnTo>
                  <a:pt x="214" y="287"/>
                </a:lnTo>
                <a:lnTo>
                  <a:pt x="215" y="287"/>
                </a:lnTo>
                <a:lnTo>
                  <a:pt x="215" y="288"/>
                </a:lnTo>
                <a:lnTo>
                  <a:pt x="216" y="288"/>
                </a:lnTo>
                <a:lnTo>
                  <a:pt x="216" y="287"/>
                </a:lnTo>
                <a:lnTo>
                  <a:pt x="217" y="287"/>
                </a:lnTo>
                <a:lnTo>
                  <a:pt x="217" y="286"/>
                </a:lnTo>
                <a:lnTo>
                  <a:pt x="218" y="285"/>
                </a:lnTo>
                <a:lnTo>
                  <a:pt x="218" y="284"/>
                </a:lnTo>
                <a:lnTo>
                  <a:pt x="219" y="284"/>
                </a:lnTo>
                <a:lnTo>
                  <a:pt x="219" y="283"/>
                </a:lnTo>
                <a:lnTo>
                  <a:pt x="219" y="282"/>
                </a:lnTo>
                <a:lnTo>
                  <a:pt x="220" y="281"/>
                </a:lnTo>
                <a:lnTo>
                  <a:pt x="219" y="281"/>
                </a:lnTo>
                <a:lnTo>
                  <a:pt x="219" y="280"/>
                </a:lnTo>
                <a:lnTo>
                  <a:pt x="220" y="280"/>
                </a:lnTo>
                <a:lnTo>
                  <a:pt x="220" y="279"/>
                </a:lnTo>
                <a:lnTo>
                  <a:pt x="221" y="279"/>
                </a:lnTo>
                <a:lnTo>
                  <a:pt x="222" y="278"/>
                </a:lnTo>
                <a:lnTo>
                  <a:pt x="223" y="278"/>
                </a:lnTo>
                <a:lnTo>
                  <a:pt x="224" y="277"/>
                </a:lnTo>
                <a:lnTo>
                  <a:pt x="225" y="277"/>
                </a:lnTo>
                <a:lnTo>
                  <a:pt x="227" y="277"/>
                </a:lnTo>
                <a:lnTo>
                  <a:pt x="227" y="276"/>
                </a:lnTo>
                <a:lnTo>
                  <a:pt x="228" y="276"/>
                </a:lnTo>
                <a:lnTo>
                  <a:pt x="229" y="275"/>
                </a:lnTo>
                <a:lnTo>
                  <a:pt x="229" y="274"/>
                </a:lnTo>
                <a:lnTo>
                  <a:pt x="229" y="273"/>
                </a:lnTo>
                <a:lnTo>
                  <a:pt x="230" y="273"/>
                </a:lnTo>
                <a:lnTo>
                  <a:pt x="231" y="273"/>
                </a:lnTo>
                <a:lnTo>
                  <a:pt x="232" y="273"/>
                </a:lnTo>
                <a:lnTo>
                  <a:pt x="232" y="272"/>
                </a:lnTo>
                <a:lnTo>
                  <a:pt x="232" y="271"/>
                </a:lnTo>
                <a:lnTo>
                  <a:pt x="232" y="270"/>
                </a:lnTo>
                <a:lnTo>
                  <a:pt x="232" y="269"/>
                </a:lnTo>
                <a:lnTo>
                  <a:pt x="233" y="269"/>
                </a:lnTo>
                <a:lnTo>
                  <a:pt x="233" y="268"/>
                </a:lnTo>
                <a:lnTo>
                  <a:pt x="234" y="268"/>
                </a:lnTo>
                <a:lnTo>
                  <a:pt x="235" y="268"/>
                </a:lnTo>
                <a:lnTo>
                  <a:pt x="235" y="269"/>
                </a:lnTo>
                <a:lnTo>
                  <a:pt x="236" y="269"/>
                </a:lnTo>
                <a:lnTo>
                  <a:pt x="237" y="268"/>
                </a:lnTo>
                <a:lnTo>
                  <a:pt x="237" y="267"/>
                </a:lnTo>
                <a:lnTo>
                  <a:pt x="237" y="266"/>
                </a:lnTo>
                <a:lnTo>
                  <a:pt x="238" y="266"/>
                </a:lnTo>
                <a:lnTo>
                  <a:pt x="238" y="265"/>
                </a:lnTo>
                <a:lnTo>
                  <a:pt x="239" y="264"/>
                </a:lnTo>
                <a:lnTo>
                  <a:pt x="239" y="263"/>
                </a:lnTo>
                <a:lnTo>
                  <a:pt x="238" y="263"/>
                </a:lnTo>
                <a:lnTo>
                  <a:pt x="238" y="262"/>
                </a:lnTo>
                <a:lnTo>
                  <a:pt x="239" y="262"/>
                </a:lnTo>
                <a:lnTo>
                  <a:pt x="239" y="261"/>
                </a:lnTo>
                <a:lnTo>
                  <a:pt x="240" y="260"/>
                </a:lnTo>
                <a:lnTo>
                  <a:pt x="240" y="259"/>
                </a:lnTo>
                <a:lnTo>
                  <a:pt x="240" y="258"/>
                </a:lnTo>
                <a:lnTo>
                  <a:pt x="240" y="257"/>
                </a:lnTo>
                <a:lnTo>
                  <a:pt x="240" y="256"/>
                </a:lnTo>
                <a:lnTo>
                  <a:pt x="241" y="256"/>
                </a:lnTo>
                <a:lnTo>
                  <a:pt x="241" y="255"/>
                </a:lnTo>
                <a:lnTo>
                  <a:pt x="241" y="254"/>
                </a:lnTo>
                <a:lnTo>
                  <a:pt x="241" y="253"/>
                </a:lnTo>
                <a:lnTo>
                  <a:pt x="240" y="252"/>
                </a:lnTo>
                <a:lnTo>
                  <a:pt x="240" y="251"/>
                </a:lnTo>
                <a:lnTo>
                  <a:pt x="240" y="250"/>
                </a:lnTo>
                <a:lnTo>
                  <a:pt x="240" y="249"/>
                </a:lnTo>
                <a:lnTo>
                  <a:pt x="239" y="248"/>
                </a:lnTo>
                <a:lnTo>
                  <a:pt x="239" y="247"/>
                </a:lnTo>
                <a:lnTo>
                  <a:pt x="238" y="247"/>
                </a:lnTo>
                <a:lnTo>
                  <a:pt x="237" y="246"/>
                </a:lnTo>
                <a:lnTo>
                  <a:pt x="237" y="245"/>
                </a:lnTo>
                <a:lnTo>
                  <a:pt x="236" y="244"/>
                </a:lnTo>
                <a:lnTo>
                  <a:pt x="236" y="243"/>
                </a:lnTo>
                <a:lnTo>
                  <a:pt x="235" y="243"/>
                </a:lnTo>
                <a:lnTo>
                  <a:pt x="235" y="242"/>
                </a:lnTo>
                <a:lnTo>
                  <a:pt x="234" y="241"/>
                </a:lnTo>
                <a:lnTo>
                  <a:pt x="233" y="241"/>
                </a:lnTo>
                <a:lnTo>
                  <a:pt x="233" y="240"/>
                </a:lnTo>
                <a:lnTo>
                  <a:pt x="233" y="239"/>
                </a:lnTo>
                <a:lnTo>
                  <a:pt x="234" y="238"/>
                </a:lnTo>
                <a:lnTo>
                  <a:pt x="235" y="238"/>
                </a:lnTo>
                <a:lnTo>
                  <a:pt x="236" y="238"/>
                </a:lnTo>
                <a:lnTo>
                  <a:pt x="236" y="239"/>
                </a:lnTo>
                <a:lnTo>
                  <a:pt x="237" y="239"/>
                </a:lnTo>
                <a:lnTo>
                  <a:pt x="238" y="239"/>
                </a:lnTo>
                <a:lnTo>
                  <a:pt x="239" y="239"/>
                </a:lnTo>
                <a:lnTo>
                  <a:pt x="239" y="238"/>
                </a:lnTo>
                <a:lnTo>
                  <a:pt x="240" y="238"/>
                </a:lnTo>
                <a:lnTo>
                  <a:pt x="240" y="237"/>
                </a:lnTo>
                <a:lnTo>
                  <a:pt x="241" y="237"/>
                </a:lnTo>
                <a:lnTo>
                  <a:pt x="241" y="236"/>
                </a:lnTo>
                <a:lnTo>
                  <a:pt x="241" y="235"/>
                </a:lnTo>
                <a:lnTo>
                  <a:pt x="242" y="235"/>
                </a:lnTo>
                <a:lnTo>
                  <a:pt x="243" y="235"/>
                </a:lnTo>
                <a:lnTo>
                  <a:pt x="244" y="235"/>
                </a:lnTo>
                <a:lnTo>
                  <a:pt x="245" y="236"/>
                </a:lnTo>
                <a:lnTo>
                  <a:pt x="246" y="236"/>
                </a:lnTo>
                <a:lnTo>
                  <a:pt x="246" y="237"/>
                </a:lnTo>
                <a:lnTo>
                  <a:pt x="247" y="237"/>
                </a:lnTo>
                <a:lnTo>
                  <a:pt x="248" y="236"/>
                </a:lnTo>
                <a:lnTo>
                  <a:pt x="249" y="235"/>
                </a:lnTo>
                <a:lnTo>
                  <a:pt x="251" y="235"/>
                </a:lnTo>
                <a:lnTo>
                  <a:pt x="252" y="235"/>
                </a:lnTo>
                <a:lnTo>
                  <a:pt x="252" y="236"/>
                </a:lnTo>
                <a:lnTo>
                  <a:pt x="253" y="236"/>
                </a:lnTo>
                <a:lnTo>
                  <a:pt x="254" y="236"/>
                </a:lnTo>
                <a:lnTo>
                  <a:pt x="255" y="236"/>
                </a:lnTo>
                <a:lnTo>
                  <a:pt x="255" y="235"/>
                </a:lnTo>
                <a:lnTo>
                  <a:pt x="256" y="235"/>
                </a:lnTo>
                <a:lnTo>
                  <a:pt x="256" y="234"/>
                </a:lnTo>
                <a:lnTo>
                  <a:pt x="258" y="234"/>
                </a:lnTo>
                <a:lnTo>
                  <a:pt x="259" y="234"/>
                </a:lnTo>
                <a:lnTo>
                  <a:pt x="261" y="234"/>
                </a:lnTo>
                <a:lnTo>
                  <a:pt x="261" y="233"/>
                </a:lnTo>
                <a:lnTo>
                  <a:pt x="263" y="233"/>
                </a:lnTo>
                <a:lnTo>
                  <a:pt x="263" y="232"/>
                </a:lnTo>
                <a:lnTo>
                  <a:pt x="264" y="232"/>
                </a:lnTo>
                <a:lnTo>
                  <a:pt x="265" y="232"/>
                </a:lnTo>
                <a:lnTo>
                  <a:pt x="265" y="231"/>
                </a:lnTo>
                <a:lnTo>
                  <a:pt x="266" y="231"/>
                </a:lnTo>
                <a:lnTo>
                  <a:pt x="267" y="231"/>
                </a:lnTo>
                <a:lnTo>
                  <a:pt x="268" y="231"/>
                </a:lnTo>
                <a:lnTo>
                  <a:pt x="269" y="230"/>
                </a:lnTo>
                <a:lnTo>
                  <a:pt x="270" y="230"/>
                </a:lnTo>
                <a:lnTo>
                  <a:pt x="271" y="230"/>
                </a:lnTo>
                <a:lnTo>
                  <a:pt x="271" y="229"/>
                </a:lnTo>
                <a:lnTo>
                  <a:pt x="272" y="229"/>
                </a:lnTo>
                <a:lnTo>
                  <a:pt x="273" y="229"/>
                </a:lnTo>
                <a:lnTo>
                  <a:pt x="273" y="228"/>
                </a:lnTo>
                <a:lnTo>
                  <a:pt x="274" y="228"/>
                </a:lnTo>
                <a:lnTo>
                  <a:pt x="274" y="227"/>
                </a:lnTo>
                <a:lnTo>
                  <a:pt x="274" y="226"/>
                </a:lnTo>
                <a:lnTo>
                  <a:pt x="275" y="226"/>
                </a:lnTo>
                <a:lnTo>
                  <a:pt x="276" y="226"/>
                </a:lnTo>
                <a:lnTo>
                  <a:pt x="277" y="226"/>
                </a:lnTo>
                <a:lnTo>
                  <a:pt x="278" y="225"/>
                </a:lnTo>
                <a:lnTo>
                  <a:pt x="279" y="225"/>
                </a:lnTo>
                <a:lnTo>
                  <a:pt x="281" y="224"/>
                </a:lnTo>
                <a:lnTo>
                  <a:pt x="282" y="224"/>
                </a:lnTo>
                <a:lnTo>
                  <a:pt x="283" y="224"/>
                </a:lnTo>
                <a:lnTo>
                  <a:pt x="284" y="224"/>
                </a:lnTo>
                <a:lnTo>
                  <a:pt x="284" y="223"/>
                </a:lnTo>
                <a:lnTo>
                  <a:pt x="284" y="222"/>
                </a:lnTo>
                <a:lnTo>
                  <a:pt x="285" y="221"/>
                </a:lnTo>
                <a:lnTo>
                  <a:pt x="286" y="221"/>
                </a:lnTo>
                <a:lnTo>
                  <a:pt x="287" y="220"/>
                </a:lnTo>
                <a:lnTo>
                  <a:pt x="287" y="219"/>
                </a:lnTo>
                <a:lnTo>
                  <a:pt x="288" y="219"/>
                </a:lnTo>
                <a:lnTo>
                  <a:pt x="289" y="219"/>
                </a:lnTo>
                <a:lnTo>
                  <a:pt x="290" y="219"/>
                </a:lnTo>
                <a:lnTo>
                  <a:pt x="292" y="219"/>
                </a:lnTo>
                <a:lnTo>
                  <a:pt x="293" y="219"/>
                </a:lnTo>
                <a:lnTo>
                  <a:pt x="293" y="218"/>
                </a:lnTo>
                <a:lnTo>
                  <a:pt x="294" y="218"/>
                </a:lnTo>
                <a:lnTo>
                  <a:pt x="294" y="217"/>
                </a:lnTo>
                <a:lnTo>
                  <a:pt x="294" y="216"/>
                </a:lnTo>
                <a:lnTo>
                  <a:pt x="295" y="215"/>
                </a:lnTo>
                <a:lnTo>
                  <a:pt x="296" y="215"/>
                </a:lnTo>
                <a:lnTo>
                  <a:pt x="296" y="214"/>
                </a:lnTo>
                <a:lnTo>
                  <a:pt x="297" y="214"/>
                </a:lnTo>
                <a:lnTo>
                  <a:pt x="298" y="213"/>
                </a:lnTo>
                <a:lnTo>
                  <a:pt x="300" y="212"/>
                </a:lnTo>
                <a:lnTo>
                  <a:pt x="300" y="211"/>
                </a:lnTo>
                <a:lnTo>
                  <a:pt x="300" y="210"/>
                </a:lnTo>
                <a:lnTo>
                  <a:pt x="300" y="208"/>
                </a:lnTo>
                <a:lnTo>
                  <a:pt x="300" y="207"/>
                </a:lnTo>
                <a:lnTo>
                  <a:pt x="301" y="206"/>
                </a:lnTo>
                <a:lnTo>
                  <a:pt x="302" y="206"/>
                </a:lnTo>
                <a:lnTo>
                  <a:pt x="303" y="206"/>
                </a:lnTo>
                <a:lnTo>
                  <a:pt x="304" y="206"/>
                </a:lnTo>
                <a:lnTo>
                  <a:pt x="304" y="205"/>
                </a:lnTo>
                <a:lnTo>
                  <a:pt x="305" y="205"/>
                </a:lnTo>
                <a:lnTo>
                  <a:pt x="306" y="205"/>
                </a:lnTo>
                <a:lnTo>
                  <a:pt x="306" y="204"/>
                </a:lnTo>
                <a:lnTo>
                  <a:pt x="307" y="204"/>
                </a:lnTo>
                <a:lnTo>
                  <a:pt x="308" y="204"/>
                </a:lnTo>
                <a:lnTo>
                  <a:pt x="308" y="205"/>
                </a:lnTo>
                <a:lnTo>
                  <a:pt x="309" y="205"/>
                </a:lnTo>
                <a:lnTo>
                  <a:pt x="310" y="206"/>
                </a:lnTo>
                <a:lnTo>
                  <a:pt x="311" y="207"/>
                </a:lnTo>
                <a:lnTo>
                  <a:pt x="312" y="207"/>
                </a:lnTo>
                <a:lnTo>
                  <a:pt x="313" y="207"/>
                </a:lnTo>
                <a:lnTo>
                  <a:pt x="313" y="206"/>
                </a:lnTo>
                <a:lnTo>
                  <a:pt x="314" y="206"/>
                </a:lnTo>
                <a:lnTo>
                  <a:pt x="314" y="205"/>
                </a:lnTo>
                <a:lnTo>
                  <a:pt x="315" y="205"/>
                </a:lnTo>
                <a:lnTo>
                  <a:pt x="316" y="204"/>
                </a:lnTo>
                <a:lnTo>
                  <a:pt x="317" y="204"/>
                </a:lnTo>
                <a:lnTo>
                  <a:pt x="317" y="203"/>
                </a:lnTo>
                <a:lnTo>
                  <a:pt x="317" y="204"/>
                </a:lnTo>
                <a:lnTo>
                  <a:pt x="318" y="204"/>
                </a:lnTo>
                <a:lnTo>
                  <a:pt x="319" y="204"/>
                </a:lnTo>
                <a:lnTo>
                  <a:pt x="319" y="205"/>
                </a:lnTo>
                <a:lnTo>
                  <a:pt x="320" y="205"/>
                </a:lnTo>
                <a:lnTo>
                  <a:pt x="322" y="205"/>
                </a:lnTo>
                <a:lnTo>
                  <a:pt x="324" y="205"/>
                </a:lnTo>
                <a:lnTo>
                  <a:pt x="325" y="204"/>
                </a:lnTo>
                <a:lnTo>
                  <a:pt x="326" y="204"/>
                </a:lnTo>
                <a:lnTo>
                  <a:pt x="327" y="203"/>
                </a:lnTo>
                <a:lnTo>
                  <a:pt x="328" y="203"/>
                </a:lnTo>
                <a:lnTo>
                  <a:pt x="329" y="203"/>
                </a:lnTo>
                <a:lnTo>
                  <a:pt x="330" y="203"/>
                </a:lnTo>
                <a:lnTo>
                  <a:pt x="331" y="203"/>
                </a:lnTo>
                <a:lnTo>
                  <a:pt x="332" y="203"/>
                </a:lnTo>
                <a:lnTo>
                  <a:pt x="333" y="203"/>
                </a:lnTo>
                <a:lnTo>
                  <a:pt x="334" y="203"/>
                </a:lnTo>
                <a:lnTo>
                  <a:pt x="335" y="203"/>
                </a:lnTo>
                <a:lnTo>
                  <a:pt x="335" y="202"/>
                </a:lnTo>
                <a:lnTo>
                  <a:pt x="335" y="201"/>
                </a:lnTo>
                <a:lnTo>
                  <a:pt x="335" y="197"/>
                </a:lnTo>
                <a:lnTo>
                  <a:pt x="336" y="197"/>
                </a:lnTo>
                <a:lnTo>
                  <a:pt x="336" y="196"/>
                </a:lnTo>
                <a:lnTo>
                  <a:pt x="336" y="195"/>
                </a:lnTo>
                <a:lnTo>
                  <a:pt x="338" y="194"/>
                </a:lnTo>
                <a:lnTo>
                  <a:pt x="338" y="193"/>
                </a:lnTo>
                <a:lnTo>
                  <a:pt x="339" y="193"/>
                </a:lnTo>
                <a:lnTo>
                  <a:pt x="340" y="193"/>
                </a:lnTo>
                <a:lnTo>
                  <a:pt x="341" y="193"/>
                </a:lnTo>
                <a:lnTo>
                  <a:pt x="342" y="193"/>
                </a:lnTo>
                <a:lnTo>
                  <a:pt x="343" y="194"/>
                </a:lnTo>
                <a:lnTo>
                  <a:pt x="344" y="194"/>
                </a:lnTo>
                <a:lnTo>
                  <a:pt x="345" y="195"/>
                </a:lnTo>
                <a:lnTo>
                  <a:pt x="346" y="195"/>
                </a:lnTo>
                <a:lnTo>
                  <a:pt x="347" y="195"/>
                </a:lnTo>
                <a:lnTo>
                  <a:pt x="348" y="195"/>
                </a:lnTo>
                <a:lnTo>
                  <a:pt x="348" y="194"/>
                </a:lnTo>
                <a:lnTo>
                  <a:pt x="349" y="194"/>
                </a:lnTo>
                <a:lnTo>
                  <a:pt x="347" y="193"/>
                </a:lnTo>
                <a:lnTo>
                  <a:pt x="347" y="192"/>
                </a:lnTo>
                <a:lnTo>
                  <a:pt x="347" y="191"/>
                </a:lnTo>
                <a:lnTo>
                  <a:pt x="348" y="191"/>
                </a:lnTo>
                <a:lnTo>
                  <a:pt x="348" y="190"/>
                </a:lnTo>
                <a:lnTo>
                  <a:pt x="349" y="190"/>
                </a:lnTo>
                <a:lnTo>
                  <a:pt x="350" y="190"/>
                </a:lnTo>
                <a:lnTo>
                  <a:pt x="350" y="189"/>
                </a:lnTo>
                <a:lnTo>
                  <a:pt x="351" y="189"/>
                </a:lnTo>
                <a:lnTo>
                  <a:pt x="351" y="188"/>
                </a:lnTo>
                <a:lnTo>
                  <a:pt x="350" y="188"/>
                </a:lnTo>
                <a:lnTo>
                  <a:pt x="350" y="187"/>
                </a:lnTo>
                <a:lnTo>
                  <a:pt x="350" y="186"/>
                </a:lnTo>
                <a:lnTo>
                  <a:pt x="350" y="185"/>
                </a:lnTo>
                <a:lnTo>
                  <a:pt x="350" y="184"/>
                </a:lnTo>
                <a:lnTo>
                  <a:pt x="350" y="183"/>
                </a:lnTo>
                <a:lnTo>
                  <a:pt x="350" y="182"/>
                </a:lnTo>
                <a:lnTo>
                  <a:pt x="350" y="181"/>
                </a:lnTo>
                <a:lnTo>
                  <a:pt x="350" y="180"/>
                </a:lnTo>
                <a:lnTo>
                  <a:pt x="350" y="179"/>
                </a:lnTo>
                <a:lnTo>
                  <a:pt x="350" y="178"/>
                </a:lnTo>
                <a:lnTo>
                  <a:pt x="350" y="177"/>
                </a:lnTo>
                <a:lnTo>
                  <a:pt x="349" y="177"/>
                </a:lnTo>
                <a:lnTo>
                  <a:pt x="348" y="177"/>
                </a:lnTo>
                <a:lnTo>
                  <a:pt x="347" y="177"/>
                </a:lnTo>
                <a:lnTo>
                  <a:pt x="347" y="176"/>
                </a:lnTo>
                <a:lnTo>
                  <a:pt x="346" y="176"/>
                </a:lnTo>
                <a:lnTo>
                  <a:pt x="346" y="175"/>
                </a:lnTo>
                <a:lnTo>
                  <a:pt x="346" y="174"/>
                </a:lnTo>
                <a:lnTo>
                  <a:pt x="345" y="174"/>
                </a:lnTo>
                <a:lnTo>
                  <a:pt x="346" y="173"/>
                </a:lnTo>
                <a:lnTo>
                  <a:pt x="346" y="172"/>
                </a:lnTo>
                <a:lnTo>
                  <a:pt x="345" y="171"/>
                </a:lnTo>
                <a:lnTo>
                  <a:pt x="345" y="170"/>
                </a:lnTo>
                <a:lnTo>
                  <a:pt x="345" y="169"/>
                </a:lnTo>
                <a:lnTo>
                  <a:pt x="344" y="169"/>
                </a:lnTo>
                <a:lnTo>
                  <a:pt x="344" y="168"/>
                </a:lnTo>
                <a:lnTo>
                  <a:pt x="344" y="167"/>
                </a:lnTo>
                <a:lnTo>
                  <a:pt x="344" y="166"/>
                </a:lnTo>
                <a:lnTo>
                  <a:pt x="343" y="165"/>
                </a:lnTo>
                <a:lnTo>
                  <a:pt x="344" y="164"/>
                </a:lnTo>
                <a:lnTo>
                  <a:pt x="346" y="163"/>
                </a:lnTo>
                <a:lnTo>
                  <a:pt x="347" y="164"/>
                </a:lnTo>
                <a:lnTo>
                  <a:pt x="348" y="164"/>
                </a:lnTo>
                <a:lnTo>
                  <a:pt x="348" y="163"/>
                </a:lnTo>
                <a:lnTo>
                  <a:pt x="348" y="162"/>
                </a:lnTo>
                <a:lnTo>
                  <a:pt x="349" y="161"/>
                </a:lnTo>
                <a:lnTo>
                  <a:pt x="349" y="160"/>
                </a:lnTo>
                <a:lnTo>
                  <a:pt x="349" y="159"/>
                </a:lnTo>
                <a:lnTo>
                  <a:pt x="349" y="158"/>
                </a:lnTo>
                <a:lnTo>
                  <a:pt x="350" y="158"/>
                </a:lnTo>
                <a:lnTo>
                  <a:pt x="350" y="157"/>
                </a:lnTo>
                <a:lnTo>
                  <a:pt x="350" y="156"/>
                </a:lnTo>
                <a:lnTo>
                  <a:pt x="351" y="156"/>
                </a:lnTo>
                <a:lnTo>
                  <a:pt x="352" y="155"/>
                </a:lnTo>
                <a:lnTo>
                  <a:pt x="353" y="155"/>
                </a:lnTo>
                <a:lnTo>
                  <a:pt x="354" y="155"/>
                </a:lnTo>
                <a:lnTo>
                  <a:pt x="355" y="155"/>
                </a:lnTo>
                <a:lnTo>
                  <a:pt x="357" y="154"/>
                </a:lnTo>
                <a:lnTo>
                  <a:pt x="357" y="153"/>
                </a:lnTo>
                <a:lnTo>
                  <a:pt x="358" y="153"/>
                </a:lnTo>
                <a:lnTo>
                  <a:pt x="358" y="152"/>
                </a:lnTo>
                <a:lnTo>
                  <a:pt x="358" y="151"/>
                </a:lnTo>
                <a:lnTo>
                  <a:pt x="357" y="150"/>
                </a:lnTo>
                <a:lnTo>
                  <a:pt x="357" y="149"/>
                </a:lnTo>
                <a:lnTo>
                  <a:pt x="357" y="148"/>
                </a:lnTo>
                <a:lnTo>
                  <a:pt x="357" y="147"/>
                </a:lnTo>
                <a:lnTo>
                  <a:pt x="357" y="146"/>
                </a:lnTo>
                <a:lnTo>
                  <a:pt x="357" y="147"/>
                </a:lnTo>
                <a:lnTo>
                  <a:pt x="358" y="146"/>
                </a:lnTo>
                <a:lnTo>
                  <a:pt x="358" y="145"/>
                </a:lnTo>
                <a:lnTo>
                  <a:pt x="359" y="145"/>
                </a:lnTo>
                <a:lnTo>
                  <a:pt x="360" y="145"/>
                </a:lnTo>
                <a:lnTo>
                  <a:pt x="362" y="145"/>
                </a:lnTo>
                <a:lnTo>
                  <a:pt x="363" y="145"/>
                </a:lnTo>
                <a:lnTo>
                  <a:pt x="364" y="145"/>
                </a:lnTo>
                <a:lnTo>
                  <a:pt x="365" y="145"/>
                </a:lnTo>
                <a:lnTo>
                  <a:pt x="366" y="145"/>
                </a:lnTo>
                <a:lnTo>
                  <a:pt x="367" y="145"/>
                </a:lnTo>
                <a:lnTo>
                  <a:pt x="368" y="145"/>
                </a:lnTo>
                <a:lnTo>
                  <a:pt x="369" y="144"/>
                </a:lnTo>
                <a:lnTo>
                  <a:pt x="371" y="144"/>
                </a:lnTo>
                <a:lnTo>
                  <a:pt x="371" y="143"/>
                </a:lnTo>
                <a:lnTo>
                  <a:pt x="372" y="144"/>
                </a:lnTo>
                <a:lnTo>
                  <a:pt x="373" y="143"/>
                </a:lnTo>
                <a:lnTo>
                  <a:pt x="373" y="142"/>
                </a:lnTo>
                <a:lnTo>
                  <a:pt x="373" y="140"/>
                </a:lnTo>
                <a:lnTo>
                  <a:pt x="374" y="140"/>
                </a:lnTo>
                <a:lnTo>
                  <a:pt x="375" y="140"/>
                </a:lnTo>
                <a:lnTo>
                  <a:pt x="375" y="139"/>
                </a:lnTo>
                <a:lnTo>
                  <a:pt x="376" y="138"/>
                </a:lnTo>
                <a:lnTo>
                  <a:pt x="377" y="138"/>
                </a:lnTo>
                <a:lnTo>
                  <a:pt x="377" y="139"/>
                </a:lnTo>
                <a:lnTo>
                  <a:pt x="378" y="139"/>
                </a:lnTo>
                <a:lnTo>
                  <a:pt x="378" y="140"/>
                </a:lnTo>
                <a:lnTo>
                  <a:pt x="379" y="140"/>
                </a:lnTo>
                <a:lnTo>
                  <a:pt x="381" y="141"/>
                </a:lnTo>
                <a:lnTo>
                  <a:pt x="380" y="141"/>
                </a:lnTo>
                <a:lnTo>
                  <a:pt x="379" y="142"/>
                </a:lnTo>
                <a:lnTo>
                  <a:pt x="379" y="143"/>
                </a:lnTo>
                <a:lnTo>
                  <a:pt x="379" y="145"/>
                </a:lnTo>
                <a:lnTo>
                  <a:pt x="379" y="146"/>
                </a:lnTo>
                <a:lnTo>
                  <a:pt x="381" y="147"/>
                </a:lnTo>
                <a:lnTo>
                  <a:pt x="381" y="148"/>
                </a:lnTo>
                <a:lnTo>
                  <a:pt x="382" y="148"/>
                </a:lnTo>
                <a:lnTo>
                  <a:pt x="384" y="148"/>
                </a:lnTo>
                <a:lnTo>
                  <a:pt x="386" y="150"/>
                </a:lnTo>
                <a:lnTo>
                  <a:pt x="387" y="151"/>
                </a:lnTo>
                <a:lnTo>
                  <a:pt x="388" y="152"/>
                </a:lnTo>
                <a:lnTo>
                  <a:pt x="389" y="153"/>
                </a:lnTo>
                <a:lnTo>
                  <a:pt x="389" y="154"/>
                </a:lnTo>
                <a:lnTo>
                  <a:pt x="390" y="154"/>
                </a:lnTo>
                <a:lnTo>
                  <a:pt x="391" y="154"/>
                </a:lnTo>
                <a:lnTo>
                  <a:pt x="392" y="154"/>
                </a:lnTo>
                <a:lnTo>
                  <a:pt x="392" y="155"/>
                </a:lnTo>
                <a:lnTo>
                  <a:pt x="392" y="154"/>
                </a:lnTo>
                <a:lnTo>
                  <a:pt x="393" y="154"/>
                </a:lnTo>
                <a:lnTo>
                  <a:pt x="393" y="155"/>
                </a:lnTo>
                <a:lnTo>
                  <a:pt x="392" y="155"/>
                </a:lnTo>
                <a:lnTo>
                  <a:pt x="392" y="156"/>
                </a:lnTo>
                <a:lnTo>
                  <a:pt x="392" y="157"/>
                </a:lnTo>
                <a:lnTo>
                  <a:pt x="393" y="158"/>
                </a:lnTo>
                <a:lnTo>
                  <a:pt x="393" y="159"/>
                </a:lnTo>
                <a:lnTo>
                  <a:pt x="393" y="160"/>
                </a:lnTo>
                <a:lnTo>
                  <a:pt x="394" y="160"/>
                </a:lnTo>
                <a:lnTo>
                  <a:pt x="393" y="161"/>
                </a:lnTo>
                <a:lnTo>
                  <a:pt x="393" y="162"/>
                </a:lnTo>
                <a:lnTo>
                  <a:pt x="393" y="163"/>
                </a:lnTo>
                <a:lnTo>
                  <a:pt x="392" y="164"/>
                </a:lnTo>
                <a:lnTo>
                  <a:pt x="391" y="164"/>
                </a:lnTo>
                <a:lnTo>
                  <a:pt x="390" y="165"/>
                </a:lnTo>
                <a:lnTo>
                  <a:pt x="390" y="167"/>
                </a:lnTo>
                <a:lnTo>
                  <a:pt x="390" y="168"/>
                </a:lnTo>
                <a:lnTo>
                  <a:pt x="391" y="168"/>
                </a:lnTo>
                <a:lnTo>
                  <a:pt x="392" y="169"/>
                </a:lnTo>
                <a:lnTo>
                  <a:pt x="393" y="169"/>
                </a:lnTo>
                <a:lnTo>
                  <a:pt x="394" y="169"/>
                </a:lnTo>
                <a:lnTo>
                  <a:pt x="395" y="169"/>
                </a:lnTo>
                <a:lnTo>
                  <a:pt x="396" y="169"/>
                </a:lnTo>
                <a:lnTo>
                  <a:pt x="396" y="170"/>
                </a:lnTo>
                <a:lnTo>
                  <a:pt x="397" y="170"/>
                </a:lnTo>
                <a:lnTo>
                  <a:pt x="399" y="169"/>
                </a:lnTo>
                <a:lnTo>
                  <a:pt x="399" y="168"/>
                </a:lnTo>
                <a:lnTo>
                  <a:pt x="401" y="168"/>
                </a:lnTo>
                <a:lnTo>
                  <a:pt x="402" y="169"/>
                </a:lnTo>
                <a:lnTo>
                  <a:pt x="402" y="170"/>
                </a:lnTo>
                <a:lnTo>
                  <a:pt x="402" y="171"/>
                </a:lnTo>
                <a:lnTo>
                  <a:pt x="403" y="171"/>
                </a:lnTo>
                <a:lnTo>
                  <a:pt x="404" y="171"/>
                </a:lnTo>
                <a:lnTo>
                  <a:pt x="405" y="171"/>
                </a:lnTo>
                <a:lnTo>
                  <a:pt x="406" y="171"/>
                </a:lnTo>
                <a:lnTo>
                  <a:pt x="406" y="172"/>
                </a:lnTo>
                <a:lnTo>
                  <a:pt x="405" y="174"/>
                </a:lnTo>
                <a:lnTo>
                  <a:pt x="404" y="176"/>
                </a:lnTo>
                <a:lnTo>
                  <a:pt x="404" y="177"/>
                </a:lnTo>
                <a:lnTo>
                  <a:pt x="403" y="177"/>
                </a:lnTo>
                <a:lnTo>
                  <a:pt x="404" y="178"/>
                </a:lnTo>
                <a:lnTo>
                  <a:pt x="405" y="178"/>
                </a:lnTo>
                <a:lnTo>
                  <a:pt x="405" y="179"/>
                </a:lnTo>
                <a:lnTo>
                  <a:pt x="406" y="179"/>
                </a:lnTo>
                <a:lnTo>
                  <a:pt x="406" y="180"/>
                </a:lnTo>
                <a:lnTo>
                  <a:pt x="406" y="181"/>
                </a:lnTo>
                <a:lnTo>
                  <a:pt x="406" y="183"/>
                </a:lnTo>
                <a:lnTo>
                  <a:pt x="406" y="184"/>
                </a:lnTo>
                <a:lnTo>
                  <a:pt x="407" y="184"/>
                </a:lnTo>
                <a:lnTo>
                  <a:pt x="407" y="185"/>
                </a:lnTo>
                <a:lnTo>
                  <a:pt x="407" y="186"/>
                </a:lnTo>
                <a:lnTo>
                  <a:pt x="408" y="187"/>
                </a:lnTo>
                <a:lnTo>
                  <a:pt x="409" y="187"/>
                </a:lnTo>
                <a:lnTo>
                  <a:pt x="409" y="188"/>
                </a:lnTo>
                <a:lnTo>
                  <a:pt x="410" y="188"/>
                </a:lnTo>
                <a:lnTo>
                  <a:pt x="410" y="187"/>
                </a:lnTo>
                <a:lnTo>
                  <a:pt x="411" y="187"/>
                </a:lnTo>
                <a:lnTo>
                  <a:pt x="411" y="186"/>
                </a:lnTo>
                <a:lnTo>
                  <a:pt x="412" y="186"/>
                </a:lnTo>
                <a:lnTo>
                  <a:pt x="413" y="185"/>
                </a:lnTo>
                <a:lnTo>
                  <a:pt x="414" y="185"/>
                </a:lnTo>
                <a:lnTo>
                  <a:pt x="415" y="185"/>
                </a:lnTo>
                <a:lnTo>
                  <a:pt x="415" y="186"/>
                </a:lnTo>
                <a:lnTo>
                  <a:pt x="415" y="187"/>
                </a:lnTo>
                <a:lnTo>
                  <a:pt x="414" y="187"/>
                </a:lnTo>
                <a:lnTo>
                  <a:pt x="415" y="188"/>
                </a:lnTo>
                <a:lnTo>
                  <a:pt x="415" y="189"/>
                </a:lnTo>
                <a:lnTo>
                  <a:pt x="414" y="189"/>
                </a:lnTo>
                <a:lnTo>
                  <a:pt x="415" y="190"/>
                </a:lnTo>
                <a:lnTo>
                  <a:pt x="414" y="191"/>
                </a:lnTo>
                <a:lnTo>
                  <a:pt x="414" y="192"/>
                </a:lnTo>
                <a:lnTo>
                  <a:pt x="413" y="192"/>
                </a:lnTo>
                <a:lnTo>
                  <a:pt x="413" y="193"/>
                </a:lnTo>
                <a:lnTo>
                  <a:pt x="413" y="194"/>
                </a:lnTo>
                <a:lnTo>
                  <a:pt x="413" y="196"/>
                </a:lnTo>
                <a:lnTo>
                  <a:pt x="413" y="197"/>
                </a:lnTo>
                <a:lnTo>
                  <a:pt x="417" y="197"/>
                </a:lnTo>
                <a:lnTo>
                  <a:pt x="418" y="197"/>
                </a:lnTo>
                <a:lnTo>
                  <a:pt x="419" y="197"/>
                </a:lnTo>
                <a:lnTo>
                  <a:pt x="420" y="197"/>
                </a:lnTo>
                <a:lnTo>
                  <a:pt x="420" y="196"/>
                </a:lnTo>
                <a:lnTo>
                  <a:pt x="421" y="195"/>
                </a:lnTo>
                <a:lnTo>
                  <a:pt x="422" y="195"/>
                </a:lnTo>
                <a:lnTo>
                  <a:pt x="423" y="195"/>
                </a:lnTo>
                <a:lnTo>
                  <a:pt x="423" y="194"/>
                </a:lnTo>
                <a:lnTo>
                  <a:pt x="427" y="191"/>
                </a:lnTo>
                <a:lnTo>
                  <a:pt x="428" y="190"/>
                </a:lnTo>
                <a:lnTo>
                  <a:pt x="429" y="191"/>
                </a:lnTo>
                <a:lnTo>
                  <a:pt x="430" y="191"/>
                </a:lnTo>
                <a:lnTo>
                  <a:pt x="430" y="190"/>
                </a:lnTo>
                <a:lnTo>
                  <a:pt x="430" y="189"/>
                </a:lnTo>
                <a:lnTo>
                  <a:pt x="431" y="189"/>
                </a:lnTo>
                <a:lnTo>
                  <a:pt x="431" y="190"/>
                </a:lnTo>
                <a:lnTo>
                  <a:pt x="432" y="190"/>
                </a:lnTo>
                <a:lnTo>
                  <a:pt x="432" y="189"/>
                </a:lnTo>
                <a:lnTo>
                  <a:pt x="433" y="188"/>
                </a:lnTo>
                <a:lnTo>
                  <a:pt x="433" y="187"/>
                </a:lnTo>
                <a:lnTo>
                  <a:pt x="432" y="186"/>
                </a:lnTo>
                <a:lnTo>
                  <a:pt x="433" y="186"/>
                </a:lnTo>
                <a:lnTo>
                  <a:pt x="434" y="185"/>
                </a:lnTo>
                <a:lnTo>
                  <a:pt x="434" y="184"/>
                </a:lnTo>
                <a:lnTo>
                  <a:pt x="433" y="184"/>
                </a:lnTo>
                <a:lnTo>
                  <a:pt x="434" y="184"/>
                </a:lnTo>
                <a:lnTo>
                  <a:pt x="433" y="184"/>
                </a:lnTo>
                <a:lnTo>
                  <a:pt x="434" y="183"/>
                </a:lnTo>
                <a:lnTo>
                  <a:pt x="434" y="182"/>
                </a:lnTo>
                <a:lnTo>
                  <a:pt x="435" y="182"/>
                </a:lnTo>
                <a:lnTo>
                  <a:pt x="435" y="183"/>
                </a:lnTo>
                <a:lnTo>
                  <a:pt x="436" y="182"/>
                </a:lnTo>
                <a:lnTo>
                  <a:pt x="437" y="182"/>
                </a:lnTo>
                <a:lnTo>
                  <a:pt x="437" y="181"/>
                </a:lnTo>
                <a:lnTo>
                  <a:pt x="437" y="180"/>
                </a:lnTo>
                <a:lnTo>
                  <a:pt x="438" y="181"/>
                </a:lnTo>
                <a:lnTo>
                  <a:pt x="439" y="181"/>
                </a:lnTo>
                <a:lnTo>
                  <a:pt x="439" y="180"/>
                </a:lnTo>
                <a:lnTo>
                  <a:pt x="440" y="181"/>
                </a:lnTo>
                <a:lnTo>
                  <a:pt x="440" y="182"/>
                </a:lnTo>
                <a:lnTo>
                  <a:pt x="440" y="183"/>
                </a:lnTo>
                <a:lnTo>
                  <a:pt x="439" y="183"/>
                </a:lnTo>
                <a:lnTo>
                  <a:pt x="438" y="183"/>
                </a:lnTo>
                <a:lnTo>
                  <a:pt x="438" y="184"/>
                </a:lnTo>
                <a:lnTo>
                  <a:pt x="439" y="184"/>
                </a:lnTo>
                <a:lnTo>
                  <a:pt x="439" y="185"/>
                </a:lnTo>
                <a:lnTo>
                  <a:pt x="440" y="186"/>
                </a:lnTo>
                <a:lnTo>
                  <a:pt x="440" y="187"/>
                </a:lnTo>
                <a:lnTo>
                  <a:pt x="440" y="189"/>
                </a:lnTo>
                <a:lnTo>
                  <a:pt x="439" y="189"/>
                </a:lnTo>
                <a:lnTo>
                  <a:pt x="439" y="190"/>
                </a:lnTo>
                <a:lnTo>
                  <a:pt x="440" y="190"/>
                </a:lnTo>
                <a:lnTo>
                  <a:pt x="441" y="191"/>
                </a:lnTo>
                <a:lnTo>
                  <a:pt x="440" y="191"/>
                </a:lnTo>
                <a:lnTo>
                  <a:pt x="439" y="191"/>
                </a:lnTo>
                <a:lnTo>
                  <a:pt x="440" y="192"/>
                </a:lnTo>
                <a:lnTo>
                  <a:pt x="441" y="192"/>
                </a:lnTo>
                <a:lnTo>
                  <a:pt x="441" y="193"/>
                </a:lnTo>
                <a:lnTo>
                  <a:pt x="442" y="193"/>
                </a:lnTo>
                <a:lnTo>
                  <a:pt x="443" y="193"/>
                </a:lnTo>
                <a:lnTo>
                  <a:pt x="443" y="194"/>
                </a:lnTo>
                <a:lnTo>
                  <a:pt x="442" y="194"/>
                </a:lnTo>
                <a:lnTo>
                  <a:pt x="442" y="195"/>
                </a:lnTo>
                <a:lnTo>
                  <a:pt x="443" y="195"/>
                </a:lnTo>
                <a:lnTo>
                  <a:pt x="444" y="195"/>
                </a:lnTo>
                <a:lnTo>
                  <a:pt x="444" y="194"/>
                </a:lnTo>
                <a:lnTo>
                  <a:pt x="444" y="195"/>
                </a:lnTo>
                <a:lnTo>
                  <a:pt x="444" y="196"/>
                </a:lnTo>
                <a:lnTo>
                  <a:pt x="444" y="197"/>
                </a:lnTo>
                <a:lnTo>
                  <a:pt x="444" y="198"/>
                </a:lnTo>
                <a:lnTo>
                  <a:pt x="443" y="198"/>
                </a:lnTo>
                <a:lnTo>
                  <a:pt x="443" y="199"/>
                </a:lnTo>
                <a:lnTo>
                  <a:pt x="444" y="199"/>
                </a:lnTo>
                <a:lnTo>
                  <a:pt x="444" y="198"/>
                </a:lnTo>
                <a:lnTo>
                  <a:pt x="445" y="198"/>
                </a:lnTo>
                <a:lnTo>
                  <a:pt x="446" y="198"/>
                </a:lnTo>
                <a:lnTo>
                  <a:pt x="446" y="197"/>
                </a:lnTo>
                <a:lnTo>
                  <a:pt x="446" y="196"/>
                </a:lnTo>
                <a:lnTo>
                  <a:pt x="447" y="195"/>
                </a:lnTo>
                <a:lnTo>
                  <a:pt x="448" y="195"/>
                </a:lnTo>
                <a:lnTo>
                  <a:pt x="449" y="195"/>
                </a:lnTo>
                <a:lnTo>
                  <a:pt x="450" y="194"/>
                </a:lnTo>
                <a:lnTo>
                  <a:pt x="450" y="193"/>
                </a:lnTo>
                <a:lnTo>
                  <a:pt x="450" y="192"/>
                </a:lnTo>
                <a:lnTo>
                  <a:pt x="451" y="192"/>
                </a:lnTo>
                <a:lnTo>
                  <a:pt x="452" y="192"/>
                </a:lnTo>
                <a:lnTo>
                  <a:pt x="452" y="193"/>
                </a:lnTo>
                <a:lnTo>
                  <a:pt x="453" y="193"/>
                </a:lnTo>
                <a:lnTo>
                  <a:pt x="453" y="194"/>
                </a:lnTo>
                <a:lnTo>
                  <a:pt x="454" y="195"/>
                </a:lnTo>
                <a:lnTo>
                  <a:pt x="453" y="195"/>
                </a:lnTo>
                <a:lnTo>
                  <a:pt x="453" y="197"/>
                </a:lnTo>
                <a:lnTo>
                  <a:pt x="452" y="197"/>
                </a:lnTo>
                <a:lnTo>
                  <a:pt x="452" y="198"/>
                </a:lnTo>
                <a:lnTo>
                  <a:pt x="453" y="198"/>
                </a:lnTo>
                <a:lnTo>
                  <a:pt x="453" y="199"/>
                </a:lnTo>
                <a:lnTo>
                  <a:pt x="453" y="200"/>
                </a:lnTo>
                <a:lnTo>
                  <a:pt x="454" y="200"/>
                </a:lnTo>
                <a:lnTo>
                  <a:pt x="455" y="201"/>
                </a:lnTo>
                <a:lnTo>
                  <a:pt x="456" y="202"/>
                </a:lnTo>
                <a:lnTo>
                  <a:pt x="456" y="203"/>
                </a:lnTo>
                <a:lnTo>
                  <a:pt x="455" y="204"/>
                </a:lnTo>
                <a:lnTo>
                  <a:pt x="456" y="205"/>
                </a:lnTo>
                <a:lnTo>
                  <a:pt x="457" y="205"/>
                </a:lnTo>
                <a:lnTo>
                  <a:pt x="457" y="206"/>
                </a:lnTo>
                <a:lnTo>
                  <a:pt x="457" y="207"/>
                </a:lnTo>
                <a:lnTo>
                  <a:pt x="455" y="208"/>
                </a:lnTo>
                <a:lnTo>
                  <a:pt x="454" y="208"/>
                </a:lnTo>
                <a:lnTo>
                  <a:pt x="454" y="209"/>
                </a:lnTo>
                <a:lnTo>
                  <a:pt x="453" y="209"/>
                </a:lnTo>
                <a:lnTo>
                  <a:pt x="454" y="210"/>
                </a:lnTo>
                <a:lnTo>
                  <a:pt x="455" y="210"/>
                </a:lnTo>
                <a:lnTo>
                  <a:pt x="456" y="209"/>
                </a:lnTo>
                <a:lnTo>
                  <a:pt x="456" y="210"/>
                </a:lnTo>
                <a:lnTo>
                  <a:pt x="457" y="210"/>
                </a:lnTo>
                <a:lnTo>
                  <a:pt x="458" y="210"/>
                </a:lnTo>
                <a:lnTo>
                  <a:pt x="459" y="209"/>
                </a:lnTo>
                <a:lnTo>
                  <a:pt x="460" y="209"/>
                </a:lnTo>
                <a:lnTo>
                  <a:pt x="462" y="209"/>
                </a:lnTo>
                <a:lnTo>
                  <a:pt x="463" y="209"/>
                </a:lnTo>
                <a:lnTo>
                  <a:pt x="464" y="210"/>
                </a:lnTo>
                <a:lnTo>
                  <a:pt x="466" y="210"/>
                </a:lnTo>
                <a:lnTo>
                  <a:pt x="467" y="209"/>
                </a:lnTo>
                <a:lnTo>
                  <a:pt x="468" y="209"/>
                </a:lnTo>
                <a:lnTo>
                  <a:pt x="468" y="208"/>
                </a:lnTo>
                <a:lnTo>
                  <a:pt x="468" y="207"/>
                </a:lnTo>
                <a:lnTo>
                  <a:pt x="468" y="206"/>
                </a:lnTo>
                <a:lnTo>
                  <a:pt x="469" y="206"/>
                </a:lnTo>
                <a:lnTo>
                  <a:pt x="470" y="206"/>
                </a:lnTo>
                <a:lnTo>
                  <a:pt x="472" y="205"/>
                </a:lnTo>
                <a:lnTo>
                  <a:pt x="473" y="205"/>
                </a:lnTo>
                <a:lnTo>
                  <a:pt x="474" y="204"/>
                </a:lnTo>
                <a:lnTo>
                  <a:pt x="475" y="204"/>
                </a:lnTo>
                <a:lnTo>
                  <a:pt x="476" y="204"/>
                </a:lnTo>
                <a:lnTo>
                  <a:pt x="477" y="203"/>
                </a:lnTo>
                <a:lnTo>
                  <a:pt x="478" y="202"/>
                </a:lnTo>
                <a:lnTo>
                  <a:pt x="479" y="201"/>
                </a:lnTo>
                <a:lnTo>
                  <a:pt x="480" y="201"/>
                </a:lnTo>
                <a:lnTo>
                  <a:pt x="480" y="200"/>
                </a:lnTo>
                <a:lnTo>
                  <a:pt x="481" y="200"/>
                </a:lnTo>
                <a:lnTo>
                  <a:pt x="481" y="201"/>
                </a:lnTo>
                <a:lnTo>
                  <a:pt x="482" y="200"/>
                </a:lnTo>
                <a:lnTo>
                  <a:pt x="483" y="200"/>
                </a:lnTo>
                <a:lnTo>
                  <a:pt x="484" y="200"/>
                </a:lnTo>
                <a:lnTo>
                  <a:pt x="485" y="199"/>
                </a:lnTo>
                <a:lnTo>
                  <a:pt x="485" y="198"/>
                </a:lnTo>
                <a:lnTo>
                  <a:pt x="486" y="197"/>
                </a:lnTo>
                <a:lnTo>
                  <a:pt x="486" y="198"/>
                </a:lnTo>
                <a:lnTo>
                  <a:pt x="487" y="198"/>
                </a:lnTo>
                <a:lnTo>
                  <a:pt x="488" y="198"/>
                </a:lnTo>
                <a:lnTo>
                  <a:pt x="489" y="198"/>
                </a:lnTo>
                <a:lnTo>
                  <a:pt x="489" y="197"/>
                </a:lnTo>
                <a:lnTo>
                  <a:pt x="490" y="197"/>
                </a:lnTo>
                <a:lnTo>
                  <a:pt x="491" y="197"/>
                </a:lnTo>
                <a:lnTo>
                  <a:pt x="492" y="197"/>
                </a:lnTo>
                <a:lnTo>
                  <a:pt x="493" y="197"/>
                </a:lnTo>
                <a:lnTo>
                  <a:pt x="494" y="197"/>
                </a:lnTo>
                <a:lnTo>
                  <a:pt x="496" y="197"/>
                </a:lnTo>
                <a:lnTo>
                  <a:pt x="496" y="198"/>
                </a:lnTo>
                <a:lnTo>
                  <a:pt x="497" y="198"/>
                </a:lnTo>
                <a:lnTo>
                  <a:pt x="497" y="197"/>
                </a:lnTo>
                <a:lnTo>
                  <a:pt x="498" y="197"/>
                </a:lnTo>
                <a:lnTo>
                  <a:pt x="499" y="196"/>
                </a:lnTo>
                <a:lnTo>
                  <a:pt x="500" y="195"/>
                </a:lnTo>
                <a:lnTo>
                  <a:pt x="501" y="195"/>
                </a:lnTo>
                <a:lnTo>
                  <a:pt x="502" y="194"/>
                </a:lnTo>
                <a:lnTo>
                  <a:pt x="502" y="193"/>
                </a:lnTo>
                <a:lnTo>
                  <a:pt x="503" y="192"/>
                </a:lnTo>
                <a:lnTo>
                  <a:pt x="504" y="192"/>
                </a:lnTo>
                <a:lnTo>
                  <a:pt x="504" y="191"/>
                </a:lnTo>
                <a:lnTo>
                  <a:pt x="505" y="190"/>
                </a:lnTo>
                <a:lnTo>
                  <a:pt x="504" y="190"/>
                </a:lnTo>
                <a:lnTo>
                  <a:pt x="504" y="189"/>
                </a:lnTo>
                <a:lnTo>
                  <a:pt x="504" y="188"/>
                </a:lnTo>
                <a:lnTo>
                  <a:pt x="504" y="187"/>
                </a:lnTo>
                <a:lnTo>
                  <a:pt x="505" y="186"/>
                </a:lnTo>
                <a:lnTo>
                  <a:pt x="505" y="185"/>
                </a:lnTo>
                <a:lnTo>
                  <a:pt x="504" y="184"/>
                </a:lnTo>
                <a:lnTo>
                  <a:pt x="504" y="183"/>
                </a:lnTo>
                <a:lnTo>
                  <a:pt x="505" y="182"/>
                </a:lnTo>
                <a:lnTo>
                  <a:pt x="506" y="180"/>
                </a:lnTo>
                <a:lnTo>
                  <a:pt x="506" y="179"/>
                </a:lnTo>
                <a:lnTo>
                  <a:pt x="506" y="178"/>
                </a:lnTo>
                <a:lnTo>
                  <a:pt x="507" y="178"/>
                </a:lnTo>
                <a:lnTo>
                  <a:pt x="507" y="177"/>
                </a:lnTo>
                <a:lnTo>
                  <a:pt x="506" y="177"/>
                </a:lnTo>
                <a:lnTo>
                  <a:pt x="505" y="176"/>
                </a:lnTo>
                <a:lnTo>
                  <a:pt x="505" y="175"/>
                </a:lnTo>
                <a:lnTo>
                  <a:pt x="505" y="174"/>
                </a:lnTo>
                <a:lnTo>
                  <a:pt x="506" y="173"/>
                </a:lnTo>
                <a:lnTo>
                  <a:pt x="506" y="171"/>
                </a:lnTo>
                <a:lnTo>
                  <a:pt x="506" y="170"/>
                </a:lnTo>
                <a:lnTo>
                  <a:pt x="506" y="169"/>
                </a:lnTo>
                <a:lnTo>
                  <a:pt x="505" y="169"/>
                </a:lnTo>
                <a:lnTo>
                  <a:pt x="504" y="168"/>
                </a:lnTo>
                <a:lnTo>
                  <a:pt x="505" y="167"/>
                </a:lnTo>
                <a:lnTo>
                  <a:pt x="506" y="167"/>
                </a:lnTo>
                <a:lnTo>
                  <a:pt x="509" y="168"/>
                </a:lnTo>
                <a:lnTo>
                  <a:pt x="510" y="167"/>
                </a:lnTo>
                <a:lnTo>
                  <a:pt x="511" y="166"/>
                </a:lnTo>
                <a:lnTo>
                  <a:pt x="511" y="165"/>
                </a:lnTo>
                <a:lnTo>
                  <a:pt x="510" y="165"/>
                </a:lnTo>
                <a:lnTo>
                  <a:pt x="510" y="164"/>
                </a:lnTo>
                <a:lnTo>
                  <a:pt x="510" y="163"/>
                </a:lnTo>
                <a:lnTo>
                  <a:pt x="509" y="162"/>
                </a:lnTo>
                <a:lnTo>
                  <a:pt x="508" y="161"/>
                </a:lnTo>
                <a:lnTo>
                  <a:pt x="508" y="162"/>
                </a:lnTo>
                <a:lnTo>
                  <a:pt x="507" y="162"/>
                </a:lnTo>
                <a:lnTo>
                  <a:pt x="506" y="161"/>
                </a:lnTo>
                <a:lnTo>
                  <a:pt x="506" y="160"/>
                </a:lnTo>
                <a:lnTo>
                  <a:pt x="508" y="159"/>
                </a:lnTo>
                <a:lnTo>
                  <a:pt x="509" y="158"/>
                </a:lnTo>
                <a:lnTo>
                  <a:pt x="511" y="158"/>
                </a:lnTo>
                <a:lnTo>
                  <a:pt x="513" y="158"/>
                </a:lnTo>
                <a:lnTo>
                  <a:pt x="513" y="159"/>
                </a:lnTo>
                <a:lnTo>
                  <a:pt x="513" y="158"/>
                </a:lnTo>
                <a:lnTo>
                  <a:pt x="514" y="158"/>
                </a:lnTo>
                <a:lnTo>
                  <a:pt x="515" y="159"/>
                </a:lnTo>
                <a:lnTo>
                  <a:pt x="515" y="160"/>
                </a:lnTo>
                <a:lnTo>
                  <a:pt x="516" y="162"/>
                </a:lnTo>
                <a:lnTo>
                  <a:pt x="517" y="162"/>
                </a:lnTo>
                <a:lnTo>
                  <a:pt x="518" y="162"/>
                </a:lnTo>
                <a:lnTo>
                  <a:pt x="519" y="162"/>
                </a:lnTo>
                <a:lnTo>
                  <a:pt x="519" y="161"/>
                </a:lnTo>
                <a:lnTo>
                  <a:pt x="519" y="160"/>
                </a:lnTo>
                <a:lnTo>
                  <a:pt x="518" y="160"/>
                </a:lnTo>
                <a:lnTo>
                  <a:pt x="517" y="159"/>
                </a:lnTo>
                <a:lnTo>
                  <a:pt x="517" y="158"/>
                </a:lnTo>
                <a:lnTo>
                  <a:pt x="517" y="157"/>
                </a:lnTo>
                <a:lnTo>
                  <a:pt x="518" y="156"/>
                </a:lnTo>
                <a:lnTo>
                  <a:pt x="519" y="156"/>
                </a:lnTo>
                <a:lnTo>
                  <a:pt x="519" y="155"/>
                </a:lnTo>
                <a:lnTo>
                  <a:pt x="520" y="155"/>
                </a:lnTo>
                <a:lnTo>
                  <a:pt x="520" y="154"/>
                </a:lnTo>
                <a:lnTo>
                  <a:pt x="522" y="154"/>
                </a:lnTo>
                <a:lnTo>
                  <a:pt x="523" y="154"/>
                </a:lnTo>
                <a:lnTo>
                  <a:pt x="524" y="154"/>
                </a:lnTo>
                <a:lnTo>
                  <a:pt x="524" y="153"/>
                </a:lnTo>
                <a:lnTo>
                  <a:pt x="525" y="153"/>
                </a:lnTo>
                <a:lnTo>
                  <a:pt x="525" y="152"/>
                </a:lnTo>
                <a:lnTo>
                  <a:pt x="524" y="152"/>
                </a:lnTo>
                <a:lnTo>
                  <a:pt x="524" y="151"/>
                </a:lnTo>
                <a:lnTo>
                  <a:pt x="525" y="150"/>
                </a:lnTo>
                <a:lnTo>
                  <a:pt x="525" y="148"/>
                </a:lnTo>
                <a:lnTo>
                  <a:pt x="526" y="147"/>
                </a:lnTo>
                <a:lnTo>
                  <a:pt x="527" y="147"/>
                </a:lnTo>
                <a:lnTo>
                  <a:pt x="530" y="145"/>
                </a:lnTo>
                <a:lnTo>
                  <a:pt x="532" y="145"/>
                </a:lnTo>
                <a:lnTo>
                  <a:pt x="532" y="146"/>
                </a:lnTo>
                <a:lnTo>
                  <a:pt x="532" y="147"/>
                </a:lnTo>
                <a:lnTo>
                  <a:pt x="533" y="148"/>
                </a:lnTo>
                <a:lnTo>
                  <a:pt x="534" y="149"/>
                </a:lnTo>
                <a:lnTo>
                  <a:pt x="535" y="149"/>
                </a:lnTo>
                <a:lnTo>
                  <a:pt x="536" y="150"/>
                </a:lnTo>
                <a:lnTo>
                  <a:pt x="538" y="151"/>
                </a:lnTo>
                <a:lnTo>
                  <a:pt x="539" y="151"/>
                </a:lnTo>
                <a:lnTo>
                  <a:pt x="539" y="152"/>
                </a:lnTo>
                <a:lnTo>
                  <a:pt x="539" y="153"/>
                </a:lnTo>
                <a:lnTo>
                  <a:pt x="540" y="155"/>
                </a:lnTo>
                <a:lnTo>
                  <a:pt x="541" y="156"/>
                </a:lnTo>
                <a:lnTo>
                  <a:pt x="541" y="157"/>
                </a:lnTo>
                <a:lnTo>
                  <a:pt x="541" y="158"/>
                </a:lnTo>
                <a:lnTo>
                  <a:pt x="541" y="159"/>
                </a:lnTo>
                <a:lnTo>
                  <a:pt x="542" y="159"/>
                </a:lnTo>
                <a:lnTo>
                  <a:pt x="543" y="160"/>
                </a:lnTo>
                <a:lnTo>
                  <a:pt x="544" y="160"/>
                </a:lnTo>
                <a:lnTo>
                  <a:pt x="544" y="159"/>
                </a:lnTo>
                <a:lnTo>
                  <a:pt x="544" y="158"/>
                </a:lnTo>
                <a:lnTo>
                  <a:pt x="545" y="158"/>
                </a:lnTo>
                <a:lnTo>
                  <a:pt x="545" y="157"/>
                </a:lnTo>
                <a:lnTo>
                  <a:pt x="546" y="157"/>
                </a:lnTo>
                <a:lnTo>
                  <a:pt x="548" y="157"/>
                </a:lnTo>
                <a:lnTo>
                  <a:pt x="550" y="156"/>
                </a:lnTo>
                <a:lnTo>
                  <a:pt x="551" y="156"/>
                </a:lnTo>
                <a:lnTo>
                  <a:pt x="551" y="157"/>
                </a:lnTo>
                <a:lnTo>
                  <a:pt x="552" y="157"/>
                </a:lnTo>
                <a:lnTo>
                  <a:pt x="553" y="158"/>
                </a:lnTo>
                <a:lnTo>
                  <a:pt x="555" y="161"/>
                </a:lnTo>
                <a:lnTo>
                  <a:pt x="554" y="161"/>
                </a:lnTo>
                <a:lnTo>
                  <a:pt x="554" y="162"/>
                </a:lnTo>
                <a:lnTo>
                  <a:pt x="555" y="162"/>
                </a:lnTo>
                <a:lnTo>
                  <a:pt x="556" y="162"/>
                </a:lnTo>
                <a:lnTo>
                  <a:pt x="557" y="163"/>
                </a:lnTo>
                <a:lnTo>
                  <a:pt x="559" y="164"/>
                </a:lnTo>
                <a:lnTo>
                  <a:pt x="560" y="165"/>
                </a:lnTo>
                <a:lnTo>
                  <a:pt x="562" y="167"/>
                </a:lnTo>
                <a:lnTo>
                  <a:pt x="562" y="168"/>
                </a:lnTo>
                <a:lnTo>
                  <a:pt x="563" y="169"/>
                </a:lnTo>
                <a:lnTo>
                  <a:pt x="565" y="170"/>
                </a:lnTo>
                <a:lnTo>
                  <a:pt x="567" y="172"/>
                </a:lnTo>
                <a:lnTo>
                  <a:pt x="567" y="173"/>
                </a:lnTo>
                <a:lnTo>
                  <a:pt x="565" y="174"/>
                </a:lnTo>
                <a:lnTo>
                  <a:pt x="567" y="175"/>
                </a:lnTo>
                <a:lnTo>
                  <a:pt x="570" y="178"/>
                </a:lnTo>
                <a:lnTo>
                  <a:pt x="571" y="178"/>
                </a:lnTo>
                <a:lnTo>
                  <a:pt x="571" y="175"/>
                </a:lnTo>
                <a:lnTo>
                  <a:pt x="572" y="175"/>
                </a:lnTo>
                <a:lnTo>
                  <a:pt x="572" y="174"/>
                </a:lnTo>
                <a:lnTo>
                  <a:pt x="571" y="172"/>
                </a:lnTo>
                <a:lnTo>
                  <a:pt x="570" y="170"/>
                </a:lnTo>
                <a:lnTo>
                  <a:pt x="570" y="169"/>
                </a:lnTo>
                <a:lnTo>
                  <a:pt x="571" y="169"/>
                </a:lnTo>
                <a:lnTo>
                  <a:pt x="571" y="168"/>
                </a:lnTo>
                <a:lnTo>
                  <a:pt x="571" y="167"/>
                </a:lnTo>
                <a:lnTo>
                  <a:pt x="570" y="166"/>
                </a:lnTo>
                <a:lnTo>
                  <a:pt x="570" y="164"/>
                </a:lnTo>
                <a:lnTo>
                  <a:pt x="569" y="163"/>
                </a:lnTo>
                <a:lnTo>
                  <a:pt x="568" y="163"/>
                </a:lnTo>
                <a:lnTo>
                  <a:pt x="567" y="163"/>
                </a:lnTo>
                <a:lnTo>
                  <a:pt x="565" y="163"/>
                </a:lnTo>
                <a:lnTo>
                  <a:pt x="565" y="162"/>
                </a:lnTo>
                <a:lnTo>
                  <a:pt x="565" y="161"/>
                </a:lnTo>
                <a:lnTo>
                  <a:pt x="567" y="160"/>
                </a:lnTo>
                <a:lnTo>
                  <a:pt x="567" y="159"/>
                </a:lnTo>
                <a:lnTo>
                  <a:pt x="567" y="158"/>
                </a:lnTo>
                <a:lnTo>
                  <a:pt x="567" y="157"/>
                </a:lnTo>
                <a:lnTo>
                  <a:pt x="568" y="153"/>
                </a:lnTo>
                <a:lnTo>
                  <a:pt x="568" y="152"/>
                </a:lnTo>
                <a:lnTo>
                  <a:pt x="569" y="153"/>
                </a:lnTo>
                <a:lnTo>
                  <a:pt x="570" y="154"/>
                </a:lnTo>
                <a:lnTo>
                  <a:pt x="571" y="154"/>
                </a:lnTo>
                <a:lnTo>
                  <a:pt x="572" y="154"/>
                </a:lnTo>
                <a:lnTo>
                  <a:pt x="571" y="153"/>
                </a:lnTo>
                <a:lnTo>
                  <a:pt x="571" y="152"/>
                </a:lnTo>
                <a:lnTo>
                  <a:pt x="570" y="152"/>
                </a:lnTo>
                <a:lnTo>
                  <a:pt x="569" y="151"/>
                </a:lnTo>
                <a:lnTo>
                  <a:pt x="569" y="150"/>
                </a:lnTo>
                <a:lnTo>
                  <a:pt x="570" y="150"/>
                </a:lnTo>
                <a:lnTo>
                  <a:pt x="570" y="149"/>
                </a:lnTo>
                <a:lnTo>
                  <a:pt x="570" y="148"/>
                </a:lnTo>
                <a:lnTo>
                  <a:pt x="571" y="146"/>
                </a:lnTo>
                <a:lnTo>
                  <a:pt x="572" y="146"/>
                </a:lnTo>
                <a:lnTo>
                  <a:pt x="572" y="145"/>
                </a:lnTo>
                <a:lnTo>
                  <a:pt x="574" y="145"/>
                </a:lnTo>
                <a:lnTo>
                  <a:pt x="576" y="144"/>
                </a:lnTo>
                <a:lnTo>
                  <a:pt x="577" y="145"/>
                </a:lnTo>
                <a:lnTo>
                  <a:pt x="578" y="145"/>
                </a:lnTo>
                <a:lnTo>
                  <a:pt x="578" y="146"/>
                </a:lnTo>
                <a:lnTo>
                  <a:pt x="579" y="146"/>
                </a:lnTo>
                <a:lnTo>
                  <a:pt x="579" y="145"/>
                </a:lnTo>
                <a:lnTo>
                  <a:pt x="579" y="144"/>
                </a:lnTo>
                <a:lnTo>
                  <a:pt x="579" y="143"/>
                </a:lnTo>
                <a:lnTo>
                  <a:pt x="578" y="143"/>
                </a:lnTo>
                <a:lnTo>
                  <a:pt x="578" y="144"/>
                </a:lnTo>
                <a:lnTo>
                  <a:pt x="578" y="143"/>
                </a:lnTo>
                <a:lnTo>
                  <a:pt x="577" y="143"/>
                </a:lnTo>
                <a:lnTo>
                  <a:pt x="577" y="142"/>
                </a:lnTo>
                <a:lnTo>
                  <a:pt x="576" y="142"/>
                </a:lnTo>
                <a:lnTo>
                  <a:pt x="576" y="141"/>
                </a:lnTo>
                <a:lnTo>
                  <a:pt x="575" y="141"/>
                </a:lnTo>
                <a:lnTo>
                  <a:pt x="575" y="140"/>
                </a:lnTo>
                <a:lnTo>
                  <a:pt x="575" y="139"/>
                </a:lnTo>
                <a:lnTo>
                  <a:pt x="575" y="138"/>
                </a:lnTo>
                <a:lnTo>
                  <a:pt x="574" y="138"/>
                </a:lnTo>
                <a:lnTo>
                  <a:pt x="575" y="136"/>
                </a:lnTo>
                <a:lnTo>
                  <a:pt x="576" y="135"/>
                </a:lnTo>
                <a:lnTo>
                  <a:pt x="577" y="135"/>
                </a:lnTo>
                <a:lnTo>
                  <a:pt x="577" y="136"/>
                </a:lnTo>
                <a:lnTo>
                  <a:pt x="578" y="136"/>
                </a:lnTo>
                <a:lnTo>
                  <a:pt x="578" y="135"/>
                </a:lnTo>
                <a:lnTo>
                  <a:pt x="578" y="134"/>
                </a:lnTo>
                <a:lnTo>
                  <a:pt x="579" y="134"/>
                </a:lnTo>
                <a:lnTo>
                  <a:pt x="579" y="133"/>
                </a:lnTo>
                <a:lnTo>
                  <a:pt x="578" y="133"/>
                </a:lnTo>
                <a:lnTo>
                  <a:pt x="578" y="132"/>
                </a:lnTo>
                <a:lnTo>
                  <a:pt x="577" y="132"/>
                </a:lnTo>
                <a:lnTo>
                  <a:pt x="578" y="132"/>
                </a:lnTo>
                <a:lnTo>
                  <a:pt x="578" y="130"/>
                </a:lnTo>
                <a:lnTo>
                  <a:pt x="579" y="130"/>
                </a:lnTo>
                <a:lnTo>
                  <a:pt x="580" y="130"/>
                </a:lnTo>
                <a:lnTo>
                  <a:pt x="581" y="130"/>
                </a:lnTo>
                <a:lnTo>
                  <a:pt x="582" y="129"/>
                </a:lnTo>
                <a:lnTo>
                  <a:pt x="583" y="128"/>
                </a:lnTo>
                <a:lnTo>
                  <a:pt x="584" y="128"/>
                </a:lnTo>
                <a:lnTo>
                  <a:pt x="585" y="128"/>
                </a:lnTo>
                <a:lnTo>
                  <a:pt x="586" y="128"/>
                </a:lnTo>
                <a:lnTo>
                  <a:pt x="587" y="128"/>
                </a:lnTo>
                <a:lnTo>
                  <a:pt x="588" y="128"/>
                </a:lnTo>
                <a:lnTo>
                  <a:pt x="588" y="129"/>
                </a:lnTo>
                <a:lnTo>
                  <a:pt x="589" y="129"/>
                </a:lnTo>
                <a:lnTo>
                  <a:pt x="590" y="129"/>
                </a:lnTo>
                <a:lnTo>
                  <a:pt x="591" y="129"/>
                </a:lnTo>
                <a:lnTo>
                  <a:pt x="592" y="130"/>
                </a:lnTo>
                <a:lnTo>
                  <a:pt x="591" y="131"/>
                </a:lnTo>
                <a:lnTo>
                  <a:pt x="591" y="132"/>
                </a:lnTo>
                <a:lnTo>
                  <a:pt x="591" y="133"/>
                </a:lnTo>
                <a:lnTo>
                  <a:pt x="592" y="133"/>
                </a:lnTo>
                <a:lnTo>
                  <a:pt x="592" y="134"/>
                </a:lnTo>
                <a:lnTo>
                  <a:pt x="593" y="134"/>
                </a:lnTo>
                <a:lnTo>
                  <a:pt x="593" y="135"/>
                </a:lnTo>
                <a:lnTo>
                  <a:pt x="593" y="136"/>
                </a:lnTo>
                <a:lnTo>
                  <a:pt x="593" y="137"/>
                </a:lnTo>
                <a:lnTo>
                  <a:pt x="592" y="138"/>
                </a:lnTo>
                <a:lnTo>
                  <a:pt x="591" y="140"/>
                </a:lnTo>
                <a:lnTo>
                  <a:pt x="593" y="140"/>
                </a:lnTo>
                <a:lnTo>
                  <a:pt x="593" y="141"/>
                </a:lnTo>
                <a:lnTo>
                  <a:pt x="594" y="141"/>
                </a:lnTo>
                <a:lnTo>
                  <a:pt x="594" y="142"/>
                </a:lnTo>
                <a:lnTo>
                  <a:pt x="594" y="143"/>
                </a:lnTo>
                <a:lnTo>
                  <a:pt x="595" y="144"/>
                </a:lnTo>
                <a:lnTo>
                  <a:pt x="596" y="144"/>
                </a:lnTo>
                <a:lnTo>
                  <a:pt x="596" y="143"/>
                </a:lnTo>
                <a:lnTo>
                  <a:pt x="596" y="142"/>
                </a:lnTo>
                <a:lnTo>
                  <a:pt x="597" y="141"/>
                </a:lnTo>
                <a:lnTo>
                  <a:pt x="598" y="141"/>
                </a:lnTo>
                <a:lnTo>
                  <a:pt x="599" y="141"/>
                </a:lnTo>
                <a:lnTo>
                  <a:pt x="601" y="141"/>
                </a:lnTo>
                <a:lnTo>
                  <a:pt x="601" y="140"/>
                </a:lnTo>
                <a:lnTo>
                  <a:pt x="602" y="140"/>
                </a:lnTo>
                <a:lnTo>
                  <a:pt x="603" y="139"/>
                </a:lnTo>
                <a:lnTo>
                  <a:pt x="605" y="139"/>
                </a:lnTo>
                <a:lnTo>
                  <a:pt x="606" y="139"/>
                </a:lnTo>
                <a:lnTo>
                  <a:pt x="606" y="140"/>
                </a:lnTo>
                <a:lnTo>
                  <a:pt x="606" y="141"/>
                </a:lnTo>
                <a:lnTo>
                  <a:pt x="607" y="142"/>
                </a:lnTo>
                <a:lnTo>
                  <a:pt x="608" y="141"/>
                </a:lnTo>
                <a:lnTo>
                  <a:pt x="610" y="141"/>
                </a:lnTo>
                <a:lnTo>
                  <a:pt x="611" y="140"/>
                </a:lnTo>
                <a:lnTo>
                  <a:pt x="612" y="139"/>
                </a:lnTo>
                <a:lnTo>
                  <a:pt x="614" y="139"/>
                </a:lnTo>
                <a:lnTo>
                  <a:pt x="616" y="140"/>
                </a:lnTo>
                <a:lnTo>
                  <a:pt x="617" y="140"/>
                </a:lnTo>
                <a:lnTo>
                  <a:pt x="617" y="141"/>
                </a:lnTo>
                <a:lnTo>
                  <a:pt x="617" y="142"/>
                </a:lnTo>
                <a:lnTo>
                  <a:pt x="617" y="143"/>
                </a:lnTo>
                <a:lnTo>
                  <a:pt x="619" y="142"/>
                </a:lnTo>
                <a:lnTo>
                  <a:pt x="620" y="142"/>
                </a:lnTo>
                <a:lnTo>
                  <a:pt x="622" y="143"/>
                </a:lnTo>
                <a:lnTo>
                  <a:pt x="623" y="144"/>
                </a:lnTo>
                <a:lnTo>
                  <a:pt x="624" y="145"/>
                </a:lnTo>
                <a:lnTo>
                  <a:pt x="625" y="145"/>
                </a:lnTo>
                <a:lnTo>
                  <a:pt x="625" y="144"/>
                </a:lnTo>
                <a:lnTo>
                  <a:pt x="627" y="143"/>
                </a:lnTo>
                <a:lnTo>
                  <a:pt x="627" y="144"/>
                </a:lnTo>
                <a:lnTo>
                  <a:pt x="628" y="144"/>
                </a:lnTo>
                <a:lnTo>
                  <a:pt x="628" y="143"/>
                </a:lnTo>
                <a:lnTo>
                  <a:pt x="629" y="143"/>
                </a:lnTo>
                <a:lnTo>
                  <a:pt x="629" y="142"/>
                </a:lnTo>
                <a:lnTo>
                  <a:pt x="630" y="141"/>
                </a:lnTo>
                <a:lnTo>
                  <a:pt x="631" y="141"/>
                </a:lnTo>
                <a:lnTo>
                  <a:pt x="632" y="141"/>
                </a:lnTo>
                <a:lnTo>
                  <a:pt x="633" y="140"/>
                </a:lnTo>
                <a:lnTo>
                  <a:pt x="633" y="139"/>
                </a:lnTo>
                <a:lnTo>
                  <a:pt x="632" y="139"/>
                </a:lnTo>
                <a:lnTo>
                  <a:pt x="630" y="138"/>
                </a:lnTo>
                <a:lnTo>
                  <a:pt x="630" y="137"/>
                </a:lnTo>
                <a:lnTo>
                  <a:pt x="629" y="137"/>
                </a:lnTo>
                <a:lnTo>
                  <a:pt x="628" y="137"/>
                </a:lnTo>
                <a:lnTo>
                  <a:pt x="627" y="136"/>
                </a:lnTo>
                <a:lnTo>
                  <a:pt x="627" y="135"/>
                </a:lnTo>
                <a:lnTo>
                  <a:pt x="627" y="132"/>
                </a:lnTo>
                <a:lnTo>
                  <a:pt x="626" y="131"/>
                </a:lnTo>
                <a:lnTo>
                  <a:pt x="627" y="131"/>
                </a:lnTo>
                <a:lnTo>
                  <a:pt x="627" y="130"/>
                </a:lnTo>
                <a:lnTo>
                  <a:pt x="627" y="129"/>
                </a:lnTo>
                <a:lnTo>
                  <a:pt x="626" y="129"/>
                </a:lnTo>
                <a:lnTo>
                  <a:pt x="625" y="128"/>
                </a:lnTo>
                <a:lnTo>
                  <a:pt x="625" y="127"/>
                </a:lnTo>
                <a:lnTo>
                  <a:pt x="625" y="126"/>
                </a:lnTo>
                <a:lnTo>
                  <a:pt x="626" y="125"/>
                </a:lnTo>
                <a:lnTo>
                  <a:pt x="627" y="122"/>
                </a:lnTo>
                <a:lnTo>
                  <a:pt x="628" y="120"/>
                </a:lnTo>
                <a:lnTo>
                  <a:pt x="629" y="118"/>
                </a:lnTo>
                <a:lnTo>
                  <a:pt x="630" y="118"/>
                </a:lnTo>
                <a:lnTo>
                  <a:pt x="630" y="117"/>
                </a:lnTo>
                <a:lnTo>
                  <a:pt x="630" y="116"/>
                </a:lnTo>
                <a:lnTo>
                  <a:pt x="630" y="115"/>
                </a:lnTo>
                <a:lnTo>
                  <a:pt x="630" y="114"/>
                </a:lnTo>
                <a:lnTo>
                  <a:pt x="629" y="113"/>
                </a:lnTo>
                <a:lnTo>
                  <a:pt x="627" y="113"/>
                </a:lnTo>
                <a:lnTo>
                  <a:pt x="627" y="112"/>
                </a:lnTo>
                <a:lnTo>
                  <a:pt x="627" y="110"/>
                </a:lnTo>
                <a:lnTo>
                  <a:pt x="626" y="111"/>
                </a:lnTo>
                <a:lnTo>
                  <a:pt x="625" y="112"/>
                </a:lnTo>
                <a:lnTo>
                  <a:pt x="625" y="113"/>
                </a:lnTo>
                <a:lnTo>
                  <a:pt x="624" y="113"/>
                </a:lnTo>
                <a:lnTo>
                  <a:pt x="623" y="113"/>
                </a:lnTo>
                <a:lnTo>
                  <a:pt x="623" y="112"/>
                </a:lnTo>
                <a:lnTo>
                  <a:pt x="620" y="112"/>
                </a:lnTo>
                <a:lnTo>
                  <a:pt x="620" y="113"/>
                </a:lnTo>
                <a:lnTo>
                  <a:pt x="620" y="114"/>
                </a:lnTo>
                <a:lnTo>
                  <a:pt x="619" y="114"/>
                </a:lnTo>
                <a:lnTo>
                  <a:pt x="618" y="114"/>
                </a:lnTo>
                <a:lnTo>
                  <a:pt x="618" y="116"/>
                </a:lnTo>
                <a:lnTo>
                  <a:pt x="617" y="116"/>
                </a:lnTo>
                <a:lnTo>
                  <a:pt x="617" y="117"/>
                </a:lnTo>
                <a:lnTo>
                  <a:pt x="615" y="118"/>
                </a:lnTo>
                <a:lnTo>
                  <a:pt x="615" y="119"/>
                </a:lnTo>
                <a:lnTo>
                  <a:pt x="613" y="121"/>
                </a:lnTo>
                <a:lnTo>
                  <a:pt x="612" y="121"/>
                </a:lnTo>
                <a:lnTo>
                  <a:pt x="611" y="120"/>
                </a:lnTo>
                <a:lnTo>
                  <a:pt x="609" y="120"/>
                </a:lnTo>
                <a:lnTo>
                  <a:pt x="609" y="121"/>
                </a:lnTo>
                <a:lnTo>
                  <a:pt x="608" y="121"/>
                </a:lnTo>
                <a:lnTo>
                  <a:pt x="607" y="121"/>
                </a:lnTo>
                <a:lnTo>
                  <a:pt x="607" y="120"/>
                </a:lnTo>
                <a:lnTo>
                  <a:pt x="606" y="120"/>
                </a:lnTo>
                <a:lnTo>
                  <a:pt x="606" y="117"/>
                </a:lnTo>
                <a:lnTo>
                  <a:pt x="606" y="116"/>
                </a:lnTo>
                <a:lnTo>
                  <a:pt x="606" y="115"/>
                </a:lnTo>
                <a:lnTo>
                  <a:pt x="608" y="113"/>
                </a:lnTo>
                <a:lnTo>
                  <a:pt x="609" y="113"/>
                </a:lnTo>
                <a:lnTo>
                  <a:pt x="611" y="111"/>
                </a:lnTo>
                <a:lnTo>
                  <a:pt x="612" y="111"/>
                </a:lnTo>
                <a:lnTo>
                  <a:pt x="612" y="112"/>
                </a:lnTo>
                <a:lnTo>
                  <a:pt x="613" y="112"/>
                </a:lnTo>
                <a:lnTo>
                  <a:pt x="612" y="112"/>
                </a:lnTo>
                <a:lnTo>
                  <a:pt x="612" y="113"/>
                </a:lnTo>
                <a:lnTo>
                  <a:pt x="613" y="113"/>
                </a:lnTo>
                <a:lnTo>
                  <a:pt x="614" y="113"/>
                </a:lnTo>
                <a:lnTo>
                  <a:pt x="615" y="113"/>
                </a:lnTo>
                <a:lnTo>
                  <a:pt x="615" y="112"/>
                </a:lnTo>
                <a:lnTo>
                  <a:pt x="614" y="112"/>
                </a:lnTo>
                <a:lnTo>
                  <a:pt x="614" y="111"/>
                </a:lnTo>
                <a:lnTo>
                  <a:pt x="615" y="110"/>
                </a:lnTo>
                <a:lnTo>
                  <a:pt x="616" y="111"/>
                </a:lnTo>
                <a:lnTo>
                  <a:pt x="617" y="111"/>
                </a:lnTo>
                <a:lnTo>
                  <a:pt x="617" y="110"/>
                </a:lnTo>
                <a:lnTo>
                  <a:pt x="617" y="109"/>
                </a:lnTo>
                <a:lnTo>
                  <a:pt x="618" y="108"/>
                </a:lnTo>
                <a:lnTo>
                  <a:pt x="619" y="108"/>
                </a:lnTo>
                <a:lnTo>
                  <a:pt x="620" y="108"/>
                </a:lnTo>
                <a:lnTo>
                  <a:pt x="620" y="107"/>
                </a:lnTo>
                <a:lnTo>
                  <a:pt x="619" y="106"/>
                </a:lnTo>
                <a:lnTo>
                  <a:pt x="618" y="106"/>
                </a:lnTo>
                <a:lnTo>
                  <a:pt x="618" y="105"/>
                </a:lnTo>
                <a:lnTo>
                  <a:pt x="619" y="105"/>
                </a:lnTo>
                <a:lnTo>
                  <a:pt x="621" y="103"/>
                </a:lnTo>
                <a:lnTo>
                  <a:pt x="622" y="103"/>
                </a:lnTo>
                <a:lnTo>
                  <a:pt x="623" y="103"/>
                </a:lnTo>
                <a:lnTo>
                  <a:pt x="624" y="103"/>
                </a:lnTo>
                <a:lnTo>
                  <a:pt x="626" y="103"/>
                </a:lnTo>
                <a:lnTo>
                  <a:pt x="627" y="103"/>
                </a:lnTo>
                <a:lnTo>
                  <a:pt x="627" y="104"/>
                </a:lnTo>
                <a:lnTo>
                  <a:pt x="629" y="105"/>
                </a:lnTo>
                <a:lnTo>
                  <a:pt x="630" y="105"/>
                </a:lnTo>
                <a:lnTo>
                  <a:pt x="630" y="103"/>
                </a:lnTo>
                <a:lnTo>
                  <a:pt x="631" y="103"/>
                </a:lnTo>
                <a:lnTo>
                  <a:pt x="632" y="101"/>
                </a:lnTo>
                <a:lnTo>
                  <a:pt x="633" y="101"/>
                </a:lnTo>
                <a:lnTo>
                  <a:pt x="634" y="101"/>
                </a:lnTo>
                <a:lnTo>
                  <a:pt x="635" y="100"/>
                </a:lnTo>
                <a:lnTo>
                  <a:pt x="636" y="100"/>
                </a:lnTo>
                <a:lnTo>
                  <a:pt x="637" y="100"/>
                </a:lnTo>
                <a:lnTo>
                  <a:pt x="638" y="101"/>
                </a:lnTo>
                <a:lnTo>
                  <a:pt x="639" y="102"/>
                </a:lnTo>
                <a:lnTo>
                  <a:pt x="640" y="104"/>
                </a:lnTo>
                <a:lnTo>
                  <a:pt x="639" y="105"/>
                </a:lnTo>
                <a:lnTo>
                  <a:pt x="638" y="106"/>
                </a:lnTo>
                <a:lnTo>
                  <a:pt x="638" y="107"/>
                </a:lnTo>
                <a:lnTo>
                  <a:pt x="638" y="108"/>
                </a:lnTo>
                <a:lnTo>
                  <a:pt x="639" y="108"/>
                </a:lnTo>
                <a:lnTo>
                  <a:pt x="640" y="110"/>
                </a:lnTo>
                <a:lnTo>
                  <a:pt x="641" y="110"/>
                </a:lnTo>
                <a:lnTo>
                  <a:pt x="641" y="109"/>
                </a:lnTo>
                <a:lnTo>
                  <a:pt x="641" y="108"/>
                </a:lnTo>
                <a:lnTo>
                  <a:pt x="641" y="107"/>
                </a:lnTo>
                <a:lnTo>
                  <a:pt x="642" y="107"/>
                </a:lnTo>
                <a:lnTo>
                  <a:pt x="643" y="107"/>
                </a:lnTo>
                <a:lnTo>
                  <a:pt x="644" y="107"/>
                </a:lnTo>
                <a:lnTo>
                  <a:pt x="645" y="106"/>
                </a:lnTo>
                <a:lnTo>
                  <a:pt x="646" y="105"/>
                </a:lnTo>
                <a:lnTo>
                  <a:pt x="646" y="104"/>
                </a:lnTo>
                <a:lnTo>
                  <a:pt x="644" y="104"/>
                </a:lnTo>
                <a:lnTo>
                  <a:pt x="642" y="102"/>
                </a:lnTo>
                <a:lnTo>
                  <a:pt x="642" y="101"/>
                </a:lnTo>
                <a:lnTo>
                  <a:pt x="643" y="101"/>
                </a:lnTo>
                <a:lnTo>
                  <a:pt x="643" y="100"/>
                </a:lnTo>
                <a:lnTo>
                  <a:pt x="644" y="100"/>
                </a:lnTo>
                <a:lnTo>
                  <a:pt x="645" y="100"/>
                </a:lnTo>
                <a:lnTo>
                  <a:pt x="645" y="101"/>
                </a:lnTo>
                <a:lnTo>
                  <a:pt x="647" y="102"/>
                </a:lnTo>
                <a:lnTo>
                  <a:pt x="648" y="103"/>
                </a:lnTo>
                <a:lnTo>
                  <a:pt x="647" y="105"/>
                </a:lnTo>
                <a:lnTo>
                  <a:pt x="646" y="106"/>
                </a:lnTo>
                <a:lnTo>
                  <a:pt x="647" y="106"/>
                </a:lnTo>
                <a:lnTo>
                  <a:pt x="648" y="106"/>
                </a:lnTo>
                <a:lnTo>
                  <a:pt x="648" y="108"/>
                </a:lnTo>
                <a:lnTo>
                  <a:pt x="648" y="109"/>
                </a:lnTo>
                <a:lnTo>
                  <a:pt x="648" y="110"/>
                </a:lnTo>
                <a:lnTo>
                  <a:pt x="650" y="110"/>
                </a:lnTo>
                <a:lnTo>
                  <a:pt x="651" y="110"/>
                </a:lnTo>
                <a:lnTo>
                  <a:pt x="652" y="110"/>
                </a:lnTo>
                <a:lnTo>
                  <a:pt x="653" y="111"/>
                </a:lnTo>
                <a:lnTo>
                  <a:pt x="655" y="112"/>
                </a:lnTo>
                <a:lnTo>
                  <a:pt x="655" y="113"/>
                </a:lnTo>
                <a:lnTo>
                  <a:pt x="656" y="113"/>
                </a:lnTo>
                <a:lnTo>
                  <a:pt x="658" y="113"/>
                </a:lnTo>
                <a:lnTo>
                  <a:pt x="660" y="113"/>
                </a:lnTo>
                <a:lnTo>
                  <a:pt x="662" y="112"/>
                </a:lnTo>
                <a:lnTo>
                  <a:pt x="662" y="111"/>
                </a:lnTo>
                <a:lnTo>
                  <a:pt x="662" y="110"/>
                </a:lnTo>
                <a:lnTo>
                  <a:pt x="666" y="110"/>
                </a:lnTo>
                <a:lnTo>
                  <a:pt x="666" y="108"/>
                </a:lnTo>
                <a:lnTo>
                  <a:pt x="665" y="107"/>
                </a:lnTo>
                <a:lnTo>
                  <a:pt x="665" y="106"/>
                </a:lnTo>
                <a:lnTo>
                  <a:pt x="664" y="106"/>
                </a:lnTo>
                <a:lnTo>
                  <a:pt x="664" y="105"/>
                </a:lnTo>
                <a:lnTo>
                  <a:pt x="665" y="105"/>
                </a:lnTo>
                <a:lnTo>
                  <a:pt x="665" y="104"/>
                </a:lnTo>
                <a:lnTo>
                  <a:pt x="665" y="103"/>
                </a:lnTo>
                <a:lnTo>
                  <a:pt x="665" y="102"/>
                </a:lnTo>
                <a:lnTo>
                  <a:pt x="665" y="101"/>
                </a:lnTo>
                <a:lnTo>
                  <a:pt x="665" y="100"/>
                </a:lnTo>
                <a:lnTo>
                  <a:pt x="665" y="99"/>
                </a:lnTo>
                <a:lnTo>
                  <a:pt x="665" y="98"/>
                </a:lnTo>
                <a:lnTo>
                  <a:pt x="665" y="97"/>
                </a:lnTo>
                <a:lnTo>
                  <a:pt x="665" y="95"/>
                </a:lnTo>
                <a:lnTo>
                  <a:pt x="665" y="94"/>
                </a:lnTo>
                <a:lnTo>
                  <a:pt x="666" y="94"/>
                </a:lnTo>
                <a:lnTo>
                  <a:pt x="667" y="94"/>
                </a:lnTo>
                <a:lnTo>
                  <a:pt x="668" y="94"/>
                </a:lnTo>
                <a:lnTo>
                  <a:pt x="669" y="93"/>
                </a:lnTo>
                <a:lnTo>
                  <a:pt x="670" y="92"/>
                </a:lnTo>
                <a:lnTo>
                  <a:pt x="671" y="90"/>
                </a:lnTo>
                <a:lnTo>
                  <a:pt x="672" y="90"/>
                </a:lnTo>
                <a:lnTo>
                  <a:pt x="672" y="89"/>
                </a:lnTo>
                <a:lnTo>
                  <a:pt x="672" y="88"/>
                </a:lnTo>
                <a:lnTo>
                  <a:pt x="672" y="87"/>
                </a:lnTo>
                <a:lnTo>
                  <a:pt x="672" y="86"/>
                </a:lnTo>
                <a:lnTo>
                  <a:pt x="672" y="85"/>
                </a:lnTo>
                <a:lnTo>
                  <a:pt x="672" y="84"/>
                </a:lnTo>
                <a:lnTo>
                  <a:pt x="674" y="84"/>
                </a:lnTo>
                <a:lnTo>
                  <a:pt x="675" y="83"/>
                </a:lnTo>
                <a:lnTo>
                  <a:pt x="676" y="83"/>
                </a:lnTo>
                <a:lnTo>
                  <a:pt x="677" y="82"/>
                </a:lnTo>
                <a:lnTo>
                  <a:pt x="677" y="81"/>
                </a:lnTo>
                <a:lnTo>
                  <a:pt x="677" y="80"/>
                </a:lnTo>
                <a:lnTo>
                  <a:pt x="678" y="76"/>
                </a:lnTo>
                <a:lnTo>
                  <a:pt x="676" y="75"/>
                </a:lnTo>
                <a:lnTo>
                  <a:pt x="674" y="75"/>
                </a:lnTo>
                <a:lnTo>
                  <a:pt x="673" y="75"/>
                </a:lnTo>
                <a:lnTo>
                  <a:pt x="674" y="74"/>
                </a:lnTo>
                <a:lnTo>
                  <a:pt x="675" y="74"/>
                </a:lnTo>
                <a:lnTo>
                  <a:pt x="676" y="74"/>
                </a:lnTo>
                <a:lnTo>
                  <a:pt x="676" y="73"/>
                </a:lnTo>
                <a:lnTo>
                  <a:pt x="677" y="73"/>
                </a:lnTo>
                <a:lnTo>
                  <a:pt x="677" y="72"/>
                </a:lnTo>
                <a:lnTo>
                  <a:pt x="678" y="71"/>
                </a:lnTo>
                <a:lnTo>
                  <a:pt x="679" y="71"/>
                </a:lnTo>
                <a:lnTo>
                  <a:pt x="680" y="70"/>
                </a:lnTo>
                <a:lnTo>
                  <a:pt x="681" y="70"/>
                </a:lnTo>
                <a:lnTo>
                  <a:pt x="681" y="69"/>
                </a:lnTo>
                <a:lnTo>
                  <a:pt x="682" y="69"/>
                </a:lnTo>
                <a:lnTo>
                  <a:pt x="682" y="68"/>
                </a:lnTo>
                <a:lnTo>
                  <a:pt x="683" y="67"/>
                </a:lnTo>
                <a:lnTo>
                  <a:pt x="683" y="65"/>
                </a:lnTo>
                <a:lnTo>
                  <a:pt x="683" y="64"/>
                </a:lnTo>
                <a:lnTo>
                  <a:pt x="684" y="64"/>
                </a:lnTo>
                <a:lnTo>
                  <a:pt x="685" y="64"/>
                </a:lnTo>
                <a:lnTo>
                  <a:pt x="685" y="65"/>
                </a:lnTo>
                <a:lnTo>
                  <a:pt x="685" y="66"/>
                </a:lnTo>
                <a:lnTo>
                  <a:pt x="686" y="66"/>
                </a:lnTo>
                <a:lnTo>
                  <a:pt x="687" y="67"/>
                </a:lnTo>
                <a:lnTo>
                  <a:pt x="687" y="68"/>
                </a:lnTo>
                <a:lnTo>
                  <a:pt x="688" y="68"/>
                </a:lnTo>
                <a:lnTo>
                  <a:pt x="689" y="69"/>
                </a:lnTo>
                <a:lnTo>
                  <a:pt x="691" y="69"/>
                </a:lnTo>
                <a:lnTo>
                  <a:pt x="692" y="68"/>
                </a:lnTo>
                <a:lnTo>
                  <a:pt x="692" y="67"/>
                </a:lnTo>
                <a:lnTo>
                  <a:pt x="692" y="65"/>
                </a:lnTo>
                <a:lnTo>
                  <a:pt x="693" y="65"/>
                </a:lnTo>
                <a:lnTo>
                  <a:pt x="694" y="65"/>
                </a:lnTo>
                <a:lnTo>
                  <a:pt x="695" y="65"/>
                </a:lnTo>
                <a:lnTo>
                  <a:pt x="695" y="66"/>
                </a:lnTo>
                <a:lnTo>
                  <a:pt x="696" y="66"/>
                </a:lnTo>
                <a:lnTo>
                  <a:pt x="696" y="67"/>
                </a:lnTo>
                <a:lnTo>
                  <a:pt x="697" y="66"/>
                </a:lnTo>
                <a:lnTo>
                  <a:pt x="697" y="65"/>
                </a:lnTo>
                <a:lnTo>
                  <a:pt x="698" y="65"/>
                </a:lnTo>
                <a:lnTo>
                  <a:pt x="699" y="65"/>
                </a:lnTo>
                <a:lnTo>
                  <a:pt x="700" y="65"/>
                </a:lnTo>
                <a:lnTo>
                  <a:pt x="700" y="64"/>
                </a:lnTo>
                <a:lnTo>
                  <a:pt x="701" y="63"/>
                </a:lnTo>
                <a:lnTo>
                  <a:pt x="701" y="62"/>
                </a:lnTo>
                <a:lnTo>
                  <a:pt x="701" y="61"/>
                </a:lnTo>
                <a:lnTo>
                  <a:pt x="703" y="61"/>
                </a:lnTo>
                <a:lnTo>
                  <a:pt x="703" y="60"/>
                </a:lnTo>
                <a:lnTo>
                  <a:pt x="704" y="60"/>
                </a:lnTo>
                <a:lnTo>
                  <a:pt x="706" y="61"/>
                </a:lnTo>
                <a:lnTo>
                  <a:pt x="706" y="62"/>
                </a:lnTo>
                <a:lnTo>
                  <a:pt x="706" y="63"/>
                </a:lnTo>
                <a:lnTo>
                  <a:pt x="706" y="65"/>
                </a:lnTo>
                <a:lnTo>
                  <a:pt x="707" y="66"/>
                </a:lnTo>
                <a:lnTo>
                  <a:pt x="708" y="66"/>
                </a:lnTo>
                <a:lnTo>
                  <a:pt x="709" y="65"/>
                </a:lnTo>
                <a:lnTo>
                  <a:pt x="710" y="65"/>
                </a:lnTo>
                <a:lnTo>
                  <a:pt x="711" y="65"/>
                </a:lnTo>
                <a:lnTo>
                  <a:pt x="711" y="66"/>
                </a:lnTo>
                <a:lnTo>
                  <a:pt x="712" y="67"/>
                </a:lnTo>
                <a:lnTo>
                  <a:pt x="713" y="68"/>
                </a:lnTo>
                <a:lnTo>
                  <a:pt x="714" y="68"/>
                </a:lnTo>
                <a:lnTo>
                  <a:pt x="713" y="68"/>
                </a:lnTo>
                <a:lnTo>
                  <a:pt x="713" y="67"/>
                </a:lnTo>
                <a:lnTo>
                  <a:pt x="713" y="66"/>
                </a:lnTo>
                <a:lnTo>
                  <a:pt x="714" y="65"/>
                </a:lnTo>
                <a:lnTo>
                  <a:pt x="714" y="66"/>
                </a:lnTo>
                <a:lnTo>
                  <a:pt x="715" y="67"/>
                </a:lnTo>
                <a:lnTo>
                  <a:pt x="716" y="67"/>
                </a:lnTo>
                <a:lnTo>
                  <a:pt x="717" y="69"/>
                </a:lnTo>
                <a:lnTo>
                  <a:pt x="716" y="71"/>
                </a:lnTo>
                <a:lnTo>
                  <a:pt x="715" y="73"/>
                </a:lnTo>
                <a:lnTo>
                  <a:pt x="715" y="75"/>
                </a:lnTo>
                <a:lnTo>
                  <a:pt x="714" y="75"/>
                </a:lnTo>
                <a:lnTo>
                  <a:pt x="713" y="74"/>
                </a:lnTo>
                <a:lnTo>
                  <a:pt x="713" y="75"/>
                </a:lnTo>
                <a:lnTo>
                  <a:pt x="712" y="76"/>
                </a:lnTo>
                <a:lnTo>
                  <a:pt x="712" y="77"/>
                </a:lnTo>
                <a:lnTo>
                  <a:pt x="711" y="77"/>
                </a:lnTo>
                <a:lnTo>
                  <a:pt x="711" y="78"/>
                </a:lnTo>
                <a:lnTo>
                  <a:pt x="711" y="79"/>
                </a:lnTo>
                <a:lnTo>
                  <a:pt x="711" y="80"/>
                </a:lnTo>
                <a:lnTo>
                  <a:pt x="712" y="81"/>
                </a:lnTo>
                <a:lnTo>
                  <a:pt x="713" y="82"/>
                </a:lnTo>
                <a:lnTo>
                  <a:pt x="712" y="82"/>
                </a:lnTo>
                <a:lnTo>
                  <a:pt x="711" y="83"/>
                </a:lnTo>
                <a:lnTo>
                  <a:pt x="711" y="84"/>
                </a:lnTo>
                <a:lnTo>
                  <a:pt x="712" y="85"/>
                </a:lnTo>
                <a:lnTo>
                  <a:pt x="712" y="86"/>
                </a:lnTo>
                <a:lnTo>
                  <a:pt x="713" y="86"/>
                </a:lnTo>
                <a:lnTo>
                  <a:pt x="714" y="85"/>
                </a:lnTo>
                <a:lnTo>
                  <a:pt x="715" y="84"/>
                </a:lnTo>
                <a:lnTo>
                  <a:pt x="716" y="84"/>
                </a:lnTo>
                <a:lnTo>
                  <a:pt x="716" y="85"/>
                </a:lnTo>
                <a:lnTo>
                  <a:pt x="717" y="85"/>
                </a:lnTo>
                <a:lnTo>
                  <a:pt x="719" y="84"/>
                </a:lnTo>
                <a:lnTo>
                  <a:pt x="720" y="84"/>
                </a:lnTo>
                <a:lnTo>
                  <a:pt x="722" y="84"/>
                </a:lnTo>
                <a:lnTo>
                  <a:pt x="723" y="84"/>
                </a:lnTo>
                <a:lnTo>
                  <a:pt x="723" y="86"/>
                </a:lnTo>
                <a:lnTo>
                  <a:pt x="724" y="86"/>
                </a:lnTo>
                <a:lnTo>
                  <a:pt x="724" y="87"/>
                </a:lnTo>
                <a:lnTo>
                  <a:pt x="725" y="86"/>
                </a:lnTo>
                <a:lnTo>
                  <a:pt x="728" y="85"/>
                </a:lnTo>
                <a:lnTo>
                  <a:pt x="730" y="85"/>
                </a:lnTo>
                <a:lnTo>
                  <a:pt x="730" y="84"/>
                </a:lnTo>
                <a:lnTo>
                  <a:pt x="729" y="84"/>
                </a:lnTo>
                <a:lnTo>
                  <a:pt x="730" y="83"/>
                </a:lnTo>
                <a:lnTo>
                  <a:pt x="730" y="82"/>
                </a:lnTo>
                <a:lnTo>
                  <a:pt x="730" y="81"/>
                </a:lnTo>
                <a:lnTo>
                  <a:pt x="731" y="81"/>
                </a:lnTo>
                <a:lnTo>
                  <a:pt x="731" y="80"/>
                </a:lnTo>
                <a:lnTo>
                  <a:pt x="731" y="79"/>
                </a:lnTo>
                <a:lnTo>
                  <a:pt x="730" y="78"/>
                </a:lnTo>
                <a:lnTo>
                  <a:pt x="729" y="77"/>
                </a:lnTo>
                <a:lnTo>
                  <a:pt x="729" y="76"/>
                </a:lnTo>
                <a:lnTo>
                  <a:pt x="728" y="74"/>
                </a:lnTo>
                <a:lnTo>
                  <a:pt x="728" y="72"/>
                </a:lnTo>
                <a:lnTo>
                  <a:pt x="728" y="71"/>
                </a:lnTo>
                <a:lnTo>
                  <a:pt x="729" y="71"/>
                </a:lnTo>
                <a:lnTo>
                  <a:pt x="726" y="70"/>
                </a:lnTo>
                <a:lnTo>
                  <a:pt x="726" y="69"/>
                </a:lnTo>
                <a:lnTo>
                  <a:pt x="725" y="69"/>
                </a:lnTo>
                <a:lnTo>
                  <a:pt x="725" y="68"/>
                </a:lnTo>
                <a:lnTo>
                  <a:pt x="725" y="65"/>
                </a:lnTo>
                <a:lnTo>
                  <a:pt x="726" y="65"/>
                </a:lnTo>
                <a:lnTo>
                  <a:pt x="726" y="64"/>
                </a:lnTo>
                <a:lnTo>
                  <a:pt x="726" y="63"/>
                </a:lnTo>
                <a:lnTo>
                  <a:pt x="726" y="62"/>
                </a:lnTo>
                <a:lnTo>
                  <a:pt x="727" y="62"/>
                </a:lnTo>
                <a:lnTo>
                  <a:pt x="728" y="60"/>
                </a:lnTo>
                <a:lnTo>
                  <a:pt x="729" y="61"/>
                </a:lnTo>
                <a:lnTo>
                  <a:pt x="730" y="61"/>
                </a:lnTo>
                <a:lnTo>
                  <a:pt x="732" y="62"/>
                </a:lnTo>
                <a:lnTo>
                  <a:pt x="735" y="62"/>
                </a:lnTo>
                <a:lnTo>
                  <a:pt x="736" y="62"/>
                </a:lnTo>
                <a:lnTo>
                  <a:pt x="737" y="60"/>
                </a:lnTo>
                <a:lnTo>
                  <a:pt x="738" y="59"/>
                </a:lnTo>
                <a:lnTo>
                  <a:pt x="738" y="58"/>
                </a:lnTo>
                <a:lnTo>
                  <a:pt x="738" y="57"/>
                </a:lnTo>
                <a:lnTo>
                  <a:pt x="738" y="56"/>
                </a:lnTo>
                <a:lnTo>
                  <a:pt x="738" y="52"/>
                </a:lnTo>
                <a:lnTo>
                  <a:pt x="739" y="52"/>
                </a:lnTo>
                <a:lnTo>
                  <a:pt x="740" y="50"/>
                </a:lnTo>
                <a:lnTo>
                  <a:pt x="740" y="48"/>
                </a:lnTo>
                <a:lnTo>
                  <a:pt x="740" y="46"/>
                </a:lnTo>
                <a:lnTo>
                  <a:pt x="741" y="43"/>
                </a:lnTo>
                <a:lnTo>
                  <a:pt x="742" y="42"/>
                </a:lnTo>
                <a:lnTo>
                  <a:pt x="743" y="42"/>
                </a:lnTo>
                <a:lnTo>
                  <a:pt x="744" y="41"/>
                </a:lnTo>
                <a:lnTo>
                  <a:pt x="745" y="39"/>
                </a:lnTo>
                <a:lnTo>
                  <a:pt x="746" y="38"/>
                </a:lnTo>
                <a:lnTo>
                  <a:pt x="747" y="37"/>
                </a:lnTo>
                <a:lnTo>
                  <a:pt x="748" y="36"/>
                </a:lnTo>
                <a:lnTo>
                  <a:pt x="749" y="36"/>
                </a:lnTo>
                <a:lnTo>
                  <a:pt x="749" y="37"/>
                </a:lnTo>
                <a:lnTo>
                  <a:pt x="750" y="37"/>
                </a:lnTo>
                <a:lnTo>
                  <a:pt x="750" y="38"/>
                </a:lnTo>
                <a:lnTo>
                  <a:pt x="751" y="38"/>
                </a:lnTo>
                <a:lnTo>
                  <a:pt x="752" y="38"/>
                </a:lnTo>
                <a:lnTo>
                  <a:pt x="753" y="38"/>
                </a:lnTo>
                <a:lnTo>
                  <a:pt x="754" y="38"/>
                </a:lnTo>
                <a:lnTo>
                  <a:pt x="755" y="38"/>
                </a:lnTo>
                <a:lnTo>
                  <a:pt x="756" y="40"/>
                </a:lnTo>
                <a:lnTo>
                  <a:pt x="756" y="41"/>
                </a:lnTo>
                <a:lnTo>
                  <a:pt x="759" y="41"/>
                </a:lnTo>
                <a:lnTo>
                  <a:pt x="759" y="40"/>
                </a:lnTo>
                <a:lnTo>
                  <a:pt x="759" y="39"/>
                </a:lnTo>
                <a:lnTo>
                  <a:pt x="760" y="40"/>
                </a:lnTo>
                <a:lnTo>
                  <a:pt x="761" y="40"/>
                </a:lnTo>
                <a:lnTo>
                  <a:pt x="762" y="40"/>
                </a:lnTo>
                <a:lnTo>
                  <a:pt x="763" y="40"/>
                </a:lnTo>
                <a:lnTo>
                  <a:pt x="763" y="39"/>
                </a:lnTo>
                <a:lnTo>
                  <a:pt x="765" y="39"/>
                </a:lnTo>
                <a:lnTo>
                  <a:pt x="765" y="40"/>
                </a:lnTo>
                <a:lnTo>
                  <a:pt x="765" y="41"/>
                </a:lnTo>
                <a:lnTo>
                  <a:pt x="765" y="42"/>
                </a:lnTo>
                <a:lnTo>
                  <a:pt x="765" y="43"/>
                </a:lnTo>
                <a:lnTo>
                  <a:pt x="766" y="44"/>
                </a:lnTo>
                <a:lnTo>
                  <a:pt x="766" y="45"/>
                </a:lnTo>
                <a:lnTo>
                  <a:pt x="766" y="46"/>
                </a:lnTo>
                <a:lnTo>
                  <a:pt x="765" y="47"/>
                </a:lnTo>
                <a:lnTo>
                  <a:pt x="765" y="49"/>
                </a:lnTo>
                <a:lnTo>
                  <a:pt x="764" y="49"/>
                </a:lnTo>
                <a:lnTo>
                  <a:pt x="764" y="50"/>
                </a:lnTo>
                <a:lnTo>
                  <a:pt x="763" y="51"/>
                </a:lnTo>
                <a:lnTo>
                  <a:pt x="763" y="52"/>
                </a:lnTo>
                <a:lnTo>
                  <a:pt x="763" y="53"/>
                </a:lnTo>
                <a:lnTo>
                  <a:pt x="763" y="54"/>
                </a:lnTo>
                <a:lnTo>
                  <a:pt x="763" y="55"/>
                </a:lnTo>
                <a:lnTo>
                  <a:pt x="763" y="56"/>
                </a:lnTo>
                <a:lnTo>
                  <a:pt x="763" y="58"/>
                </a:lnTo>
                <a:lnTo>
                  <a:pt x="762" y="59"/>
                </a:lnTo>
                <a:lnTo>
                  <a:pt x="763" y="59"/>
                </a:lnTo>
                <a:lnTo>
                  <a:pt x="764" y="59"/>
                </a:lnTo>
                <a:lnTo>
                  <a:pt x="766" y="59"/>
                </a:lnTo>
                <a:lnTo>
                  <a:pt x="766" y="60"/>
                </a:lnTo>
                <a:lnTo>
                  <a:pt x="767" y="60"/>
                </a:lnTo>
                <a:lnTo>
                  <a:pt x="767" y="61"/>
                </a:lnTo>
                <a:lnTo>
                  <a:pt x="767" y="62"/>
                </a:lnTo>
                <a:lnTo>
                  <a:pt x="768" y="62"/>
                </a:lnTo>
                <a:lnTo>
                  <a:pt x="769" y="61"/>
                </a:lnTo>
                <a:lnTo>
                  <a:pt x="769" y="60"/>
                </a:lnTo>
                <a:lnTo>
                  <a:pt x="769" y="59"/>
                </a:lnTo>
                <a:lnTo>
                  <a:pt x="770" y="59"/>
                </a:lnTo>
                <a:lnTo>
                  <a:pt x="771" y="60"/>
                </a:lnTo>
                <a:lnTo>
                  <a:pt x="772" y="60"/>
                </a:lnTo>
                <a:lnTo>
                  <a:pt x="772" y="61"/>
                </a:lnTo>
                <a:lnTo>
                  <a:pt x="773" y="62"/>
                </a:lnTo>
                <a:lnTo>
                  <a:pt x="775" y="62"/>
                </a:lnTo>
                <a:lnTo>
                  <a:pt x="775" y="61"/>
                </a:lnTo>
                <a:lnTo>
                  <a:pt x="776" y="61"/>
                </a:lnTo>
                <a:lnTo>
                  <a:pt x="776" y="60"/>
                </a:lnTo>
                <a:lnTo>
                  <a:pt x="776" y="58"/>
                </a:lnTo>
                <a:lnTo>
                  <a:pt x="777" y="57"/>
                </a:lnTo>
                <a:lnTo>
                  <a:pt x="778" y="55"/>
                </a:lnTo>
                <a:lnTo>
                  <a:pt x="779" y="54"/>
                </a:lnTo>
                <a:lnTo>
                  <a:pt x="781" y="55"/>
                </a:lnTo>
                <a:lnTo>
                  <a:pt x="782" y="57"/>
                </a:lnTo>
                <a:lnTo>
                  <a:pt x="782" y="58"/>
                </a:lnTo>
                <a:lnTo>
                  <a:pt x="783" y="58"/>
                </a:lnTo>
                <a:lnTo>
                  <a:pt x="785" y="59"/>
                </a:lnTo>
                <a:lnTo>
                  <a:pt x="786" y="61"/>
                </a:lnTo>
                <a:lnTo>
                  <a:pt x="787" y="61"/>
                </a:lnTo>
                <a:lnTo>
                  <a:pt x="787" y="63"/>
                </a:lnTo>
                <a:lnTo>
                  <a:pt x="787" y="64"/>
                </a:lnTo>
                <a:lnTo>
                  <a:pt x="788" y="65"/>
                </a:lnTo>
                <a:lnTo>
                  <a:pt x="788" y="66"/>
                </a:lnTo>
                <a:lnTo>
                  <a:pt x="787" y="67"/>
                </a:lnTo>
                <a:lnTo>
                  <a:pt x="788" y="68"/>
                </a:lnTo>
                <a:lnTo>
                  <a:pt x="788" y="69"/>
                </a:lnTo>
                <a:lnTo>
                  <a:pt x="790" y="70"/>
                </a:lnTo>
                <a:lnTo>
                  <a:pt x="790" y="69"/>
                </a:lnTo>
                <a:lnTo>
                  <a:pt x="791" y="69"/>
                </a:lnTo>
                <a:lnTo>
                  <a:pt x="792" y="69"/>
                </a:lnTo>
                <a:lnTo>
                  <a:pt x="793" y="69"/>
                </a:lnTo>
                <a:lnTo>
                  <a:pt x="794" y="69"/>
                </a:lnTo>
                <a:lnTo>
                  <a:pt x="795" y="68"/>
                </a:lnTo>
                <a:lnTo>
                  <a:pt x="797" y="67"/>
                </a:lnTo>
                <a:lnTo>
                  <a:pt x="798" y="67"/>
                </a:lnTo>
                <a:lnTo>
                  <a:pt x="798" y="66"/>
                </a:lnTo>
                <a:lnTo>
                  <a:pt x="799" y="64"/>
                </a:lnTo>
                <a:lnTo>
                  <a:pt x="800" y="63"/>
                </a:lnTo>
                <a:lnTo>
                  <a:pt x="800" y="62"/>
                </a:lnTo>
                <a:lnTo>
                  <a:pt x="801" y="60"/>
                </a:lnTo>
                <a:lnTo>
                  <a:pt x="801" y="58"/>
                </a:lnTo>
                <a:lnTo>
                  <a:pt x="802" y="58"/>
                </a:lnTo>
                <a:lnTo>
                  <a:pt x="802" y="57"/>
                </a:lnTo>
                <a:lnTo>
                  <a:pt x="802" y="56"/>
                </a:lnTo>
                <a:lnTo>
                  <a:pt x="802" y="55"/>
                </a:lnTo>
                <a:lnTo>
                  <a:pt x="801" y="55"/>
                </a:lnTo>
                <a:lnTo>
                  <a:pt x="801" y="54"/>
                </a:lnTo>
                <a:lnTo>
                  <a:pt x="801" y="53"/>
                </a:lnTo>
                <a:lnTo>
                  <a:pt x="802" y="52"/>
                </a:lnTo>
                <a:lnTo>
                  <a:pt x="803" y="52"/>
                </a:lnTo>
                <a:lnTo>
                  <a:pt x="804" y="52"/>
                </a:lnTo>
                <a:lnTo>
                  <a:pt x="804" y="51"/>
                </a:lnTo>
                <a:lnTo>
                  <a:pt x="804" y="49"/>
                </a:lnTo>
                <a:lnTo>
                  <a:pt x="804" y="48"/>
                </a:lnTo>
                <a:lnTo>
                  <a:pt x="805" y="47"/>
                </a:lnTo>
                <a:lnTo>
                  <a:pt x="806" y="46"/>
                </a:lnTo>
                <a:lnTo>
                  <a:pt x="807" y="45"/>
                </a:lnTo>
                <a:lnTo>
                  <a:pt x="809" y="44"/>
                </a:lnTo>
                <a:lnTo>
                  <a:pt x="810" y="42"/>
                </a:lnTo>
                <a:lnTo>
                  <a:pt x="810" y="41"/>
                </a:lnTo>
                <a:lnTo>
                  <a:pt x="811" y="40"/>
                </a:lnTo>
                <a:lnTo>
                  <a:pt x="813" y="38"/>
                </a:lnTo>
                <a:lnTo>
                  <a:pt x="816" y="36"/>
                </a:lnTo>
                <a:lnTo>
                  <a:pt x="817" y="35"/>
                </a:lnTo>
                <a:lnTo>
                  <a:pt x="818" y="35"/>
                </a:lnTo>
                <a:lnTo>
                  <a:pt x="818" y="36"/>
                </a:lnTo>
                <a:lnTo>
                  <a:pt x="819" y="37"/>
                </a:lnTo>
                <a:lnTo>
                  <a:pt x="820" y="37"/>
                </a:lnTo>
                <a:lnTo>
                  <a:pt x="820" y="36"/>
                </a:lnTo>
                <a:lnTo>
                  <a:pt x="820" y="35"/>
                </a:lnTo>
                <a:lnTo>
                  <a:pt x="821" y="35"/>
                </a:lnTo>
                <a:lnTo>
                  <a:pt x="821" y="34"/>
                </a:lnTo>
                <a:lnTo>
                  <a:pt x="822" y="33"/>
                </a:lnTo>
                <a:lnTo>
                  <a:pt x="824" y="32"/>
                </a:lnTo>
                <a:lnTo>
                  <a:pt x="824" y="31"/>
                </a:lnTo>
                <a:lnTo>
                  <a:pt x="824" y="30"/>
                </a:lnTo>
                <a:lnTo>
                  <a:pt x="824" y="29"/>
                </a:lnTo>
                <a:lnTo>
                  <a:pt x="825" y="29"/>
                </a:lnTo>
                <a:lnTo>
                  <a:pt x="826" y="27"/>
                </a:lnTo>
                <a:lnTo>
                  <a:pt x="827" y="25"/>
                </a:lnTo>
                <a:lnTo>
                  <a:pt x="827" y="24"/>
                </a:lnTo>
                <a:lnTo>
                  <a:pt x="826" y="23"/>
                </a:lnTo>
                <a:lnTo>
                  <a:pt x="825" y="23"/>
                </a:lnTo>
                <a:lnTo>
                  <a:pt x="825" y="22"/>
                </a:lnTo>
                <a:lnTo>
                  <a:pt x="825" y="20"/>
                </a:lnTo>
                <a:lnTo>
                  <a:pt x="826" y="20"/>
                </a:lnTo>
                <a:lnTo>
                  <a:pt x="826" y="19"/>
                </a:lnTo>
                <a:lnTo>
                  <a:pt x="826" y="18"/>
                </a:lnTo>
                <a:lnTo>
                  <a:pt x="828" y="18"/>
                </a:lnTo>
                <a:lnTo>
                  <a:pt x="830" y="17"/>
                </a:lnTo>
                <a:lnTo>
                  <a:pt x="831" y="16"/>
                </a:lnTo>
                <a:lnTo>
                  <a:pt x="832" y="14"/>
                </a:lnTo>
                <a:lnTo>
                  <a:pt x="834" y="11"/>
                </a:lnTo>
                <a:lnTo>
                  <a:pt x="834" y="10"/>
                </a:lnTo>
                <a:lnTo>
                  <a:pt x="835" y="10"/>
                </a:lnTo>
                <a:lnTo>
                  <a:pt x="835" y="11"/>
                </a:lnTo>
                <a:lnTo>
                  <a:pt x="835" y="12"/>
                </a:lnTo>
                <a:lnTo>
                  <a:pt x="835" y="13"/>
                </a:lnTo>
                <a:lnTo>
                  <a:pt x="836" y="13"/>
                </a:lnTo>
                <a:lnTo>
                  <a:pt x="837" y="14"/>
                </a:lnTo>
                <a:lnTo>
                  <a:pt x="838" y="14"/>
                </a:lnTo>
                <a:lnTo>
                  <a:pt x="838" y="15"/>
                </a:lnTo>
                <a:lnTo>
                  <a:pt x="839" y="15"/>
                </a:lnTo>
                <a:lnTo>
                  <a:pt x="839" y="14"/>
                </a:lnTo>
                <a:lnTo>
                  <a:pt x="840" y="14"/>
                </a:lnTo>
                <a:lnTo>
                  <a:pt x="841" y="13"/>
                </a:lnTo>
                <a:lnTo>
                  <a:pt x="842" y="13"/>
                </a:lnTo>
                <a:lnTo>
                  <a:pt x="843" y="13"/>
                </a:lnTo>
                <a:lnTo>
                  <a:pt x="844" y="13"/>
                </a:lnTo>
                <a:lnTo>
                  <a:pt x="847" y="15"/>
                </a:lnTo>
                <a:lnTo>
                  <a:pt x="847" y="16"/>
                </a:lnTo>
                <a:lnTo>
                  <a:pt x="848" y="16"/>
                </a:lnTo>
                <a:lnTo>
                  <a:pt x="849" y="16"/>
                </a:lnTo>
                <a:lnTo>
                  <a:pt x="850" y="16"/>
                </a:lnTo>
                <a:lnTo>
                  <a:pt x="850" y="15"/>
                </a:lnTo>
                <a:lnTo>
                  <a:pt x="849" y="15"/>
                </a:lnTo>
                <a:lnTo>
                  <a:pt x="849" y="14"/>
                </a:lnTo>
                <a:lnTo>
                  <a:pt x="850" y="14"/>
                </a:lnTo>
                <a:lnTo>
                  <a:pt x="851" y="12"/>
                </a:lnTo>
                <a:lnTo>
                  <a:pt x="852" y="13"/>
                </a:lnTo>
                <a:lnTo>
                  <a:pt x="852" y="14"/>
                </a:lnTo>
                <a:lnTo>
                  <a:pt x="853" y="15"/>
                </a:lnTo>
                <a:lnTo>
                  <a:pt x="852" y="16"/>
                </a:lnTo>
                <a:lnTo>
                  <a:pt x="852" y="18"/>
                </a:lnTo>
                <a:lnTo>
                  <a:pt x="851" y="18"/>
                </a:lnTo>
                <a:lnTo>
                  <a:pt x="851" y="20"/>
                </a:lnTo>
                <a:lnTo>
                  <a:pt x="852" y="20"/>
                </a:lnTo>
                <a:lnTo>
                  <a:pt x="852" y="21"/>
                </a:lnTo>
                <a:lnTo>
                  <a:pt x="854" y="23"/>
                </a:lnTo>
                <a:lnTo>
                  <a:pt x="855" y="22"/>
                </a:lnTo>
                <a:lnTo>
                  <a:pt x="856" y="20"/>
                </a:lnTo>
                <a:lnTo>
                  <a:pt x="856" y="21"/>
                </a:lnTo>
                <a:lnTo>
                  <a:pt x="859" y="19"/>
                </a:lnTo>
                <a:lnTo>
                  <a:pt x="860" y="20"/>
                </a:lnTo>
                <a:lnTo>
                  <a:pt x="861" y="21"/>
                </a:lnTo>
                <a:lnTo>
                  <a:pt x="862" y="20"/>
                </a:lnTo>
                <a:lnTo>
                  <a:pt x="863" y="21"/>
                </a:lnTo>
                <a:lnTo>
                  <a:pt x="864" y="21"/>
                </a:lnTo>
                <a:lnTo>
                  <a:pt x="865" y="21"/>
                </a:lnTo>
                <a:lnTo>
                  <a:pt x="866" y="20"/>
                </a:lnTo>
                <a:lnTo>
                  <a:pt x="867" y="19"/>
                </a:lnTo>
                <a:lnTo>
                  <a:pt x="868" y="18"/>
                </a:lnTo>
                <a:lnTo>
                  <a:pt x="869" y="19"/>
                </a:lnTo>
                <a:lnTo>
                  <a:pt x="871" y="18"/>
                </a:lnTo>
                <a:lnTo>
                  <a:pt x="873" y="17"/>
                </a:lnTo>
                <a:lnTo>
                  <a:pt x="875" y="17"/>
                </a:lnTo>
                <a:lnTo>
                  <a:pt x="876" y="19"/>
                </a:lnTo>
                <a:lnTo>
                  <a:pt x="876" y="20"/>
                </a:lnTo>
                <a:lnTo>
                  <a:pt x="876" y="21"/>
                </a:lnTo>
                <a:lnTo>
                  <a:pt x="877" y="21"/>
                </a:lnTo>
                <a:lnTo>
                  <a:pt x="877" y="20"/>
                </a:lnTo>
                <a:lnTo>
                  <a:pt x="878" y="17"/>
                </a:lnTo>
                <a:lnTo>
                  <a:pt x="878" y="16"/>
                </a:lnTo>
                <a:lnTo>
                  <a:pt x="878" y="15"/>
                </a:lnTo>
                <a:lnTo>
                  <a:pt x="877" y="13"/>
                </a:lnTo>
                <a:lnTo>
                  <a:pt x="877" y="12"/>
                </a:lnTo>
                <a:lnTo>
                  <a:pt x="876" y="11"/>
                </a:lnTo>
                <a:lnTo>
                  <a:pt x="876" y="10"/>
                </a:lnTo>
                <a:lnTo>
                  <a:pt x="877" y="10"/>
                </a:lnTo>
                <a:lnTo>
                  <a:pt x="878" y="10"/>
                </a:lnTo>
                <a:lnTo>
                  <a:pt x="878" y="9"/>
                </a:lnTo>
                <a:lnTo>
                  <a:pt x="879" y="9"/>
                </a:lnTo>
                <a:lnTo>
                  <a:pt x="879" y="8"/>
                </a:lnTo>
                <a:lnTo>
                  <a:pt x="878" y="8"/>
                </a:lnTo>
                <a:lnTo>
                  <a:pt x="878" y="7"/>
                </a:lnTo>
                <a:lnTo>
                  <a:pt x="878" y="6"/>
                </a:lnTo>
                <a:lnTo>
                  <a:pt x="879" y="5"/>
                </a:lnTo>
                <a:lnTo>
                  <a:pt x="878" y="3"/>
                </a:lnTo>
                <a:lnTo>
                  <a:pt x="878" y="2"/>
                </a:lnTo>
                <a:lnTo>
                  <a:pt x="879" y="2"/>
                </a:lnTo>
                <a:lnTo>
                  <a:pt x="879" y="1"/>
                </a:lnTo>
                <a:lnTo>
                  <a:pt x="880" y="1"/>
                </a:lnTo>
                <a:lnTo>
                  <a:pt x="882" y="0"/>
                </a:lnTo>
                <a:lnTo>
                  <a:pt x="882" y="1"/>
                </a:lnTo>
                <a:lnTo>
                  <a:pt x="883" y="1"/>
                </a:lnTo>
                <a:lnTo>
                  <a:pt x="883" y="2"/>
                </a:lnTo>
                <a:lnTo>
                  <a:pt x="883" y="3"/>
                </a:lnTo>
                <a:lnTo>
                  <a:pt x="884" y="4"/>
                </a:lnTo>
                <a:lnTo>
                  <a:pt x="885" y="4"/>
                </a:lnTo>
                <a:lnTo>
                  <a:pt x="886" y="4"/>
                </a:lnTo>
                <a:lnTo>
                  <a:pt x="886" y="5"/>
                </a:lnTo>
                <a:lnTo>
                  <a:pt x="886" y="6"/>
                </a:lnTo>
                <a:lnTo>
                  <a:pt x="886" y="7"/>
                </a:lnTo>
                <a:lnTo>
                  <a:pt x="887" y="7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2384280" y="63957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2"/>
                </a:move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2385360" y="63950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2383920" y="62971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2400840" y="62618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2432160" y="61880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2424240" y="61542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2596320" y="59252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7F7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2596320" y="59252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noFill/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2594160" y="59256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2592000" y="59256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2597400" y="5923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2591280" y="5920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2289240" y="5923080"/>
            <a:ext cx="3240" cy="3600"/>
          </a:xfrm>
          <a:custGeom>
            <a:avLst/>
            <a:gdLst/>
            <a:ahLst/>
            <a:rect l="0" t="0" r="r" b="b"/>
            <a:pathLst>
              <a:path w="9" h="10">
                <a:moveTo>
                  <a:pt x="4" y="8"/>
                </a:moveTo>
                <a:lnTo>
                  <a:pt x="2" y="10"/>
                </a:lnTo>
                <a:lnTo>
                  <a:pt x="1" y="10"/>
                </a:lnTo>
                <a:lnTo>
                  <a:pt x="0" y="7"/>
                </a:lnTo>
                <a:lnTo>
                  <a:pt x="0" y="6"/>
                </a:lnTo>
                <a:lnTo>
                  <a:pt x="1" y="5"/>
                </a:lnTo>
                <a:lnTo>
                  <a:pt x="3" y="3"/>
                </a:lnTo>
                <a:lnTo>
                  <a:pt x="6" y="2"/>
                </a:lnTo>
                <a:lnTo>
                  <a:pt x="8" y="0"/>
                </a:lnTo>
                <a:lnTo>
                  <a:pt x="9" y="2"/>
                </a:lnTo>
                <a:lnTo>
                  <a:pt x="9" y="4"/>
                </a:lnTo>
                <a:lnTo>
                  <a:pt x="8" y="6"/>
                </a:lnTo>
                <a:lnTo>
                  <a:pt x="4" y="8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2234160" y="5923800"/>
            <a:ext cx="2520" cy="2160"/>
          </a:xfrm>
          <a:custGeom>
            <a:avLst/>
            <a:gdLst/>
            <a:ahLst/>
            <a:rect l="0" t="0" r="r" b="b"/>
            <a:pathLst>
              <a:path w="7" h="6">
                <a:moveTo>
                  <a:pt x="4" y="6"/>
                </a:moveTo>
                <a:lnTo>
                  <a:pt x="1" y="6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3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7" y="2"/>
                </a:lnTo>
                <a:lnTo>
                  <a:pt x="6" y="4"/>
                </a:lnTo>
                <a:lnTo>
                  <a:pt x="5" y="5"/>
                </a:lnTo>
                <a:lnTo>
                  <a:pt x="4" y="6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2301120" y="5904720"/>
            <a:ext cx="9360" cy="4320"/>
          </a:xfrm>
          <a:custGeom>
            <a:avLst/>
            <a:gdLst/>
            <a:ahLst/>
            <a:rect l="0" t="0" r="r" b="b"/>
            <a:pathLst>
              <a:path w="26" h="12">
                <a:moveTo>
                  <a:pt x="23" y="0"/>
                </a:moveTo>
                <a:lnTo>
                  <a:pt x="24" y="1"/>
                </a:lnTo>
                <a:lnTo>
                  <a:pt x="25" y="0"/>
                </a:lnTo>
                <a:lnTo>
                  <a:pt x="25" y="2"/>
                </a:lnTo>
                <a:lnTo>
                  <a:pt x="26" y="3"/>
                </a:lnTo>
                <a:lnTo>
                  <a:pt x="26" y="4"/>
                </a:lnTo>
                <a:lnTo>
                  <a:pt x="25" y="6"/>
                </a:lnTo>
                <a:lnTo>
                  <a:pt x="24" y="8"/>
                </a:lnTo>
                <a:lnTo>
                  <a:pt x="23" y="9"/>
                </a:lnTo>
                <a:lnTo>
                  <a:pt x="22" y="9"/>
                </a:lnTo>
                <a:lnTo>
                  <a:pt x="20" y="10"/>
                </a:lnTo>
                <a:lnTo>
                  <a:pt x="13" y="11"/>
                </a:lnTo>
                <a:lnTo>
                  <a:pt x="6" y="12"/>
                </a:lnTo>
                <a:lnTo>
                  <a:pt x="0" y="12"/>
                </a:lnTo>
                <a:lnTo>
                  <a:pt x="0" y="10"/>
                </a:lnTo>
                <a:lnTo>
                  <a:pt x="0" y="9"/>
                </a:lnTo>
                <a:lnTo>
                  <a:pt x="1" y="7"/>
                </a:lnTo>
                <a:lnTo>
                  <a:pt x="2" y="6"/>
                </a:lnTo>
                <a:lnTo>
                  <a:pt x="3" y="6"/>
                </a:lnTo>
                <a:lnTo>
                  <a:pt x="5" y="6"/>
                </a:lnTo>
                <a:lnTo>
                  <a:pt x="6" y="6"/>
                </a:lnTo>
                <a:lnTo>
                  <a:pt x="13" y="3"/>
                </a:lnTo>
                <a:lnTo>
                  <a:pt x="14" y="2"/>
                </a:lnTo>
                <a:lnTo>
                  <a:pt x="15" y="2"/>
                </a:lnTo>
                <a:lnTo>
                  <a:pt x="17" y="1"/>
                </a:lnTo>
                <a:lnTo>
                  <a:pt x="19" y="1"/>
                </a:lnTo>
                <a:lnTo>
                  <a:pt x="20" y="1"/>
                </a:lnTo>
                <a:lnTo>
                  <a:pt x="22" y="0"/>
                </a:lnTo>
                <a:lnTo>
                  <a:pt x="2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2263680" y="5907600"/>
            <a:ext cx="4320" cy="2880"/>
          </a:xfrm>
          <a:custGeom>
            <a:avLst/>
            <a:gdLst/>
            <a:ahLst/>
            <a:rect l="0" t="0" r="r" b="b"/>
            <a:pathLst>
              <a:path w="12" h="8">
                <a:moveTo>
                  <a:pt x="6" y="8"/>
                </a:moveTo>
                <a:lnTo>
                  <a:pt x="4" y="8"/>
                </a:lnTo>
                <a:lnTo>
                  <a:pt x="3" y="8"/>
                </a:lnTo>
                <a:lnTo>
                  <a:pt x="2" y="7"/>
                </a:lnTo>
                <a:lnTo>
                  <a:pt x="1" y="6"/>
                </a:lnTo>
                <a:lnTo>
                  <a:pt x="0" y="6"/>
                </a:lnTo>
                <a:lnTo>
                  <a:pt x="0" y="4"/>
                </a:lnTo>
                <a:lnTo>
                  <a:pt x="1" y="2"/>
                </a:lnTo>
                <a:lnTo>
                  <a:pt x="4" y="2"/>
                </a:lnTo>
                <a:lnTo>
                  <a:pt x="6" y="1"/>
                </a:lnTo>
                <a:lnTo>
                  <a:pt x="9" y="0"/>
                </a:lnTo>
                <a:lnTo>
                  <a:pt x="11" y="0"/>
                </a:lnTo>
                <a:lnTo>
                  <a:pt x="12" y="0"/>
                </a:lnTo>
                <a:lnTo>
                  <a:pt x="12" y="1"/>
                </a:lnTo>
                <a:lnTo>
                  <a:pt x="12" y="2"/>
                </a:lnTo>
                <a:lnTo>
                  <a:pt x="12" y="4"/>
                </a:lnTo>
                <a:lnTo>
                  <a:pt x="11" y="5"/>
                </a:lnTo>
                <a:lnTo>
                  <a:pt x="8" y="7"/>
                </a:lnTo>
                <a:lnTo>
                  <a:pt x="6" y="8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2260440" y="59007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4"/>
                </a:moveTo>
                <a:lnTo>
                  <a:pt x="3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2252880" y="5898240"/>
            <a:ext cx="7920" cy="6480"/>
          </a:xfrm>
          <a:custGeom>
            <a:avLst/>
            <a:gdLst/>
            <a:ahLst/>
            <a:rect l="0" t="0" r="r" b="b"/>
            <a:pathLst>
              <a:path w="22" h="18">
                <a:moveTo>
                  <a:pt x="18" y="0"/>
                </a:moveTo>
                <a:lnTo>
                  <a:pt x="18" y="1"/>
                </a:lnTo>
                <a:lnTo>
                  <a:pt x="17" y="2"/>
                </a:lnTo>
                <a:lnTo>
                  <a:pt x="15" y="4"/>
                </a:lnTo>
                <a:lnTo>
                  <a:pt x="13" y="4"/>
                </a:lnTo>
                <a:lnTo>
                  <a:pt x="9" y="7"/>
                </a:lnTo>
                <a:lnTo>
                  <a:pt x="7" y="10"/>
                </a:lnTo>
                <a:lnTo>
                  <a:pt x="5" y="11"/>
                </a:lnTo>
                <a:lnTo>
                  <a:pt x="5" y="12"/>
                </a:lnTo>
                <a:lnTo>
                  <a:pt x="6" y="14"/>
                </a:lnTo>
                <a:lnTo>
                  <a:pt x="8" y="14"/>
                </a:lnTo>
                <a:lnTo>
                  <a:pt x="9" y="14"/>
                </a:lnTo>
                <a:lnTo>
                  <a:pt x="10" y="13"/>
                </a:lnTo>
                <a:lnTo>
                  <a:pt x="13" y="11"/>
                </a:lnTo>
                <a:lnTo>
                  <a:pt x="14" y="10"/>
                </a:lnTo>
                <a:lnTo>
                  <a:pt x="16" y="9"/>
                </a:lnTo>
                <a:lnTo>
                  <a:pt x="20" y="9"/>
                </a:lnTo>
                <a:lnTo>
                  <a:pt x="21" y="7"/>
                </a:lnTo>
                <a:lnTo>
                  <a:pt x="21" y="9"/>
                </a:lnTo>
                <a:lnTo>
                  <a:pt x="22" y="10"/>
                </a:lnTo>
                <a:lnTo>
                  <a:pt x="21" y="10"/>
                </a:lnTo>
                <a:lnTo>
                  <a:pt x="20" y="11"/>
                </a:lnTo>
                <a:lnTo>
                  <a:pt x="17" y="12"/>
                </a:lnTo>
                <a:lnTo>
                  <a:pt x="15" y="13"/>
                </a:lnTo>
                <a:lnTo>
                  <a:pt x="14" y="14"/>
                </a:lnTo>
                <a:lnTo>
                  <a:pt x="10" y="15"/>
                </a:lnTo>
                <a:lnTo>
                  <a:pt x="9" y="16"/>
                </a:lnTo>
                <a:lnTo>
                  <a:pt x="7" y="17"/>
                </a:lnTo>
                <a:lnTo>
                  <a:pt x="4" y="18"/>
                </a:lnTo>
                <a:lnTo>
                  <a:pt x="2" y="17"/>
                </a:lnTo>
                <a:lnTo>
                  <a:pt x="1" y="17"/>
                </a:lnTo>
                <a:lnTo>
                  <a:pt x="0" y="15"/>
                </a:lnTo>
                <a:lnTo>
                  <a:pt x="1" y="12"/>
                </a:lnTo>
                <a:lnTo>
                  <a:pt x="2" y="10"/>
                </a:lnTo>
                <a:lnTo>
                  <a:pt x="7" y="5"/>
                </a:lnTo>
                <a:lnTo>
                  <a:pt x="13" y="1"/>
                </a:lnTo>
                <a:lnTo>
                  <a:pt x="14" y="1"/>
                </a:lnTo>
                <a:lnTo>
                  <a:pt x="15" y="1"/>
                </a:lnTo>
                <a:lnTo>
                  <a:pt x="16" y="1"/>
                </a:lnTo>
                <a:lnTo>
                  <a:pt x="18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2259000" y="5897160"/>
            <a:ext cx="7920" cy="4680"/>
          </a:xfrm>
          <a:custGeom>
            <a:avLst/>
            <a:gdLst/>
            <a:ahLst/>
            <a:rect l="0" t="0" r="r" b="b"/>
            <a:pathLst>
              <a:path w="22" h="13">
                <a:moveTo>
                  <a:pt x="21" y="2"/>
                </a:moveTo>
                <a:lnTo>
                  <a:pt x="22" y="4"/>
                </a:lnTo>
                <a:lnTo>
                  <a:pt x="22" y="6"/>
                </a:lnTo>
                <a:lnTo>
                  <a:pt x="21" y="8"/>
                </a:lnTo>
                <a:lnTo>
                  <a:pt x="19" y="11"/>
                </a:lnTo>
                <a:lnTo>
                  <a:pt x="16" y="13"/>
                </a:lnTo>
                <a:lnTo>
                  <a:pt x="13" y="13"/>
                </a:lnTo>
                <a:lnTo>
                  <a:pt x="11" y="13"/>
                </a:lnTo>
                <a:lnTo>
                  <a:pt x="10" y="13"/>
                </a:lnTo>
                <a:lnTo>
                  <a:pt x="8" y="13"/>
                </a:lnTo>
                <a:lnTo>
                  <a:pt x="8" y="12"/>
                </a:lnTo>
                <a:lnTo>
                  <a:pt x="9" y="12"/>
                </a:lnTo>
                <a:lnTo>
                  <a:pt x="12" y="11"/>
                </a:lnTo>
                <a:lnTo>
                  <a:pt x="16" y="10"/>
                </a:lnTo>
                <a:lnTo>
                  <a:pt x="17" y="9"/>
                </a:lnTo>
                <a:lnTo>
                  <a:pt x="18" y="8"/>
                </a:lnTo>
                <a:lnTo>
                  <a:pt x="18" y="7"/>
                </a:lnTo>
                <a:lnTo>
                  <a:pt x="18" y="6"/>
                </a:lnTo>
                <a:lnTo>
                  <a:pt x="17" y="4"/>
                </a:lnTo>
                <a:lnTo>
                  <a:pt x="16" y="4"/>
                </a:lnTo>
                <a:lnTo>
                  <a:pt x="14" y="3"/>
                </a:lnTo>
                <a:lnTo>
                  <a:pt x="12" y="3"/>
                </a:lnTo>
                <a:lnTo>
                  <a:pt x="12" y="4"/>
                </a:lnTo>
                <a:lnTo>
                  <a:pt x="10" y="4"/>
                </a:lnTo>
                <a:lnTo>
                  <a:pt x="8" y="4"/>
                </a:lnTo>
                <a:lnTo>
                  <a:pt x="5" y="6"/>
                </a:lnTo>
                <a:lnTo>
                  <a:pt x="3" y="6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3" y="3"/>
                </a:lnTo>
                <a:lnTo>
                  <a:pt x="5" y="3"/>
                </a:lnTo>
                <a:lnTo>
                  <a:pt x="7" y="3"/>
                </a:lnTo>
                <a:lnTo>
                  <a:pt x="9" y="2"/>
                </a:lnTo>
                <a:lnTo>
                  <a:pt x="11" y="1"/>
                </a:lnTo>
                <a:lnTo>
                  <a:pt x="16" y="0"/>
                </a:lnTo>
                <a:lnTo>
                  <a:pt x="17" y="0"/>
                </a:lnTo>
                <a:lnTo>
                  <a:pt x="18" y="0"/>
                </a:lnTo>
                <a:lnTo>
                  <a:pt x="19" y="1"/>
                </a:lnTo>
                <a:lnTo>
                  <a:pt x="21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2296440" y="5892120"/>
            <a:ext cx="9000" cy="3600"/>
          </a:xfrm>
          <a:custGeom>
            <a:avLst/>
            <a:gdLst/>
            <a:ahLst/>
            <a:rect l="0" t="0" r="r" b="b"/>
            <a:pathLst>
              <a:path w="25" h="10">
                <a:moveTo>
                  <a:pt x="25" y="4"/>
                </a:moveTo>
                <a:lnTo>
                  <a:pt x="24" y="5"/>
                </a:lnTo>
                <a:lnTo>
                  <a:pt x="18" y="5"/>
                </a:lnTo>
                <a:lnTo>
                  <a:pt x="15" y="5"/>
                </a:lnTo>
                <a:lnTo>
                  <a:pt x="13" y="6"/>
                </a:lnTo>
                <a:lnTo>
                  <a:pt x="11" y="7"/>
                </a:lnTo>
                <a:lnTo>
                  <a:pt x="9" y="8"/>
                </a:lnTo>
                <a:lnTo>
                  <a:pt x="7" y="10"/>
                </a:lnTo>
                <a:lnTo>
                  <a:pt x="6" y="10"/>
                </a:lnTo>
                <a:lnTo>
                  <a:pt x="3" y="10"/>
                </a:lnTo>
                <a:lnTo>
                  <a:pt x="1" y="10"/>
                </a:lnTo>
                <a:lnTo>
                  <a:pt x="0" y="10"/>
                </a:lnTo>
                <a:lnTo>
                  <a:pt x="0" y="8"/>
                </a:lnTo>
                <a:lnTo>
                  <a:pt x="1" y="6"/>
                </a:lnTo>
                <a:lnTo>
                  <a:pt x="3" y="5"/>
                </a:lnTo>
                <a:lnTo>
                  <a:pt x="5" y="5"/>
                </a:lnTo>
                <a:lnTo>
                  <a:pt x="8" y="3"/>
                </a:lnTo>
                <a:lnTo>
                  <a:pt x="12" y="2"/>
                </a:lnTo>
                <a:lnTo>
                  <a:pt x="16" y="2"/>
                </a:lnTo>
                <a:lnTo>
                  <a:pt x="19" y="1"/>
                </a:lnTo>
                <a:lnTo>
                  <a:pt x="20" y="0"/>
                </a:lnTo>
                <a:lnTo>
                  <a:pt x="22" y="0"/>
                </a:lnTo>
                <a:lnTo>
                  <a:pt x="23" y="0"/>
                </a:lnTo>
                <a:lnTo>
                  <a:pt x="24" y="1"/>
                </a:lnTo>
                <a:lnTo>
                  <a:pt x="25" y="3"/>
                </a:lnTo>
                <a:lnTo>
                  <a:pt x="25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2274480" y="5891760"/>
            <a:ext cx="6120" cy="3240"/>
          </a:xfrm>
          <a:custGeom>
            <a:avLst/>
            <a:gdLst/>
            <a:ahLst/>
            <a:rect l="0" t="0" r="r" b="b"/>
            <a:pathLst>
              <a:path w="17" h="9">
                <a:moveTo>
                  <a:pt x="7" y="9"/>
                </a:moveTo>
                <a:lnTo>
                  <a:pt x="4" y="9"/>
                </a:lnTo>
                <a:lnTo>
                  <a:pt x="3" y="9"/>
                </a:lnTo>
                <a:lnTo>
                  <a:pt x="2" y="9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0" y="5"/>
                </a:lnTo>
                <a:lnTo>
                  <a:pt x="1" y="4"/>
                </a:lnTo>
                <a:lnTo>
                  <a:pt x="2" y="3"/>
                </a:lnTo>
                <a:lnTo>
                  <a:pt x="3" y="3"/>
                </a:lnTo>
                <a:lnTo>
                  <a:pt x="4" y="2"/>
                </a:lnTo>
                <a:lnTo>
                  <a:pt x="6" y="2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2" y="0"/>
                </a:lnTo>
                <a:lnTo>
                  <a:pt x="13" y="0"/>
                </a:lnTo>
                <a:lnTo>
                  <a:pt x="13" y="1"/>
                </a:lnTo>
                <a:lnTo>
                  <a:pt x="14" y="1"/>
                </a:lnTo>
                <a:lnTo>
                  <a:pt x="16" y="1"/>
                </a:lnTo>
                <a:lnTo>
                  <a:pt x="16" y="2"/>
                </a:lnTo>
                <a:lnTo>
                  <a:pt x="17" y="3"/>
                </a:lnTo>
                <a:lnTo>
                  <a:pt x="17" y="4"/>
                </a:lnTo>
                <a:lnTo>
                  <a:pt x="16" y="5"/>
                </a:lnTo>
                <a:lnTo>
                  <a:pt x="15" y="7"/>
                </a:lnTo>
                <a:lnTo>
                  <a:pt x="14" y="8"/>
                </a:lnTo>
                <a:lnTo>
                  <a:pt x="13" y="8"/>
                </a:lnTo>
                <a:lnTo>
                  <a:pt x="11" y="8"/>
                </a:lnTo>
                <a:lnTo>
                  <a:pt x="9" y="9"/>
                </a:lnTo>
                <a:lnTo>
                  <a:pt x="8" y="9"/>
                </a:lnTo>
                <a:lnTo>
                  <a:pt x="7" y="9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2311920" y="588924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6" y="5"/>
                </a:moveTo>
                <a:lnTo>
                  <a:pt x="3" y="6"/>
                </a:lnTo>
                <a:lnTo>
                  <a:pt x="1" y="6"/>
                </a:lnTo>
                <a:lnTo>
                  <a:pt x="0" y="5"/>
                </a:lnTo>
                <a:lnTo>
                  <a:pt x="0" y="3"/>
                </a:lnTo>
                <a:lnTo>
                  <a:pt x="1" y="0"/>
                </a:lnTo>
                <a:lnTo>
                  <a:pt x="2" y="0"/>
                </a:lnTo>
                <a:lnTo>
                  <a:pt x="5" y="0"/>
                </a:lnTo>
                <a:lnTo>
                  <a:pt x="6" y="2"/>
                </a:lnTo>
                <a:lnTo>
                  <a:pt x="6" y="5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2527920" y="5867280"/>
            <a:ext cx="3600" cy="4320"/>
          </a:xfrm>
          <a:custGeom>
            <a:avLst/>
            <a:gdLst/>
            <a:ahLst/>
            <a:rect l="0" t="0" r="r" b="b"/>
            <a:pathLst>
              <a:path w="10" h="12">
                <a:moveTo>
                  <a:pt x="8" y="11"/>
                </a:moveTo>
                <a:lnTo>
                  <a:pt x="4" y="12"/>
                </a:lnTo>
                <a:lnTo>
                  <a:pt x="1" y="9"/>
                </a:lnTo>
                <a:lnTo>
                  <a:pt x="0" y="7"/>
                </a:lnTo>
                <a:lnTo>
                  <a:pt x="1" y="4"/>
                </a:lnTo>
                <a:lnTo>
                  <a:pt x="2" y="2"/>
                </a:lnTo>
                <a:lnTo>
                  <a:pt x="4" y="0"/>
                </a:lnTo>
                <a:lnTo>
                  <a:pt x="8" y="1"/>
                </a:lnTo>
                <a:lnTo>
                  <a:pt x="10" y="3"/>
                </a:lnTo>
                <a:lnTo>
                  <a:pt x="10" y="6"/>
                </a:lnTo>
                <a:lnTo>
                  <a:pt x="9" y="8"/>
                </a:lnTo>
                <a:lnTo>
                  <a:pt x="8" y="1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2310120" y="5886000"/>
            <a:ext cx="2880" cy="2520"/>
          </a:xfrm>
          <a:custGeom>
            <a:avLst/>
            <a:gdLst/>
            <a:ahLst/>
            <a:rect l="0" t="0" r="r" b="b"/>
            <a:pathLst>
              <a:path w="8" h="7">
                <a:moveTo>
                  <a:pt x="6" y="6"/>
                </a:moveTo>
                <a:lnTo>
                  <a:pt x="5" y="7"/>
                </a:lnTo>
                <a:lnTo>
                  <a:pt x="3" y="7"/>
                </a:lnTo>
                <a:lnTo>
                  <a:pt x="2" y="7"/>
                </a:lnTo>
                <a:lnTo>
                  <a:pt x="2" y="6"/>
                </a:lnTo>
                <a:lnTo>
                  <a:pt x="0" y="4"/>
                </a:lnTo>
                <a:lnTo>
                  <a:pt x="2" y="1"/>
                </a:lnTo>
                <a:lnTo>
                  <a:pt x="3" y="0"/>
                </a:lnTo>
                <a:lnTo>
                  <a:pt x="5" y="0"/>
                </a:lnTo>
                <a:lnTo>
                  <a:pt x="6" y="1"/>
                </a:lnTo>
                <a:lnTo>
                  <a:pt x="8" y="4"/>
                </a:lnTo>
                <a:lnTo>
                  <a:pt x="6" y="6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2259000" y="588816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2" y="0"/>
                </a:move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4" y="4"/>
                </a:lnTo>
                <a:lnTo>
                  <a:pt x="2" y="4"/>
                </a:lnTo>
                <a:lnTo>
                  <a:pt x="1" y="2"/>
                </a:lnTo>
                <a:lnTo>
                  <a:pt x="0" y="2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2248200" y="5888520"/>
            <a:ext cx="3600" cy="1800"/>
          </a:xfrm>
          <a:custGeom>
            <a:avLst/>
            <a:gdLst/>
            <a:ahLst/>
            <a:rect l="0" t="0" r="r" b="b"/>
            <a:pathLst>
              <a:path w="10" h="5">
                <a:moveTo>
                  <a:pt x="9" y="3"/>
                </a:moveTo>
                <a:lnTo>
                  <a:pt x="9" y="5"/>
                </a:lnTo>
                <a:lnTo>
                  <a:pt x="8" y="5"/>
                </a:lnTo>
                <a:lnTo>
                  <a:pt x="6" y="5"/>
                </a:lnTo>
                <a:lnTo>
                  <a:pt x="5" y="4"/>
                </a:lnTo>
                <a:lnTo>
                  <a:pt x="3" y="4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2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8" y="0"/>
                </a:lnTo>
                <a:lnTo>
                  <a:pt x="9" y="0"/>
                </a:lnTo>
                <a:lnTo>
                  <a:pt x="9" y="2"/>
                </a:lnTo>
                <a:lnTo>
                  <a:pt x="10" y="2"/>
                </a:lnTo>
                <a:lnTo>
                  <a:pt x="10" y="3"/>
                </a:lnTo>
                <a:lnTo>
                  <a:pt x="9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2252520" y="588672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6" y="8"/>
                </a:moveTo>
                <a:lnTo>
                  <a:pt x="5" y="8"/>
                </a:lnTo>
                <a:lnTo>
                  <a:pt x="3" y="8"/>
                </a:lnTo>
                <a:lnTo>
                  <a:pt x="2" y="8"/>
                </a:lnTo>
                <a:lnTo>
                  <a:pt x="1" y="8"/>
                </a:lnTo>
                <a:lnTo>
                  <a:pt x="1" y="7"/>
                </a:lnTo>
                <a:lnTo>
                  <a:pt x="0" y="6"/>
                </a:lnTo>
                <a:lnTo>
                  <a:pt x="0" y="5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lnTo>
                  <a:pt x="5" y="2"/>
                </a:lnTo>
                <a:lnTo>
                  <a:pt x="6" y="2"/>
                </a:lnTo>
                <a:lnTo>
                  <a:pt x="6" y="5"/>
                </a:lnTo>
                <a:lnTo>
                  <a:pt x="7" y="6"/>
                </a:lnTo>
                <a:lnTo>
                  <a:pt x="7" y="7"/>
                </a:lnTo>
                <a:lnTo>
                  <a:pt x="7" y="8"/>
                </a:lnTo>
                <a:lnTo>
                  <a:pt x="6" y="8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2252880" y="58860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2301840" y="5880600"/>
            <a:ext cx="5040" cy="4320"/>
          </a:xfrm>
          <a:custGeom>
            <a:avLst/>
            <a:gdLst/>
            <a:ahLst/>
            <a:rect l="0" t="0" r="r" b="b"/>
            <a:pathLst>
              <a:path w="14" h="12">
                <a:moveTo>
                  <a:pt x="2" y="12"/>
                </a:moveTo>
                <a:lnTo>
                  <a:pt x="1" y="11"/>
                </a:lnTo>
                <a:lnTo>
                  <a:pt x="0" y="11"/>
                </a:lnTo>
                <a:lnTo>
                  <a:pt x="0" y="9"/>
                </a:lnTo>
                <a:lnTo>
                  <a:pt x="1" y="8"/>
                </a:lnTo>
                <a:lnTo>
                  <a:pt x="2" y="7"/>
                </a:lnTo>
                <a:lnTo>
                  <a:pt x="4" y="5"/>
                </a:lnTo>
                <a:lnTo>
                  <a:pt x="6" y="4"/>
                </a:lnTo>
                <a:lnTo>
                  <a:pt x="11" y="1"/>
                </a:lnTo>
                <a:lnTo>
                  <a:pt x="13" y="0"/>
                </a:lnTo>
                <a:lnTo>
                  <a:pt x="14" y="0"/>
                </a:lnTo>
                <a:lnTo>
                  <a:pt x="14" y="1"/>
                </a:lnTo>
                <a:lnTo>
                  <a:pt x="13" y="3"/>
                </a:lnTo>
                <a:lnTo>
                  <a:pt x="12" y="4"/>
                </a:lnTo>
                <a:lnTo>
                  <a:pt x="10" y="7"/>
                </a:lnTo>
                <a:lnTo>
                  <a:pt x="7" y="7"/>
                </a:lnTo>
                <a:lnTo>
                  <a:pt x="6" y="8"/>
                </a:lnTo>
                <a:lnTo>
                  <a:pt x="4" y="9"/>
                </a:lnTo>
                <a:lnTo>
                  <a:pt x="2" y="1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2260080" y="58834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2253600" y="588348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2" y="4"/>
                </a:move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2" y="1"/>
                </a:lnTo>
                <a:lnTo>
                  <a:pt x="4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5" y="2"/>
                </a:lnTo>
                <a:lnTo>
                  <a:pt x="4" y="2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2259720" y="588312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2261160" y="5883120"/>
            <a:ext cx="2880" cy="5400"/>
          </a:xfrm>
          <a:custGeom>
            <a:avLst/>
            <a:gdLst/>
            <a:ahLst/>
            <a:rect l="0" t="0" r="r" b="b"/>
            <a:pathLst>
              <a:path w="8" h="15">
                <a:moveTo>
                  <a:pt x="3" y="14"/>
                </a:moveTo>
                <a:lnTo>
                  <a:pt x="1" y="15"/>
                </a:lnTo>
                <a:lnTo>
                  <a:pt x="1" y="13"/>
                </a:lnTo>
                <a:lnTo>
                  <a:pt x="1" y="12"/>
                </a:lnTo>
                <a:lnTo>
                  <a:pt x="3" y="11"/>
                </a:lnTo>
                <a:lnTo>
                  <a:pt x="4" y="11"/>
                </a:lnTo>
                <a:lnTo>
                  <a:pt x="5" y="9"/>
                </a:lnTo>
                <a:lnTo>
                  <a:pt x="5" y="8"/>
                </a:lnTo>
                <a:lnTo>
                  <a:pt x="5" y="6"/>
                </a:lnTo>
                <a:lnTo>
                  <a:pt x="4" y="5"/>
                </a:lnTo>
                <a:lnTo>
                  <a:pt x="3" y="4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4" y="0"/>
                </a:lnTo>
                <a:lnTo>
                  <a:pt x="5" y="1"/>
                </a:lnTo>
                <a:lnTo>
                  <a:pt x="6" y="2"/>
                </a:lnTo>
                <a:lnTo>
                  <a:pt x="7" y="4"/>
                </a:lnTo>
                <a:lnTo>
                  <a:pt x="8" y="5"/>
                </a:lnTo>
                <a:lnTo>
                  <a:pt x="8" y="6"/>
                </a:lnTo>
                <a:lnTo>
                  <a:pt x="8" y="8"/>
                </a:lnTo>
                <a:lnTo>
                  <a:pt x="7" y="10"/>
                </a:lnTo>
                <a:lnTo>
                  <a:pt x="6" y="12"/>
                </a:lnTo>
                <a:lnTo>
                  <a:pt x="5" y="13"/>
                </a:lnTo>
                <a:lnTo>
                  <a:pt x="4" y="14"/>
                </a:lnTo>
                <a:lnTo>
                  <a:pt x="3" y="1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2258280" y="588240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440" rIns="14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2309040" y="58784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2256480" y="588168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3" y="5"/>
                </a:move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1"/>
                </a:lnTo>
                <a:lnTo>
                  <a:pt x="3" y="1"/>
                </a:lnTo>
                <a:lnTo>
                  <a:pt x="4" y="0"/>
                </a:lnTo>
                <a:lnTo>
                  <a:pt x="5" y="1"/>
                </a:lnTo>
                <a:lnTo>
                  <a:pt x="5" y="3"/>
                </a:lnTo>
                <a:lnTo>
                  <a:pt x="4" y="3"/>
                </a:lnTo>
                <a:lnTo>
                  <a:pt x="3" y="4"/>
                </a:lnTo>
                <a:lnTo>
                  <a:pt x="3" y="5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2258280" y="5880600"/>
            <a:ext cx="2880" cy="2520"/>
          </a:xfrm>
          <a:custGeom>
            <a:avLst/>
            <a:gdLst/>
            <a:ahLst/>
            <a:rect l="0" t="0" r="r" b="b"/>
            <a:pathLst>
              <a:path w="8" h="7">
                <a:moveTo>
                  <a:pt x="7" y="6"/>
                </a:moveTo>
                <a:lnTo>
                  <a:pt x="7" y="7"/>
                </a:lnTo>
                <a:lnTo>
                  <a:pt x="5" y="7"/>
                </a:lnTo>
                <a:lnTo>
                  <a:pt x="5" y="6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3" y="0"/>
                </a:lnTo>
                <a:lnTo>
                  <a:pt x="4" y="1"/>
                </a:lnTo>
                <a:lnTo>
                  <a:pt x="5" y="1"/>
                </a:lnTo>
                <a:lnTo>
                  <a:pt x="7" y="2"/>
                </a:lnTo>
                <a:lnTo>
                  <a:pt x="7" y="5"/>
                </a:lnTo>
                <a:lnTo>
                  <a:pt x="8" y="6"/>
                </a:lnTo>
                <a:lnTo>
                  <a:pt x="7" y="6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2313360" y="587232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5" y="6"/>
                </a:moveTo>
                <a:lnTo>
                  <a:pt x="3" y="6"/>
                </a:lnTo>
                <a:lnTo>
                  <a:pt x="2" y="6"/>
                </a:lnTo>
                <a:lnTo>
                  <a:pt x="1" y="6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2" y="0"/>
                </a:lnTo>
                <a:lnTo>
                  <a:pt x="3" y="2"/>
                </a:lnTo>
                <a:lnTo>
                  <a:pt x="5" y="3"/>
                </a:lnTo>
                <a:lnTo>
                  <a:pt x="5" y="4"/>
                </a:lnTo>
                <a:lnTo>
                  <a:pt x="5" y="6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2320920" y="586620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3" y="6"/>
                </a:move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  <a:lnTo>
                  <a:pt x="0" y="2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6" y="4"/>
                </a:lnTo>
                <a:lnTo>
                  <a:pt x="5" y="5"/>
                </a:lnTo>
                <a:lnTo>
                  <a:pt x="3" y="6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2284920" y="5868360"/>
            <a:ext cx="3960" cy="2520"/>
          </a:xfrm>
          <a:custGeom>
            <a:avLst/>
            <a:gdLst/>
            <a:ahLst/>
            <a:rect l="0" t="0" r="r" b="b"/>
            <a:pathLst>
              <a:path w="11" h="7">
                <a:moveTo>
                  <a:pt x="9" y="7"/>
                </a:moveTo>
                <a:lnTo>
                  <a:pt x="8" y="7"/>
                </a:lnTo>
                <a:lnTo>
                  <a:pt x="7" y="7"/>
                </a:lnTo>
                <a:lnTo>
                  <a:pt x="6" y="7"/>
                </a:lnTo>
                <a:lnTo>
                  <a:pt x="5" y="6"/>
                </a:lnTo>
                <a:lnTo>
                  <a:pt x="1" y="3"/>
                </a:lnTo>
                <a:lnTo>
                  <a:pt x="0" y="2"/>
                </a:lnTo>
                <a:lnTo>
                  <a:pt x="1" y="0"/>
                </a:lnTo>
                <a:lnTo>
                  <a:pt x="4" y="0"/>
                </a:lnTo>
                <a:lnTo>
                  <a:pt x="8" y="1"/>
                </a:lnTo>
                <a:lnTo>
                  <a:pt x="10" y="2"/>
                </a:lnTo>
                <a:lnTo>
                  <a:pt x="11" y="3"/>
                </a:lnTo>
                <a:lnTo>
                  <a:pt x="10" y="6"/>
                </a:lnTo>
                <a:lnTo>
                  <a:pt x="9" y="7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2291760" y="586512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4" y="1"/>
                </a:moveTo>
                <a:lnTo>
                  <a:pt x="4" y="2"/>
                </a:lnTo>
                <a:lnTo>
                  <a:pt x="5" y="1"/>
                </a:lnTo>
                <a:lnTo>
                  <a:pt x="4" y="2"/>
                </a:lnTo>
                <a:lnTo>
                  <a:pt x="4" y="4"/>
                </a:lnTo>
                <a:lnTo>
                  <a:pt x="3" y="5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1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2289600" y="5858640"/>
            <a:ext cx="3600" cy="3600"/>
          </a:xfrm>
          <a:custGeom>
            <a:avLst/>
            <a:gdLst/>
            <a:ahLst/>
            <a:rect l="0" t="0" r="r" b="b"/>
            <a:pathLst>
              <a:path w="10" h="10">
                <a:moveTo>
                  <a:pt x="9" y="10"/>
                </a:moveTo>
                <a:lnTo>
                  <a:pt x="7" y="10"/>
                </a:lnTo>
                <a:lnTo>
                  <a:pt x="6" y="9"/>
                </a:lnTo>
                <a:lnTo>
                  <a:pt x="5" y="7"/>
                </a:lnTo>
                <a:lnTo>
                  <a:pt x="4" y="6"/>
                </a:lnTo>
                <a:lnTo>
                  <a:pt x="3" y="6"/>
                </a:lnTo>
                <a:lnTo>
                  <a:pt x="3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3" y="1"/>
                </a:lnTo>
                <a:lnTo>
                  <a:pt x="5" y="3"/>
                </a:lnTo>
                <a:lnTo>
                  <a:pt x="9" y="5"/>
                </a:lnTo>
                <a:lnTo>
                  <a:pt x="9" y="6"/>
                </a:lnTo>
                <a:lnTo>
                  <a:pt x="10" y="7"/>
                </a:lnTo>
                <a:lnTo>
                  <a:pt x="10" y="8"/>
                </a:lnTo>
                <a:lnTo>
                  <a:pt x="10" y="9"/>
                </a:lnTo>
                <a:lnTo>
                  <a:pt x="10" y="10"/>
                </a:lnTo>
                <a:lnTo>
                  <a:pt x="9" y="1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2284200" y="5857920"/>
            <a:ext cx="5760" cy="2160"/>
          </a:xfrm>
          <a:custGeom>
            <a:avLst/>
            <a:gdLst/>
            <a:ahLst/>
            <a:rect l="0" t="0" r="r" b="b"/>
            <a:pathLst>
              <a:path w="16" h="6">
                <a:moveTo>
                  <a:pt x="15" y="4"/>
                </a:moveTo>
                <a:lnTo>
                  <a:pt x="13" y="5"/>
                </a:lnTo>
                <a:lnTo>
                  <a:pt x="12" y="5"/>
                </a:lnTo>
                <a:lnTo>
                  <a:pt x="10" y="5"/>
                </a:lnTo>
                <a:lnTo>
                  <a:pt x="9" y="5"/>
                </a:lnTo>
                <a:lnTo>
                  <a:pt x="8" y="5"/>
                </a:lnTo>
                <a:lnTo>
                  <a:pt x="7" y="5"/>
                </a:lnTo>
                <a:lnTo>
                  <a:pt x="5" y="6"/>
                </a:lnTo>
                <a:lnTo>
                  <a:pt x="3" y="6"/>
                </a:lnTo>
                <a:lnTo>
                  <a:pt x="2" y="6"/>
                </a:lnTo>
                <a:lnTo>
                  <a:pt x="1" y="6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2" y="0"/>
                </a:lnTo>
                <a:lnTo>
                  <a:pt x="13" y="2"/>
                </a:lnTo>
                <a:lnTo>
                  <a:pt x="14" y="2"/>
                </a:lnTo>
                <a:lnTo>
                  <a:pt x="15" y="3"/>
                </a:lnTo>
                <a:lnTo>
                  <a:pt x="16" y="3"/>
                </a:lnTo>
                <a:lnTo>
                  <a:pt x="16" y="4"/>
                </a:lnTo>
                <a:lnTo>
                  <a:pt x="15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2244240" y="585648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3" y="5"/>
                </a:move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lnTo>
                  <a:pt x="5" y="3"/>
                </a:lnTo>
                <a:lnTo>
                  <a:pt x="3" y="5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2243520" y="5853960"/>
            <a:ext cx="6480" cy="3960"/>
          </a:xfrm>
          <a:custGeom>
            <a:avLst/>
            <a:gdLst/>
            <a:ahLst/>
            <a:rect l="0" t="0" r="r" b="b"/>
            <a:pathLst>
              <a:path w="18" h="11">
                <a:moveTo>
                  <a:pt x="17" y="2"/>
                </a:moveTo>
                <a:lnTo>
                  <a:pt x="18" y="3"/>
                </a:lnTo>
                <a:lnTo>
                  <a:pt x="18" y="4"/>
                </a:lnTo>
                <a:lnTo>
                  <a:pt x="18" y="5"/>
                </a:lnTo>
                <a:lnTo>
                  <a:pt x="15" y="6"/>
                </a:lnTo>
                <a:lnTo>
                  <a:pt x="14" y="6"/>
                </a:lnTo>
                <a:lnTo>
                  <a:pt x="12" y="8"/>
                </a:lnTo>
                <a:lnTo>
                  <a:pt x="10" y="9"/>
                </a:lnTo>
                <a:lnTo>
                  <a:pt x="8" y="10"/>
                </a:lnTo>
                <a:lnTo>
                  <a:pt x="7" y="10"/>
                </a:lnTo>
                <a:lnTo>
                  <a:pt x="6" y="11"/>
                </a:lnTo>
                <a:lnTo>
                  <a:pt x="5" y="10"/>
                </a:lnTo>
                <a:lnTo>
                  <a:pt x="5" y="9"/>
                </a:lnTo>
                <a:lnTo>
                  <a:pt x="5" y="8"/>
                </a:lnTo>
                <a:lnTo>
                  <a:pt x="6" y="8"/>
                </a:lnTo>
                <a:lnTo>
                  <a:pt x="8" y="8"/>
                </a:lnTo>
                <a:lnTo>
                  <a:pt x="9" y="8"/>
                </a:lnTo>
                <a:lnTo>
                  <a:pt x="9" y="6"/>
                </a:lnTo>
                <a:lnTo>
                  <a:pt x="9" y="5"/>
                </a:lnTo>
                <a:lnTo>
                  <a:pt x="10" y="5"/>
                </a:lnTo>
                <a:lnTo>
                  <a:pt x="11" y="4"/>
                </a:lnTo>
                <a:lnTo>
                  <a:pt x="12" y="4"/>
                </a:lnTo>
                <a:lnTo>
                  <a:pt x="13" y="4"/>
                </a:lnTo>
                <a:lnTo>
                  <a:pt x="14" y="3"/>
                </a:lnTo>
                <a:lnTo>
                  <a:pt x="13" y="2"/>
                </a:lnTo>
                <a:lnTo>
                  <a:pt x="12" y="3"/>
                </a:lnTo>
                <a:lnTo>
                  <a:pt x="11" y="3"/>
                </a:lnTo>
                <a:lnTo>
                  <a:pt x="10" y="3"/>
                </a:lnTo>
                <a:lnTo>
                  <a:pt x="8" y="4"/>
                </a:lnTo>
                <a:lnTo>
                  <a:pt x="6" y="5"/>
                </a:lnTo>
                <a:lnTo>
                  <a:pt x="5" y="5"/>
                </a:lnTo>
                <a:lnTo>
                  <a:pt x="4" y="6"/>
                </a:lnTo>
                <a:lnTo>
                  <a:pt x="3" y="8"/>
                </a:lnTo>
                <a:lnTo>
                  <a:pt x="2" y="8"/>
                </a:lnTo>
                <a:lnTo>
                  <a:pt x="1" y="8"/>
                </a:lnTo>
                <a:lnTo>
                  <a:pt x="0" y="8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2" y="4"/>
                </a:lnTo>
                <a:lnTo>
                  <a:pt x="3" y="4"/>
                </a:lnTo>
                <a:lnTo>
                  <a:pt x="6" y="3"/>
                </a:lnTo>
                <a:lnTo>
                  <a:pt x="7" y="2"/>
                </a:lnTo>
                <a:lnTo>
                  <a:pt x="9" y="1"/>
                </a:lnTo>
                <a:lnTo>
                  <a:pt x="10" y="0"/>
                </a:lnTo>
                <a:lnTo>
                  <a:pt x="12" y="0"/>
                </a:lnTo>
                <a:lnTo>
                  <a:pt x="14" y="0"/>
                </a:lnTo>
                <a:lnTo>
                  <a:pt x="15" y="1"/>
                </a:lnTo>
                <a:lnTo>
                  <a:pt x="17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2147040" y="58035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2145240" y="58017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2132280" y="58024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2136240" y="58010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2129760" y="580140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2" y="3"/>
                </a:move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2150280" y="57967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2180880" y="57776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2187360" y="57758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3"/>
                </a:move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2187000" y="577476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1" y="3"/>
                </a:moveTo>
                <a:lnTo>
                  <a:pt x="0" y="4"/>
                </a:ln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lnTo>
                  <a:pt x="3" y="3"/>
                </a:lnTo>
                <a:lnTo>
                  <a:pt x="1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2190240" y="57502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4"/>
                </a:move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2193120" y="57466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2359440" y="5733000"/>
            <a:ext cx="6840" cy="5040"/>
          </a:xfrm>
          <a:custGeom>
            <a:avLst/>
            <a:gdLst/>
            <a:ahLst/>
            <a:rect l="0" t="0" r="r" b="b"/>
            <a:pathLst>
              <a:path w="19" h="14">
                <a:moveTo>
                  <a:pt x="15" y="13"/>
                </a:moveTo>
                <a:lnTo>
                  <a:pt x="12" y="14"/>
                </a:lnTo>
                <a:lnTo>
                  <a:pt x="9" y="14"/>
                </a:lnTo>
                <a:lnTo>
                  <a:pt x="5" y="13"/>
                </a:lnTo>
                <a:lnTo>
                  <a:pt x="2" y="12"/>
                </a:lnTo>
                <a:lnTo>
                  <a:pt x="0" y="8"/>
                </a:lnTo>
                <a:lnTo>
                  <a:pt x="0" y="3"/>
                </a:lnTo>
                <a:lnTo>
                  <a:pt x="3" y="2"/>
                </a:lnTo>
                <a:lnTo>
                  <a:pt x="6" y="1"/>
                </a:lnTo>
                <a:lnTo>
                  <a:pt x="11" y="0"/>
                </a:lnTo>
                <a:lnTo>
                  <a:pt x="15" y="1"/>
                </a:lnTo>
                <a:lnTo>
                  <a:pt x="18" y="2"/>
                </a:lnTo>
                <a:lnTo>
                  <a:pt x="19" y="4"/>
                </a:lnTo>
                <a:lnTo>
                  <a:pt x="19" y="8"/>
                </a:lnTo>
                <a:lnTo>
                  <a:pt x="18" y="10"/>
                </a:lnTo>
                <a:lnTo>
                  <a:pt x="15" y="1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2090520" y="57456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2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2315160" y="5721480"/>
            <a:ext cx="3960" cy="3600"/>
          </a:xfrm>
          <a:custGeom>
            <a:avLst/>
            <a:gdLst/>
            <a:ahLst/>
            <a:rect l="0" t="0" r="r" b="b"/>
            <a:pathLst>
              <a:path w="11" h="10">
                <a:moveTo>
                  <a:pt x="7" y="9"/>
                </a:moveTo>
                <a:lnTo>
                  <a:pt x="5" y="10"/>
                </a:lnTo>
                <a:lnTo>
                  <a:pt x="3" y="10"/>
                </a:lnTo>
                <a:lnTo>
                  <a:pt x="2" y="10"/>
                </a:lnTo>
                <a:lnTo>
                  <a:pt x="1" y="9"/>
                </a:lnTo>
                <a:lnTo>
                  <a:pt x="0" y="5"/>
                </a:lnTo>
                <a:lnTo>
                  <a:pt x="1" y="3"/>
                </a:ln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lnTo>
                  <a:pt x="7" y="0"/>
                </a:lnTo>
                <a:lnTo>
                  <a:pt x="10" y="1"/>
                </a:lnTo>
                <a:lnTo>
                  <a:pt x="11" y="3"/>
                </a:lnTo>
                <a:lnTo>
                  <a:pt x="11" y="5"/>
                </a:lnTo>
                <a:lnTo>
                  <a:pt x="10" y="8"/>
                </a:lnTo>
                <a:lnTo>
                  <a:pt x="7" y="9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2115720" y="572616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3" y="0"/>
                </a:move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5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2221200" y="57078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2187360" y="57042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2170080" y="57020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4" y="2"/>
                </a:lnTo>
                <a:lnTo>
                  <a:pt x="4" y="4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2088360" y="5696640"/>
            <a:ext cx="126000" cy="109080"/>
          </a:xfrm>
          <a:custGeom>
            <a:avLst/>
            <a:gdLst/>
            <a:ahLst/>
            <a:rect l="0" t="0" r="r" b="b"/>
            <a:pathLst>
              <a:path w="350" h="303">
                <a:moveTo>
                  <a:pt x="296" y="4"/>
                </a:moveTo>
                <a:lnTo>
                  <a:pt x="297" y="8"/>
                </a:lnTo>
                <a:lnTo>
                  <a:pt x="299" y="12"/>
                </a:lnTo>
                <a:lnTo>
                  <a:pt x="302" y="15"/>
                </a:lnTo>
                <a:lnTo>
                  <a:pt x="303" y="15"/>
                </a:lnTo>
                <a:lnTo>
                  <a:pt x="303" y="16"/>
                </a:lnTo>
                <a:lnTo>
                  <a:pt x="304" y="16"/>
                </a:lnTo>
                <a:lnTo>
                  <a:pt x="305" y="16"/>
                </a:lnTo>
                <a:lnTo>
                  <a:pt x="306" y="16"/>
                </a:lnTo>
                <a:lnTo>
                  <a:pt x="306" y="17"/>
                </a:lnTo>
                <a:lnTo>
                  <a:pt x="306" y="18"/>
                </a:lnTo>
                <a:lnTo>
                  <a:pt x="307" y="18"/>
                </a:lnTo>
                <a:lnTo>
                  <a:pt x="307" y="19"/>
                </a:lnTo>
                <a:lnTo>
                  <a:pt x="308" y="19"/>
                </a:lnTo>
                <a:lnTo>
                  <a:pt x="308" y="20"/>
                </a:lnTo>
                <a:lnTo>
                  <a:pt x="310" y="21"/>
                </a:lnTo>
                <a:lnTo>
                  <a:pt x="311" y="21"/>
                </a:lnTo>
                <a:lnTo>
                  <a:pt x="312" y="21"/>
                </a:lnTo>
                <a:lnTo>
                  <a:pt x="313" y="21"/>
                </a:lnTo>
                <a:lnTo>
                  <a:pt x="314" y="21"/>
                </a:lnTo>
                <a:lnTo>
                  <a:pt x="314" y="22"/>
                </a:lnTo>
                <a:lnTo>
                  <a:pt x="315" y="22"/>
                </a:lnTo>
                <a:lnTo>
                  <a:pt x="316" y="22"/>
                </a:lnTo>
                <a:lnTo>
                  <a:pt x="317" y="23"/>
                </a:lnTo>
                <a:lnTo>
                  <a:pt x="318" y="23"/>
                </a:lnTo>
                <a:lnTo>
                  <a:pt x="318" y="22"/>
                </a:lnTo>
                <a:lnTo>
                  <a:pt x="319" y="22"/>
                </a:lnTo>
                <a:lnTo>
                  <a:pt x="319" y="23"/>
                </a:lnTo>
                <a:lnTo>
                  <a:pt x="320" y="23"/>
                </a:lnTo>
                <a:lnTo>
                  <a:pt x="320" y="22"/>
                </a:lnTo>
                <a:lnTo>
                  <a:pt x="321" y="22"/>
                </a:lnTo>
                <a:lnTo>
                  <a:pt x="322" y="23"/>
                </a:lnTo>
                <a:lnTo>
                  <a:pt x="323" y="23"/>
                </a:lnTo>
                <a:lnTo>
                  <a:pt x="324" y="22"/>
                </a:lnTo>
                <a:lnTo>
                  <a:pt x="325" y="22"/>
                </a:lnTo>
                <a:lnTo>
                  <a:pt x="326" y="22"/>
                </a:lnTo>
                <a:lnTo>
                  <a:pt x="327" y="22"/>
                </a:lnTo>
                <a:lnTo>
                  <a:pt x="327" y="21"/>
                </a:lnTo>
                <a:lnTo>
                  <a:pt x="328" y="21"/>
                </a:lnTo>
                <a:lnTo>
                  <a:pt x="328" y="20"/>
                </a:lnTo>
                <a:lnTo>
                  <a:pt x="329" y="20"/>
                </a:lnTo>
                <a:lnTo>
                  <a:pt x="329" y="19"/>
                </a:lnTo>
                <a:lnTo>
                  <a:pt x="330" y="19"/>
                </a:lnTo>
                <a:lnTo>
                  <a:pt x="331" y="19"/>
                </a:lnTo>
                <a:lnTo>
                  <a:pt x="331" y="20"/>
                </a:lnTo>
                <a:lnTo>
                  <a:pt x="331" y="21"/>
                </a:lnTo>
                <a:lnTo>
                  <a:pt x="332" y="21"/>
                </a:lnTo>
                <a:lnTo>
                  <a:pt x="334" y="25"/>
                </a:lnTo>
                <a:lnTo>
                  <a:pt x="334" y="27"/>
                </a:lnTo>
                <a:lnTo>
                  <a:pt x="334" y="28"/>
                </a:lnTo>
                <a:lnTo>
                  <a:pt x="335" y="30"/>
                </a:lnTo>
                <a:lnTo>
                  <a:pt x="336" y="31"/>
                </a:lnTo>
                <a:lnTo>
                  <a:pt x="336" y="34"/>
                </a:lnTo>
                <a:lnTo>
                  <a:pt x="337" y="35"/>
                </a:lnTo>
                <a:lnTo>
                  <a:pt x="337" y="36"/>
                </a:lnTo>
                <a:lnTo>
                  <a:pt x="337" y="37"/>
                </a:lnTo>
                <a:lnTo>
                  <a:pt x="338" y="38"/>
                </a:lnTo>
                <a:lnTo>
                  <a:pt x="338" y="39"/>
                </a:lnTo>
                <a:lnTo>
                  <a:pt x="339" y="41"/>
                </a:lnTo>
                <a:lnTo>
                  <a:pt x="339" y="42"/>
                </a:lnTo>
                <a:lnTo>
                  <a:pt x="340" y="44"/>
                </a:lnTo>
                <a:lnTo>
                  <a:pt x="341" y="45"/>
                </a:lnTo>
                <a:lnTo>
                  <a:pt x="341" y="48"/>
                </a:lnTo>
                <a:lnTo>
                  <a:pt x="342" y="48"/>
                </a:lnTo>
                <a:lnTo>
                  <a:pt x="342" y="49"/>
                </a:lnTo>
                <a:lnTo>
                  <a:pt x="342" y="52"/>
                </a:lnTo>
                <a:lnTo>
                  <a:pt x="342" y="54"/>
                </a:lnTo>
                <a:lnTo>
                  <a:pt x="343" y="58"/>
                </a:lnTo>
                <a:lnTo>
                  <a:pt x="343" y="59"/>
                </a:lnTo>
                <a:lnTo>
                  <a:pt x="343" y="60"/>
                </a:lnTo>
                <a:lnTo>
                  <a:pt x="343" y="62"/>
                </a:lnTo>
                <a:lnTo>
                  <a:pt x="343" y="64"/>
                </a:lnTo>
                <a:lnTo>
                  <a:pt x="344" y="65"/>
                </a:lnTo>
                <a:lnTo>
                  <a:pt x="344" y="66"/>
                </a:lnTo>
                <a:lnTo>
                  <a:pt x="345" y="68"/>
                </a:lnTo>
                <a:lnTo>
                  <a:pt x="346" y="68"/>
                </a:lnTo>
                <a:lnTo>
                  <a:pt x="347" y="68"/>
                </a:lnTo>
                <a:lnTo>
                  <a:pt x="347" y="69"/>
                </a:lnTo>
                <a:lnTo>
                  <a:pt x="348" y="70"/>
                </a:lnTo>
                <a:lnTo>
                  <a:pt x="348" y="71"/>
                </a:lnTo>
                <a:lnTo>
                  <a:pt x="348" y="72"/>
                </a:lnTo>
                <a:lnTo>
                  <a:pt x="347" y="72"/>
                </a:lnTo>
                <a:lnTo>
                  <a:pt x="348" y="72"/>
                </a:lnTo>
                <a:lnTo>
                  <a:pt x="348" y="73"/>
                </a:lnTo>
                <a:lnTo>
                  <a:pt x="349" y="73"/>
                </a:lnTo>
                <a:lnTo>
                  <a:pt x="348" y="73"/>
                </a:lnTo>
                <a:lnTo>
                  <a:pt x="348" y="74"/>
                </a:lnTo>
                <a:lnTo>
                  <a:pt x="349" y="74"/>
                </a:lnTo>
                <a:lnTo>
                  <a:pt x="350" y="74"/>
                </a:lnTo>
                <a:lnTo>
                  <a:pt x="350" y="75"/>
                </a:lnTo>
                <a:lnTo>
                  <a:pt x="349" y="75"/>
                </a:lnTo>
                <a:lnTo>
                  <a:pt x="348" y="75"/>
                </a:lnTo>
                <a:lnTo>
                  <a:pt x="346" y="74"/>
                </a:lnTo>
                <a:lnTo>
                  <a:pt x="343" y="74"/>
                </a:lnTo>
                <a:lnTo>
                  <a:pt x="341" y="74"/>
                </a:lnTo>
                <a:lnTo>
                  <a:pt x="341" y="75"/>
                </a:lnTo>
                <a:lnTo>
                  <a:pt x="340" y="75"/>
                </a:lnTo>
                <a:lnTo>
                  <a:pt x="339" y="78"/>
                </a:lnTo>
                <a:lnTo>
                  <a:pt x="339" y="79"/>
                </a:lnTo>
                <a:lnTo>
                  <a:pt x="338" y="80"/>
                </a:lnTo>
                <a:lnTo>
                  <a:pt x="337" y="80"/>
                </a:lnTo>
                <a:lnTo>
                  <a:pt x="337" y="81"/>
                </a:lnTo>
                <a:lnTo>
                  <a:pt x="336" y="81"/>
                </a:lnTo>
                <a:lnTo>
                  <a:pt x="335" y="82"/>
                </a:lnTo>
                <a:lnTo>
                  <a:pt x="333" y="83"/>
                </a:lnTo>
                <a:lnTo>
                  <a:pt x="332" y="83"/>
                </a:lnTo>
                <a:lnTo>
                  <a:pt x="331" y="84"/>
                </a:lnTo>
                <a:lnTo>
                  <a:pt x="331" y="85"/>
                </a:lnTo>
                <a:lnTo>
                  <a:pt x="330" y="86"/>
                </a:lnTo>
                <a:lnTo>
                  <a:pt x="329" y="87"/>
                </a:lnTo>
                <a:lnTo>
                  <a:pt x="329" y="88"/>
                </a:lnTo>
                <a:lnTo>
                  <a:pt x="328" y="89"/>
                </a:lnTo>
                <a:lnTo>
                  <a:pt x="328" y="90"/>
                </a:lnTo>
                <a:lnTo>
                  <a:pt x="327" y="90"/>
                </a:lnTo>
                <a:lnTo>
                  <a:pt x="326" y="91"/>
                </a:lnTo>
                <a:lnTo>
                  <a:pt x="326" y="92"/>
                </a:lnTo>
                <a:lnTo>
                  <a:pt x="325" y="93"/>
                </a:lnTo>
                <a:lnTo>
                  <a:pt x="324" y="93"/>
                </a:lnTo>
                <a:lnTo>
                  <a:pt x="323" y="92"/>
                </a:lnTo>
                <a:lnTo>
                  <a:pt x="322" y="92"/>
                </a:lnTo>
                <a:lnTo>
                  <a:pt x="322" y="91"/>
                </a:lnTo>
                <a:lnTo>
                  <a:pt x="322" y="90"/>
                </a:lnTo>
                <a:lnTo>
                  <a:pt x="321" y="89"/>
                </a:lnTo>
                <a:lnTo>
                  <a:pt x="320" y="88"/>
                </a:lnTo>
                <a:lnTo>
                  <a:pt x="321" y="89"/>
                </a:lnTo>
                <a:lnTo>
                  <a:pt x="322" y="88"/>
                </a:lnTo>
                <a:lnTo>
                  <a:pt x="321" y="87"/>
                </a:lnTo>
                <a:lnTo>
                  <a:pt x="320" y="87"/>
                </a:lnTo>
                <a:lnTo>
                  <a:pt x="320" y="88"/>
                </a:lnTo>
                <a:lnTo>
                  <a:pt x="319" y="87"/>
                </a:lnTo>
                <a:lnTo>
                  <a:pt x="319" y="86"/>
                </a:lnTo>
                <a:lnTo>
                  <a:pt x="319" y="85"/>
                </a:lnTo>
                <a:lnTo>
                  <a:pt x="320" y="85"/>
                </a:lnTo>
                <a:lnTo>
                  <a:pt x="320" y="84"/>
                </a:lnTo>
                <a:lnTo>
                  <a:pt x="319" y="83"/>
                </a:lnTo>
                <a:lnTo>
                  <a:pt x="319" y="82"/>
                </a:lnTo>
                <a:lnTo>
                  <a:pt x="320" y="81"/>
                </a:lnTo>
                <a:lnTo>
                  <a:pt x="321" y="80"/>
                </a:lnTo>
                <a:lnTo>
                  <a:pt x="322" y="81"/>
                </a:lnTo>
                <a:lnTo>
                  <a:pt x="323" y="81"/>
                </a:lnTo>
                <a:lnTo>
                  <a:pt x="325" y="81"/>
                </a:lnTo>
                <a:lnTo>
                  <a:pt x="325" y="80"/>
                </a:lnTo>
                <a:lnTo>
                  <a:pt x="326" y="80"/>
                </a:lnTo>
                <a:lnTo>
                  <a:pt x="325" y="80"/>
                </a:lnTo>
                <a:lnTo>
                  <a:pt x="325" y="79"/>
                </a:lnTo>
                <a:lnTo>
                  <a:pt x="326" y="78"/>
                </a:lnTo>
                <a:lnTo>
                  <a:pt x="327" y="78"/>
                </a:lnTo>
                <a:lnTo>
                  <a:pt x="327" y="77"/>
                </a:lnTo>
                <a:lnTo>
                  <a:pt x="326" y="77"/>
                </a:lnTo>
                <a:lnTo>
                  <a:pt x="326" y="76"/>
                </a:lnTo>
                <a:lnTo>
                  <a:pt x="327" y="75"/>
                </a:lnTo>
                <a:lnTo>
                  <a:pt x="329" y="75"/>
                </a:lnTo>
                <a:lnTo>
                  <a:pt x="329" y="74"/>
                </a:lnTo>
                <a:lnTo>
                  <a:pt x="330" y="74"/>
                </a:lnTo>
                <a:lnTo>
                  <a:pt x="329" y="74"/>
                </a:lnTo>
                <a:lnTo>
                  <a:pt x="328" y="74"/>
                </a:lnTo>
                <a:lnTo>
                  <a:pt x="327" y="74"/>
                </a:lnTo>
                <a:lnTo>
                  <a:pt x="326" y="75"/>
                </a:lnTo>
                <a:lnTo>
                  <a:pt x="326" y="76"/>
                </a:lnTo>
                <a:lnTo>
                  <a:pt x="326" y="77"/>
                </a:lnTo>
                <a:lnTo>
                  <a:pt x="326" y="78"/>
                </a:lnTo>
                <a:lnTo>
                  <a:pt x="325" y="79"/>
                </a:lnTo>
                <a:lnTo>
                  <a:pt x="324" y="79"/>
                </a:lnTo>
                <a:lnTo>
                  <a:pt x="324" y="78"/>
                </a:lnTo>
                <a:lnTo>
                  <a:pt x="323" y="78"/>
                </a:lnTo>
                <a:lnTo>
                  <a:pt x="321" y="78"/>
                </a:lnTo>
                <a:lnTo>
                  <a:pt x="320" y="78"/>
                </a:lnTo>
                <a:lnTo>
                  <a:pt x="319" y="78"/>
                </a:lnTo>
                <a:lnTo>
                  <a:pt x="318" y="78"/>
                </a:lnTo>
                <a:lnTo>
                  <a:pt x="317" y="78"/>
                </a:lnTo>
                <a:lnTo>
                  <a:pt x="316" y="79"/>
                </a:lnTo>
                <a:lnTo>
                  <a:pt x="315" y="79"/>
                </a:lnTo>
                <a:lnTo>
                  <a:pt x="314" y="79"/>
                </a:lnTo>
                <a:lnTo>
                  <a:pt x="314" y="78"/>
                </a:lnTo>
                <a:lnTo>
                  <a:pt x="313" y="78"/>
                </a:lnTo>
                <a:lnTo>
                  <a:pt x="312" y="79"/>
                </a:lnTo>
                <a:lnTo>
                  <a:pt x="311" y="79"/>
                </a:lnTo>
                <a:lnTo>
                  <a:pt x="310" y="79"/>
                </a:lnTo>
                <a:lnTo>
                  <a:pt x="309" y="79"/>
                </a:lnTo>
                <a:lnTo>
                  <a:pt x="310" y="79"/>
                </a:lnTo>
                <a:lnTo>
                  <a:pt x="310" y="80"/>
                </a:lnTo>
                <a:lnTo>
                  <a:pt x="311" y="80"/>
                </a:lnTo>
                <a:lnTo>
                  <a:pt x="311" y="79"/>
                </a:lnTo>
                <a:lnTo>
                  <a:pt x="312" y="79"/>
                </a:lnTo>
                <a:lnTo>
                  <a:pt x="312" y="80"/>
                </a:lnTo>
                <a:lnTo>
                  <a:pt x="313" y="81"/>
                </a:lnTo>
                <a:lnTo>
                  <a:pt x="314" y="81"/>
                </a:lnTo>
                <a:lnTo>
                  <a:pt x="315" y="83"/>
                </a:lnTo>
                <a:lnTo>
                  <a:pt x="315" y="84"/>
                </a:lnTo>
                <a:lnTo>
                  <a:pt x="316" y="84"/>
                </a:lnTo>
                <a:lnTo>
                  <a:pt x="316" y="83"/>
                </a:lnTo>
                <a:lnTo>
                  <a:pt x="316" y="84"/>
                </a:lnTo>
                <a:lnTo>
                  <a:pt x="317" y="84"/>
                </a:lnTo>
                <a:lnTo>
                  <a:pt x="317" y="85"/>
                </a:lnTo>
                <a:lnTo>
                  <a:pt x="318" y="85"/>
                </a:lnTo>
                <a:lnTo>
                  <a:pt x="318" y="86"/>
                </a:lnTo>
                <a:lnTo>
                  <a:pt x="318" y="87"/>
                </a:lnTo>
                <a:lnTo>
                  <a:pt x="319" y="88"/>
                </a:lnTo>
                <a:lnTo>
                  <a:pt x="321" y="90"/>
                </a:lnTo>
                <a:lnTo>
                  <a:pt x="321" y="91"/>
                </a:lnTo>
                <a:lnTo>
                  <a:pt x="321" y="92"/>
                </a:lnTo>
                <a:lnTo>
                  <a:pt x="320" y="92"/>
                </a:lnTo>
                <a:lnTo>
                  <a:pt x="319" y="90"/>
                </a:lnTo>
                <a:lnTo>
                  <a:pt x="319" y="91"/>
                </a:lnTo>
                <a:lnTo>
                  <a:pt x="318" y="91"/>
                </a:lnTo>
                <a:lnTo>
                  <a:pt x="317" y="92"/>
                </a:lnTo>
                <a:lnTo>
                  <a:pt x="317" y="93"/>
                </a:lnTo>
                <a:lnTo>
                  <a:pt x="316" y="94"/>
                </a:lnTo>
                <a:lnTo>
                  <a:pt x="317" y="95"/>
                </a:lnTo>
                <a:lnTo>
                  <a:pt x="317" y="96"/>
                </a:lnTo>
                <a:lnTo>
                  <a:pt x="317" y="97"/>
                </a:lnTo>
                <a:lnTo>
                  <a:pt x="317" y="99"/>
                </a:lnTo>
                <a:lnTo>
                  <a:pt x="316" y="100"/>
                </a:lnTo>
                <a:lnTo>
                  <a:pt x="315" y="101"/>
                </a:lnTo>
                <a:lnTo>
                  <a:pt x="314" y="101"/>
                </a:lnTo>
                <a:lnTo>
                  <a:pt x="315" y="101"/>
                </a:lnTo>
                <a:lnTo>
                  <a:pt x="314" y="102"/>
                </a:lnTo>
                <a:lnTo>
                  <a:pt x="314" y="103"/>
                </a:lnTo>
                <a:lnTo>
                  <a:pt x="313" y="103"/>
                </a:lnTo>
                <a:lnTo>
                  <a:pt x="312" y="103"/>
                </a:lnTo>
                <a:lnTo>
                  <a:pt x="312" y="104"/>
                </a:lnTo>
                <a:lnTo>
                  <a:pt x="311" y="104"/>
                </a:lnTo>
                <a:lnTo>
                  <a:pt x="311" y="105"/>
                </a:lnTo>
                <a:lnTo>
                  <a:pt x="312" y="104"/>
                </a:lnTo>
                <a:lnTo>
                  <a:pt x="313" y="104"/>
                </a:lnTo>
                <a:lnTo>
                  <a:pt x="313" y="105"/>
                </a:lnTo>
                <a:lnTo>
                  <a:pt x="312" y="105"/>
                </a:lnTo>
                <a:lnTo>
                  <a:pt x="311" y="106"/>
                </a:lnTo>
                <a:lnTo>
                  <a:pt x="311" y="107"/>
                </a:lnTo>
                <a:lnTo>
                  <a:pt x="311" y="108"/>
                </a:lnTo>
                <a:lnTo>
                  <a:pt x="310" y="109"/>
                </a:lnTo>
                <a:lnTo>
                  <a:pt x="309" y="109"/>
                </a:lnTo>
                <a:lnTo>
                  <a:pt x="308" y="110"/>
                </a:lnTo>
                <a:lnTo>
                  <a:pt x="307" y="111"/>
                </a:lnTo>
                <a:lnTo>
                  <a:pt x="306" y="111"/>
                </a:lnTo>
                <a:lnTo>
                  <a:pt x="306" y="110"/>
                </a:lnTo>
                <a:lnTo>
                  <a:pt x="305" y="110"/>
                </a:lnTo>
                <a:lnTo>
                  <a:pt x="304" y="110"/>
                </a:lnTo>
                <a:lnTo>
                  <a:pt x="302" y="111"/>
                </a:lnTo>
                <a:lnTo>
                  <a:pt x="301" y="112"/>
                </a:lnTo>
                <a:lnTo>
                  <a:pt x="300" y="112"/>
                </a:lnTo>
                <a:lnTo>
                  <a:pt x="300" y="113"/>
                </a:lnTo>
                <a:lnTo>
                  <a:pt x="299" y="114"/>
                </a:lnTo>
                <a:lnTo>
                  <a:pt x="298" y="115"/>
                </a:lnTo>
                <a:lnTo>
                  <a:pt x="298" y="116"/>
                </a:lnTo>
                <a:lnTo>
                  <a:pt x="299" y="116"/>
                </a:lnTo>
                <a:lnTo>
                  <a:pt x="299" y="117"/>
                </a:lnTo>
                <a:lnTo>
                  <a:pt x="298" y="117"/>
                </a:lnTo>
                <a:lnTo>
                  <a:pt x="298" y="118"/>
                </a:lnTo>
                <a:lnTo>
                  <a:pt x="298" y="119"/>
                </a:lnTo>
                <a:lnTo>
                  <a:pt x="299" y="119"/>
                </a:lnTo>
                <a:lnTo>
                  <a:pt x="299" y="120"/>
                </a:lnTo>
                <a:lnTo>
                  <a:pt x="300" y="121"/>
                </a:lnTo>
                <a:lnTo>
                  <a:pt x="301" y="122"/>
                </a:lnTo>
                <a:lnTo>
                  <a:pt x="300" y="123"/>
                </a:lnTo>
                <a:lnTo>
                  <a:pt x="300" y="124"/>
                </a:lnTo>
                <a:lnTo>
                  <a:pt x="300" y="125"/>
                </a:lnTo>
                <a:lnTo>
                  <a:pt x="299" y="125"/>
                </a:lnTo>
                <a:lnTo>
                  <a:pt x="298" y="125"/>
                </a:lnTo>
                <a:lnTo>
                  <a:pt x="298" y="126"/>
                </a:lnTo>
                <a:lnTo>
                  <a:pt x="297" y="126"/>
                </a:lnTo>
                <a:lnTo>
                  <a:pt x="296" y="126"/>
                </a:lnTo>
                <a:lnTo>
                  <a:pt x="295" y="126"/>
                </a:lnTo>
                <a:lnTo>
                  <a:pt x="294" y="126"/>
                </a:lnTo>
                <a:lnTo>
                  <a:pt x="293" y="127"/>
                </a:lnTo>
                <a:lnTo>
                  <a:pt x="293" y="129"/>
                </a:lnTo>
                <a:lnTo>
                  <a:pt x="294" y="129"/>
                </a:lnTo>
                <a:lnTo>
                  <a:pt x="294" y="130"/>
                </a:lnTo>
                <a:lnTo>
                  <a:pt x="294" y="131"/>
                </a:lnTo>
                <a:lnTo>
                  <a:pt x="294" y="133"/>
                </a:lnTo>
                <a:lnTo>
                  <a:pt x="294" y="134"/>
                </a:lnTo>
                <a:lnTo>
                  <a:pt x="293" y="136"/>
                </a:lnTo>
                <a:lnTo>
                  <a:pt x="293" y="137"/>
                </a:lnTo>
                <a:lnTo>
                  <a:pt x="292" y="137"/>
                </a:lnTo>
                <a:lnTo>
                  <a:pt x="292" y="138"/>
                </a:lnTo>
                <a:lnTo>
                  <a:pt x="293" y="138"/>
                </a:lnTo>
                <a:lnTo>
                  <a:pt x="292" y="138"/>
                </a:lnTo>
                <a:lnTo>
                  <a:pt x="292" y="139"/>
                </a:lnTo>
                <a:lnTo>
                  <a:pt x="292" y="140"/>
                </a:lnTo>
                <a:lnTo>
                  <a:pt x="292" y="141"/>
                </a:lnTo>
                <a:lnTo>
                  <a:pt x="291" y="141"/>
                </a:lnTo>
                <a:lnTo>
                  <a:pt x="291" y="142"/>
                </a:lnTo>
                <a:lnTo>
                  <a:pt x="289" y="143"/>
                </a:lnTo>
                <a:lnTo>
                  <a:pt x="288" y="143"/>
                </a:lnTo>
                <a:lnTo>
                  <a:pt x="288" y="144"/>
                </a:lnTo>
                <a:lnTo>
                  <a:pt x="288" y="145"/>
                </a:lnTo>
                <a:lnTo>
                  <a:pt x="287" y="145"/>
                </a:lnTo>
                <a:lnTo>
                  <a:pt x="287" y="146"/>
                </a:lnTo>
                <a:lnTo>
                  <a:pt x="287" y="147"/>
                </a:lnTo>
                <a:lnTo>
                  <a:pt x="287" y="148"/>
                </a:lnTo>
                <a:lnTo>
                  <a:pt x="287" y="149"/>
                </a:lnTo>
                <a:lnTo>
                  <a:pt x="286" y="149"/>
                </a:lnTo>
                <a:lnTo>
                  <a:pt x="285" y="149"/>
                </a:lnTo>
                <a:lnTo>
                  <a:pt x="285" y="150"/>
                </a:lnTo>
                <a:lnTo>
                  <a:pt x="284" y="150"/>
                </a:lnTo>
                <a:lnTo>
                  <a:pt x="284" y="151"/>
                </a:lnTo>
                <a:lnTo>
                  <a:pt x="283" y="151"/>
                </a:lnTo>
                <a:lnTo>
                  <a:pt x="283" y="152"/>
                </a:lnTo>
                <a:lnTo>
                  <a:pt x="283" y="153"/>
                </a:lnTo>
                <a:lnTo>
                  <a:pt x="283" y="154"/>
                </a:lnTo>
                <a:lnTo>
                  <a:pt x="284" y="154"/>
                </a:lnTo>
                <a:lnTo>
                  <a:pt x="284" y="155"/>
                </a:lnTo>
                <a:lnTo>
                  <a:pt x="284" y="156"/>
                </a:lnTo>
                <a:lnTo>
                  <a:pt x="283" y="157"/>
                </a:lnTo>
                <a:lnTo>
                  <a:pt x="282" y="157"/>
                </a:lnTo>
                <a:lnTo>
                  <a:pt x="283" y="158"/>
                </a:lnTo>
                <a:lnTo>
                  <a:pt x="284" y="158"/>
                </a:lnTo>
                <a:lnTo>
                  <a:pt x="284" y="157"/>
                </a:lnTo>
                <a:lnTo>
                  <a:pt x="284" y="156"/>
                </a:lnTo>
                <a:lnTo>
                  <a:pt x="284" y="155"/>
                </a:lnTo>
                <a:lnTo>
                  <a:pt x="284" y="154"/>
                </a:lnTo>
                <a:lnTo>
                  <a:pt x="284" y="153"/>
                </a:lnTo>
                <a:lnTo>
                  <a:pt x="285" y="153"/>
                </a:lnTo>
                <a:lnTo>
                  <a:pt x="286" y="153"/>
                </a:lnTo>
                <a:lnTo>
                  <a:pt x="286" y="156"/>
                </a:lnTo>
                <a:lnTo>
                  <a:pt x="285" y="156"/>
                </a:lnTo>
                <a:lnTo>
                  <a:pt x="285" y="157"/>
                </a:lnTo>
                <a:lnTo>
                  <a:pt x="285" y="159"/>
                </a:lnTo>
                <a:lnTo>
                  <a:pt x="285" y="160"/>
                </a:lnTo>
                <a:lnTo>
                  <a:pt x="285" y="163"/>
                </a:lnTo>
                <a:lnTo>
                  <a:pt x="285" y="165"/>
                </a:lnTo>
                <a:lnTo>
                  <a:pt x="284" y="165"/>
                </a:lnTo>
                <a:lnTo>
                  <a:pt x="281" y="166"/>
                </a:lnTo>
                <a:lnTo>
                  <a:pt x="281" y="167"/>
                </a:lnTo>
                <a:lnTo>
                  <a:pt x="280" y="167"/>
                </a:lnTo>
                <a:lnTo>
                  <a:pt x="280" y="168"/>
                </a:lnTo>
                <a:lnTo>
                  <a:pt x="280" y="169"/>
                </a:lnTo>
                <a:lnTo>
                  <a:pt x="280" y="170"/>
                </a:lnTo>
                <a:lnTo>
                  <a:pt x="280" y="171"/>
                </a:lnTo>
                <a:lnTo>
                  <a:pt x="279" y="172"/>
                </a:lnTo>
                <a:lnTo>
                  <a:pt x="278" y="173"/>
                </a:lnTo>
                <a:lnTo>
                  <a:pt x="278" y="174"/>
                </a:lnTo>
                <a:lnTo>
                  <a:pt x="278" y="175"/>
                </a:lnTo>
                <a:lnTo>
                  <a:pt x="278" y="177"/>
                </a:lnTo>
                <a:lnTo>
                  <a:pt x="278" y="183"/>
                </a:lnTo>
                <a:lnTo>
                  <a:pt x="278" y="184"/>
                </a:lnTo>
                <a:lnTo>
                  <a:pt x="278" y="185"/>
                </a:lnTo>
                <a:lnTo>
                  <a:pt x="278" y="186"/>
                </a:lnTo>
                <a:lnTo>
                  <a:pt x="278" y="187"/>
                </a:lnTo>
                <a:lnTo>
                  <a:pt x="279" y="188"/>
                </a:lnTo>
                <a:lnTo>
                  <a:pt x="279" y="189"/>
                </a:lnTo>
                <a:lnTo>
                  <a:pt x="278" y="189"/>
                </a:lnTo>
                <a:lnTo>
                  <a:pt x="278" y="188"/>
                </a:lnTo>
                <a:lnTo>
                  <a:pt x="277" y="188"/>
                </a:lnTo>
                <a:lnTo>
                  <a:pt x="277" y="189"/>
                </a:lnTo>
                <a:lnTo>
                  <a:pt x="276" y="189"/>
                </a:lnTo>
                <a:lnTo>
                  <a:pt x="275" y="189"/>
                </a:lnTo>
                <a:lnTo>
                  <a:pt x="274" y="190"/>
                </a:lnTo>
                <a:lnTo>
                  <a:pt x="274" y="191"/>
                </a:lnTo>
                <a:lnTo>
                  <a:pt x="272" y="192"/>
                </a:lnTo>
                <a:lnTo>
                  <a:pt x="272" y="191"/>
                </a:lnTo>
                <a:lnTo>
                  <a:pt x="271" y="191"/>
                </a:lnTo>
                <a:lnTo>
                  <a:pt x="271" y="192"/>
                </a:lnTo>
                <a:lnTo>
                  <a:pt x="272" y="192"/>
                </a:lnTo>
                <a:lnTo>
                  <a:pt x="272" y="194"/>
                </a:lnTo>
                <a:lnTo>
                  <a:pt x="272" y="195"/>
                </a:lnTo>
                <a:lnTo>
                  <a:pt x="272" y="196"/>
                </a:lnTo>
                <a:lnTo>
                  <a:pt x="271" y="196"/>
                </a:lnTo>
                <a:lnTo>
                  <a:pt x="271" y="197"/>
                </a:lnTo>
                <a:lnTo>
                  <a:pt x="269" y="197"/>
                </a:lnTo>
                <a:lnTo>
                  <a:pt x="268" y="197"/>
                </a:lnTo>
                <a:lnTo>
                  <a:pt x="267" y="197"/>
                </a:lnTo>
                <a:lnTo>
                  <a:pt x="267" y="198"/>
                </a:lnTo>
                <a:lnTo>
                  <a:pt x="268" y="198"/>
                </a:lnTo>
                <a:lnTo>
                  <a:pt x="267" y="199"/>
                </a:lnTo>
                <a:lnTo>
                  <a:pt x="268" y="200"/>
                </a:lnTo>
                <a:lnTo>
                  <a:pt x="268" y="201"/>
                </a:lnTo>
                <a:lnTo>
                  <a:pt x="269" y="201"/>
                </a:lnTo>
                <a:lnTo>
                  <a:pt x="270" y="201"/>
                </a:lnTo>
                <a:lnTo>
                  <a:pt x="271" y="201"/>
                </a:lnTo>
                <a:lnTo>
                  <a:pt x="272" y="202"/>
                </a:lnTo>
                <a:lnTo>
                  <a:pt x="273" y="202"/>
                </a:lnTo>
                <a:lnTo>
                  <a:pt x="275" y="202"/>
                </a:lnTo>
                <a:lnTo>
                  <a:pt x="276" y="203"/>
                </a:lnTo>
                <a:lnTo>
                  <a:pt x="276" y="204"/>
                </a:lnTo>
                <a:lnTo>
                  <a:pt x="276" y="203"/>
                </a:lnTo>
                <a:lnTo>
                  <a:pt x="277" y="203"/>
                </a:lnTo>
                <a:lnTo>
                  <a:pt x="277" y="202"/>
                </a:lnTo>
                <a:lnTo>
                  <a:pt x="278" y="202"/>
                </a:lnTo>
                <a:lnTo>
                  <a:pt x="279" y="202"/>
                </a:lnTo>
                <a:lnTo>
                  <a:pt x="279" y="201"/>
                </a:lnTo>
                <a:lnTo>
                  <a:pt x="278" y="200"/>
                </a:lnTo>
                <a:lnTo>
                  <a:pt x="277" y="199"/>
                </a:lnTo>
                <a:lnTo>
                  <a:pt x="278" y="198"/>
                </a:lnTo>
                <a:lnTo>
                  <a:pt x="277" y="196"/>
                </a:lnTo>
                <a:lnTo>
                  <a:pt x="276" y="195"/>
                </a:lnTo>
                <a:lnTo>
                  <a:pt x="276" y="194"/>
                </a:lnTo>
                <a:lnTo>
                  <a:pt x="276" y="193"/>
                </a:lnTo>
                <a:lnTo>
                  <a:pt x="275" y="193"/>
                </a:lnTo>
                <a:lnTo>
                  <a:pt x="275" y="192"/>
                </a:lnTo>
                <a:lnTo>
                  <a:pt x="276" y="191"/>
                </a:lnTo>
                <a:lnTo>
                  <a:pt x="276" y="190"/>
                </a:lnTo>
                <a:lnTo>
                  <a:pt x="276" y="189"/>
                </a:lnTo>
                <a:lnTo>
                  <a:pt x="277" y="189"/>
                </a:lnTo>
                <a:lnTo>
                  <a:pt x="278" y="189"/>
                </a:lnTo>
                <a:lnTo>
                  <a:pt x="278" y="190"/>
                </a:lnTo>
                <a:lnTo>
                  <a:pt x="279" y="190"/>
                </a:lnTo>
                <a:lnTo>
                  <a:pt x="279" y="192"/>
                </a:lnTo>
                <a:lnTo>
                  <a:pt x="279" y="193"/>
                </a:lnTo>
                <a:lnTo>
                  <a:pt x="279" y="195"/>
                </a:lnTo>
                <a:lnTo>
                  <a:pt x="279" y="196"/>
                </a:lnTo>
                <a:lnTo>
                  <a:pt x="280" y="198"/>
                </a:lnTo>
                <a:lnTo>
                  <a:pt x="280" y="199"/>
                </a:lnTo>
                <a:lnTo>
                  <a:pt x="281" y="200"/>
                </a:lnTo>
                <a:lnTo>
                  <a:pt x="281" y="201"/>
                </a:lnTo>
                <a:lnTo>
                  <a:pt x="282" y="202"/>
                </a:lnTo>
                <a:lnTo>
                  <a:pt x="282" y="203"/>
                </a:lnTo>
                <a:lnTo>
                  <a:pt x="283" y="203"/>
                </a:lnTo>
                <a:lnTo>
                  <a:pt x="283" y="204"/>
                </a:lnTo>
                <a:lnTo>
                  <a:pt x="283" y="205"/>
                </a:lnTo>
                <a:lnTo>
                  <a:pt x="282" y="204"/>
                </a:lnTo>
                <a:lnTo>
                  <a:pt x="281" y="204"/>
                </a:lnTo>
                <a:lnTo>
                  <a:pt x="280" y="204"/>
                </a:lnTo>
                <a:lnTo>
                  <a:pt x="279" y="205"/>
                </a:lnTo>
                <a:lnTo>
                  <a:pt x="279" y="206"/>
                </a:lnTo>
                <a:lnTo>
                  <a:pt x="280" y="206"/>
                </a:lnTo>
                <a:lnTo>
                  <a:pt x="279" y="206"/>
                </a:lnTo>
                <a:lnTo>
                  <a:pt x="279" y="205"/>
                </a:lnTo>
                <a:lnTo>
                  <a:pt x="278" y="205"/>
                </a:lnTo>
                <a:lnTo>
                  <a:pt x="277" y="205"/>
                </a:lnTo>
                <a:lnTo>
                  <a:pt x="276" y="206"/>
                </a:lnTo>
                <a:lnTo>
                  <a:pt x="276" y="207"/>
                </a:lnTo>
                <a:lnTo>
                  <a:pt x="275" y="206"/>
                </a:lnTo>
                <a:lnTo>
                  <a:pt x="274" y="206"/>
                </a:lnTo>
                <a:lnTo>
                  <a:pt x="273" y="206"/>
                </a:lnTo>
                <a:lnTo>
                  <a:pt x="272" y="207"/>
                </a:lnTo>
                <a:lnTo>
                  <a:pt x="271" y="208"/>
                </a:lnTo>
                <a:lnTo>
                  <a:pt x="271" y="210"/>
                </a:lnTo>
                <a:lnTo>
                  <a:pt x="270" y="211"/>
                </a:lnTo>
                <a:lnTo>
                  <a:pt x="270" y="212"/>
                </a:lnTo>
                <a:lnTo>
                  <a:pt x="270" y="213"/>
                </a:lnTo>
                <a:lnTo>
                  <a:pt x="269" y="212"/>
                </a:lnTo>
                <a:lnTo>
                  <a:pt x="269" y="213"/>
                </a:lnTo>
                <a:lnTo>
                  <a:pt x="268" y="213"/>
                </a:lnTo>
                <a:lnTo>
                  <a:pt x="268" y="215"/>
                </a:lnTo>
                <a:lnTo>
                  <a:pt x="268" y="216"/>
                </a:lnTo>
                <a:lnTo>
                  <a:pt x="268" y="219"/>
                </a:lnTo>
                <a:lnTo>
                  <a:pt x="268" y="220"/>
                </a:lnTo>
                <a:lnTo>
                  <a:pt x="267" y="221"/>
                </a:lnTo>
                <a:lnTo>
                  <a:pt x="266" y="222"/>
                </a:lnTo>
                <a:lnTo>
                  <a:pt x="266" y="223"/>
                </a:lnTo>
                <a:lnTo>
                  <a:pt x="265" y="223"/>
                </a:lnTo>
                <a:lnTo>
                  <a:pt x="264" y="223"/>
                </a:lnTo>
                <a:lnTo>
                  <a:pt x="264" y="222"/>
                </a:lnTo>
                <a:lnTo>
                  <a:pt x="263" y="222"/>
                </a:lnTo>
                <a:lnTo>
                  <a:pt x="263" y="221"/>
                </a:lnTo>
                <a:lnTo>
                  <a:pt x="262" y="221"/>
                </a:lnTo>
                <a:lnTo>
                  <a:pt x="261" y="222"/>
                </a:lnTo>
                <a:lnTo>
                  <a:pt x="260" y="222"/>
                </a:lnTo>
                <a:lnTo>
                  <a:pt x="259" y="222"/>
                </a:lnTo>
                <a:lnTo>
                  <a:pt x="258" y="223"/>
                </a:lnTo>
                <a:lnTo>
                  <a:pt x="258" y="224"/>
                </a:lnTo>
                <a:lnTo>
                  <a:pt x="257" y="223"/>
                </a:lnTo>
                <a:lnTo>
                  <a:pt x="257" y="222"/>
                </a:lnTo>
                <a:lnTo>
                  <a:pt x="256" y="222"/>
                </a:lnTo>
                <a:lnTo>
                  <a:pt x="255" y="222"/>
                </a:lnTo>
                <a:lnTo>
                  <a:pt x="254" y="222"/>
                </a:lnTo>
                <a:lnTo>
                  <a:pt x="253" y="223"/>
                </a:lnTo>
                <a:lnTo>
                  <a:pt x="253" y="222"/>
                </a:lnTo>
                <a:lnTo>
                  <a:pt x="254" y="222"/>
                </a:lnTo>
                <a:lnTo>
                  <a:pt x="254" y="221"/>
                </a:lnTo>
                <a:lnTo>
                  <a:pt x="255" y="220"/>
                </a:lnTo>
                <a:lnTo>
                  <a:pt x="256" y="220"/>
                </a:lnTo>
                <a:lnTo>
                  <a:pt x="257" y="220"/>
                </a:lnTo>
                <a:lnTo>
                  <a:pt x="259" y="220"/>
                </a:lnTo>
                <a:lnTo>
                  <a:pt x="260" y="220"/>
                </a:lnTo>
                <a:lnTo>
                  <a:pt x="261" y="219"/>
                </a:lnTo>
                <a:lnTo>
                  <a:pt x="262" y="220"/>
                </a:lnTo>
                <a:lnTo>
                  <a:pt x="263" y="220"/>
                </a:lnTo>
                <a:lnTo>
                  <a:pt x="264" y="220"/>
                </a:lnTo>
                <a:lnTo>
                  <a:pt x="264" y="219"/>
                </a:lnTo>
                <a:lnTo>
                  <a:pt x="264" y="218"/>
                </a:lnTo>
                <a:lnTo>
                  <a:pt x="265" y="218"/>
                </a:lnTo>
                <a:lnTo>
                  <a:pt x="265" y="219"/>
                </a:lnTo>
                <a:lnTo>
                  <a:pt x="265" y="220"/>
                </a:lnTo>
                <a:lnTo>
                  <a:pt x="265" y="219"/>
                </a:lnTo>
                <a:lnTo>
                  <a:pt x="266" y="219"/>
                </a:lnTo>
                <a:lnTo>
                  <a:pt x="266" y="218"/>
                </a:lnTo>
                <a:lnTo>
                  <a:pt x="264" y="217"/>
                </a:lnTo>
                <a:lnTo>
                  <a:pt x="263" y="217"/>
                </a:lnTo>
                <a:lnTo>
                  <a:pt x="262" y="217"/>
                </a:lnTo>
                <a:lnTo>
                  <a:pt x="262" y="218"/>
                </a:lnTo>
                <a:lnTo>
                  <a:pt x="263" y="219"/>
                </a:lnTo>
                <a:lnTo>
                  <a:pt x="262" y="219"/>
                </a:lnTo>
                <a:lnTo>
                  <a:pt x="261" y="219"/>
                </a:lnTo>
                <a:lnTo>
                  <a:pt x="260" y="219"/>
                </a:lnTo>
                <a:lnTo>
                  <a:pt x="259" y="220"/>
                </a:lnTo>
                <a:lnTo>
                  <a:pt x="258" y="219"/>
                </a:lnTo>
                <a:lnTo>
                  <a:pt x="257" y="219"/>
                </a:lnTo>
                <a:lnTo>
                  <a:pt x="256" y="219"/>
                </a:lnTo>
                <a:lnTo>
                  <a:pt x="256" y="220"/>
                </a:lnTo>
                <a:lnTo>
                  <a:pt x="254" y="221"/>
                </a:lnTo>
                <a:lnTo>
                  <a:pt x="252" y="222"/>
                </a:lnTo>
                <a:lnTo>
                  <a:pt x="252" y="223"/>
                </a:lnTo>
                <a:lnTo>
                  <a:pt x="253" y="223"/>
                </a:lnTo>
                <a:lnTo>
                  <a:pt x="252" y="223"/>
                </a:lnTo>
                <a:lnTo>
                  <a:pt x="252" y="224"/>
                </a:lnTo>
                <a:lnTo>
                  <a:pt x="251" y="224"/>
                </a:lnTo>
                <a:lnTo>
                  <a:pt x="250" y="224"/>
                </a:lnTo>
                <a:lnTo>
                  <a:pt x="248" y="223"/>
                </a:lnTo>
                <a:lnTo>
                  <a:pt x="247" y="223"/>
                </a:lnTo>
                <a:lnTo>
                  <a:pt x="246" y="223"/>
                </a:lnTo>
                <a:lnTo>
                  <a:pt x="245" y="224"/>
                </a:lnTo>
                <a:lnTo>
                  <a:pt x="244" y="224"/>
                </a:lnTo>
                <a:lnTo>
                  <a:pt x="243" y="225"/>
                </a:lnTo>
                <a:lnTo>
                  <a:pt x="241" y="226"/>
                </a:lnTo>
                <a:lnTo>
                  <a:pt x="239" y="228"/>
                </a:lnTo>
                <a:lnTo>
                  <a:pt x="239" y="229"/>
                </a:lnTo>
                <a:lnTo>
                  <a:pt x="238" y="229"/>
                </a:lnTo>
                <a:lnTo>
                  <a:pt x="237" y="229"/>
                </a:lnTo>
                <a:lnTo>
                  <a:pt x="236" y="230"/>
                </a:lnTo>
                <a:lnTo>
                  <a:pt x="235" y="230"/>
                </a:lnTo>
                <a:lnTo>
                  <a:pt x="234" y="231"/>
                </a:lnTo>
                <a:lnTo>
                  <a:pt x="234" y="232"/>
                </a:lnTo>
                <a:lnTo>
                  <a:pt x="233" y="233"/>
                </a:lnTo>
                <a:lnTo>
                  <a:pt x="232" y="234"/>
                </a:lnTo>
                <a:lnTo>
                  <a:pt x="232" y="235"/>
                </a:lnTo>
                <a:lnTo>
                  <a:pt x="231" y="236"/>
                </a:lnTo>
                <a:lnTo>
                  <a:pt x="230" y="237"/>
                </a:lnTo>
                <a:lnTo>
                  <a:pt x="230" y="236"/>
                </a:lnTo>
                <a:lnTo>
                  <a:pt x="229" y="237"/>
                </a:lnTo>
                <a:lnTo>
                  <a:pt x="228" y="238"/>
                </a:lnTo>
                <a:lnTo>
                  <a:pt x="227" y="239"/>
                </a:lnTo>
                <a:lnTo>
                  <a:pt x="227" y="240"/>
                </a:lnTo>
                <a:lnTo>
                  <a:pt x="227" y="241"/>
                </a:lnTo>
                <a:lnTo>
                  <a:pt x="226" y="241"/>
                </a:lnTo>
                <a:lnTo>
                  <a:pt x="225" y="242"/>
                </a:lnTo>
                <a:lnTo>
                  <a:pt x="224" y="242"/>
                </a:lnTo>
                <a:lnTo>
                  <a:pt x="223" y="242"/>
                </a:lnTo>
                <a:lnTo>
                  <a:pt x="223" y="243"/>
                </a:lnTo>
                <a:lnTo>
                  <a:pt x="222" y="243"/>
                </a:lnTo>
                <a:lnTo>
                  <a:pt x="221" y="245"/>
                </a:lnTo>
                <a:lnTo>
                  <a:pt x="221" y="246"/>
                </a:lnTo>
                <a:lnTo>
                  <a:pt x="220" y="249"/>
                </a:lnTo>
                <a:lnTo>
                  <a:pt x="220" y="250"/>
                </a:lnTo>
                <a:lnTo>
                  <a:pt x="219" y="251"/>
                </a:lnTo>
                <a:lnTo>
                  <a:pt x="219" y="252"/>
                </a:lnTo>
                <a:lnTo>
                  <a:pt x="218" y="255"/>
                </a:lnTo>
                <a:lnTo>
                  <a:pt x="217" y="258"/>
                </a:lnTo>
                <a:lnTo>
                  <a:pt x="217" y="261"/>
                </a:lnTo>
                <a:lnTo>
                  <a:pt x="217" y="262"/>
                </a:lnTo>
                <a:lnTo>
                  <a:pt x="217" y="263"/>
                </a:lnTo>
                <a:lnTo>
                  <a:pt x="216" y="263"/>
                </a:lnTo>
                <a:lnTo>
                  <a:pt x="216" y="262"/>
                </a:lnTo>
                <a:lnTo>
                  <a:pt x="215" y="262"/>
                </a:lnTo>
                <a:lnTo>
                  <a:pt x="216" y="261"/>
                </a:lnTo>
                <a:lnTo>
                  <a:pt x="216" y="260"/>
                </a:lnTo>
                <a:lnTo>
                  <a:pt x="216" y="259"/>
                </a:lnTo>
                <a:lnTo>
                  <a:pt x="215" y="258"/>
                </a:lnTo>
                <a:lnTo>
                  <a:pt x="214" y="258"/>
                </a:lnTo>
                <a:lnTo>
                  <a:pt x="213" y="259"/>
                </a:lnTo>
                <a:lnTo>
                  <a:pt x="213" y="260"/>
                </a:lnTo>
                <a:lnTo>
                  <a:pt x="213" y="261"/>
                </a:lnTo>
                <a:lnTo>
                  <a:pt x="214" y="261"/>
                </a:lnTo>
                <a:lnTo>
                  <a:pt x="214" y="262"/>
                </a:lnTo>
                <a:lnTo>
                  <a:pt x="212" y="262"/>
                </a:lnTo>
                <a:lnTo>
                  <a:pt x="212" y="263"/>
                </a:lnTo>
                <a:lnTo>
                  <a:pt x="212" y="264"/>
                </a:lnTo>
                <a:lnTo>
                  <a:pt x="212" y="263"/>
                </a:lnTo>
                <a:lnTo>
                  <a:pt x="212" y="262"/>
                </a:lnTo>
                <a:lnTo>
                  <a:pt x="213" y="262"/>
                </a:lnTo>
                <a:lnTo>
                  <a:pt x="213" y="263"/>
                </a:lnTo>
                <a:lnTo>
                  <a:pt x="214" y="263"/>
                </a:lnTo>
                <a:lnTo>
                  <a:pt x="215" y="263"/>
                </a:lnTo>
                <a:lnTo>
                  <a:pt x="216" y="263"/>
                </a:lnTo>
                <a:lnTo>
                  <a:pt x="216" y="264"/>
                </a:lnTo>
                <a:lnTo>
                  <a:pt x="215" y="264"/>
                </a:lnTo>
                <a:lnTo>
                  <a:pt x="215" y="265"/>
                </a:lnTo>
                <a:lnTo>
                  <a:pt x="215" y="266"/>
                </a:lnTo>
                <a:lnTo>
                  <a:pt x="214" y="266"/>
                </a:lnTo>
                <a:lnTo>
                  <a:pt x="213" y="267"/>
                </a:lnTo>
                <a:lnTo>
                  <a:pt x="212" y="267"/>
                </a:lnTo>
                <a:lnTo>
                  <a:pt x="212" y="266"/>
                </a:lnTo>
                <a:lnTo>
                  <a:pt x="211" y="266"/>
                </a:lnTo>
                <a:lnTo>
                  <a:pt x="210" y="267"/>
                </a:lnTo>
                <a:lnTo>
                  <a:pt x="210" y="268"/>
                </a:lnTo>
                <a:lnTo>
                  <a:pt x="209" y="268"/>
                </a:lnTo>
                <a:lnTo>
                  <a:pt x="207" y="268"/>
                </a:lnTo>
                <a:lnTo>
                  <a:pt x="207" y="267"/>
                </a:lnTo>
                <a:lnTo>
                  <a:pt x="206" y="267"/>
                </a:lnTo>
                <a:lnTo>
                  <a:pt x="205" y="267"/>
                </a:lnTo>
                <a:lnTo>
                  <a:pt x="204" y="267"/>
                </a:lnTo>
                <a:lnTo>
                  <a:pt x="203" y="267"/>
                </a:lnTo>
                <a:lnTo>
                  <a:pt x="202" y="267"/>
                </a:lnTo>
                <a:lnTo>
                  <a:pt x="202" y="266"/>
                </a:lnTo>
                <a:lnTo>
                  <a:pt x="203" y="265"/>
                </a:lnTo>
                <a:lnTo>
                  <a:pt x="202" y="264"/>
                </a:lnTo>
                <a:lnTo>
                  <a:pt x="203" y="263"/>
                </a:lnTo>
                <a:lnTo>
                  <a:pt x="204" y="264"/>
                </a:lnTo>
                <a:lnTo>
                  <a:pt x="204" y="265"/>
                </a:lnTo>
                <a:lnTo>
                  <a:pt x="205" y="265"/>
                </a:lnTo>
                <a:lnTo>
                  <a:pt x="207" y="265"/>
                </a:lnTo>
                <a:lnTo>
                  <a:pt x="208" y="265"/>
                </a:lnTo>
                <a:lnTo>
                  <a:pt x="210" y="263"/>
                </a:lnTo>
                <a:lnTo>
                  <a:pt x="210" y="262"/>
                </a:lnTo>
                <a:lnTo>
                  <a:pt x="210" y="261"/>
                </a:lnTo>
                <a:lnTo>
                  <a:pt x="211" y="261"/>
                </a:lnTo>
                <a:lnTo>
                  <a:pt x="211" y="260"/>
                </a:lnTo>
                <a:lnTo>
                  <a:pt x="212" y="259"/>
                </a:lnTo>
                <a:lnTo>
                  <a:pt x="211" y="259"/>
                </a:lnTo>
                <a:lnTo>
                  <a:pt x="210" y="258"/>
                </a:lnTo>
                <a:lnTo>
                  <a:pt x="209" y="258"/>
                </a:lnTo>
                <a:lnTo>
                  <a:pt x="210" y="258"/>
                </a:lnTo>
                <a:lnTo>
                  <a:pt x="210" y="259"/>
                </a:lnTo>
                <a:lnTo>
                  <a:pt x="209" y="260"/>
                </a:lnTo>
                <a:lnTo>
                  <a:pt x="208" y="260"/>
                </a:lnTo>
                <a:lnTo>
                  <a:pt x="207" y="260"/>
                </a:lnTo>
                <a:lnTo>
                  <a:pt x="207" y="259"/>
                </a:lnTo>
                <a:lnTo>
                  <a:pt x="207" y="260"/>
                </a:lnTo>
                <a:lnTo>
                  <a:pt x="206" y="260"/>
                </a:lnTo>
                <a:lnTo>
                  <a:pt x="205" y="260"/>
                </a:lnTo>
                <a:lnTo>
                  <a:pt x="204" y="261"/>
                </a:lnTo>
                <a:lnTo>
                  <a:pt x="204" y="262"/>
                </a:lnTo>
                <a:lnTo>
                  <a:pt x="203" y="262"/>
                </a:lnTo>
                <a:lnTo>
                  <a:pt x="202" y="263"/>
                </a:lnTo>
                <a:lnTo>
                  <a:pt x="201" y="263"/>
                </a:lnTo>
                <a:lnTo>
                  <a:pt x="198" y="263"/>
                </a:lnTo>
                <a:lnTo>
                  <a:pt x="197" y="263"/>
                </a:lnTo>
                <a:lnTo>
                  <a:pt x="196" y="263"/>
                </a:lnTo>
                <a:lnTo>
                  <a:pt x="195" y="263"/>
                </a:lnTo>
                <a:lnTo>
                  <a:pt x="194" y="263"/>
                </a:lnTo>
                <a:lnTo>
                  <a:pt x="193" y="263"/>
                </a:lnTo>
                <a:lnTo>
                  <a:pt x="191" y="264"/>
                </a:lnTo>
                <a:lnTo>
                  <a:pt x="189" y="265"/>
                </a:lnTo>
                <a:lnTo>
                  <a:pt x="188" y="265"/>
                </a:lnTo>
                <a:lnTo>
                  <a:pt x="188" y="266"/>
                </a:lnTo>
                <a:lnTo>
                  <a:pt x="187" y="266"/>
                </a:lnTo>
                <a:lnTo>
                  <a:pt x="186" y="267"/>
                </a:lnTo>
                <a:lnTo>
                  <a:pt x="185" y="268"/>
                </a:lnTo>
                <a:lnTo>
                  <a:pt x="184" y="268"/>
                </a:lnTo>
                <a:lnTo>
                  <a:pt x="183" y="268"/>
                </a:lnTo>
                <a:lnTo>
                  <a:pt x="182" y="269"/>
                </a:lnTo>
                <a:lnTo>
                  <a:pt x="181" y="269"/>
                </a:lnTo>
                <a:lnTo>
                  <a:pt x="180" y="269"/>
                </a:lnTo>
                <a:lnTo>
                  <a:pt x="180" y="267"/>
                </a:lnTo>
                <a:lnTo>
                  <a:pt x="179" y="266"/>
                </a:lnTo>
                <a:lnTo>
                  <a:pt x="178" y="266"/>
                </a:lnTo>
                <a:lnTo>
                  <a:pt x="177" y="266"/>
                </a:lnTo>
                <a:lnTo>
                  <a:pt x="176" y="266"/>
                </a:lnTo>
                <a:lnTo>
                  <a:pt x="174" y="267"/>
                </a:lnTo>
                <a:lnTo>
                  <a:pt x="173" y="268"/>
                </a:lnTo>
                <a:lnTo>
                  <a:pt x="172" y="269"/>
                </a:lnTo>
                <a:lnTo>
                  <a:pt x="171" y="270"/>
                </a:lnTo>
                <a:lnTo>
                  <a:pt x="170" y="271"/>
                </a:lnTo>
                <a:lnTo>
                  <a:pt x="169" y="274"/>
                </a:lnTo>
                <a:lnTo>
                  <a:pt x="169" y="275"/>
                </a:lnTo>
                <a:lnTo>
                  <a:pt x="169" y="276"/>
                </a:lnTo>
                <a:lnTo>
                  <a:pt x="169" y="278"/>
                </a:lnTo>
                <a:lnTo>
                  <a:pt x="168" y="279"/>
                </a:lnTo>
                <a:lnTo>
                  <a:pt x="167" y="280"/>
                </a:lnTo>
                <a:lnTo>
                  <a:pt x="167" y="282"/>
                </a:lnTo>
                <a:lnTo>
                  <a:pt x="167" y="283"/>
                </a:lnTo>
                <a:lnTo>
                  <a:pt x="167" y="284"/>
                </a:lnTo>
                <a:lnTo>
                  <a:pt x="167" y="285"/>
                </a:lnTo>
                <a:lnTo>
                  <a:pt x="168" y="285"/>
                </a:lnTo>
                <a:lnTo>
                  <a:pt x="169" y="285"/>
                </a:lnTo>
                <a:lnTo>
                  <a:pt x="170" y="285"/>
                </a:lnTo>
                <a:lnTo>
                  <a:pt x="168" y="286"/>
                </a:lnTo>
                <a:lnTo>
                  <a:pt x="168" y="285"/>
                </a:lnTo>
                <a:lnTo>
                  <a:pt x="167" y="285"/>
                </a:lnTo>
                <a:lnTo>
                  <a:pt x="167" y="286"/>
                </a:lnTo>
                <a:lnTo>
                  <a:pt x="167" y="287"/>
                </a:lnTo>
                <a:lnTo>
                  <a:pt x="165" y="287"/>
                </a:lnTo>
                <a:lnTo>
                  <a:pt x="165" y="286"/>
                </a:lnTo>
                <a:lnTo>
                  <a:pt x="165" y="285"/>
                </a:lnTo>
                <a:lnTo>
                  <a:pt x="165" y="284"/>
                </a:lnTo>
                <a:lnTo>
                  <a:pt x="164" y="283"/>
                </a:lnTo>
                <a:lnTo>
                  <a:pt x="163" y="284"/>
                </a:lnTo>
                <a:lnTo>
                  <a:pt x="163" y="285"/>
                </a:lnTo>
                <a:lnTo>
                  <a:pt x="162" y="285"/>
                </a:lnTo>
                <a:lnTo>
                  <a:pt x="161" y="285"/>
                </a:lnTo>
                <a:lnTo>
                  <a:pt x="160" y="285"/>
                </a:lnTo>
                <a:lnTo>
                  <a:pt x="160" y="286"/>
                </a:lnTo>
                <a:lnTo>
                  <a:pt x="160" y="287"/>
                </a:lnTo>
                <a:lnTo>
                  <a:pt x="161" y="287"/>
                </a:lnTo>
                <a:lnTo>
                  <a:pt x="162" y="288"/>
                </a:lnTo>
                <a:lnTo>
                  <a:pt x="163" y="287"/>
                </a:lnTo>
                <a:lnTo>
                  <a:pt x="163" y="286"/>
                </a:lnTo>
                <a:lnTo>
                  <a:pt x="164" y="286"/>
                </a:lnTo>
                <a:lnTo>
                  <a:pt x="164" y="285"/>
                </a:lnTo>
                <a:lnTo>
                  <a:pt x="163" y="285"/>
                </a:lnTo>
                <a:lnTo>
                  <a:pt x="164" y="284"/>
                </a:lnTo>
                <a:lnTo>
                  <a:pt x="164" y="285"/>
                </a:lnTo>
                <a:lnTo>
                  <a:pt x="164" y="286"/>
                </a:lnTo>
                <a:lnTo>
                  <a:pt x="164" y="287"/>
                </a:lnTo>
                <a:lnTo>
                  <a:pt x="165" y="287"/>
                </a:lnTo>
                <a:lnTo>
                  <a:pt x="167" y="287"/>
                </a:lnTo>
                <a:lnTo>
                  <a:pt x="168" y="287"/>
                </a:lnTo>
                <a:lnTo>
                  <a:pt x="169" y="287"/>
                </a:lnTo>
                <a:lnTo>
                  <a:pt x="170" y="288"/>
                </a:lnTo>
                <a:lnTo>
                  <a:pt x="170" y="289"/>
                </a:lnTo>
                <a:lnTo>
                  <a:pt x="170" y="290"/>
                </a:lnTo>
                <a:lnTo>
                  <a:pt x="170" y="291"/>
                </a:lnTo>
                <a:lnTo>
                  <a:pt x="169" y="291"/>
                </a:lnTo>
                <a:lnTo>
                  <a:pt x="168" y="291"/>
                </a:lnTo>
                <a:lnTo>
                  <a:pt x="168" y="292"/>
                </a:lnTo>
                <a:lnTo>
                  <a:pt x="169" y="292"/>
                </a:lnTo>
                <a:lnTo>
                  <a:pt x="169" y="293"/>
                </a:lnTo>
                <a:lnTo>
                  <a:pt x="168" y="294"/>
                </a:lnTo>
                <a:lnTo>
                  <a:pt x="167" y="294"/>
                </a:lnTo>
                <a:lnTo>
                  <a:pt x="167" y="293"/>
                </a:lnTo>
                <a:lnTo>
                  <a:pt x="166" y="293"/>
                </a:lnTo>
                <a:lnTo>
                  <a:pt x="165" y="293"/>
                </a:lnTo>
                <a:lnTo>
                  <a:pt x="165" y="294"/>
                </a:lnTo>
                <a:lnTo>
                  <a:pt x="165" y="295"/>
                </a:lnTo>
                <a:lnTo>
                  <a:pt x="166" y="295"/>
                </a:lnTo>
                <a:lnTo>
                  <a:pt x="166" y="296"/>
                </a:lnTo>
                <a:lnTo>
                  <a:pt x="166" y="297"/>
                </a:lnTo>
                <a:lnTo>
                  <a:pt x="164" y="297"/>
                </a:lnTo>
                <a:lnTo>
                  <a:pt x="163" y="295"/>
                </a:lnTo>
                <a:lnTo>
                  <a:pt x="163" y="294"/>
                </a:lnTo>
                <a:lnTo>
                  <a:pt x="163" y="293"/>
                </a:lnTo>
                <a:lnTo>
                  <a:pt x="164" y="293"/>
                </a:lnTo>
                <a:lnTo>
                  <a:pt x="163" y="292"/>
                </a:lnTo>
                <a:lnTo>
                  <a:pt x="162" y="291"/>
                </a:lnTo>
                <a:lnTo>
                  <a:pt x="161" y="291"/>
                </a:lnTo>
                <a:lnTo>
                  <a:pt x="160" y="291"/>
                </a:lnTo>
                <a:lnTo>
                  <a:pt x="159" y="291"/>
                </a:lnTo>
                <a:lnTo>
                  <a:pt x="158" y="292"/>
                </a:lnTo>
                <a:lnTo>
                  <a:pt x="156" y="292"/>
                </a:lnTo>
                <a:lnTo>
                  <a:pt x="154" y="292"/>
                </a:lnTo>
                <a:lnTo>
                  <a:pt x="154" y="293"/>
                </a:lnTo>
                <a:lnTo>
                  <a:pt x="152" y="294"/>
                </a:lnTo>
                <a:lnTo>
                  <a:pt x="151" y="294"/>
                </a:lnTo>
                <a:lnTo>
                  <a:pt x="151" y="295"/>
                </a:lnTo>
                <a:lnTo>
                  <a:pt x="151" y="296"/>
                </a:lnTo>
                <a:lnTo>
                  <a:pt x="151" y="297"/>
                </a:lnTo>
                <a:lnTo>
                  <a:pt x="151" y="298"/>
                </a:lnTo>
                <a:lnTo>
                  <a:pt x="152" y="298"/>
                </a:lnTo>
                <a:lnTo>
                  <a:pt x="153" y="300"/>
                </a:lnTo>
                <a:lnTo>
                  <a:pt x="153" y="301"/>
                </a:lnTo>
                <a:lnTo>
                  <a:pt x="151" y="300"/>
                </a:lnTo>
                <a:lnTo>
                  <a:pt x="151" y="299"/>
                </a:lnTo>
                <a:lnTo>
                  <a:pt x="151" y="300"/>
                </a:lnTo>
                <a:lnTo>
                  <a:pt x="150" y="301"/>
                </a:lnTo>
                <a:lnTo>
                  <a:pt x="150" y="300"/>
                </a:lnTo>
                <a:lnTo>
                  <a:pt x="149" y="300"/>
                </a:lnTo>
                <a:lnTo>
                  <a:pt x="148" y="300"/>
                </a:lnTo>
                <a:lnTo>
                  <a:pt x="147" y="300"/>
                </a:lnTo>
                <a:lnTo>
                  <a:pt x="147" y="301"/>
                </a:lnTo>
                <a:lnTo>
                  <a:pt x="147" y="302"/>
                </a:lnTo>
                <a:lnTo>
                  <a:pt x="146" y="302"/>
                </a:lnTo>
                <a:lnTo>
                  <a:pt x="146" y="303"/>
                </a:lnTo>
                <a:lnTo>
                  <a:pt x="144" y="301"/>
                </a:lnTo>
                <a:lnTo>
                  <a:pt x="144" y="300"/>
                </a:lnTo>
                <a:lnTo>
                  <a:pt x="145" y="300"/>
                </a:lnTo>
                <a:lnTo>
                  <a:pt x="145" y="299"/>
                </a:lnTo>
                <a:lnTo>
                  <a:pt x="145" y="298"/>
                </a:lnTo>
                <a:lnTo>
                  <a:pt x="146" y="297"/>
                </a:lnTo>
                <a:lnTo>
                  <a:pt x="146" y="296"/>
                </a:lnTo>
                <a:lnTo>
                  <a:pt x="145" y="296"/>
                </a:lnTo>
                <a:lnTo>
                  <a:pt x="144" y="296"/>
                </a:lnTo>
                <a:lnTo>
                  <a:pt x="144" y="295"/>
                </a:lnTo>
                <a:lnTo>
                  <a:pt x="143" y="295"/>
                </a:lnTo>
                <a:lnTo>
                  <a:pt x="143" y="294"/>
                </a:lnTo>
                <a:lnTo>
                  <a:pt x="142" y="294"/>
                </a:lnTo>
                <a:lnTo>
                  <a:pt x="141" y="294"/>
                </a:lnTo>
                <a:lnTo>
                  <a:pt x="142" y="293"/>
                </a:lnTo>
                <a:lnTo>
                  <a:pt x="143" y="293"/>
                </a:lnTo>
                <a:lnTo>
                  <a:pt x="144" y="293"/>
                </a:lnTo>
                <a:lnTo>
                  <a:pt x="144" y="292"/>
                </a:lnTo>
                <a:lnTo>
                  <a:pt x="145" y="292"/>
                </a:lnTo>
                <a:lnTo>
                  <a:pt x="146" y="291"/>
                </a:lnTo>
                <a:lnTo>
                  <a:pt x="145" y="290"/>
                </a:lnTo>
                <a:lnTo>
                  <a:pt x="145" y="289"/>
                </a:lnTo>
                <a:lnTo>
                  <a:pt x="144" y="289"/>
                </a:lnTo>
                <a:lnTo>
                  <a:pt x="144" y="290"/>
                </a:lnTo>
                <a:lnTo>
                  <a:pt x="144" y="291"/>
                </a:lnTo>
                <a:lnTo>
                  <a:pt x="143" y="292"/>
                </a:lnTo>
                <a:lnTo>
                  <a:pt x="142" y="292"/>
                </a:lnTo>
                <a:lnTo>
                  <a:pt x="141" y="292"/>
                </a:lnTo>
                <a:lnTo>
                  <a:pt x="140" y="293"/>
                </a:lnTo>
                <a:lnTo>
                  <a:pt x="140" y="294"/>
                </a:lnTo>
                <a:lnTo>
                  <a:pt x="141" y="294"/>
                </a:lnTo>
                <a:lnTo>
                  <a:pt x="141" y="296"/>
                </a:lnTo>
                <a:lnTo>
                  <a:pt x="141" y="297"/>
                </a:lnTo>
                <a:lnTo>
                  <a:pt x="140" y="296"/>
                </a:lnTo>
                <a:lnTo>
                  <a:pt x="139" y="295"/>
                </a:lnTo>
                <a:lnTo>
                  <a:pt x="139" y="294"/>
                </a:lnTo>
                <a:lnTo>
                  <a:pt x="138" y="294"/>
                </a:lnTo>
                <a:lnTo>
                  <a:pt x="137" y="294"/>
                </a:lnTo>
                <a:lnTo>
                  <a:pt x="136" y="295"/>
                </a:lnTo>
                <a:lnTo>
                  <a:pt x="136" y="296"/>
                </a:lnTo>
                <a:lnTo>
                  <a:pt x="135" y="296"/>
                </a:lnTo>
                <a:lnTo>
                  <a:pt x="135" y="297"/>
                </a:lnTo>
                <a:lnTo>
                  <a:pt x="134" y="297"/>
                </a:lnTo>
                <a:lnTo>
                  <a:pt x="134" y="298"/>
                </a:lnTo>
                <a:lnTo>
                  <a:pt x="134" y="299"/>
                </a:lnTo>
                <a:lnTo>
                  <a:pt x="133" y="299"/>
                </a:lnTo>
                <a:lnTo>
                  <a:pt x="132" y="299"/>
                </a:lnTo>
                <a:lnTo>
                  <a:pt x="131" y="298"/>
                </a:lnTo>
                <a:lnTo>
                  <a:pt x="131" y="297"/>
                </a:lnTo>
                <a:lnTo>
                  <a:pt x="131" y="296"/>
                </a:lnTo>
                <a:lnTo>
                  <a:pt x="132" y="296"/>
                </a:lnTo>
                <a:lnTo>
                  <a:pt x="133" y="295"/>
                </a:lnTo>
                <a:lnTo>
                  <a:pt x="134" y="295"/>
                </a:lnTo>
                <a:lnTo>
                  <a:pt x="134" y="294"/>
                </a:lnTo>
                <a:lnTo>
                  <a:pt x="133" y="294"/>
                </a:lnTo>
                <a:lnTo>
                  <a:pt x="132" y="293"/>
                </a:lnTo>
                <a:lnTo>
                  <a:pt x="133" y="293"/>
                </a:lnTo>
                <a:lnTo>
                  <a:pt x="134" y="293"/>
                </a:lnTo>
                <a:lnTo>
                  <a:pt x="134" y="292"/>
                </a:lnTo>
                <a:lnTo>
                  <a:pt x="135" y="292"/>
                </a:lnTo>
                <a:lnTo>
                  <a:pt x="134" y="290"/>
                </a:lnTo>
                <a:lnTo>
                  <a:pt x="134" y="289"/>
                </a:lnTo>
                <a:lnTo>
                  <a:pt x="133" y="289"/>
                </a:lnTo>
                <a:lnTo>
                  <a:pt x="133" y="288"/>
                </a:lnTo>
                <a:lnTo>
                  <a:pt x="131" y="287"/>
                </a:lnTo>
                <a:lnTo>
                  <a:pt x="130" y="286"/>
                </a:lnTo>
                <a:lnTo>
                  <a:pt x="129" y="286"/>
                </a:lnTo>
                <a:lnTo>
                  <a:pt x="127" y="285"/>
                </a:lnTo>
                <a:lnTo>
                  <a:pt x="126" y="285"/>
                </a:lnTo>
                <a:lnTo>
                  <a:pt x="124" y="285"/>
                </a:lnTo>
                <a:lnTo>
                  <a:pt x="120" y="285"/>
                </a:lnTo>
                <a:lnTo>
                  <a:pt x="118" y="285"/>
                </a:lnTo>
                <a:lnTo>
                  <a:pt x="116" y="285"/>
                </a:lnTo>
                <a:lnTo>
                  <a:pt x="115" y="285"/>
                </a:lnTo>
                <a:lnTo>
                  <a:pt x="114" y="285"/>
                </a:lnTo>
                <a:lnTo>
                  <a:pt x="113" y="285"/>
                </a:lnTo>
                <a:lnTo>
                  <a:pt x="112" y="285"/>
                </a:lnTo>
                <a:lnTo>
                  <a:pt x="111" y="285"/>
                </a:lnTo>
                <a:lnTo>
                  <a:pt x="111" y="284"/>
                </a:lnTo>
                <a:lnTo>
                  <a:pt x="110" y="284"/>
                </a:lnTo>
                <a:lnTo>
                  <a:pt x="109" y="283"/>
                </a:lnTo>
                <a:lnTo>
                  <a:pt x="108" y="283"/>
                </a:lnTo>
                <a:lnTo>
                  <a:pt x="106" y="283"/>
                </a:lnTo>
                <a:lnTo>
                  <a:pt x="105" y="283"/>
                </a:lnTo>
                <a:lnTo>
                  <a:pt x="104" y="283"/>
                </a:lnTo>
                <a:lnTo>
                  <a:pt x="101" y="284"/>
                </a:lnTo>
                <a:lnTo>
                  <a:pt x="100" y="284"/>
                </a:lnTo>
                <a:lnTo>
                  <a:pt x="99" y="284"/>
                </a:lnTo>
                <a:lnTo>
                  <a:pt x="98" y="285"/>
                </a:lnTo>
                <a:lnTo>
                  <a:pt x="97" y="285"/>
                </a:lnTo>
                <a:lnTo>
                  <a:pt x="96" y="284"/>
                </a:lnTo>
                <a:lnTo>
                  <a:pt x="94" y="285"/>
                </a:lnTo>
                <a:lnTo>
                  <a:pt x="93" y="285"/>
                </a:lnTo>
                <a:lnTo>
                  <a:pt x="91" y="286"/>
                </a:lnTo>
                <a:lnTo>
                  <a:pt x="90" y="286"/>
                </a:lnTo>
                <a:lnTo>
                  <a:pt x="89" y="287"/>
                </a:lnTo>
                <a:lnTo>
                  <a:pt x="88" y="287"/>
                </a:lnTo>
                <a:lnTo>
                  <a:pt x="87" y="287"/>
                </a:lnTo>
                <a:lnTo>
                  <a:pt x="86" y="286"/>
                </a:lnTo>
                <a:lnTo>
                  <a:pt x="85" y="286"/>
                </a:lnTo>
                <a:lnTo>
                  <a:pt x="84" y="286"/>
                </a:lnTo>
                <a:lnTo>
                  <a:pt x="83" y="285"/>
                </a:lnTo>
                <a:lnTo>
                  <a:pt x="82" y="283"/>
                </a:lnTo>
                <a:lnTo>
                  <a:pt x="83" y="282"/>
                </a:lnTo>
                <a:lnTo>
                  <a:pt x="83" y="281"/>
                </a:lnTo>
                <a:lnTo>
                  <a:pt x="82" y="280"/>
                </a:lnTo>
                <a:lnTo>
                  <a:pt x="81" y="279"/>
                </a:lnTo>
                <a:lnTo>
                  <a:pt x="80" y="279"/>
                </a:lnTo>
                <a:lnTo>
                  <a:pt x="79" y="279"/>
                </a:lnTo>
                <a:lnTo>
                  <a:pt x="79" y="278"/>
                </a:lnTo>
                <a:lnTo>
                  <a:pt x="78" y="278"/>
                </a:lnTo>
                <a:lnTo>
                  <a:pt x="77" y="277"/>
                </a:lnTo>
                <a:lnTo>
                  <a:pt x="76" y="276"/>
                </a:lnTo>
                <a:lnTo>
                  <a:pt x="75" y="276"/>
                </a:lnTo>
                <a:lnTo>
                  <a:pt x="74" y="276"/>
                </a:lnTo>
                <a:lnTo>
                  <a:pt x="73" y="275"/>
                </a:lnTo>
                <a:lnTo>
                  <a:pt x="70" y="275"/>
                </a:lnTo>
                <a:lnTo>
                  <a:pt x="69" y="275"/>
                </a:lnTo>
                <a:lnTo>
                  <a:pt x="68" y="276"/>
                </a:lnTo>
                <a:lnTo>
                  <a:pt x="66" y="276"/>
                </a:lnTo>
                <a:lnTo>
                  <a:pt x="63" y="277"/>
                </a:lnTo>
                <a:lnTo>
                  <a:pt x="62" y="277"/>
                </a:lnTo>
                <a:lnTo>
                  <a:pt x="60" y="277"/>
                </a:lnTo>
                <a:lnTo>
                  <a:pt x="59" y="277"/>
                </a:lnTo>
                <a:lnTo>
                  <a:pt x="58" y="275"/>
                </a:lnTo>
                <a:lnTo>
                  <a:pt x="57" y="275"/>
                </a:lnTo>
                <a:lnTo>
                  <a:pt x="57" y="274"/>
                </a:lnTo>
                <a:lnTo>
                  <a:pt x="56" y="274"/>
                </a:lnTo>
                <a:lnTo>
                  <a:pt x="56" y="273"/>
                </a:lnTo>
                <a:lnTo>
                  <a:pt x="55" y="272"/>
                </a:lnTo>
                <a:lnTo>
                  <a:pt x="54" y="271"/>
                </a:lnTo>
                <a:lnTo>
                  <a:pt x="53" y="271"/>
                </a:lnTo>
                <a:lnTo>
                  <a:pt x="52" y="270"/>
                </a:lnTo>
                <a:lnTo>
                  <a:pt x="51" y="270"/>
                </a:lnTo>
                <a:lnTo>
                  <a:pt x="50" y="270"/>
                </a:lnTo>
                <a:lnTo>
                  <a:pt x="48" y="269"/>
                </a:lnTo>
                <a:lnTo>
                  <a:pt x="47" y="269"/>
                </a:lnTo>
                <a:lnTo>
                  <a:pt x="46" y="269"/>
                </a:lnTo>
                <a:lnTo>
                  <a:pt x="44" y="269"/>
                </a:lnTo>
                <a:lnTo>
                  <a:pt x="43" y="269"/>
                </a:lnTo>
                <a:lnTo>
                  <a:pt x="41" y="268"/>
                </a:lnTo>
                <a:lnTo>
                  <a:pt x="40" y="268"/>
                </a:lnTo>
                <a:lnTo>
                  <a:pt x="40" y="267"/>
                </a:lnTo>
                <a:lnTo>
                  <a:pt x="41" y="267"/>
                </a:lnTo>
                <a:lnTo>
                  <a:pt x="41" y="266"/>
                </a:lnTo>
                <a:lnTo>
                  <a:pt x="40" y="266"/>
                </a:lnTo>
                <a:lnTo>
                  <a:pt x="40" y="267"/>
                </a:lnTo>
                <a:lnTo>
                  <a:pt x="39" y="267"/>
                </a:lnTo>
                <a:lnTo>
                  <a:pt x="39" y="266"/>
                </a:lnTo>
                <a:lnTo>
                  <a:pt x="38" y="265"/>
                </a:lnTo>
                <a:lnTo>
                  <a:pt x="37" y="264"/>
                </a:lnTo>
                <a:lnTo>
                  <a:pt x="36" y="263"/>
                </a:lnTo>
                <a:lnTo>
                  <a:pt x="35" y="262"/>
                </a:lnTo>
                <a:lnTo>
                  <a:pt x="33" y="262"/>
                </a:lnTo>
                <a:lnTo>
                  <a:pt x="29" y="260"/>
                </a:lnTo>
                <a:lnTo>
                  <a:pt x="26" y="260"/>
                </a:lnTo>
                <a:lnTo>
                  <a:pt x="25" y="260"/>
                </a:lnTo>
                <a:lnTo>
                  <a:pt x="24" y="260"/>
                </a:lnTo>
                <a:lnTo>
                  <a:pt x="22" y="259"/>
                </a:lnTo>
                <a:lnTo>
                  <a:pt x="18" y="259"/>
                </a:lnTo>
                <a:lnTo>
                  <a:pt x="17" y="259"/>
                </a:lnTo>
                <a:lnTo>
                  <a:pt x="16" y="259"/>
                </a:lnTo>
                <a:lnTo>
                  <a:pt x="15" y="258"/>
                </a:lnTo>
                <a:lnTo>
                  <a:pt x="14" y="258"/>
                </a:lnTo>
                <a:lnTo>
                  <a:pt x="14" y="256"/>
                </a:lnTo>
                <a:lnTo>
                  <a:pt x="13" y="256"/>
                </a:lnTo>
                <a:lnTo>
                  <a:pt x="14" y="255"/>
                </a:lnTo>
                <a:lnTo>
                  <a:pt x="13" y="255"/>
                </a:lnTo>
                <a:lnTo>
                  <a:pt x="13" y="254"/>
                </a:lnTo>
                <a:lnTo>
                  <a:pt x="13" y="253"/>
                </a:lnTo>
                <a:lnTo>
                  <a:pt x="12" y="252"/>
                </a:lnTo>
                <a:lnTo>
                  <a:pt x="12" y="251"/>
                </a:lnTo>
                <a:lnTo>
                  <a:pt x="12" y="248"/>
                </a:lnTo>
                <a:lnTo>
                  <a:pt x="13" y="248"/>
                </a:lnTo>
                <a:lnTo>
                  <a:pt x="13" y="247"/>
                </a:lnTo>
                <a:lnTo>
                  <a:pt x="13" y="246"/>
                </a:lnTo>
                <a:lnTo>
                  <a:pt x="14" y="245"/>
                </a:lnTo>
                <a:lnTo>
                  <a:pt x="14" y="244"/>
                </a:lnTo>
                <a:lnTo>
                  <a:pt x="15" y="242"/>
                </a:lnTo>
                <a:lnTo>
                  <a:pt x="15" y="240"/>
                </a:lnTo>
                <a:lnTo>
                  <a:pt x="15" y="238"/>
                </a:lnTo>
                <a:lnTo>
                  <a:pt x="15" y="237"/>
                </a:lnTo>
                <a:lnTo>
                  <a:pt x="15" y="236"/>
                </a:lnTo>
                <a:lnTo>
                  <a:pt x="15" y="235"/>
                </a:lnTo>
                <a:lnTo>
                  <a:pt x="15" y="234"/>
                </a:lnTo>
                <a:lnTo>
                  <a:pt x="15" y="233"/>
                </a:lnTo>
                <a:lnTo>
                  <a:pt x="15" y="232"/>
                </a:lnTo>
                <a:lnTo>
                  <a:pt x="14" y="231"/>
                </a:lnTo>
                <a:lnTo>
                  <a:pt x="14" y="232"/>
                </a:lnTo>
                <a:lnTo>
                  <a:pt x="14" y="231"/>
                </a:lnTo>
                <a:lnTo>
                  <a:pt x="15" y="230"/>
                </a:lnTo>
                <a:lnTo>
                  <a:pt x="15" y="229"/>
                </a:lnTo>
                <a:lnTo>
                  <a:pt x="15" y="228"/>
                </a:lnTo>
                <a:lnTo>
                  <a:pt x="14" y="227"/>
                </a:lnTo>
                <a:lnTo>
                  <a:pt x="14" y="226"/>
                </a:lnTo>
                <a:lnTo>
                  <a:pt x="14" y="225"/>
                </a:lnTo>
                <a:lnTo>
                  <a:pt x="14" y="224"/>
                </a:lnTo>
                <a:lnTo>
                  <a:pt x="14" y="223"/>
                </a:lnTo>
                <a:lnTo>
                  <a:pt x="13" y="222"/>
                </a:lnTo>
                <a:lnTo>
                  <a:pt x="12" y="221"/>
                </a:lnTo>
                <a:lnTo>
                  <a:pt x="11" y="217"/>
                </a:lnTo>
                <a:lnTo>
                  <a:pt x="10" y="216"/>
                </a:lnTo>
                <a:lnTo>
                  <a:pt x="9" y="215"/>
                </a:lnTo>
                <a:lnTo>
                  <a:pt x="9" y="214"/>
                </a:lnTo>
                <a:lnTo>
                  <a:pt x="8" y="213"/>
                </a:lnTo>
                <a:lnTo>
                  <a:pt x="7" y="212"/>
                </a:lnTo>
                <a:lnTo>
                  <a:pt x="6" y="212"/>
                </a:lnTo>
                <a:lnTo>
                  <a:pt x="5" y="211"/>
                </a:lnTo>
                <a:lnTo>
                  <a:pt x="4" y="211"/>
                </a:lnTo>
                <a:lnTo>
                  <a:pt x="3" y="211"/>
                </a:lnTo>
                <a:lnTo>
                  <a:pt x="3" y="209"/>
                </a:lnTo>
                <a:lnTo>
                  <a:pt x="3" y="208"/>
                </a:lnTo>
                <a:lnTo>
                  <a:pt x="3" y="207"/>
                </a:lnTo>
                <a:lnTo>
                  <a:pt x="4" y="206"/>
                </a:lnTo>
                <a:lnTo>
                  <a:pt x="5" y="206"/>
                </a:lnTo>
                <a:lnTo>
                  <a:pt x="5" y="205"/>
                </a:lnTo>
                <a:lnTo>
                  <a:pt x="4" y="205"/>
                </a:lnTo>
                <a:lnTo>
                  <a:pt x="5" y="204"/>
                </a:lnTo>
                <a:lnTo>
                  <a:pt x="5" y="203"/>
                </a:lnTo>
                <a:lnTo>
                  <a:pt x="6" y="202"/>
                </a:lnTo>
                <a:lnTo>
                  <a:pt x="7" y="200"/>
                </a:lnTo>
                <a:lnTo>
                  <a:pt x="7" y="199"/>
                </a:lnTo>
                <a:lnTo>
                  <a:pt x="7" y="198"/>
                </a:lnTo>
                <a:lnTo>
                  <a:pt x="7" y="197"/>
                </a:lnTo>
                <a:lnTo>
                  <a:pt x="7" y="195"/>
                </a:lnTo>
                <a:lnTo>
                  <a:pt x="7" y="194"/>
                </a:lnTo>
                <a:lnTo>
                  <a:pt x="7" y="193"/>
                </a:lnTo>
                <a:lnTo>
                  <a:pt x="6" y="192"/>
                </a:lnTo>
                <a:lnTo>
                  <a:pt x="6" y="191"/>
                </a:lnTo>
                <a:lnTo>
                  <a:pt x="5" y="190"/>
                </a:lnTo>
                <a:lnTo>
                  <a:pt x="5" y="189"/>
                </a:lnTo>
                <a:lnTo>
                  <a:pt x="6" y="189"/>
                </a:lnTo>
                <a:lnTo>
                  <a:pt x="6" y="187"/>
                </a:lnTo>
                <a:lnTo>
                  <a:pt x="5" y="186"/>
                </a:lnTo>
                <a:lnTo>
                  <a:pt x="5" y="185"/>
                </a:lnTo>
                <a:lnTo>
                  <a:pt x="5" y="184"/>
                </a:lnTo>
                <a:lnTo>
                  <a:pt x="4" y="183"/>
                </a:lnTo>
                <a:lnTo>
                  <a:pt x="3" y="181"/>
                </a:lnTo>
                <a:lnTo>
                  <a:pt x="3" y="180"/>
                </a:lnTo>
                <a:lnTo>
                  <a:pt x="3" y="179"/>
                </a:lnTo>
                <a:lnTo>
                  <a:pt x="2" y="176"/>
                </a:lnTo>
                <a:lnTo>
                  <a:pt x="2" y="175"/>
                </a:lnTo>
                <a:lnTo>
                  <a:pt x="2" y="174"/>
                </a:lnTo>
                <a:lnTo>
                  <a:pt x="1" y="174"/>
                </a:lnTo>
                <a:lnTo>
                  <a:pt x="1" y="173"/>
                </a:lnTo>
                <a:lnTo>
                  <a:pt x="0" y="172"/>
                </a:lnTo>
                <a:lnTo>
                  <a:pt x="0" y="171"/>
                </a:lnTo>
                <a:lnTo>
                  <a:pt x="1" y="171"/>
                </a:lnTo>
                <a:lnTo>
                  <a:pt x="2" y="170"/>
                </a:lnTo>
                <a:lnTo>
                  <a:pt x="3" y="169"/>
                </a:lnTo>
                <a:lnTo>
                  <a:pt x="4" y="169"/>
                </a:lnTo>
                <a:lnTo>
                  <a:pt x="5" y="167"/>
                </a:lnTo>
                <a:lnTo>
                  <a:pt x="6" y="166"/>
                </a:lnTo>
                <a:lnTo>
                  <a:pt x="7" y="164"/>
                </a:lnTo>
                <a:lnTo>
                  <a:pt x="7" y="163"/>
                </a:lnTo>
                <a:lnTo>
                  <a:pt x="8" y="163"/>
                </a:lnTo>
                <a:lnTo>
                  <a:pt x="8" y="162"/>
                </a:lnTo>
                <a:lnTo>
                  <a:pt x="8" y="161"/>
                </a:lnTo>
                <a:lnTo>
                  <a:pt x="8" y="162"/>
                </a:lnTo>
                <a:lnTo>
                  <a:pt x="9" y="161"/>
                </a:lnTo>
                <a:lnTo>
                  <a:pt x="9" y="159"/>
                </a:lnTo>
                <a:lnTo>
                  <a:pt x="8" y="158"/>
                </a:lnTo>
                <a:lnTo>
                  <a:pt x="8" y="157"/>
                </a:lnTo>
                <a:lnTo>
                  <a:pt x="8" y="156"/>
                </a:lnTo>
                <a:lnTo>
                  <a:pt x="7" y="156"/>
                </a:lnTo>
                <a:lnTo>
                  <a:pt x="7" y="155"/>
                </a:lnTo>
                <a:lnTo>
                  <a:pt x="6" y="155"/>
                </a:lnTo>
                <a:lnTo>
                  <a:pt x="4" y="154"/>
                </a:lnTo>
                <a:lnTo>
                  <a:pt x="3" y="154"/>
                </a:lnTo>
                <a:lnTo>
                  <a:pt x="3" y="153"/>
                </a:lnTo>
                <a:lnTo>
                  <a:pt x="2" y="153"/>
                </a:lnTo>
                <a:lnTo>
                  <a:pt x="2" y="152"/>
                </a:lnTo>
                <a:lnTo>
                  <a:pt x="2" y="151"/>
                </a:lnTo>
                <a:lnTo>
                  <a:pt x="2" y="150"/>
                </a:lnTo>
                <a:lnTo>
                  <a:pt x="2" y="148"/>
                </a:lnTo>
                <a:lnTo>
                  <a:pt x="2" y="147"/>
                </a:lnTo>
                <a:lnTo>
                  <a:pt x="2" y="144"/>
                </a:lnTo>
                <a:lnTo>
                  <a:pt x="2" y="143"/>
                </a:lnTo>
                <a:lnTo>
                  <a:pt x="3" y="142"/>
                </a:lnTo>
                <a:lnTo>
                  <a:pt x="3" y="141"/>
                </a:lnTo>
                <a:lnTo>
                  <a:pt x="3" y="142"/>
                </a:lnTo>
                <a:lnTo>
                  <a:pt x="4" y="143"/>
                </a:lnTo>
                <a:lnTo>
                  <a:pt x="5" y="143"/>
                </a:lnTo>
                <a:lnTo>
                  <a:pt x="6" y="143"/>
                </a:lnTo>
                <a:lnTo>
                  <a:pt x="7" y="143"/>
                </a:lnTo>
                <a:lnTo>
                  <a:pt x="6" y="142"/>
                </a:lnTo>
                <a:lnTo>
                  <a:pt x="5" y="141"/>
                </a:lnTo>
                <a:lnTo>
                  <a:pt x="5" y="140"/>
                </a:lnTo>
                <a:lnTo>
                  <a:pt x="4" y="140"/>
                </a:lnTo>
                <a:lnTo>
                  <a:pt x="4" y="141"/>
                </a:lnTo>
                <a:lnTo>
                  <a:pt x="4" y="140"/>
                </a:lnTo>
                <a:lnTo>
                  <a:pt x="3" y="140"/>
                </a:lnTo>
                <a:lnTo>
                  <a:pt x="4" y="139"/>
                </a:lnTo>
                <a:lnTo>
                  <a:pt x="5" y="139"/>
                </a:lnTo>
                <a:lnTo>
                  <a:pt x="5" y="140"/>
                </a:lnTo>
                <a:lnTo>
                  <a:pt x="6" y="140"/>
                </a:lnTo>
                <a:lnTo>
                  <a:pt x="7" y="141"/>
                </a:lnTo>
                <a:lnTo>
                  <a:pt x="7" y="142"/>
                </a:lnTo>
                <a:lnTo>
                  <a:pt x="8" y="142"/>
                </a:lnTo>
                <a:lnTo>
                  <a:pt x="7" y="141"/>
                </a:lnTo>
                <a:lnTo>
                  <a:pt x="7" y="140"/>
                </a:lnTo>
                <a:lnTo>
                  <a:pt x="6" y="139"/>
                </a:lnTo>
                <a:lnTo>
                  <a:pt x="7" y="138"/>
                </a:lnTo>
                <a:lnTo>
                  <a:pt x="9" y="138"/>
                </a:lnTo>
                <a:lnTo>
                  <a:pt x="9" y="139"/>
                </a:lnTo>
                <a:lnTo>
                  <a:pt x="9" y="140"/>
                </a:lnTo>
                <a:lnTo>
                  <a:pt x="10" y="140"/>
                </a:lnTo>
                <a:lnTo>
                  <a:pt x="9" y="139"/>
                </a:lnTo>
                <a:lnTo>
                  <a:pt x="9" y="137"/>
                </a:lnTo>
                <a:lnTo>
                  <a:pt x="8" y="137"/>
                </a:lnTo>
                <a:lnTo>
                  <a:pt x="7" y="137"/>
                </a:lnTo>
                <a:lnTo>
                  <a:pt x="7" y="136"/>
                </a:lnTo>
                <a:lnTo>
                  <a:pt x="6" y="135"/>
                </a:lnTo>
                <a:lnTo>
                  <a:pt x="6" y="134"/>
                </a:lnTo>
                <a:lnTo>
                  <a:pt x="7" y="133"/>
                </a:lnTo>
                <a:lnTo>
                  <a:pt x="8" y="133"/>
                </a:lnTo>
                <a:lnTo>
                  <a:pt x="8" y="132"/>
                </a:lnTo>
                <a:lnTo>
                  <a:pt x="8" y="131"/>
                </a:lnTo>
                <a:lnTo>
                  <a:pt x="9" y="130"/>
                </a:lnTo>
                <a:lnTo>
                  <a:pt x="10" y="130"/>
                </a:lnTo>
                <a:lnTo>
                  <a:pt x="13" y="130"/>
                </a:lnTo>
                <a:lnTo>
                  <a:pt x="14" y="130"/>
                </a:lnTo>
                <a:lnTo>
                  <a:pt x="15" y="130"/>
                </a:lnTo>
                <a:lnTo>
                  <a:pt x="17" y="129"/>
                </a:lnTo>
                <a:lnTo>
                  <a:pt x="18" y="129"/>
                </a:lnTo>
                <a:lnTo>
                  <a:pt x="19" y="129"/>
                </a:lnTo>
                <a:lnTo>
                  <a:pt x="19" y="128"/>
                </a:lnTo>
                <a:lnTo>
                  <a:pt x="20" y="128"/>
                </a:lnTo>
                <a:lnTo>
                  <a:pt x="21" y="127"/>
                </a:lnTo>
                <a:lnTo>
                  <a:pt x="22" y="126"/>
                </a:lnTo>
                <a:lnTo>
                  <a:pt x="25" y="124"/>
                </a:lnTo>
                <a:lnTo>
                  <a:pt x="25" y="123"/>
                </a:lnTo>
                <a:lnTo>
                  <a:pt x="26" y="122"/>
                </a:lnTo>
                <a:lnTo>
                  <a:pt x="27" y="122"/>
                </a:lnTo>
                <a:lnTo>
                  <a:pt x="27" y="121"/>
                </a:lnTo>
                <a:lnTo>
                  <a:pt x="28" y="120"/>
                </a:lnTo>
                <a:lnTo>
                  <a:pt x="29" y="119"/>
                </a:lnTo>
                <a:lnTo>
                  <a:pt x="30" y="119"/>
                </a:lnTo>
                <a:lnTo>
                  <a:pt x="30" y="118"/>
                </a:lnTo>
                <a:lnTo>
                  <a:pt x="31" y="118"/>
                </a:lnTo>
                <a:lnTo>
                  <a:pt x="32" y="118"/>
                </a:lnTo>
                <a:lnTo>
                  <a:pt x="34" y="117"/>
                </a:lnTo>
                <a:lnTo>
                  <a:pt x="35" y="117"/>
                </a:lnTo>
                <a:lnTo>
                  <a:pt x="36" y="116"/>
                </a:lnTo>
                <a:lnTo>
                  <a:pt x="38" y="115"/>
                </a:lnTo>
                <a:lnTo>
                  <a:pt x="38" y="114"/>
                </a:lnTo>
                <a:lnTo>
                  <a:pt x="40" y="112"/>
                </a:lnTo>
                <a:lnTo>
                  <a:pt x="42" y="111"/>
                </a:lnTo>
                <a:lnTo>
                  <a:pt x="44" y="109"/>
                </a:lnTo>
                <a:lnTo>
                  <a:pt x="45" y="109"/>
                </a:lnTo>
                <a:lnTo>
                  <a:pt x="46" y="109"/>
                </a:lnTo>
                <a:lnTo>
                  <a:pt x="47" y="109"/>
                </a:lnTo>
                <a:lnTo>
                  <a:pt x="46" y="108"/>
                </a:lnTo>
                <a:lnTo>
                  <a:pt x="45" y="108"/>
                </a:lnTo>
                <a:lnTo>
                  <a:pt x="45" y="109"/>
                </a:lnTo>
                <a:lnTo>
                  <a:pt x="44" y="109"/>
                </a:lnTo>
                <a:lnTo>
                  <a:pt x="44" y="108"/>
                </a:lnTo>
                <a:lnTo>
                  <a:pt x="45" y="108"/>
                </a:lnTo>
                <a:lnTo>
                  <a:pt x="46" y="107"/>
                </a:lnTo>
                <a:lnTo>
                  <a:pt x="47" y="106"/>
                </a:lnTo>
                <a:lnTo>
                  <a:pt x="48" y="105"/>
                </a:lnTo>
                <a:lnTo>
                  <a:pt x="49" y="105"/>
                </a:lnTo>
                <a:lnTo>
                  <a:pt x="50" y="104"/>
                </a:lnTo>
                <a:lnTo>
                  <a:pt x="52" y="102"/>
                </a:lnTo>
                <a:lnTo>
                  <a:pt x="52" y="101"/>
                </a:lnTo>
                <a:lnTo>
                  <a:pt x="53" y="100"/>
                </a:lnTo>
                <a:lnTo>
                  <a:pt x="54" y="98"/>
                </a:lnTo>
                <a:lnTo>
                  <a:pt x="55" y="98"/>
                </a:lnTo>
                <a:lnTo>
                  <a:pt x="55" y="97"/>
                </a:lnTo>
                <a:lnTo>
                  <a:pt x="56" y="97"/>
                </a:lnTo>
                <a:lnTo>
                  <a:pt x="58" y="96"/>
                </a:lnTo>
                <a:lnTo>
                  <a:pt x="59" y="96"/>
                </a:lnTo>
                <a:lnTo>
                  <a:pt x="59" y="95"/>
                </a:lnTo>
                <a:lnTo>
                  <a:pt x="61" y="95"/>
                </a:lnTo>
                <a:lnTo>
                  <a:pt x="62" y="95"/>
                </a:lnTo>
                <a:lnTo>
                  <a:pt x="63" y="94"/>
                </a:lnTo>
                <a:lnTo>
                  <a:pt x="65" y="94"/>
                </a:lnTo>
                <a:lnTo>
                  <a:pt x="66" y="93"/>
                </a:lnTo>
                <a:lnTo>
                  <a:pt x="67" y="92"/>
                </a:lnTo>
                <a:lnTo>
                  <a:pt x="68" y="92"/>
                </a:lnTo>
                <a:lnTo>
                  <a:pt x="69" y="91"/>
                </a:lnTo>
                <a:lnTo>
                  <a:pt x="70" y="91"/>
                </a:lnTo>
                <a:lnTo>
                  <a:pt x="71" y="90"/>
                </a:lnTo>
                <a:lnTo>
                  <a:pt x="73" y="89"/>
                </a:lnTo>
                <a:lnTo>
                  <a:pt x="75" y="88"/>
                </a:lnTo>
                <a:lnTo>
                  <a:pt x="76" y="88"/>
                </a:lnTo>
                <a:lnTo>
                  <a:pt x="77" y="88"/>
                </a:lnTo>
                <a:lnTo>
                  <a:pt x="79" y="86"/>
                </a:lnTo>
                <a:lnTo>
                  <a:pt x="80" y="85"/>
                </a:lnTo>
                <a:lnTo>
                  <a:pt x="81" y="84"/>
                </a:lnTo>
                <a:lnTo>
                  <a:pt x="82" y="84"/>
                </a:lnTo>
                <a:lnTo>
                  <a:pt x="82" y="83"/>
                </a:lnTo>
                <a:lnTo>
                  <a:pt x="83" y="82"/>
                </a:lnTo>
                <a:lnTo>
                  <a:pt x="83" y="81"/>
                </a:lnTo>
                <a:lnTo>
                  <a:pt x="84" y="80"/>
                </a:lnTo>
                <a:lnTo>
                  <a:pt x="84" y="78"/>
                </a:lnTo>
                <a:lnTo>
                  <a:pt x="83" y="77"/>
                </a:lnTo>
                <a:lnTo>
                  <a:pt x="83" y="76"/>
                </a:lnTo>
                <a:lnTo>
                  <a:pt x="84" y="76"/>
                </a:lnTo>
                <a:lnTo>
                  <a:pt x="85" y="77"/>
                </a:lnTo>
                <a:lnTo>
                  <a:pt x="86" y="77"/>
                </a:lnTo>
                <a:lnTo>
                  <a:pt x="85" y="77"/>
                </a:lnTo>
                <a:lnTo>
                  <a:pt x="86" y="76"/>
                </a:lnTo>
                <a:lnTo>
                  <a:pt x="87" y="75"/>
                </a:lnTo>
                <a:lnTo>
                  <a:pt x="88" y="75"/>
                </a:lnTo>
                <a:lnTo>
                  <a:pt x="88" y="76"/>
                </a:lnTo>
                <a:lnTo>
                  <a:pt x="91" y="75"/>
                </a:lnTo>
                <a:lnTo>
                  <a:pt x="92" y="75"/>
                </a:lnTo>
                <a:lnTo>
                  <a:pt x="94" y="76"/>
                </a:lnTo>
                <a:lnTo>
                  <a:pt x="95" y="76"/>
                </a:lnTo>
                <a:lnTo>
                  <a:pt x="95" y="77"/>
                </a:lnTo>
                <a:lnTo>
                  <a:pt x="94" y="77"/>
                </a:lnTo>
                <a:lnTo>
                  <a:pt x="95" y="77"/>
                </a:lnTo>
                <a:lnTo>
                  <a:pt x="95" y="78"/>
                </a:lnTo>
                <a:lnTo>
                  <a:pt x="95" y="77"/>
                </a:lnTo>
                <a:lnTo>
                  <a:pt x="95" y="78"/>
                </a:lnTo>
                <a:lnTo>
                  <a:pt x="96" y="78"/>
                </a:lnTo>
                <a:lnTo>
                  <a:pt x="96" y="79"/>
                </a:lnTo>
                <a:lnTo>
                  <a:pt x="97" y="80"/>
                </a:lnTo>
                <a:lnTo>
                  <a:pt x="97" y="79"/>
                </a:lnTo>
                <a:lnTo>
                  <a:pt x="97" y="78"/>
                </a:lnTo>
                <a:lnTo>
                  <a:pt x="97" y="77"/>
                </a:lnTo>
                <a:lnTo>
                  <a:pt x="97" y="76"/>
                </a:lnTo>
                <a:lnTo>
                  <a:pt x="97" y="75"/>
                </a:lnTo>
                <a:lnTo>
                  <a:pt x="96" y="75"/>
                </a:lnTo>
                <a:lnTo>
                  <a:pt x="95" y="75"/>
                </a:lnTo>
                <a:lnTo>
                  <a:pt x="94" y="73"/>
                </a:lnTo>
                <a:lnTo>
                  <a:pt x="93" y="73"/>
                </a:lnTo>
                <a:lnTo>
                  <a:pt x="92" y="73"/>
                </a:lnTo>
                <a:lnTo>
                  <a:pt x="92" y="72"/>
                </a:lnTo>
                <a:lnTo>
                  <a:pt x="93" y="71"/>
                </a:lnTo>
                <a:lnTo>
                  <a:pt x="95" y="70"/>
                </a:lnTo>
                <a:lnTo>
                  <a:pt x="96" y="70"/>
                </a:lnTo>
                <a:lnTo>
                  <a:pt x="96" y="71"/>
                </a:lnTo>
                <a:lnTo>
                  <a:pt x="96" y="72"/>
                </a:lnTo>
                <a:lnTo>
                  <a:pt x="97" y="72"/>
                </a:lnTo>
                <a:lnTo>
                  <a:pt x="97" y="71"/>
                </a:lnTo>
                <a:lnTo>
                  <a:pt x="97" y="70"/>
                </a:lnTo>
                <a:lnTo>
                  <a:pt x="96" y="69"/>
                </a:lnTo>
                <a:lnTo>
                  <a:pt x="97" y="69"/>
                </a:lnTo>
                <a:lnTo>
                  <a:pt x="97" y="68"/>
                </a:lnTo>
                <a:lnTo>
                  <a:pt x="97" y="67"/>
                </a:lnTo>
                <a:lnTo>
                  <a:pt x="98" y="67"/>
                </a:lnTo>
                <a:lnTo>
                  <a:pt x="99" y="67"/>
                </a:lnTo>
                <a:lnTo>
                  <a:pt x="98" y="66"/>
                </a:lnTo>
                <a:lnTo>
                  <a:pt x="97" y="66"/>
                </a:lnTo>
                <a:lnTo>
                  <a:pt x="96" y="66"/>
                </a:lnTo>
                <a:lnTo>
                  <a:pt x="96" y="67"/>
                </a:lnTo>
                <a:lnTo>
                  <a:pt x="95" y="66"/>
                </a:lnTo>
                <a:lnTo>
                  <a:pt x="94" y="66"/>
                </a:lnTo>
                <a:lnTo>
                  <a:pt x="94" y="65"/>
                </a:lnTo>
                <a:lnTo>
                  <a:pt x="93" y="65"/>
                </a:lnTo>
                <a:lnTo>
                  <a:pt x="92" y="66"/>
                </a:lnTo>
                <a:lnTo>
                  <a:pt x="92" y="65"/>
                </a:lnTo>
                <a:lnTo>
                  <a:pt x="92" y="66"/>
                </a:lnTo>
                <a:lnTo>
                  <a:pt x="92" y="67"/>
                </a:lnTo>
                <a:lnTo>
                  <a:pt x="91" y="67"/>
                </a:lnTo>
                <a:lnTo>
                  <a:pt x="91" y="68"/>
                </a:lnTo>
                <a:lnTo>
                  <a:pt x="91" y="69"/>
                </a:lnTo>
                <a:lnTo>
                  <a:pt x="91" y="70"/>
                </a:lnTo>
                <a:lnTo>
                  <a:pt x="90" y="70"/>
                </a:lnTo>
                <a:lnTo>
                  <a:pt x="90" y="69"/>
                </a:lnTo>
                <a:lnTo>
                  <a:pt x="91" y="69"/>
                </a:lnTo>
                <a:lnTo>
                  <a:pt x="91" y="68"/>
                </a:lnTo>
                <a:lnTo>
                  <a:pt x="90" y="68"/>
                </a:lnTo>
                <a:lnTo>
                  <a:pt x="89" y="68"/>
                </a:lnTo>
                <a:lnTo>
                  <a:pt x="89" y="69"/>
                </a:lnTo>
                <a:lnTo>
                  <a:pt x="89" y="70"/>
                </a:lnTo>
                <a:lnTo>
                  <a:pt x="88" y="70"/>
                </a:lnTo>
                <a:lnTo>
                  <a:pt x="87" y="70"/>
                </a:lnTo>
                <a:lnTo>
                  <a:pt x="86" y="70"/>
                </a:lnTo>
                <a:lnTo>
                  <a:pt x="85" y="70"/>
                </a:lnTo>
                <a:lnTo>
                  <a:pt x="85" y="71"/>
                </a:lnTo>
                <a:lnTo>
                  <a:pt x="86" y="71"/>
                </a:lnTo>
                <a:lnTo>
                  <a:pt x="85" y="73"/>
                </a:lnTo>
                <a:lnTo>
                  <a:pt x="84" y="73"/>
                </a:lnTo>
                <a:lnTo>
                  <a:pt x="84" y="72"/>
                </a:lnTo>
                <a:lnTo>
                  <a:pt x="84" y="73"/>
                </a:lnTo>
                <a:lnTo>
                  <a:pt x="84" y="74"/>
                </a:lnTo>
                <a:lnTo>
                  <a:pt x="84" y="75"/>
                </a:lnTo>
                <a:lnTo>
                  <a:pt x="83" y="75"/>
                </a:lnTo>
                <a:lnTo>
                  <a:pt x="82" y="75"/>
                </a:lnTo>
                <a:lnTo>
                  <a:pt x="81" y="75"/>
                </a:lnTo>
                <a:lnTo>
                  <a:pt x="80" y="74"/>
                </a:lnTo>
                <a:lnTo>
                  <a:pt x="79" y="75"/>
                </a:lnTo>
                <a:lnTo>
                  <a:pt x="79" y="76"/>
                </a:lnTo>
                <a:lnTo>
                  <a:pt x="78" y="76"/>
                </a:lnTo>
                <a:lnTo>
                  <a:pt x="77" y="76"/>
                </a:lnTo>
                <a:lnTo>
                  <a:pt x="77" y="77"/>
                </a:lnTo>
                <a:lnTo>
                  <a:pt x="76" y="77"/>
                </a:lnTo>
                <a:lnTo>
                  <a:pt x="76" y="78"/>
                </a:lnTo>
                <a:lnTo>
                  <a:pt x="75" y="78"/>
                </a:lnTo>
                <a:lnTo>
                  <a:pt x="74" y="76"/>
                </a:lnTo>
                <a:lnTo>
                  <a:pt x="76" y="76"/>
                </a:lnTo>
                <a:lnTo>
                  <a:pt x="77" y="76"/>
                </a:lnTo>
                <a:lnTo>
                  <a:pt x="77" y="75"/>
                </a:lnTo>
                <a:lnTo>
                  <a:pt x="77" y="74"/>
                </a:lnTo>
                <a:lnTo>
                  <a:pt x="78" y="74"/>
                </a:lnTo>
                <a:lnTo>
                  <a:pt x="78" y="73"/>
                </a:lnTo>
                <a:lnTo>
                  <a:pt x="77" y="72"/>
                </a:lnTo>
                <a:lnTo>
                  <a:pt x="77" y="71"/>
                </a:lnTo>
                <a:lnTo>
                  <a:pt x="76" y="70"/>
                </a:lnTo>
                <a:lnTo>
                  <a:pt x="76" y="69"/>
                </a:lnTo>
                <a:lnTo>
                  <a:pt x="76" y="68"/>
                </a:lnTo>
                <a:lnTo>
                  <a:pt x="75" y="68"/>
                </a:lnTo>
                <a:lnTo>
                  <a:pt x="75" y="66"/>
                </a:lnTo>
                <a:lnTo>
                  <a:pt x="76" y="65"/>
                </a:lnTo>
                <a:lnTo>
                  <a:pt x="77" y="62"/>
                </a:lnTo>
                <a:lnTo>
                  <a:pt x="78" y="62"/>
                </a:lnTo>
                <a:lnTo>
                  <a:pt x="78" y="61"/>
                </a:lnTo>
                <a:lnTo>
                  <a:pt x="79" y="60"/>
                </a:lnTo>
                <a:lnTo>
                  <a:pt x="81" y="60"/>
                </a:lnTo>
                <a:lnTo>
                  <a:pt x="82" y="61"/>
                </a:lnTo>
                <a:lnTo>
                  <a:pt x="82" y="60"/>
                </a:lnTo>
                <a:lnTo>
                  <a:pt x="82" y="58"/>
                </a:lnTo>
                <a:lnTo>
                  <a:pt x="83" y="58"/>
                </a:lnTo>
                <a:lnTo>
                  <a:pt x="83" y="57"/>
                </a:lnTo>
                <a:lnTo>
                  <a:pt x="84" y="56"/>
                </a:lnTo>
                <a:lnTo>
                  <a:pt x="85" y="56"/>
                </a:lnTo>
                <a:lnTo>
                  <a:pt x="85" y="57"/>
                </a:lnTo>
                <a:lnTo>
                  <a:pt x="86" y="57"/>
                </a:lnTo>
                <a:lnTo>
                  <a:pt x="87" y="57"/>
                </a:lnTo>
                <a:lnTo>
                  <a:pt x="86" y="57"/>
                </a:lnTo>
                <a:lnTo>
                  <a:pt x="85" y="57"/>
                </a:lnTo>
                <a:lnTo>
                  <a:pt x="85" y="56"/>
                </a:lnTo>
                <a:lnTo>
                  <a:pt x="86" y="56"/>
                </a:lnTo>
                <a:lnTo>
                  <a:pt x="87" y="56"/>
                </a:lnTo>
                <a:lnTo>
                  <a:pt x="88" y="56"/>
                </a:lnTo>
                <a:lnTo>
                  <a:pt x="89" y="55"/>
                </a:lnTo>
                <a:lnTo>
                  <a:pt x="89" y="54"/>
                </a:lnTo>
                <a:lnTo>
                  <a:pt x="89" y="53"/>
                </a:lnTo>
                <a:lnTo>
                  <a:pt x="90" y="52"/>
                </a:lnTo>
                <a:lnTo>
                  <a:pt x="90" y="51"/>
                </a:lnTo>
                <a:lnTo>
                  <a:pt x="89" y="51"/>
                </a:lnTo>
                <a:lnTo>
                  <a:pt x="89" y="50"/>
                </a:lnTo>
                <a:lnTo>
                  <a:pt x="89" y="49"/>
                </a:lnTo>
                <a:lnTo>
                  <a:pt x="90" y="49"/>
                </a:lnTo>
                <a:lnTo>
                  <a:pt x="92" y="50"/>
                </a:lnTo>
                <a:lnTo>
                  <a:pt x="93" y="50"/>
                </a:lnTo>
                <a:lnTo>
                  <a:pt x="93" y="49"/>
                </a:lnTo>
                <a:lnTo>
                  <a:pt x="94" y="48"/>
                </a:lnTo>
                <a:lnTo>
                  <a:pt x="95" y="46"/>
                </a:lnTo>
                <a:lnTo>
                  <a:pt x="96" y="46"/>
                </a:lnTo>
                <a:lnTo>
                  <a:pt x="96" y="47"/>
                </a:lnTo>
                <a:lnTo>
                  <a:pt x="97" y="47"/>
                </a:lnTo>
                <a:lnTo>
                  <a:pt x="98" y="47"/>
                </a:lnTo>
                <a:lnTo>
                  <a:pt x="99" y="48"/>
                </a:lnTo>
                <a:lnTo>
                  <a:pt x="98" y="49"/>
                </a:lnTo>
                <a:lnTo>
                  <a:pt x="97" y="49"/>
                </a:lnTo>
                <a:lnTo>
                  <a:pt x="97" y="50"/>
                </a:lnTo>
                <a:lnTo>
                  <a:pt x="98" y="51"/>
                </a:lnTo>
                <a:lnTo>
                  <a:pt x="99" y="51"/>
                </a:lnTo>
                <a:lnTo>
                  <a:pt x="101" y="51"/>
                </a:lnTo>
                <a:lnTo>
                  <a:pt x="102" y="51"/>
                </a:lnTo>
                <a:lnTo>
                  <a:pt x="103" y="50"/>
                </a:lnTo>
                <a:lnTo>
                  <a:pt x="104" y="50"/>
                </a:lnTo>
                <a:lnTo>
                  <a:pt x="105" y="50"/>
                </a:lnTo>
                <a:lnTo>
                  <a:pt x="106" y="50"/>
                </a:lnTo>
                <a:lnTo>
                  <a:pt x="106" y="51"/>
                </a:lnTo>
                <a:lnTo>
                  <a:pt x="107" y="52"/>
                </a:lnTo>
                <a:lnTo>
                  <a:pt x="107" y="51"/>
                </a:lnTo>
                <a:lnTo>
                  <a:pt x="106" y="51"/>
                </a:lnTo>
                <a:lnTo>
                  <a:pt x="106" y="50"/>
                </a:lnTo>
                <a:lnTo>
                  <a:pt x="107" y="50"/>
                </a:lnTo>
                <a:lnTo>
                  <a:pt x="108" y="51"/>
                </a:lnTo>
                <a:lnTo>
                  <a:pt x="108" y="52"/>
                </a:lnTo>
                <a:lnTo>
                  <a:pt x="109" y="52"/>
                </a:lnTo>
                <a:lnTo>
                  <a:pt x="110" y="53"/>
                </a:lnTo>
                <a:lnTo>
                  <a:pt x="110" y="54"/>
                </a:lnTo>
                <a:lnTo>
                  <a:pt x="111" y="54"/>
                </a:lnTo>
                <a:lnTo>
                  <a:pt x="112" y="54"/>
                </a:lnTo>
                <a:lnTo>
                  <a:pt x="113" y="54"/>
                </a:lnTo>
                <a:lnTo>
                  <a:pt x="113" y="55"/>
                </a:lnTo>
                <a:lnTo>
                  <a:pt x="112" y="55"/>
                </a:lnTo>
                <a:lnTo>
                  <a:pt x="112" y="56"/>
                </a:lnTo>
                <a:lnTo>
                  <a:pt x="113" y="55"/>
                </a:lnTo>
                <a:lnTo>
                  <a:pt x="113" y="56"/>
                </a:lnTo>
                <a:lnTo>
                  <a:pt x="114" y="56"/>
                </a:lnTo>
                <a:lnTo>
                  <a:pt x="113" y="55"/>
                </a:lnTo>
                <a:lnTo>
                  <a:pt x="113" y="54"/>
                </a:lnTo>
                <a:lnTo>
                  <a:pt x="114" y="54"/>
                </a:lnTo>
                <a:lnTo>
                  <a:pt x="115" y="53"/>
                </a:lnTo>
                <a:lnTo>
                  <a:pt x="115" y="52"/>
                </a:lnTo>
                <a:lnTo>
                  <a:pt x="116" y="52"/>
                </a:lnTo>
                <a:lnTo>
                  <a:pt x="116" y="53"/>
                </a:lnTo>
                <a:lnTo>
                  <a:pt x="116" y="54"/>
                </a:lnTo>
                <a:lnTo>
                  <a:pt x="117" y="54"/>
                </a:lnTo>
                <a:lnTo>
                  <a:pt x="117" y="53"/>
                </a:lnTo>
                <a:lnTo>
                  <a:pt x="119" y="52"/>
                </a:lnTo>
                <a:lnTo>
                  <a:pt x="119" y="53"/>
                </a:lnTo>
                <a:lnTo>
                  <a:pt x="120" y="54"/>
                </a:lnTo>
                <a:lnTo>
                  <a:pt x="119" y="55"/>
                </a:lnTo>
                <a:lnTo>
                  <a:pt x="120" y="55"/>
                </a:lnTo>
                <a:lnTo>
                  <a:pt x="120" y="57"/>
                </a:lnTo>
                <a:lnTo>
                  <a:pt x="120" y="58"/>
                </a:lnTo>
                <a:lnTo>
                  <a:pt x="120" y="59"/>
                </a:lnTo>
                <a:lnTo>
                  <a:pt x="121" y="59"/>
                </a:lnTo>
                <a:lnTo>
                  <a:pt x="121" y="58"/>
                </a:lnTo>
                <a:lnTo>
                  <a:pt x="121" y="57"/>
                </a:lnTo>
                <a:lnTo>
                  <a:pt x="122" y="57"/>
                </a:lnTo>
                <a:lnTo>
                  <a:pt x="123" y="56"/>
                </a:lnTo>
                <a:lnTo>
                  <a:pt x="124" y="56"/>
                </a:lnTo>
                <a:lnTo>
                  <a:pt x="126" y="56"/>
                </a:lnTo>
                <a:lnTo>
                  <a:pt x="127" y="56"/>
                </a:lnTo>
                <a:lnTo>
                  <a:pt x="127" y="55"/>
                </a:lnTo>
                <a:lnTo>
                  <a:pt x="128" y="55"/>
                </a:lnTo>
                <a:lnTo>
                  <a:pt x="128" y="54"/>
                </a:lnTo>
                <a:lnTo>
                  <a:pt x="129" y="53"/>
                </a:lnTo>
                <a:lnTo>
                  <a:pt x="129" y="52"/>
                </a:lnTo>
                <a:lnTo>
                  <a:pt x="129" y="53"/>
                </a:lnTo>
                <a:lnTo>
                  <a:pt x="129" y="54"/>
                </a:lnTo>
                <a:lnTo>
                  <a:pt x="129" y="55"/>
                </a:lnTo>
                <a:lnTo>
                  <a:pt x="129" y="56"/>
                </a:lnTo>
                <a:lnTo>
                  <a:pt x="128" y="56"/>
                </a:lnTo>
                <a:lnTo>
                  <a:pt x="127" y="57"/>
                </a:lnTo>
                <a:lnTo>
                  <a:pt x="128" y="57"/>
                </a:lnTo>
                <a:lnTo>
                  <a:pt x="129" y="57"/>
                </a:lnTo>
                <a:lnTo>
                  <a:pt x="130" y="57"/>
                </a:lnTo>
                <a:lnTo>
                  <a:pt x="130" y="56"/>
                </a:lnTo>
                <a:lnTo>
                  <a:pt x="130" y="55"/>
                </a:lnTo>
                <a:lnTo>
                  <a:pt x="131" y="55"/>
                </a:lnTo>
                <a:lnTo>
                  <a:pt x="131" y="54"/>
                </a:lnTo>
                <a:lnTo>
                  <a:pt x="132" y="54"/>
                </a:lnTo>
                <a:lnTo>
                  <a:pt x="133" y="54"/>
                </a:lnTo>
                <a:lnTo>
                  <a:pt x="133" y="55"/>
                </a:lnTo>
                <a:lnTo>
                  <a:pt x="134" y="55"/>
                </a:lnTo>
                <a:lnTo>
                  <a:pt x="134" y="54"/>
                </a:lnTo>
                <a:lnTo>
                  <a:pt x="135" y="54"/>
                </a:lnTo>
                <a:lnTo>
                  <a:pt x="135" y="53"/>
                </a:lnTo>
                <a:lnTo>
                  <a:pt x="134" y="53"/>
                </a:lnTo>
                <a:lnTo>
                  <a:pt x="133" y="53"/>
                </a:lnTo>
                <a:lnTo>
                  <a:pt x="132" y="53"/>
                </a:lnTo>
                <a:lnTo>
                  <a:pt x="131" y="53"/>
                </a:lnTo>
                <a:lnTo>
                  <a:pt x="130" y="53"/>
                </a:lnTo>
                <a:lnTo>
                  <a:pt x="130" y="52"/>
                </a:lnTo>
                <a:lnTo>
                  <a:pt x="129" y="52"/>
                </a:lnTo>
                <a:lnTo>
                  <a:pt x="128" y="52"/>
                </a:lnTo>
                <a:lnTo>
                  <a:pt x="127" y="52"/>
                </a:lnTo>
                <a:lnTo>
                  <a:pt x="127" y="51"/>
                </a:lnTo>
                <a:lnTo>
                  <a:pt x="127" y="50"/>
                </a:lnTo>
                <a:lnTo>
                  <a:pt x="127" y="49"/>
                </a:lnTo>
                <a:lnTo>
                  <a:pt x="127" y="48"/>
                </a:lnTo>
                <a:lnTo>
                  <a:pt x="126" y="48"/>
                </a:lnTo>
                <a:lnTo>
                  <a:pt x="126" y="47"/>
                </a:lnTo>
                <a:lnTo>
                  <a:pt x="127" y="46"/>
                </a:lnTo>
                <a:lnTo>
                  <a:pt x="127" y="45"/>
                </a:lnTo>
                <a:lnTo>
                  <a:pt x="130" y="45"/>
                </a:lnTo>
                <a:lnTo>
                  <a:pt x="130" y="46"/>
                </a:lnTo>
                <a:lnTo>
                  <a:pt x="131" y="46"/>
                </a:lnTo>
                <a:lnTo>
                  <a:pt x="132" y="46"/>
                </a:lnTo>
                <a:lnTo>
                  <a:pt x="133" y="47"/>
                </a:lnTo>
                <a:lnTo>
                  <a:pt x="133" y="46"/>
                </a:lnTo>
                <a:lnTo>
                  <a:pt x="132" y="46"/>
                </a:lnTo>
                <a:lnTo>
                  <a:pt x="132" y="45"/>
                </a:lnTo>
                <a:lnTo>
                  <a:pt x="131" y="45"/>
                </a:lnTo>
                <a:lnTo>
                  <a:pt x="130" y="45"/>
                </a:lnTo>
                <a:lnTo>
                  <a:pt x="129" y="45"/>
                </a:lnTo>
                <a:lnTo>
                  <a:pt x="128" y="45"/>
                </a:lnTo>
                <a:lnTo>
                  <a:pt x="128" y="44"/>
                </a:lnTo>
                <a:lnTo>
                  <a:pt x="128" y="43"/>
                </a:lnTo>
                <a:lnTo>
                  <a:pt x="128" y="42"/>
                </a:lnTo>
                <a:lnTo>
                  <a:pt x="129" y="41"/>
                </a:lnTo>
                <a:lnTo>
                  <a:pt x="129" y="40"/>
                </a:lnTo>
                <a:lnTo>
                  <a:pt x="130" y="40"/>
                </a:lnTo>
                <a:lnTo>
                  <a:pt x="131" y="40"/>
                </a:lnTo>
                <a:lnTo>
                  <a:pt x="132" y="40"/>
                </a:lnTo>
                <a:lnTo>
                  <a:pt x="132" y="39"/>
                </a:lnTo>
                <a:lnTo>
                  <a:pt x="133" y="39"/>
                </a:lnTo>
                <a:lnTo>
                  <a:pt x="133" y="38"/>
                </a:lnTo>
                <a:lnTo>
                  <a:pt x="134" y="38"/>
                </a:lnTo>
                <a:lnTo>
                  <a:pt x="134" y="37"/>
                </a:lnTo>
                <a:lnTo>
                  <a:pt x="134" y="36"/>
                </a:lnTo>
                <a:lnTo>
                  <a:pt x="135" y="35"/>
                </a:lnTo>
                <a:lnTo>
                  <a:pt x="136" y="35"/>
                </a:lnTo>
                <a:lnTo>
                  <a:pt x="137" y="34"/>
                </a:lnTo>
                <a:lnTo>
                  <a:pt x="139" y="34"/>
                </a:lnTo>
                <a:lnTo>
                  <a:pt x="139" y="33"/>
                </a:lnTo>
                <a:lnTo>
                  <a:pt x="142" y="33"/>
                </a:lnTo>
                <a:lnTo>
                  <a:pt x="143" y="33"/>
                </a:lnTo>
                <a:lnTo>
                  <a:pt x="144" y="33"/>
                </a:lnTo>
                <a:lnTo>
                  <a:pt x="145" y="31"/>
                </a:lnTo>
                <a:lnTo>
                  <a:pt x="146" y="31"/>
                </a:lnTo>
                <a:lnTo>
                  <a:pt x="147" y="31"/>
                </a:lnTo>
                <a:lnTo>
                  <a:pt x="147" y="30"/>
                </a:lnTo>
                <a:lnTo>
                  <a:pt x="148" y="30"/>
                </a:lnTo>
                <a:lnTo>
                  <a:pt x="149" y="30"/>
                </a:lnTo>
                <a:lnTo>
                  <a:pt x="150" y="30"/>
                </a:lnTo>
                <a:lnTo>
                  <a:pt x="151" y="30"/>
                </a:lnTo>
                <a:lnTo>
                  <a:pt x="152" y="30"/>
                </a:lnTo>
                <a:lnTo>
                  <a:pt x="153" y="30"/>
                </a:lnTo>
                <a:lnTo>
                  <a:pt x="153" y="29"/>
                </a:lnTo>
                <a:lnTo>
                  <a:pt x="154" y="29"/>
                </a:lnTo>
                <a:lnTo>
                  <a:pt x="154" y="30"/>
                </a:lnTo>
                <a:lnTo>
                  <a:pt x="155" y="30"/>
                </a:lnTo>
                <a:lnTo>
                  <a:pt x="156" y="31"/>
                </a:lnTo>
                <a:lnTo>
                  <a:pt x="157" y="33"/>
                </a:lnTo>
                <a:lnTo>
                  <a:pt x="156" y="33"/>
                </a:lnTo>
                <a:lnTo>
                  <a:pt x="156" y="34"/>
                </a:lnTo>
                <a:lnTo>
                  <a:pt x="156" y="35"/>
                </a:lnTo>
                <a:lnTo>
                  <a:pt x="157" y="36"/>
                </a:lnTo>
                <a:lnTo>
                  <a:pt x="157" y="35"/>
                </a:lnTo>
                <a:lnTo>
                  <a:pt x="157" y="34"/>
                </a:lnTo>
                <a:lnTo>
                  <a:pt x="157" y="33"/>
                </a:lnTo>
                <a:lnTo>
                  <a:pt x="158" y="34"/>
                </a:lnTo>
                <a:lnTo>
                  <a:pt x="159" y="35"/>
                </a:lnTo>
                <a:lnTo>
                  <a:pt x="161" y="36"/>
                </a:lnTo>
                <a:lnTo>
                  <a:pt x="162" y="37"/>
                </a:lnTo>
                <a:lnTo>
                  <a:pt x="164" y="36"/>
                </a:lnTo>
                <a:lnTo>
                  <a:pt x="165" y="36"/>
                </a:lnTo>
                <a:lnTo>
                  <a:pt x="166" y="36"/>
                </a:lnTo>
                <a:lnTo>
                  <a:pt x="167" y="36"/>
                </a:lnTo>
                <a:lnTo>
                  <a:pt x="167" y="37"/>
                </a:lnTo>
                <a:lnTo>
                  <a:pt x="167" y="38"/>
                </a:lnTo>
                <a:lnTo>
                  <a:pt x="167" y="39"/>
                </a:lnTo>
                <a:lnTo>
                  <a:pt x="167" y="40"/>
                </a:lnTo>
                <a:lnTo>
                  <a:pt x="168" y="40"/>
                </a:lnTo>
                <a:lnTo>
                  <a:pt x="169" y="39"/>
                </a:lnTo>
                <a:lnTo>
                  <a:pt x="170" y="39"/>
                </a:lnTo>
                <a:lnTo>
                  <a:pt x="170" y="38"/>
                </a:lnTo>
                <a:lnTo>
                  <a:pt x="170" y="37"/>
                </a:lnTo>
                <a:lnTo>
                  <a:pt x="169" y="36"/>
                </a:lnTo>
                <a:lnTo>
                  <a:pt x="169" y="35"/>
                </a:lnTo>
                <a:lnTo>
                  <a:pt x="169" y="34"/>
                </a:lnTo>
                <a:lnTo>
                  <a:pt x="169" y="33"/>
                </a:lnTo>
                <a:lnTo>
                  <a:pt x="171" y="33"/>
                </a:lnTo>
                <a:lnTo>
                  <a:pt x="171" y="34"/>
                </a:lnTo>
                <a:lnTo>
                  <a:pt x="172" y="34"/>
                </a:lnTo>
                <a:lnTo>
                  <a:pt x="172" y="35"/>
                </a:lnTo>
                <a:lnTo>
                  <a:pt x="172" y="36"/>
                </a:lnTo>
                <a:lnTo>
                  <a:pt x="172" y="38"/>
                </a:lnTo>
                <a:lnTo>
                  <a:pt x="173" y="38"/>
                </a:lnTo>
                <a:lnTo>
                  <a:pt x="174" y="39"/>
                </a:lnTo>
                <a:lnTo>
                  <a:pt x="173" y="40"/>
                </a:lnTo>
                <a:lnTo>
                  <a:pt x="172" y="40"/>
                </a:lnTo>
                <a:lnTo>
                  <a:pt x="172" y="41"/>
                </a:lnTo>
                <a:lnTo>
                  <a:pt x="172" y="42"/>
                </a:lnTo>
                <a:lnTo>
                  <a:pt x="172" y="43"/>
                </a:lnTo>
                <a:lnTo>
                  <a:pt x="173" y="43"/>
                </a:lnTo>
                <a:lnTo>
                  <a:pt x="173" y="44"/>
                </a:lnTo>
                <a:lnTo>
                  <a:pt x="174" y="44"/>
                </a:lnTo>
                <a:lnTo>
                  <a:pt x="174" y="43"/>
                </a:lnTo>
                <a:lnTo>
                  <a:pt x="173" y="42"/>
                </a:lnTo>
                <a:lnTo>
                  <a:pt x="172" y="42"/>
                </a:lnTo>
                <a:lnTo>
                  <a:pt x="172" y="41"/>
                </a:lnTo>
                <a:lnTo>
                  <a:pt x="173" y="40"/>
                </a:lnTo>
                <a:lnTo>
                  <a:pt x="174" y="40"/>
                </a:lnTo>
                <a:lnTo>
                  <a:pt x="176" y="40"/>
                </a:lnTo>
                <a:lnTo>
                  <a:pt x="177" y="40"/>
                </a:lnTo>
                <a:lnTo>
                  <a:pt x="176" y="39"/>
                </a:lnTo>
                <a:lnTo>
                  <a:pt x="177" y="38"/>
                </a:lnTo>
                <a:lnTo>
                  <a:pt x="178" y="38"/>
                </a:lnTo>
                <a:lnTo>
                  <a:pt x="178" y="37"/>
                </a:lnTo>
                <a:lnTo>
                  <a:pt x="178" y="36"/>
                </a:lnTo>
                <a:lnTo>
                  <a:pt x="177" y="35"/>
                </a:lnTo>
                <a:lnTo>
                  <a:pt x="178" y="35"/>
                </a:lnTo>
                <a:lnTo>
                  <a:pt x="178" y="36"/>
                </a:lnTo>
                <a:lnTo>
                  <a:pt x="179" y="36"/>
                </a:lnTo>
                <a:lnTo>
                  <a:pt x="179" y="35"/>
                </a:lnTo>
                <a:lnTo>
                  <a:pt x="179" y="34"/>
                </a:lnTo>
                <a:lnTo>
                  <a:pt x="179" y="33"/>
                </a:lnTo>
                <a:lnTo>
                  <a:pt x="178" y="31"/>
                </a:lnTo>
                <a:lnTo>
                  <a:pt x="179" y="31"/>
                </a:lnTo>
                <a:lnTo>
                  <a:pt x="180" y="31"/>
                </a:lnTo>
                <a:lnTo>
                  <a:pt x="181" y="33"/>
                </a:lnTo>
                <a:lnTo>
                  <a:pt x="182" y="33"/>
                </a:lnTo>
                <a:lnTo>
                  <a:pt x="182" y="31"/>
                </a:lnTo>
                <a:lnTo>
                  <a:pt x="182" y="33"/>
                </a:lnTo>
                <a:lnTo>
                  <a:pt x="183" y="31"/>
                </a:lnTo>
                <a:lnTo>
                  <a:pt x="185" y="31"/>
                </a:lnTo>
                <a:lnTo>
                  <a:pt x="186" y="31"/>
                </a:lnTo>
                <a:lnTo>
                  <a:pt x="187" y="30"/>
                </a:lnTo>
                <a:lnTo>
                  <a:pt x="188" y="31"/>
                </a:lnTo>
                <a:lnTo>
                  <a:pt x="188" y="33"/>
                </a:lnTo>
                <a:lnTo>
                  <a:pt x="189" y="34"/>
                </a:lnTo>
                <a:lnTo>
                  <a:pt x="188" y="34"/>
                </a:lnTo>
                <a:lnTo>
                  <a:pt x="189" y="35"/>
                </a:lnTo>
                <a:lnTo>
                  <a:pt x="190" y="36"/>
                </a:lnTo>
                <a:lnTo>
                  <a:pt x="191" y="37"/>
                </a:lnTo>
                <a:lnTo>
                  <a:pt x="192" y="38"/>
                </a:lnTo>
                <a:lnTo>
                  <a:pt x="194" y="38"/>
                </a:lnTo>
                <a:lnTo>
                  <a:pt x="195" y="39"/>
                </a:lnTo>
                <a:lnTo>
                  <a:pt x="197" y="39"/>
                </a:lnTo>
                <a:lnTo>
                  <a:pt x="198" y="38"/>
                </a:lnTo>
                <a:lnTo>
                  <a:pt x="198" y="37"/>
                </a:lnTo>
                <a:lnTo>
                  <a:pt x="199" y="37"/>
                </a:lnTo>
                <a:lnTo>
                  <a:pt x="199" y="38"/>
                </a:lnTo>
                <a:lnTo>
                  <a:pt x="198" y="39"/>
                </a:lnTo>
                <a:lnTo>
                  <a:pt x="197" y="39"/>
                </a:lnTo>
                <a:lnTo>
                  <a:pt x="196" y="39"/>
                </a:lnTo>
                <a:lnTo>
                  <a:pt x="195" y="39"/>
                </a:lnTo>
                <a:lnTo>
                  <a:pt x="194" y="39"/>
                </a:lnTo>
                <a:lnTo>
                  <a:pt x="193" y="40"/>
                </a:lnTo>
                <a:lnTo>
                  <a:pt x="192" y="41"/>
                </a:lnTo>
                <a:lnTo>
                  <a:pt x="191" y="41"/>
                </a:lnTo>
                <a:lnTo>
                  <a:pt x="190" y="42"/>
                </a:lnTo>
                <a:lnTo>
                  <a:pt x="191" y="43"/>
                </a:lnTo>
                <a:lnTo>
                  <a:pt x="193" y="43"/>
                </a:lnTo>
                <a:lnTo>
                  <a:pt x="194" y="43"/>
                </a:lnTo>
                <a:lnTo>
                  <a:pt x="195" y="44"/>
                </a:lnTo>
                <a:lnTo>
                  <a:pt x="195" y="45"/>
                </a:lnTo>
                <a:lnTo>
                  <a:pt x="196" y="45"/>
                </a:lnTo>
                <a:lnTo>
                  <a:pt x="195" y="44"/>
                </a:lnTo>
                <a:lnTo>
                  <a:pt x="195" y="43"/>
                </a:lnTo>
                <a:lnTo>
                  <a:pt x="195" y="42"/>
                </a:lnTo>
                <a:lnTo>
                  <a:pt x="196" y="42"/>
                </a:lnTo>
                <a:lnTo>
                  <a:pt x="197" y="42"/>
                </a:lnTo>
                <a:lnTo>
                  <a:pt x="197" y="43"/>
                </a:lnTo>
                <a:lnTo>
                  <a:pt x="197" y="44"/>
                </a:lnTo>
                <a:lnTo>
                  <a:pt x="197" y="43"/>
                </a:lnTo>
                <a:lnTo>
                  <a:pt x="197" y="42"/>
                </a:lnTo>
                <a:lnTo>
                  <a:pt x="196" y="41"/>
                </a:lnTo>
                <a:lnTo>
                  <a:pt x="195" y="41"/>
                </a:lnTo>
                <a:lnTo>
                  <a:pt x="194" y="41"/>
                </a:lnTo>
                <a:lnTo>
                  <a:pt x="194" y="40"/>
                </a:lnTo>
                <a:lnTo>
                  <a:pt x="194" y="39"/>
                </a:lnTo>
                <a:lnTo>
                  <a:pt x="195" y="39"/>
                </a:lnTo>
                <a:lnTo>
                  <a:pt x="195" y="40"/>
                </a:lnTo>
                <a:lnTo>
                  <a:pt x="196" y="40"/>
                </a:lnTo>
                <a:lnTo>
                  <a:pt x="197" y="40"/>
                </a:lnTo>
                <a:lnTo>
                  <a:pt x="198" y="39"/>
                </a:lnTo>
                <a:lnTo>
                  <a:pt x="199" y="39"/>
                </a:lnTo>
                <a:lnTo>
                  <a:pt x="199" y="38"/>
                </a:lnTo>
                <a:lnTo>
                  <a:pt x="199" y="37"/>
                </a:lnTo>
                <a:lnTo>
                  <a:pt x="198" y="37"/>
                </a:lnTo>
                <a:lnTo>
                  <a:pt x="197" y="36"/>
                </a:lnTo>
                <a:lnTo>
                  <a:pt x="197" y="35"/>
                </a:lnTo>
                <a:lnTo>
                  <a:pt x="198" y="35"/>
                </a:lnTo>
                <a:lnTo>
                  <a:pt x="198" y="36"/>
                </a:lnTo>
                <a:lnTo>
                  <a:pt x="199" y="36"/>
                </a:lnTo>
                <a:lnTo>
                  <a:pt x="199" y="35"/>
                </a:lnTo>
                <a:lnTo>
                  <a:pt x="200" y="35"/>
                </a:lnTo>
                <a:lnTo>
                  <a:pt x="201" y="35"/>
                </a:lnTo>
                <a:lnTo>
                  <a:pt x="202" y="34"/>
                </a:lnTo>
                <a:lnTo>
                  <a:pt x="203" y="34"/>
                </a:lnTo>
                <a:lnTo>
                  <a:pt x="203" y="33"/>
                </a:lnTo>
                <a:lnTo>
                  <a:pt x="203" y="31"/>
                </a:lnTo>
                <a:lnTo>
                  <a:pt x="204" y="31"/>
                </a:lnTo>
                <a:lnTo>
                  <a:pt x="205" y="31"/>
                </a:lnTo>
                <a:lnTo>
                  <a:pt x="206" y="31"/>
                </a:lnTo>
                <a:lnTo>
                  <a:pt x="207" y="33"/>
                </a:lnTo>
                <a:lnTo>
                  <a:pt x="208" y="33"/>
                </a:lnTo>
                <a:lnTo>
                  <a:pt x="209" y="31"/>
                </a:lnTo>
                <a:lnTo>
                  <a:pt x="210" y="31"/>
                </a:lnTo>
                <a:lnTo>
                  <a:pt x="212" y="31"/>
                </a:lnTo>
                <a:lnTo>
                  <a:pt x="213" y="33"/>
                </a:lnTo>
                <a:lnTo>
                  <a:pt x="212" y="34"/>
                </a:lnTo>
                <a:lnTo>
                  <a:pt x="212" y="35"/>
                </a:lnTo>
                <a:lnTo>
                  <a:pt x="213" y="34"/>
                </a:lnTo>
                <a:lnTo>
                  <a:pt x="213" y="33"/>
                </a:lnTo>
                <a:lnTo>
                  <a:pt x="213" y="31"/>
                </a:lnTo>
                <a:lnTo>
                  <a:pt x="214" y="31"/>
                </a:lnTo>
                <a:lnTo>
                  <a:pt x="214" y="30"/>
                </a:lnTo>
                <a:lnTo>
                  <a:pt x="212" y="31"/>
                </a:lnTo>
                <a:lnTo>
                  <a:pt x="211" y="31"/>
                </a:lnTo>
                <a:lnTo>
                  <a:pt x="210" y="31"/>
                </a:lnTo>
                <a:lnTo>
                  <a:pt x="209" y="31"/>
                </a:lnTo>
                <a:lnTo>
                  <a:pt x="207" y="31"/>
                </a:lnTo>
                <a:lnTo>
                  <a:pt x="205" y="31"/>
                </a:lnTo>
                <a:lnTo>
                  <a:pt x="206" y="31"/>
                </a:lnTo>
                <a:lnTo>
                  <a:pt x="208" y="30"/>
                </a:lnTo>
                <a:lnTo>
                  <a:pt x="209" y="30"/>
                </a:lnTo>
                <a:lnTo>
                  <a:pt x="210" y="30"/>
                </a:lnTo>
                <a:lnTo>
                  <a:pt x="210" y="29"/>
                </a:lnTo>
                <a:lnTo>
                  <a:pt x="212" y="29"/>
                </a:lnTo>
                <a:lnTo>
                  <a:pt x="212" y="28"/>
                </a:lnTo>
                <a:lnTo>
                  <a:pt x="213" y="28"/>
                </a:lnTo>
                <a:lnTo>
                  <a:pt x="214" y="27"/>
                </a:lnTo>
                <a:lnTo>
                  <a:pt x="214" y="26"/>
                </a:lnTo>
                <a:lnTo>
                  <a:pt x="215" y="26"/>
                </a:lnTo>
                <a:lnTo>
                  <a:pt x="215" y="25"/>
                </a:lnTo>
                <a:lnTo>
                  <a:pt x="215" y="24"/>
                </a:lnTo>
                <a:lnTo>
                  <a:pt x="216" y="24"/>
                </a:lnTo>
                <a:lnTo>
                  <a:pt x="216" y="23"/>
                </a:lnTo>
                <a:lnTo>
                  <a:pt x="217" y="21"/>
                </a:lnTo>
                <a:lnTo>
                  <a:pt x="217" y="20"/>
                </a:lnTo>
                <a:lnTo>
                  <a:pt x="217" y="19"/>
                </a:lnTo>
                <a:lnTo>
                  <a:pt x="218" y="18"/>
                </a:lnTo>
                <a:lnTo>
                  <a:pt x="220" y="18"/>
                </a:lnTo>
                <a:lnTo>
                  <a:pt x="223" y="18"/>
                </a:lnTo>
                <a:lnTo>
                  <a:pt x="224" y="18"/>
                </a:lnTo>
                <a:lnTo>
                  <a:pt x="225" y="18"/>
                </a:lnTo>
                <a:lnTo>
                  <a:pt x="225" y="19"/>
                </a:lnTo>
                <a:lnTo>
                  <a:pt x="226" y="19"/>
                </a:lnTo>
                <a:lnTo>
                  <a:pt x="226" y="20"/>
                </a:lnTo>
                <a:lnTo>
                  <a:pt x="227" y="20"/>
                </a:lnTo>
                <a:lnTo>
                  <a:pt x="228" y="20"/>
                </a:lnTo>
                <a:lnTo>
                  <a:pt x="228" y="21"/>
                </a:lnTo>
                <a:lnTo>
                  <a:pt x="229" y="21"/>
                </a:lnTo>
                <a:lnTo>
                  <a:pt x="229" y="22"/>
                </a:lnTo>
                <a:lnTo>
                  <a:pt x="230" y="22"/>
                </a:lnTo>
                <a:lnTo>
                  <a:pt x="231" y="22"/>
                </a:lnTo>
                <a:lnTo>
                  <a:pt x="232" y="22"/>
                </a:lnTo>
                <a:lnTo>
                  <a:pt x="232" y="23"/>
                </a:lnTo>
                <a:lnTo>
                  <a:pt x="233" y="23"/>
                </a:lnTo>
                <a:lnTo>
                  <a:pt x="234" y="23"/>
                </a:lnTo>
                <a:lnTo>
                  <a:pt x="236" y="23"/>
                </a:lnTo>
                <a:lnTo>
                  <a:pt x="236" y="22"/>
                </a:lnTo>
                <a:lnTo>
                  <a:pt x="235" y="22"/>
                </a:lnTo>
                <a:lnTo>
                  <a:pt x="236" y="22"/>
                </a:lnTo>
                <a:lnTo>
                  <a:pt x="236" y="21"/>
                </a:lnTo>
                <a:lnTo>
                  <a:pt x="234" y="21"/>
                </a:lnTo>
                <a:lnTo>
                  <a:pt x="235" y="20"/>
                </a:lnTo>
                <a:lnTo>
                  <a:pt x="236" y="20"/>
                </a:lnTo>
                <a:lnTo>
                  <a:pt x="237" y="21"/>
                </a:lnTo>
                <a:lnTo>
                  <a:pt x="238" y="22"/>
                </a:lnTo>
                <a:lnTo>
                  <a:pt x="238" y="21"/>
                </a:lnTo>
                <a:lnTo>
                  <a:pt x="239" y="21"/>
                </a:lnTo>
                <a:lnTo>
                  <a:pt x="240" y="20"/>
                </a:lnTo>
                <a:lnTo>
                  <a:pt x="240" y="19"/>
                </a:lnTo>
                <a:lnTo>
                  <a:pt x="242" y="19"/>
                </a:lnTo>
                <a:lnTo>
                  <a:pt x="243" y="19"/>
                </a:lnTo>
                <a:lnTo>
                  <a:pt x="242" y="19"/>
                </a:lnTo>
                <a:lnTo>
                  <a:pt x="240" y="18"/>
                </a:lnTo>
                <a:lnTo>
                  <a:pt x="239" y="18"/>
                </a:lnTo>
                <a:lnTo>
                  <a:pt x="238" y="18"/>
                </a:lnTo>
                <a:lnTo>
                  <a:pt x="238" y="17"/>
                </a:lnTo>
                <a:lnTo>
                  <a:pt x="238" y="16"/>
                </a:lnTo>
                <a:lnTo>
                  <a:pt x="239" y="16"/>
                </a:lnTo>
                <a:lnTo>
                  <a:pt x="239" y="15"/>
                </a:lnTo>
                <a:lnTo>
                  <a:pt x="240" y="15"/>
                </a:lnTo>
                <a:lnTo>
                  <a:pt x="241" y="15"/>
                </a:lnTo>
                <a:lnTo>
                  <a:pt x="244" y="13"/>
                </a:lnTo>
                <a:lnTo>
                  <a:pt x="246" y="13"/>
                </a:lnTo>
                <a:lnTo>
                  <a:pt x="247" y="12"/>
                </a:lnTo>
                <a:lnTo>
                  <a:pt x="248" y="12"/>
                </a:lnTo>
                <a:lnTo>
                  <a:pt x="248" y="13"/>
                </a:lnTo>
                <a:lnTo>
                  <a:pt x="249" y="14"/>
                </a:lnTo>
                <a:lnTo>
                  <a:pt x="250" y="14"/>
                </a:lnTo>
                <a:lnTo>
                  <a:pt x="251" y="14"/>
                </a:lnTo>
                <a:lnTo>
                  <a:pt x="251" y="15"/>
                </a:lnTo>
                <a:lnTo>
                  <a:pt x="252" y="15"/>
                </a:lnTo>
                <a:lnTo>
                  <a:pt x="253" y="16"/>
                </a:lnTo>
                <a:lnTo>
                  <a:pt x="254" y="16"/>
                </a:lnTo>
                <a:lnTo>
                  <a:pt x="255" y="16"/>
                </a:lnTo>
                <a:lnTo>
                  <a:pt x="255" y="17"/>
                </a:lnTo>
                <a:lnTo>
                  <a:pt x="256" y="17"/>
                </a:lnTo>
                <a:lnTo>
                  <a:pt x="257" y="17"/>
                </a:lnTo>
                <a:lnTo>
                  <a:pt x="257" y="18"/>
                </a:lnTo>
                <a:lnTo>
                  <a:pt x="258" y="18"/>
                </a:lnTo>
                <a:lnTo>
                  <a:pt x="259" y="18"/>
                </a:lnTo>
                <a:lnTo>
                  <a:pt x="259" y="19"/>
                </a:lnTo>
                <a:lnTo>
                  <a:pt x="260" y="19"/>
                </a:lnTo>
                <a:lnTo>
                  <a:pt x="261" y="19"/>
                </a:lnTo>
                <a:lnTo>
                  <a:pt x="261" y="20"/>
                </a:lnTo>
                <a:lnTo>
                  <a:pt x="262" y="20"/>
                </a:lnTo>
                <a:lnTo>
                  <a:pt x="263" y="20"/>
                </a:lnTo>
                <a:lnTo>
                  <a:pt x="264" y="21"/>
                </a:lnTo>
                <a:lnTo>
                  <a:pt x="265" y="21"/>
                </a:lnTo>
                <a:lnTo>
                  <a:pt x="266" y="21"/>
                </a:lnTo>
                <a:lnTo>
                  <a:pt x="266" y="22"/>
                </a:lnTo>
                <a:lnTo>
                  <a:pt x="267" y="22"/>
                </a:lnTo>
                <a:lnTo>
                  <a:pt x="268" y="22"/>
                </a:lnTo>
                <a:lnTo>
                  <a:pt x="269" y="22"/>
                </a:lnTo>
                <a:lnTo>
                  <a:pt x="270" y="22"/>
                </a:lnTo>
                <a:lnTo>
                  <a:pt x="271" y="22"/>
                </a:lnTo>
                <a:lnTo>
                  <a:pt x="272" y="22"/>
                </a:lnTo>
                <a:lnTo>
                  <a:pt x="273" y="22"/>
                </a:lnTo>
                <a:lnTo>
                  <a:pt x="273" y="21"/>
                </a:lnTo>
                <a:lnTo>
                  <a:pt x="274" y="21"/>
                </a:lnTo>
                <a:lnTo>
                  <a:pt x="274" y="22"/>
                </a:lnTo>
                <a:lnTo>
                  <a:pt x="273" y="22"/>
                </a:lnTo>
                <a:lnTo>
                  <a:pt x="273" y="23"/>
                </a:lnTo>
                <a:lnTo>
                  <a:pt x="273" y="24"/>
                </a:lnTo>
                <a:lnTo>
                  <a:pt x="273" y="25"/>
                </a:lnTo>
                <a:lnTo>
                  <a:pt x="273" y="26"/>
                </a:lnTo>
                <a:lnTo>
                  <a:pt x="274" y="28"/>
                </a:lnTo>
                <a:lnTo>
                  <a:pt x="274" y="29"/>
                </a:lnTo>
                <a:lnTo>
                  <a:pt x="275" y="30"/>
                </a:lnTo>
                <a:lnTo>
                  <a:pt x="275" y="29"/>
                </a:lnTo>
                <a:lnTo>
                  <a:pt x="276" y="28"/>
                </a:lnTo>
                <a:lnTo>
                  <a:pt x="277" y="27"/>
                </a:lnTo>
                <a:lnTo>
                  <a:pt x="278" y="27"/>
                </a:lnTo>
                <a:lnTo>
                  <a:pt x="277" y="26"/>
                </a:lnTo>
                <a:lnTo>
                  <a:pt x="277" y="25"/>
                </a:lnTo>
                <a:lnTo>
                  <a:pt x="278" y="24"/>
                </a:lnTo>
                <a:lnTo>
                  <a:pt x="279" y="24"/>
                </a:lnTo>
                <a:lnTo>
                  <a:pt x="280" y="25"/>
                </a:lnTo>
                <a:lnTo>
                  <a:pt x="280" y="26"/>
                </a:lnTo>
                <a:lnTo>
                  <a:pt x="279" y="27"/>
                </a:lnTo>
                <a:lnTo>
                  <a:pt x="279" y="28"/>
                </a:lnTo>
                <a:lnTo>
                  <a:pt x="280" y="29"/>
                </a:lnTo>
                <a:lnTo>
                  <a:pt x="281" y="30"/>
                </a:lnTo>
                <a:lnTo>
                  <a:pt x="281" y="31"/>
                </a:lnTo>
                <a:lnTo>
                  <a:pt x="280" y="31"/>
                </a:lnTo>
                <a:lnTo>
                  <a:pt x="279" y="30"/>
                </a:lnTo>
                <a:lnTo>
                  <a:pt x="279" y="31"/>
                </a:lnTo>
                <a:lnTo>
                  <a:pt x="278" y="31"/>
                </a:lnTo>
                <a:lnTo>
                  <a:pt x="276" y="31"/>
                </a:lnTo>
                <a:lnTo>
                  <a:pt x="276" y="33"/>
                </a:lnTo>
                <a:lnTo>
                  <a:pt x="277" y="33"/>
                </a:lnTo>
                <a:lnTo>
                  <a:pt x="277" y="31"/>
                </a:lnTo>
                <a:lnTo>
                  <a:pt x="279" y="33"/>
                </a:lnTo>
                <a:lnTo>
                  <a:pt x="279" y="34"/>
                </a:lnTo>
                <a:lnTo>
                  <a:pt x="279" y="33"/>
                </a:lnTo>
                <a:lnTo>
                  <a:pt x="280" y="33"/>
                </a:lnTo>
                <a:lnTo>
                  <a:pt x="281" y="33"/>
                </a:lnTo>
                <a:lnTo>
                  <a:pt x="281" y="34"/>
                </a:lnTo>
                <a:lnTo>
                  <a:pt x="280" y="34"/>
                </a:lnTo>
                <a:lnTo>
                  <a:pt x="279" y="34"/>
                </a:lnTo>
                <a:lnTo>
                  <a:pt x="280" y="34"/>
                </a:lnTo>
                <a:lnTo>
                  <a:pt x="281" y="36"/>
                </a:lnTo>
                <a:lnTo>
                  <a:pt x="281" y="35"/>
                </a:lnTo>
                <a:lnTo>
                  <a:pt x="282" y="36"/>
                </a:lnTo>
                <a:lnTo>
                  <a:pt x="281" y="37"/>
                </a:lnTo>
                <a:lnTo>
                  <a:pt x="282" y="38"/>
                </a:lnTo>
                <a:lnTo>
                  <a:pt x="282" y="39"/>
                </a:lnTo>
                <a:lnTo>
                  <a:pt x="283" y="39"/>
                </a:lnTo>
                <a:lnTo>
                  <a:pt x="283" y="40"/>
                </a:lnTo>
                <a:lnTo>
                  <a:pt x="283" y="41"/>
                </a:lnTo>
                <a:lnTo>
                  <a:pt x="284" y="40"/>
                </a:lnTo>
                <a:lnTo>
                  <a:pt x="283" y="39"/>
                </a:lnTo>
                <a:lnTo>
                  <a:pt x="283" y="38"/>
                </a:lnTo>
                <a:lnTo>
                  <a:pt x="283" y="36"/>
                </a:lnTo>
                <a:lnTo>
                  <a:pt x="286" y="36"/>
                </a:lnTo>
                <a:lnTo>
                  <a:pt x="287" y="36"/>
                </a:lnTo>
                <a:lnTo>
                  <a:pt x="287" y="35"/>
                </a:lnTo>
                <a:lnTo>
                  <a:pt x="286" y="33"/>
                </a:lnTo>
                <a:lnTo>
                  <a:pt x="286" y="31"/>
                </a:lnTo>
                <a:lnTo>
                  <a:pt x="285" y="31"/>
                </a:lnTo>
                <a:lnTo>
                  <a:pt x="285" y="29"/>
                </a:lnTo>
                <a:lnTo>
                  <a:pt x="285" y="28"/>
                </a:lnTo>
                <a:lnTo>
                  <a:pt x="284" y="27"/>
                </a:lnTo>
                <a:lnTo>
                  <a:pt x="284" y="26"/>
                </a:lnTo>
                <a:lnTo>
                  <a:pt x="283" y="24"/>
                </a:lnTo>
                <a:lnTo>
                  <a:pt x="283" y="23"/>
                </a:lnTo>
                <a:lnTo>
                  <a:pt x="283" y="22"/>
                </a:lnTo>
                <a:lnTo>
                  <a:pt x="282" y="22"/>
                </a:lnTo>
                <a:lnTo>
                  <a:pt x="283" y="22"/>
                </a:lnTo>
                <a:lnTo>
                  <a:pt x="284" y="22"/>
                </a:lnTo>
                <a:lnTo>
                  <a:pt x="284" y="21"/>
                </a:lnTo>
                <a:lnTo>
                  <a:pt x="283" y="21"/>
                </a:lnTo>
                <a:lnTo>
                  <a:pt x="283" y="20"/>
                </a:lnTo>
                <a:lnTo>
                  <a:pt x="283" y="21"/>
                </a:lnTo>
                <a:lnTo>
                  <a:pt x="282" y="21"/>
                </a:lnTo>
                <a:lnTo>
                  <a:pt x="281" y="21"/>
                </a:lnTo>
                <a:lnTo>
                  <a:pt x="281" y="20"/>
                </a:lnTo>
                <a:lnTo>
                  <a:pt x="280" y="20"/>
                </a:lnTo>
                <a:lnTo>
                  <a:pt x="280" y="21"/>
                </a:lnTo>
                <a:lnTo>
                  <a:pt x="279" y="21"/>
                </a:lnTo>
                <a:lnTo>
                  <a:pt x="278" y="21"/>
                </a:lnTo>
                <a:lnTo>
                  <a:pt x="278" y="20"/>
                </a:lnTo>
                <a:lnTo>
                  <a:pt x="277" y="19"/>
                </a:lnTo>
                <a:lnTo>
                  <a:pt x="277" y="18"/>
                </a:lnTo>
                <a:lnTo>
                  <a:pt x="277" y="16"/>
                </a:lnTo>
                <a:lnTo>
                  <a:pt x="277" y="15"/>
                </a:lnTo>
                <a:lnTo>
                  <a:pt x="277" y="14"/>
                </a:lnTo>
                <a:lnTo>
                  <a:pt x="278" y="14"/>
                </a:lnTo>
                <a:lnTo>
                  <a:pt x="278" y="13"/>
                </a:lnTo>
                <a:lnTo>
                  <a:pt x="278" y="12"/>
                </a:lnTo>
                <a:lnTo>
                  <a:pt x="278" y="11"/>
                </a:lnTo>
                <a:lnTo>
                  <a:pt x="277" y="11"/>
                </a:lnTo>
                <a:lnTo>
                  <a:pt x="279" y="10"/>
                </a:lnTo>
                <a:lnTo>
                  <a:pt x="279" y="9"/>
                </a:lnTo>
                <a:lnTo>
                  <a:pt x="280" y="9"/>
                </a:lnTo>
                <a:lnTo>
                  <a:pt x="280" y="8"/>
                </a:lnTo>
                <a:lnTo>
                  <a:pt x="281" y="8"/>
                </a:lnTo>
                <a:lnTo>
                  <a:pt x="282" y="8"/>
                </a:lnTo>
                <a:lnTo>
                  <a:pt x="283" y="8"/>
                </a:lnTo>
                <a:lnTo>
                  <a:pt x="284" y="8"/>
                </a:lnTo>
                <a:lnTo>
                  <a:pt x="286" y="8"/>
                </a:lnTo>
                <a:lnTo>
                  <a:pt x="287" y="8"/>
                </a:lnTo>
                <a:lnTo>
                  <a:pt x="288" y="8"/>
                </a:lnTo>
                <a:lnTo>
                  <a:pt x="289" y="7"/>
                </a:lnTo>
                <a:lnTo>
                  <a:pt x="289" y="6"/>
                </a:lnTo>
                <a:lnTo>
                  <a:pt x="291" y="5"/>
                </a:lnTo>
                <a:lnTo>
                  <a:pt x="291" y="4"/>
                </a:lnTo>
                <a:lnTo>
                  <a:pt x="292" y="4"/>
                </a:lnTo>
                <a:lnTo>
                  <a:pt x="293" y="2"/>
                </a:lnTo>
                <a:lnTo>
                  <a:pt x="292" y="2"/>
                </a:lnTo>
                <a:lnTo>
                  <a:pt x="292" y="1"/>
                </a:lnTo>
                <a:lnTo>
                  <a:pt x="294" y="0"/>
                </a:lnTo>
                <a:lnTo>
                  <a:pt x="294" y="1"/>
                </a:lnTo>
                <a:lnTo>
                  <a:pt x="295" y="2"/>
                </a:lnTo>
                <a:lnTo>
                  <a:pt x="295" y="3"/>
                </a:lnTo>
                <a:lnTo>
                  <a:pt x="296" y="3"/>
                </a:lnTo>
                <a:lnTo>
                  <a:pt x="296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1912320" y="5049000"/>
            <a:ext cx="225360" cy="220680"/>
          </a:xfrm>
          <a:custGeom>
            <a:avLst/>
            <a:gdLst/>
            <a:ahLst/>
            <a:rect l="0" t="0" r="r" b="b"/>
            <a:pathLst>
              <a:path w="626" h="613">
                <a:moveTo>
                  <a:pt x="407" y="3"/>
                </a:moveTo>
                <a:lnTo>
                  <a:pt x="408" y="3"/>
                </a:lnTo>
                <a:lnTo>
                  <a:pt x="409" y="4"/>
                </a:lnTo>
                <a:lnTo>
                  <a:pt x="410" y="3"/>
                </a:lnTo>
                <a:lnTo>
                  <a:pt x="410" y="4"/>
                </a:lnTo>
                <a:lnTo>
                  <a:pt x="411" y="4"/>
                </a:lnTo>
                <a:lnTo>
                  <a:pt x="413" y="4"/>
                </a:lnTo>
                <a:lnTo>
                  <a:pt x="414" y="4"/>
                </a:lnTo>
                <a:lnTo>
                  <a:pt x="414" y="5"/>
                </a:lnTo>
                <a:lnTo>
                  <a:pt x="414" y="6"/>
                </a:lnTo>
                <a:lnTo>
                  <a:pt x="415" y="7"/>
                </a:lnTo>
                <a:lnTo>
                  <a:pt x="416" y="7"/>
                </a:lnTo>
                <a:lnTo>
                  <a:pt x="417" y="8"/>
                </a:lnTo>
                <a:lnTo>
                  <a:pt x="418" y="9"/>
                </a:lnTo>
                <a:lnTo>
                  <a:pt x="419" y="10"/>
                </a:lnTo>
                <a:lnTo>
                  <a:pt x="420" y="10"/>
                </a:lnTo>
                <a:lnTo>
                  <a:pt x="421" y="10"/>
                </a:lnTo>
                <a:lnTo>
                  <a:pt x="422" y="11"/>
                </a:lnTo>
                <a:lnTo>
                  <a:pt x="422" y="12"/>
                </a:lnTo>
                <a:lnTo>
                  <a:pt x="423" y="12"/>
                </a:lnTo>
                <a:lnTo>
                  <a:pt x="423" y="13"/>
                </a:lnTo>
                <a:lnTo>
                  <a:pt x="424" y="13"/>
                </a:lnTo>
                <a:lnTo>
                  <a:pt x="424" y="14"/>
                </a:lnTo>
                <a:lnTo>
                  <a:pt x="425" y="14"/>
                </a:lnTo>
                <a:lnTo>
                  <a:pt x="427" y="14"/>
                </a:lnTo>
                <a:lnTo>
                  <a:pt x="428" y="14"/>
                </a:lnTo>
                <a:lnTo>
                  <a:pt x="429" y="14"/>
                </a:lnTo>
                <a:lnTo>
                  <a:pt x="430" y="14"/>
                </a:lnTo>
                <a:lnTo>
                  <a:pt x="431" y="14"/>
                </a:lnTo>
                <a:lnTo>
                  <a:pt x="432" y="14"/>
                </a:lnTo>
                <a:lnTo>
                  <a:pt x="432" y="13"/>
                </a:lnTo>
                <a:lnTo>
                  <a:pt x="433" y="14"/>
                </a:lnTo>
                <a:lnTo>
                  <a:pt x="434" y="14"/>
                </a:lnTo>
                <a:lnTo>
                  <a:pt x="434" y="15"/>
                </a:lnTo>
                <a:lnTo>
                  <a:pt x="435" y="15"/>
                </a:lnTo>
                <a:lnTo>
                  <a:pt x="435" y="16"/>
                </a:lnTo>
                <a:lnTo>
                  <a:pt x="435" y="17"/>
                </a:lnTo>
                <a:lnTo>
                  <a:pt x="435" y="18"/>
                </a:lnTo>
                <a:lnTo>
                  <a:pt x="435" y="19"/>
                </a:lnTo>
                <a:lnTo>
                  <a:pt x="436" y="19"/>
                </a:lnTo>
                <a:lnTo>
                  <a:pt x="437" y="20"/>
                </a:lnTo>
                <a:lnTo>
                  <a:pt x="438" y="21"/>
                </a:lnTo>
                <a:lnTo>
                  <a:pt x="440" y="22"/>
                </a:lnTo>
                <a:lnTo>
                  <a:pt x="441" y="22"/>
                </a:lnTo>
                <a:lnTo>
                  <a:pt x="442" y="23"/>
                </a:lnTo>
                <a:lnTo>
                  <a:pt x="443" y="22"/>
                </a:lnTo>
                <a:lnTo>
                  <a:pt x="443" y="23"/>
                </a:lnTo>
                <a:lnTo>
                  <a:pt x="444" y="23"/>
                </a:lnTo>
                <a:lnTo>
                  <a:pt x="445" y="23"/>
                </a:lnTo>
                <a:lnTo>
                  <a:pt x="446" y="23"/>
                </a:lnTo>
                <a:lnTo>
                  <a:pt x="446" y="24"/>
                </a:lnTo>
                <a:lnTo>
                  <a:pt x="447" y="24"/>
                </a:lnTo>
                <a:lnTo>
                  <a:pt x="447" y="25"/>
                </a:lnTo>
                <a:lnTo>
                  <a:pt x="448" y="25"/>
                </a:lnTo>
                <a:lnTo>
                  <a:pt x="448" y="26"/>
                </a:lnTo>
                <a:lnTo>
                  <a:pt x="448" y="27"/>
                </a:lnTo>
                <a:lnTo>
                  <a:pt x="449" y="28"/>
                </a:lnTo>
                <a:lnTo>
                  <a:pt x="450" y="29"/>
                </a:lnTo>
                <a:lnTo>
                  <a:pt x="451" y="29"/>
                </a:lnTo>
                <a:lnTo>
                  <a:pt x="452" y="29"/>
                </a:lnTo>
                <a:lnTo>
                  <a:pt x="452" y="30"/>
                </a:lnTo>
                <a:lnTo>
                  <a:pt x="453" y="30"/>
                </a:lnTo>
                <a:lnTo>
                  <a:pt x="453" y="31"/>
                </a:lnTo>
                <a:lnTo>
                  <a:pt x="454" y="31"/>
                </a:lnTo>
                <a:lnTo>
                  <a:pt x="455" y="31"/>
                </a:lnTo>
                <a:lnTo>
                  <a:pt x="456" y="31"/>
                </a:lnTo>
                <a:lnTo>
                  <a:pt x="457" y="31"/>
                </a:lnTo>
                <a:lnTo>
                  <a:pt x="458" y="31"/>
                </a:lnTo>
                <a:lnTo>
                  <a:pt x="459" y="30"/>
                </a:lnTo>
                <a:lnTo>
                  <a:pt x="460" y="31"/>
                </a:lnTo>
                <a:lnTo>
                  <a:pt x="460" y="32"/>
                </a:lnTo>
                <a:lnTo>
                  <a:pt x="461" y="32"/>
                </a:lnTo>
                <a:lnTo>
                  <a:pt x="462" y="31"/>
                </a:lnTo>
                <a:lnTo>
                  <a:pt x="465" y="31"/>
                </a:lnTo>
                <a:lnTo>
                  <a:pt x="465" y="32"/>
                </a:lnTo>
                <a:lnTo>
                  <a:pt x="466" y="32"/>
                </a:lnTo>
                <a:lnTo>
                  <a:pt x="467" y="33"/>
                </a:lnTo>
                <a:lnTo>
                  <a:pt x="468" y="33"/>
                </a:lnTo>
                <a:lnTo>
                  <a:pt x="469" y="33"/>
                </a:lnTo>
                <a:lnTo>
                  <a:pt x="469" y="34"/>
                </a:lnTo>
                <a:lnTo>
                  <a:pt x="471" y="34"/>
                </a:lnTo>
                <a:lnTo>
                  <a:pt x="472" y="34"/>
                </a:lnTo>
                <a:lnTo>
                  <a:pt x="472" y="35"/>
                </a:lnTo>
                <a:lnTo>
                  <a:pt x="473" y="35"/>
                </a:lnTo>
                <a:lnTo>
                  <a:pt x="473" y="36"/>
                </a:lnTo>
                <a:lnTo>
                  <a:pt x="474" y="37"/>
                </a:lnTo>
                <a:lnTo>
                  <a:pt x="475" y="37"/>
                </a:lnTo>
                <a:lnTo>
                  <a:pt x="476" y="37"/>
                </a:lnTo>
                <a:lnTo>
                  <a:pt x="476" y="38"/>
                </a:lnTo>
                <a:lnTo>
                  <a:pt x="477" y="38"/>
                </a:lnTo>
                <a:lnTo>
                  <a:pt x="478" y="39"/>
                </a:lnTo>
                <a:lnTo>
                  <a:pt x="479" y="41"/>
                </a:lnTo>
                <a:lnTo>
                  <a:pt x="480" y="41"/>
                </a:lnTo>
                <a:lnTo>
                  <a:pt x="481" y="42"/>
                </a:lnTo>
                <a:lnTo>
                  <a:pt x="482" y="43"/>
                </a:lnTo>
                <a:lnTo>
                  <a:pt x="482" y="44"/>
                </a:lnTo>
                <a:lnTo>
                  <a:pt x="483" y="44"/>
                </a:lnTo>
                <a:lnTo>
                  <a:pt x="484" y="44"/>
                </a:lnTo>
                <a:lnTo>
                  <a:pt x="484" y="45"/>
                </a:lnTo>
                <a:lnTo>
                  <a:pt x="486" y="46"/>
                </a:lnTo>
                <a:lnTo>
                  <a:pt x="487" y="46"/>
                </a:lnTo>
                <a:lnTo>
                  <a:pt x="488" y="46"/>
                </a:lnTo>
                <a:lnTo>
                  <a:pt x="488" y="47"/>
                </a:lnTo>
                <a:lnTo>
                  <a:pt x="489" y="47"/>
                </a:lnTo>
                <a:lnTo>
                  <a:pt x="490" y="49"/>
                </a:lnTo>
                <a:lnTo>
                  <a:pt x="491" y="49"/>
                </a:lnTo>
                <a:lnTo>
                  <a:pt x="492" y="50"/>
                </a:lnTo>
                <a:lnTo>
                  <a:pt x="491" y="50"/>
                </a:lnTo>
                <a:lnTo>
                  <a:pt x="492" y="50"/>
                </a:lnTo>
                <a:lnTo>
                  <a:pt x="492" y="51"/>
                </a:lnTo>
                <a:lnTo>
                  <a:pt x="493" y="51"/>
                </a:lnTo>
                <a:lnTo>
                  <a:pt x="493" y="52"/>
                </a:lnTo>
                <a:lnTo>
                  <a:pt x="492" y="52"/>
                </a:lnTo>
                <a:lnTo>
                  <a:pt x="493" y="52"/>
                </a:lnTo>
                <a:lnTo>
                  <a:pt x="492" y="52"/>
                </a:lnTo>
                <a:lnTo>
                  <a:pt x="492" y="54"/>
                </a:lnTo>
                <a:lnTo>
                  <a:pt x="492" y="55"/>
                </a:lnTo>
                <a:lnTo>
                  <a:pt x="494" y="55"/>
                </a:lnTo>
                <a:lnTo>
                  <a:pt x="495" y="55"/>
                </a:lnTo>
                <a:lnTo>
                  <a:pt x="496" y="56"/>
                </a:lnTo>
                <a:lnTo>
                  <a:pt x="497" y="56"/>
                </a:lnTo>
                <a:lnTo>
                  <a:pt x="498" y="56"/>
                </a:lnTo>
                <a:lnTo>
                  <a:pt x="499" y="56"/>
                </a:lnTo>
                <a:lnTo>
                  <a:pt x="499" y="57"/>
                </a:lnTo>
                <a:lnTo>
                  <a:pt x="500" y="57"/>
                </a:lnTo>
                <a:lnTo>
                  <a:pt x="501" y="57"/>
                </a:lnTo>
                <a:lnTo>
                  <a:pt x="502" y="57"/>
                </a:lnTo>
                <a:lnTo>
                  <a:pt x="503" y="58"/>
                </a:lnTo>
                <a:lnTo>
                  <a:pt x="503" y="59"/>
                </a:lnTo>
                <a:lnTo>
                  <a:pt x="503" y="60"/>
                </a:lnTo>
                <a:lnTo>
                  <a:pt x="503" y="61"/>
                </a:lnTo>
                <a:lnTo>
                  <a:pt x="502" y="61"/>
                </a:lnTo>
                <a:lnTo>
                  <a:pt x="501" y="62"/>
                </a:lnTo>
                <a:lnTo>
                  <a:pt x="501" y="63"/>
                </a:lnTo>
                <a:lnTo>
                  <a:pt x="500" y="63"/>
                </a:lnTo>
                <a:lnTo>
                  <a:pt x="500" y="64"/>
                </a:lnTo>
                <a:lnTo>
                  <a:pt x="502" y="64"/>
                </a:lnTo>
                <a:lnTo>
                  <a:pt x="503" y="65"/>
                </a:lnTo>
                <a:lnTo>
                  <a:pt x="502" y="65"/>
                </a:lnTo>
                <a:lnTo>
                  <a:pt x="502" y="66"/>
                </a:lnTo>
                <a:lnTo>
                  <a:pt x="503" y="66"/>
                </a:lnTo>
                <a:lnTo>
                  <a:pt x="504" y="66"/>
                </a:lnTo>
                <a:lnTo>
                  <a:pt x="504" y="67"/>
                </a:lnTo>
                <a:lnTo>
                  <a:pt x="504" y="68"/>
                </a:lnTo>
                <a:lnTo>
                  <a:pt x="504" y="69"/>
                </a:lnTo>
                <a:lnTo>
                  <a:pt x="504" y="70"/>
                </a:lnTo>
                <a:lnTo>
                  <a:pt x="505" y="70"/>
                </a:lnTo>
                <a:lnTo>
                  <a:pt x="505" y="71"/>
                </a:lnTo>
                <a:lnTo>
                  <a:pt x="507" y="71"/>
                </a:lnTo>
                <a:lnTo>
                  <a:pt x="508" y="71"/>
                </a:lnTo>
                <a:lnTo>
                  <a:pt x="509" y="71"/>
                </a:lnTo>
                <a:lnTo>
                  <a:pt x="511" y="71"/>
                </a:lnTo>
                <a:lnTo>
                  <a:pt x="513" y="71"/>
                </a:lnTo>
                <a:lnTo>
                  <a:pt x="514" y="71"/>
                </a:lnTo>
                <a:lnTo>
                  <a:pt x="515" y="71"/>
                </a:lnTo>
                <a:lnTo>
                  <a:pt x="516" y="71"/>
                </a:lnTo>
                <a:lnTo>
                  <a:pt x="517" y="72"/>
                </a:lnTo>
                <a:lnTo>
                  <a:pt x="518" y="71"/>
                </a:lnTo>
                <a:lnTo>
                  <a:pt x="519" y="71"/>
                </a:lnTo>
                <a:lnTo>
                  <a:pt x="520" y="71"/>
                </a:lnTo>
                <a:lnTo>
                  <a:pt x="521" y="71"/>
                </a:lnTo>
                <a:lnTo>
                  <a:pt x="521" y="70"/>
                </a:lnTo>
                <a:lnTo>
                  <a:pt x="521" y="69"/>
                </a:lnTo>
                <a:lnTo>
                  <a:pt x="522" y="69"/>
                </a:lnTo>
                <a:lnTo>
                  <a:pt x="524" y="69"/>
                </a:lnTo>
                <a:lnTo>
                  <a:pt x="524" y="68"/>
                </a:lnTo>
                <a:lnTo>
                  <a:pt x="525" y="68"/>
                </a:lnTo>
                <a:lnTo>
                  <a:pt x="526" y="68"/>
                </a:lnTo>
                <a:lnTo>
                  <a:pt x="526" y="69"/>
                </a:lnTo>
                <a:lnTo>
                  <a:pt x="527" y="69"/>
                </a:lnTo>
                <a:lnTo>
                  <a:pt x="527" y="70"/>
                </a:lnTo>
                <a:lnTo>
                  <a:pt x="528" y="69"/>
                </a:lnTo>
                <a:lnTo>
                  <a:pt x="529" y="69"/>
                </a:lnTo>
                <a:lnTo>
                  <a:pt x="530" y="69"/>
                </a:lnTo>
                <a:lnTo>
                  <a:pt x="531" y="68"/>
                </a:lnTo>
                <a:lnTo>
                  <a:pt x="531" y="69"/>
                </a:lnTo>
                <a:lnTo>
                  <a:pt x="532" y="69"/>
                </a:lnTo>
                <a:lnTo>
                  <a:pt x="533" y="69"/>
                </a:lnTo>
                <a:lnTo>
                  <a:pt x="533" y="68"/>
                </a:lnTo>
                <a:lnTo>
                  <a:pt x="534" y="68"/>
                </a:lnTo>
                <a:lnTo>
                  <a:pt x="535" y="68"/>
                </a:lnTo>
                <a:lnTo>
                  <a:pt x="538" y="67"/>
                </a:lnTo>
                <a:lnTo>
                  <a:pt x="540" y="67"/>
                </a:lnTo>
                <a:lnTo>
                  <a:pt x="541" y="67"/>
                </a:lnTo>
                <a:lnTo>
                  <a:pt x="542" y="67"/>
                </a:lnTo>
                <a:lnTo>
                  <a:pt x="543" y="67"/>
                </a:lnTo>
                <a:lnTo>
                  <a:pt x="544" y="68"/>
                </a:lnTo>
                <a:lnTo>
                  <a:pt x="545" y="69"/>
                </a:lnTo>
                <a:lnTo>
                  <a:pt x="546" y="69"/>
                </a:lnTo>
                <a:lnTo>
                  <a:pt x="547" y="69"/>
                </a:lnTo>
                <a:lnTo>
                  <a:pt x="548" y="69"/>
                </a:lnTo>
                <a:lnTo>
                  <a:pt x="550" y="68"/>
                </a:lnTo>
                <a:lnTo>
                  <a:pt x="551" y="68"/>
                </a:lnTo>
                <a:lnTo>
                  <a:pt x="552" y="68"/>
                </a:lnTo>
                <a:lnTo>
                  <a:pt x="553" y="68"/>
                </a:lnTo>
                <a:lnTo>
                  <a:pt x="554" y="68"/>
                </a:lnTo>
                <a:lnTo>
                  <a:pt x="555" y="68"/>
                </a:lnTo>
                <a:lnTo>
                  <a:pt x="556" y="68"/>
                </a:lnTo>
                <a:lnTo>
                  <a:pt x="556" y="69"/>
                </a:lnTo>
                <a:lnTo>
                  <a:pt x="557" y="69"/>
                </a:lnTo>
                <a:lnTo>
                  <a:pt x="557" y="70"/>
                </a:lnTo>
                <a:lnTo>
                  <a:pt x="558" y="70"/>
                </a:lnTo>
                <a:lnTo>
                  <a:pt x="560" y="70"/>
                </a:lnTo>
                <a:lnTo>
                  <a:pt x="561" y="70"/>
                </a:lnTo>
                <a:lnTo>
                  <a:pt x="561" y="71"/>
                </a:lnTo>
                <a:lnTo>
                  <a:pt x="561" y="72"/>
                </a:lnTo>
                <a:lnTo>
                  <a:pt x="561" y="73"/>
                </a:lnTo>
                <a:lnTo>
                  <a:pt x="561" y="74"/>
                </a:lnTo>
                <a:lnTo>
                  <a:pt x="561" y="75"/>
                </a:lnTo>
                <a:lnTo>
                  <a:pt x="562" y="75"/>
                </a:lnTo>
                <a:lnTo>
                  <a:pt x="562" y="76"/>
                </a:lnTo>
                <a:lnTo>
                  <a:pt x="562" y="77"/>
                </a:lnTo>
                <a:lnTo>
                  <a:pt x="562" y="78"/>
                </a:lnTo>
                <a:lnTo>
                  <a:pt x="562" y="79"/>
                </a:lnTo>
                <a:lnTo>
                  <a:pt x="562" y="80"/>
                </a:lnTo>
                <a:lnTo>
                  <a:pt x="562" y="81"/>
                </a:lnTo>
                <a:lnTo>
                  <a:pt x="563" y="81"/>
                </a:lnTo>
                <a:lnTo>
                  <a:pt x="563" y="82"/>
                </a:lnTo>
                <a:lnTo>
                  <a:pt x="564" y="82"/>
                </a:lnTo>
                <a:lnTo>
                  <a:pt x="564" y="83"/>
                </a:lnTo>
                <a:lnTo>
                  <a:pt x="565" y="84"/>
                </a:lnTo>
                <a:lnTo>
                  <a:pt x="566" y="84"/>
                </a:lnTo>
                <a:lnTo>
                  <a:pt x="566" y="85"/>
                </a:lnTo>
                <a:lnTo>
                  <a:pt x="565" y="85"/>
                </a:lnTo>
                <a:lnTo>
                  <a:pt x="564" y="85"/>
                </a:lnTo>
                <a:lnTo>
                  <a:pt x="563" y="85"/>
                </a:lnTo>
                <a:lnTo>
                  <a:pt x="563" y="88"/>
                </a:lnTo>
                <a:lnTo>
                  <a:pt x="564" y="88"/>
                </a:lnTo>
                <a:lnTo>
                  <a:pt x="565" y="88"/>
                </a:lnTo>
                <a:lnTo>
                  <a:pt x="564" y="89"/>
                </a:lnTo>
                <a:lnTo>
                  <a:pt x="563" y="89"/>
                </a:lnTo>
                <a:lnTo>
                  <a:pt x="562" y="89"/>
                </a:lnTo>
                <a:lnTo>
                  <a:pt x="561" y="90"/>
                </a:lnTo>
                <a:lnTo>
                  <a:pt x="561" y="91"/>
                </a:lnTo>
                <a:lnTo>
                  <a:pt x="561" y="92"/>
                </a:lnTo>
                <a:lnTo>
                  <a:pt x="560" y="92"/>
                </a:lnTo>
                <a:lnTo>
                  <a:pt x="561" y="92"/>
                </a:lnTo>
                <a:lnTo>
                  <a:pt x="561" y="93"/>
                </a:lnTo>
                <a:lnTo>
                  <a:pt x="562" y="93"/>
                </a:lnTo>
                <a:lnTo>
                  <a:pt x="562" y="94"/>
                </a:lnTo>
                <a:lnTo>
                  <a:pt x="563" y="94"/>
                </a:lnTo>
                <a:lnTo>
                  <a:pt x="564" y="93"/>
                </a:lnTo>
                <a:lnTo>
                  <a:pt x="565" y="93"/>
                </a:lnTo>
                <a:lnTo>
                  <a:pt x="566" y="93"/>
                </a:lnTo>
                <a:lnTo>
                  <a:pt x="567" y="93"/>
                </a:lnTo>
                <a:lnTo>
                  <a:pt x="568" y="93"/>
                </a:lnTo>
                <a:lnTo>
                  <a:pt x="569" y="93"/>
                </a:lnTo>
                <a:lnTo>
                  <a:pt x="569" y="92"/>
                </a:lnTo>
                <a:lnTo>
                  <a:pt x="570" y="92"/>
                </a:lnTo>
                <a:lnTo>
                  <a:pt x="570" y="93"/>
                </a:lnTo>
                <a:lnTo>
                  <a:pt x="570" y="94"/>
                </a:lnTo>
                <a:lnTo>
                  <a:pt x="571" y="94"/>
                </a:lnTo>
                <a:lnTo>
                  <a:pt x="573" y="92"/>
                </a:lnTo>
                <a:lnTo>
                  <a:pt x="574" y="92"/>
                </a:lnTo>
                <a:lnTo>
                  <a:pt x="575" y="92"/>
                </a:lnTo>
                <a:lnTo>
                  <a:pt x="576" y="92"/>
                </a:lnTo>
                <a:lnTo>
                  <a:pt x="577" y="92"/>
                </a:lnTo>
                <a:lnTo>
                  <a:pt x="578" y="93"/>
                </a:lnTo>
                <a:lnTo>
                  <a:pt x="579" y="93"/>
                </a:lnTo>
                <a:lnTo>
                  <a:pt x="579" y="94"/>
                </a:lnTo>
                <a:lnTo>
                  <a:pt x="579" y="95"/>
                </a:lnTo>
                <a:lnTo>
                  <a:pt x="580" y="95"/>
                </a:lnTo>
                <a:lnTo>
                  <a:pt x="581" y="95"/>
                </a:lnTo>
                <a:lnTo>
                  <a:pt x="581" y="96"/>
                </a:lnTo>
                <a:lnTo>
                  <a:pt x="582" y="96"/>
                </a:lnTo>
                <a:lnTo>
                  <a:pt x="582" y="97"/>
                </a:lnTo>
                <a:lnTo>
                  <a:pt x="583" y="97"/>
                </a:lnTo>
                <a:lnTo>
                  <a:pt x="585" y="97"/>
                </a:lnTo>
                <a:lnTo>
                  <a:pt x="586" y="96"/>
                </a:lnTo>
                <a:lnTo>
                  <a:pt x="587" y="96"/>
                </a:lnTo>
                <a:lnTo>
                  <a:pt x="588" y="96"/>
                </a:lnTo>
                <a:lnTo>
                  <a:pt x="588" y="97"/>
                </a:lnTo>
                <a:lnTo>
                  <a:pt x="588" y="98"/>
                </a:lnTo>
                <a:lnTo>
                  <a:pt x="589" y="98"/>
                </a:lnTo>
                <a:lnTo>
                  <a:pt x="590" y="98"/>
                </a:lnTo>
                <a:lnTo>
                  <a:pt x="591" y="98"/>
                </a:lnTo>
                <a:lnTo>
                  <a:pt x="592" y="98"/>
                </a:lnTo>
                <a:lnTo>
                  <a:pt x="593" y="98"/>
                </a:lnTo>
                <a:lnTo>
                  <a:pt x="593" y="97"/>
                </a:lnTo>
                <a:lnTo>
                  <a:pt x="594" y="97"/>
                </a:lnTo>
                <a:lnTo>
                  <a:pt x="594" y="98"/>
                </a:lnTo>
                <a:lnTo>
                  <a:pt x="593" y="98"/>
                </a:lnTo>
                <a:lnTo>
                  <a:pt x="593" y="99"/>
                </a:lnTo>
                <a:lnTo>
                  <a:pt x="592" y="99"/>
                </a:lnTo>
                <a:lnTo>
                  <a:pt x="592" y="100"/>
                </a:lnTo>
                <a:lnTo>
                  <a:pt x="592" y="101"/>
                </a:lnTo>
                <a:lnTo>
                  <a:pt x="591" y="101"/>
                </a:lnTo>
                <a:lnTo>
                  <a:pt x="590" y="101"/>
                </a:lnTo>
                <a:lnTo>
                  <a:pt x="590" y="102"/>
                </a:lnTo>
                <a:lnTo>
                  <a:pt x="589" y="102"/>
                </a:lnTo>
                <a:lnTo>
                  <a:pt x="589" y="103"/>
                </a:lnTo>
                <a:lnTo>
                  <a:pt x="590" y="103"/>
                </a:lnTo>
                <a:lnTo>
                  <a:pt x="590" y="104"/>
                </a:lnTo>
                <a:lnTo>
                  <a:pt x="591" y="104"/>
                </a:lnTo>
                <a:lnTo>
                  <a:pt x="592" y="104"/>
                </a:lnTo>
                <a:lnTo>
                  <a:pt x="592" y="103"/>
                </a:lnTo>
                <a:lnTo>
                  <a:pt x="593" y="103"/>
                </a:lnTo>
                <a:lnTo>
                  <a:pt x="594" y="103"/>
                </a:lnTo>
                <a:lnTo>
                  <a:pt x="595" y="103"/>
                </a:lnTo>
                <a:lnTo>
                  <a:pt x="596" y="103"/>
                </a:lnTo>
                <a:lnTo>
                  <a:pt x="596" y="104"/>
                </a:lnTo>
                <a:lnTo>
                  <a:pt x="597" y="104"/>
                </a:lnTo>
                <a:lnTo>
                  <a:pt x="597" y="105"/>
                </a:lnTo>
                <a:lnTo>
                  <a:pt x="597" y="106"/>
                </a:lnTo>
                <a:lnTo>
                  <a:pt x="598" y="107"/>
                </a:lnTo>
                <a:lnTo>
                  <a:pt x="600" y="108"/>
                </a:lnTo>
                <a:lnTo>
                  <a:pt x="601" y="108"/>
                </a:lnTo>
                <a:lnTo>
                  <a:pt x="602" y="108"/>
                </a:lnTo>
                <a:lnTo>
                  <a:pt x="602" y="109"/>
                </a:lnTo>
                <a:lnTo>
                  <a:pt x="601" y="109"/>
                </a:lnTo>
                <a:lnTo>
                  <a:pt x="602" y="110"/>
                </a:lnTo>
                <a:lnTo>
                  <a:pt x="603" y="110"/>
                </a:lnTo>
                <a:lnTo>
                  <a:pt x="603" y="111"/>
                </a:lnTo>
                <a:lnTo>
                  <a:pt x="603" y="112"/>
                </a:lnTo>
                <a:lnTo>
                  <a:pt x="604" y="113"/>
                </a:lnTo>
                <a:lnTo>
                  <a:pt x="607" y="113"/>
                </a:lnTo>
                <a:lnTo>
                  <a:pt x="607" y="112"/>
                </a:lnTo>
                <a:lnTo>
                  <a:pt x="608" y="112"/>
                </a:lnTo>
                <a:lnTo>
                  <a:pt x="609" y="112"/>
                </a:lnTo>
                <a:lnTo>
                  <a:pt x="610" y="112"/>
                </a:lnTo>
                <a:lnTo>
                  <a:pt x="611" y="112"/>
                </a:lnTo>
                <a:lnTo>
                  <a:pt x="612" y="112"/>
                </a:lnTo>
                <a:lnTo>
                  <a:pt x="612" y="113"/>
                </a:lnTo>
                <a:lnTo>
                  <a:pt x="612" y="114"/>
                </a:lnTo>
                <a:lnTo>
                  <a:pt x="613" y="114"/>
                </a:lnTo>
                <a:lnTo>
                  <a:pt x="614" y="115"/>
                </a:lnTo>
                <a:lnTo>
                  <a:pt x="615" y="115"/>
                </a:lnTo>
                <a:lnTo>
                  <a:pt x="617" y="116"/>
                </a:lnTo>
                <a:lnTo>
                  <a:pt x="617" y="117"/>
                </a:lnTo>
                <a:lnTo>
                  <a:pt x="615" y="118"/>
                </a:lnTo>
                <a:lnTo>
                  <a:pt x="615" y="119"/>
                </a:lnTo>
                <a:lnTo>
                  <a:pt x="617" y="119"/>
                </a:lnTo>
                <a:lnTo>
                  <a:pt x="617" y="120"/>
                </a:lnTo>
                <a:lnTo>
                  <a:pt x="618" y="120"/>
                </a:lnTo>
                <a:lnTo>
                  <a:pt x="617" y="120"/>
                </a:lnTo>
                <a:lnTo>
                  <a:pt x="617" y="121"/>
                </a:lnTo>
                <a:lnTo>
                  <a:pt x="617" y="122"/>
                </a:lnTo>
                <a:lnTo>
                  <a:pt x="618" y="122"/>
                </a:lnTo>
                <a:lnTo>
                  <a:pt x="619" y="124"/>
                </a:lnTo>
                <a:lnTo>
                  <a:pt x="618" y="124"/>
                </a:lnTo>
                <a:lnTo>
                  <a:pt x="618" y="125"/>
                </a:lnTo>
                <a:lnTo>
                  <a:pt x="618" y="126"/>
                </a:lnTo>
                <a:lnTo>
                  <a:pt x="619" y="126"/>
                </a:lnTo>
                <a:lnTo>
                  <a:pt x="620" y="126"/>
                </a:lnTo>
                <a:lnTo>
                  <a:pt x="620" y="128"/>
                </a:lnTo>
                <a:lnTo>
                  <a:pt x="620" y="129"/>
                </a:lnTo>
                <a:lnTo>
                  <a:pt x="620" y="130"/>
                </a:lnTo>
                <a:lnTo>
                  <a:pt x="619" y="130"/>
                </a:lnTo>
                <a:lnTo>
                  <a:pt x="619" y="131"/>
                </a:lnTo>
                <a:lnTo>
                  <a:pt x="619" y="132"/>
                </a:lnTo>
                <a:lnTo>
                  <a:pt x="619" y="133"/>
                </a:lnTo>
                <a:lnTo>
                  <a:pt x="620" y="134"/>
                </a:lnTo>
                <a:lnTo>
                  <a:pt x="619" y="135"/>
                </a:lnTo>
                <a:lnTo>
                  <a:pt x="620" y="136"/>
                </a:lnTo>
                <a:lnTo>
                  <a:pt x="621" y="136"/>
                </a:lnTo>
                <a:lnTo>
                  <a:pt x="622" y="138"/>
                </a:lnTo>
                <a:lnTo>
                  <a:pt x="621" y="139"/>
                </a:lnTo>
                <a:lnTo>
                  <a:pt x="621" y="140"/>
                </a:lnTo>
                <a:lnTo>
                  <a:pt x="621" y="141"/>
                </a:lnTo>
                <a:lnTo>
                  <a:pt x="622" y="141"/>
                </a:lnTo>
                <a:lnTo>
                  <a:pt x="622" y="142"/>
                </a:lnTo>
                <a:lnTo>
                  <a:pt x="623" y="144"/>
                </a:lnTo>
                <a:lnTo>
                  <a:pt x="622" y="144"/>
                </a:lnTo>
                <a:lnTo>
                  <a:pt x="622" y="145"/>
                </a:lnTo>
                <a:lnTo>
                  <a:pt x="623" y="145"/>
                </a:lnTo>
                <a:lnTo>
                  <a:pt x="623" y="146"/>
                </a:lnTo>
                <a:lnTo>
                  <a:pt x="623" y="147"/>
                </a:lnTo>
                <a:lnTo>
                  <a:pt x="623" y="148"/>
                </a:lnTo>
                <a:lnTo>
                  <a:pt x="624" y="148"/>
                </a:lnTo>
                <a:lnTo>
                  <a:pt x="625" y="149"/>
                </a:lnTo>
                <a:lnTo>
                  <a:pt x="626" y="150"/>
                </a:lnTo>
                <a:lnTo>
                  <a:pt x="625" y="151"/>
                </a:lnTo>
                <a:lnTo>
                  <a:pt x="624" y="151"/>
                </a:lnTo>
                <a:lnTo>
                  <a:pt x="624" y="152"/>
                </a:lnTo>
                <a:lnTo>
                  <a:pt x="624" y="153"/>
                </a:lnTo>
                <a:lnTo>
                  <a:pt x="624" y="154"/>
                </a:lnTo>
                <a:lnTo>
                  <a:pt x="624" y="155"/>
                </a:lnTo>
                <a:lnTo>
                  <a:pt x="623" y="155"/>
                </a:lnTo>
                <a:lnTo>
                  <a:pt x="622" y="156"/>
                </a:lnTo>
                <a:lnTo>
                  <a:pt x="621" y="156"/>
                </a:lnTo>
                <a:lnTo>
                  <a:pt x="620" y="156"/>
                </a:lnTo>
                <a:lnTo>
                  <a:pt x="619" y="156"/>
                </a:lnTo>
                <a:lnTo>
                  <a:pt x="619" y="157"/>
                </a:lnTo>
                <a:lnTo>
                  <a:pt x="619" y="158"/>
                </a:lnTo>
                <a:lnTo>
                  <a:pt x="618" y="158"/>
                </a:lnTo>
                <a:lnTo>
                  <a:pt x="617" y="158"/>
                </a:lnTo>
                <a:lnTo>
                  <a:pt x="617" y="159"/>
                </a:lnTo>
                <a:lnTo>
                  <a:pt x="617" y="160"/>
                </a:lnTo>
                <a:lnTo>
                  <a:pt x="617" y="161"/>
                </a:lnTo>
                <a:lnTo>
                  <a:pt x="615" y="161"/>
                </a:lnTo>
                <a:lnTo>
                  <a:pt x="615" y="162"/>
                </a:lnTo>
                <a:lnTo>
                  <a:pt x="615" y="163"/>
                </a:lnTo>
                <a:lnTo>
                  <a:pt x="615" y="164"/>
                </a:lnTo>
                <a:lnTo>
                  <a:pt x="617" y="164"/>
                </a:lnTo>
                <a:lnTo>
                  <a:pt x="618" y="165"/>
                </a:lnTo>
                <a:lnTo>
                  <a:pt x="617" y="166"/>
                </a:lnTo>
                <a:lnTo>
                  <a:pt x="617" y="167"/>
                </a:lnTo>
                <a:lnTo>
                  <a:pt x="617" y="168"/>
                </a:lnTo>
                <a:lnTo>
                  <a:pt x="617" y="169"/>
                </a:lnTo>
                <a:lnTo>
                  <a:pt x="615" y="169"/>
                </a:lnTo>
                <a:lnTo>
                  <a:pt x="615" y="170"/>
                </a:lnTo>
                <a:lnTo>
                  <a:pt x="617" y="170"/>
                </a:lnTo>
                <a:lnTo>
                  <a:pt x="618" y="170"/>
                </a:lnTo>
                <a:lnTo>
                  <a:pt x="619" y="170"/>
                </a:lnTo>
                <a:lnTo>
                  <a:pt x="619" y="171"/>
                </a:lnTo>
                <a:lnTo>
                  <a:pt x="619" y="172"/>
                </a:lnTo>
                <a:lnTo>
                  <a:pt x="619" y="174"/>
                </a:lnTo>
                <a:lnTo>
                  <a:pt x="619" y="175"/>
                </a:lnTo>
                <a:lnTo>
                  <a:pt x="619" y="176"/>
                </a:lnTo>
                <a:lnTo>
                  <a:pt x="619" y="177"/>
                </a:lnTo>
                <a:lnTo>
                  <a:pt x="619" y="176"/>
                </a:lnTo>
                <a:lnTo>
                  <a:pt x="620" y="176"/>
                </a:lnTo>
                <a:lnTo>
                  <a:pt x="622" y="176"/>
                </a:lnTo>
                <a:lnTo>
                  <a:pt x="622" y="175"/>
                </a:lnTo>
                <a:lnTo>
                  <a:pt x="623" y="176"/>
                </a:lnTo>
                <a:lnTo>
                  <a:pt x="624" y="177"/>
                </a:lnTo>
                <a:lnTo>
                  <a:pt x="623" y="178"/>
                </a:lnTo>
                <a:lnTo>
                  <a:pt x="622" y="178"/>
                </a:lnTo>
                <a:lnTo>
                  <a:pt x="622" y="179"/>
                </a:lnTo>
                <a:lnTo>
                  <a:pt x="622" y="180"/>
                </a:lnTo>
                <a:lnTo>
                  <a:pt x="623" y="180"/>
                </a:lnTo>
                <a:lnTo>
                  <a:pt x="622" y="180"/>
                </a:lnTo>
                <a:lnTo>
                  <a:pt x="622" y="181"/>
                </a:lnTo>
                <a:lnTo>
                  <a:pt x="621" y="181"/>
                </a:lnTo>
                <a:lnTo>
                  <a:pt x="621" y="183"/>
                </a:lnTo>
                <a:lnTo>
                  <a:pt x="620" y="186"/>
                </a:lnTo>
                <a:lnTo>
                  <a:pt x="621" y="186"/>
                </a:lnTo>
                <a:lnTo>
                  <a:pt x="621" y="187"/>
                </a:lnTo>
                <a:lnTo>
                  <a:pt x="621" y="188"/>
                </a:lnTo>
                <a:lnTo>
                  <a:pt x="621" y="189"/>
                </a:lnTo>
                <a:lnTo>
                  <a:pt x="621" y="190"/>
                </a:lnTo>
                <a:lnTo>
                  <a:pt x="620" y="190"/>
                </a:lnTo>
                <a:lnTo>
                  <a:pt x="620" y="191"/>
                </a:lnTo>
                <a:lnTo>
                  <a:pt x="620" y="192"/>
                </a:lnTo>
                <a:lnTo>
                  <a:pt x="619" y="193"/>
                </a:lnTo>
                <a:lnTo>
                  <a:pt x="618" y="194"/>
                </a:lnTo>
                <a:lnTo>
                  <a:pt x="618" y="195"/>
                </a:lnTo>
                <a:lnTo>
                  <a:pt x="618" y="197"/>
                </a:lnTo>
                <a:lnTo>
                  <a:pt x="617" y="197"/>
                </a:lnTo>
                <a:lnTo>
                  <a:pt x="617" y="198"/>
                </a:lnTo>
                <a:lnTo>
                  <a:pt x="617" y="199"/>
                </a:lnTo>
                <a:lnTo>
                  <a:pt x="615" y="199"/>
                </a:lnTo>
                <a:lnTo>
                  <a:pt x="614" y="200"/>
                </a:lnTo>
                <a:lnTo>
                  <a:pt x="613" y="203"/>
                </a:lnTo>
                <a:lnTo>
                  <a:pt x="613" y="204"/>
                </a:lnTo>
                <a:lnTo>
                  <a:pt x="613" y="205"/>
                </a:lnTo>
                <a:lnTo>
                  <a:pt x="612" y="205"/>
                </a:lnTo>
                <a:lnTo>
                  <a:pt x="610" y="205"/>
                </a:lnTo>
                <a:lnTo>
                  <a:pt x="609" y="205"/>
                </a:lnTo>
                <a:lnTo>
                  <a:pt x="608" y="205"/>
                </a:lnTo>
                <a:lnTo>
                  <a:pt x="607" y="205"/>
                </a:lnTo>
                <a:lnTo>
                  <a:pt x="607" y="204"/>
                </a:lnTo>
                <a:lnTo>
                  <a:pt x="607" y="203"/>
                </a:lnTo>
                <a:lnTo>
                  <a:pt x="606" y="202"/>
                </a:lnTo>
                <a:lnTo>
                  <a:pt x="604" y="201"/>
                </a:lnTo>
                <a:lnTo>
                  <a:pt x="604" y="200"/>
                </a:lnTo>
                <a:lnTo>
                  <a:pt x="604" y="199"/>
                </a:lnTo>
                <a:lnTo>
                  <a:pt x="604" y="198"/>
                </a:lnTo>
                <a:lnTo>
                  <a:pt x="604" y="197"/>
                </a:lnTo>
                <a:lnTo>
                  <a:pt x="603" y="196"/>
                </a:lnTo>
                <a:lnTo>
                  <a:pt x="602" y="196"/>
                </a:lnTo>
                <a:lnTo>
                  <a:pt x="602" y="195"/>
                </a:lnTo>
                <a:lnTo>
                  <a:pt x="602" y="194"/>
                </a:lnTo>
                <a:lnTo>
                  <a:pt x="602" y="193"/>
                </a:lnTo>
                <a:lnTo>
                  <a:pt x="601" y="193"/>
                </a:lnTo>
                <a:lnTo>
                  <a:pt x="601" y="192"/>
                </a:lnTo>
                <a:lnTo>
                  <a:pt x="600" y="192"/>
                </a:lnTo>
                <a:lnTo>
                  <a:pt x="599" y="193"/>
                </a:lnTo>
                <a:lnTo>
                  <a:pt x="598" y="192"/>
                </a:lnTo>
                <a:lnTo>
                  <a:pt x="598" y="193"/>
                </a:lnTo>
                <a:lnTo>
                  <a:pt x="597" y="193"/>
                </a:lnTo>
                <a:lnTo>
                  <a:pt x="597" y="194"/>
                </a:lnTo>
                <a:lnTo>
                  <a:pt x="596" y="194"/>
                </a:lnTo>
                <a:lnTo>
                  <a:pt x="595" y="194"/>
                </a:lnTo>
                <a:lnTo>
                  <a:pt x="594" y="194"/>
                </a:lnTo>
                <a:lnTo>
                  <a:pt x="594" y="193"/>
                </a:lnTo>
                <a:lnTo>
                  <a:pt x="594" y="192"/>
                </a:lnTo>
                <a:lnTo>
                  <a:pt x="593" y="192"/>
                </a:lnTo>
                <a:lnTo>
                  <a:pt x="593" y="193"/>
                </a:lnTo>
                <a:lnTo>
                  <a:pt x="592" y="193"/>
                </a:lnTo>
                <a:lnTo>
                  <a:pt x="592" y="192"/>
                </a:lnTo>
                <a:lnTo>
                  <a:pt x="591" y="192"/>
                </a:lnTo>
                <a:lnTo>
                  <a:pt x="590" y="192"/>
                </a:lnTo>
                <a:lnTo>
                  <a:pt x="589" y="191"/>
                </a:lnTo>
                <a:lnTo>
                  <a:pt x="588" y="191"/>
                </a:lnTo>
                <a:lnTo>
                  <a:pt x="587" y="191"/>
                </a:lnTo>
                <a:lnTo>
                  <a:pt x="587" y="192"/>
                </a:lnTo>
                <a:lnTo>
                  <a:pt x="586" y="192"/>
                </a:lnTo>
                <a:lnTo>
                  <a:pt x="586" y="193"/>
                </a:lnTo>
                <a:lnTo>
                  <a:pt x="585" y="193"/>
                </a:lnTo>
                <a:lnTo>
                  <a:pt x="584" y="194"/>
                </a:lnTo>
                <a:lnTo>
                  <a:pt x="583" y="194"/>
                </a:lnTo>
                <a:lnTo>
                  <a:pt x="582" y="195"/>
                </a:lnTo>
                <a:lnTo>
                  <a:pt x="581" y="195"/>
                </a:lnTo>
                <a:lnTo>
                  <a:pt x="581" y="196"/>
                </a:lnTo>
                <a:lnTo>
                  <a:pt x="580" y="196"/>
                </a:lnTo>
                <a:lnTo>
                  <a:pt x="579" y="197"/>
                </a:lnTo>
                <a:lnTo>
                  <a:pt x="579" y="198"/>
                </a:lnTo>
                <a:lnTo>
                  <a:pt x="578" y="198"/>
                </a:lnTo>
                <a:lnTo>
                  <a:pt x="577" y="198"/>
                </a:lnTo>
                <a:lnTo>
                  <a:pt x="575" y="198"/>
                </a:lnTo>
                <a:lnTo>
                  <a:pt x="575" y="199"/>
                </a:lnTo>
                <a:lnTo>
                  <a:pt x="574" y="199"/>
                </a:lnTo>
                <a:lnTo>
                  <a:pt x="573" y="200"/>
                </a:lnTo>
                <a:lnTo>
                  <a:pt x="573" y="201"/>
                </a:lnTo>
                <a:lnTo>
                  <a:pt x="572" y="201"/>
                </a:lnTo>
                <a:lnTo>
                  <a:pt x="571" y="201"/>
                </a:lnTo>
                <a:lnTo>
                  <a:pt x="571" y="202"/>
                </a:lnTo>
                <a:lnTo>
                  <a:pt x="570" y="203"/>
                </a:lnTo>
                <a:lnTo>
                  <a:pt x="569" y="204"/>
                </a:lnTo>
                <a:lnTo>
                  <a:pt x="568" y="204"/>
                </a:lnTo>
                <a:lnTo>
                  <a:pt x="568" y="205"/>
                </a:lnTo>
                <a:lnTo>
                  <a:pt x="567" y="206"/>
                </a:lnTo>
                <a:lnTo>
                  <a:pt x="566" y="206"/>
                </a:lnTo>
                <a:lnTo>
                  <a:pt x="566" y="207"/>
                </a:lnTo>
                <a:lnTo>
                  <a:pt x="566" y="208"/>
                </a:lnTo>
                <a:lnTo>
                  <a:pt x="566" y="209"/>
                </a:lnTo>
                <a:lnTo>
                  <a:pt x="565" y="209"/>
                </a:lnTo>
                <a:lnTo>
                  <a:pt x="566" y="210"/>
                </a:lnTo>
                <a:lnTo>
                  <a:pt x="566" y="211"/>
                </a:lnTo>
                <a:lnTo>
                  <a:pt x="565" y="211"/>
                </a:lnTo>
                <a:lnTo>
                  <a:pt x="564" y="212"/>
                </a:lnTo>
                <a:lnTo>
                  <a:pt x="564" y="211"/>
                </a:lnTo>
                <a:lnTo>
                  <a:pt x="564" y="210"/>
                </a:lnTo>
                <a:lnTo>
                  <a:pt x="562" y="211"/>
                </a:lnTo>
                <a:lnTo>
                  <a:pt x="562" y="212"/>
                </a:lnTo>
                <a:lnTo>
                  <a:pt x="561" y="213"/>
                </a:lnTo>
                <a:lnTo>
                  <a:pt x="560" y="213"/>
                </a:lnTo>
                <a:lnTo>
                  <a:pt x="559" y="213"/>
                </a:lnTo>
                <a:lnTo>
                  <a:pt x="558" y="213"/>
                </a:lnTo>
                <a:lnTo>
                  <a:pt x="558" y="214"/>
                </a:lnTo>
                <a:lnTo>
                  <a:pt x="558" y="215"/>
                </a:lnTo>
                <a:lnTo>
                  <a:pt x="558" y="216"/>
                </a:lnTo>
                <a:lnTo>
                  <a:pt x="559" y="216"/>
                </a:lnTo>
                <a:lnTo>
                  <a:pt x="559" y="217"/>
                </a:lnTo>
                <a:lnTo>
                  <a:pt x="559" y="219"/>
                </a:lnTo>
                <a:lnTo>
                  <a:pt x="558" y="220"/>
                </a:lnTo>
                <a:lnTo>
                  <a:pt x="555" y="222"/>
                </a:lnTo>
                <a:lnTo>
                  <a:pt x="554" y="223"/>
                </a:lnTo>
                <a:lnTo>
                  <a:pt x="553" y="223"/>
                </a:lnTo>
                <a:lnTo>
                  <a:pt x="552" y="223"/>
                </a:lnTo>
                <a:lnTo>
                  <a:pt x="551" y="224"/>
                </a:lnTo>
                <a:lnTo>
                  <a:pt x="550" y="224"/>
                </a:lnTo>
                <a:lnTo>
                  <a:pt x="550" y="225"/>
                </a:lnTo>
                <a:lnTo>
                  <a:pt x="550" y="226"/>
                </a:lnTo>
                <a:lnTo>
                  <a:pt x="550" y="227"/>
                </a:lnTo>
                <a:lnTo>
                  <a:pt x="549" y="227"/>
                </a:lnTo>
                <a:lnTo>
                  <a:pt x="549" y="228"/>
                </a:lnTo>
                <a:lnTo>
                  <a:pt x="550" y="228"/>
                </a:lnTo>
                <a:lnTo>
                  <a:pt x="550" y="229"/>
                </a:lnTo>
                <a:lnTo>
                  <a:pt x="549" y="229"/>
                </a:lnTo>
                <a:lnTo>
                  <a:pt x="549" y="230"/>
                </a:lnTo>
                <a:lnTo>
                  <a:pt x="549" y="231"/>
                </a:lnTo>
                <a:lnTo>
                  <a:pt x="548" y="232"/>
                </a:lnTo>
                <a:lnTo>
                  <a:pt x="547" y="232"/>
                </a:lnTo>
                <a:lnTo>
                  <a:pt x="546" y="232"/>
                </a:lnTo>
                <a:lnTo>
                  <a:pt x="545" y="232"/>
                </a:lnTo>
                <a:lnTo>
                  <a:pt x="545" y="233"/>
                </a:lnTo>
                <a:lnTo>
                  <a:pt x="544" y="233"/>
                </a:lnTo>
                <a:lnTo>
                  <a:pt x="543" y="233"/>
                </a:lnTo>
                <a:lnTo>
                  <a:pt x="543" y="232"/>
                </a:lnTo>
                <a:lnTo>
                  <a:pt x="544" y="232"/>
                </a:lnTo>
                <a:lnTo>
                  <a:pt x="544" y="231"/>
                </a:lnTo>
                <a:lnTo>
                  <a:pt x="544" y="230"/>
                </a:lnTo>
                <a:lnTo>
                  <a:pt x="543" y="229"/>
                </a:lnTo>
                <a:lnTo>
                  <a:pt x="542" y="229"/>
                </a:lnTo>
                <a:lnTo>
                  <a:pt x="542" y="230"/>
                </a:lnTo>
                <a:lnTo>
                  <a:pt x="541" y="231"/>
                </a:lnTo>
                <a:lnTo>
                  <a:pt x="540" y="231"/>
                </a:lnTo>
                <a:lnTo>
                  <a:pt x="540" y="232"/>
                </a:lnTo>
                <a:lnTo>
                  <a:pt x="539" y="233"/>
                </a:lnTo>
                <a:lnTo>
                  <a:pt x="538" y="233"/>
                </a:lnTo>
                <a:lnTo>
                  <a:pt x="538" y="234"/>
                </a:lnTo>
                <a:lnTo>
                  <a:pt x="537" y="234"/>
                </a:lnTo>
                <a:lnTo>
                  <a:pt x="537" y="235"/>
                </a:lnTo>
                <a:lnTo>
                  <a:pt x="537" y="236"/>
                </a:lnTo>
                <a:lnTo>
                  <a:pt x="536" y="236"/>
                </a:lnTo>
                <a:lnTo>
                  <a:pt x="535" y="236"/>
                </a:lnTo>
                <a:lnTo>
                  <a:pt x="534" y="236"/>
                </a:lnTo>
                <a:lnTo>
                  <a:pt x="534" y="237"/>
                </a:lnTo>
                <a:lnTo>
                  <a:pt x="533" y="237"/>
                </a:lnTo>
                <a:lnTo>
                  <a:pt x="533" y="238"/>
                </a:lnTo>
                <a:lnTo>
                  <a:pt x="533" y="239"/>
                </a:lnTo>
                <a:lnTo>
                  <a:pt x="532" y="239"/>
                </a:lnTo>
                <a:lnTo>
                  <a:pt x="531" y="240"/>
                </a:lnTo>
                <a:lnTo>
                  <a:pt x="531" y="241"/>
                </a:lnTo>
                <a:lnTo>
                  <a:pt x="530" y="242"/>
                </a:lnTo>
                <a:lnTo>
                  <a:pt x="530" y="244"/>
                </a:lnTo>
                <a:lnTo>
                  <a:pt x="529" y="245"/>
                </a:lnTo>
                <a:lnTo>
                  <a:pt x="529" y="246"/>
                </a:lnTo>
                <a:lnTo>
                  <a:pt x="528" y="247"/>
                </a:lnTo>
                <a:lnTo>
                  <a:pt x="528" y="248"/>
                </a:lnTo>
                <a:lnTo>
                  <a:pt x="527" y="248"/>
                </a:lnTo>
                <a:lnTo>
                  <a:pt x="527" y="249"/>
                </a:lnTo>
                <a:lnTo>
                  <a:pt x="527" y="250"/>
                </a:lnTo>
                <a:lnTo>
                  <a:pt x="526" y="250"/>
                </a:lnTo>
                <a:lnTo>
                  <a:pt x="526" y="251"/>
                </a:lnTo>
                <a:lnTo>
                  <a:pt x="525" y="251"/>
                </a:lnTo>
                <a:lnTo>
                  <a:pt x="525" y="252"/>
                </a:lnTo>
                <a:lnTo>
                  <a:pt x="524" y="253"/>
                </a:lnTo>
                <a:lnTo>
                  <a:pt x="524" y="254"/>
                </a:lnTo>
                <a:lnTo>
                  <a:pt x="523" y="255"/>
                </a:lnTo>
                <a:lnTo>
                  <a:pt x="522" y="256"/>
                </a:lnTo>
                <a:lnTo>
                  <a:pt x="522" y="257"/>
                </a:lnTo>
                <a:lnTo>
                  <a:pt x="521" y="257"/>
                </a:lnTo>
                <a:lnTo>
                  <a:pt x="521" y="256"/>
                </a:lnTo>
                <a:lnTo>
                  <a:pt x="520" y="256"/>
                </a:lnTo>
                <a:lnTo>
                  <a:pt x="519" y="255"/>
                </a:lnTo>
                <a:lnTo>
                  <a:pt x="519" y="254"/>
                </a:lnTo>
                <a:lnTo>
                  <a:pt x="519" y="253"/>
                </a:lnTo>
                <a:lnTo>
                  <a:pt x="519" y="252"/>
                </a:lnTo>
                <a:lnTo>
                  <a:pt x="519" y="251"/>
                </a:lnTo>
                <a:lnTo>
                  <a:pt x="520" y="251"/>
                </a:lnTo>
                <a:lnTo>
                  <a:pt x="520" y="250"/>
                </a:lnTo>
                <a:lnTo>
                  <a:pt x="520" y="249"/>
                </a:lnTo>
                <a:lnTo>
                  <a:pt x="521" y="248"/>
                </a:lnTo>
                <a:lnTo>
                  <a:pt x="522" y="248"/>
                </a:lnTo>
                <a:lnTo>
                  <a:pt x="522" y="247"/>
                </a:lnTo>
                <a:lnTo>
                  <a:pt x="522" y="246"/>
                </a:lnTo>
                <a:lnTo>
                  <a:pt x="521" y="246"/>
                </a:lnTo>
                <a:lnTo>
                  <a:pt x="520" y="245"/>
                </a:lnTo>
                <a:lnTo>
                  <a:pt x="519" y="244"/>
                </a:lnTo>
                <a:lnTo>
                  <a:pt x="518" y="242"/>
                </a:lnTo>
                <a:lnTo>
                  <a:pt x="517" y="241"/>
                </a:lnTo>
                <a:lnTo>
                  <a:pt x="516" y="241"/>
                </a:lnTo>
                <a:lnTo>
                  <a:pt x="515" y="241"/>
                </a:lnTo>
                <a:lnTo>
                  <a:pt x="515" y="240"/>
                </a:lnTo>
                <a:lnTo>
                  <a:pt x="516" y="240"/>
                </a:lnTo>
                <a:lnTo>
                  <a:pt x="517" y="240"/>
                </a:lnTo>
                <a:lnTo>
                  <a:pt x="517" y="239"/>
                </a:lnTo>
                <a:lnTo>
                  <a:pt x="517" y="238"/>
                </a:lnTo>
                <a:lnTo>
                  <a:pt x="517" y="237"/>
                </a:lnTo>
                <a:lnTo>
                  <a:pt x="516" y="238"/>
                </a:lnTo>
                <a:lnTo>
                  <a:pt x="516" y="239"/>
                </a:lnTo>
                <a:lnTo>
                  <a:pt x="515" y="239"/>
                </a:lnTo>
                <a:lnTo>
                  <a:pt x="515" y="238"/>
                </a:lnTo>
                <a:lnTo>
                  <a:pt x="515" y="237"/>
                </a:lnTo>
                <a:lnTo>
                  <a:pt x="514" y="237"/>
                </a:lnTo>
                <a:lnTo>
                  <a:pt x="513" y="237"/>
                </a:lnTo>
                <a:lnTo>
                  <a:pt x="513" y="236"/>
                </a:lnTo>
                <a:lnTo>
                  <a:pt x="514" y="236"/>
                </a:lnTo>
                <a:lnTo>
                  <a:pt x="513" y="236"/>
                </a:lnTo>
                <a:lnTo>
                  <a:pt x="513" y="237"/>
                </a:lnTo>
                <a:lnTo>
                  <a:pt x="512" y="237"/>
                </a:lnTo>
                <a:lnTo>
                  <a:pt x="512" y="238"/>
                </a:lnTo>
                <a:lnTo>
                  <a:pt x="511" y="238"/>
                </a:lnTo>
                <a:lnTo>
                  <a:pt x="511" y="239"/>
                </a:lnTo>
                <a:lnTo>
                  <a:pt x="509" y="240"/>
                </a:lnTo>
                <a:lnTo>
                  <a:pt x="508" y="240"/>
                </a:lnTo>
                <a:lnTo>
                  <a:pt x="508" y="241"/>
                </a:lnTo>
                <a:lnTo>
                  <a:pt x="508" y="242"/>
                </a:lnTo>
                <a:lnTo>
                  <a:pt x="507" y="242"/>
                </a:lnTo>
                <a:lnTo>
                  <a:pt x="506" y="242"/>
                </a:lnTo>
                <a:lnTo>
                  <a:pt x="505" y="242"/>
                </a:lnTo>
                <a:lnTo>
                  <a:pt x="504" y="243"/>
                </a:lnTo>
                <a:lnTo>
                  <a:pt x="504" y="244"/>
                </a:lnTo>
                <a:lnTo>
                  <a:pt x="505" y="244"/>
                </a:lnTo>
                <a:lnTo>
                  <a:pt x="505" y="243"/>
                </a:lnTo>
                <a:lnTo>
                  <a:pt x="507" y="242"/>
                </a:lnTo>
                <a:lnTo>
                  <a:pt x="507" y="243"/>
                </a:lnTo>
                <a:lnTo>
                  <a:pt x="506" y="244"/>
                </a:lnTo>
                <a:lnTo>
                  <a:pt x="506" y="245"/>
                </a:lnTo>
                <a:lnTo>
                  <a:pt x="504" y="245"/>
                </a:lnTo>
                <a:lnTo>
                  <a:pt x="504" y="246"/>
                </a:lnTo>
                <a:lnTo>
                  <a:pt x="503" y="247"/>
                </a:lnTo>
                <a:lnTo>
                  <a:pt x="502" y="247"/>
                </a:lnTo>
                <a:lnTo>
                  <a:pt x="501" y="248"/>
                </a:lnTo>
                <a:lnTo>
                  <a:pt x="501" y="249"/>
                </a:lnTo>
                <a:lnTo>
                  <a:pt x="499" y="249"/>
                </a:lnTo>
                <a:lnTo>
                  <a:pt x="497" y="249"/>
                </a:lnTo>
                <a:lnTo>
                  <a:pt x="497" y="250"/>
                </a:lnTo>
                <a:lnTo>
                  <a:pt x="496" y="250"/>
                </a:lnTo>
                <a:lnTo>
                  <a:pt x="496" y="252"/>
                </a:lnTo>
                <a:lnTo>
                  <a:pt x="495" y="252"/>
                </a:lnTo>
                <a:lnTo>
                  <a:pt x="495" y="253"/>
                </a:lnTo>
                <a:lnTo>
                  <a:pt x="494" y="253"/>
                </a:lnTo>
                <a:lnTo>
                  <a:pt x="494" y="252"/>
                </a:lnTo>
                <a:lnTo>
                  <a:pt x="493" y="252"/>
                </a:lnTo>
                <a:lnTo>
                  <a:pt x="494" y="252"/>
                </a:lnTo>
                <a:lnTo>
                  <a:pt x="494" y="251"/>
                </a:lnTo>
                <a:lnTo>
                  <a:pt x="493" y="251"/>
                </a:lnTo>
                <a:lnTo>
                  <a:pt x="493" y="252"/>
                </a:lnTo>
                <a:lnTo>
                  <a:pt x="492" y="252"/>
                </a:lnTo>
                <a:lnTo>
                  <a:pt x="491" y="252"/>
                </a:lnTo>
                <a:lnTo>
                  <a:pt x="491" y="251"/>
                </a:lnTo>
                <a:lnTo>
                  <a:pt x="491" y="250"/>
                </a:lnTo>
                <a:lnTo>
                  <a:pt x="490" y="250"/>
                </a:lnTo>
                <a:lnTo>
                  <a:pt x="490" y="249"/>
                </a:lnTo>
                <a:lnTo>
                  <a:pt x="489" y="248"/>
                </a:lnTo>
                <a:lnTo>
                  <a:pt x="489" y="247"/>
                </a:lnTo>
                <a:lnTo>
                  <a:pt x="488" y="246"/>
                </a:lnTo>
                <a:lnTo>
                  <a:pt x="487" y="246"/>
                </a:lnTo>
                <a:lnTo>
                  <a:pt x="487" y="245"/>
                </a:lnTo>
                <a:lnTo>
                  <a:pt x="487" y="243"/>
                </a:lnTo>
                <a:lnTo>
                  <a:pt x="486" y="242"/>
                </a:lnTo>
                <a:lnTo>
                  <a:pt x="485" y="241"/>
                </a:lnTo>
                <a:lnTo>
                  <a:pt x="486" y="241"/>
                </a:lnTo>
                <a:lnTo>
                  <a:pt x="487" y="240"/>
                </a:lnTo>
                <a:lnTo>
                  <a:pt x="488" y="240"/>
                </a:lnTo>
                <a:lnTo>
                  <a:pt x="489" y="240"/>
                </a:lnTo>
                <a:lnTo>
                  <a:pt x="489" y="239"/>
                </a:lnTo>
                <a:lnTo>
                  <a:pt x="490" y="239"/>
                </a:lnTo>
                <a:lnTo>
                  <a:pt x="490" y="238"/>
                </a:lnTo>
                <a:lnTo>
                  <a:pt x="491" y="237"/>
                </a:lnTo>
                <a:lnTo>
                  <a:pt x="491" y="236"/>
                </a:lnTo>
                <a:lnTo>
                  <a:pt x="490" y="236"/>
                </a:lnTo>
                <a:lnTo>
                  <a:pt x="490" y="235"/>
                </a:lnTo>
                <a:lnTo>
                  <a:pt x="487" y="235"/>
                </a:lnTo>
                <a:lnTo>
                  <a:pt x="487" y="234"/>
                </a:lnTo>
                <a:lnTo>
                  <a:pt x="486" y="234"/>
                </a:lnTo>
                <a:lnTo>
                  <a:pt x="485" y="235"/>
                </a:lnTo>
                <a:lnTo>
                  <a:pt x="484" y="235"/>
                </a:lnTo>
                <a:lnTo>
                  <a:pt x="483" y="235"/>
                </a:lnTo>
                <a:lnTo>
                  <a:pt x="482" y="235"/>
                </a:lnTo>
                <a:lnTo>
                  <a:pt x="481" y="235"/>
                </a:lnTo>
                <a:lnTo>
                  <a:pt x="481" y="234"/>
                </a:lnTo>
                <a:lnTo>
                  <a:pt x="480" y="233"/>
                </a:lnTo>
                <a:lnTo>
                  <a:pt x="479" y="234"/>
                </a:lnTo>
                <a:lnTo>
                  <a:pt x="478" y="235"/>
                </a:lnTo>
                <a:lnTo>
                  <a:pt x="477" y="237"/>
                </a:lnTo>
                <a:lnTo>
                  <a:pt x="476" y="238"/>
                </a:lnTo>
                <a:lnTo>
                  <a:pt x="476" y="237"/>
                </a:lnTo>
                <a:lnTo>
                  <a:pt x="475" y="237"/>
                </a:lnTo>
                <a:lnTo>
                  <a:pt x="474" y="238"/>
                </a:lnTo>
                <a:lnTo>
                  <a:pt x="473" y="238"/>
                </a:lnTo>
                <a:lnTo>
                  <a:pt x="473" y="239"/>
                </a:lnTo>
                <a:lnTo>
                  <a:pt x="473" y="238"/>
                </a:lnTo>
                <a:lnTo>
                  <a:pt x="472" y="237"/>
                </a:lnTo>
                <a:lnTo>
                  <a:pt x="472" y="238"/>
                </a:lnTo>
                <a:lnTo>
                  <a:pt x="471" y="238"/>
                </a:lnTo>
                <a:lnTo>
                  <a:pt x="470" y="238"/>
                </a:lnTo>
                <a:lnTo>
                  <a:pt x="470" y="239"/>
                </a:lnTo>
                <a:lnTo>
                  <a:pt x="470" y="240"/>
                </a:lnTo>
                <a:lnTo>
                  <a:pt x="469" y="240"/>
                </a:lnTo>
                <a:lnTo>
                  <a:pt x="469" y="241"/>
                </a:lnTo>
                <a:lnTo>
                  <a:pt x="468" y="241"/>
                </a:lnTo>
                <a:lnTo>
                  <a:pt x="468" y="242"/>
                </a:lnTo>
                <a:lnTo>
                  <a:pt x="467" y="243"/>
                </a:lnTo>
                <a:lnTo>
                  <a:pt x="466" y="243"/>
                </a:lnTo>
                <a:lnTo>
                  <a:pt x="465" y="244"/>
                </a:lnTo>
                <a:lnTo>
                  <a:pt x="465" y="245"/>
                </a:lnTo>
                <a:lnTo>
                  <a:pt x="464" y="246"/>
                </a:lnTo>
                <a:lnTo>
                  <a:pt x="463" y="246"/>
                </a:lnTo>
                <a:lnTo>
                  <a:pt x="462" y="248"/>
                </a:lnTo>
                <a:lnTo>
                  <a:pt x="462" y="249"/>
                </a:lnTo>
                <a:lnTo>
                  <a:pt x="461" y="249"/>
                </a:lnTo>
                <a:lnTo>
                  <a:pt x="461" y="250"/>
                </a:lnTo>
                <a:lnTo>
                  <a:pt x="460" y="251"/>
                </a:lnTo>
                <a:lnTo>
                  <a:pt x="459" y="252"/>
                </a:lnTo>
                <a:lnTo>
                  <a:pt x="459" y="253"/>
                </a:lnTo>
                <a:lnTo>
                  <a:pt x="458" y="253"/>
                </a:lnTo>
                <a:lnTo>
                  <a:pt x="457" y="255"/>
                </a:lnTo>
                <a:lnTo>
                  <a:pt x="456" y="256"/>
                </a:lnTo>
                <a:lnTo>
                  <a:pt x="455" y="257"/>
                </a:lnTo>
                <a:lnTo>
                  <a:pt x="455" y="258"/>
                </a:lnTo>
                <a:lnTo>
                  <a:pt x="454" y="259"/>
                </a:lnTo>
                <a:lnTo>
                  <a:pt x="453" y="259"/>
                </a:lnTo>
                <a:lnTo>
                  <a:pt x="452" y="259"/>
                </a:lnTo>
                <a:lnTo>
                  <a:pt x="451" y="259"/>
                </a:lnTo>
                <a:lnTo>
                  <a:pt x="451" y="258"/>
                </a:lnTo>
                <a:lnTo>
                  <a:pt x="450" y="257"/>
                </a:lnTo>
                <a:lnTo>
                  <a:pt x="449" y="257"/>
                </a:lnTo>
                <a:lnTo>
                  <a:pt x="449" y="256"/>
                </a:lnTo>
                <a:lnTo>
                  <a:pt x="448" y="256"/>
                </a:lnTo>
                <a:lnTo>
                  <a:pt x="447" y="258"/>
                </a:lnTo>
                <a:lnTo>
                  <a:pt x="446" y="258"/>
                </a:lnTo>
                <a:lnTo>
                  <a:pt x="445" y="258"/>
                </a:lnTo>
                <a:lnTo>
                  <a:pt x="444" y="258"/>
                </a:lnTo>
                <a:lnTo>
                  <a:pt x="444" y="259"/>
                </a:lnTo>
                <a:lnTo>
                  <a:pt x="443" y="259"/>
                </a:lnTo>
                <a:lnTo>
                  <a:pt x="442" y="259"/>
                </a:lnTo>
                <a:lnTo>
                  <a:pt x="441" y="258"/>
                </a:lnTo>
                <a:lnTo>
                  <a:pt x="440" y="257"/>
                </a:lnTo>
                <a:lnTo>
                  <a:pt x="441" y="256"/>
                </a:lnTo>
                <a:lnTo>
                  <a:pt x="440" y="256"/>
                </a:lnTo>
                <a:lnTo>
                  <a:pt x="439" y="255"/>
                </a:lnTo>
                <a:lnTo>
                  <a:pt x="439" y="254"/>
                </a:lnTo>
                <a:lnTo>
                  <a:pt x="439" y="253"/>
                </a:lnTo>
                <a:lnTo>
                  <a:pt x="438" y="253"/>
                </a:lnTo>
                <a:lnTo>
                  <a:pt x="437" y="252"/>
                </a:lnTo>
                <a:lnTo>
                  <a:pt x="437" y="251"/>
                </a:lnTo>
                <a:lnTo>
                  <a:pt x="437" y="250"/>
                </a:lnTo>
                <a:lnTo>
                  <a:pt x="437" y="249"/>
                </a:lnTo>
                <a:lnTo>
                  <a:pt x="436" y="248"/>
                </a:lnTo>
                <a:lnTo>
                  <a:pt x="436" y="247"/>
                </a:lnTo>
                <a:lnTo>
                  <a:pt x="436" y="246"/>
                </a:lnTo>
                <a:lnTo>
                  <a:pt x="436" y="245"/>
                </a:lnTo>
                <a:lnTo>
                  <a:pt x="435" y="245"/>
                </a:lnTo>
                <a:lnTo>
                  <a:pt x="433" y="245"/>
                </a:lnTo>
                <a:lnTo>
                  <a:pt x="432" y="245"/>
                </a:lnTo>
                <a:lnTo>
                  <a:pt x="431" y="245"/>
                </a:lnTo>
                <a:lnTo>
                  <a:pt x="431" y="246"/>
                </a:lnTo>
                <a:lnTo>
                  <a:pt x="430" y="247"/>
                </a:lnTo>
                <a:lnTo>
                  <a:pt x="429" y="248"/>
                </a:lnTo>
                <a:lnTo>
                  <a:pt x="430" y="249"/>
                </a:lnTo>
                <a:lnTo>
                  <a:pt x="430" y="250"/>
                </a:lnTo>
                <a:lnTo>
                  <a:pt x="430" y="251"/>
                </a:lnTo>
                <a:lnTo>
                  <a:pt x="431" y="251"/>
                </a:lnTo>
                <a:lnTo>
                  <a:pt x="430" y="252"/>
                </a:lnTo>
                <a:lnTo>
                  <a:pt x="430" y="253"/>
                </a:lnTo>
                <a:lnTo>
                  <a:pt x="430" y="254"/>
                </a:lnTo>
                <a:lnTo>
                  <a:pt x="430" y="255"/>
                </a:lnTo>
                <a:lnTo>
                  <a:pt x="430" y="256"/>
                </a:lnTo>
                <a:lnTo>
                  <a:pt x="430" y="255"/>
                </a:lnTo>
                <a:lnTo>
                  <a:pt x="429" y="255"/>
                </a:lnTo>
                <a:lnTo>
                  <a:pt x="429" y="254"/>
                </a:lnTo>
                <a:lnTo>
                  <a:pt x="428" y="255"/>
                </a:lnTo>
                <a:lnTo>
                  <a:pt x="427" y="255"/>
                </a:lnTo>
                <a:lnTo>
                  <a:pt x="427" y="256"/>
                </a:lnTo>
                <a:lnTo>
                  <a:pt x="427" y="257"/>
                </a:lnTo>
                <a:lnTo>
                  <a:pt x="426" y="257"/>
                </a:lnTo>
                <a:lnTo>
                  <a:pt x="425" y="257"/>
                </a:lnTo>
                <a:lnTo>
                  <a:pt x="425" y="258"/>
                </a:lnTo>
                <a:lnTo>
                  <a:pt x="426" y="258"/>
                </a:lnTo>
                <a:lnTo>
                  <a:pt x="426" y="259"/>
                </a:lnTo>
                <a:lnTo>
                  <a:pt x="425" y="260"/>
                </a:lnTo>
                <a:lnTo>
                  <a:pt x="424" y="260"/>
                </a:lnTo>
                <a:lnTo>
                  <a:pt x="423" y="260"/>
                </a:lnTo>
                <a:lnTo>
                  <a:pt x="423" y="261"/>
                </a:lnTo>
                <a:lnTo>
                  <a:pt x="422" y="261"/>
                </a:lnTo>
                <a:lnTo>
                  <a:pt x="422" y="262"/>
                </a:lnTo>
                <a:lnTo>
                  <a:pt x="422" y="263"/>
                </a:lnTo>
                <a:lnTo>
                  <a:pt x="421" y="263"/>
                </a:lnTo>
                <a:lnTo>
                  <a:pt x="421" y="264"/>
                </a:lnTo>
                <a:lnTo>
                  <a:pt x="420" y="264"/>
                </a:lnTo>
                <a:lnTo>
                  <a:pt x="420" y="263"/>
                </a:lnTo>
                <a:lnTo>
                  <a:pt x="419" y="262"/>
                </a:lnTo>
                <a:lnTo>
                  <a:pt x="418" y="262"/>
                </a:lnTo>
                <a:lnTo>
                  <a:pt x="418" y="261"/>
                </a:lnTo>
                <a:lnTo>
                  <a:pt x="417" y="261"/>
                </a:lnTo>
                <a:lnTo>
                  <a:pt x="417" y="260"/>
                </a:lnTo>
                <a:lnTo>
                  <a:pt x="416" y="261"/>
                </a:lnTo>
                <a:lnTo>
                  <a:pt x="417" y="261"/>
                </a:lnTo>
                <a:lnTo>
                  <a:pt x="417" y="262"/>
                </a:lnTo>
                <a:lnTo>
                  <a:pt x="417" y="261"/>
                </a:lnTo>
                <a:lnTo>
                  <a:pt x="416" y="261"/>
                </a:lnTo>
                <a:lnTo>
                  <a:pt x="415" y="262"/>
                </a:lnTo>
                <a:lnTo>
                  <a:pt x="415" y="261"/>
                </a:lnTo>
                <a:lnTo>
                  <a:pt x="414" y="260"/>
                </a:lnTo>
                <a:lnTo>
                  <a:pt x="413" y="259"/>
                </a:lnTo>
                <a:lnTo>
                  <a:pt x="411" y="259"/>
                </a:lnTo>
                <a:lnTo>
                  <a:pt x="410" y="259"/>
                </a:lnTo>
                <a:lnTo>
                  <a:pt x="410" y="260"/>
                </a:lnTo>
                <a:lnTo>
                  <a:pt x="410" y="261"/>
                </a:lnTo>
                <a:lnTo>
                  <a:pt x="409" y="261"/>
                </a:lnTo>
                <a:lnTo>
                  <a:pt x="408" y="262"/>
                </a:lnTo>
                <a:lnTo>
                  <a:pt x="407" y="262"/>
                </a:lnTo>
                <a:lnTo>
                  <a:pt x="407" y="261"/>
                </a:lnTo>
                <a:lnTo>
                  <a:pt x="407" y="262"/>
                </a:lnTo>
                <a:lnTo>
                  <a:pt x="406" y="261"/>
                </a:lnTo>
                <a:lnTo>
                  <a:pt x="406" y="260"/>
                </a:lnTo>
                <a:lnTo>
                  <a:pt x="405" y="261"/>
                </a:lnTo>
                <a:lnTo>
                  <a:pt x="404" y="261"/>
                </a:lnTo>
                <a:lnTo>
                  <a:pt x="404" y="262"/>
                </a:lnTo>
                <a:lnTo>
                  <a:pt x="403" y="261"/>
                </a:lnTo>
                <a:lnTo>
                  <a:pt x="402" y="261"/>
                </a:lnTo>
                <a:lnTo>
                  <a:pt x="402" y="262"/>
                </a:lnTo>
                <a:lnTo>
                  <a:pt x="401" y="263"/>
                </a:lnTo>
                <a:lnTo>
                  <a:pt x="401" y="264"/>
                </a:lnTo>
                <a:lnTo>
                  <a:pt x="402" y="265"/>
                </a:lnTo>
                <a:lnTo>
                  <a:pt x="402" y="266"/>
                </a:lnTo>
                <a:lnTo>
                  <a:pt x="401" y="266"/>
                </a:lnTo>
                <a:lnTo>
                  <a:pt x="402" y="267"/>
                </a:lnTo>
                <a:lnTo>
                  <a:pt x="402" y="268"/>
                </a:lnTo>
                <a:lnTo>
                  <a:pt x="401" y="268"/>
                </a:lnTo>
                <a:lnTo>
                  <a:pt x="401" y="269"/>
                </a:lnTo>
                <a:lnTo>
                  <a:pt x="400" y="269"/>
                </a:lnTo>
                <a:lnTo>
                  <a:pt x="401" y="270"/>
                </a:lnTo>
                <a:lnTo>
                  <a:pt x="401" y="271"/>
                </a:lnTo>
                <a:lnTo>
                  <a:pt x="401" y="270"/>
                </a:lnTo>
                <a:lnTo>
                  <a:pt x="402" y="270"/>
                </a:lnTo>
                <a:lnTo>
                  <a:pt x="402" y="271"/>
                </a:lnTo>
                <a:lnTo>
                  <a:pt x="403" y="272"/>
                </a:lnTo>
                <a:lnTo>
                  <a:pt x="403" y="273"/>
                </a:lnTo>
                <a:lnTo>
                  <a:pt x="402" y="273"/>
                </a:lnTo>
                <a:lnTo>
                  <a:pt x="402" y="274"/>
                </a:lnTo>
                <a:lnTo>
                  <a:pt x="402" y="275"/>
                </a:lnTo>
                <a:lnTo>
                  <a:pt x="402" y="276"/>
                </a:lnTo>
                <a:lnTo>
                  <a:pt x="400" y="276"/>
                </a:lnTo>
                <a:lnTo>
                  <a:pt x="399" y="276"/>
                </a:lnTo>
                <a:lnTo>
                  <a:pt x="399" y="277"/>
                </a:lnTo>
                <a:lnTo>
                  <a:pt x="400" y="279"/>
                </a:lnTo>
                <a:lnTo>
                  <a:pt x="402" y="280"/>
                </a:lnTo>
                <a:lnTo>
                  <a:pt x="403" y="281"/>
                </a:lnTo>
                <a:lnTo>
                  <a:pt x="403" y="282"/>
                </a:lnTo>
                <a:lnTo>
                  <a:pt x="404" y="282"/>
                </a:lnTo>
                <a:lnTo>
                  <a:pt x="406" y="282"/>
                </a:lnTo>
                <a:lnTo>
                  <a:pt x="407" y="281"/>
                </a:lnTo>
                <a:lnTo>
                  <a:pt x="407" y="282"/>
                </a:lnTo>
                <a:lnTo>
                  <a:pt x="408" y="283"/>
                </a:lnTo>
                <a:lnTo>
                  <a:pt x="409" y="284"/>
                </a:lnTo>
                <a:lnTo>
                  <a:pt x="410" y="284"/>
                </a:lnTo>
                <a:lnTo>
                  <a:pt x="411" y="285"/>
                </a:lnTo>
                <a:lnTo>
                  <a:pt x="411" y="286"/>
                </a:lnTo>
                <a:lnTo>
                  <a:pt x="412" y="286"/>
                </a:lnTo>
                <a:lnTo>
                  <a:pt x="412" y="287"/>
                </a:lnTo>
                <a:lnTo>
                  <a:pt x="412" y="288"/>
                </a:lnTo>
                <a:lnTo>
                  <a:pt x="413" y="288"/>
                </a:lnTo>
                <a:lnTo>
                  <a:pt x="414" y="288"/>
                </a:lnTo>
                <a:lnTo>
                  <a:pt x="415" y="288"/>
                </a:lnTo>
                <a:lnTo>
                  <a:pt x="416" y="289"/>
                </a:lnTo>
                <a:lnTo>
                  <a:pt x="416" y="290"/>
                </a:lnTo>
                <a:lnTo>
                  <a:pt x="416" y="291"/>
                </a:lnTo>
                <a:lnTo>
                  <a:pt x="417" y="291"/>
                </a:lnTo>
                <a:lnTo>
                  <a:pt x="417" y="292"/>
                </a:lnTo>
                <a:lnTo>
                  <a:pt x="417" y="293"/>
                </a:lnTo>
                <a:lnTo>
                  <a:pt x="418" y="293"/>
                </a:lnTo>
                <a:lnTo>
                  <a:pt x="419" y="293"/>
                </a:lnTo>
                <a:lnTo>
                  <a:pt x="419" y="294"/>
                </a:lnTo>
                <a:lnTo>
                  <a:pt x="419" y="295"/>
                </a:lnTo>
                <a:lnTo>
                  <a:pt x="420" y="295"/>
                </a:lnTo>
                <a:lnTo>
                  <a:pt x="421" y="295"/>
                </a:lnTo>
                <a:lnTo>
                  <a:pt x="421" y="296"/>
                </a:lnTo>
                <a:lnTo>
                  <a:pt x="421" y="297"/>
                </a:lnTo>
                <a:lnTo>
                  <a:pt x="422" y="297"/>
                </a:lnTo>
                <a:lnTo>
                  <a:pt x="423" y="297"/>
                </a:lnTo>
                <a:lnTo>
                  <a:pt x="423" y="296"/>
                </a:lnTo>
                <a:lnTo>
                  <a:pt x="424" y="296"/>
                </a:lnTo>
                <a:lnTo>
                  <a:pt x="423" y="299"/>
                </a:lnTo>
                <a:lnTo>
                  <a:pt x="422" y="299"/>
                </a:lnTo>
                <a:lnTo>
                  <a:pt x="421" y="300"/>
                </a:lnTo>
                <a:lnTo>
                  <a:pt x="421" y="301"/>
                </a:lnTo>
                <a:lnTo>
                  <a:pt x="422" y="301"/>
                </a:lnTo>
                <a:lnTo>
                  <a:pt x="422" y="302"/>
                </a:lnTo>
                <a:lnTo>
                  <a:pt x="421" y="303"/>
                </a:lnTo>
                <a:lnTo>
                  <a:pt x="421" y="304"/>
                </a:lnTo>
                <a:lnTo>
                  <a:pt x="421" y="306"/>
                </a:lnTo>
                <a:lnTo>
                  <a:pt x="421" y="307"/>
                </a:lnTo>
                <a:lnTo>
                  <a:pt x="420" y="308"/>
                </a:lnTo>
                <a:lnTo>
                  <a:pt x="420" y="309"/>
                </a:lnTo>
                <a:lnTo>
                  <a:pt x="420" y="310"/>
                </a:lnTo>
                <a:lnTo>
                  <a:pt x="420" y="311"/>
                </a:lnTo>
                <a:lnTo>
                  <a:pt x="421" y="311"/>
                </a:lnTo>
                <a:lnTo>
                  <a:pt x="422" y="311"/>
                </a:lnTo>
                <a:lnTo>
                  <a:pt x="422" y="312"/>
                </a:lnTo>
                <a:lnTo>
                  <a:pt x="422" y="313"/>
                </a:lnTo>
                <a:lnTo>
                  <a:pt x="421" y="316"/>
                </a:lnTo>
                <a:lnTo>
                  <a:pt x="420" y="317"/>
                </a:lnTo>
                <a:lnTo>
                  <a:pt x="420" y="318"/>
                </a:lnTo>
                <a:lnTo>
                  <a:pt x="420" y="319"/>
                </a:lnTo>
                <a:lnTo>
                  <a:pt x="420" y="320"/>
                </a:lnTo>
                <a:lnTo>
                  <a:pt x="419" y="320"/>
                </a:lnTo>
                <a:lnTo>
                  <a:pt x="419" y="321"/>
                </a:lnTo>
                <a:lnTo>
                  <a:pt x="419" y="322"/>
                </a:lnTo>
                <a:lnTo>
                  <a:pt x="418" y="322"/>
                </a:lnTo>
                <a:lnTo>
                  <a:pt x="418" y="323"/>
                </a:lnTo>
                <a:lnTo>
                  <a:pt x="418" y="324"/>
                </a:lnTo>
                <a:lnTo>
                  <a:pt x="418" y="325"/>
                </a:lnTo>
                <a:lnTo>
                  <a:pt x="417" y="325"/>
                </a:lnTo>
                <a:lnTo>
                  <a:pt x="417" y="324"/>
                </a:lnTo>
                <a:lnTo>
                  <a:pt x="417" y="325"/>
                </a:lnTo>
                <a:lnTo>
                  <a:pt x="416" y="325"/>
                </a:lnTo>
                <a:lnTo>
                  <a:pt x="416" y="327"/>
                </a:lnTo>
                <a:lnTo>
                  <a:pt x="417" y="327"/>
                </a:lnTo>
                <a:lnTo>
                  <a:pt x="417" y="326"/>
                </a:lnTo>
                <a:lnTo>
                  <a:pt x="418" y="327"/>
                </a:lnTo>
                <a:lnTo>
                  <a:pt x="418" y="329"/>
                </a:lnTo>
                <a:lnTo>
                  <a:pt x="418" y="334"/>
                </a:lnTo>
                <a:lnTo>
                  <a:pt x="418" y="335"/>
                </a:lnTo>
                <a:lnTo>
                  <a:pt x="419" y="335"/>
                </a:lnTo>
                <a:lnTo>
                  <a:pt x="420" y="336"/>
                </a:lnTo>
                <a:lnTo>
                  <a:pt x="420" y="337"/>
                </a:lnTo>
                <a:lnTo>
                  <a:pt x="420" y="338"/>
                </a:lnTo>
                <a:lnTo>
                  <a:pt x="421" y="338"/>
                </a:lnTo>
                <a:lnTo>
                  <a:pt x="421" y="339"/>
                </a:lnTo>
                <a:lnTo>
                  <a:pt x="421" y="338"/>
                </a:lnTo>
                <a:lnTo>
                  <a:pt x="420" y="338"/>
                </a:lnTo>
                <a:lnTo>
                  <a:pt x="420" y="337"/>
                </a:lnTo>
                <a:lnTo>
                  <a:pt x="419" y="338"/>
                </a:lnTo>
                <a:lnTo>
                  <a:pt x="419" y="339"/>
                </a:lnTo>
                <a:lnTo>
                  <a:pt x="419" y="341"/>
                </a:lnTo>
                <a:lnTo>
                  <a:pt x="418" y="341"/>
                </a:lnTo>
                <a:lnTo>
                  <a:pt x="418" y="342"/>
                </a:lnTo>
                <a:lnTo>
                  <a:pt x="418" y="343"/>
                </a:lnTo>
                <a:lnTo>
                  <a:pt x="417" y="344"/>
                </a:lnTo>
                <a:lnTo>
                  <a:pt x="417" y="345"/>
                </a:lnTo>
                <a:lnTo>
                  <a:pt x="417" y="346"/>
                </a:lnTo>
                <a:lnTo>
                  <a:pt x="417" y="347"/>
                </a:lnTo>
                <a:lnTo>
                  <a:pt x="417" y="348"/>
                </a:lnTo>
                <a:lnTo>
                  <a:pt x="418" y="348"/>
                </a:lnTo>
                <a:lnTo>
                  <a:pt x="418" y="349"/>
                </a:lnTo>
                <a:lnTo>
                  <a:pt x="418" y="350"/>
                </a:lnTo>
                <a:lnTo>
                  <a:pt x="418" y="351"/>
                </a:lnTo>
                <a:lnTo>
                  <a:pt x="418" y="352"/>
                </a:lnTo>
                <a:lnTo>
                  <a:pt x="418" y="353"/>
                </a:lnTo>
                <a:lnTo>
                  <a:pt x="417" y="353"/>
                </a:lnTo>
                <a:lnTo>
                  <a:pt x="417" y="355"/>
                </a:lnTo>
                <a:lnTo>
                  <a:pt x="418" y="355"/>
                </a:lnTo>
                <a:lnTo>
                  <a:pt x="418" y="356"/>
                </a:lnTo>
                <a:lnTo>
                  <a:pt x="417" y="356"/>
                </a:lnTo>
                <a:lnTo>
                  <a:pt x="416" y="355"/>
                </a:lnTo>
                <a:lnTo>
                  <a:pt x="416" y="354"/>
                </a:lnTo>
                <a:lnTo>
                  <a:pt x="416" y="353"/>
                </a:lnTo>
                <a:lnTo>
                  <a:pt x="415" y="354"/>
                </a:lnTo>
                <a:lnTo>
                  <a:pt x="415" y="355"/>
                </a:lnTo>
                <a:lnTo>
                  <a:pt x="414" y="356"/>
                </a:lnTo>
                <a:lnTo>
                  <a:pt x="413" y="356"/>
                </a:lnTo>
                <a:lnTo>
                  <a:pt x="412" y="356"/>
                </a:lnTo>
                <a:lnTo>
                  <a:pt x="411" y="358"/>
                </a:lnTo>
                <a:lnTo>
                  <a:pt x="410" y="356"/>
                </a:lnTo>
                <a:lnTo>
                  <a:pt x="409" y="356"/>
                </a:lnTo>
                <a:lnTo>
                  <a:pt x="409" y="355"/>
                </a:lnTo>
                <a:lnTo>
                  <a:pt x="408" y="355"/>
                </a:lnTo>
                <a:lnTo>
                  <a:pt x="407" y="355"/>
                </a:lnTo>
                <a:lnTo>
                  <a:pt x="407" y="354"/>
                </a:lnTo>
                <a:lnTo>
                  <a:pt x="406" y="354"/>
                </a:lnTo>
                <a:lnTo>
                  <a:pt x="405" y="354"/>
                </a:lnTo>
                <a:lnTo>
                  <a:pt x="405" y="355"/>
                </a:lnTo>
                <a:lnTo>
                  <a:pt x="405" y="356"/>
                </a:lnTo>
                <a:lnTo>
                  <a:pt x="404" y="358"/>
                </a:lnTo>
                <a:lnTo>
                  <a:pt x="403" y="358"/>
                </a:lnTo>
                <a:lnTo>
                  <a:pt x="403" y="359"/>
                </a:lnTo>
                <a:lnTo>
                  <a:pt x="402" y="359"/>
                </a:lnTo>
                <a:lnTo>
                  <a:pt x="402" y="358"/>
                </a:lnTo>
                <a:lnTo>
                  <a:pt x="401" y="358"/>
                </a:lnTo>
                <a:lnTo>
                  <a:pt x="401" y="359"/>
                </a:lnTo>
                <a:lnTo>
                  <a:pt x="400" y="360"/>
                </a:lnTo>
                <a:lnTo>
                  <a:pt x="399" y="361"/>
                </a:lnTo>
                <a:lnTo>
                  <a:pt x="398" y="362"/>
                </a:lnTo>
                <a:lnTo>
                  <a:pt x="399" y="362"/>
                </a:lnTo>
                <a:lnTo>
                  <a:pt x="398" y="363"/>
                </a:lnTo>
                <a:lnTo>
                  <a:pt x="398" y="364"/>
                </a:lnTo>
                <a:lnTo>
                  <a:pt x="398" y="365"/>
                </a:lnTo>
                <a:lnTo>
                  <a:pt x="399" y="365"/>
                </a:lnTo>
                <a:lnTo>
                  <a:pt x="400" y="365"/>
                </a:lnTo>
                <a:lnTo>
                  <a:pt x="400" y="366"/>
                </a:lnTo>
                <a:lnTo>
                  <a:pt x="401" y="366"/>
                </a:lnTo>
                <a:lnTo>
                  <a:pt x="402" y="365"/>
                </a:lnTo>
                <a:lnTo>
                  <a:pt x="402" y="363"/>
                </a:lnTo>
                <a:lnTo>
                  <a:pt x="401" y="363"/>
                </a:lnTo>
                <a:lnTo>
                  <a:pt x="401" y="362"/>
                </a:lnTo>
                <a:lnTo>
                  <a:pt x="402" y="362"/>
                </a:lnTo>
                <a:lnTo>
                  <a:pt x="403" y="362"/>
                </a:lnTo>
                <a:lnTo>
                  <a:pt x="403" y="363"/>
                </a:lnTo>
                <a:lnTo>
                  <a:pt x="403" y="364"/>
                </a:lnTo>
                <a:lnTo>
                  <a:pt x="404" y="365"/>
                </a:lnTo>
                <a:lnTo>
                  <a:pt x="405" y="365"/>
                </a:lnTo>
                <a:lnTo>
                  <a:pt x="406" y="366"/>
                </a:lnTo>
                <a:lnTo>
                  <a:pt x="405" y="367"/>
                </a:lnTo>
                <a:lnTo>
                  <a:pt x="405" y="368"/>
                </a:lnTo>
                <a:lnTo>
                  <a:pt x="405" y="370"/>
                </a:lnTo>
                <a:lnTo>
                  <a:pt x="405" y="371"/>
                </a:lnTo>
                <a:lnTo>
                  <a:pt x="406" y="372"/>
                </a:lnTo>
                <a:lnTo>
                  <a:pt x="406" y="371"/>
                </a:lnTo>
                <a:lnTo>
                  <a:pt x="407" y="371"/>
                </a:lnTo>
                <a:lnTo>
                  <a:pt x="407" y="370"/>
                </a:lnTo>
                <a:lnTo>
                  <a:pt x="408" y="370"/>
                </a:lnTo>
                <a:lnTo>
                  <a:pt x="408" y="371"/>
                </a:lnTo>
                <a:lnTo>
                  <a:pt x="408" y="373"/>
                </a:lnTo>
                <a:lnTo>
                  <a:pt x="408" y="374"/>
                </a:lnTo>
                <a:lnTo>
                  <a:pt x="408" y="375"/>
                </a:lnTo>
                <a:lnTo>
                  <a:pt x="407" y="376"/>
                </a:lnTo>
                <a:lnTo>
                  <a:pt x="408" y="376"/>
                </a:lnTo>
                <a:lnTo>
                  <a:pt x="408" y="377"/>
                </a:lnTo>
                <a:lnTo>
                  <a:pt x="409" y="377"/>
                </a:lnTo>
                <a:lnTo>
                  <a:pt x="410" y="377"/>
                </a:lnTo>
                <a:lnTo>
                  <a:pt x="410" y="376"/>
                </a:lnTo>
                <a:lnTo>
                  <a:pt x="411" y="376"/>
                </a:lnTo>
                <a:lnTo>
                  <a:pt x="411" y="377"/>
                </a:lnTo>
                <a:lnTo>
                  <a:pt x="411" y="378"/>
                </a:lnTo>
                <a:lnTo>
                  <a:pt x="412" y="378"/>
                </a:lnTo>
                <a:lnTo>
                  <a:pt x="413" y="378"/>
                </a:lnTo>
                <a:lnTo>
                  <a:pt x="413" y="379"/>
                </a:lnTo>
                <a:lnTo>
                  <a:pt x="414" y="379"/>
                </a:lnTo>
                <a:lnTo>
                  <a:pt x="414" y="380"/>
                </a:lnTo>
                <a:lnTo>
                  <a:pt x="415" y="380"/>
                </a:lnTo>
                <a:lnTo>
                  <a:pt x="416" y="381"/>
                </a:lnTo>
                <a:lnTo>
                  <a:pt x="417" y="381"/>
                </a:lnTo>
                <a:lnTo>
                  <a:pt x="417" y="380"/>
                </a:lnTo>
                <a:lnTo>
                  <a:pt x="417" y="379"/>
                </a:lnTo>
                <a:lnTo>
                  <a:pt x="417" y="378"/>
                </a:lnTo>
                <a:lnTo>
                  <a:pt x="416" y="378"/>
                </a:lnTo>
                <a:lnTo>
                  <a:pt x="415" y="378"/>
                </a:lnTo>
                <a:lnTo>
                  <a:pt x="416" y="378"/>
                </a:lnTo>
                <a:lnTo>
                  <a:pt x="416" y="377"/>
                </a:lnTo>
                <a:lnTo>
                  <a:pt x="417" y="378"/>
                </a:lnTo>
                <a:lnTo>
                  <a:pt x="417" y="377"/>
                </a:lnTo>
                <a:lnTo>
                  <a:pt x="418" y="377"/>
                </a:lnTo>
                <a:lnTo>
                  <a:pt x="419" y="377"/>
                </a:lnTo>
                <a:lnTo>
                  <a:pt x="420" y="377"/>
                </a:lnTo>
                <a:lnTo>
                  <a:pt x="420" y="376"/>
                </a:lnTo>
                <a:lnTo>
                  <a:pt x="421" y="376"/>
                </a:lnTo>
                <a:lnTo>
                  <a:pt x="422" y="376"/>
                </a:lnTo>
                <a:lnTo>
                  <a:pt x="422" y="375"/>
                </a:lnTo>
                <a:lnTo>
                  <a:pt x="422" y="374"/>
                </a:lnTo>
                <a:lnTo>
                  <a:pt x="421" y="374"/>
                </a:lnTo>
                <a:lnTo>
                  <a:pt x="419" y="374"/>
                </a:lnTo>
                <a:lnTo>
                  <a:pt x="419" y="373"/>
                </a:lnTo>
                <a:lnTo>
                  <a:pt x="418" y="372"/>
                </a:lnTo>
                <a:lnTo>
                  <a:pt x="419" y="371"/>
                </a:lnTo>
                <a:lnTo>
                  <a:pt x="420" y="370"/>
                </a:lnTo>
                <a:lnTo>
                  <a:pt x="420" y="369"/>
                </a:lnTo>
                <a:lnTo>
                  <a:pt x="420" y="368"/>
                </a:lnTo>
                <a:lnTo>
                  <a:pt x="421" y="367"/>
                </a:lnTo>
                <a:lnTo>
                  <a:pt x="422" y="365"/>
                </a:lnTo>
                <a:lnTo>
                  <a:pt x="422" y="364"/>
                </a:lnTo>
                <a:lnTo>
                  <a:pt x="423" y="364"/>
                </a:lnTo>
                <a:lnTo>
                  <a:pt x="424" y="364"/>
                </a:lnTo>
                <a:lnTo>
                  <a:pt x="424" y="363"/>
                </a:lnTo>
                <a:lnTo>
                  <a:pt x="425" y="363"/>
                </a:lnTo>
                <a:lnTo>
                  <a:pt x="425" y="362"/>
                </a:lnTo>
                <a:lnTo>
                  <a:pt x="426" y="362"/>
                </a:lnTo>
                <a:lnTo>
                  <a:pt x="426" y="361"/>
                </a:lnTo>
                <a:lnTo>
                  <a:pt x="425" y="361"/>
                </a:lnTo>
                <a:lnTo>
                  <a:pt x="425" y="360"/>
                </a:lnTo>
                <a:lnTo>
                  <a:pt x="426" y="360"/>
                </a:lnTo>
                <a:lnTo>
                  <a:pt x="427" y="359"/>
                </a:lnTo>
                <a:lnTo>
                  <a:pt x="427" y="358"/>
                </a:lnTo>
                <a:lnTo>
                  <a:pt x="428" y="356"/>
                </a:lnTo>
                <a:lnTo>
                  <a:pt x="430" y="356"/>
                </a:lnTo>
                <a:lnTo>
                  <a:pt x="431" y="356"/>
                </a:lnTo>
                <a:lnTo>
                  <a:pt x="431" y="355"/>
                </a:lnTo>
                <a:lnTo>
                  <a:pt x="432" y="355"/>
                </a:lnTo>
                <a:lnTo>
                  <a:pt x="432" y="356"/>
                </a:lnTo>
                <a:lnTo>
                  <a:pt x="432" y="358"/>
                </a:lnTo>
                <a:lnTo>
                  <a:pt x="433" y="358"/>
                </a:lnTo>
                <a:lnTo>
                  <a:pt x="434" y="358"/>
                </a:lnTo>
                <a:lnTo>
                  <a:pt x="435" y="358"/>
                </a:lnTo>
                <a:lnTo>
                  <a:pt x="436" y="358"/>
                </a:lnTo>
                <a:lnTo>
                  <a:pt x="436" y="359"/>
                </a:lnTo>
                <a:lnTo>
                  <a:pt x="436" y="360"/>
                </a:lnTo>
                <a:lnTo>
                  <a:pt x="437" y="360"/>
                </a:lnTo>
                <a:lnTo>
                  <a:pt x="437" y="361"/>
                </a:lnTo>
                <a:lnTo>
                  <a:pt x="437" y="362"/>
                </a:lnTo>
                <a:lnTo>
                  <a:pt x="437" y="363"/>
                </a:lnTo>
                <a:lnTo>
                  <a:pt x="436" y="363"/>
                </a:lnTo>
                <a:lnTo>
                  <a:pt x="435" y="363"/>
                </a:lnTo>
                <a:lnTo>
                  <a:pt x="435" y="364"/>
                </a:lnTo>
                <a:lnTo>
                  <a:pt x="436" y="364"/>
                </a:lnTo>
                <a:lnTo>
                  <a:pt x="437" y="365"/>
                </a:lnTo>
                <a:lnTo>
                  <a:pt x="437" y="364"/>
                </a:lnTo>
                <a:lnTo>
                  <a:pt x="437" y="365"/>
                </a:lnTo>
                <a:lnTo>
                  <a:pt x="438" y="365"/>
                </a:lnTo>
                <a:lnTo>
                  <a:pt x="439" y="366"/>
                </a:lnTo>
                <a:lnTo>
                  <a:pt x="439" y="367"/>
                </a:lnTo>
                <a:lnTo>
                  <a:pt x="438" y="367"/>
                </a:lnTo>
                <a:lnTo>
                  <a:pt x="438" y="368"/>
                </a:lnTo>
                <a:lnTo>
                  <a:pt x="439" y="368"/>
                </a:lnTo>
                <a:lnTo>
                  <a:pt x="438" y="369"/>
                </a:lnTo>
                <a:lnTo>
                  <a:pt x="438" y="370"/>
                </a:lnTo>
                <a:lnTo>
                  <a:pt x="439" y="370"/>
                </a:lnTo>
                <a:lnTo>
                  <a:pt x="439" y="371"/>
                </a:lnTo>
                <a:lnTo>
                  <a:pt x="438" y="372"/>
                </a:lnTo>
                <a:lnTo>
                  <a:pt x="438" y="374"/>
                </a:lnTo>
                <a:lnTo>
                  <a:pt x="439" y="374"/>
                </a:lnTo>
                <a:lnTo>
                  <a:pt x="440" y="374"/>
                </a:lnTo>
                <a:lnTo>
                  <a:pt x="440" y="375"/>
                </a:lnTo>
                <a:lnTo>
                  <a:pt x="439" y="376"/>
                </a:lnTo>
                <a:lnTo>
                  <a:pt x="439" y="378"/>
                </a:lnTo>
                <a:lnTo>
                  <a:pt x="440" y="380"/>
                </a:lnTo>
                <a:lnTo>
                  <a:pt x="441" y="381"/>
                </a:lnTo>
                <a:lnTo>
                  <a:pt x="440" y="382"/>
                </a:lnTo>
                <a:lnTo>
                  <a:pt x="440" y="383"/>
                </a:lnTo>
                <a:lnTo>
                  <a:pt x="441" y="383"/>
                </a:lnTo>
                <a:lnTo>
                  <a:pt x="442" y="382"/>
                </a:lnTo>
                <a:lnTo>
                  <a:pt x="443" y="381"/>
                </a:lnTo>
                <a:lnTo>
                  <a:pt x="444" y="381"/>
                </a:lnTo>
                <a:lnTo>
                  <a:pt x="444" y="382"/>
                </a:lnTo>
                <a:lnTo>
                  <a:pt x="444" y="383"/>
                </a:lnTo>
                <a:lnTo>
                  <a:pt x="444" y="384"/>
                </a:lnTo>
                <a:lnTo>
                  <a:pt x="443" y="384"/>
                </a:lnTo>
                <a:lnTo>
                  <a:pt x="444" y="385"/>
                </a:lnTo>
                <a:lnTo>
                  <a:pt x="445" y="385"/>
                </a:lnTo>
                <a:lnTo>
                  <a:pt x="446" y="385"/>
                </a:lnTo>
                <a:lnTo>
                  <a:pt x="447" y="386"/>
                </a:lnTo>
                <a:lnTo>
                  <a:pt x="448" y="387"/>
                </a:lnTo>
                <a:lnTo>
                  <a:pt x="448" y="388"/>
                </a:lnTo>
                <a:lnTo>
                  <a:pt x="449" y="388"/>
                </a:lnTo>
                <a:lnTo>
                  <a:pt x="449" y="389"/>
                </a:lnTo>
                <a:lnTo>
                  <a:pt x="450" y="390"/>
                </a:lnTo>
                <a:lnTo>
                  <a:pt x="451" y="391"/>
                </a:lnTo>
                <a:lnTo>
                  <a:pt x="451" y="390"/>
                </a:lnTo>
                <a:lnTo>
                  <a:pt x="450" y="388"/>
                </a:lnTo>
                <a:lnTo>
                  <a:pt x="450" y="387"/>
                </a:lnTo>
                <a:lnTo>
                  <a:pt x="449" y="387"/>
                </a:lnTo>
                <a:lnTo>
                  <a:pt x="450" y="387"/>
                </a:lnTo>
                <a:lnTo>
                  <a:pt x="451" y="387"/>
                </a:lnTo>
                <a:lnTo>
                  <a:pt x="451" y="388"/>
                </a:lnTo>
                <a:lnTo>
                  <a:pt x="452" y="388"/>
                </a:lnTo>
                <a:lnTo>
                  <a:pt x="453" y="388"/>
                </a:lnTo>
                <a:lnTo>
                  <a:pt x="453" y="387"/>
                </a:lnTo>
                <a:lnTo>
                  <a:pt x="452" y="387"/>
                </a:lnTo>
                <a:lnTo>
                  <a:pt x="452" y="388"/>
                </a:lnTo>
                <a:lnTo>
                  <a:pt x="452" y="387"/>
                </a:lnTo>
                <a:lnTo>
                  <a:pt x="452" y="386"/>
                </a:lnTo>
                <a:lnTo>
                  <a:pt x="452" y="385"/>
                </a:lnTo>
                <a:lnTo>
                  <a:pt x="451" y="384"/>
                </a:lnTo>
                <a:lnTo>
                  <a:pt x="450" y="384"/>
                </a:lnTo>
                <a:lnTo>
                  <a:pt x="449" y="384"/>
                </a:lnTo>
                <a:lnTo>
                  <a:pt x="449" y="383"/>
                </a:lnTo>
                <a:lnTo>
                  <a:pt x="449" y="382"/>
                </a:lnTo>
                <a:lnTo>
                  <a:pt x="450" y="382"/>
                </a:lnTo>
                <a:lnTo>
                  <a:pt x="451" y="382"/>
                </a:lnTo>
                <a:lnTo>
                  <a:pt x="452" y="382"/>
                </a:lnTo>
                <a:lnTo>
                  <a:pt x="453" y="382"/>
                </a:lnTo>
                <a:lnTo>
                  <a:pt x="453" y="383"/>
                </a:lnTo>
                <a:lnTo>
                  <a:pt x="453" y="384"/>
                </a:lnTo>
                <a:lnTo>
                  <a:pt x="453" y="385"/>
                </a:lnTo>
                <a:lnTo>
                  <a:pt x="454" y="385"/>
                </a:lnTo>
                <a:lnTo>
                  <a:pt x="454" y="386"/>
                </a:lnTo>
                <a:lnTo>
                  <a:pt x="455" y="386"/>
                </a:lnTo>
                <a:lnTo>
                  <a:pt x="455" y="387"/>
                </a:lnTo>
                <a:lnTo>
                  <a:pt x="454" y="388"/>
                </a:lnTo>
                <a:lnTo>
                  <a:pt x="454" y="389"/>
                </a:lnTo>
                <a:lnTo>
                  <a:pt x="453" y="389"/>
                </a:lnTo>
                <a:lnTo>
                  <a:pt x="452" y="389"/>
                </a:lnTo>
                <a:lnTo>
                  <a:pt x="453" y="391"/>
                </a:lnTo>
                <a:lnTo>
                  <a:pt x="454" y="391"/>
                </a:lnTo>
                <a:lnTo>
                  <a:pt x="455" y="390"/>
                </a:lnTo>
                <a:lnTo>
                  <a:pt x="456" y="390"/>
                </a:lnTo>
                <a:lnTo>
                  <a:pt x="456" y="391"/>
                </a:lnTo>
                <a:lnTo>
                  <a:pt x="457" y="391"/>
                </a:lnTo>
                <a:lnTo>
                  <a:pt x="458" y="391"/>
                </a:lnTo>
                <a:lnTo>
                  <a:pt x="457" y="390"/>
                </a:lnTo>
                <a:lnTo>
                  <a:pt x="457" y="389"/>
                </a:lnTo>
                <a:lnTo>
                  <a:pt x="457" y="388"/>
                </a:lnTo>
                <a:lnTo>
                  <a:pt x="458" y="388"/>
                </a:lnTo>
                <a:lnTo>
                  <a:pt x="458" y="387"/>
                </a:lnTo>
                <a:lnTo>
                  <a:pt x="459" y="386"/>
                </a:lnTo>
                <a:lnTo>
                  <a:pt x="458" y="385"/>
                </a:lnTo>
                <a:lnTo>
                  <a:pt x="459" y="385"/>
                </a:lnTo>
                <a:lnTo>
                  <a:pt x="460" y="385"/>
                </a:lnTo>
                <a:lnTo>
                  <a:pt x="460" y="386"/>
                </a:lnTo>
                <a:lnTo>
                  <a:pt x="459" y="386"/>
                </a:lnTo>
                <a:lnTo>
                  <a:pt x="459" y="387"/>
                </a:lnTo>
                <a:lnTo>
                  <a:pt x="459" y="388"/>
                </a:lnTo>
                <a:lnTo>
                  <a:pt x="458" y="388"/>
                </a:lnTo>
                <a:lnTo>
                  <a:pt x="459" y="388"/>
                </a:lnTo>
                <a:lnTo>
                  <a:pt x="460" y="388"/>
                </a:lnTo>
                <a:lnTo>
                  <a:pt x="461" y="387"/>
                </a:lnTo>
                <a:lnTo>
                  <a:pt x="461" y="388"/>
                </a:lnTo>
                <a:lnTo>
                  <a:pt x="461" y="389"/>
                </a:lnTo>
                <a:lnTo>
                  <a:pt x="462" y="390"/>
                </a:lnTo>
                <a:lnTo>
                  <a:pt x="463" y="390"/>
                </a:lnTo>
                <a:lnTo>
                  <a:pt x="464" y="390"/>
                </a:lnTo>
                <a:lnTo>
                  <a:pt x="464" y="389"/>
                </a:lnTo>
                <a:lnTo>
                  <a:pt x="465" y="389"/>
                </a:lnTo>
                <a:lnTo>
                  <a:pt x="465" y="390"/>
                </a:lnTo>
                <a:lnTo>
                  <a:pt x="466" y="390"/>
                </a:lnTo>
                <a:lnTo>
                  <a:pt x="467" y="391"/>
                </a:lnTo>
                <a:lnTo>
                  <a:pt x="467" y="392"/>
                </a:lnTo>
                <a:lnTo>
                  <a:pt x="466" y="393"/>
                </a:lnTo>
                <a:lnTo>
                  <a:pt x="466" y="394"/>
                </a:lnTo>
                <a:lnTo>
                  <a:pt x="465" y="394"/>
                </a:lnTo>
                <a:lnTo>
                  <a:pt x="465" y="395"/>
                </a:lnTo>
                <a:lnTo>
                  <a:pt x="466" y="395"/>
                </a:lnTo>
                <a:lnTo>
                  <a:pt x="465" y="395"/>
                </a:lnTo>
                <a:lnTo>
                  <a:pt x="464" y="395"/>
                </a:lnTo>
                <a:lnTo>
                  <a:pt x="464" y="396"/>
                </a:lnTo>
                <a:lnTo>
                  <a:pt x="465" y="396"/>
                </a:lnTo>
                <a:lnTo>
                  <a:pt x="465" y="397"/>
                </a:lnTo>
                <a:lnTo>
                  <a:pt x="466" y="397"/>
                </a:lnTo>
                <a:lnTo>
                  <a:pt x="467" y="397"/>
                </a:lnTo>
                <a:lnTo>
                  <a:pt x="468" y="396"/>
                </a:lnTo>
                <a:lnTo>
                  <a:pt x="468" y="395"/>
                </a:lnTo>
                <a:lnTo>
                  <a:pt x="469" y="395"/>
                </a:lnTo>
                <a:lnTo>
                  <a:pt x="469" y="396"/>
                </a:lnTo>
                <a:lnTo>
                  <a:pt x="469" y="397"/>
                </a:lnTo>
                <a:lnTo>
                  <a:pt x="469" y="398"/>
                </a:lnTo>
                <a:lnTo>
                  <a:pt x="468" y="398"/>
                </a:lnTo>
                <a:lnTo>
                  <a:pt x="469" y="399"/>
                </a:lnTo>
                <a:lnTo>
                  <a:pt x="469" y="398"/>
                </a:lnTo>
                <a:lnTo>
                  <a:pt x="470" y="398"/>
                </a:lnTo>
                <a:lnTo>
                  <a:pt x="470" y="400"/>
                </a:lnTo>
                <a:lnTo>
                  <a:pt x="468" y="402"/>
                </a:lnTo>
                <a:lnTo>
                  <a:pt x="467" y="402"/>
                </a:lnTo>
                <a:lnTo>
                  <a:pt x="467" y="403"/>
                </a:lnTo>
                <a:lnTo>
                  <a:pt x="467" y="404"/>
                </a:lnTo>
                <a:lnTo>
                  <a:pt x="466" y="404"/>
                </a:lnTo>
                <a:lnTo>
                  <a:pt x="466" y="405"/>
                </a:lnTo>
                <a:lnTo>
                  <a:pt x="466" y="406"/>
                </a:lnTo>
                <a:lnTo>
                  <a:pt x="467" y="406"/>
                </a:lnTo>
                <a:lnTo>
                  <a:pt x="468" y="406"/>
                </a:lnTo>
                <a:lnTo>
                  <a:pt x="468" y="407"/>
                </a:lnTo>
                <a:lnTo>
                  <a:pt x="467" y="407"/>
                </a:lnTo>
                <a:lnTo>
                  <a:pt x="467" y="408"/>
                </a:lnTo>
                <a:lnTo>
                  <a:pt x="467" y="409"/>
                </a:lnTo>
                <a:lnTo>
                  <a:pt x="467" y="410"/>
                </a:lnTo>
                <a:lnTo>
                  <a:pt x="467" y="411"/>
                </a:lnTo>
                <a:lnTo>
                  <a:pt x="467" y="412"/>
                </a:lnTo>
                <a:lnTo>
                  <a:pt x="466" y="412"/>
                </a:lnTo>
                <a:lnTo>
                  <a:pt x="466" y="413"/>
                </a:lnTo>
                <a:lnTo>
                  <a:pt x="465" y="413"/>
                </a:lnTo>
                <a:lnTo>
                  <a:pt x="465" y="415"/>
                </a:lnTo>
                <a:lnTo>
                  <a:pt x="465" y="416"/>
                </a:lnTo>
                <a:lnTo>
                  <a:pt x="466" y="416"/>
                </a:lnTo>
                <a:lnTo>
                  <a:pt x="466" y="417"/>
                </a:lnTo>
                <a:lnTo>
                  <a:pt x="465" y="417"/>
                </a:lnTo>
                <a:lnTo>
                  <a:pt x="466" y="418"/>
                </a:lnTo>
                <a:lnTo>
                  <a:pt x="466" y="419"/>
                </a:lnTo>
                <a:lnTo>
                  <a:pt x="467" y="419"/>
                </a:lnTo>
                <a:lnTo>
                  <a:pt x="467" y="420"/>
                </a:lnTo>
                <a:lnTo>
                  <a:pt x="468" y="420"/>
                </a:lnTo>
                <a:lnTo>
                  <a:pt x="469" y="420"/>
                </a:lnTo>
                <a:lnTo>
                  <a:pt x="470" y="420"/>
                </a:lnTo>
                <a:lnTo>
                  <a:pt x="471" y="421"/>
                </a:lnTo>
                <a:lnTo>
                  <a:pt x="473" y="420"/>
                </a:lnTo>
                <a:lnTo>
                  <a:pt x="474" y="421"/>
                </a:lnTo>
                <a:lnTo>
                  <a:pt x="474" y="422"/>
                </a:lnTo>
                <a:lnTo>
                  <a:pt x="474" y="423"/>
                </a:lnTo>
                <a:lnTo>
                  <a:pt x="475" y="424"/>
                </a:lnTo>
                <a:lnTo>
                  <a:pt x="475" y="425"/>
                </a:lnTo>
                <a:lnTo>
                  <a:pt x="474" y="425"/>
                </a:lnTo>
                <a:lnTo>
                  <a:pt x="474" y="426"/>
                </a:lnTo>
                <a:lnTo>
                  <a:pt x="474" y="427"/>
                </a:lnTo>
                <a:lnTo>
                  <a:pt x="474" y="428"/>
                </a:lnTo>
                <a:lnTo>
                  <a:pt x="473" y="429"/>
                </a:lnTo>
                <a:lnTo>
                  <a:pt x="474" y="429"/>
                </a:lnTo>
                <a:lnTo>
                  <a:pt x="474" y="431"/>
                </a:lnTo>
                <a:lnTo>
                  <a:pt x="473" y="432"/>
                </a:lnTo>
                <a:lnTo>
                  <a:pt x="473" y="433"/>
                </a:lnTo>
                <a:lnTo>
                  <a:pt x="473" y="434"/>
                </a:lnTo>
                <a:lnTo>
                  <a:pt x="472" y="434"/>
                </a:lnTo>
                <a:lnTo>
                  <a:pt x="473" y="434"/>
                </a:lnTo>
                <a:lnTo>
                  <a:pt x="473" y="435"/>
                </a:lnTo>
                <a:lnTo>
                  <a:pt x="472" y="435"/>
                </a:lnTo>
                <a:lnTo>
                  <a:pt x="472" y="436"/>
                </a:lnTo>
                <a:lnTo>
                  <a:pt x="472" y="437"/>
                </a:lnTo>
                <a:lnTo>
                  <a:pt x="475" y="437"/>
                </a:lnTo>
                <a:lnTo>
                  <a:pt x="475" y="436"/>
                </a:lnTo>
                <a:lnTo>
                  <a:pt x="476" y="436"/>
                </a:lnTo>
                <a:lnTo>
                  <a:pt x="477" y="436"/>
                </a:lnTo>
                <a:lnTo>
                  <a:pt x="478" y="436"/>
                </a:lnTo>
                <a:lnTo>
                  <a:pt x="479" y="436"/>
                </a:lnTo>
                <a:lnTo>
                  <a:pt x="481" y="436"/>
                </a:lnTo>
                <a:lnTo>
                  <a:pt x="481" y="435"/>
                </a:lnTo>
                <a:lnTo>
                  <a:pt x="481" y="434"/>
                </a:lnTo>
                <a:lnTo>
                  <a:pt x="481" y="433"/>
                </a:lnTo>
                <a:lnTo>
                  <a:pt x="481" y="432"/>
                </a:lnTo>
                <a:lnTo>
                  <a:pt x="482" y="432"/>
                </a:lnTo>
                <a:lnTo>
                  <a:pt x="483" y="431"/>
                </a:lnTo>
                <a:lnTo>
                  <a:pt x="483" y="432"/>
                </a:lnTo>
                <a:lnTo>
                  <a:pt x="485" y="431"/>
                </a:lnTo>
                <a:lnTo>
                  <a:pt x="486" y="431"/>
                </a:lnTo>
                <a:lnTo>
                  <a:pt x="487" y="431"/>
                </a:lnTo>
                <a:lnTo>
                  <a:pt x="487" y="430"/>
                </a:lnTo>
                <a:lnTo>
                  <a:pt x="486" y="428"/>
                </a:lnTo>
                <a:lnTo>
                  <a:pt x="487" y="428"/>
                </a:lnTo>
                <a:lnTo>
                  <a:pt x="488" y="427"/>
                </a:lnTo>
                <a:lnTo>
                  <a:pt x="488" y="426"/>
                </a:lnTo>
                <a:lnTo>
                  <a:pt x="489" y="426"/>
                </a:lnTo>
                <a:lnTo>
                  <a:pt x="489" y="425"/>
                </a:lnTo>
                <a:lnTo>
                  <a:pt x="490" y="425"/>
                </a:lnTo>
                <a:lnTo>
                  <a:pt x="492" y="425"/>
                </a:lnTo>
                <a:lnTo>
                  <a:pt x="493" y="426"/>
                </a:lnTo>
                <a:lnTo>
                  <a:pt x="493" y="427"/>
                </a:lnTo>
                <a:lnTo>
                  <a:pt x="494" y="427"/>
                </a:lnTo>
                <a:lnTo>
                  <a:pt x="494" y="428"/>
                </a:lnTo>
                <a:lnTo>
                  <a:pt x="495" y="428"/>
                </a:lnTo>
                <a:lnTo>
                  <a:pt x="496" y="429"/>
                </a:lnTo>
                <a:lnTo>
                  <a:pt x="497" y="430"/>
                </a:lnTo>
                <a:lnTo>
                  <a:pt x="497" y="431"/>
                </a:lnTo>
                <a:lnTo>
                  <a:pt x="498" y="432"/>
                </a:lnTo>
                <a:lnTo>
                  <a:pt x="497" y="432"/>
                </a:lnTo>
                <a:lnTo>
                  <a:pt x="497" y="433"/>
                </a:lnTo>
                <a:lnTo>
                  <a:pt x="498" y="434"/>
                </a:lnTo>
                <a:lnTo>
                  <a:pt x="498" y="435"/>
                </a:lnTo>
                <a:lnTo>
                  <a:pt x="498" y="436"/>
                </a:lnTo>
                <a:lnTo>
                  <a:pt x="497" y="437"/>
                </a:lnTo>
                <a:lnTo>
                  <a:pt x="498" y="438"/>
                </a:lnTo>
                <a:lnTo>
                  <a:pt x="498" y="439"/>
                </a:lnTo>
                <a:lnTo>
                  <a:pt x="497" y="439"/>
                </a:lnTo>
                <a:lnTo>
                  <a:pt x="497" y="441"/>
                </a:lnTo>
                <a:lnTo>
                  <a:pt x="497" y="442"/>
                </a:lnTo>
                <a:lnTo>
                  <a:pt x="498" y="442"/>
                </a:lnTo>
                <a:lnTo>
                  <a:pt x="499" y="442"/>
                </a:lnTo>
                <a:lnTo>
                  <a:pt x="499" y="443"/>
                </a:lnTo>
                <a:lnTo>
                  <a:pt x="500" y="443"/>
                </a:lnTo>
                <a:lnTo>
                  <a:pt x="501" y="443"/>
                </a:lnTo>
                <a:lnTo>
                  <a:pt x="501" y="444"/>
                </a:lnTo>
                <a:lnTo>
                  <a:pt x="502" y="444"/>
                </a:lnTo>
                <a:lnTo>
                  <a:pt x="502" y="445"/>
                </a:lnTo>
                <a:lnTo>
                  <a:pt x="501" y="445"/>
                </a:lnTo>
                <a:lnTo>
                  <a:pt x="501" y="446"/>
                </a:lnTo>
                <a:lnTo>
                  <a:pt x="500" y="447"/>
                </a:lnTo>
                <a:lnTo>
                  <a:pt x="500" y="448"/>
                </a:lnTo>
                <a:lnTo>
                  <a:pt x="499" y="449"/>
                </a:lnTo>
                <a:lnTo>
                  <a:pt x="499" y="450"/>
                </a:lnTo>
                <a:lnTo>
                  <a:pt x="499" y="451"/>
                </a:lnTo>
                <a:lnTo>
                  <a:pt x="498" y="451"/>
                </a:lnTo>
                <a:lnTo>
                  <a:pt x="498" y="452"/>
                </a:lnTo>
                <a:lnTo>
                  <a:pt x="498" y="454"/>
                </a:lnTo>
                <a:lnTo>
                  <a:pt x="499" y="454"/>
                </a:lnTo>
                <a:lnTo>
                  <a:pt x="499" y="455"/>
                </a:lnTo>
                <a:lnTo>
                  <a:pt x="499" y="456"/>
                </a:lnTo>
                <a:lnTo>
                  <a:pt x="500" y="456"/>
                </a:lnTo>
                <a:lnTo>
                  <a:pt x="500" y="457"/>
                </a:lnTo>
                <a:lnTo>
                  <a:pt x="501" y="458"/>
                </a:lnTo>
                <a:lnTo>
                  <a:pt x="501" y="459"/>
                </a:lnTo>
                <a:lnTo>
                  <a:pt x="502" y="459"/>
                </a:lnTo>
                <a:lnTo>
                  <a:pt x="503" y="459"/>
                </a:lnTo>
                <a:lnTo>
                  <a:pt x="503" y="460"/>
                </a:lnTo>
                <a:lnTo>
                  <a:pt x="504" y="460"/>
                </a:lnTo>
                <a:lnTo>
                  <a:pt x="505" y="459"/>
                </a:lnTo>
                <a:lnTo>
                  <a:pt x="504" y="459"/>
                </a:lnTo>
                <a:lnTo>
                  <a:pt x="504" y="458"/>
                </a:lnTo>
                <a:lnTo>
                  <a:pt x="505" y="458"/>
                </a:lnTo>
                <a:lnTo>
                  <a:pt x="506" y="458"/>
                </a:lnTo>
                <a:lnTo>
                  <a:pt x="506" y="459"/>
                </a:lnTo>
                <a:lnTo>
                  <a:pt x="507" y="459"/>
                </a:lnTo>
                <a:lnTo>
                  <a:pt x="508" y="459"/>
                </a:lnTo>
                <a:lnTo>
                  <a:pt x="508" y="460"/>
                </a:lnTo>
                <a:lnTo>
                  <a:pt x="509" y="460"/>
                </a:lnTo>
                <a:lnTo>
                  <a:pt x="510" y="461"/>
                </a:lnTo>
                <a:lnTo>
                  <a:pt x="510" y="462"/>
                </a:lnTo>
                <a:lnTo>
                  <a:pt x="511" y="462"/>
                </a:lnTo>
                <a:lnTo>
                  <a:pt x="511" y="463"/>
                </a:lnTo>
                <a:lnTo>
                  <a:pt x="512" y="463"/>
                </a:lnTo>
                <a:lnTo>
                  <a:pt x="512" y="462"/>
                </a:lnTo>
                <a:lnTo>
                  <a:pt x="513" y="462"/>
                </a:lnTo>
                <a:lnTo>
                  <a:pt x="513" y="463"/>
                </a:lnTo>
                <a:lnTo>
                  <a:pt x="513" y="464"/>
                </a:lnTo>
                <a:lnTo>
                  <a:pt x="514" y="465"/>
                </a:lnTo>
                <a:lnTo>
                  <a:pt x="514" y="466"/>
                </a:lnTo>
                <a:lnTo>
                  <a:pt x="514" y="467"/>
                </a:lnTo>
                <a:lnTo>
                  <a:pt x="514" y="468"/>
                </a:lnTo>
                <a:lnTo>
                  <a:pt x="514" y="469"/>
                </a:lnTo>
                <a:lnTo>
                  <a:pt x="515" y="470"/>
                </a:lnTo>
                <a:lnTo>
                  <a:pt x="515" y="471"/>
                </a:lnTo>
                <a:lnTo>
                  <a:pt x="515" y="472"/>
                </a:lnTo>
                <a:lnTo>
                  <a:pt x="516" y="472"/>
                </a:lnTo>
                <a:lnTo>
                  <a:pt x="517" y="472"/>
                </a:lnTo>
                <a:lnTo>
                  <a:pt x="518" y="471"/>
                </a:lnTo>
                <a:lnTo>
                  <a:pt x="518" y="472"/>
                </a:lnTo>
                <a:lnTo>
                  <a:pt x="519" y="472"/>
                </a:lnTo>
                <a:lnTo>
                  <a:pt x="519" y="473"/>
                </a:lnTo>
                <a:lnTo>
                  <a:pt x="520" y="473"/>
                </a:lnTo>
                <a:lnTo>
                  <a:pt x="520" y="472"/>
                </a:lnTo>
                <a:lnTo>
                  <a:pt x="521" y="473"/>
                </a:lnTo>
                <a:lnTo>
                  <a:pt x="522" y="474"/>
                </a:lnTo>
                <a:lnTo>
                  <a:pt x="523" y="474"/>
                </a:lnTo>
                <a:lnTo>
                  <a:pt x="524" y="474"/>
                </a:lnTo>
                <a:lnTo>
                  <a:pt x="525" y="474"/>
                </a:lnTo>
                <a:lnTo>
                  <a:pt x="525" y="475"/>
                </a:lnTo>
                <a:lnTo>
                  <a:pt x="526" y="476"/>
                </a:lnTo>
                <a:lnTo>
                  <a:pt x="526" y="477"/>
                </a:lnTo>
                <a:lnTo>
                  <a:pt x="527" y="477"/>
                </a:lnTo>
                <a:lnTo>
                  <a:pt x="527" y="478"/>
                </a:lnTo>
                <a:lnTo>
                  <a:pt x="526" y="479"/>
                </a:lnTo>
                <a:lnTo>
                  <a:pt x="525" y="479"/>
                </a:lnTo>
                <a:lnTo>
                  <a:pt x="525" y="480"/>
                </a:lnTo>
                <a:lnTo>
                  <a:pt x="524" y="481"/>
                </a:lnTo>
                <a:lnTo>
                  <a:pt x="524" y="482"/>
                </a:lnTo>
                <a:lnTo>
                  <a:pt x="523" y="482"/>
                </a:lnTo>
                <a:lnTo>
                  <a:pt x="523" y="485"/>
                </a:lnTo>
                <a:lnTo>
                  <a:pt x="523" y="486"/>
                </a:lnTo>
                <a:lnTo>
                  <a:pt x="523" y="487"/>
                </a:lnTo>
                <a:lnTo>
                  <a:pt x="523" y="488"/>
                </a:lnTo>
                <a:lnTo>
                  <a:pt x="523" y="489"/>
                </a:lnTo>
                <a:lnTo>
                  <a:pt x="522" y="489"/>
                </a:lnTo>
                <a:lnTo>
                  <a:pt x="521" y="489"/>
                </a:lnTo>
                <a:lnTo>
                  <a:pt x="520" y="491"/>
                </a:lnTo>
                <a:lnTo>
                  <a:pt x="519" y="491"/>
                </a:lnTo>
                <a:lnTo>
                  <a:pt x="519" y="495"/>
                </a:lnTo>
                <a:lnTo>
                  <a:pt x="519" y="496"/>
                </a:lnTo>
                <a:lnTo>
                  <a:pt x="519" y="497"/>
                </a:lnTo>
                <a:lnTo>
                  <a:pt x="519" y="499"/>
                </a:lnTo>
                <a:lnTo>
                  <a:pt x="518" y="499"/>
                </a:lnTo>
                <a:lnTo>
                  <a:pt x="518" y="500"/>
                </a:lnTo>
                <a:lnTo>
                  <a:pt x="518" y="501"/>
                </a:lnTo>
                <a:lnTo>
                  <a:pt x="517" y="501"/>
                </a:lnTo>
                <a:lnTo>
                  <a:pt x="517" y="502"/>
                </a:lnTo>
                <a:lnTo>
                  <a:pt x="517" y="503"/>
                </a:lnTo>
                <a:lnTo>
                  <a:pt x="516" y="503"/>
                </a:lnTo>
                <a:lnTo>
                  <a:pt x="516" y="505"/>
                </a:lnTo>
                <a:lnTo>
                  <a:pt x="517" y="505"/>
                </a:lnTo>
                <a:lnTo>
                  <a:pt x="517" y="506"/>
                </a:lnTo>
                <a:lnTo>
                  <a:pt x="518" y="506"/>
                </a:lnTo>
                <a:lnTo>
                  <a:pt x="518" y="507"/>
                </a:lnTo>
                <a:lnTo>
                  <a:pt x="518" y="509"/>
                </a:lnTo>
                <a:lnTo>
                  <a:pt x="518" y="510"/>
                </a:lnTo>
                <a:lnTo>
                  <a:pt x="517" y="510"/>
                </a:lnTo>
                <a:lnTo>
                  <a:pt x="517" y="511"/>
                </a:lnTo>
                <a:lnTo>
                  <a:pt x="518" y="512"/>
                </a:lnTo>
                <a:lnTo>
                  <a:pt x="518" y="513"/>
                </a:lnTo>
                <a:lnTo>
                  <a:pt x="518" y="514"/>
                </a:lnTo>
                <a:lnTo>
                  <a:pt x="519" y="515"/>
                </a:lnTo>
                <a:lnTo>
                  <a:pt x="518" y="515"/>
                </a:lnTo>
                <a:lnTo>
                  <a:pt x="518" y="516"/>
                </a:lnTo>
                <a:lnTo>
                  <a:pt x="518" y="517"/>
                </a:lnTo>
                <a:lnTo>
                  <a:pt x="518" y="518"/>
                </a:lnTo>
                <a:lnTo>
                  <a:pt x="518" y="519"/>
                </a:lnTo>
                <a:lnTo>
                  <a:pt x="519" y="519"/>
                </a:lnTo>
                <a:lnTo>
                  <a:pt x="520" y="519"/>
                </a:lnTo>
                <a:lnTo>
                  <a:pt x="521" y="519"/>
                </a:lnTo>
                <a:lnTo>
                  <a:pt x="520" y="519"/>
                </a:lnTo>
                <a:lnTo>
                  <a:pt x="520" y="520"/>
                </a:lnTo>
                <a:lnTo>
                  <a:pt x="521" y="521"/>
                </a:lnTo>
                <a:lnTo>
                  <a:pt x="522" y="521"/>
                </a:lnTo>
                <a:lnTo>
                  <a:pt x="523" y="521"/>
                </a:lnTo>
                <a:lnTo>
                  <a:pt x="523" y="522"/>
                </a:lnTo>
                <a:lnTo>
                  <a:pt x="524" y="522"/>
                </a:lnTo>
                <a:lnTo>
                  <a:pt x="525" y="522"/>
                </a:lnTo>
                <a:lnTo>
                  <a:pt x="525" y="523"/>
                </a:lnTo>
                <a:lnTo>
                  <a:pt x="525" y="522"/>
                </a:lnTo>
                <a:lnTo>
                  <a:pt x="526" y="523"/>
                </a:lnTo>
                <a:lnTo>
                  <a:pt x="526" y="524"/>
                </a:lnTo>
                <a:lnTo>
                  <a:pt x="525" y="525"/>
                </a:lnTo>
                <a:lnTo>
                  <a:pt x="525" y="526"/>
                </a:lnTo>
                <a:lnTo>
                  <a:pt x="524" y="526"/>
                </a:lnTo>
                <a:lnTo>
                  <a:pt x="525" y="526"/>
                </a:lnTo>
                <a:lnTo>
                  <a:pt x="525" y="527"/>
                </a:lnTo>
                <a:lnTo>
                  <a:pt x="525" y="528"/>
                </a:lnTo>
                <a:lnTo>
                  <a:pt x="524" y="528"/>
                </a:lnTo>
                <a:lnTo>
                  <a:pt x="523" y="529"/>
                </a:lnTo>
                <a:lnTo>
                  <a:pt x="523" y="530"/>
                </a:lnTo>
                <a:lnTo>
                  <a:pt x="522" y="530"/>
                </a:lnTo>
                <a:lnTo>
                  <a:pt x="521" y="530"/>
                </a:lnTo>
                <a:lnTo>
                  <a:pt x="520" y="531"/>
                </a:lnTo>
                <a:lnTo>
                  <a:pt x="520" y="532"/>
                </a:lnTo>
                <a:lnTo>
                  <a:pt x="520" y="533"/>
                </a:lnTo>
                <a:lnTo>
                  <a:pt x="521" y="533"/>
                </a:lnTo>
                <a:lnTo>
                  <a:pt x="522" y="534"/>
                </a:lnTo>
                <a:lnTo>
                  <a:pt x="523" y="534"/>
                </a:lnTo>
                <a:lnTo>
                  <a:pt x="523" y="535"/>
                </a:lnTo>
                <a:lnTo>
                  <a:pt x="522" y="535"/>
                </a:lnTo>
                <a:lnTo>
                  <a:pt x="521" y="535"/>
                </a:lnTo>
                <a:lnTo>
                  <a:pt x="521" y="536"/>
                </a:lnTo>
                <a:lnTo>
                  <a:pt x="520" y="536"/>
                </a:lnTo>
                <a:lnTo>
                  <a:pt x="519" y="536"/>
                </a:lnTo>
                <a:lnTo>
                  <a:pt x="519" y="537"/>
                </a:lnTo>
                <a:lnTo>
                  <a:pt x="518" y="537"/>
                </a:lnTo>
                <a:lnTo>
                  <a:pt x="517" y="538"/>
                </a:lnTo>
                <a:lnTo>
                  <a:pt x="516" y="538"/>
                </a:lnTo>
                <a:lnTo>
                  <a:pt x="515" y="538"/>
                </a:lnTo>
                <a:lnTo>
                  <a:pt x="514" y="539"/>
                </a:lnTo>
                <a:lnTo>
                  <a:pt x="514" y="540"/>
                </a:lnTo>
                <a:lnTo>
                  <a:pt x="513" y="540"/>
                </a:lnTo>
                <a:lnTo>
                  <a:pt x="512" y="540"/>
                </a:lnTo>
                <a:lnTo>
                  <a:pt x="512" y="541"/>
                </a:lnTo>
                <a:lnTo>
                  <a:pt x="512" y="542"/>
                </a:lnTo>
                <a:lnTo>
                  <a:pt x="511" y="542"/>
                </a:lnTo>
                <a:lnTo>
                  <a:pt x="511" y="543"/>
                </a:lnTo>
                <a:lnTo>
                  <a:pt x="512" y="544"/>
                </a:lnTo>
                <a:lnTo>
                  <a:pt x="512" y="545"/>
                </a:lnTo>
                <a:lnTo>
                  <a:pt x="513" y="545"/>
                </a:lnTo>
                <a:lnTo>
                  <a:pt x="514" y="545"/>
                </a:lnTo>
                <a:lnTo>
                  <a:pt x="514" y="546"/>
                </a:lnTo>
                <a:lnTo>
                  <a:pt x="516" y="544"/>
                </a:lnTo>
                <a:lnTo>
                  <a:pt x="517" y="544"/>
                </a:lnTo>
                <a:lnTo>
                  <a:pt x="517" y="543"/>
                </a:lnTo>
                <a:lnTo>
                  <a:pt x="518" y="543"/>
                </a:lnTo>
                <a:lnTo>
                  <a:pt x="518" y="542"/>
                </a:lnTo>
                <a:lnTo>
                  <a:pt x="519" y="542"/>
                </a:lnTo>
                <a:lnTo>
                  <a:pt x="519" y="543"/>
                </a:lnTo>
                <a:lnTo>
                  <a:pt x="520" y="544"/>
                </a:lnTo>
                <a:lnTo>
                  <a:pt x="521" y="544"/>
                </a:lnTo>
                <a:lnTo>
                  <a:pt x="523" y="543"/>
                </a:lnTo>
                <a:lnTo>
                  <a:pt x="524" y="543"/>
                </a:lnTo>
                <a:lnTo>
                  <a:pt x="525" y="542"/>
                </a:lnTo>
                <a:lnTo>
                  <a:pt x="525" y="541"/>
                </a:lnTo>
                <a:lnTo>
                  <a:pt x="526" y="541"/>
                </a:lnTo>
                <a:lnTo>
                  <a:pt x="527" y="541"/>
                </a:lnTo>
                <a:lnTo>
                  <a:pt x="527" y="542"/>
                </a:lnTo>
                <a:lnTo>
                  <a:pt x="528" y="543"/>
                </a:lnTo>
                <a:lnTo>
                  <a:pt x="528" y="544"/>
                </a:lnTo>
                <a:lnTo>
                  <a:pt x="527" y="544"/>
                </a:lnTo>
                <a:lnTo>
                  <a:pt x="527" y="545"/>
                </a:lnTo>
                <a:lnTo>
                  <a:pt x="528" y="545"/>
                </a:lnTo>
                <a:lnTo>
                  <a:pt x="528" y="546"/>
                </a:lnTo>
                <a:lnTo>
                  <a:pt x="529" y="547"/>
                </a:lnTo>
                <a:lnTo>
                  <a:pt x="530" y="547"/>
                </a:lnTo>
                <a:lnTo>
                  <a:pt x="530" y="548"/>
                </a:lnTo>
                <a:lnTo>
                  <a:pt x="529" y="548"/>
                </a:lnTo>
                <a:lnTo>
                  <a:pt x="528" y="548"/>
                </a:lnTo>
                <a:lnTo>
                  <a:pt x="527" y="548"/>
                </a:lnTo>
                <a:lnTo>
                  <a:pt x="527" y="549"/>
                </a:lnTo>
                <a:lnTo>
                  <a:pt x="526" y="550"/>
                </a:lnTo>
                <a:lnTo>
                  <a:pt x="526" y="552"/>
                </a:lnTo>
                <a:lnTo>
                  <a:pt x="526" y="553"/>
                </a:lnTo>
                <a:lnTo>
                  <a:pt x="525" y="554"/>
                </a:lnTo>
                <a:lnTo>
                  <a:pt x="524" y="554"/>
                </a:lnTo>
                <a:lnTo>
                  <a:pt x="524" y="555"/>
                </a:lnTo>
                <a:lnTo>
                  <a:pt x="524" y="556"/>
                </a:lnTo>
                <a:lnTo>
                  <a:pt x="524" y="557"/>
                </a:lnTo>
                <a:lnTo>
                  <a:pt x="525" y="557"/>
                </a:lnTo>
                <a:lnTo>
                  <a:pt x="525" y="558"/>
                </a:lnTo>
                <a:lnTo>
                  <a:pt x="524" y="558"/>
                </a:lnTo>
                <a:lnTo>
                  <a:pt x="524" y="559"/>
                </a:lnTo>
                <a:lnTo>
                  <a:pt x="524" y="560"/>
                </a:lnTo>
                <a:lnTo>
                  <a:pt x="524" y="561"/>
                </a:lnTo>
                <a:lnTo>
                  <a:pt x="523" y="561"/>
                </a:lnTo>
                <a:lnTo>
                  <a:pt x="522" y="562"/>
                </a:lnTo>
                <a:lnTo>
                  <a:pt x="521" y="563"/>
                </a:lnTo>
                <a:lnTo>
                  <a:pt x="519" y="565"/>
                </a:lnTo>
                <a:lnTo>
                  <a:pt x="518" y="564"/>
                </a:lnTo>
                <a:lnTo>
                  <a:pt x="517" y="564"/>
                </a:lnTo>
                <a:lnTo>
                  <a:pt x="516" y="564"/>
                </a:lnTo>
                <a:lnTo>
                  <a:pt x="515" y="565"/>
                </a:lnTo>
                <a:lnTo>
                  <a:pt x="513" y="565"/>
                </a:lnTo>
                <a:lnTo>
                  <a:pt x="513" y="566"/>
                </a:lnTo>
                <a:lnTo>
                  <a:pt x="514" y="567"/>
                </a:lnTo>
                <a:lnTo>
                  <a:pt x="513" y="567"/>
                </a:lnTo>
                <a:lnTo>
                  <a:pt x="513" y="568"/>
                </a:lnTo>
                <a:lnTo>
                  <a:pt x="511" y="569"/>
                </a:lnTo>
                <a:lnTo>
                  <a:pt x="512" y="569"/>
                </a:lnTo>
                <a:lnTo>
                  <a:pt x="512" y="570"/>
                </a:lnTo>
                <a:lnTo>
                  <a:pt x="512" y="571"/>
                </a:lnTo>
                <a:lnTo>
                  <a:pt x="511" y="572"/>
                </a:lnTo>
                <a:lnTo>
                  <a:pt x="511" y="571"/>
                </a:lnTo>
                <a:lnTo>
                  <a:pt x="510" y="571"/>
                </a:lnTo>
                <a:lnTo>
                  <a:pt x="510" y="572"/>
                </a:lnTo>
                <a:lnTo>
                  <a:pt x="510" y="573"/>
                </a:lnTo>
                <a:lnTo>
                  <a:pt x="510" y="574"/>
                </a:lnTo>
                <a:lnTo>
                  <a:pt x="509" y="574"/>
                </a:lnTo>
                <a:lnTo>
                  <a:pt x="508" y="574"/>
                </a:lnTo>
                <a:lnTo>
                  <a:pt x="508" y="575"/>
                </a:lnTo>
                <a:lnTo>
                  <a:pt x="509" y="576"/>
                </a:lnTo>
                <a:lnTo>
                  <a:pt x="509" y="577"/>
                </a:lnTo>
                <a:lnTo>
                  <a:pt x="509" y="578"/>
                </a:lnTo>
                <a:lnTo>
                  <a:pt x="509" y="580"/>
                </a:lnTo>
                <a:lnTo>
                  <a:pt x="508" y="580"/>
                </a:lnTo>
                <a:lnTo>
                  <a:pt x="508" y="582"/>
                </a:lnTo>
                <a:lnTo>
                  <a:pt x="507" y="582"/>
                </a:lnTo>
                <a:lnTo>
                  <a:pt x="507" y="583"/>
                </a:lnTo>
                <a:lnTo>
                  <a:pt x="508" y="583"/>
                </a:lnTo>
                <a:lnTo>
                  <a:pt x="509" y="583"/>
                </a:lnTo>
                <a:lnTo>
                  <a:pt x="509" y="584"/>
                </a:lnTo>
                <a:lnTo>
                  <a:pt x="509" y="585"/>
                </a:lnTo>
                <a:lnTo>
                  <a:pt x="508" y="585"/>
                </a:lnTo>
                <a:lnTo>
                  <a:pt x="507" y="586"/>
                </a:lnTo>
                <a:lnTo>
                  <a:pt x="507" y="587"/>
                </a:lnTo>
                <a:lnTo>
                  <a:pt x="508" y="588"/>
                </a:lnTo>
                <a:lnTo>
                  <a:pt x="507" y="589"/>
                </a:lnTo>
                <a:lnTo>
                  <a:pt x="506" y="591"/>
                </a:lnTo>
                <a:lnTo>
                  <a:pt x="506" y="592"/>
                </a:lnTo>
                <a:lnTo>
                  <a:pt x="505" y="593"/>
                </a:lnTo>
                <a:lnTo>
                  <a:pt x="505" y="594"/>
                </a:lnTo>
                <a:lnTo>
                  <a:pt x="505" y="595"/>
                </a:lnTo>
                <a:lnTo>
                  <a:pt x="504" y="596"/>
                </a:lnTo>
                <a:lnTo>
                  <a:pt x="503" y="596"/>
                </a:lnTo>
                <a:lnTo>
                  <a:pt x="502" y="597"/>
                </a:lnTo>
                <a:lnTo>
                  <a:pt x="502" y="598"/>
                </a:lnTo>
                <a:lnTo>
                  <a:pt x="501" y="598"/>
                </a:lnTo>
                <a:lnTo>
                  <a:pt x="500" y="598"/>
                </a:lnTo>
                <a:lnTo>
                  <a:pt x="500" y="599"/>
                </a:lnTo>
                <a:lnTo>
                  <a:pt x="500" y="600"/>
                </a:lnTo>
                <a:lnTo>
                  <a:pt x="501" y="601"/>
                </a:lnTo>
                <a:lnTo>
                  <a:pt x="501" y="602"/>
                </a:lnTo>
                <a:lnTo>
                  <a:pt x="501" y="603"/>
                </a:lnTo>
                <a:lnTo>
                  <a:pt x="502" y="603"/>
                </a:lnTo>
                <a:lnTo>
                  <a:pt x="502" y="604"/>
                </a:lnTo>
                <a:lnTo>
                  <a:pt x="503" y="604"/>
                </a:lnTo>
                <a:lnTo>
                  <a:pt x="503" y="605"/>
                </a:lnTo>
                <a:lnTo>
                  <a:pt x="503" y="607"/>
                </a:lnTo>
                <a:lnTo>
                  <a:pt x="502" y="607"/>
                </a:lnTo>
                <a:lnTo>
                  <a:pt x="502" y="608"/>
                </a:lnTo>
                <a:lnTo>
                  <a:pt x="501" y="609"/>
                </a:lnTo>
                <a:lnTo>
                  <a:pt x="500" y="609"/>
                </a:lnTo>
                <a:lnTo>
                  <a:pt x="499" y="608"/>
                </a:lnTo>
                <a:lnTo>
                  <a:pt x="498" y="607"/>
                </a:lnTo>
                <a:lnTo>
                  <a:pt x="497" y="607"/>
                </a:lnTo>
                <a:lnTo>
                  <a:pt x="496" y="607"/>
                </a:lnTo>
                <a:lnTo>
                  <a:pt x="495" y="607"/>
                </a:lnTo>
                <a:lnTo>
                  <a:pt x="495" y="606"/>
                </a:lnTo>
                <a:lnTo>
                  <a:pt x="495" y="605"/>
                </a:lnTo>
                <a:lnTo>
                  <a:pt x="495" y="604"/>
                </a:lnTo>
                <a:lnTo>
                  <a:pt x="493" y="604"/>
                </a:lnTo>
                <a:lnTo>
                  <a:pt x="493" y="605"/>
                </a:lnTo>
                <a:lnTo>
                  <a:pt x="492" y="606"/>
                </a:lnTo>
                <a:lnTo>
                  <a:pt x="492" y="607"/>
                </a:lnTo>
                <a:lnTo>
                  <a:pt x="492" y="608"/>
                </a:lnTo>
                <a:lnTo>
                  <a:pt x="491" y="609"/>
                </a:lnTo>
                <a:lnTo>
                  <a:pt x="492" y="609"/>
                </a:lnTo>
                <a:lnTo>
                  <a:pt x="492" y="610"/>
                </a:lnTo>
                <a:lnTo>
                  <a:pt x="492" y="612"/>
                </a:lnTo>
                <a:lnTo>
                  <a:pt x="491" y="613"/>
                </a:lnTo>
                <a:lnTo>
                  <a:pt x="489" y="613"/>
                </a:lnTo>
                <a:lnTo>
                  <a:pt x="488" y="613"/>
                </a:lnTo>
                <a:lnTo>
                  <a:pt x="487" y="612"/>
                </a:lnTo>
                <a:lnTo>
                  <a:pt x="486" y="611"/>
                </a:lnTo>
                <a:lnTo>
                  <a:pt x="485" y="611"/>
                </a:lnTo>
                <a:lnTo>
                  <a:pt x="484" y="610"/>
                </a:lnTo>
                <a:lnTo>
                  <a:pt x="482" y="610"/>
                </a:lnTo>
                <a:lnTo>
                  <a:pt x="482" y="609"/>
                </a:lnTo>
                <a:lnTo>
                  <a:pt x="481" y="609"/>
                </a:lnTo>
                <a:lnTo>
                  <a:pt x="480" y="609"/>
                </a:lnTo>
                <a:lnTo>
                  <a:pt x="480" y="608"/>
                </a:lnTo>
                <a:lnTo>
                  <a:pt x="480" y="607"/>
                </a:lnTo>
                <a:lnTo>
                  <a:pt x="481" y="607"/>
                </a:lnTo>
                <a:lnTo>
                  <a:pt x="480" y="606"/>
                </a:lnTo>
                <a:lnTo>
                  <a:pt x="480" y="605"/>
                </a:lnTo>
                <a:lnTo>
                  <a:pt x="479" y="605"/>
                </a:lnTo>
                <a:lnTo>
                  <a:pt x="478" y="605"/>
                </a:lnTo>
                <a:lnTo>
                  <a:pt x="477" y="605"/>
                </a:lnTo>
                <a:lnTo>
                  <a:pt x="476" y="605"/>
                </a:lnTo>
                <a:lnTo>
                  <a:pt x="475" y="605"/>
                </a:lnTo>
                <a:lnTo>
                  <a:pt x="474" y="606"/>
                </a:lnTo>
                <a:lnTo>
                  <a:pt x="472" y="607"/>
                </a:lnTo>
                <a:lnTo>
                  <a:pt x="471" y="608"/>
                </a:lnTo>
                <a:lnTo>
                  <a:pt x="469" y="608"/>
                </a:lnTo>
                <a:lnTo>
                  <a:pt x="469" y="607"/>
                </a:lnTo>
                <a:lnTo>
                  <a:pt x="468" y="607"/>
                </a:lnTo>
                <a:lnTo>
                  <a:pt x="468" y="606"/>
                </a:lnTo>
                <a:lnTo>
                  <a:pt x="468" y="605"/>
                </a:lnTo>
                <a:lnTo>
                  <a:pt x="467" y="605"/>
                </a:lnTo>
                <a:lnTo>
                  <a:pt x="467" y="604"/>
                </a:lnTo>
                <a:lnTo>
                  <a:pt x="466" y="603"/>
                </a:lnTo>
                <a:lnTo>
                  <a:pt x="466" y="602"/>
                </a:lnTo>
                <a:lnTo>
                  <a:pt x="466" y="601"/>
                </a:lnTo>
                <a:lnTo>
                  <a:pt x="465" y="602"/>
                </a:lnTo>
                <a:lnTo>
                  <a:pt x="464" y="602"/>
                </a:lnTo>
                <a:lnTo>
                  <a:pt x="463" y="603"/>
                </a:lnTo>
                <a:lnTo>
                  <a:pt x="463" y="604"/>
                </a:lnTo>
                <a:lnTo>
                  <a:pt x="463" y="605"/>
                </a:lnTo>
                <a:lnTo>
                  <a:pt x="462" y="605"/>
                </a:lnTo>
                <a:lnTo>
                  <a:pt x="461" y="606"/>
                </a:lnTo>
                <a:lnTo>
                  <a:pt x="460" y="606"/>
                </a:lnTo>
                <a:lnTo>
                  <a:pt x="460" y="607"/>
                </a:lnTo>
                <a:lnTo>
                  <a:pt x="460" y="608"/>
                </a:lnTo>
                <a:lnTo>
                  <a:pt x="459" y="608"/>
                </a:lnTo>
                <a:lnTo>
                  <a:pt x="459" y="610"/>
                </a:lnTo>
                <a:lnTo>
                  <a:pt x="458" y="610"/>
                </a:lnTo>
                <a:lnTo>
                  <a:pt x="458" y="609"/>
                </a:lnTo>
                <a:lnTo>
                  <a:pt x="458" y="608"/>
                </a:lnTo>
                <a:lnTo>
                  <a:pt x="458" y="607"/>
                </a:lnTo>
                <a:lnTo>
                  <a:pt x="458" y="606"/>
                </a:lnTo>
                <a:lnTo>
                  <a:pt x="458" y="605"/>
                </a:lnTo>
                <a:lnTo>
                  <a:pt x="457" y="605"/>
                </a:lnTo>
                <a:lnTo>
                  <a:pt x="457" y="604"/>
                </a:lnTo>
                <a:lnTo>
                  <a:pt x="456" y="604"/>
                </a:lnTo>
                <a:lnTo>
                  <a:pt x="456" y="605"/>
                </a:lnTo>
                <a:lnTo>
                  <a:pt x="455" y="605"/>
                </a:lnTo>
                <a:lnTo>
                  <a:pt x="455" y="604"/>
                </a:lnTo>
                <a:lnTo>
                  <a:pt x="455" y="602"/>
                </a:lnTo>
                <a:lnTo>
                  <a:pt x="455" y="601"/>
                </a:lnTo>
                <a:lnTo>
                  <a:pt x="454" y="600"/>
                </a:lnTo>
                <a:lnTo>
                  <a:pt x="453" y="600"/>
                </a:lnTo>
                <a:lnTo>
                  <a:pt x="453" y="599"/>
                </a:lnTo>
                <a:lnTo>
                  <a:pt x="453" y="598"/>
                </a:lnTo>
                <a:lnTo>
                  <a:pt x="453" y="597"/>
                </a:lnTo>
                <a:lnTo>
                  <a:pt x="453" y="596"/>
                </a:lnTo>
                <a:lnTo>
                  <a:pt x="454" y="596"/>
                </a:lnTo>
                <a:lnTo>
                  <a:pt x="454" y="595"/>
                </a:lnTo>
                <a:lnTo>
                  <a:pt x="455" y="595"/>
                </a:lnTo>
                <a:lnTo>
                  <a:pt x="455" y="594"/>
                </a:lnTo>
                <a:lnTo>
                  <a:pt x="456" y="594"/>
                </a:lnTo>
                <a:lnTo>
                  <a:pt x="457" y="593"/>
                </a:lnTo>
                <a:lnTo>
                  <a:pt x="458" y="593"/>
                </a:lnTo>
                <a:lnTo>
                  <a:pt x="458" y="592"/>
                </a:lnTo>
                <a:lnTo>
                  <a:pt x="459" y="591"/>
                </a:lnTo>
                <a:lnTo>
                  <a:pt x="458" y="590"/>
                </a:lnTo>
                <a:lnTo>
                  <a:pt x="457" y="589"/>
                </a:lnTo>
                <a:lnTo>
                  <a:pt x="459" y="588"/>
                </a:lnTo>
                <a:lnTo>
                  <a:pt x="460" y="587"/>
                </a:lnTo>
                <a:lnTo>
                  <a:pt x="460" y="585"/>
                </a:lnTo>
                <a:lnTo>
                  <a:pt x="459" y="584"/>
                </a:lnTo>
                <a:lnTo>
                  <a:pt x="459" y="583"/>
                </a:lnTo>
                <a:lnTo>
                  <a:pt x="460" y="583"/>
                </a:lnTo>
                <a:lnTo>
                  <a:pt x="460" y="582"/>
                </a:lnTo>
                <a:lnTo>
                  <a:pt x="460" y="581"/>
                </a:lnTo>
                <a:lnTo>
                  <a:pt x="459" y="581"/>
                </a:lnTo>
                <a:lnTo>
                  <a:pt x="457" y="580"/>
                </a:lnTo>
                <a:lnTo>
                  <a:pt x="457" y="579"/>
                </a:lnTo>
                <a:lnTo>
                  <a:pt x="458" y="577"/>
                </a:lnTo>
                <a:lnTo>
                  <a:pt x="459" y="576"/>
                </a:lnTo>
                <a:lnTo>
                  <a:pt x="460" y="574"/>
                </a:lnTo>
                <a:lnTo>
                  <a:pt x="459" y="573"/>
                </a:lnTo>
                <a:lnTo>
                  <a:pt x="458" y="572"/>
                </a:lnTo>
                <a:lnTo>
                  <a:pt x="457" y="572"/>
                </a:lnTo>
                <a:lnTo>
                  <a:pt x="456" y="571"/>
                </a:lnTo>
                <a:lnTo>
                  <a:pt x="455" y="571"/>
                </a:lnTo>
                <a:lnTo>
                  <a:pt x="455" y="570"/>
                </a:lnTo>
                <a:lnTo>
                  <a:pt x="454" y="568"/>
                </a:lnTo>
                <a:lnTo>
                  <a:pt x="453" y="568"/>
                </a:lnTo>
                <a:lnTo>
                  <a:pt x="452" y="568"/>
                </a:lnTo>
                <a:lnTo>
                  <a:pt x="452" y="567"/>
                </a:lnTo>
                <a:lnTo>
                  <a:pt x="452" y="566"/>
                </a:lnTo>
                <a:lnTo>
                  <a:pt x="452" y="565"/>
                </a:lnTo>
                <a:lnTo>
                  <a:pt x="452" y="564"/>
                </a:lnTo>
                <a:lnTo>
                  <a:pt x="451" y="564"/>
                </a:lnTo>
                <a:lnTo>
                  <a:pt x="450" y="564"/>
                </a:lnTo>
                <a:lnTo>
                  <a:pt x="450" y="563"/>
                </a:lnTo>
                <a:lnTo>
                  <a:pt x="450" y="564"/>
                </a:lnTo>
                <a:lnTo>
                  <a:pt x="449" y="564"/>
                </a:lnTo>
                <a:lnTo>
                  <a:pt x="449" y="565"/>
                </a:lnTo>
                <a:lnTo>
                  <a:pt x="449" y="566"/>
                </a:lnTo>
                <a:lnTo>
                  <a:pt x="448" y="566"/>
                </a:lnTo>
                <a:lnTo>
                  <a:pt x="447" y="566"/>
                </a:lnTo>
                <a:lnTo>
                  <a:pt x="447" y="567"/>
                </a:lnTo>
                <a:lnTo>
                  <a:pt x="446" y="567"/>
                </a:lnTo>
                <a:lnTo>
                  <a:pt x="445" y="567"/>
                </a:lnTo>
                <a:lnTo>
                  <a:pt x="444" y="567"/>
                </a:lnTo>
                <a:lnTo>
                  <a:pt x="443" y="567"/>
                </a:lnTo>
                <a:lnTo>
                  <a:pt x="443" y="568"/>
                </a:lnTo>
                <a:lnTo>
                  <a:pt x="442" y="568"/>
                </a:lnTo>
                <a:lnTo>
                  <a:pt x="441" y="568"/>
                </a:lnTo>
                <a:lnTo>
                  <a:pt x="441" y="570"/>
                </a:lnTo>
                <a:lnTo>
                  <a:pt x="441" y="571"/>
                </a:lnTo>
                <a:lnTo>
                  <a:pt x="443" y="572"/>
                </a:lnTo>
                <a:lnTo>
                  <a:pt x="444" y="572"/>
                </a:lnTo>
                <a:lnTo>
                  <a:pt x="445" y="572"/>
                </a:lnTo>
                <a:lnTo>
                  <a:pt x="445" y="573"/>
                </a:lnTo>
                <a:lnTo>
                  <a:pt x="445" y="574"/>
                </a:lnTo>
                <a:lnTo>
                  <a:pt x="446" y="574"/>
                </a:lnTo>
                <a:lnTo>
                  <a:pt x="446" y="575"/>
                </a:lnTo>
                <a:lnTo>
                  <a:pt x="447" y="575"/>
                </a:lnTo>
                <a:lnTo>
                  <a:pt x="448" y="575"/>
                </a:lnTo>
                <a:lnTo>
                  <a:pt x="448" y="576"/>
                </a:lnTo>
                <a:lnTo>
                  <a:pt x="449" y="577"/>
                </a:lnTo>
                <a:lnTo>
                  <a:pt x="449" y="578"/>
                </a:lnTo>
                <a:lnTo>
                  <a:pt x="449" y="579"/>
                </a:lnTo>
                <a:lnTo>
                  <a:pt x="448" y="579"/>
                </a:lnTo>
                <a:lnTo>
                  <a:pt x="448" y="580"/>
                </a:lnTo>
                <a:lnTo>
                  <a:pt x="447" y="580"/>
                </a:lnTo>
                <a:lnTo>
                  <a:pt x="446" y="580"/>
                </a:lnTo>
                <a:lnTo>
                  <a:pt x="445" y="581"/>
                </a:lnTo>
                <a:lnTo>
                  <a:pt x="445" y="582"/>
                </a:lnTo>
                <a:lnTo>
                  <a:pt x="444" y="583"/>
                </a:lnTo>
                <a:lnTo>
                  <a:pt x="444" y="584"/>
                </a:lnTo>
                <a:lnTo>
                  <a:pt x="444" y="585"/>
                </a:lnTo>
                <a:lnTo>
                  <a:pt x="444" y="586"/>
                </a:lnTo>
                <a:lnTo>
                  <a:pt x="445" y="586"/>
                </a:lnTo>
                <a:lnTo>
                  <a:pt x="446" y="586"/>
                </a:lnTo>
                <a:lnTo>
                  <a:pt x="446" y="587"/>
                </a:lnTo>
                <a:lnTo>
                  <a:pt x="447" y="587"/>
                </a:lnTo>
                <a:lnTo>
                  <a:pt x="446" y="587"/>
                </a:lnTo>
                <a:lnTo>
                  <a:pt x="446" y="588"/>
                </a:lnTo>
                <a:lnTo>
                  <a:pt x="445" y="589"/>
                </a:lnTo>
                <a:lnTo>
                  <a:pt x="444" y="589"/>
                </a:lnTo>
                <a:lnTo>
                  <a:pt x="443" y="589"/>
                </a:lnTo>
                <a:lnTo>
                  <a:pt x="442" y="589"/>
                </a:lnTo>
                <a:lnTo>
                  <a:pt x="441" y="589"/>
                </a:lnTo>
                <a:lnTo>
                  <a:pt x="439" y="590"/>
                </a:lnTo>
                <a:lnTo>
                  <a:pt x="437" y="590"/>
                </a:lnTo>
                <a:lnTo>
                  <a:pt x="437" y="589"/>
                </a:lnTo>
                <a:lnTo>
                  <a:pt x="437" y="588"/>
                </a:lnTo>
                <a:lnTo>
                  <a:pt x="436" y="588"/>
                </a:lnTo>
                <a:lnTo>
                  <a:pt x="434" y="588"/>
                </a:lnTo>
                <a:lnTo>
                  <a:pt x="433" y="585"/>
                </a:lnTo>
                <a:lnTo>
                  <a:pt x="433" y="584"/>
                </a:lnTo>
                <a:lnTo>
                  <a:pt x="433" y="583"/>
                </a:lnTo>
                <a:lnTo>
                  <a:pt x="433" y="582"/>
                </a:lnTo>
                <a:lnTo>
                  <a:pt x="433" y="581"/>
                </a:lnTo>
                <a:lnTo>
                  <a:pt x="433" y="580"/>
                </a:lnTo>
                <a:lnTo>
                  <a:pt x="434" y="580"/>
                </a:lnTo>
                <a:lnTo>
                  <a:pt x="434" y="579"/>
                </a:lnTo>
                <a:lnTo>
                  <a:pt x="434" y="578"/>
                </a:lnTo>
                <a:lnTo>
                  <a:pt x="435" y="578"/>
                </a:lnTo>
                <a:lnTo>
                  <a:pt x="436" y="578"/>
                </a:lnTo>
                <a:lnTo>
                  <a:pt x="437" y="578"/>
                </a:lnTo>
                <a:lnTo>
                  <a:pt x="437" y="577"/>
                </a:lnTo>
                <a:lnTo>
                  <a:pt x="437" y="576"/>
                </a:lnTo>
                <a:lnTo>
                  <a:pt x="437" y="575"/>
                </a:lnTo>
                <a:lnTo>
                  <a:pt x="437" y="574"/>
                </a:lnTo>
                <a:lnTo>
                  <a:pt x="437" y="573"/>
                </a:lnTo>
                <a:lnTo>
                  <a:pt x="436" y="573"/>
                </a:lnTo>
                <a:lnTo>
                  <a:pt x="435" y="572"/>
                </a:lnTo>
                <a:lnTo>
                  <a:pt x="435" y="570"/>
                </a:lnTo>
                <a:lnTo>
                  <a:pt x="434" y="570"/>
                </a:lnTo>
                <a:lnTo>
                  <a:pt x="434" y="569"/>
                </a:lnTo>
                <a:lnTo>
                  <a:pt x="434" y="568"/>
                </a:lnTo>
                <a:lnTo>
                  <a:pt x="434" y="567"/>
                </a:lnTo>
                <a:lnTo>
                  <a:pt x="434" y="566"/>
                </a:lnTo>
                <a:lnTo>
                  <a:pt x="433" y="565"/>
                </a:lnTo>
                <a:lnTo>
                  <a:pt x="432" y="565"/>
                </a:lnTo>
                <a:lnTo>
                  <a:pt x="432" y="564"/>
                </a:lnTo>
                <a:lnTo>
                  <a:pt x="433" y="564"/>
                </a:lnTo>
                <a:lnTo>
                  <a:pt x="433" y="563"/>
                </a:lnTo>
                <a:lnTo>
                  <a:pt x="433" y="562"/>
                </a:lnTo>
                <a:lnTo>
                  <a:pt x="432" y="560"/>
                </a:lnTo>
                <a:lnTo>
                  <a:pt x="432" y="558"/>
                </a:lnTo>
                <a:lnTo>
                  <a:pt x="434" y="558"/>
                </a:lnTo>
                <a:lnTo>
                  <a:pt x="435" y="558"/>
                </a:lnTo>
                <a:lnTo>
                  <a:pt x="436" y="558"/>
                </a:lnTo>
                <a:lnTo>
                  <a:pt x="437" y="557"/>
                </a:lnTo>
                <a:lnTo>
                  <a:pt x="437" y="556"/>
                </a:lnTo>
                <a:lnTo>
                  <a:pt x="436" y="556"/>
                </a:lnTo>
                <a:lnTo>
                  <a:pt x="436" y="555"/>
                </a:lnTo>
                <a:lnTo>
                  <a:pt x="436" y="554"/>
                </a:lnTo>
                <a:lnTo>
                  <a:pt x="436" y="552"/>
                </a:lnTo>
                <a:lnTo>
                  <a:pt x="436" y="551"/>
                </a:lnTo>
                <a:lnTo>
                  <a:pt x="436" y="550"/>
                </a:lnTo>
                <a:lnTo>
                  <a:pt x="437" y="549"/>
                </a:lnTo>
                <a:lnTo>
                  <a:pt x="437" y="548"/>
                </a:lnTo>
                <a:lnTo>
                  <a:pt x="438" y="547"/>
                </a:lnTo>
                <a:lnTo>
                  <a:pt x="439" y="546"/>
                </a:lnTo>
                <a:lnTo>
                  <a:pt x="439" y="545"/>
                </a:lnTo>
                <a:lnTo>
                  <a:pt x="439" y="544"/>
                </a:lnTo>
                <a:lnTo>
                  <a:pt x="439" y="543"/>
                </a:lnTo>
                <a:lnTo>
                  <a:pt x="439" y="542"/>
                </a:lnTo>
                <a:lnTo>
                  <a:pt x="438" y="542"/>
                </a:lnTo>
                <a:lnTo>
                  <a:pt x="437" y="543"/>
                </a:lnTo>
                <a:lnTo>
                  <a:pt x="436" y="543"/>
                </a:lnTo>
                <a:lnTo>
                  <a:pt x="435" y="543"/>
                </a:lnTo>
                <a:lnTo>
                  <a:pt x="435" y="542"/>
                </a:lnTo>
                <a:lnTo>
                  <a:pt x="434" y="542"/>
                </a:lnTo>
                <a:lnTo>
                  <a:pt x="434" y="543"/>
                </a:lnTo>
                <a:lnTo>
                  <a:pt x="433" y="543"/>
                </a:lnTo>
                <a:lnTo>
                  <a:pt x="433" y="542"/>
                </a:lnTo>
                <a:lnTo>
                  <a:pt x="432" y="540"/>
                </a:lnTo>
                <a:lnTo>
                  <a:pt x="431" y="540"/>
                </a:lnTo>
                <a:lnTo>
                  <a:pt x="430" y="539"/>
                </a:lnTo>
                <a:lnTo>
                  <a:pt x="430" y="540"/>
                </a:lnTo>
                <a:lnTo>
                  <a:pt x="430" y="541"/>
                </a:lnTo>
                <a:lnTo>
                  <a:pt x="429" y="542"/>
                </a:lnTo>
                <a:lnTo>
                  <a:pt x="428" y="542"/>
                </a:lnTo>
                <a:lnTo>
                  <a:pt x="427" y="542"/>
                </a:lnTo>
                <a:lnTo>
                  <a:pt x="427" y="541"/>
                </a:lnTo>
                <a:lnTo>
                  <a:pt x="426" y="541"/>
                </a:lnTo>
                <a:lnTo>
                  <a:pt x="426" y="542"/>
                </a:lnTo>
                <a:lnTo>
                  <a:pt x="424" y="543"/>
                </a:lnTo>
                <a:lnTo>
                  <a:pt x="423" y="543"/>
                </a:lnTo>
                <a:lnTo>
                  <a:pt x="422" y="543"/>
                </a:lnTo>
                <a:lnTo>
                  <a:pt x="422" y="544"/>
                </a:lnTo>
                <a:lnTo>
                  <a:pt x="422" y="545"/>
                </a:lnTo>
                <a:lnTo>
                  <a:pt x="421" y="545"/>
                </a:lnTo>
                <a:lnTo>
                  <a:pt x="420" y="545"/>
                </a:lnTo>
                <a:lnTo>
                  <a:pt x="418" y="545"/>
                </a:lnTo>
                <a:lnTo>
                  <a:pt x="416" y="544"/>
                </a:lnTo>
                <a:lnTo>
                  <a:pt x="415" y="544"/>
                </a:lnTo>
                <a:lnTo>
                  <a:pt x="415" y="545"/>
                </a:lnTo>
                <a:lnTo>
                  <a:pt x="414" y="545"/>
                </a:lnTo>
                <a:lnTo>
                  <a:pt x="413" y="544"/>
                </a:lnTo>
                <a:lnTo>
                  <a:pt x="412" y="544"/>
                </a:lnTo>
                <a:lnTo>
                  <a:pt x="412" y="543"/>
                </a:lnTo>
                <a:lnTo>
                  <a:pt x="411" y="543"/>
                </a:lnTo>
                <a:lnTo>
                  <a:pt x="410" y="543"/>
                </a:lnTo>
                <a:lnTo>
                  <a:pt x="408" y="542"/>
                </a:lnTo>
                <a:lnTo>
                  <a:pt x="407" y="542"/>
                </a:lnTo>
                <a:lnTo>
                  <a:pt x="406" y="541"/>
                </a:lnTo>
                <a:lnTo>
                  <a:pt x="405" y="540"/>
                </a:lnTo>
                <a:lnTo>
                  <a:pt x="403" y="540"/>
                </a:lnTo>
                <a:lnTo>
                  <a:pt x="403" y="539"/>
                </a:lnTo>
                <a:lnTo>
                  <a:pt x="402" y="539"/>
                </a:lnTo>
                <a:lnTo>
                  <a:pt x="402" y="538"/>
                </a:lnTo>
                <a:lnTo>
                  <a:pt x="401" y="538"/>
                </a:lnTo>
                <a:lnTo>
                  <a:pt x="401" y="539"/>
                </a:lnTo>
                <a:lnTo>
                  <a:pt x="400" y="539"/>
                </a:lnTo>
                <a:lnTo>
                  <a:pt x="399" y="538"/>
                </a:lnTo>
                <a:lnTo>
                  <a:pt x="400" y="537"/>
                </a:lnTo>
                <a:lnTo>
                  <a:pt x="400" y="536"/>
                </a:lnTo>
                <a:lnTo>
                  <a:pt x="401" y="535"/>
                </a:lnTo>
                <a:lnTo>
                  <a:pt x="401" y="534"/>
                </a:lnTo>
                <a:lnTo>
                  <a:pt x="401" y="533"/>
                </a:lnTo>
                <a:lnTo>
                  <a:pt x="401" y="532"/>
                </a:lnTo>
                <a:lnTo>
                  <a:pt x="401" y="530"/>
                </a:lnTo>
                <a:lnTo>
                  <a:pt x="401" y="529"/>
                </a:lnTo>
                <a:lnTo>
                  <a:pt x="402" y="529"/>
                </a:lnTo>
                <a:lnTo>
                  <a:pt x="402" y="528"/>
                </a:lnTo>
                <a:lnTo>
                  <a:pt x="404" y="525"/>
                </a:lnTo>
                <a:lnTo>
                  <a:pt x="404" y="524"/>
                </a:lnTo>
                <a:lnTo>
                  <a:pt x="405" y="524"/>
                </a:lnTo>
                <a:lnTo>
                  <a:pt x="406" y="524"/>
                </a:lnTo>
                <a:lnTo>
                  <a:pt x="406" y="523"/>
                </a:lnTo>
                <a:lnTo>
                  <a:pt x="406" y="522"/>
                </a:lnTo>
                <a:lnTo>
                  <a:pt x="406" y="521"/>
                </a:lnTo>
                <a:lnTo>
                  <a:pt x="406" y="519"/>
                </a:lnTo>
                <a:lnTo>
                  <a:pt x="405" y="519"/>
                </a:lnTo>
                <a:lnTo>
                  <a:pt x="402" y="518"/>
                </a:lnTo>
                <a:lnTo>
                  <a:pt x="402" y="517"/>
                </a:lnTo>
                <a:lnTo>
                  <a:pt x="401" y="517"/>
                </a:lnTo>
                <a:lnTo>
                  <a:pt x="401" y="516"/>
                </a:lnTo>
                <a:lnTo>
                  <a:pt x="402" y="515"/>
                </a:lnTo>
                <a:lnTo>
                  <a:pt x="401" y="514"/>
                </a:lnTo>
                <a:lnTo>
                  <a:pt x="401" y="513"/>
                </a:lnTo>
                <a:lnTo>
                  <a:pt x="401" y="512"/>
                </a:lnTo>
                <a:lnTo>
                  <a:pt x="400" y="511"/>
                </a:lnTo>
                <a:lnTo>
                  <a:pt x="400" y="510"/>
                </a:lnTo>
                <a:lnTo>
                  <a:pt x="401" y="510"/>
                </a:lnTo>
                <a:lnTo>
                  <a:pt x="401" y="509"/>
                </a:lnTo>
                <a:lnTo>
                  <a:pt x="401" y="508"/>
                </a:lnTo>
                <a:lnTo>
                  <a:pt x="401" y="507"/>
                </a:lnTo>
                <a:lnTo>
                  <a:pt x="401" y="506"/>
                </a:lnTo>
                <a:lnTo>
                  <a:pt x="401" y="505"/>
                </a:lnTo>
                <a:lnTo>
                  <a:pt x="401" y="504"/>
                </a:lnTo>
                <a:lnTo>
                  <a:pt x="400" y="503"/>
                </a:lnTo>
                <a:lnTo>
                  <a:pt x="400" y="500"/>
                </a:lnTo>
                <a:lnTo>
                  <a:pt x="400" y="499"/>
                </a:lnTo>
                <a:lnTo>
                  <a:pt x="400" y="498"/>
                </a:lnTo>
                <a:lnTo>
                  <a:pt x="399" y="497"/>
                </a:lnTo>
                <a:lnTo>
                  <a:pt x="398" y="497"/>
                </a:lnTo>
                <a:lnTo>
                  <a:pt x="397" y="497"/>
                </a:lnTo>
                <a:lnTo>
                  <a:pt x="397" y="496"/>
                </a:lnTo>
                <a:lnTo>
                  <a:pt x="396" y="496"/>
                </a:lnTo>
                <a:lnTo>
                  <a:pt x="396" y="495"/>
                </a:lnTo>
                <a:lnTo>
                  <a:pt x="396" y="493"/>
                </a:lnTo>
                <a:lnTo>
                  <a:pt x="395" y="491"/>
                </a:lnTo>
                <a:lnTo>
                  <a:pt x="395" y="490"/>
                </a:lnTo>
                <a:lnTo>
                  <a:pt x="394" y="489"/>
                </a:lnTo>
                <a:lnTo>
                  <a:pt x="394" y="488"/>
                </a:lnTo>
                <a:lnTo>
                  <a:pt x="395" y="487"/>
                </a:lnTo>
                <a:lnTo>
                  <a:pt x="394" y="486"/>
                </a:lnTo>
                <a:lnTo>
                  <a:pt x="393" y="484"/>
                </a:lnTo>
                <a:lnTo>
                  <a:pt x="393" y="483"/>
                </a:lnTo>
                <a:lnTo>
                  <a:pt x="393" y="482"/>
                </a:lnTo>
                <a:lnTo>
                  <a:pt x="393" y="480"/>
                </a:lnTo>
                <a:lnTo>
                  <a:pt x="394" y="477"/>
                </a:lnTo>
                <a:lnTo>
                  <a:pt x="392" y="476"/>
                </a:lnTo>
                <a:lnTo>
                  <a:pt x="391" y="476"/>
                </a:lnTo>
                <a:lnTo>
                  <a:pt x="390" y="476"/>
                </a:lnTo>
                <a:lnTo>
                  <a:pt x="389" y="476"/>
                </a:lnTo>
                <a:lnTo>
                  <a:pt x="389" y="477"/>
                </a:lnTo>
                <a:lnTo>
                  <a:pt x="389" y="478"/>
                </a:lnTo>
                <a:lnTo>
                  <a:pt x="388" y="479"/>
                </a:lnTo>
                <a:lnTo>
                  <a:pt x="388" y="480"/>
                </a:lnTo>
                <a:lnTo>
                  <a:pt x="388" y="481"/>
                </a:lnTo>
                <a:lnTo>
                  <a:pt x="388" y="482"/>
                </a:lnTo>
                <a:lnTo>
                  <a:pt x="388" y="483"/>
                </a:lnTo>
                <a:lnTo>
                  <a:pt x="387" y="483"/>
                </a:lnTo>
                <a:lnTo>
                  <a:pt x="387" y="484"/>
                </a:lnTo>
                <a:lnTo>
                  <a:pt x="386" y="485"/>
                </a:lnTo>
                <a:lnTo>
                  <a:pt x="385" y="486"/>
                </a:lnTo>
                <a:lnTo>
                  <a:pt x="384" y="486"/>
                </a:lnTo>
                <a:lnTo>
                  <a:pt x="383" y="485"/>
                </a:lnTo>
                <a:lnTo>
                  <a:pt x="383" y="484"/>
                </a:lnTo>
                <a:lnTo>
                  <a:pt x="384" y="484"/>
                </a:lnTo>
                <a:lnTo>
                  <a:pt x="384" y="483"/>
                </a:lnTo>
                <a:lnTo>
                  <a:pt x="383" y="482"/>
                </a:lnTo>
                <a:lnTo>
                  <a:pt x="382" y="481"/>
                </a:lnTo>
                <a:lnTo>
                  <a:pt x="381" y="481"/>
                </a:lnTo>
                <a:lnTo>
                  <a:pt x="380" y="481"/>
                </a:lnTo>
                <a:lnTo>
                  <a:pt x="380" y="480"/>
                </a:lnTo>
                <a:lnTo>
                  <a:pt x="380" y="479"/>
                </a:lnTo>
                <a:lnTo>
                  <a:pt x="379" y="479"/>
                </a:lnTo>
                <a:lnTo>
                  <a:pt x="378" y="479"/>
                </a:lnTo>
                <a:lnTo>
                  <a:pt x="376" y="480"/>
                </a:lnTo>
                <a:lnTo>
                  <a:pt x="375" y="481"/>
                </a:lnTo>
                <a:lnTo>
                  <a:pt x="374" y="482"/>
                </a:lnTo>
                <a:lnTo>
                  <a:pt x="373" y="482"/>
                </a:lnTo>
                <a:lnTo>
                  <a:pt x="371" y="482"/>
                </a:lnTo>
                <a:lnTo>
                  <a:pt x="371" y="481"/>
                </a:lnTo>
                <a:lnTo>
                  <a:pt x="371" y="480"/>
                </a:lnTo>
                <a:lnTo>
                  <a:pt x="370" y="480"/>
                </a:lnTo>
                <a:lnTo>
                  <a:pt x="368" y="479"/>
                </a:lnTo>
                <a:lnTo>
                  <a:pt x="366" y="478"/>
                </a:lnTo>
                <a:lnTo>
                  <a:pt x="365" y="478"/>
                </a:lnTo>
                <a:lnTo>
                  <a:pt x="364" y="478"/>
                </a:lnTo>
                <a:lnTo>
                  <a:pt x="363" y="477"/>
                </a:lnTo>
                <a:lnTo>
                  <a:pt x="362" y="478"/>
                </a:lnTo>
                <a:lnTo>
                  <a:pt x="362" y="479"/>
                </a:lnTo>
                <a:lnTo>
                  <a:pt x="361" y="479"/>
                </a:lnTo>
                <a:lnTo>
                  <a:pt x="361" y="480"/>
                </a:lnTo>
                <a:lnTo>
                  <a:pt x="360" y="480"/>
                </a:lnTo>
                <a:lnTo>
                  <a:pt x="360" y="481"/>
                </a:lnTo>
                <a:lnTo>
                  <a:pt x="359" y="482"/>
                </a:lnTo>
                <a:lnTo>
                  <a:pt x="359" y="483"/>
                </a:lnTo>
                <a:lnTo>
                  <a:pt x="358" y="483"/>
                </a:lnTo>
                <a:lnTo>
                  <a:pt x="358" y="484"/>
                </a:lnTo>
                <a:lnTo>
                  <a:pt x="357" y="485"/>
                </a:lnTo>
                <a:lnTo>
                  <a:pt x="355" y="485"/>
                </a:lnTo>
                <a:lnTo>
                  <a:pt x="354" y="485"/>
                </a:lnTo>
                <a:lnTo>
                  <a:pt x="353" y="485"/>
                </a:lnTo>
                <a:lnTo>
                  <a:pt x="352" y="486"/>
                </a:lnTo>
                <a:lnTo>
                  <a:pt x="348" y="486"/>
                </a:lnTo>
                <a:lnTo>
                  <a:pt x="346" y="485"/>
                </a:lnTo>
                <a:lnTo>
                  <a:pt x="345" y="485"/>
                </a:lnTo>
                <a:lnTo>
                  <a:pt x="345" y="486"/>
                </a:lnTo>
                <a:lnTo>
                  <a:pt x="345" y="487"/>
                </a:lnTo>
                <a:lnTo>
                  <a:pt x="344" y="488"/>
                </a:lnTo>
                <a:lnTo>
                  <a:pt x="343" y="490"/>
                </a:lnTo>
                <a:lnTo>
                  <a:pt x="342" y="490"/>
                </a:lnTo>
                <a:lnTo>
                  <a:pt x="341" y="490"/>
                </a:lnTo>
                <a:lnTo>
                  <a:pt x="340" y="490"/>
                </a:lnTo>
                <a:lnTo>
                  <a:pt x="339" y="490"/>
                </a:lnTo>
                <a:lnTo>
                  <a:pt x="339" y="491"/>
                </a:lnTo>
                <a:lnTo>
                  <a:pt x="340" y="491"/>
                </a:lnTo>
                <a:lnTo>
                  <a:pt x="340" y="492"/>
                </a:lnTo>
                <a:lnTo>
                  <a:pt x="339" y="493"/>
                </a:lnTo>
                <a:lnTo>
                  <a:pt x="338" y="493"/>
                </a:lnTo>
                <a:lnTo>
                  <a:pt x="338" y="494"/>
                </a:lnTo>
                <a:lnTo>
                  <a:pt x="337" y="494"/>
                </a:lnTo>
                <a:lnTo>
                  <a:pt x="337" y="496"/>
                </a:lnTo>
                <a:lnTo>
                  <a:pt x="337" y="498"/>
                </a:lnTo>
                <a:lnTo>
                  <a:pt x="337" y="497"/>
                </a:lnTo>
                <a:lnTo>
                  <a:pt x="336" y="497"/>
                </a:lnTo>
                <a:lnTo>
                  <a:pt x="335" y="497"/>
                </a:lnTo>
                <a:lnTo>
                  <a:pt x="334" y="497"/>
                </a:lnTo>
                <a:lnTo>
                  <a:pt x="333" y="497"/>
                </a:lnTo>
                <a:lnTo>
                  <a:pt x="333" y="496"/>
                </a:lnTo>
                <a:lnTo>
                  <a:pt x="333" y="495"/>
                </a:lnTo>
                <a:lnTo>
                  <a:pt x="332" y="495"/>
                </a:lnTo>
                <a:lnTo>
                  <a:pt x="330" y="494"/>
                </a:lnTo>
                <a:lnTo>
                  <a:pt x="329" y="494"/>
                </a:lnTo>
                <a:lnTo>
                  <a:pt x="329" y="493"/>
                </a:lnTo>
                <a:lnTo>
                  <a:pt x="330" y="493"/>
                </a:lnTo>
                <a:lnTo>
                  <a:pt x="330" y="492"/>
                </a:lnTo>
                <a:lnTo>
                  <a:pt x="331" y="491"/>
                </a:lnTo>
                <a:lnTo>
                  <a:pt x="331" y="490"/>
                </a:lnTo>
                <a:lnTo>
                  <a:pt x="331" y="486"/>
                </a:lnTo>
                <a:lnTo>
                  <a:pt x="330" y="486"/>
                </a:lnTo>
                <a:lnTo>
                  <a:pt x="329" y="486"/>
                </a:lnTo>
                <a:lnTo>
                  <a:pt x="329" y="485"/>
                </a:lnTo>
                <a:lnTo>
                  <a:pt x="328" y="485"/>
                </a:lnTo>
                <a:lnTo>
                  <a:pt x="327" y="485"/>
                </a:lnTo>
                <a:lnTo>
                  <a:pt x="326" y="485"/>
                </a:lnTo>
                <a:lnTo>
                  <a:pt x="326" y="484"/>
                </a:lnTo>
                <a:lnTo>
                  <a:pt x="326" y="482"/>
                </a:lnTo>
                <a:lnTo>
                  <a:pt x="326" y="479"/>
                </a:lnTo>
                <a:lnTo>
                  <a:pt x="326" y="478"/>
                </a:lnTo>
                <a:lnTo>
                  <a:pt x="327" y="477"/>
                </a:lnTo>
                <a:lnTo>
                  <a:pt x="328" y="476"/>
                </a:lnTo>
                <a:lnTo>
                  <a:pt x="328" y="475"/>
                </a:lnTo>
                <a:lnTo>
                  <a:pt x="328" y="474"/>
                </a:lnTo>
                <a:lnTo>
                  <a:pt x="328" y="473"/>
                </a:lnTo>
                <a:lnTo>
                  <a:pt x="328" y="472"/>
                </a:lnTo>
                <a:lnTo>
                  <a:pt x="329" y="471"/>
                </a:lnTo>
                <a:lnTo>
                  <a:pt x="329" y="470"/>
                </a:lnTo>
                <a:lnTo>
                  <a:pt x="328" y="470"/>
                </a:lnTo>
                <a:lnTo>
                  <a:pt x="327" y="470"/>
                </a:lnTo>
                <a:lnTo>
                  <a:pt x="327" y="469"/>
                </a:lnTo>
                <a:lnTo>
                  <a:pt x="326" y="469"/>
                </a:lnTo>
                <a:lnTo>
                  <a:pt x="326" y="468"/>
                </a:lnTo>
                <a:lnTo>
                  <a:pt x="325" y="467"/>
                </a:lnTo>
                <a:lnTo>
                  <a:pt x="324" y="467"/>
                </a:lnTo>
                <a:lnTo>
                  <a:pt x="323" y="465"/>
                </a:lnTo>
                <a:lnTo>
                  <a:pt x="323" y="464"/>
                </a:lnTo>
                <a:lnTo>
                  <a:pt x="322" y="463"/>
                </a:lnTo>
                <a:lnTo>
                  <a:pt x="322" y="462"/>
                </a:lnTo>
                <a:lnTo>
                  <a:pt x="321" y="461"/>
                </a:lnTo>
                <a:lnTo>
                  <a:pt x="320" y="461"/>
                </a:lnTo>
                <a:lnTo>
                  <a:pt x="320" y="462"/>
                </a:lnTo>
                <a:lnTo>
                  <a:pt x="320" y="463"/>
                </a:lnTo>
                <a:lnTo>
                  <a:pt x="319" y="463"/>
                </a:lnTo>
                <a:lnTo>
                  <a:pt x="318" y="464"/>
                </a:lnTo>
                <a:lnTo>
                  <a:pt x="317" y="464"/>
                </a:lnTo>
                <a:lnTo>
                  <a:pt x="317" y="465"/>
                </a:lnTo>
                <a:lnTo>
                  <a:pt x="318" y="465"/>
                </a:lnTo>
                <a:lnTo>
                  <a:pt x="317" y="466"/>
                </a:lnTo>
                <a:lnTo>
                  <a:pt x="317" y="468"/>
                </a:lnTo>
                <a:lnTo>
                  <a:pt x="315" y="468"/>
                </a:lnTo>
                <a:lnTo>
                  <a:pt x="316" y="468"/>
                </a:lnTo>
                <a:lnTo>
                  <a:pt x="316" y="467"/>
                </a:lnTo>
                <a:lnTo>
                  <a:pt x="315" y="468"/>
                </a:lnTo>
                <a:lnTo>
                  <a:pt x="315" y="469"/>
                </a:lnTo>
                <a:lnTo>
                  <a:pt x="314" y="470"/>
                </a:lnTo>
                <a:lnTo>
                  <a:pt x="312" y="470"/>
                </a:lnTo>
                <a:lnTo>
                  <a:pt x="311" y="470"/>
                </a:lnTo>
                <a:lnTo>
                  <a:pt x="310" y="470"/>
                </a:lnTo>
                <a:lnTo>
                  <a:pt x="309" y="469"/>
                </a:lnTo>
                <a:lnTo>
                  <a:pt x="309" y="468"/>
                </a:lnTo>
                <a:lnTo>
                  <a:pt x="309" y="467"/>
                </a:lnTo>
                <a:lnTo>
                  <a:pt x="308" y="467"/>
                </a:lnTo>
                <a:lnTo>
                  <a:pt x="308" y="468"/>
                </a:lnTo>
                <a:lnTo>
                  <a:pt x="307" y="468"/>
                </a:lnTo>
                <a:lnTo>
                  <a:pt x="306" y="468"/>
                </a:lnTo>
                <a:lnTo>
                  <a:pt x="305" y="467"/>
                </a:lnTo>
                <a:lnTo>
                  <a:pt x="305" y="466"/>
                </a:lnTo>
                <a:lnTo>
                  <a:pt x="304" y="466"/>
                </a:lnTo>
                <a:lnTo>
                  <a:pt x="302" y="467"/>
                </a:lnTo>
                <a:lnTo>
                  <a:pt x="301" y="468"/>
                </a:lnTo>
                <a:lnTo>
                  <a:pt x="302" y="468"/>
                </a:lnTo>
                <a:lnTo>
                  <a:pt x="302" y="469"/>
                </a:lnTo>
                <a:lnTo>
                  <a:pt x="301" y="470"/>
                </a:lnTo>
                <a:lnTo>
                  <a:pt x="300" y="470"/>
                </a:lnTo>
                <a:lnTo>
                  <a:pt x="299" y="469"/>
                </a:lnTo>
                <a:lnTo>
                  <a:pt x="299" y="468"/>
                </a:lnTo>
                <a:lnTo>
                  <a:pt x="299" y="467"/>
                </a:lnTo>
                <a:lnTo>
                  <a:pt x="299" y="466"/>
                </a:lnTo>
                <a:lnTo>
                  <a:pt x="299" y="464"/>
                </a:lnTo>
                <a:lnTo>
                  <a:pt x="298" y="464"/>
                </a:lnTo>
                <a:lnTo>
                  <a:pt x="298" y="463"/>
                </a:lnTo>
                <a:lnTo>
                  <a:pt x="298" y="462"/>
                </a:lnTo>
                <a:lnTo>
                  <a:pt x="297" y="459"/>
                </a:lnTo>
                <a:lnTo>
                  <a:pt x="296" y="459"/>
                </a:lnTo>
                <a:lnTo>
                  <a:pt x="295" y="459"/>
                </a:lnTo>
                <a:lnTo>
                  <a:pt x="295" y="460"/>
                </a:lnTo>
                <a:lnTo>
                  <a:pt x="294" y="460"/>
                </a:lnTo>
                <a:lnTo>
                  <a:pt x="294" y="461"/>
                </a:lnTo>
                <a:lnTo>
                  <a:pt x="292" y="463"/>
                </a:lnTo>
                <a:lnTo>
                  <a:pt x="291" y="463"/>
                </a:lnTo>
                <a:lnTo>
                  <a:pt x="290" y="463"/>
                </a:lnTo>
                <a:lnTo>
                  <a:pt x="289" y="464"/>
                </a:lnTo>
                <a:lnTo>
                  <a:pt x="288" y="465"/>
                </a:lnTo>
                <a:lnTo>
                  <a:pt x="287" y="465"/>
                </a:lnTo>
                <a:lnTo>
                  <a:pt x="287" y="466"/>
                </a:lnTo>
                <a:lnTo>
                  <a:pt x="286" y="466"/>
                </a:lnTo>
                <a:lnTo>
                  <a:pt x="285" y="467"/>
                </a:lnTo>
                <a:lnTo>
                  <a:pt x="284" y="467"/>
                </a:lnTo>
                <a:lnTo>
                  <a:pt x="283" y="466"/>
                </a:lnTo>
                <a:lnTo>
                  <a:pt x="283" y="465"/>
                </a:lnTo>
                <a:lnTo>
                  <a:pt x="283" y="463"/>
                </a:lnTo>
                <a:lnTo>
                  <a:pt x="282" y="463"/>
                </a:lnTo>
                <a:lnTo>
                  <a:pt x="281" y="462"/>
                </a:lnTo>
                <a:lnTo>
                  <a:pt x="280" y="462"/>
                </a:lnTo>
                <a:lnTo>
                  <a:pt x="279" y="463"/>
                </a:lnTo>
                <a:lnTo>
                  <a:pt x="279" y="464"/>
                </a:lnTo>
                <a:lnTo>
                  <a:pt x="278" y="464"/>
                </a:lnTo>
                <a:lnTo>
                  <a:pt x="277" y="464"/>
                </a:lnTo>
                <a:lnTo>
                  <a:pt x="276" y="464"/>
                </a:lnTo>
                <a:lnTo>
                  <a:pt x="275" y="464"/>
                </a:lnTo>
                <a:lnTo>
                  <a:pt x="275" y="465"/>
                </a:lnTo>
                <a:lnTo>
                  <a:pt x="275" y="466"/>
                </a:lnTo>
                <a:lnTo>
                  <a:pt x="276" y="467"/>
                </a:lnTo>
                <a:lnTo>
                  <a:pt x="276" y="468"/>
                </a:lnTo>
                <a:lnTo>
                  <a:pt x="277" y="468"/>
                </a:lnTo>
                <a:lnTo>
                  <a:pt x="276" y="470"/>
                </a:lnTo>
                <a:lnTo>
                  <a:pt x="276" y="471"/>
                </a:lnTo>
                <a:lnTo>
                  <a:pt x="276" y="472"/>
                </a:lnTo>
                <a:lnTo>
                  <a:pt x="277" y="472"/>
                </a:lnTo>
                <a:lnTo>
                  <a:pt x="278" y="472"/>
                </a:lnTo>
                <a:lnTo>
                  <a:pt x="279" y="473"/>
                </a:lnTo>
                <a:lnTo>
                  <a:pt x="279" y="474"/>
                </a:lnTo>
                <a:lnTo>
                  <a:pt x="278" y="474"/>
                </a:lnTo>
                <a:lnTo>
                  <a:pt x="278" y="475"/>
                </a:lnTo>
                <a:lnTo>
                  <a:pt x="278" y="476"/>
                </a:lnTo>
                <a:lnTo>
                  <a:pt x="278" y="477"/>
                </a:lnTo>
                <a:lnTo>
                  <a:pt x="277" y="477"/>
                </a:lnTo>
                <a:lnTo>
                  <a:pt x="277" y="478"/>
                </a:lnTo>
                <a:lnTo>
                  <a:pt x="277" y="479"/>
                </a:lnTo>
                <a:lnTo>
                  <a:pt x="277" y="478"/>
                </a:lnTo>
                <a:lnTo>
                  <a:pt x="276" y="478"/>
                </a:lnTo>
                <a:lnTo>
                  <a:pt x="276" y="479"/>
                </a:lnTo>
                <a:lnTo>
                  <a:pt x="275" y="479"/>
                </a:lnTo>
                <a:lnTo>
                  <a:pt x="274" y="479"/>
                </a:lnTo>
                <a:lnTo>
                  <a:pt x="274" y="478"/>
                </a:lnTo>
                <a:lnTo>
                  <a:pt x="273" y="478"/>
                </a:lnTo>
                <a:lnTo>
                  <a:pt x="272" y="477"/>
                </a:lnTo>
                <a:lnTo>
                  <a:pt x="271" y="479"/>
                </a:lnTo>
                <a:lnTo>
                  <a:pt x="272" y="480"/>
                </a:lnTo>
                <a:lnTo>
                  <a:pt x="272" y="482"/>
                </a:lnTo>
                <a:lnTo>
                  <a:pt x="272" y="483"/>
                </a:lnTo>
                <a:lnTo>
                  <a:pt x="274" y="484"/>
                </a:lnTo>
                <a:lnTo>
                  <a:pt x="275" y="485"/>
                </a:lnTo>
                <a:lnTo>
                  <a:pt x="275" y="486"/>
                </a:lnTo>
                <a:lnTo>
                  <a:pt x="275" y="487"/>
                </a:lnTo>
                <a:lnTo>
                  <a:pt x="274" y="488"/>
                </a:lnTo>
                <a:lnTo>
                  <a:pt x="273" y="488"/>
                </a:lnTo>
                <a:lnTo>
                  <a:pt x="273" y="489"/>
                </a:lnTo>
                <a:lnTo>
                  <a:pt x="271" y="491"/>
                </a:lnTo>
                <a:lnTo>
                  <a:pt x="271" y="492"/>
                </a:lnTo>
                <a:lnTo>
                  <a:pt x="271" y="493"/>
                </a:lnTo>
                <a:lnTo>
                  <a:pt x="272" y="494"/>
                </a:lnTo>
                <a:lnTo>
                  <a:pt x="273" y="494"/>
                </a:lnTo>
                <a:lnTo>
                  <a:pt x="274" y="494"/>
                </a:lnTo>
                <a:lnTo>
                  <a:pt x="275" y="494"/>
                </a:lnTo>
                <a:lnTo>
                  <a:pt x="276" y="494"/>
                </a:lnTo>
                <a:lnTo>
                  <a:pt x="276" y="495"/>
                </a:lnTo>
                <a:lnTo>
                  <a:pt x="276" y="496"/>
                </a:lnTo>
                <a:lnTo>
                  <a:pt x="277" y="496"/>
                </a:lnTo>
                <a:lnTo>
                  <a:pt x="276" y="496"/>
                </a:lnTo>
                <a:lnTo>
                  <a:pt x="276" y="497"/>
                </a:lnTo>
                <a:lnTo>
                  <a:pt x="277" y="498"/>
                </a:lnTo>
                <a:lnTo>
                  <a:pt x="277" y="499"/>
                </a:lnTo>
                <a:lnTo>
                  <a:pt x="279" y="499"/>
                </a:lnTo>
                <a:lnTo>
                  <a:pt x="280" y="500"/>
                </a:lnTo>
                <a:lnTo>
                  <a:pt x="281" y="500"/>
                </a:lnTo>
                <a:lnTo>
                  <a:pt x="281" y="499"/>
                </a:lnTo>
                <a:lnTo>
                  <a:pt x="281" y="500"/>
                </a:lnTo>
                <a:lnTo>
                  <a:pt x="281" y="501"/>
                </a:lnTo>
                <a:lnTo>
                  <a:pt x="280" y="503"/>
                </a:lnTo>
                <a:lnTo>
                  <a:pt x="279" y="504"/>
                </a:lnTo>
                <a:lnTo>
                  <a:pt x="278" y="506"/>
                </a:lnTo>
                <a:lnTo>
                  <a:pt x="278" y="507"/>
                </a:lnTo>
                <a:lnTo>
                  <a:pt x="278" y="508"/>
                </a:lnTo>
                <a:lnTo>
                  <a:pt x="278" y="509"/>
                </a:lnTo>
                <a:lnTo>
                  <a:pt x="278" y="510"/>
                </a:lnTo>
                <a:lnTo>
                  <a:pt x="277" y="510"/>
                </a:lnTo>
                <a:lnTo>
                  <a:pt x="276" y="510"/>
                </a:lnTo>
                <a:lnTo>
                  <a:pt x="276" y="511"/>
                </a:lnTo>
                <a:lnTo>
                  <a:pt x="276" y="512"/>
                </a:lnTo>
                <a:lnTo>
                  <a:pt x="275" y="513"/>
                </a:lnTo>
                <a:lnTo>
                  <a:pt x="276" y="513"/>
                </a:lnTo>
                <a:lnTo>
                  <a:pt x="276" y="514"/>
                </a:lnTo>
                <a:lnTo>
                  <a:pt x="275" y="514"/>
                </a:lnTo>
                <a:lnTo>
                  <a:pt x="275" y="515"/>
                </a:lnTo>
                <a:lnTo>
                  <a:pt x="274" y="515"/>
                </a:lnTo>
                <a:lnTo>
                  <a:pt x="273" y="516"/>
                </a:lnTo>
                <a:lnTo>
                  <a:pt x="272" y="516"/>
                </a:lnTo>
                <a:lnTo>
                  <a:pt x="271" y="516"/>
                </a:lnTo>
                <a:lnTo>
                  <a:pt x="268" y="517"/>
                </a:lnTo>
                <a:lnTo>
                  <a:pt x="267" y="517"/>
                </a:lnTo>
                <a:lnTo>
                  <a:pt x="267" y="518"/>
                </a:lnTo>
                <a:lnTo>
                  <a:pt x="268" y="518"/>
                </a:lnTo>
                <a:lnTo>
                  <a:pt x="269" y="518"/>
                </a:lnTo>
                <a:lnTo>
                  <a:pt x="269" y="519"/>
                </a:lnTo>
                <a:lnTo>
                  <a:pt x="269" y="520"/>
                </a:lnTo>
                <a:lnTo>
                  <a:pt x="268" y="520"/>
                </a:lnTo>
                <a:lnTo>
                  <a:pt x="267" y="521"/>
                </a:lnTo>
                <a:lnTo>
                  <a:pt x="268" y="521"/>
                </a:lnTo>
                <a:lnTo>
                  <a:pt x="268" y="522"/>
                </a:lnTo>
                <a:lnTo>
                  <a:pt x="267" y="522"/>
                </a:lnTo>
                <a:lnTo>
                  <a:pt x="266" y="522"/>
                </a:lnTo>
                <a:lnTo>
                  <a:pt x="265" y="522"/>
                </a:lnTo>
                <a:lnTo>
                  <a:pt x="264" y="522"/>
                </a:lnTo>
                <a:lnTo>
                  <a:pt x="263" y="523"/>
                </a:lnTo>
                <a:lnTo>
                  <a:pt x="262" y="523"/>
                </a:lnTo>
                <a:lnTo>
                  <a:pt x="261" y="523"/>
                </a:lnTo>
                <a:lnTo>
                  <a:pt x="260" y="524"/>
                </a:lnTo>
                <a:lnTo>
                  <a:pt x="259" y="524"/>
                </a:lnTo>
                <a:lnTo>
                  <a:pt x="259" y="525"/>
                </a:lnTo>
                <a:lnTo>
                  <a:pt x="258" y="525"/>
                </a:lnTo>
                <a:lnTo>
                  <a:pt x="257" y="525"/>
                </a:lnTo>
                <a:lnTo>
                  <a:pt x="257" y="527"/>
                </a:lnTo>
                <a:lnTo>
                  <a:pt x="257" y="528"/>
                </a:lnTo>
                <a:lnTo>
                  <a:pt x="257" y="529"/>
                </a:lnTo>
                <a:lnTo>
                  <a:pt x="257" y="530"/>
                </a:lnTo>
                <a:lnTo>
                  <a:pt x="256" y="530"/>
                </a:lnTo>
                <a:lnTo>
                  <a:pt x="256" y="529"/>
                </a:lnTo>
                <a:lnTo>
                  <a:pt x="254" y="528"/>
                </a:lnTo>
                <a:lnTo>
                  <a:pt x="253" y="528"/>
                </a:lnTo>
                <a:lnTo>
                  <a:pt x="252" y="527"/>
                </a:lnTo>
                <a:lnTo>
                  <a:pt x="253" y="526"/>
                </a:lnTo>
                <a:lnTo>
                  <a:pt x="253" y="525"/>
                </a:lnTo>
                <a:lnTo>
                  <a:pt x="252" y="525"/>
                </a:lnTo>
                <a:lnTo>
                  <a:pt x="252" y="524"/>
                </a:lnTo>
                <a:lnTo>
                  <a:pt x="252" y="523"/>
                </a:lnTo>
                <a:lnTo>
                  <a:pt x="251" y="522"/>
                </a:lnTo>
                <a:lnTo>
                  <a:pt x="252" y="521"/>
                </a:lnTo>
                <a:lnTo>
                  <a:pt x="252" y="520"/>
                </a:lnTo>
                <a:lnTo>
                  <a:pt x="252" y="519"/>
                </a:lnTo>
                <a:lnTo>
                  <a:pt x="253" y="519"/>
                </a:lnTo>
                <a:lnTo>
                  <a:pt x="253" y="518"/>
                </a:lnTo>
                <a:lnTo>
                  <a:pt x="251" y="518"/>
                </a:lnTo>
                <a:lnTo>
                  <a:pt x="249" y="518"/>
                </a:lnTo>
                <a:lnTo>
                  <a:pt x="249" y="517"/>
                </a:lnTo>
                <a:lnTo>
                  <a:pt x="250" y="515"/>
                </a:lnTo>
                <a:lnTo>
                  <a:pt x="250" y="514"/>
                </a:lnTo>
                <a:lnTo>
                  <a:pt x="250" y="513"/>
                </a:lnTo>
                <a:lnTo>
                  <a:pt x="249" y="512"/>
                </a:lnTo>
                <a:lnTo>
                  <a:pt x="249" y="511"/>
                </a:lnTo>
                <a:lnTo>
                  <a:pt x="249" y="510"/>
                </a:lnTo>
                <a:lnTo>
                  <a:pt x="248" y="510"/>
                </a:lnTo>
                <a:lnTo>
                  <a:pt x="247" y="511"/>
                </a:lnTo>
                <a:lnTo>
                  <a:pt x="246" y="511"/>
                </a:lnTo>
                <a:lnTo>
                  <a:pt x="246" y="512"/>
                </a:lnTo>
                <a:lnTo>
                  <a:pt x="245" y="512"/>
                </a:lnTo>
                <a:lnTo>
                  <a:pt x="245" y="511"/>
                </a:lnTo>
                <a:lnTo>
                  <a:pt x="244" y="511"/>
                </a:lnTo>
                <a:lnTo>
                  <a:pt x="243" y="511"/>
                </a:lnTo>
                <a:lnTo>
                  <a:pt x="243" y="512"/>
                </a:lnTo>
                <a:lnTo>
                  <a:pt x="244" y="512"/>
                </a:lnTo>
                <a:lnTo>
                  <a:pt x="243" y="512"/>
                </a:lnTo>
                <a:lnTo>
                  <a:pt x="243" y="511"/>
                </a:lnTo>
                <a:lnTo>
                  <a:pt x="242" y="511"/>
                </a:lnTo>
                <a:lnTo>
                  <a:pt x="240" y="510"/>
                </a:lnTo>
                <a:lnTo>
                  <a:pt x="239" y="510"/>
                </a:lnTo>
                <a:lnTo>
                  <a:pt x="238" y="510"/>
                </a:lnTo>
                <a:lnTo>
                  <a:pt x="236" y="510"/>
                </a:lnTo>
                <a:lnTo>
                  <a:pt x="236" y="511"/>
                </a:lnTo>
                <a:lnTo>
                  <a:pt x="235" y="513"/>
                </a:lnTo>
                <a:lnTo>
                  <a:pt x="233" y="514"/>
                </a:lnTo>
                <a:lnTo>
                  <a:pt x="232" y="514"/>
                </a:lnTo>
                <a:lnTo>
                  <a:pt x="231" y="514"/>
                </a:lnTo>
                <a:lnTo>
                  <a:pt x="232" y="514"/>
                </a:lnTo>
                <a:lnTo>
                  <a:pt x="232" y="513"/>
                </a:lnTo>
                <a:lnTo>
                  <a:pt x="232" y="512"/>
                </a:lnTo>
                <a:lnTo>
                  <a:pt x="233" y="512"/>
                </a:lnTo>
                <a:lnTo>
                  <a:pt x="233" y="511"/>
                </a:lnTo>
                <a:lnTo>
                  <a:pt x="233" y="510"/>
                </a:lnTo>
                <a:lnTo>
                  <a:pt x="232" y="510"/>
                </a:lnTo>
                <a:lnTo>
                  <a:pt x="231" y="510"/>
                </a:lnTo>
                <a:lnTo>
                  <a:pt x="231" y="511"/>
                </a:lnTo>
                <a:lnTo>
                  <a:pt x="230" y="511"/>
                </a:lnTo>
                <a:lnTo>
                  <a:pt x="230" y="512"/>
                </a:lnTo>
                <a:lnTo>
                  <a:pt x="230" y="513"/>
                </a:lnTo>
                <a:lnTo>
                  <a:pt x="231" y="514"/>
                </a:lnTo>
                <a:lnTo>
                  <a:pt x="229" y="514"/>
                </a:lnTo>
                <a:lnTo>
                  <a:pt x="229" y="513"/>
                </a:lnTo>
                <a:lnTo>
                  <a:pt x="229" y="512"/>
                </a:lnTo>
                <a:lnTo>
                  <a:pt x="226" y="511"/>
                </a:lnTo>
                <a:lnTo>
                  <a:pt x="226" y="512"/>
                </a:lnTo>
                <a:lnTo>
                  <a:pt x="226" y="513"/>
                </a:lnTo>
                <a:lnTo>
                  <a:pt x="226" y="515"/>
                </a:lnTo>
                <a:lnTo>
                  <a:pt x="224" y="516"/>
                </a:lnTo>
                <a:lnTo>
                  <a:pt x="223" y="516"/>
                </a:lnTo>
                <a:lnTo>
                  <a:pt x="222" y="516"/>
                </a:lnTo>
                <a:lnTo>
                  <a:pt x="222" y="517"/>
                </a:lnTo>
                <a:lnTo>
                  <a:pt x="222" y="519"/>
                </a:lnTo>
                <a:lnTo>
                  <a:pt x="223" y="520"/>
                </a:lnTo>
                <a:lnTo>
                  <a:pt x="222" y="521"/>
                </a:lnTo>
                <a:lnTo>
                  <a:pt x="222" y="522"/>
                </a:lnTo>
                <a:lnTo>
                  <a:pt x="221" y="522"/>
                </a:lnTo>
                <a:lnTo>
                  <a:pt x="221" y="523"/>
                </a:lnTo>
                <a:lnTo>
                  <a:pt x="222" y="524"/>
                </a:lnTo>
                <a:lnTo>
                  <a:pt x="222" y="525"/>
                </a:lnTo>
                <a:lnTo>
                  <a:pt x="222" y="526"/>
                </a:lnTo>
                <a:lnTo>
                  <a:pt x="223" y="526"/>
                </a:lnTo>
                <a:lnTo>
                  <a:pt x="223" y="528"/>
                </a:lnTo>
                <a:lnTo>
                  <a:pt x="223" y="529"/>
                </a:lnTo>
                <a:lnTo>
                  <a:pt x="221" y="529"/>
                </a:lnTo>
                <a:lnTo>
                  <a:pt x="221" y="528"/>
                </a:lnTo>
                <a:lnTo>
                  <a:pt x="220" y="528"/>
                </a:lnTo>
                <a:lnTo>
                  <a:pt x="219" y="529"/>
                </a:lnTo>
                <a:lnTo>
                  <a:pt x="218" y="530"/>
                </a:lnTo>
                <a:lnTo>
                  <a:pt x="217" y="528"/>
                </a:lnTo>
                <a:lnTo>
                  <a:pt x="217" y="527"/>
                </a:lnTo>
                <a:lnTo>
                  <a:pt x="216" y="527"/>
                </a:lnTo>
                <a:lnTo>
                  <a:pt x="216" y="526"/>
                </a:lnTo>
                <a:lnTo>
                  <a:pt x="216" y="525"/>
                </a:lnTo>
                <a:lnTo>
                  <a:pt x="214" y="523"/>
                </a:lnTo>
                <a:lnTo>
                  <a:pt x="213" y="524"/>
                </a:lnTo>
                <a:lnTo>
                  <a:pt x="212" y="525"/>
                </a:lnTo>
                <a:lnTo>
                  <a:pt x="211" y="525"/>
                </a:lnTo>
                <a:lnTo>
                  <a:pt x="210" y="525"/>
                </a:lnTo>
                <a:lnTo>
                  <a:pt x="209" y="525"/>
                </a:lnTo>
                <a:lnTo>
                  <a:pt x="208" y="526"/>
                </a:lnTo>
                <a:lnTo>
                  <a:pt x="208" y="527"/>
                </a:lnTo>
                <a:lnTo>
                  <a:pt x="208" y="528"/>
                </a:lnTo>
                <a:lnTo>
                  <a:pt x="207" y="528"/>
                </a:lnTo>
                <a:lnTo>
                  <a:pt x="206" y="529"/>
                </a:lnTo>
                <a:lnTo>
                  <a:pt x="206" y="528"/>
                </a:lnTo>
                <a:lnTo>
                  <a:pt x="206" y="527"/>
                </a:lnTo>
                <a:lnTo>
                  <a:pt x="205" y="527"/>
                </a:lnTo>
                <a:lnTo>
                  <a:pt x="203" y="527"/>
                </a:lnTo>
                <a:lnTo>
                  <a:pt x="203" y="528"/>
                </a:lnTo>
                <a:lnTo>
                  <a:pt x="202" y="529"/>
                </a:lnTo>
                <a:lnTo>
                  <a:pt x="202" y="530"/>
                </a:lnTo>
                <a:lnTo>
                  <a:pt x="201" y="530"/>
                </a:lnTo>
                <a:lnTo>
                  <a:pt x="201" y="531"/>
                </a:lnTo>
                <a:lnTo>
                  <a:pt x="201" y="532"/>
                </a:lnTo>
                <a:lnTo>
                  <a:pt x="201" y="534"/>
                </a:lnTo>
                <a:lnTo>
                  <a:pt x="202" y="534"/>
                </a:lnTo>
                <a:lnTo>
                  <a:pt x="202" y="535"/>
                </a:lnTo>
                <a:lnTo>
                  <a:pt x="203" y="535"/>
                </a:lnTo>
                <a:lnTo>
                  <a:pt x="204" y="535"/>
                </a:lnTo>
                <a:lnTo>
                  <a:pt x="204" y="536"/>
                </a:lnTo>
                <a:lnTo>
                  <a:pt x="205" y="536"/>
                </a:lnTo>
                <a:lnTo>
                  <a:pt x="205" y="537"/>
                </a:lnTo>
                <a:lnTo>
                  <a:pt x="206" y="538"/>
                </a:lnTo>
                <a:lnTo>
                  <a:pt x="206" y="539"/>
                </a:lnTo>
                <a:lnTo>
                  <a:pt x="205" y="539"/>
                </a:lnTo>
                <a:lnTo>
                  <a:pt x="205" y="540"/>
                </a:lnTo>
                <a:lnTo>
                  <a:pt x="206" y="541"/>
                </a:lnTo>
                <a:lnTo>
                  <a:pt x="207" y="541"/>
                </a:lnTo>
                <a:lnTo>
                  <a:pt x="208" y="541"/>
                </a:lnTo>
                <a:lnTo>
                  <a:pt x="209" y="541"/>
                </a:lnTo>
                <a:lnTo>
                  <a:pt x="208" y="545"/>
                </a:lnTo>
                <a:lnTo>
                  <a:pt x="208" y="546"/>
                </a:lnTo>
                <a:lnTo>
                  <a:pt x="207" y="546"/>
                </a:lnTo>
                <a:lnTo>
                  <a:pt x="207" y="547"/>
                </a:lnTo>
                <a:lnTo>
                  <a:pt x="207" y="548"/>
                </a:lnTo>
                <a:lnTo>
                  <a:pt x="207" y="549"/>
                </a:lnTo>
                <a:lnTo>
                  <a:pt x="207" y="550"/>
                </a:lnTo>
                <a:lnTo>
                  <a:pt x="207" y="551"/>
                </a:lnTo>
                <a:lnTo>
                  <a:pt x="206" y="551"/>
                </a:lnTo>
                <a:lnTo>
                  <a:pt x="206" y="552"/>
                </a:lnTo>
                <a:lnTo>
                  <a:pt x="202" y="552"/>
                </a:lnTo>
                <a:lnTo>
                  <a:pt x="202" y="553"/>
                </a:lnTo>
                <a:lnTo>
                  <a:pt x="203" y="553"/>
                </a:lnTo>
                <a:lnTo>
                  <a:pt x="202" y="554"/>
                </a:lnTo>
                <a:lnTo>
                  <a:pt x="202" y="555"/>
                </a:lnTo>
                <a:lnTo>
                  <a:pt x="201" y="555"/>
                </a:lnTo>
                <a:lnTo>
                  <a:pt x="201" y="556"/>
                </a:lnTo>
                <a:lnTo>
                  <a:pt x="200" y="556"/>
                </a:lnTo>
                <a:lnTo>
                  <a:pt x="200" y="557"/>
                </a:lnTo>
                <a:lnTo>
                  <a:pt x="199" y="557"/>
                </a:lnTo>
                <a:lnTo>
                  <a:pt x="198" y="555"/>
                </a:lnTo>
                <a:lnTo>
                  <a:pt x="197" y="554"/>
                </a:lnTo>
                <a:lnTo>
                  <a:pt x="197" y="553"/>
                </a:lnTo>
                <a:lnTo>
                  <a:pt x="197" y="552"/>
                </a:lnTo>
                <a:lnTo>
                  <a:pt x="196" y="552"/>
                </a:lnTo>
                <a:lnTo>
                  <a:pt x="196" y="551"/>
                </a:lnTo>
                <a:lnTo>
                  <a:pt x="195" y="552"/>
                </a:lnTo>
                <a:lnTo>
                  <a:pt x="194" y="553"/>
                </a:lnTo>
                <a:lnTo>
                  <a:pt x="193" y="553"/>
                </a:lnTo>
                <a:lnTo>
                  <a:pt x="193" y="554"/>
                </a:lnTo>
                <a:lnTo>
                  <a:pt x="193" y="555"/>
                </a:lnTo>
                <a:lnTo>
                  <a:pt x="193" y="557"/>
                </a:lnTo>
                <a:lnTo>
                  <a:pt x="194" y="558"/>
                </a:lnTo>
                <a:lnTo>
                  <a:pt x="195" y="559"/>
                </a:lnTo>
                <a:lnTo>
                  <a:pt x="196" y="559"/>
                </a:lnTo>
                <a:lnTo>
                  <a:pt x="196" y="561"/>
                </a:lnTo>
                <a:lnTo>
                  <a:pt x="194" y="561"/>
                </a:lnTo>
                <a:lnTo>
                  <a:pt x="193" y="562"/>
                </a:lnTo>
                <a:lnTo>
                  <a:pt x="190" y="562"/>
                </a:lnTo>
                <a:lnTo>
                  <a:pt x="189" y="563"/>
                </a:lnTo>
                <a:lnTo>
                  <a:pt x="189" y="564"/>
                </a:lnTo>
                <a:lnTo>
                  <a:pt x="189" y="566"/>
                </a:lnTo>
                <a:lnTo>
                  <a:pt x="189" y="567"/>
                </a:lnTo>
                <a:lnTo>
                  <a:pt x="189" y="568"/>
                </a:lnTo>
                <a:lnTo>
                  <a:pt x="190" y="570"/>
                </a:lnTo>
                <a:lnTo>
                  <a:pt x="191" y="571"/>
                </a:lnTo>
                <a:lnTo>
                  <a:pt x="191" y="572"/>
                </a:lnTo>
                <a:lnTo>
                  <a:pt x="191" y="573"/>
                </a:lnTo>
                <a:lnTo>
                  <a:pt x="192" y="573"/>
                </a:lnTo>
                <a:lnTo>
                  <a:pt x="192" y="575"/>
                </a:lnTo>
                <a:lnTo>
                  <a:pt x="191" y="575"/>
                </a:lnTo>
                <a:lnTo>
                  <a:pt x="191" y="576"/>
                </a:lnTo>
                <a:lnTo>
                  <a:pt x="189" y="576"/>
                </a:lnTo>
                <a:lnTo>
                  <a:pt x="189" y="577"/>
                </a:lnTo>
                <a:lnTo>
                  <a:pt x="187" y="578"/>
                </a:lnTo>
                <a:lnTo>
                  <a:pt x="186" y="577"/>
                </a:lnTo>
                <a:lnTo>
                  <a:pt x="185" y="577"/>
                </a:lnTo>
                <a:lnTo>
                  <a:pt x="184" y="577"/>
                </a:lnTo>
                <a:lnTo>
                  <a:pt x="185" y="575"/>
                </a:lnTo>
                <a:lnTo>
                  <a:pt x="185" y="574"/>
                </a:lnTo>
                <a:lnTo>
                  <a:pt x="184" y="573"/>
                </a:lnTo>
                <a:lnTo>
                  <a:pt x="183" y="573"/>
                </a:lnTo>
                <a:lnTo>
                  <a:pt x="182" y="573"/>
                </a:lnTo>
                <a:lnTo>
                  <a:pt x="181" y="573"/>
                </a:lnTo>
                <a:lnTo>
                  <a:pt x="181" y="572"/>
                </a:lnTo>
                <a:lnTo>
                  <a:pt x="180" y="572"/>
                </a:lnTo>
                <a:lnTo>
                  <a:pt x="180" y="573"/>
                </a:lnTo>
                <a:lnTo>
                  <a:pt x="179" y="574"/>
                </a:lnTo>
                <a:lnTo>
                  <a:pt x="178" y="574"/>
                </a:lnTo>
                <a:lnTo>
                  <a:pt x="177" y="573"/>
                </a:lnTo>
                <a:lnTo>
                  <a:pt x="177" y="572"/>
                </a:lnTo>
                <a:lnTo>
                  <a:pt x="176" y="572"/>
                </a:lnTo>
                <a:lnTo>
                  <a:pt x="176" y="571"/>
                </a:lnTo>
                <a:lnTo>
                  <a:pt x="177" y="571"/>
                </a:lnTo>
                <a:lnTo>
                  <a:pt x="177" y="570"/>
                </a:lnTo>
                <a:lnTo>
                  <a:pt x="175" y="570"/>
                </a:lnTo>
                <a:lnTo>
                  <a:pt x="174" y="571"/>
                </a:lnTo>
                <a:lnTo>
                  <a:pt x="173" y="570"/>
                </a:lnTo>
                <a:lnTo>
                  <a:pt x="172" y="569"/>
                </a:lnTo>
                <a:lnTo>
                  <a:pt x="171" y="569"/>
                </a:lnTo>
                <a:lnTo>
                  <a:pt x="170" y="569"/>
                </a:lnTo>
                <a:lnTo>
                  <a:pt x="170" y="570"/>
                </a:lnTo>
                <a:lnTo>
                  <a:pt x="171" y="570"/>
                </a:lnTo>
                <a:lnTo>
                  <a:pt x="171" y="571"/>
                </a:lnTo>
                <a:lnTo>
                  <a:pt x="171" y="572"/>
                </a:lnTo>
                <a:lnTo>
                  <a:pt x="171" y="573"/>
                </a:lnTo>
                <a:lnTo>
                  <a:pt x="170" y="572"/>
                </a:lnTo>
                <a:lnTo>
                  <a:pt x="169" y="572"/>
                </a:lnTo>
                <a:lnTo>
                  <a:pt x="169" y="573"/>
                </a:lnTo>
                <a:lnTo>
                  <a:pt x="168" y="573"/>
                </a:lnTo>
                <a:lnTo>
                  <a:pt x="168" y="572"/>
                </a:lnTo>
                <a:lnTo>
                  <a:pt x="167" y="571"/>
                </a:lnTo>
                <a:lnTo>
                  <a:pt x="167" y="569"/>
                </a:lnTo>
                <a:lnTo>
                  <a:pt x="168" y="568"/>
                </a:lnTo>
                <a:lnTo>
                  <a:pt x="168" y="567"/>
                </a:lnTo>
                <a:lnTo>
                  <a:pt x="170" y="567"/>
                </a:lnTo>
                <a:lnTo>
                  <a:pt x="171" y="567"/>
                </a:lnTo>
                <a:lnTo>
                  <a:pt x="171" y="566"/>
                </a:lnTo>
                <a:lnTo>
                  <a:pt x="172" y="565"/>
                </a:lnTo>
                <a:lnTo>
                  <a:pt x="174" y="563"/>
                </a:lnTo>
                <a:lnTo>
                  <a:pt x="174" y="561"/>
                </a:lnTo>
                <a:lnTo>
                  <a:pt x="174" y="559"/>
                </a:lnTo>
                <a:lnTo>
                  <a:pt x="173" y="557"/>
                </a:lnTo>
                <a:lnTo>
                  <a:pt x="173" y="556"/>
                </a:lnTo>
                <a:lnTo>
                  <a:pt x="173" y="554"/>
                </a:lnTo>
                <a:lnTo>
                  <a:pt x="174" y="554"/>
                </a:lnTo>
                <a:lnTo>
                  <a:pt x="175" y="555"/>
                </a:lnTo>
                <a:lnTo>
                  <a:pt x="176" y="555"/>
                </a:lnTo>
                <a:lnTo>
                  <a:pt x="177" y="554"/>
                </a:lnTo>
                <a:lnTo>
                  <a:pt x="177" y="552"/>
                </a:lnTo>
                <a:lnTo>
                  <a:pt x="176" y="551"/>
                </a:lnTo>
                <a:lnTo>
                  <a:pt x="175" y="550"/>
                </a:lnTo>
                <a:lnTo>
                  <a:pt x="174" y="550"/>
                </a:lnTo>
                <a:lnTo>
                  <a:pt x="174" y="549"/>
                </a:lnTo>
                <a:lnTo>
                  <a:pt x="175" y="549"/>
                </a:lnTo>
                <a:lnTo>
                  <a:pt x="176" y="549"/>
                </a:lnTo>
                <a:lnTo>
                  <a:pt x="177" y="549"/>
                </a:lnTo>
                <a:lnTo>
                  <a:pt x="178" y="549"/>
                </a:lnTo>
                <a:lnTo>
                  <a:pt x="179" y="548"/>
                </a:lnTo>
                <a:lnTo>
                  <a:pt x="178" y="546"/>
                </a:lnTo>
                <a:lnTo>
                  <a:pt x="177" y="546"/>
                </a:lnTo>
                <a:lnTo>
                  <a:pt x="177" y="547"/>
                </a:lnTo>
                <a:lnTo>
                  <a:pt x="176" y="547"/>
                </a:lnTo>
                <a:lnTo>
                  <a:pt x="175" y="546"/>
                </a:lnTo>
                <a:lnTo>
                  <a:pt x="174" y="546"/>
                </a:lnTo>
                <a:lnTo>
                  <a:pt x="174" y="544"/>
                </a:lnTo>
                <a:lnTo>
                  <a:pt x="173" y="544"/>
                </a:lnTo>
                <a:lnTo>
                  <a:pt x="173" y="543"/>
                </a:lnTo>
                <a:lnTo>
                  <a:pt x="174" y="543"/>
                </a:lnTo>
                <a:lnTo>
                  <a:pt x="173" y="542"/>
                </a:lnTo>
                <a:lnTo>
                  <a:pt x="172" y="542"/>
                </a:lnTo>
                <a:lnTo>
                  <a:pt x="171" y="542"/>
                </a:lnTo>
                <a:lnTo>
                  <a:pt x="171" y="541"/>
                </a:lnTo>
                <a:lnTo>
                  <a:pt x="170" y="541"/>
                </a:lnTo>
                <a:lnTo>
                  <a:pt x="168" y="540"/>
                </a:lnTo>
                <a:lnTo>
                  <a:pt x="167" y="538"/>
                </a:lnTo>
                <a:lnTo>
                  <a:pt x="167" y="537"/>
                </a:lnTo>
                <a:lnTo>
                  <a:pt x="166" y="537"/>
                </a:lnTo>
                <a:lnTo>
                  <a:pt x="166" y="535"/>
                </a:lnTo>
                <a:lnTo>
                  <a:pt x="167" y="535"/>
                </a:lnTo>
                <a:lnTo>
                  <a:pt x="167" y="534"/>
                </a:lnTo>
                <a:lnTo>
                  <a:pt x="167" y="533"/>
                </a:lnTo>
                <a:lnTo>
                  <a:pt x="167" y="532"/>
                </a:lnTo>
                <a:lnTo>
                  <a:pt x="166" y="532"/>
                </a:lnTo>
                <a:lnTo>
                  <a:pt x="166" y="531"/>
                </a:lnTo>
                <a:lnTo>
                  <a:pt x="165" y="530"/>
                </a:lnTo>
                <a:lnTo>
                  <a:pt x="164" y="530"/>
                </a:lnTo>
                <a:lnTo>
                  <a:pt x="163" y="530"/>
                </a:lnTo>
                <a:lnTo>
                  <a:pt x="163" y="529"/>
                </a:lnTo>
                <a:lnTo>
                  <a:pt x="163" y="528"/>
                </a:lnTo>
                <a:lnTo>
                  <a:pt x="162" y="528"/>
                </a:lnTo>
                <a:lnTo>
                  <a:pt x="161" y="528"/>
                </a:lnTo>
                <a:lnTo>
                  <a:pt x="161" y="527"/>
                </a:lnTo>
                <a:lnTo>
                  <a:pt x="161" y="526"/>
                </a:lnTo>
                <a:lnTo>
                  <a:pt x="160" y="526"/>
                </a:lnTo>
                <a:lnTo>
                  <a:pt x="159" y="526"/>
                </a:lnTo>
                <a:lnTo>
                  <a:pt x="157" y="525"/>
                </a:lnTo>
                <a:lnTo>
                  <a:pt x="157" y="524"/>
                </a:lnTo>
                <a:lnTo>
                  <a:pt x="156" y="523"/>
                </a:lnTo>
                <a:lnTo>
                  <a:pt x="156" y="522"/>
                </a:lnTo>
                <a:lnTo>
                  <a:pt x="155" y="522"/>
                </a:lnTo>
                <a:lnTo>
                  <a:pt x="155" y="520"/>
                </a:lnTo>
                <a:lnTo>
                  <a:pt x="154" y="520"/>
                </a:lnTo>
                <a:lnTo>
                  <a:pt x="153" y="521"/>
                </a:lnTo>
                <a:lnTo>
                  <a:pt x="154" y="521"/>
                </a:lnTo>
                <a:lnTo>
                  <a:pt x="154" y="522"/>
                </a:lnTo>
                <a:lnTo>
                  <a:pt x="153" y="523"/>
                </a:lnTo>
                <a:lnTo>
                  <a:pt x="152" y="523"/>
                </a:lnTo>
                <a:lnTo>
                  <a:pt x="152" y="525"/>
                </a:lnTo>
                <a:lnTo>
                  <a:pt x="153" y="525"/>
                </a:lnTo>
                <a:lnTo>
                  <a:pt x="154" y="526"/>
                </a:lnTo>
                <a:lnTo>
                  <a:pt x="154" y="527"/>
                </a:lnTo>
                <a:lnTo>
                  <a:pt x="153" y="527"/>
                </a:lnTo>
                <a:lnTo>
                  <a:pt x="153" y="526"/>
                </a:lnTo>
                <a:lnTo>
                  <a:pt x="152" y="527"/>
                </a:lnTo>
                <a:lnTo>
                  <a:pt x="152" y="528"/>
                </a:lnTo>
                <a:lnTo>
                  <a:pt x="153" y="529"/>
                </a:lnTo>
                <a:lnTo>
                  <a:pt x="153" y="530"/>
                </a:lnTo>
                <a:lnTo>
                  <a:pt x="153" y="531"/>
                </a:lnTo>
                <a:lnTo>
                  <a:pt x="154" y="532"/>
                </a:lnTo>
                <a:lnTo>
                  <a:pt x="156" y="533"/>
                </a:lnTo>
                <a:lnTo>
                  <a:pt x="156" y="534"/>
                </a:lnTo>
                <a:lnTo>
                  <a:pt x="157" y="534"/>
                </a:lnTo>
                <a:lnTo>
                  <a:pt x="158" y="535"/>
                </a:lnTo>
                <a:lnTo>
                  <a:pt x="158" y="536"/>
                </a:lnTo>
                <a:lnTo>
                  <a:pt x="158" y="537"/>
                </a:lnTo>
                <a:lnTo>
                  <a:pt x="158" y="538"/>
                </a:lnTo>
                <a:lnTo>
                  <a:pt x="159" y="538"/>
                </a:lnTo>
                <a:lnTo>
                  <a:pt x="160" y="539"/>
                </a:lnTo>
                <a:lnTo>
                  <a:pt x="160" y="540"/>
                </a:lnTo>
                <a:lnTo>
                  <a:pt x="161" y="540"/>
                </a:lnTo>
                <a:lnTo>
                  <a:pt x="161" y="541"/>
                </a:lnTo>
                <a:lnTo>
                  <a:pt x="160" y="541"/>
                </a:lnTo>
                <a:lnTo>
                  <a:pt x="161" y="542"/>
                </a:lnTo>
                <a:lnTo>
                  <a:pt x="161" y="543"/>
                </a:lnTo>
                <a:lnTo>
                  <a:pt x="162" y="543"/>
                </a:lnTo>
                <a:lnTo>
                  <a:pt x="162" y="544"/>
                </a:lnTo>
                <a:lnTo>
                  <a:pt x="162" y="545"/>
                </a:lnTo>
                <a:lnTo>
                  <a:pt x="162" y="546"/>
                </a:lnTo>
                <a:lnTo>
                  <a:pt x="161" y="546"/>
                </a:lnTo>
                <a:lnTo>
                  <a:pt x="160" y="547"/>
                </a:lnTo>
                <a:lnTo>
                  <a:pt x="159" y="547"/>
                </a:lnTo>
                <a:lnTo>
                  <a:pt x="159" y="548"/>
                </a:lnTo>
                <a:lnTo>
                  <a:pt x="160" y="549"/>
                </a:lnTo>
                <a:lnTo>
                  <a:pt x="160" y="551"/>
                </a:lnTo>
                <a:lnTo>
                  <a:pt x="159" y="552"/>
                </a:lnTo>
                <a:lnTo>
                  <a:pt x="159" y="553"/>
                </a:lnTo>
                <a:lnTo>
                  <a:pt x="158" y="553"/>
                </a:lnTo>
                <a:lnTo>
                  <a:pt x="158" y="554"/>
                </a:lnTo>
                <a:lnTo>
                  <a:pt x="158" y="555"/>
                </a:lnTo>
                <a:lnTo>
                  <a:pt x="158" y="556"/>
                </a:lnTo>
                <a:lnTo>
                  <a:pt x="159" y="557"/>
                </a:lnTo>
                <a:lnTo>
                  <a:pt x="160" y="558"/>
                </a:lnTo>
                <a:lnTo>
                  <a:pt x="160" y="559"/>
                </a:lnTo>
                <a:lnTo>
                  <a:pt x="161" y="559"/>
                </a:lnTo>
                <a:lnTo>
                  <a:pt x="162" y="559"/>
                </a:lnTo>
                <a:lnTo>
                  <a:pt x="162" y="560"/>
                </a:lnTo>
                <a:lnTo>
                  <a:pt x="161" y="561"/>
                </a:lnTo>
                <a:lnTo>
                  <a:pt x="160" y="561"/>
                </a:lnTo>
                <a:lnTo>
                  <a:pt x="160" y="560"/>
                </a:lnTo>
                <a:lnTo>
                  <a:pt x="159" y="560"/>
                </a:lnTo>
                <a:lnTo>
                  <a:pt x="159" y="559"/>
                </a:lnTo>
                <a:lnTo>
                  <a:pt x="158" y="558"/>
                </a:lnTo>
                <a:lnTo>
                  <a:pt x="158" y="557"/>
                </a:lnTo>
                <a:lnTo>
                  <a:pt x="157" y="558"/>
                </a:lnTo>
                <a:lnTo>
                  <a:pt x="157" y="557"/>
                </a:lnTo>
                <a:lnTo>
                  <a:pt x="156" y="556"/>
                </a:lnTo>
                <a:lnTo>
                  <a:pt x="155" y="557"/>
                </a:lnTo>
                <a:lnTo>
                  <a:pt x="155" y="558"/>
                </a:lnTo>
                <a:lnTo>
                  <a:pt x="154" y="558"/>
                </a:lnTo>
                <a:lnTo>
                  <a:pt x="155" y="559"/>
                </a:lnTo>
                <a:lnTo>
                  <a:pt x="156" y="559"/>
                </a:lnTo>
                <a:lnTo>
                  <a:pt x="156" y="560"/>
                </a:lnTo>
                <a:lnTo>
                  <a:pt x="157" y="561"/>
                </a:lnTo>
                <a:lnTo>
                  <a:pt x="157" y="562"/>
                </a:lnTo>
                <a:lnTo>
                  <a:pt x="158" y="563"/>
                </a:lnTo>
                <a:lnTo>
                  <a:pt x="159" y="563"/>
                </a:lnTo>
                <a:lnTo>
                  <a:pt x="160" y="564"/>
                </a:lnTo>
                <a:lnTo>
                  <a:pt x="160" y="565"/>
                </a:lnTo>
                <a:lnTo>
                  <a:pt x="159" y="566"/>
                </a:lnTo>
                <a:lnTo>
                  <a:pt x="159" y="565"/>
                </a:lnTo>
                <a:lnTo>
                  <a:pt x="158" y="565"/>
                </a:lnTo>
                <a:lnTo>
                  <a:pt x="157" y="566"/>
                </a:lnTo>
                <a:lnTo>
                  <a:pt x="156" y="566"/>
                </a:lnTo>
                <a:lnTo>
                  <a:pt x="155" y="566"/>
                </a:lnTo>
                <a:lnTo>
                  <a:pt x="155" y="565"/>
                </a:lnTo>
                <a:lnTo>
                  <a:pt x="151" y="562"/>
                </a:lnTo>
                <a:lnTo>
                  <a:pt x="150" y="562"/>
                </a:lnTo>
                <a:lnTo>
                  <a:pt x="150" y="563"/>
                </a:lnTo>
                <a:lnTo>
                  <a:pt x="148" y="562"/>
                </a:lnTo>
                <a:lnTo>
                  <a:pt x="147" y="561"/>
                </a:lnTo>
                <a:lnTo>
                  <a:pt x="146" y="561"/>
                </a:lnTo>
                <a:lnTo>
                  <a:pt x="146" y="560"/>
                </a:lnTo>
                <a:lnTo>
                  <a:pt x="145" y="561"/>
                </a:lnTo>
                <a:lnTo>
                  <a:pt x="144" y="561"/>
                </a:lnTo>
                <a:lnTo>
                  <a:pt x="144" y="562"/>
                </a:lnTo>
                <a:lnTo>
                  <a:pt x="144" y="563"/>
                </a:lnTo>
                <a:lnTo>
                  <a:pt x="144" y="564"/>
                </a:lnTo>
                <a:lnTo>
                  <a:pt x="144" y="565"/>
                </a:lnTo>
                <a:lnTo>
                  <a:pt x="143" y="567"/>
                </a:lnTo>
                <a:lnTo>
                  <a:pt x="142" y="567"/>
                </a:lnTo>
                <a:lnTo>
                  <a:pt x="142" y="568"/>
                </a:lnTo>
                <a:lnTo>
                  <a:pt x="141" y="568"/>
                </a:lnTo>
                <a:lnTo>
                  <a:pt x="141" y="567"/>
                </a:lnTo>
                <a:lnTo>
                  <a:pt x="141" y="566"/>
                </a:lnTo>
                <a:lnTo>
                  <a:pt x="140" y="566"/>
                </a:lnTo>
                <a:lnTo>
                  <a:pt x="140" y="565"/>
                </a:lnTo>
                <a:lnTo>
                  <a:pt x="139" y="565"/>
                </a:lnTo>
                <a:lnTo>
                  <a:pt x="139" y="566"/>
                </a:lnTo>
                <a:lnTo>
                  <a:pt x="138" y="566"/>
                </a:lnTo>
                <a:lnTo>
                  <a:pt x="138" y="565"/>
                </a:lnTo>
                <a:lnTo>
                  <a:pt x="137" y="564"/>
                </a:lnTo>
                <a:lnTo>
                  <a:pt x="137" y="563"/>
                </a:lnTo>
                <a:lnTo>
                  <a:pt x="138" y="563"/>
                </a:lnTo>
                <a:lnTo>
                  <a:pt x="139" y="561"/>
                </a:lnTo>
                <a:lnTo>
                  <a:pt x="139" y="559"/>
                </a:lnTo>
                <a:lnTo>
                  <a:pt x="138" y="557"/>
                </a:lnTo>
                <a:lnTo>
                  <a:pt x="138" y="556"/>
                </a:lnTo>
                <a:lnTo>
                  <a:pt x="137" y="556"/>
                </a:lnTo>
                <a:lnTo>
                  <a:pt x="137" y="555"/>
                </a:lnTo>
                <a:lnTo>
                  <a:pt x="136" y="554"/>
                </a:lnTo>
                <a:lnTo>
                  <a:pt x="135" y="553"/>
                </a:lnTo>
                <a:lnTo>
                  <a:pt x="136" y="553"/>
                </a:lnTo>
                <a:lnTo>
                  <a:pt x="136" y="551"/>
                </a:lnTo>
                <a:lnTo>
                  <a:pt x="136" y="550"/>
                </a:lnTo>
                <a:lnTo>
                  <a:pt x="135" y="550"/>
                </a:lnTo>
                <a:lnTo>
                  <a:pt x="134" y="550"/>
                </a:lnTo>
                <a:lnTo>
                  <a:pt x="133" y="550"/>
                </a:lnTo>
                <a:lnTo>
                  <a:pt x="133" y="549"/>
                </a:lnTo>
                <a:lnTo>
                  <a:pt x="133" y="548"/>
                </a:lnTo>
                <a:lnTo>
                  <a:pt x="134" y="547"/>
                </a:lnTo>
                <a:lnTo>
                  <a:pt x="135" y="547"/>
                </a:lnTo>
                <a:lnTo>
                  <a:pt x="135" y="546"/>
                </a:lnTo>
                <a:lnTo>
                  <a:pt x="134" y="546"/>
                </a:lnTo>
                <a:lnTo>
                  <a:pt x="133" y="545"/>
                </a:lnTo>
                <a:lnTo>
                  <a:pt x="133" y="542"/>
                </a:lnTo>
                <a:lnTo>
                  <a:pt x="133" y="539"/>
                </a:lnTo>
                <a:lnTo>
                  <a:pt x="132" y="539"/>
                </a:lnTo>
                <a:lnTo>
                  <a:pt x="131" y="539"/>
                </a:lnTo>
                <a:lnTo>
                  <a:pt x="130" y="538"/>
                </a:lnTo>
                <a:lnTo>
                  <a:pt x="131" y="538"/>
                </a:lnTo>
                <a:lnTo>
                  <a:pt x="131" y="537"/>
                </a:lnTo>
                <a:lnTo>
                  <a:pt x="131" y="536"/>
                </a:lnTo>
                <a:lnTo>
                  <a:pt x="130" y="536"/>
                </a:lnTo>
                <a:lnTo>
                  <a:pt x="129" y="535"/>
                </a:lnTo>
                <a:lnTo>
                  <a:pt x="129" y="533"/>
                </a:lnTo>
                <a:lnTo>
                  <a:pt x="129" y="532"/>
                </a:lnTo>
                <a:lnTo>
                  <a:pt x="130" y="531"/>
                </a:lnTo>
                <a:lnTo>
                  <a:pt x="130" y="530"/>
                </a:lnTo>
                <a:lnTo>
                  <a:pt x="128" y="528"/>
                </a:lnTo>
                <a:lnTo>
                  <a:pt x="127" y="528"/>
                </a:lnTo>
                <a:lnTo>
                  <a:pt x="126" y="528"/>
                </a:lnTo>
                <a:lnTo>
                  <a:pt x="125" y="527"/>
                </a:lnTo>
                <a:lnTo>
                  <a:pt x="125" y="525"/>
                </a:lnTo>
                <a:lnTo>
                  <a:pt x="126" y="524"/>
                </a:lnTo>
                <a:lnTo>
                  <a:pt x="126" y="523"/>
                </a:lnTo>
                <a:lnTo>
                  <a:pt x="126" y="522"/>
                </a:lnTo>
                <a:lnTo>
                  <a:pt x="126" y="520"/>
                </a:lnTo>
                <a:lnTo>
                  <a:pt x="127" y="519"/>
                </a:lnTo>
                <a:lnTo>
                  <a:pt x="127" y="518"/>
                </a:lnTo>
                <a:lnTo>
                  <a:pt x="126" y="518"/>
                </a:lnTo>
                <a:lnTo>
                  <a:pt x="126" y="516"/>
                </a:lnTo>
                <a:lnTo>
                  <a:pt x="125" y="516"/>
                </a:lnTo>
                <a:lnTo>
                  <a:pt x="125" y="515"/>
                </a:lnTo>
                <a:lnTo>
                  <a:pt x="123" y="515"/>
                </a:lnTo>
                <a:lnTo>
                  <a:pt x="123" y="514"/>
                </a:lnTo>
                <a:lnTo>
                  <a:pt x="123" y="512"/>
                </a:lnTo>
                <a:lnTo>
                  <a:pt x="122" y="512"/>
                </a:lnTo>
                <a:lnTo>
                  <a:pt x="121" y="512"/>
                </a:lnTo>
                <a:lnTo>
                  <a:pt x="120" y="512"/>
                </a:lnTo>
                <a:lnTo>
                  <a:pt x="120" y="511"/>
                </a:lnTo>
                <a:lnTo>
                  <a:pt x="120" y="510"/>
                </a:lnTo>
                <a:lnTo>
                  <a:pt x="119" y="510"/>
                </a:lnTo>
                <a:lnTo>
                  <a:pt x="118" y="510"/>
                </a:lnTo>
                <a:lnTo>
                  <a:pt x="117" y="509"/>
                </a:lnTo>
                <a:lnTo>
                  <a:pt x="116" y="508"/>
                </a:lnTo>
                <a:lnTo>
                  <a:pt x="115" y="508"/>
                </a:lnTo>
                <a:lnTo>
                  <a:pt x="115" y="509"/>
                </a:lnTo>
                <a:lnTo>
                  <a:pt x="114" y="510"/>
                </a:lnTo>
                <a:lnTo>
                  <a:pt x="112" y="510"/>
                </a:lnTo>
                <a:lnTo>
                  <a:pt x="111" y="510"/>
                </a:lnTo>
                <a:lnTo>
                  <a:pt x="110" y="510"/>
                </a:lnTo>
                <a:lnTo>
                  <a:pt x="109" y="510"/>
                </a:lnTo>
                <a:lnTo>
                  <a:pt x="108" y="511"/>
                </a:lnTo>
                <a:lnTo>
                  <a:pt x="107" y="511"/>
                </a:lnTo>
                <a:lnTo>
                  <a:pt x="106" y="511"/>
                </a:lnTo>
                <a:lnTo>
                  <a:pt x="105" y="511"/>
                </a:lnTo>
                <a:lnTo>
                  <a:pt x="104" y="511"/>
                </a:lnTo>
                <a:lnTo>
                  <a:pt x="103" y="509"/>
                </a:lnTo>
                <a:lnTo>
                  <a:pt x="103" y="508"/>
                </a:lnTo>
                <a:lnTo>
                  <a:pt x="102" y="508"/>
                </a:lnTo>
                <a:lnTo>
                  <a:pt x="101" y="509"/>
                </a:lnTo>
                <a:lnTo>
                  <a:pt x="100" y="509"/>
                </a:lnTo>
                <a:lnTo>
                  <a:pt x="99" y="510"/>
                </a:lnTo>
                <a:lnTo>
                  <a:pt x="98" y="509"/>
                </a:lnTo>
                <a:lnTo>
                  <a:pt x="98" y="508"/>
                </a:lnTo>
                <a:lnTo>
                  <a:pt x="99" y="507"/>
                </a:lnTo>
                <a:lnTo>
                  <a:pt x="98" y="506"/>
                </a:lnTo>
                <a:lnTo>
                  <a:pt x="98" y="505"/>
                </a:lnTo>
                <a:lnTo>
                  <a:pt x="99" y="505"/>
                </a:lnTo>
                <a:lnTo>
                  <a:pt x="99" y="504"/>
                </a:lnTo>
                <a:lnTo>
                  <a:pt x="99" y="503"/>
                </a:lnTo>
                <a:lnTo>
                  <a:pt x="98" y="503"/>
                </a:lnTo>
                <a:lnTo>
                  <a:pt x="97" y="503"/>
                </a:lnTo>
                <a:lnTo>
                  <a:pt x="96" y="503"/>
                </a:lnTo>
                <a:lnTo>
                  <a:pt x="96" y="504"/>
                </a:lnTo>
                <a:lnTo>
                  <a:pt x="95" y="503"/>
                </a:lnTo>
                <a:lnTo>
                  <a:pt x="94" y="502"/>
                </a:lnTo>
                <a:lnTo>
                  <a:pt x="93" y="501"/>
                </a:lnTo>
                <a:lnTo>
                  <a:pt x="93" y="500"/>
                </a:lnTo>
                <a:lnTo>
                  <a:pt x="92" y="499"/>
                </a:lnTo>
                <a:lnTo>
                  <a:pt x="91" y="499"/>
                </a:lnTo>
                <a:lnTo>
                  <a:pt x="90" y="499"/>
                </a:lnTo>
                <a:lnTo>
                  <a:pt x="89" y="500"/>
                </a:lnTo>
                <a:lnTo>
                  <a:pt x="90" y="500"/>
                </a:lnTo>
                <a:lnTo>
                  <a:pt x="91" y="501"/>
                </a:lnTo>
                <a:lnTo>
                  <a:pt x="91" y="502"/>
                </a:lnTo>
                <a:lnTo>
                  <a:pt x="90" y="502"/>
                </a:lnTo>
                <a:lnTo>
                  <a:pt x="89" y="501"/>
                </a:lnTo>
                <a:lnTo>
                  <a:pt x="88" y="501"/>
                </a:lnTo>
                <a:lnTo>
                  <a:pt x="88" y="502"/>
                </a:lnTo>
                <a:lnTo>
                  <a:pt x="87" y="503"/>
                </a:lnTo>
                <a:lnTo>
                  <a:pt x="87" y="504"/>
                </a:lnTo>
                <a:lnTo>
                  <a:pt x="86" y="504"/>
                </a:lnTo>
                <a:lnTo>
                  <a:pt x="85" y="505"/>
                </a:lnTo>
                <a:lnTo>
                  <a:pt x="84" y="506"/>
                </a:lnTo>
                <a:lnTo>
                  <a:pt x="83" y="506"/>
                </a:lnTo>
                <a:lnTo>
                  <a:pt x="80" y="508"/>
                </a:lnTo>
                <a:lnTo>
                  <a:pt x="81" y="508"/>
                </a:lnTo>
                <a:lnTo>
                  <a:pt x="81" y="509"/>
                </a:lnTo>
                <a:lnTo>
                  <a:pt x="81" y="510"/>
                </a:lnTo>
                <a:lnTo>
                  <a:pt x="82" y="510"/>
                </a:lnTo>
                <a:lnTo>
                  <a:pt x="82" y="511"/>
                </a:lnTo>
                <a:lnTo>
                  <a:pt x="81" y="511"/>
                </a:lnTo>
                <a:lnTo>
                  <a:pt x="80" y="511"/>
                </a:lnTo>
                <a:lnTo>
                  <a:pt x="80" y="510"/>
                </a:lnTo>
                <a:lnTo>
                  <a:pt x="79" y="510"/>
                </a:lnTo>
                <a:lnTo>
                  <a:pt x="78" y="509"/>
                </a:lnTo>
                <a:lnTo>
                  <a:pt x="78" y="508"/>
                </a:lnTo>
                <a:lnTo>
                  <a:pt x="78" y="507"/>
                </a:lnTo>
                <a:lnTo>
                  <a:pt x="77" y="506"/>
                </a:lnTo>
                <a:lnTo>
                  <a:pt x="76" y="506"/>
                </a:lnTo>
                <a:lnTo>
                  <a:pt x="75" y="506"/>
                </a:lnTo>
                <a:lnTo>
                  <a:pt x="74" y="507"/>
                </a:lnTo>
                <a:lnTo>
                  <a:pt x="72" y="507"/>
                </a:lnTo>
                <a:lnTo>
                  <a:pt x="72" y="506"/>
                </a:lnTo>
                <a:lnTo>
                  <a:pt x="70" y="504"/>
                </a:lnTo>
                <a:lnTo>
                  <a:pt x="70" y="505"/>
                </a:lnTo>
                <a:lnTo>
                  <a:pt x="68" y="505"/>
                </a:lnTo>
                <a:lnTo>
                  <a:pt x="67" y="505"/>
                </a:lnTo>
                <a:lnTo>
                  <a:pt x="67" y="506"/>
                </a:lnTo>
                <a:lnTo>
                  <a:pt x="66" y="506"/>
                </a:lnTo>
                <a:lnTo>
                  <a:pt x="65" y="505"/>
                </a:lnTo>
                <a:lnTo>
                  <a:pt x="66" y="504"/>
                </a:lnTo>
                <a:lnTo>
                  <a:pt x="67" y="504"/>
                </a:lnTo>
                <a:lnTo>
                  <a:pt x="68" y="503"/>
                </a:lnTo>
                <a:lnTo>
                  <a:pt x="67" y="503"/>
                </a:lnTo>
                <a:lnTo>
                  <a:pt x="66" y="503"/>
                </a:lnTo>
                <a:lnTo>
                  <a:pt x="66" y="502"/>
                </a:lnTo>
                <a:lnTo>
                  <a:pt x="66" y="501"/>
                </a:lnTo>
                <a:lnTo>
                  <a:pt x="65" y="500"/>
                </a:lnTo>
                <a:lnTo>
                  <a:pt x="64" y="499"/>
                </a:lnTo>
                <a:lnTo>
                  <a:pt x="63" y="499"/>
                </a:lnTo>
                <a:lnTo>
                  <a:pt x="62" y="499"/>
                </a:lnTo>
                <a:lnTo>
                  <a:pt x="62" y="498"/>
                </a:lnTo>
                <a:lnTo>
                  <a:pt x="61" y="498"/>
                </a:lnTo>
                <a:lnTo>
                  <a:pt x="61" y="496"/>
                </a:lnTo>
                <a:lnTo>
                  <a:pt x="62" y="495"/>
                </a:lnTo>
                <a:lnTo>
                  <a:pt x="62" y="494"/>
                </a:lnTo>
                <a:lnTo>
                  <a:pt x="61" y="494"/>
                </a:lnTo>
                <a:lnTo>
                  <a:pt x="61" y="493"/>
                </a:lnTo>
                <a:lnTo>
                  <a:pt x="60" y="493"/>
                </a:lnTo>
                <a:lnTo>
                  <a:pt x="60" y="492"/>
                </a:lnTo>
                <a:lnTo>
                  <a:pt x="60" y="491"/>
                </a:lnTo>
                <a:lnTo>
                  <a:pt x="59" y="491"/>
                </a:lnTo>
                <a:lnTo>
                  <a:pt x="59" y="490"/>
                </a:lnTo>
                <a:lnTo>
                  <a:pt x="59" y="489"/>
                </a:lnTo>
                <a:lnTo>
                  <a:pt x="60" y="488"/>
                </a:lnTo>
                <a:lnTo>
                  <a:pt x="60" y="487"/>
                </a:lnTo>
                <a:lnTo>
                  <a:pt x="61" y="487"/>
                </a:lnTo>
                <a:lnTo>
                  <a:pt x="61" y="486"/>
                </a:lnTo>
                <a:lnTo>
                  <a:pt x="61" y="485"/>
                </a:lnTo>
                <a:lnTo>
                  <a:pt x="60" y="485"/>
                </a:lnTo>
                <a:lnTo>
                  <a:pt x="59" y="485"/>
                </a:lnTo>
                <a:lnTo>
                  <a:pt x="59" y="484"/>
                </a:lnTo>
                <a:lnTo>
                  <a:pt x="59" y="483"/>
                </a:lnTo>
                <a:lnTo>
                  <a:pt x="58" y="482"/>
                </a:lnTo>
                <a:lnTo>
                  <a:pt x="57" y="482"/>
                </a:lnTo>
                <a:lnTo>
                  <a:pt x="57" y="481"/>
                </a:lnTo>
                <a:lnTo>
                  <a:pt x="57" y="480"/>
                </a:lnTo>
                <a:lnTo>
                  <a:pt x="57" y="479"/>
                </a:lnTo>
                <a:lnTo>
                  <a:pt x="57" y="478"/>
                </a:lnTo>
                <a:lnTo>
                  <a:pt x="58" y="477"/>
                </a:lnTo>
                <a:lnTo>
                  <a:pt x="60" y="477"/>
                </a:lnTo>
                <a:lnTo>
                  <a:pt x="60" y="476"/>
                </a:lnTo>
                <a:lnTo>
                  <a:pt x="59" y="475"/>
                </a:lnTo>
                <a:lnTo>
                  <a:pt x="58" y="476"/>
                </a:lnTo>
                <a:lnTo>
                  <a:pt x="58" y="477"/>
                </a:lnTo>
                <a:lnTo>
                  <a:pt x="58" y="476"/>
                </a:lnTo>
                <a:lnTo>
                  <a:pt x="57" y="476"/>
                </a:lnTo>
                <a:lnTo>
                  <a:pt x="57" y="475"/>
                </a:lnTo>
                <a:lnTo>
                  <a:pt x="57" y="474"/>
                </a:lnTo>
                <a:lnTo>
                  <a:pt x="57" y="473"/>
                </a:lnTo>
                <a:lnTo>
                  <a:pt x="57" y="472"/>
                </a:lnTo>
                <a:lnTo>
                  <a:pt x="56" y="470"/>
                </a:lnTo>
                <a:lnTo>
                  <a:pt x="55" y="470"/>
                </a:lnTo>
                <a:lnTo>
                  <a:pt x="54" y="469"/>
                </a:lnTo>
                <a:lnTo>
                  <a:pt x="55" y="469"/>
                </a:lnTo>
                <a:lnTo>
                  <a:pt x="55" y="468"/>
                </a:lnTo>
                <a:lnTo>
                  <a:pt x="56" y="468"/>
                </a:lnTo>
                <a:lnTo>
                  <a:pt x="56" y="467"/>
                </a:lnTo>
                <a:lnTo>
                  <a:pt x="56" y="466"/>
                </a:lnTo>
                <a:lnTo>
                  <a:pt x="55" y="465"/>
                </a:lnTo>
                <a:lnTo>
                  <a:pt x="54" y="465"/>
                </a:lnTo>
                <a:lnTo>
                  <a:pt x="54" y="464"/>
                </a:lnTo>
                <a:lnTo>
                  <a:pt x="55" y="463"/>
                </a:lnTo>
                <a:lnTo>
                  <a:pt x="54" y="463"/>
                </a:lnTo>
                <a:lnTo>
                  <a:pt x="54" y="462"/>
                </a:lnTo>
                <a:lnTo>
                  <a:pt x="54" y="461"/>
                </a:lnTo>
                <a:lnTo>
                  <a:pt x="54" y="460"/>
                </a:lnTo>
                <a:lnTo>
                  <a:pt x="54" y="459"/>
                </a:lnTo>
                <a:lnTo>
                  <a:pt x="53" y="458"/>
                </a:lnTo>
                <a:lnTo>
                  <a:pt x="53" y="457"/>
                </a:lnTo>
                <a:lnTo>
                  <a:pt x="53" y="456"/>
                </a:lnTo>
                <a:lnTo>
                  <a:pt x="52" y="456"/>
                </a:lnTo>
                <a:lnTo>
                  <a:pt x="52" y="455"/>
                </a:lnTo>
                <a:lnTo>
                  <a:pt x="52" y="454"/>
                </a:lnTo>
                <a:lnTo>
                  <a:pt x="52" y="453"/>
                </a:lnTo>
                <a:lnTo>
                  <a:pt x="53" y="452"/>
                </a:lnTo>
                <a:lnTo>
                  <a:pt x="54" y="452"/>
                </a:lnTo>
                <a:lnTo>
                  <a:pt x="55" y="452"/>
                </a:lnTo>
                <a:lnTo>
                  <a:pt x="55" y="451"/>
                </a:lnTo>
                <a:lnTo>
                  <a:pt x="53" y="451"/>
                </a:lnTo>
                <a:lnTo>
                  <a:pt x="52" y="452"/>
                </a:lnTo>
                <a:lnTo>
                  <a:pt x="51" y="452"/>
                </a:lnTo>
                <a:lnTo>
                  <a:pt x="51" y="453"/>
                </a:lnTo>
                <a:lnTo>
                  <a:pt x="50" y="454"/>
                </a:lnTo>
                <a:lnTo>
                  <a:pt x="50" y="455"/>
                </a:lnTo>
                <a:lnTo>
                  <a:pt x="49" y="454"/>
                </a:lnTo>
                <a:lnTo>
                  <a:pt x="48" y="454"/>
                </a:lnTo>
                <a:lnTo>
                  <a:pt x="48" y="455"/>
                </a:lnTo>
                <a:lnTo>
                  <a:pt x="49" y="456"/>
                </a:lnTo>
                <a:lnTo>
                  <a:pt x="50" y="456"/>
                </a:lnTo>
                <a:lnTo>
                  <a:pt x="49" y="458"/>
                </a:lnTo>
                <a:lnTo>
                  <a:pt x="48" y="458"/>
                </a:lnTo>
                <a:lnTo>
                  <a:pt x="47" y="458"/>
                </a:lnTo>
                <a:lnTo>
                  <a:pt x="46" y="458"/>
                </a:lnTo>
                <a:lnTo>
                  <a:pt x="45" y="456"/>
                </a:lnTo>
                <a:lnTo>
                  <a:pt x="46" y="456"/>
                </a:lnTo>
                <a:lnTo>
                  <a:pt x="46" y="455"/>
                </a:lnTo>
                <a:lnTo>
                  <a:pt x="45" y="454"/>
                </a:lnTo>
                <a:lnTo>
                  <a:pt x="44" y="454"/>
                </a:lnTo>
                <a:lnTo>
                  <a:pt x="43" y="455"/>
                </a:lnTo>
                <a:lnTo>
                  <a:pt x="42" y="455"/>
                </a:lnTo>
                <a:lnTo>
                  <a:pt x="42" y="456"/>
                </a:lnTo>
                <a:lnTo>
                  <a:pt x="42" y="457"/>
                </a:lnTo>
                <a:lnTo>
                  <a:pt x="41" y="458"/>
                </a:lnTo>
                <a:lnTo>
                  <a:pt x="41" y="457"/>
                </a:lnTo>
                <a:lnTo>
                  <a:pt x="41" y="455"/>
                </a:lnTo>
                <a:lnTo>
                  <a:pt x="41" y="454"/>
                </a:lnTo>
                <a:lnTo>
                  <a:pt x="40" y="455"/>
                </a:lnTo>
                <a:lnTo>
                  <a:pt x="38" y="455"/>
                </a:lnTo>
                <a:lnTo>
                  <a:pt x="37" y="455"/>
                </a:lnTo>
                <a:lnTo>
                  <a:pt x="36" y="455"/>
                </a:lnTo>
                <a:lnTo>
                  <a:pt x="35" y="454"/>
                </a:lnTo>
                <a:lnTo>
                  <a:pt x="32" y="455"/>
                </a:lnTo>
                <a:lnTo>
                  <a:pt x="31" y="455"/>
                </a:lnTo>
                <a:lnTo>
                  <a:pt x="30" y="456"/>
                </a:lnTo>
                <a:lnTo>
                  <a:pt x="29" y="456"/>
                </a:lnTo>
                <a:lnTo>
                  <a:pt x="28" y="456"/>
                </a:lnTo>
                <a:lnTo>
                  <a:pt x="28" y="455"/>
                </a:lnTo>
                <a:lnTo>
                  <a:pt x="28" y="454"/>
                </a:lnTo>
                <a:lnTo>
                  <a:pt x="29" y="454"/>
                </a:lnTo>
                <a:lnTo>
                  <a:pt x="28" y="453"/>
                </a:lnTo>
                <a:lnTo>
                  <a:pt x="27" y="453"/>
                </a:lnTo>
                <a:lnTo>
                  <a:pt x="26" y="454"/>
                </a:lnTo>
                <a:lnTo>
                  <a:pt x="25" y="454"/>
                </a:lnTo>
                <a:lnTo>
                  <a:pt x="24" y="454"/>
                </a:lnTo>
                <a:lnTo>
                  <a:pt x="24" y="453"/>
                </a:lnTo>
                <a:lnTo>
                  <a:pt x="23" y="453"/>
                </a:lnTo>
                <a:lnTo>
                  <a:pt x="22" y="453"/>
                </a:lnTo>
                <a:lnTo>
                  <a:pt x="22" y="452"/>
                </a:lnTo>
                <a:lnTo>
                  <a:pt x="23" y="448"/>
                </a:lnTo>
                <a:lnTo>
                  <a:pt x="22" y="448"/>
                </a:lnTo>
                <a:lnTo>
                  <a:pt x="22" y="447"/>
                </a:lnTo>
                <a:lnTo>
                  <a:pt x="21" y="447"/>
                </a:lnTo>
                <a:lnTo>
                  <a:pt x="21" y="446"/>
                </a:lnTo>
                <a:lnTo>
                  <a:pt x="21" y="447"/>
                </a:lnTo>
                <a:lnTo>
                  <a:pt x="20" y="448"/>
                </a:lnTo>
                <a:lnTo>
                  <a:pt x="19" y="448"/>
                </a:lnTo>
                <a:lnTo>
                  <a:pt x="18" y="448"/>
                </a:lnTo>
                <a:lnTo>
                  <a:pt x="17" y="449"/>
                </a:lnTo>
                <a:lnTo>
                  <a:pt x="16" y="449"/>
                </a:lnTo>
                <a:lnTo>
                  <a:pt x="17" y="449"/>
                </a:lnTo>
                <a:lnTo>
                  <a:pt x="17" y="448"/>
                </a:lnTo>
                <a:lnTo>
                  <a:pt x="17" y="446"/>
                </a:lnTo>
                <a:lnTo>
                  <a:pt x="16" y="444"/>
                </a:lnTo>
                <a:lnTo>
                  <a:pt x="16" y="443"/>
                </a:lnTo>
                <a:lnTo>
                  <a:pt x="17" y="442"/>
                </a:lnTo>
                <a:lnTo>
                  <a:pt x="18" y="442"/>
                </a:lnTo>
                <a:lnTo>
                  <a:pt x="19" y="441"/>
                </a:lnTo>
                <a:lnTo>
                  <a:pt x="19" y="440"/>
                </a:lnTo>
                <a:lnTo>
                  <a:pt x="18" y="439"/>
                </a:lnTo>
                <a:lnTo>
                  <a:pt x="19" y="438"/>
                </a:lnTo>
                <a:lnTo>
                  <a:pt x="19" y="437"/>
                </a:lnTo>
                <a:lnTo>
                  <a:pt x="19" y="436"/>
                </a:lnTo>
                <a:lnTo>
                  <a:pt x="20" y="436"/>
                </a:lnTo>
                <a:lnTo>
                  <a:pt x="19" y="436"/>
                </a:lnTo>
                <a:lnTo>
                  <a:pt x="18" y="434"/>
                </a:lnTo>
                <a:lnTo>
                  <a:pt x="18" y="433"/>
                </a:lnTo>
                <a:lnTo>
                  <a:pt x="17" y="433"/>
                </a:lnTo>
                <a:lnTo>
                  <a:pt x="16" y="433"/>
                </a:lnTo>
                <a:lnTo>
                  <a:pt x="14" y="432"/>
                </a:lnTo>
                <a:lnTo>
                  <a:pt x="12" y="432"/>
                </a:lnTo>
                <a:lnTo>
                  <a:pt x="12" y="433"/>
                </a:lnTo>
                <a:lnTo>
                  <a:pt x="11" y="433"/>
                </a:lnTo>
                <a:lnTo>
                  <a:pt x="10" y="433"/>
                </a:lnTo>
                <a:lnTo>
                  <a:pt x="10" y="432"/>
                </a:lnTo>
                <a:lnTo>
                  <a:pt x="11" y="432"/>
                </a:lnTo>
                <a:lnTo>
                  <a:pt x="12" y="431"/>
                </a:lnTo>
                <a:lnTo>
                  <a:pt x="13" y="430"/>
                </a:lnTo>
                <a:lnTo>
                  <a:pt x="13" y="429"/>
                </a:lnTo>
                <a:lnTo>
                  <a:pt x="12" y="428"/>
                </a:lnTo>
                <a:lnTo>
                  <a:pt x="12" y="427"/>
                </a:lnTo>
                <a:lnTo>
                  <a:pt x="11" y="427"/>
                </a:lnTo>
                <a:lnTo>
                  <a:pt x="10" y="427"/>
                </a:lnTo>
                <a:lnTo>
                  <a:pt x="9" y="427"/>
                </a:lnTo>
                <a:lnTo>
                  <a:pt x="9" y="428"/>
                </a:lnTo>
                <a:lnTo>
                  <a:pt x="8" y="429"/>
                </a:lnTo>
                <a:lnTo>
                  <a:pt x="7" y="428"/>
                </a:lnTo>
                <a:lnTo>
                  <a:pt x="6" y="428"/>
                </a:lnTo>
                <a:lnTo>
                  <a:pt x="6" y="429"/>
                </a:lnTo>
                <a:lnTo>
                  <a:pt x="6" y="430"/>
                </a:lnTo>
                <a:lnTo>
                  <a:pt x="5" y="429"/>
                </a:lnTo>
                <a:lnTo>
                  <a:pt x="4" y="429"/>
                </a:lnTo>
                <a:lnTo>
                  <a:pt x="4" y="428"/>
                </a:lnTo>
                <a:lnTo>
                  <a:pt x="5" y="428"/>
                </a:lnTo>
                <a:lnTo>
                  <a:pt x="6" y="427"/>
                </a:lnTo>
                <a:lnTo>
                  <a:pt x="6" y="426"/>
                </a:lnTo>
                <a:lnTo>
                  <a:pt x="5" y="425"/>
                </a:lnTo>
                <a:lnTo>
                  <a:pt x="4" y="425"/>
                </a:lnTo>
                <a:lnTo>
                  <a:pt x="3" y="425"/>
                </a:lnTo>
                <a:lnTo>
                  <a:pt x="3" y="423"/>
                </a:lnTo>
                <a:lnTo>
                  <a:pt x="4" y="423"/>
                </a:lnTo>
                <a:lnTo>
                  <a:pt x="4" y="422"/>
                </a:lnTo>
                <a:lnTo>
                  <a:pt x="4" y="421"/>
                </a:lnTo>
                <a:lnTo>
                  <a:pt x="3" y="421"/>
                </a:lnTo>
                <a:lnTo>
                  <a:pt x="3" y="420"/>
                </a:lnTo>
                <a:lnTo>
                  <a:pt x="3" y="418"/>
                </a:lnTo>
                <a:lnTo>
                  <a:pt x="2" y="417"/>
                </a:lnTo>
                <a:lnTo>
                  <a:pt x="1" y="417"/>
                </a:lnTo>
                <a:lnTo>
                  <a:pt x="1" y="416"/>
                </a:lnTo>
                <a:lnTo>
                  <a:pt x="0" y="415"/>
                </a:lnTo>
                <a:lnTo>
                  <a:pt x="0" y="413"/>
                </a:lnTo>
                <a:lnTo>
                  <a:pt x="0" y="412"/>
                </a:lnTo>
                <a:lnTo>
                  <a:pt x="0" y="411"/>
                </a:lnTo>
                <a:lnTo>
                  <a:pt x="1" y="410"/>
                </a:lnTo>
                <a:lnTo>
                  <a:pt x="1" y="409"/>
                </a:lnTo>
                <a:lnTo>
                  <a:pt x="2" y="409"/>
                </a:lnTo>
                <a:lnTo>
                  <a:pt x="3" y="409"/>
                </a:lnTo>
                <a:lnTo>
                  <a:pt x="3" y="408"/>
                </a:lnTo>
                <a:lnTo>
                  <a:pt x="3" y="407"/>
                </a:lnTo>
                <a:lnTo>
                  <a:pt x="2" y="407"/>
                </a:lnTo>
                <a:lnTo>
                  <a:pt x="2" y="406"/>
                </a:lnTo>
                <a:lnTo>
                  <a:pt x="3" y="404"/>
                </a:lnTo>
                <a:lnTo>
                  <a:pt x="4" y="404"/>
                </a:lnTo>
                <a:lnTo>
                  <a:pt x="5" y="405"/>
                </a:lnTo>
                <a:lnTo>
                  <a:pt x="4" y="405"/>
                </a:lnTo>
                <a:lnTo>
                  <a:pt x="4" y="406"/>
                </a:lnTo>
                <a:lnTo>
                  <a:pt x="5" y="406"/>
                </a:lnTo>
                <a:lnTo>
                  <a:pt x="6" y="405"/>
                </a:lnTo>
                <a:lnTo>
                  <a:pt x="6" y="404"/>
                </a:lnTo>
                <a:lnTo>
                  <a:pt x="6" y="403"/>
                </a:lnTo>
                <a:lnTo>
                  <a:pt x="7" y="403"/>
                </a:lnTo>
                <a:lnTo>
                  <a:pt x="7" y="402"/>
                </a:lnTo>
                <a:lnTo>
                  <a:pt x="8" y="401"/>
                </a:lnTo>
                <a:lnTo>
                  <a:pt x="9" y="401"/>
                </a:lnTo>
                <a:lnTo>
                  <a:pt x="9" y="402"/>
                </a:lnTo>
                <a:lnTo>
                  <a:pt x="10" y="402"/>
                </a:lnTo>
                <a:lnTo>
                  <a:pt x="11" y="402"/>
                </a:lnTo>
                <a:lnTo>
                  <a:pt x="11" y="401"/>
                </a:lnTo>
                <a:lnTo>
                  <a:pt x="11" y="400"/>
                </a:lnTo>
                <a:lnTo>
                  <a:pt x="10" y="400"/>
                </a:lnTo>
                <a:lnTo>
                  <a:pt x="10" y="399"/>
                </a:lnTo>
                <a:lnTo>
                  <a:pt x="11" y="399"/>
                </a:lnTo>
                <a:lnTo>
                  <a:pt x="11" y="398"/>
                </a:lnTo>
                <a:lnTo>
                  <a:pt x="12" y="398"/>
                </a:lnTo>
                <a:lnTo>
                  <a:pt x="13" y="398"/>
                </a:lnTo>
                <a:lnTo>
                  <a:pt x="13" y="397"/>
                </a:lnTo>
                <a:lnTo>
                  <a:pt x="12" y="396"/>
                </a:lnTo>
                <a:lnTo>
                  <a:pt x="12" y="395"/>
                </a:lnTo>
                <a:lnTo>
                  <a:pt x="11" y="395"/>
                </a:lnTo>
                <a:lnTo>
                  <a:pt x="12" y="395"/>
                </a:lnTo>
                <a:lnTo>
                  <a:pt x="12" y="394"/>
                </a:lnTo>
                <a:lnTo>
                  <a:pt x="13" y="394"/>
                </a:lnTo>
                <a:lnTo>
                  <a:pt x="14" y="394"/>
                </a:lnTo>
                <a:lnTo>
                  <a:pt x="15" y="394"/>
                </a:lnTo>
                <a:lnTo>
                  <a:pt x="15" y="393"/>
                </a:lnTo>
                <a:lnTo>
                  <a:pt x="16" y="392"/>
                </a:lnTo>
                <a:lnTo>
                  <a:pt x="17" y="392"/>
                </a:lnTo>
                <a:lnTo>
                  <a:pt x="18" y="394"/>
                </a:lnTo>
                <a:lnTo>
                  <a:pt x="19" y="394"/>
                </a:lnTo>
                <a:lnTo>
                  <a:pt x="20" y="394"/>
                </a:lnTo>
                <a:lnTo>
                  <a:pt x="22" y="394"/>
                </a:lnTo>
                <a:lnTo>
                  <a:pt x="24" y="394"/>
                </a:lnTo>
                <a:lnTo>
                  <a:pt x="24" y="393"/>
                </a:lnTo>
                <a:lnTo>
                  <a:pt x="23" y="390"/>
                </a:lnTo>
                <a:lnTo>
                  <a:pt x="23" y="389"/>
                </a:lnTo>
                <a:lnTo>
                  <a:pt x="24" y="388"/>
                </a:lnTo>
                <a:lnTo>
                  <a:pt x="25" y="387"/>
                </a:lnTo>
                <a:lnTo>
                  <a:pt x="26" y="387"/>
                </a:lnTo>
                <a:lnTo>
                  <a:pt x="26" y="388"/>
                </a:lnTo>
                <a:lnTo>
                  <a:pt x="26" y="389"/>
                </a:lnTo>
                <a:lnTo>
                  <a:pt x="28" y="389"/>
                </a:lnTo>
                <a:lnTo>
                  <a:pt x="29" y="389"/>
                </a:lnTo>
                <a:lnTo>
                  <a:pt x="29" y="390"/>
                </a:lnTo>
                <a:lnTo>
                  <a:pt x="30" y="390"/>
                </a:lnTo>
                <a:lnTo>
                  <a:pt x="30" y="391"/>
                </a:lnTo>
                <a:lnTo>
                  <a:pt x="31" y="391"/>
                </a:lnTo>
                <a:lnTo>
                  <a:pt x="32" y="391"/>
                </a:lnTo>
                <a:lnTo>
                  <a:pt x="32" y="390"/>
                </a:lnTo>
                <a:lnTo>
                  <a:pt x="31" y="390"/>
                </a:lnTo>
                <a:lnTo>
                  <a:pt x="31" y="389"/>
                </a:lnTo>
                <a:lnTo>
                  <a:pt x="30" y="389"/>
                </a:lnTo>
                <a:lnTo>
                  <a:pt x="31" y="389"/>
                </a:lnTo>
                <a:lnTo>
                  <a:pt x="32" y="387"/>
                </a:lnTo>
                <a:lnTo>
                  <a:pt x="33" y="387"/>
                </a:lnTo>
                <a:lnTo>
                  <a:pt x="32" y="386"/>
                </a:lnTo>
                <a:lnTo>
                  <a:pt x="32" y="385"/>
                </a:lnTo>
                <a:lnTo>
                  <a:pt x="33" y="385"/>
                </a:lnTo>
                <a:lnTo>
                  <a:pt x="34" y="385"/>
                </a:lnTo>
                <a:lnTo>
                  <a:pt x="34" y="386"/>
                </a:lnTo>
                <a:lnTo>
                  <a:pt x="35" y="386"/>
                </a:lnTo>
                <a:lnTo>
                  <a:pt x="35" y="385"/>
                </a:lnTo>
                <a:lnTo>
                  <a:pt x="35" y="384"/>
                </a:lnTo>
                <a:lnTo>
                  <a:pt x="36" y="383"/>
                </a:lnTo>
                <a:lnTo>
                  <a:pt x="36" y="381"/>
                </a:lnTo>
                <a:lnTo>
                  <a:pt x="36" y="380"/>
                </a:lnTo>
                <a:lnTo>
                  <a:pt x="36" y="379"/>
                </a:lnTo>
                <a:lnTo>
                  <a:pt x="37" y="379"/>
                </a:lnTo>
                <a:lnTo>
                  <a:pt x="37" y="378"/>
                </a:lnTo>
                <a:lnTo>
                  <a:pt x="38" y="377"/>
                </a:lnTo>
                <a:lnTo>
                  <a:pt x="37" y="377"/>
                </a:lnTo>
                <a:lnTo>
                  <a:pt x="37" y="376"/>
                </a:lnTo>
                <a:lnTo>
                  <a:pt x="37" y="375"/>
                </a:lnTo>
                <a:lnTo>
                  <a:pt x="37" y="374"/>
                </a:lnTo>
                <a:lnTo>
                  <a:pt x="38" y="374"/>
                </a:lnTo>
                <a:lnTo>
                  <a:pt x="38" y="373"/>
                </a:lnTo>
                <a:lnTo>
                  <a:pt x="37" y="372"/>
                </a:lnTo>
                <a:lnTo>
                  <a:pt x="38" y="372"/>
                </a:lnTo>
                <a:lnTo>
                  <a:pt x="38" y="371"/>
                </a:lnTo>
                <a:lnTo>
                  <a:pt x="39" y="372"/>
                </a:lnTo>
                <a:lnTo>
                  <a:pt x="40" y="372"/>
                </a:lnTo>
                <a:lnTo>
                  <a:pt x="41" y="371"/>
                </a:lnTo>
                <a:lnTo>
                  <a:pt x="40" y="371"/>
                </a:lnTo>
                <a:lnTo>
                  <a:pt x="40" y="370"/>
                </a:lnTo>
                <a:lnTo>
                  <a:pt x="41" y="370"/>
                </a:lnTo>
                <a:lnTo>
                  <a:pt x="41" y="369"/>
                </a:lnTo>
                <a:lnTo>
                  <a:pt x="41" y="368"/>
                </a:lnTo>
                <a:lnTo>
                  <a:pt x="42" y="368"/>
                </a:lnTo>
                <a:lnTo>
                  <a:pt x="43" y="369"/>
                </a:lnTo>
                <a:lnTo>
                  <a:pt x="45" y="369"/>
                </a:lnTo>
                <a:lnTo>
                  <a:pt x="46" y="368"/>
                </a:lnTo>
                <a:lnTo>
                  <a:pt x="47" y="368"/>
                </a:lnTo>
                <a:lnTo>
                  <a:pt x="48" y="368"/>
                </a:lnTo>
                <a:lnTo>
                  <a:pt x="49" y="368"/>
                </a:lnTo>
                <a:lnTo>
                  <a:pt x="49" y="367"/>
                </a:lnTo>
                <a:lnTo>
                  <a:pt x="50" y="367"/>
                </a:lnTo>
                <a:lnTo>
                  <a:pt x="51" y="367"/>
                </a:lnTo>
                <a:lnTo>
                  <a:pt x="51" y="368"/>
                </a:lnTo>
                <a:lnTo>
                  <a:pt x="52" y="368"/>
                </a:lnTo>
                <a:lnTo>
                  <a:pt x="53" y="369"/>
                </a:lnTo>
                <a:lnTo>
                  <a:pt x="54" y="369"/>
                </a:lnTo>
                <a:lnTo>
                  <a:pt x="54" y="368"/>
                </a:lnTo>
                <a:lnTo>
                  <a:pt x="55" y="367"/>
                </a:lnTo>
                <a:lnTo>
                  <a:pt x="55" y="366"/>
                </a:lnTo>
                <a:lnTo>
                  <a:pt x="56" y="366"/>
                </a:lnTo>
                <a:lnTo>
                  <a:pt x="56" y="365"/>
                </a:lnTo>
                <a:lnTo>
                  <a:pt x="57" y="365"/>
                </a:lnTo>
                <a:lnTo>
                  <a:pt x="57" y="366"/>
                </a:lnTo>
                <a:lnTo>
                  <a:pt x="57" y="365"/>
                </a:lnTo>
                <a:lnTo>
                  <a:pt x="57" y="364"/>
                </a:lnTo>
                <a:lnTo>
                  <a:pt x="57" y="363"/>
                </a:lnTo>
                <a:lnTo>
                  <a:pt x="57" y="362"/>
                </a:lnTo>
                <a:lnTo>
                  <a:pt x="56" y="361"/>
                </a:lnTo>
                <a:lnTo>
                  <a:pt x="55" y="361"/>
                </a:lnTo>
                <a:lnTo>
                  <a:pt x="54" y="360"/>
                </a:lnTo>
                <a:lnTo>
                  <a:pt x="54" y="359"/>
                </a:lnTo>
                <a:lnTo>
                  <a:pt x="54" y="358"/>
                </a:lnTo>
                <a:lnTo>
                  <a:pt x="54" y="356"/>
                </a:lnTo>
                <a:lnTo>
                  <a:pt x="53" y="356"/>
                </a:lnTo>
                <a:lnTo>
                  <a:pt x="53" y="355"/>
                </a:lnTo>
                <a:lnTo>
                  <a:pt x="52" y="354"/>
                </a:lnTo>
                <a:lnTo>
                  <a:pt x="53" y="354"/>
                </a:lnTo>
                <a:lnTo>
                  <a:pt x="54" y="354"/>
                </a:lnTo>
                <a:lnTo>
                  <a:pt x="55" y="353"/>
                </a:lnTo>
                <a:lnTo>
                  <a:pt x="55" y="352"/>
                </a:lnTo>
                <a:lnTo>
                  <a:pt x="54" y="352"/>
                </a:lnTo>
                <a:lnTo>
                  <a:pt x="55" y="352"/>
                </a:lnTo>
                <a:lnTo>
                  <a:pt x="55" y="351"/>
                </a:lnTo>
                <a:lnTo>
                  <a:pt x="56" y="351"/>
                </a:lnTo>
                <a:lnTo>
                  <a:pt x="56" y="350"/>
                </a:lnTo>
                <a:lnTo>
                  <a:pt x="56" y="349"/>
                </a:lnTo>
                <a:lnTo>
                  <a:pt x="56" y="348"/>
                </a:lnTo>
                <a:lnTo>
                  <a:pt x="55" y="347"/>
                </a:lnTo>
                <a:lnTo>
                  <a:pt x="55" y="346"/>
                </a:lnTo>
                <a:lnTo>
                  <a:pt x="56" y="344"/>
                </a:lnTo>
                <a:lnTo>
                  <a:pt x="56" y="343"/>
                </a:lnTo>
                <a:lnTo>
                  <a:pt x="57" y="343"/>
                </a:lnTo>
                <a:lnTo>
                  <a:pt x="58" y="343"/>
                </a:lnTo>
                <a:lnTo>
                  <a:pt x="59" y="341"/>
                </a:lnTo>
                <a:lnTo>
                  <a:pt x="59" y="339"/>
                </a:lnTo>
                <a:lnTo>
                  <a:pt x="59" y="338"/>
                </a:lnTo>
                <a:lnTo>
                  <a:pt x="58" y="338"/>
                </a:lnTo>
                <a:lnTo>
                  <a:pt x="57" y="339"/>
                </a:lnTo>
                <a:lnTo>
                  <a:pt x="56" y="339"/>
                </a:lnTo>
                <a:lnTo>
                  <a:pt x="56" y="338"/>
                </a:lnTo>
                <a:lnTo>
                  <a:pt x="55" y="337"/>
                </a:lnTo>
                <a:lnTo>
                  <a:pt x="54" y="337"/>
                </a:lnTo>
                <a:lnTo>
                  <a:pt x="54" y="338"/>
                </a:lnTo>
                <a:lnTo>
                  <a:pt x="53" y="338"/>
                </a:lnTo>
                <a:lnTo>
                  <a:pt x="51" y="337"/>
                </a:lnTo>
                <a:lnTo>
                  <a:pt x="50" y="337"/>
                </a:lnTo>
                <a:lnTo>
                  <a:pt x="50" y="336"/>
                </a:lnTo>
                <a:lnTo>
                  <a:pt x="49" y="335"/>
                </a:lnTo>
                <a:lnTo>
                  <a:pt x="49" y="334"/>
                </a:lnTo>
                <a:lnTo>
                  <a:pt x="49" y="333"/>
                </a:lnTo>
                <a:lnTo>
                  <a:pt x="48" y="332"/>
                </a:lnTo>
                <a:lnTo>
                  <a:pt x="48" y="333"/>
                </a:lnTo>
                <a:lnTo>
                  <a:pt x="47" y="333"/>
                </a:lnTo>
                <a:lnTo>
                  <a:pt x="44" y="332"/>
                </a:lnTo>
                <a:lnTo>
                  <a:pt x="44" y="331"/>
                </a:lnTo>
                <a:lnTo>
                  <a:pt x="44" y="329"/>
                </a:lnTo>
                <a:lnTo>
                  <a:pt x="45" y="328"/>
                </a:lnTo>
                <a:lnTo>
                  <a:pt x="44" y="328"/>
                </a:lnTo>
                <a:lnTo>
                  <a:pt x="43" y="327"/>
                </a:lnTo>
                <a:lnTo>
                  <a:pt x="42" y="327"/>
                </a:lnTo>
                <a:lnTo>
                  <a:pt x="41" y="327"/>
                </a:lnTo>
                <a:lnTo>
                  <a:pt x="40" y="327"/>
                </a:lnTo>
                <a:lnTo>
                  <a:pt x="39" y="327"/>
                </a:lnTo>
                <a:lnTo>
                  <a:pt x="38" y="326"/>
                </a:lnTo>
                <a:lnTo>
                  <a:pt x="38" y="325"/>
                </a:lnTo>
                <a:lnTo>
                  <a:pt x="37" y="325"/>
                </a:lnTo>
                <a:lnTo>
                  <a:pt x="37" y="324"/>
                </a:lnTo>
                <a:lnTo>
                  <a:pt x="36" y="324"/>
                </a:lnTo>
                <a:lnTo>
                  <a:pt x="36" y="323"/>
                </a:lnTo>
                <a:lnTo>
                  <a:pt x="36" y="322"/>
                </a:lnTo>
                <a:lnTo>
                  <a:pt x="37" y="322"/>
                </a:lnTo>
                <a:lnTo>
                  <a:pt x="38" y="321"/>
                </a:lnTo>
                <a:lnTo>
                  <a:pt x="38" y="322"/>
                </a:lnTo>
                <a:lnTo>
                  <a:pt x="38" y="321"/>
                </a:lnTo>
                <a:lnTo>
                  <a:pt x="39" y="321"/>
                </a:lnTo>
                <a:lnTo>
                  <a:pt x="39" y="320"/>
                </a:lnTo>
                <a:lnTo>
                  <a:pt x="39" y="319"/>
                </a:lnTo>
                <a:lnTo>
                  <a:pt x="38" y="319"/>
                </a:lnTo>
                <a:lnTo>
                  <a:pt x="37" y="319"/>
                </a:lnTo>
                <a:lnTo>
                  <a:pt x="36" y="319"/>
                </a:lnTo>
                <a:lnTo>
                  <a:pt x="35" y="319"/>
                </a:lnTo>
                <a:lnTo>
                  <a:pt x="34" y="320"/>
                </a:lnTo>
                <a:lnTo>
                  <a:pt x="34" y="321"/>
                </a:lnTo>
                <a:lnTo>
                  <a:pt x="33" y="322"/>
                </a:lnTo>
                <a:lnTo>
                  <a:pt x="32" y="321"/>
                </a:lnTo>
                <a:lnTo>
                  <a:pt x="31" y="320"/>
                </a:lnTo>
                <a:lnTo>
                  <a:pt x="31" y="319"/>
                </a:lnTo>
                <a:lnTo>
                  <a:pt x="31" y="318"/>
                </a:lnTo>
                <a:lnTo>
                  <a:pt x="32" y="317"/>
                </a:lnTo>
                <a:lnTo>
                  <a:pt x="33" y="316"/>
                </a:lnTo>
                <a:lnTo>
                  <a:pt x="34" y="316"/>
                </a:lnTo>
                <a:lnTo>
                  <a:pt x="34" y="315"/>
                </a:lnTo>
                <a:lnTo>
                  <a:pt x="35" y="315"/>
                </a:lnTo>
                <a:lnTo>
                  <a:pt x="35" y="316"/>
                </a:lnTo>
                <a:lnTo>
                  <a:pt x="36" y="316"/>
                </a:lnTo>
                <a:lnTo>
                  <a:pt x="36" y="317"/>
                </a:lnTo>
                <a:lnTo>
                  <a:pt x="37" y="317"/>
                </a:lnTo>
                <a:lnTo>
                  <a:pt x="38" y="316"/>
                </a:lnTo>
                <a:lnTo>
                  <a:pt x="38" y="315"/>
                </a:lnTo>
                <a:lnTo>
                  <a:pt x="39" y="315"/>
                </a:lnTo>
                <a:lnTo>
                  <a:pt x="39" y="316"/>
                </a:lnTo>
                <a:lnTo>
                  <a:pt x="40" y="316"/>
                </a:lnTo>
                <a:lnTo>
                  <a:pt x="41" y="316"/>
                </a:lnTo>
                <a:lnTo>
                  <a:pt x="41" y="315"/>
                </a:lnTo>
                <a:lnTo>
                  <a:pt x="42" y="315"/>
                </a:lnTo>
                <a:lnTo>
                  <a:pt x="43" y="315"/>
                </a:lnTo>
                <a:lnTo>
                  <a:pt x="45" y="315"/>
                </a:lnTo>
                <a:lnTo>
                  <a:pt x="45" y="314"/>
                </a:lnTo>
                <a:lnTo>
                  <a:pt x="45" y="313"/>
                </a:lnTo>
                <a:lnTo>
                  <a:pt x="45" y="312"/>
                </a:lnTo>
                <a:lnTo>
                  <a:pt x="45" y="311"/>
                </a:lnTo>
                <a:lnTo>
                  <a:pt x="46" y="312"/>
                </a:lnTo>
                <a:lnTo>
                  <a:pt x="47" y="312"/>
                </a:lnTo>
                <a:lnTo>
                  <a:pt x="47" y="311"/>
                </a:lnTo>
                <a:lnTo>
                  <a:pt x="47" y="310"/>
                </a:lnTo>
                <a:lnTo>
                  <a:pt x="46" y="309"/>
                </a:lnTo>
                <a:lnTo>
                  <a:pt x="46" y="310"/>
                </a:lnTo>
                <a:lnTo>
                  <a:pt x="45" y="310"/>
                </a:lnTo>
                <a:lnTo>
                  <a:pt x="44" y="310"/>
                </a:lnTo>
                <a:lnTo>
                  <a:pt x="42" y="308"/>
                </a:lnTo>
                <a:lnTo>
                  <a:pt x="42" y="307"/>
                </a:lnTo>
                <a:lnTo>
                  <a:pt x="42" y="306"/>
                </a:lnTo>
                <a:lnTo>
                  <a:pt x="41" y="306"/>
                </a:lnTo>
                <a:lnTo>
                  <a:pt x="41" y="305"/>
                </a:lnTo>
                <a:lnTo>
                  <a:pt x="41" y="304"/>
                </a:lnTo>
                <a:lnTo>
                  <a:pt x="42" y="301"/>
                </a:lnTo>
                <a:lnTo>
                  <a:pt x="45" y="302"/>
                </a:lnTo>
                <a:lnTo>
                  <a:pt x="46" y="302"/>
                </a:lnTo>
                <a:lnTo>
                  <a:pt x="46" y="303"/>
                </a:lnTo>
                <a:lnTo>
                  <a:pt x="47" y="303"/>
                </a:lnTo>
                <a:lnTo>
                  <a:pt x="48" y="303"/>
                </a:lnTo>
                <a:lnTo>
                  <a:pt x="48" y="305"/>
                </a:lnTo>
                <a:lnTo>
                  <a:pt x="50" y="305"/>
                </a:lnTo>
                <a:lnTo>
                  <a:pt x="51" y="304"/>
                </a:lnTo>
                <a:lnTo>
                  <a:pt x="52" y="304"/>
                </a:lnTo>
                <a:lnTo>
                  <a:pt x="53" y="304"/>
                </a:lnTo>
                <a:lnTo>
                  <a:pt x="54" y="305"/>
                </a:lnTo>
                <a:lnTo>
                  <a:pt x="55" y="305"/>
                </a:lnTo>
                <a:lnTo>
                  <a:pt x="55" y="304"/>
                </a:lnTo>
                <a:lnTo>
                  <a:pt x="55" y="303"/>
                </a:lnTo>
                <a:lnTo>
                  <a:pt x="56" y="303"/>
                </a:lnTo>
                <a:lnTo>
                  <a:pt x="56" y="302"/>
                </a:lnTo>
                <a:lnTo>
                  <a:pt x="57" y="301"/>
                </a:lnTo>
                <a:lnTo>
                  <a:pt x="56" y="301"/>
                </a:lnTo>
                <a:lnTo>
                  <a:pt x="55" y="301"/>
                </a:lnTo>
                <a:lnTo>
                  <a:pt x="54" y="301"/>
                </a:lnTo>
                <a:lnTo>
                  <a:pt x="54" y="300"/>
                </a:lnTo>
                <a:lnTo>
                  <a:pt x="53" y="299"/>
                </a:lnTo>
                <a:lnTo>
                  <a:pt x="53" y="298"/>
                </a:lnTo>
                <a:lnTo>
                  <a:pt x="53" y="297"/>
                </a:lnTo>
                <a:lnTo>
                  <a:pt x="53" y="295"/>
                </a:lnTo>
                <a:lnTo>
                  <a:pt x="54" y="294"/>
                </a:lnTo>
                <a:lnTo>
                  <a:pt x="55" y="294"/>
                </a:lnTo>
                <a:lnTo>
                  <a:pt x="55" y="295"/>
                </a:lnTo>
                <a:lnTo>
                  <a:pt x="56" y="295"/>
                </a:lnTo>
                <a:lnTo>
                  <a:pt x="56" y="294"/>
                </a:lnTo>
                <a:lnTo>
                  <a:pt x="56" y="295"/>
                </a:lnTo>
                <a:lnTo>
                  <a:pt x="57" y="295"/>
                </a:lnTo>
                <a:lnTo>
                  <a:pt x="57" y="294"/>
                </a:lnTo>
                <a:lnTo>
                  <a:pt x="56" y="293"/>
                </a:lnTo>
                <a:lnTo>
                  <a:pt x="56" y="292"/>
                </a:lnTo>
                <a:lnTo>
                  <a:pt x="57" y="292"/>
                </a:lnTo>
                <a:lnTo>
                  <a:pt x="58" y="292"/>
                </a:lnTo>
                <a:lnTo>
                  <a:pt x="58" y="291"/>
                </a:lnTo>
                <a:lnTo>
                  <a:pt x="59" y="291"/>
                </a:lnTo>
                <a:lnTo>
                  <a:pt x="59" y="290"/>
                </a:lnTo>
                <a:lnTo>
                  <a:pt x="59" y="289"/>
                </a:lnTo>
                <a:lnTo>
                  <a:pt x="58" y="289"/>
                </a:lnTo>
                <a:lnTo>
                  <a:pt x="59" y="289"/>
                </a:lnTo>
                <a:lnTo>
                  <a:pt x="59" y="288"/>
                </a:lnTo>
                <a:lnTo>
                  <a:pt x="60" y="288"/>
                </a:lnTo>
                <a:lnTo>
                  <a:pt x="60" y="287"/>
                </a:lnTo>
                <a:lnTo>
                  <a:pt x="61" y="286"/>
                </a:lnTo>
                <a:lnTo>
                  <a:pt x="61" y="285"/>
                </a:lnTo>
                <a:lnTo>
                  <a:pt x="60" y="285"/>
                </a:lnTo>
                <a:lnTo>
                  <a:pt x="59" y="284"/>
                </a:lnTo>
                <a:lnTo>
                  <a:pt x="60" y="284"/>
                </a:lnTo>
                <a:lnTo>
                  <a:pt x="60" y="283"/>
                </a:lnTo>
                <a:lnTo>
                  <a:pt x="60" y="282"/>
                </a:lnTo>
                <a:lnTo>
                  <a:pt x="61" y="282"/>
                </a:lnTo>
                <a:lnTo>
                  <a:pt x="61" y="281"/>
                </a:lnTo>
                <a:lnTo>
                  <a:pt x="62" y="281"/>
                </a:lnTo>
                <a:lnTo>
                  <a:pt x="63" y="281"/>
                </a:lnTo>
                <a:lnTo>
                  <a:pt x="64" y="280"/>
                </a:lnTo>
                <a:lnTo>
                  <a:pt x="64" y="279"/>
                </a:lnTo>
                <a:lnTo>
                  <a:pt x="64" y="278"/>
                </a:lnTo>
                <a:lnTo>
                  <a:pt x="63" y="278"/>
                </a:lnTo>
                <a:lnTo>
                  <a:pt x="64" y="278"/>
                </a:lnTo>
                <a:lnTo>
                  <a:pt x="65" y="278"/>
                </a:lnTo>
                <a:lnTo>
                  <a:pt x="67" y="277"/>
                </a:lnTo>
                <a:lnTo>
                  <a:pt x="68" y="277"/>
                </a:lnTo>
                <a:lnTo>
                  <a:pt x="69" y="277"/>
                </a:lnTo>
                <a:lnTo>
                  <a:pt x="69" y="278"/>
                </a:lnTo>
                <a:lnTo>
                  <a:pt x="69" y="279"/>
                </a:lnTo>
                <a:lnTo>
                  <a:pt x="70" y="280"/>
                </a:lnTo>
                <a:lnTo>
                  <a:pt x="70" y="281"/>
                </a:lnTo>
                <a:lnTo>
                  <a:pt x="70" y="282"/>
                </a:lnTo>
                <a:lnTo>
                  <a:pt x="70" y="283"/>
                </a:lnTo>
                <a:lnTo>
                  <a:pt x="71" y="283"/>
                </a:lnTo>
                <a:lnTo>
                  <a:pt x="72" y="282"/>
                </a:lnTo>
                <a:lnTo>
                  <a:pt x="73" y="281"/>
                </a:lnTo>
                <a:lnTo>
                  <a:pt x="74" y="281"/>
                </a:lnTo>
                <a:lnTo>
                  <a:pt x="74" y="282"/>
                </a:lnTo>
                <a:lnTo>
                  <a:pt x="74" y="283"/>
                </a:lnTo>
                <a:lnTo>
                  <a:pt x="74" y="284"/>
                </a:lnTo>
                <a:lnTo>
                  <a:pt x="75" y="284"/>
                </a:lnTo>
                <a:lnTo>
                  <a:pt x="76" y="283"/>
                </a:lnTo>
                <a:lnTo>
                  <a:pt x="76" y="282"/>
                </a:lnTo>
                <a:lnTo>
                  <a:pt x="76" y="281"/>
                </a:lnTo>
                <a:lnTo>
                  <a:pt x="76" y="280"/>
                </a:lnTo>
                <a:lnTo>
                  <a:pt x="76" y="281"/>
                </a:lnTo>
                <a:lnTo>
                  <a:pt x="77" y="281"/>
                </a:lnTo>
                <a:lnTo>
                  <a:pt x="78" y="282"/>
                </a:lnTo>
                <a:lnTo>
                  <a:pt x="78" y="281"/>
                </a:lnTo>
                <a:lnTo>
                  <a:pt x="79" y="282"/>
                </a:lnTo>
                <a:lnTo>
                  <a:pt x="78" y="282"/>
                </a:lnTo>
                <a:lnTo>
                  <a:pt x="78" y="283"/>
                </a:lnTo>
                <a:lnTo>
                  <a:pt x="78" y="282"/>
                </a:lnTo>
                <a:lnTo>
                  <a:pt x="77" y="283"/>
                </a:lnTo>
                <a:lnTo>
                  <a:pt x="77" y="284"/>
                </a:lnTo>
                <a:lnTo>
                  <a:pt x="78" y="284"/>
                </a:lnTo>
                <a:lnTo>
                  <a:pt x="79" y="283"/>
                </a:lnTo>
                <a:lnTo>
                  <a:pt x="80" y="283"/>
                </a:lnTo>
                <a:lnTo>
                  <a:pt x="81" y="283"/>
                </a:lnTo>
                <a:lnTo>
                  <a:pt x="83" y="285"/>
                </a:lnTo>
                <a:lnTo>
                  <a:pt x="83" y="286"/>
                </a:lnTo>
                <a:lnTo>
                  <a:pt x="84" y="286"/>
                </a:lnTo>
                <a:lnTo>
                  <a:pt x="85" y="286"/>
                </a:lnTo>
                <a:lnTo>
                  <a:pt x="87" y="286"/>
                </a:lnTo>
                <a:lnTo>
                  <a:pt x="88" y="286"/>
                </a:lnTo>
                <a:lnTo>
                  <a:pt x="89" y="286"/>
                </a:lnTo>
                <a:lnTo>
                  <a:pt x="89" y="285"/>
                </a:lnTo>
                <a:lnTo>
                  <a:pt x="89" y="286"/>
                </a:lnTo>
                <a:lnTo>
                  <a:pt x="89" y="287"/>
                </a:lnTo>
                <a:lnTo>
                  <a:pt x="90" y="287"/>
                </a:lnTo>
                <a:lnTo>
                  <a:pt x="91" y="286"/>
                </a:lnTo>
                <a:lnTo>
                  <a:pt x="94" y="286"/>
                </a:lnTo>
                <a:lnTo>
                  <a:pt x="95" y="287"/>
                </a:lnTo>
                <a:lnTo>
                  <a:pt x="96" y="288"/>
                </a:lnTo>
                <a:lnTo>
                  <a:pt x="96" y="289"/>
                </a:lnTo>
                <a:lnTo>
                  <a:pt x="97" y="289"/>
                </a:lnTo>
                <a:lnTo>
                  <a:pt x="97" y="290"/>
                </a:lnTo>
                <a:lnTo>
                  <a:pt x="98" y="290"/>
                </a:lnTo>
                <a:lnTo>
                  <a:pt x="97" y="290"/>
                </a:lnTo>
                <a:lnTo>
                  <a:pt x="98" y="291"/>
                </a:lnTo>
                <a:lnTo>
                  <a:pt x="99" y="291"/>
                </a:lnTo>
                <a:lnTo>
                  <a:pt x="100" y="292"/>
                </a:lnTo>
                <a:lnTo>
                  <a:pt x="101" y="291"/>
                </a:lnTo>
                <a:lnTo>
                  <a:pt x="101" y="290"/>
                </a:lnTo>
                <a:lnTo>
                  <a:pt x="102" y="290"/>
                </a:lnTo>
                <a:lnTo>
                  <a:pt x="102" y="292"/>
                </a:lnTo>
                <a:lnTo>
                  <a:pt x="102" y="293"/>
                </a:lnTo>
                <a:lnTo>
                  <a:pt x="103" y="294"/>
                </a:lnTo>
                <a:lnTo>
                  <a:pt x="104" y="294"/>
                </a:lnTo>
                <a:lnTo>
                  <a:pt x="104" y="295"/>
                </a:lnTo>
                <a:lnTo>
                  <a:pt x="105" y="295"/>
                </a:lnTo>
                <a:lnTo>
                  <a:pt x="104" y="295"/>
                </a:lnTo>
                <a:lnTo>
                  <a:pt x="105" y="295"/>
                </a:lnTo>
                <a:lnTo>
                  <a:pt x="105" y="294"/>
                </a:lnTo>
                <a:lnTo>
                  <a:pt x="105" y="295"/>
                </a:lnTo>
                <a:lnTo>
                  <a:pt x="106" y="295"/>
                </a:lnTo>
                <a:lnTo>
                  <a:pt x="106" y="296"/>
                </a:lnTo>
                <a:lnTo>
                  <a:pt x="107" y="297"/>
                </a:lnTo>
                <a:lnTo>
                  <a:pt x="108" y="297"/>
                </a:lnTo>
                <a:lnTo>
                  <a:pt x="108" y="296"/>
                </a:lnTo>
                <a:lnTo>
                  <a:pt x="107" y="295"/>
                </a:lnTo>
                <a:lnTo>
                  <a:pt x="107" y="294"/>
                </a:lnTo>
                <a:lnTo>
                  <a:pt x="106" y="294"/>
                </a:lnTo>
                <a:lnTo>
                  <a:pt x="106" y="293"/>
                </a:lnTo>
                <a:lnTo>
                  <a:pt x="107" y="293"/>
                </a:lnTo>
                <a:lnTo>
                  <a:pt x="108" y="293"/>
                </a:lnTo>
                <a:lnTo>
                  <a:pt x="108" y="294"/>
                </a:lnTo>
                <a:lnTo>
                  <a:pt x="108" y="295"/>
                </a:lnTo>
                <a:lnTo>
                  <a:pt x="111" y="295"/>
                </a:lnTo>
                <a:lnTo>
                  <a:pt x="111" y="296"/>
                </a:lnTo>
                <a:lnTo>
                  <a:pt x="112" y="296"/>
                </a:lnTo>
                <a:lnTo>
                  <a:pt x="113" y="296"/>
                </a:lnTo>
                <a:lnTo>
                  <a:pt x="113" y="297"/>
                </a:lnTo>
                <a:lnTo>
                  <a:pt x="113" y="298"/>
                </a:lnTo>
                <a:lnTo>
                  <a:pt x="113" y="299"/>
                </a:lnTo>
                <a:lnTo>
                  <a:pt x="113" y="300"/>
                </a:lnTo>
                <a:lnTo>
                  <a:pt x="113" y="301"/>
                </a:lnTo>
                <a:lnTo>
                  <a:pt x="114" y="301"/>
                </a:lnTo>
                <a:lnTo>
                  <a:pt x="114" y="303"/>
                </a:lnTo>
                <a:lnTo>
                  <a:pt x="113" y="304"/>
                </a:lnTo>
                <a:lnTo>
                  <a:pt x="113" y="305"/>
                </a:lnTo>
                <a:lnTo>
                  <a:pt x="114" y="306"/>
                </a:lnTo>
                <a:lnTo>
                  <a:pt x="114" y="307"/>
                </a:lnTo>
                <a:lnTo>
                  <a:pt x="115" y="307"/>
                </a:lnTo>
                <a:lnTo>
                  <a:pt x="117" y="307"/>
                </a:lnTo>
                <a:lnTo>
                  <a:pt x="117" y="308"/>
                </a:lnTo>
                <a:lnTo>
                  <a:pt x="116" y="309"/>
                </a:lnTo>
                <a:lnTo>
                  <a:pt x="115" y="310"/>
                </a:lnTo>
                <a:lnTo>
                  <a:pt x="116" y="310"/>
                </a:lnTo>
                <a:lnTo>
                  <a:pt x="117" y="312"/>
                </a:lnTo>
                <a:lnTo>
                  <a:pt x="118" y="312"/>
                </a:lnTo>
                <a:lnTo>
                  <a:pt x="119" y="311"/>
                </a:lnTo>
                <a:lnTo>
                  <a:pt x="120" y="311"/>
                </a:lnTo>
                <a:lnTo>
                  <a:pt x="120" y="310"/>
                </a:lnTo>
                <a:lnTo>
                  <a:pt x="121" y="310"/>
                </a:lnTo>
                <a:lnTo>
                  <a:pt x="122" y="312"/>
                </a:lnTo>
                <a:lnTo>
                  <a:pt x="122" y="313"/>
                </a:lnTo>
                <a:lnTo>
                  <a:pt x="121" y="313"/>
                </a:lnTo>
                <a:lnTo>
                  <a:pt x="121" y="314"/>
                </a:lnTo>
                <a:lnTo>
                  <a:pt x="122" y="315"/>
                </a:lnTo>
                <a:lnTo>
                  <a:pt x="123" y="315"/>
                </a:lnTo>
                <a:lnTo>
                  <a:pt x="123" y="314"/>
                </a:lnTo>
                <a:lnTo>
                  <a:pt x="123" y="313"/>
                </a:lnTo>
                <a:lnTo>
                  <a:pt x="122" y="313"/>
                </a:lnTo>
                <a:lnTo>
                  <a:pt x="123" y="312"/>
                </a:lnTo>
                <a:lnTo>
                  <a:pt x="124" y="312"/>
                </a:lnTo>
                <a:lnTo>
                  <a:pt x="124" y="313"/>
                </a:lnTo>
                <a:lnTo>
                  <a:pt x="124" y="312"/>
                </a:lnTo>
                <a:lnTo>
                  <a:pt x="125" y="313"/>
                </a:lnTo>
                <a:lnTo>
                  <a:pt x="125" y="314"/>
                </a:lnTo>
                <a:lnTo>
                  <a:pt x="126" y="314"/>
                </a:lnTo>
                <a:lnTo>
                  <a:pt x="126" y="311"/>
                </a:lnTo>
                <a:lnTo>
                  <a:pt x="125" y="311"/>
                </a:lnTo>
                <a:lnTo>
                  <a:pt x="124" y="310"/>
                </a:lnTo>
                <a:lnTo>
                  <a:pt x="125" y="310"/>
                </a:lnTo>
                <a:lnTo>
                  <a:pt x="126" y="310"/>
                </a:lnTo>
                <a:lnTo>
                  <a:pt x="127" y="311"/>
                </a:lnTo>
                <a:lnTo>
                  <a:pt x="126" y="312"/>
                </a:lnTo>
                <a:lnTo>
                  <a:pt x="126" y="313"/>
                </a:lnTo>
                <a:lnTo>
                  <a:pt x="127" y="313"/>
                </a:lnTo>
                <a:lnTo>
                  <a:pt x="128" y="311"/>
                </a:lnTo>
                <a:lnTo>
                  <a:pt x="129" y="311"/>
                </a:lnTo>
                <a:lnTo>
                  <a:pt x="128" y="310"/>
                </a:lnTo>
                <a:lnTo>
                  <a:pt x="128" y="309"/>
                </a:lnTo>
                <a:lnTo>
                  <a:pt x="129" y="309"/>
                </a:lnTo>
                <a:lnTo>
                  <a:pt x="130" y="308"/>
                </a:lnTo>
                <a:lnTo>
                  <a:pt x="130" y="307"/>
                </a:lnTo>
                <a:lnTo>
                  <a:pt x="129" y="306"/>
                </a:lnTo>
                <a:lnTo>
                  <a:pt x="130" y="306"/>
                </a:lnTo>
                <a:lnTo>
                  <a:pt x="131" y="306"/>
                </a:lnTo>
                <a:lnTo>
                  <a:pt x="131" y="307"/>
                </a:lnTo>
                <a:lnTo>
                  <a:pt x="132" y="307"/>
                </a:lnTo>
                <a:lnTo>
                  <a:pt x="133" y="308"/>
                </a:lnTo>
                <a:lnTo>
                  <a:pt x="134" y="308"/>
                </a:lnTo>
                <a:lnTo>
                  <a:pt x="134" y="307"/>
                </a:lnTo>
                <a:lnTo>
                  <a:pt x="134" y="306"/>
                </a:lnTo>
                <a:lnTo>
                  <a:pt x="135" y="306"/>
                </a:lnTo>
                <a:lnTo>
                  <a:pt x="136" y="306"/>
                </a:lnTo>
                <a:lnTo>
                  <a:pt x="138" y="305"/>
                </a:lnTo>
                <a:lnTo>
                  <a:pt x="139" y="305"/>
                </a:lnTo>
                <a:lnTo>
                  <a:pt x="140" y="305"/>
                </a:lnTo>
                <a:lnTo>
                  <a:pt x="141" y="305"/>
                </a:lnTo>
                <a:lnTo>
                  <a:pt x="140" y="304"/>
                </a:lnTo>
                <a:lnTo>
                  <a:pt x="140" y="303"/>
                </a:lnTo>
                <a:lnTo>
                  <a:pt x="141" y="303"/>
                </a:lnTo>
                <a:lnTo>
                  <a:pt x="142" y="304"/>
                </a:lnTo>
                <a:lnTo>
                  <a:pt x="142" y="305"/>
                </a:lnTo>
                <a:lnTo>
                  <a:pt x="143" y="305"/>
                </a:lnTo>
                <a:lnTo>
                  <a:pt x="144" y="305"/>
                </a:lnTo>
                <a:lnTo>
                  <a:pt x="145" y="304"/>
                </a:lnTo>
                <a:lnTo>
                  <a:pt x="146" y="304"/>
                </a:lnTo>
                <a:lnTo>
                  <a:pt x="146" y="303"/>
                </a:lnTo>
                <a:lnTo>
                  <a:pt x="146" y="302"/>
                </a:lnTo>
                <a:lnTo>
                  <a:pt x="145" y="302"/>
                </a:lnTo>
                <a:lnTo>
                  <a:pt x="144" y="301"/>
                </a:lnTo>
                <a:lnTo>
                  <a:pt x="143" y="301"/>
                </a:lnTo>
                <a:lnTo>
                  <a:pt x="143" y="300"/>
                </a:lnTo>
                <a:lnTo>
                  <a:pt x="144" y="300"/>
                </a:lnTo>
                <a:lnTo>
                  <a:pt x="145" y="300"/>
                </a:lnTo>
                <a:lnTo>
                  <a:pt x="147" y="300"/>
                </a:lnTo>
                <a:lnTo>
                  <a:pt x="147" y="299"/>
                </a:lnTo>
                <a:lnTo>
                  <a:pt x="146" y="299"/>
                </a:lnTo>
                <a:lnTo>
                  <a:pt x="146" y="298"/>
                </a:lnTo>
                <a:lnTo>
                  <a:pt x="146" y="297"/>
                </a:lnTo>
                <a:lnTo>
                  <a:pt x="147" y="297"/>
                </a:lnTo>
                <a:lnTo>
                  <a:pt x="147" y="298"/>
                </a:lnTo>
                <a:lnTo>
                  <a:pt x="148" y="298"/>
                </a:lnTo>
                <a:lnTo>
                  <a:pt x="148" y="297"/>
                </a:lnTo>
                <a:lnTo>
                  <a:pt x="147" y="296"/>
                </a:lnTo>
                <a:lnTo>
                  <a:pt x="147" y="295"/>
                </a:lnTo>
                <a:lnTo>
                  <a:pt x="149" y="295"/>
                </a:lnTo>
                <a:lnTo>
                  <a:pt x="149" y="296"/>
                </a:lnTo>
                <a:lnTo>
                  <a:pt x="148" y="296"/>
                </a:lnTo>
                <a:lnTo>
                  <a:pt x="148" y="297"/>
                </a:lnTo>
                <a:lnTo>
                  <a:pt x="149" y="297"/>
                </a:lnTo>
                <a:lnTo>
                  <a:pt x="149" y="296"/>
                </a:lnTo>
                <a:lnTo>
                  <a:pt x="150" y="296"/>
                </a:lnTo>
                <a:lnTo>
                  <a:pt x="151" y="297"/>
                </a:lnTo>
                <a:lnTo>
                  <a:pt x="151" y="296"/>
                </a:lnTo>
                <a:lnTo>
                  <a:pt x="152" y="296"/>
                </a:lnTo>
                <a:lnTo>
                  <a:pt x="154" y="297"/>
                </a:lnTo>
                <a:lnTo>
                  <a:pt x="155" y="297"/>
                </a:lnTo>
                <a:lnTo>
                  <a:pt x="155" y="298"/>
                </a:lnTo>
                <a:lnTo>
                  <a:pt x="156" y="298"/>
                </a:lnTo>
                <a:lnTo>
                  <a:pt x="156" y="297"/>
                </a:lnTo>
                <a:lnTo>
                  <a:pt x="157" y="297"/>
                </a:lnTo>
                <a:lnTo>
                  <a:pt x="158" y="296"/>
                </a:lnTo>
                <a:lnTo>
                  <a:pt x="159" y="296"/>
                </a:lnTo>
                <a:lnTo>
                  <a:pt x="160" y="297"/>
                </a:lnTo>
                <a:lnTo>
                  <a:pt x="161" y="297"/>
                </a:lnTo>
                <a:lnTo>
                  <a:pt x="161" y="295"/>
                </a:lnTo>
                <a:lnTo>
                  <a:pt x="161" y="294"/>
                </a:lnTo>
                <a:lnTo>
                  <a:pt x="162" y="294"/>
                </a:lnTo>
                <a:lnTo>
                  <a:pt x="163" y="294"/>
                </a:lnTo>
                <a:lnTo>
                  <a:pt x="163" y="295"/>
                </a:lnTo>
                <a:lnTo>
                  <a:pt x="164" y="295"/>
                </a:lnTo>
                <a:lnTo>
                  <a:pt x="165" y="295"/>
                </a:lnTo>
                <a:lnTo>
                  <a:pt x="165" y="296"/>
                </a:lnTo>
                <a:lnTo>
                  <a:pt x="166" y="296"/>
                </a:lnTo>
                <a:lnTo>
                  <a:pt x="166" y="297"/>
                </a:lnTo>
                <a:lnTo>
                  <a:pt x="167" y="297"/>
                </a:lnTo>
                <a:lnTo>
                  <a:pt x="169" y="297"/>
                </a:lnTo>
                <a:lnTo>
                  <a:pt x="170" y="298"/>
                </a:lnTo>
                <a:lnTo>
                  <a:pt x="171" y="299"/>
                </a:lnTo>
                <a:lnTo>
                  <a:pt x="171" y="300"/>
                </a:lnTo>
                <a:lnTo>
                  <a:pt x="171" y="301"/>
                </a:lnTo>
                <a:lnTo>
                  <a:pt x="172" y="301"/>
                </a:lnTo>
                <a:lnTo>
                  <a:pt x="172" y="302"/>
                </a:lnTo>
                <a:lnTo>
                  <a:pt x="173" y="302"/>
                </a:lnTo>
                <a:lnTo>
                  <a:pt x="173" y="303"/>
                </a:lnTo>
                <a:lnTo>
                  <a:pt x="174" y="304"/>
                </a:lnTo>
                <a:lnTo>
                  <a:pt x="173" y="304"/>
                </a:lnTo>
                <a:lnTo>
                  <a:pt x="172" y="304"/>
                </a:lnTo>
                <a:lnTo>
                  <a:pt x="171" y="305"/>
                </a:lnTo>
                <a:lnTo>
                  <a:pt x="170" y="306"/>
                </a:lnTo>
                <a:lnTo>
                  <a:pt x="169" y="306"/>
                </a:lnTo>
                <a:lnTo>
                  <a:pt x="169" y="307"/>
                </a:lnTo>
                <a:lnTo>
                  <a:pt x="170" y="307"/>
                </a:lnTo>
                <a:lnTo>
                  <a:pt x="171" y="307"/>
                </a:lnTo>
                <a:lnTo>
                  <a:pt x="172" y="308"/>
                </a:lnTo>
                <a:lnTo>
                  <a:pt x="172" y="309"/>
                </a:lnTo>
                <a:lnTo>
                  <a:pt x="172" y="310"/>
                </a:lnTo>
                <a:lnTo>
                  <a:pt x="171" y="310"/>
                </a:lnTo>
                <a:lnTo>
                  <a:pt x="171" y="311"/>
                </a:lnTo>
                <a:lnTo>
                  <a:pt x="172" y="312"/>
                </a:lnTo>
                <a:lnTo>
                  <a:pt x="173" y="312"/>
                </a:lnTo>
                <a:lnTo>
                  <a:pt x="174" y="313"/>
                </a:lnTo>
                <a:lnTo>
                  <a:pt x="174" y="314"/>
                </a:lnTo>
                <a:lnTo>
                  <a:pt x="173" y="314"/>
                </a:lnTo>
                <a:lnTo>
                  <a:pt x="173" y="315"/>
                </a:lnTo>
                <a:lnTo>
                  <a:pt x="174" y="315"/>
                </a:lnTo>
                <a:lnTo>
                  <a:pt x="175" y="315"/>
                </a:lnTo>
                <a:lnTo>
                  <a:pt x="176" y="316"/>
                </a:lnTo>
                <a:lnTo>
                  <a:pt x="176" y="317"/>
                </a:lnTo>
                <a:lnTo>
                  <a:pt x="177" y="317"/>
                </a:lnTo>
                <a:lnTo>
                  <a:pt x="177" y="318"/>
                </a:lnTo>
                <a:lnTo>
                  <a:pt x="177" y="317"/>
                </a:lnTo>
                <a:lnTo>
                  <a:pt x="178" y="317"/>
                </a:lnTo>
                <a:lnTo>
                  <a:pt x="178" y="318"/>
                </a:lnTo>
                <a:lnTo>
                  <a:pt x="178" y="319"/>
                </a:lnTo>
                <a:lnTo>
                  <a:pt x="178" y="320"/>
                </a:lnTo>
                <a:lnTo>
                  <a:pt x="178" y="322"/>
                </a:lnTo>
                <a:lnTo>
                  <a:pt x="177" y="323"/>
                </a:lnTo>
                <a:lnTo>
                  <a:pt x="178" y="323"/>
                </a:lnTo>
                <a:lnTo>
                  <a:pt x="179" y="323"/>
                </a:lnTo>
                <a:lnTo>
                  <a:pt x="180" y="323"/>
                </a:lnTo>
                <a:lnTo>
                  <a:pt x="180" y="324"/>
                </a:lnTo>
                <a:lnTo>
                  <a:pt x="181" y="324"/>
                </a:lnTo>
                <a:lnTo>
                  <a:pt x="181" y="325"/>
                </a:lnTo>
                <a:lnTo>
                  <a:pt x="181" y="327"/>
                </a:lnTo>
                <a:lnTo>
                  <a:pt x="182" y="328"/>
                </a:lnTo>
                <a:lnTo>
                  <a:pt x="181" y="328"/>
                </a:lnTo>
                <a:lnTo>
                  <a:pt x="181" y="329"/>
                </a:lnTo>
                <a:lnTo>
                  <a:pt x="181" y="330"/>
                </a:lnTo>
                <a:lnTo>
                  <a:pt x="182" y="331"/>
                </a:lnTo>
                <a:lnTo>
                  <a:pt x="183" y="331"/>
                </a:lnTo>
                <a:lnTo>
                  <a:pt x="185" y="333"/>
                </a:lnTo>
                <a:lnTo>
                  <a:pt x="185" y="334"/>
                </a:lnTo>
                <a:lnTo>
                  <a:pt x="184" y="335"/>
                </a:lnTo>
                <a:lnTo>
                  <a:pt x="185" y="335"/>
                </a:lnTo>
                <a:lnTo>
                  <a:pt x="185" y="337"/>
                </a:lnTo>
                <a:lnTo>
                  <a:pt x="185" y="338"/>
                </a:lnTo>
                <a:lnTo>
                  <a:pt x="186" y="338"/>
                </a:lnTo>
                <a:lnTo>
                  <a:pt x="187" y="338"/>
                </a:lnTo>
                <a:lnTo>
                  <a:pt x="188" y="338"/>
                </a:lnTo>
                <a:lnTo>
                  <a:pt x="188" y="339"/>
                </a:lnTo>
                <a:lnTo>
                  <a:pt x="190" y="339"/>
                </a:lnTo>
                <a:lnTo>
                  <a:pt x="191" y="339"/>
                </a:lnTo>
                <a:lnTo>
                  <a:pt x="193" y="339"/>
                </a:lnTo>
                <a:lnTo>
                  <a:pt x="193" y="338"/>
                </a:lnTo>
                <a:lnTo>
                  <a:pt x="194" y="338"/>
                </a:lnTo>
                <a:lnTo>
                  <a:pt x="195" y="337"/>
                </a:lnTo>
                <a:lnTo>
                  <a:pt x="196" y="337"/>
                </a:lnTo>
                <a:lnTo>
                  <a:pt x="197" y="337"/>
                </a:lnTo>
                <a:lnTo>
                  <a:pt x="198" y="337"/>
                </a:lnTo>
                <a:lnTo>
                  <a:pt x="198" y="336"/>
                </a:lnTo>
                <a:lnTo>
                  <a:pt x="199" y="335"/>
                </a:lnTo>
                <a:lnTo>
                  <a:pt x="199" y="334"/>
                </a:lnTo>
                <a:lnTo>
                  <a:pt x="200" y="334"/>
                </a:lnTo>
                <a:lnTo>
                  <a:pt x="201" y="335"/>
                </a:lnTo>
                <a:lnTo>
                  <a:pt x="201" y="336"/>
                </a:lnTo>
                <a:lnTo>
                  <a:pt x="202" y="337"/>
                </a:lnTo>
                <a:lnTo>
                  <a:pt x="204" y="337"/>
                </a:lnTo>
                <a:lnTo>
                  <a:pt x="206" y="336"/>
                </a:lnTo>
                <a:lnTo>
                  <a:pt x="206" y="337"/>
                </a:lnTo>
                <a:lnTo>
                  <a:pt x="207" y="336"/>
                </a:lnTo>
                <a:lnTo>
                  <a:pt x="208" y="336"/>
                </a:lnTo>
                <a:lnTo>
                  <a:pt x="208" y="337"/>
                </a:lnTo>
                <a:lnTo>
                  <a:pt x="209" y="338"/>
                </a:lnTo>
                <a:lnTo>
                  <a:pt x="209" y="337"/>
                </a:lnTo>
                <a:lnTo>
                  <a:pt x="210" y="336"/>
                </a:lnTo>
                <a:lnTo>
                  <a:pt x="211" y="335"/>
                </a:lnTo>
                <a:lnTo>
                  <a:pt x="212" y="335"/>
                </a:lnTo>
                <a:lnTo>
                  <a:pt x="213" y="335"/>
                </a:lnTo>
                <a:lnTo>
                  <a:pt x="214" y="335"/>
                </a:lnTo>
                <a:lnTo>
                  <a:pt x="215" y="333"/>
                </a:lnTo>
                <a:lnTo>
                  <a:pt x="215" y="332"/>
                </a:lnTo>
                <a:lnTo>
                  <a:pt x="214" y="332"/>
                </a:lnTo>
                <a:lnTo>
                  <a:pt x="214" y="331"/>
                </a:lnTo>
                <a:lnTo>
                  <a:pt x="215" y="331"/>
                </a:lnTo>
                <a:lnTo>
                  <a:pt x="215" y="330"/>
                </a:lnTo>
                <a:lnTo>
                  <a:pt x="216" y="329"/>
                </a:lnTo>
                <a:lnTo>
                  <a:pt x="217" y="328"/>
                </a:lnTo>
                <a:lnTo>
                  <a:pt x="218" y="328"/>
                </a:lnTo>
                <a:lnTo>
                  <a:pt x="219" y="329"/>
                </a:lnTo>
                <a:lnTo>
                  <a:pt x="219" y="330"/>
                </a:lnTo>
                <a:lnTo>
                  <a:pt x="220" y="332"/>
                </a:lnTo>
                <a:lnTo>
                  <a:pt x="220" y="333"/>
                </a:lnTo>
                <a:lnTo>
                  <a:pt x="221" y="333"/>
                </a:lnTo>
                <a:lnTo>
                  <a:pt x="222" y="333"/>
                </a:lnTo>
                <a:lnTo>
                  <a:pt x="223" y="334"/>
                </a:lnTo>
                <a:lnTo>
                  <a:pt x="223" y="335"/>
                </a:lnTo>
                <a:lnTo>
                  <a:pt x="223" y="336"/>
                </a:lnTo>
                <a:lnTo>
                  <a:pt x="224" y="336"/>
                </a:lnTo>
                <a:lnTo>
                  <a:pt x="226" y="336"/>
                </a:lnTo>
                <a:lnTo>
                  <a:pt x="226" y="335"/>
                </a:lnTo>
                <a:lnTo>
                  <a:pt x="225" y="334"/>
                </a:lnTo>
                <a:lnTo>
                  <a:pt x="225" y="333"/>
                </a:lnTo>
                <a:lnTo>
                  <a:pt x="226" y="332"/>
                </a:lnTo>
                <a:lnTo>
                  <a:pt x="227" y="333"/>
                </a:lnTo>
                <a:lnTo>
                  <a:pt x="227" y="334"/>
                </a:lnTo>
                <a:lnTo>
                  <a:pt x="228" y="334"/>
                </a:lnTo>
                <a:lnTo>
                  <a:pt x="229" y="334"/>
                </a:lnTo>
                <a:lnTo>
                  <a:pt x="230" y="333"/>
                </a:lnTo>
                <a:lnTo>
                  <a:pt x="231" y="331"/>
                </a:lnTo>
                <a:lnTo>
                  <a:pt x="231" y="330"/>
                </a:lnTo>
                <a:lnTo>
                  <a:pt x="230" y="330"/>
                </a:lnTo>
                <a:lnTo>
                  <a:pt x="230" y="329"/>
                </a:lnTo>
                <a:lnTo>
                  <a:pt x="229" y="328"/>
                </a:lnTo>
                <a:lnTo>
                  <a:pt x="230" y="326"/>
                </a:lnTo>
                <a:lnTo>
                  <a:pt x="231" y="326"/>
                </a:lnTo>
                <a:lnTo>
                  <a:pt x="232" y="326"/>
                </a:lnTo>
                <a:lnTo>
                  <a:pt x="232" y="327"/>
                </a:lnTo>
                <a:lnTo>
                  <a:pt x="233" y="326"/>
                </a:lnTo>
                <a:lnTo>
                  <a:pt x="234" y="326"/>
                </a:lnTo>
                <a:lnTo>
                  <a:pt x="234" y="325"/>
                </a:lnTo>
                <a:lnTo>
                  <a:pt x="234" y="324"/>
                </a:lnTo>
                <a:lnTo>
                  <a:pt x="234" y="323"/>
                </a:lnTo>
                <a:lnTo>
                  <a:pt x="235" y="323"/>
                </a:lnTo>
                <a:lnTo>
                  <a:pt x="237" y="322"/>
                </a:lnTo>
                <a:lnTo>
                  <a:pt x="238" y="320"/>
                </a:lnTo>
                <a:lnTo>
                  <a:pt x="239" y="319"/>
                </a:lnTo>
                <a:lnTo>
                  <a:pt x="239" y="318"/>
                </a:lnTo>
                <a:lnTo>
                  <a:pt x="241" y="316"/>
                </a:lnTo>
                <a:lnTo>
                  <a:pt x="243" y="314"/>
                </a:lnTo>
                <a:lnTo>
                  <a:pt x="244" y="313"/>
                </a:lnTo>
                <a:lnTo>
                  <a:pt x="245" y="312"/>
                </a:lnTo>
                <a:lnTo>
                  <a:pt x="245" y="311"/>
                </a:lnTo>
                <a:lnTo>
                  <a:pt x="246" y="310"/>
                </a:lnTo>
                <a:lnTo>
                  <a:pt x="248" y="308"/>
                </a:lnTo>
                <a:lnTo>
                  <a:pt x="249" y="307"/>
                </a:lnTo>
                <a:lnTo>
                  <a:pt x="249" y="306"/>
                </a:lnTo>
                <a:lnTo>
                  <a:pt x="250" y="304"/>
                </a:lnTo>
                <a:lnTo>
                  <a:pt x="252" y="301"/>
                </a:lnTo>
                <a:lnTo>
                  <a:pt x="253" y="300"/>
                </a:lnTo>
                <a:lnTo>
                  <a:pt x="253" y="299"/>
                </a:lnTo>
                <a:lnTo>
                  <a:pt x="253" y="298"/>
                </a:lnTo>
                <a:lnTo>
                  <a:pt x="253" y="297"/>
                </a:lnTo>
                <a:lnTo>
                  <a:pt x="254" y="296"/>
                </a:lnTo>
                <a:lnTo>
                  <a:pt x="254" y="295"/>
                </a:lnTo>
                <a:lnTo>
                  <a:pt x="254" y="294"/>
                </a:lnTo>
                <a:lnTo>
                  <a:pt x="255" y="293"/>
                </a:lnTo>
                <a:lnTo>
                  <a:pt x="255" y="292"/>
                </a:lnTo>
                <a:lnTo>
                  <a:pt x="255" y="291"/>
                </a:lnTo>
                <a:lnTo>
                  <a:pt x="256" y="291"/>
                </a:lnTo>
                <a:lnTo>
                  <a:pt x="256" y="290"/>
                </a:lnTo>
                <a:lnTo>
                  <a:pt x="256" y="289"/>
                </a:lnTo>
                <a:lnTo>
                  <a:pt x="257" y="289"/>
                </a:lnTo>
                <a:lnTo>
                  <a:pt x="257" y="288"/>
                </a:lnTo>
                <a:lnTo>
                  <a:pt x="258" y="288"/>
                </a:lnTo>
                <a:lnTo>
                  <a:pt x="258" y="287"/>
                </a:lnTo>
                <a:lnTo>
                  <a:pt x="258" y="286"/>
                </a:lnTo>
                <a:lnTo>
                  <a:pt x="259" y="286"/>
                </a:lnTo>
                <a:lnTo>
                  <a:pt x="260" y="285"/>
                </a:lnTo>
                <a:lnTo>
                  <a:pt x="261" y="284"/>
                </a:lnTo>
                <a:lnTo>
                  <a:pt x="262" y="283"/>
                </a:lnTo>
                <a:lnTo>
                  <a:pt x="262" y="282"/>
                </a:lnTo>
                <a:lnTo>
                  <a:pt x="263" y="282"/>
                </a:lnTo>
                <a:lnTo>
                  <a:pt x="262" y="282"/>
                </a:lnTo>
                <a:lnTo>
                  <a:pt x="263" y="281"/>
                </a:lnTo>
                <a:lnTo>
                  <a:pt x="263" y="280"/>
                </a:lnTo>
                <a:lnTo>
                  <a:pt x="263" y="279"/>
                </a:lnTo>
                <a:lnTo>
                  <a:pt x="264" y="277"/>
                </a:lnTo>
                <a:lnTo>
                  <a:pt x="263" y="276"/>
                </a:lnTo>
                <a:lnTo>
                  <a:pt x="263" y="275"/>
                </a:lnTo>
                <a:lnTo>
                  <a:pt x="265" y="270"/>
                </a:lnTo>
                <a:lnTo>
                  <a:pt x="267" y="267"/>
                </a:lnTo>
                <a:lnTo>
                  <a:pt x="268" y="266"/>
                </a:lnTo>
                <a:lnTo>
                  <a:pt x="269" y="264"/>
                </a:lnTo>
                <a:lnTo>
                  <a:pt x="270" y="263"/>
                </a:lnTo>
                <a:lnTo>
                  <a:pt x="270" y="262"/>
                </a:lnTo>
                <a:lnTo>
                  <a:pt x="271" y="262"/>
                </a:lnTo>
                <a:lnTo>
                  <a:pt x="271" y="261"/>
                </a:lnTo>
                <a:lnTo>
                  <a:pt x="271" y="260"/>
                </a:lnTo>
                <a:lnTo>
                  <a:pt x="271" y="261"/>
                </a:lnTo>
                <a:lnTo>
                  <a:pt x="272" y="261"/>
                </a:lnTo>
                <a:lnTo>
                  <a:pt x="273" y="261"/>
                </a:lnTo>
                <a:lnTo>
                  <a:pt x="274" y="261"/>
                </a:lnTo>
                <a:lnTo>
                  <a:pt x="274" y="260"/>
                </a:lnTo>
                <a:lnTo>
                  <a:pt x="275" y="259"/>
                </a:lnTo>
                <a:lnTo>
                  <a:pt x="275" y="258"/>
                </a:lnTo>
                <a:lnTo>
                  <a:pt x="274" y="257"/>
                </a:lnTo>
                <a:lnTo>
                  <a:pt x="274" y="256"/>
                </a:lnTo>
                <a:lnTo>
                  <a:pt x="275" y="255"/>
                </a:lnTo>
                <a:lnTo>
                  <a:pt x="277" y="253"/>
                </a:lnTo>
                <a:lnTo>
                  <a:pt x="278" y="252"/>
                </a:lnTo>
                <a:lnTo>
                  <a:pt x="278" y="251"/>
                </a:lnTo>
                <a:lnTo>
                  <a:pt x="278" y="250"/>
                </a:lnTo>
                <a:lnTo>
                  <a:pt x="280" y="249"/>
                </a:lnTo>
                <a:lnTo>
                  <a:pt x="281" y="249"/>
                </a:lnTo>
                <a:lnTo>
                  <a:pt x="281" y="248"/>
                </a:lnTo>
                <a:lnTo>
                  <a:pt x="281" y="247"/>
                </a:lnTo>
                <a:lnTo>
                  <a:pt x="281" y="246"/>
                </a:lnTo>
                <a:lnTo>
                  <a:pt x="282" y="246"/>
                </a:lnTo>
                <a:lnTo>
                  <a:pt x="282" y="245"/>
                </a:lnTo>
                <a:lnTo>
                  <a:pt x="283" y="245"/>
                </a:lnTo>
                <a:lnTo>
                  <a:pt x="283" y="244"/>
                </a:lnTo>
                <a:lnTo>
                  <a:pt x="284" y="242"/>
                </a:lnTo>
                <a:lnTo>
                  <a:pt x="284" y="241"/>
                </a:lnTo>
                <a:lnTo>
                  <a:pt x="282" y="238"/>
                </a:lnTo>
                <a:lnTo>
                  <a:pt x="281" y="238"/>
                </a:lnTo>
                <a:lnTo>
                  <a:pt x="280" y="238"/>
                </a:lnTo>
                <a:lnTo>
                  <a:pt x="279" y="238"/>
                </a:lnTo>
                <a:lnTo>
                  <a:pt x="278" y="236"/>
                </a:lnTo>
                <a:lnTo>
                  <a:pt x="277" y="235"/>
                </a:lnTo>
                <a:lnTo>
                  <a:pt x="277" y="234"/>
                </a:lnTo>
                <a:lnTo>
                  <a:pt x="277" y="233"/>
                </a:lnTo>
                <a:lnTo>
                  <a:pt x="275" y="231"/>
                </a:lnTo>
                <a:lnTo>
                  <a:pt x="274" y="230"/>
                </a:lnTo>
                <a:lnTo>
                  <a:pt x="273" y="229"/>
                </a:lnTo>
                <a:lnTo>
                  <a:pt x="273" y="228"/>
                </a:lnTo>
                <a:lnTo>
                  <a:pt x="273" y="227"/>
                </a:lnTo>
                <a:lnTo>
                  <a:pt x="272" y="227"/>
                </a:lnTo>
                <a:lnTo>
                  <a:pt x="272" y="226"/>
                </a:lnTo>
                <a:lnTo>
                  <a:pt x="273" y="226"/>
                </a:lnTo>
                <a:lnTo>
                  <a:pt x="274" y="226"/>
                </a:lnTo>
                <a:lnTo>
                  <a:pt x="275" y="226"/>
                </a:lnTo>
                <a:lnTo>
                  <a:pt x="275" y="225"/>
                </a:lnTo>
                <a:lnTo>
                  <a:pt x="274" y="225"/>
                </a:lnTo>
                <a:lnTo>
                  <a:pt x="274" y="224"/>
                </a:lnTo>
                <a:lnTo>
                  <a:pt x="275" y="223"/>
                </a:lnTo>
                <a:lnTo>
                  <a:pt x="275" y="222"/>
                </a:lnTo>
                <a:lnTo>
                  <a:pt x="274" y="222"/>
                </a:lnTo>
                <a:lnTo>
                  <a:pt x="275" y="222"/>
                </a:lnTo>
                <a:lnTo>
                  <a:pt x="275" y="221"/>
                </a:lnTo>
                <a:lnTo>
                  <a:pt x="276" y="222"/>
                </a:lnTo>
                <a:lnTo>
                  <a:pt x="277" y="222"/>
                </a:lnTo>
                <a:lnTo>
                  <a:pt x="278" y="222"/>
                </a:lnTo>
                <a:lnTo>
                  <a:pt x="278" y="221"/>
                </a:lnTo>
                <a:lnTo>
                  <a:pt x="277" y="221"/>
                </a:lnTo>
                <a:lnTo>
                  <a:pt x="277" y="220"/>
                </a:lnTo>
                <a:lnTo>
                  <a:pt x="278" y="220"/>
                </a:lnTo>
                <a:lnTo>
                  <a:pt x="279" y="219"/>
                </a:lnTo>
                <a:lnTo>
                  <a:pt x="279" y="218"/>
                </a:lnTo>
                <a:lnTo>
                  <a:pt x="280" y="217"/>
                </a:lnTo>
                <a:lnTo>
                  <a:pt x="281" y="217"/>
                </a:lnTo>
                <a:lnTo>
                  <a:pt x="282" y="216"/>
                </a:lnTo>
                <a:lnTo>
                  <a:pt x="281" y="216"/>
                </a:lnTo>
                <a:lnTo>
                  <a:pt x="281" y="215"/>
                </a:lnTo>
                <a:lnTo>
                  <a:pt x="280" y="214"/>
                </a:lnTo>
                <a:lnTo>
                  <a:pt x="281" y="213"/>
                </a:lnTo>
                <a:lnTo>
                  <a:pt x="280" y="213"/>
                </a:lnTo>
                <a:lnTo>
                  <a:pt x="280" y="212"/>
                </a:lnTo>
                <a:lnTo>
                  <a:pt x="282" y="211"/>
                </a:lnTo>
                <a:lnTo>
                  <a:pt x="283" y="210"/>
                </a:lnTo>
                <a:lnTo>
                  <a:pt x="284" y="209"/>
                </a:lnTo>
                <a:lnTo>
                  <a:pt x="284" y="210"/>
                </a:lnTo>
                <a:lnTo>
                  <a:pt x="285" y="211"/>
                </a:lnTo>
                <a:lnTo>
                  <a:pt x="286" y="210"/>
                </a:lnTo>
                <a:lnTo>
                  <a:pt x="288" y="210"/>
                </a:lnTo>
                <a:lnTo>
                  <a:pt x="289" y="210"/>
                </a:lnTo>
                <a:lnTo>
                  <a:pt x="291" y="210"/>
                </a:lnTo>
                <a:lnTo>
                  <a:pt x="292" y="211"/>
                </a:lnTo>
                <a:lnTo>
                  <a:pt x="293" y="211"/>
                </a:lnTo>
                <a:lnTo>
                  <a:pt x="293" y="212"/>
                </a:lnTo>
                <a:lnTo>
                  <a:pt x="294" y="212"/>
                </a:lnTo>
                <a:lnTo>
                  <a:pt x="295" y="212"/>
                </a:lnTo>
                <a:lnTo>
                  <a:pt x="295" y="211"/>
                </a:lnTo>
                <a:lnTo>
                  <a:pt x="296" y="211"/>
                </a:lnTo>
                <a:lnTo>
                  <a:pt x="297" y="212"/>
                </a:lnTo>
                <a:lnTo>
                  <a:pt x="297" y="213"/>
                </a:lnTo>
                <a:lnTo>
                  <a:pt x="297" y="214"/>
                </a:lnTo>
                <a:lnTo>
                  <a:pt x="298" y="215"/>
                </a:lnTo>
                <a:lnTo>
                  <a:pt x="299" y="215"/>
                </a:lnTo>
                <a:lnTo>
                  <a:pt x="300" y="215"/>
                </a:lnTo>
                <a:lnTo>
                  <a:pt x="301" y="214"/>
                </a:lnTo>
                <a:lnTo>
                  <a:pt x="301" y="213"/>
                </a:lnTo>
                <a:lnTo>
                  <a:pt x="302" y="212"/>
                </a:lnTo>
                <a:lnTo>
                  <a:pt x="303" y="210"/>
                </a:lnTo>
                <a:lnTo>
                  <a:pt x="304" y="210"/>
                </a:lnTo>
                <a:lnTo>
                  <a:pt x="305" y="208"/>
                </a:lnTo>
                <a:lnTo>
                  <a:pt x="305" y="207"/>
                </a:lnTo>
                <a:lnTo>
                  <a:pt x="305" y="206"/>
                </a:lnTo>
                <a:lnTo>
                  <a:pt x="306" y="206"/>
                </a:lnTo>
                <a:lnTo>
                  <a:pt x="307" y="206"/>
                </a:lnTo>
                <a:lnTo>
                  <a:pt x="308" y="206"/>
                </a:lnTo>
                <a:lnTo>
                  <a:pt x="309" y="204"/>
                </a:lnTo>
                <a:lnTo>
                  <a:pt x="309" y="203"/>
                </a:lnTo>
                <a:lnTo>
                  <a:pt x="312" y="204"/>
                </a:lnTo>
                <a:lnTo>
                  <a:pt x="313" y="204"/>
                </a:lnTo>
                <a:lnTo>
                  <a:pt x="313" y="206"/>
                </a:lnTo>
                <a:lnTo>
                  <a:pt x="314" y="206"/>
                </a:lnTo>
                <a:lnTo>
                  <a:pt x="314" y="207"/>
                </a:lnTo>
                <a:lnTo>
                  <a:pt x="315" y="207"/>
                </a:lnTo>
                <a:lnTo>
                  <a:pt x="314" y="209"/>
                </a:lnTo>
                <a:lnTo>
                  <a:pt x="314" y="210"/>
                </a:lnTo>
                <a:lnTo>
                  <a:pt x="315" y="211"/>
                </a:lnTo>
                <a:lnTo>
                  <a:pt x="315" y="212"/>
                </a:lnTo>
                <a:lnTo>
                  <a:pt x="314" y="212"/>
                </a:lnTo>
                <a:lnTo>
                  <a:pt x="315" y="213"/>
                </a:lnTo>
                <a:lnTo>
                  <a:pt x="315" y="214"/>
                </a:lnTo>
                <a:lnTo>
                  <a:pt x="316" y="214"/>
                </a:lnTo>
                <a:lnTo>
                  <a:pt x="317" y="214"/>
                </a:lnTo>
                <a:lnTo>
                  <a:pt x="317" y="215"/>
                </a:lnTo>
                <a:lnTo>
                  <a:pt x="317" y="214"/>
                </a:lnTo>
                <a:lnTo>
                  <a:pt x="318" y="214"/>
                </a:lnTo>
                <a:lnTo>
                  <a:pt x="319" y="214"/>
                </a:lnTo>
                <a:lnTo>
                  <a:pt x="320" y="214"/>
                </a:lnTo>
                <a:lnTo>
                  <a:pt x="320" y="215"/>
                </a:lnTo>
                <a:lnTo>
                  <a:pt x="321" y="215"/>
                </a:lnTo>
                <a:lnTo>
                  <a:pt x="322" y="216"/>
                </a:lnTo>
                <a:lnTo>
                  <a:pt x="323" y="216"/>
                </a:lnTo>
                <a:lnTo>
                  <a:pt x="324" y="217"/>
                </a:lnTo>
                <a:lnTo>
                  <a:pt x="325" y="217"/>
                </a:lnTo>
                <a:lnTo>
                  <a:pt x="326" y="218"/>
                </a:lnTo>
                <a:lnTo>
                  <a:pt x="327" y="218"/>
                </a:lnTo>
                <a:lnTo>
                  <a:pt x="327" y="217"/>
                </a:lnTo>
                <a:lnTo>
                  <a:pt x="328" y="217"/>
                </a:lnTo>
                <a:lnTo>
                  <a:pt x="328" y="216"/>
                </a:lnTo>
                <a:lnTo>
                  <a:pt x="329" y="216"/>
                </a:lnTo>
                <a:lnTo>
                  <a:pt x="329" y="215"/>
                </a:lnTo>
                <a:lnTo>
                  <a:pt x="330" y="215"/>
                </a:lnTo>
                <a:lnTo>
                  <a:pt x="331" y="214"/>
                </a:lnTo>
                <a:lnTo>
                  <a:pt x="331" y="213"/>
                </a:lnTo>
                <a:lnTo>
                  <a:pt x="332" y="212"/>
                </a:lnTo>
                <a:lnTo>
                  <a:pt x="333" y="211"/>
                </a:lnTo>
                <a:lnTo>
                  <a:pt x="334" y="210"/>
                </a:lnTo>
                <a:lnTo>
                  <a:pt x="335" y="209"/>
                </a:lnTo>
                <a:lnTo>
                  <a:pt x="336" y="208"/>
                </a:lnTo>
                <a:lnTo>
                  <a:pt x="336" y="207"/>
                </a:lnTo>
                <a:lnTo>
                  <a:pt x="337" y="207"/>
                </a:lnTo>
                <a:lnTo>
                  <a:pt x="338" y="207"/>
                </a:lnTo>
                <a:lnTo>
                  <a:pt x="339" y="206"/>
                </a:lnTo>
                <a:lnTo>
                  <a:pt x="340" y="205"/>
                </a:lnTo>
                <a:lnTo>
                  <a:pt x="340" y="204"/>
                </a:lnTo>
                <a:lnTo>
                  <a:pt x="340" y="203"/>
                </a:lnTo>
                <a:lnTo>
                  <a:pt x="343" y="201"/>
                </a:lnTo>
                <a:lnTo>
                  <a:pt x="344" y="201"/>
                </a:lnTo>
                <a:lnTo>
                  <a:pt x="345" y="200"/>
                </a:lnTo>
                <a:lnTo>
                  <a:pt x="345" y="199"/>
                </a:lnTo>
                <a:lnTo>
                  <a:pt x="343" y="199"/>
                </a:lnTo>
                <a:lnTo>
                  <a:pt x="341" y="199"/>
                </a:lnTo>
                <a:lnTo>
                  <a:pt x="341" y="198"/>
                </a:lnTo>
                <a:lnTo>
                  <a:pt x="339" y="198"/>
                </a:lnTo>
                <a:lnTo>
                  <a:pt x="337" y="197"/>
                </a:lnTo>
                <a:lnTo>
                  <a:pt x="337" y="196"/>
                </a:lnTo>
                <a:lnTo>
                  <a:pt x="337" y="195"/>
                </a:lnTo>
                <a:lnTo>
                  <a:pt x="337" y="194"/>
                </a:lnTo>
                <a:lnTo>
                  <a:pt x="337" y="193"/>
                </a:lnTo>
                <a:lnTo>
                  <a:pt x="337" y="192"/>
                </a:lnTo>
                <a:lnTo>
                  <a:pt x="337" y="190"/>
                </a:lnTo>
                <a:lnTo>
                  <a:pt x="338" y="188"/>
                </a:lnTo>
                <a:lnTo>
                  <a:pt x="338" y="187"/>
                </a:lnTo>
                <a:lnTo>
                  <a:pt x="339" y="188"/>
                </a:lnTo>
                <a:lnTo>
                  <a:pt x="341" y="188"/>
                </a:lnTo>
                <a:lnTo>
                  <a:pt x="342" y="188"/>
                </a:lnTo>
                <a:lnTo>
                  <a:pt x="343" y="188"/>
                </a:lnTo>
                <a:lnTo>
                  <a:pt x="345" y="184"/>
                </a:lnTo>
                <a:lnTo>
                  <a:pt x="345" y="183"/>
                </a:lnTo>
                <a:lnTo>
                  <a:pt x="345" y="182"/>
                </a:lnTo>
                <a:lnTo>
                  <a:pt x="346" y="182"/>
                </a:lnTo>
                <a:lnTo>
                  <a:pt x="347" y="182"/>
                </a:lnTo>
                <a:lnTo>
                  <a:pt x="348" y="181"/>
                </a:lnTo>
                <a:lnTo>
                  <a:pt x="348" y="180"/>
                </a:lnTo>
                <a:lnTo>
                  <a:pt x="349" y="180"/>
                </a:lnTo>
                <a:lnTo>
                  <a:pt x="350" y="179"/>
                </a:lnTo>
                <a:lnTo>
                  <a:pt x="351" y="179"/>
                </a:lnTo>
                <a:lnTo>
                  <a:pt x="352" y="179"/>
                </a:lnTo>
                <a:lnTo>
                  <a:pt x="352" y="178"/>
                </a:lnTo>
                <a:lnTo>
                  <a:pt x="352" y="177"/>
                </a:lnTo>
                <a:lnTo>
                  <a:pt x="351" y="177"/>
                </a:lnTo>
                <a:lnTo>
                  <a:pt x="351" y="176"/>
                </a:lnTo>
                <a:lnTo>
                  <a:pt x="348" y="176"/>
                </a:lnTo>
                <a:lnTo>
                  <a:pt x="348" y="175"/>
                </a:lnTo>
                <a:lnTo>
                  <a:pt x="348" y="174"/>
                </a:lnTo>
                <a:lnTo>
                  <a:pt x="348" y="173"/>
                </a:lnTo>
                <a:lnTo>
                  <a:pt x="348" y="172"/>
                </a:lnTo>
                <a:lnTo>
                  <a:pt x="347" y="171"/>
                </a:lnTo>
                <a:lnTo>
                  <a:pt x="346" y="171"/>
                </a:lnTo>
                <a:lnTo>
                  <a:pt x="346" y="170"/>
                </a:lnTo>
                <a:lnTo>
                  <a:pt x="346" y="169"/>
                </a:lnTo>
                <a:lnTo>
                  <a:pt x="346" y="168"/>
                </a:lnTo>
                <a:lnTo>
                  <a:pt x="347" y="168"/>
                </a:lnTo>
                <a:lnTo>
                  <a:pt x="348" y="168"/>
                </a:lnTo>
                <a:lnTo>
                  <a:pt x="348" y="167"/>
                </a:lnTo>
                <a:lnTo>
                  <a:pt x="349" y="164"/>
                </a:lnTo>
                <a:lnTo>
                  <a:pt x="350" y="163"/>
                </a:lnTo>
                <a:lnTo>
                  <a:pt x="351" y="163"/>
                </a:lnTo>
                <a:lnTo>
                  <a:pt x="352" y="163"/>
                </a:lnTo>
                <a:lnTo>
                  <a:pt x="352" y="162"/>
                </a:lnTo>
                <a:lnTo>
                  <a:pt x="351" y="162"/>
                </a:lnTo>
                <a:lnTo>
                  <a:pt x="351" y="161"/>
                </a:lnTo>
                <a:lnTo>
                  <a:pt x="352" y="160"/>
                </a:lnTo>
                <a:lnTo>
                  <a:pt x="353" y="159"/>
                </a:lnTo>
                <a:lnTo>
                  <a:pt x="353" y="158"/>
                </a:lnTo>
                <a:lnTo>
                  <a:pt x="354" y="157"/>
                </a:lnTo>
                <a:lnTo>
                  <a:pt x="356" y="156"/>
                </a:lnTo>
                <a:lnTo>
                  <a:pt x="355" y="154"/>
                </a:lnTo>
                <a:lnTo>
                  <a:pt x="355" y="152"/>
                </a:lnTo>
                <a:lnTo>
                  <a:pt x="354" y="152"/>
                </a:lnTo>
                <a:lnTo>
                  <a:pt x="353" y="152"/>
                </a:lnTo>
                <a:lnTo>
                  <a:pt x="353" y="151"/>
                </a:lnTo>
                <a:lnTo>
                  <a:pt x="354" y="151"/>
                </a:lnTo>
                <a:lnTo>
                  <a:pt x="354" y="150"/>
                </a:lnTo>
                <a:lnTo>
                  <a:pt x="353" y="150"/>
                </a:lnTo>
                <a:lnTo>
                  <a:pt x="352" y="151"/>
                </a:lnTo>
                <a:lnTo>
                  <a:pt x="351" y="151"/>
                </a:lnTo>
                <a:lnTo>
                  <a:pt x="350" y="151"/>
                </a:lnTo>
                <a:lnTo>
                  <a:pt x="349" y="152"/>
                </a:lnTo>
                <a:lnTo>
                  <a:pt x="348" y="152"/>
                </a:lnTo>
                <a:lnTo>
                  <a:pt x="348" y="151"/>
                </a:lnTo>
                <a:lnTo>
                  <a:pt x="348" y="150"/>
                </a:lnTo>
                <a:lnTo>
                  <a:pt x="348" y="149"/>
                </a:lnTo>
                <a:lnTo>
                  <a:pt x="347" y="149"/>
                </a:lnTo>
                <a:lnTo>
                  <a:pt x="346" y="148"/>
                </a:lnTo>
                <a:lnTo>
                  <a:pt x="348" y="147"/>
                </a:lnTo>
                <a:lnTo>
                  <a:pt x="350" y="147"/>
                </a:lnTo>
                <a:lnTo>
                  <a:pt x="351" y="147"/>
                </a:lnTo>
                <a:lnTo>
                  <a:pt x="352" y="146"/>
                </a:lnTo>
                <a:lnTo>
                  <a:pt x="352" y="145"/>
                </a:lnTo>
                <a:lnTo>
                  <a:pt x="353" y="145"/>
                </a:lnTo>
                <a:lnTo>
                  <a:pt x="354" y="145"/>
                </a:lnTo>
                <a:lnTo>
                  <a:pt x="355" y="145"/>
                </a:lnTo>
                <a:lnTo>
                  <a:pt x="356" y="144"/>
                </a:lnTo>
                <a:lnTo>
                  <a:pt x="356" y="143"/>
                </a:lnTo>
                <a:lnTo>
                  <a:pt x="357" y="143"/>
                </a:lnTo>
                <a:lnTo>
                  <a:pt x="357" y="142"/>
                </a:lnTo>
                <a:lnTo>
                  <a:pt x="358" y="142"/>
                </a:lnTo>
                <a:lnTo>
                  <a:pt x="359" y="141"/>
                </a:lnTo>
                <a:lnTo>
                  <a:pt x="361" y="139"/>
                </a:lnTo>
                <a:lnTo>
                  <a:pt x="362" y="139"/>
                </a:lnTo>
                <a:lnTo>
                  <a:pt x="363" y="138"/>
                </a:lnTo>
                <a:lnTo>
                  <a:pt x="364" y="137"/>
                </a:lnTo>
                <a:lnTo>
                  <a:pt x="364" y="136"/>
                </a:lnTo>
                <a:lnTo>
                  <a:pt x="365" y="136"/>
                </a:lnTo>
                <a:lnTo>
                  <a:pt x="366" y="136"/>
                </a:lnTo>
                <a:lnTo>
                  <a:pt x="366" y="135"/>
                </a:lnTo>
                <a:lnTo>
                  <a:pt x="367" y="135"/>
                </a:lnTo>
                <a:lnTo>
                  <a:pt x="367" y="134"/>
                </a:lnTo>
                <a:lnTo>
                  <a:pt x="367" y="133"/>
                </a:lnTo>
                <a:lnTo>
                  <a:pt x="366" y="133"/>
                </a:lnTo>
                <a:lnTo>
                  <a:pt x="366" y="131"/>
                </a:lnTo>
                <a:lnTo>
                  <a:pt x="365" y="130"/>
                </a:lnTo>
                <a:lnTo>
                  <a:pt x="364" y="130"/>
                </a:lnTo>
                <a:lnTo>
                  <a:pt x="364" y="129"/>
                </a:lnTo>
                <a:lnTo>
                  <a:pt x="363" y="129"/>
                </a:lnTo>
                <a:lnTo>
                  <a:pt x="363" y="128"/>
                </a:lnTo>
                <a:lnTo>
                  <a:pt x="364" y="127"/>
                </a:lnTo>
                <a:lnTo>
                  <a:pt x="365" y="127"/>
                </a:lnTo>
                <a:lnTo>
                  <a:pt x="366" y="126"/>
                </a:lnTo>
                <a:lnTo>
                  <a:pt x="366" y="125"/>
                </a:lnTo>
                <a:lnTo>
                  <a:pt x="368" y="124"/>
                </a:lnTo>
                <a:lnTo>
                  <a:pt x="368" y="125"/>
                </a:lnTo>
                <a:lnTo>
                  <a:pt x="369" y="125"/>
                </a:lnTo>
                <a:lnTo>
                  <a:pt x="370" y="124"/>
                </a:lnTo>
                <a:lnTo>
                  <a:pt x="370" y="123"/>
                </a:lnTo>
                <a:lnTo>
                  <a:pt x="371" y="122"/>
                </a:lnTo>
                <a:lnTo>
                  <a:pt x="371" y="120"/>
                </a:lnTo>
                <a:lnTo>
                  <a:pt x="371" y="119"/>
                </a:lnTo>
                <a:lnTo>
                  <a:pt x="370" y="119"/>
                </a:lnTo>
                <a:lnTo>
                  <a:pt x="370" y="118"/>
                </a:lnTo>
                <a:lnTo>
                  <a:pt x="371" y="117"/>
                </a:lnTo>
                <a:lnTo>
                  <a:pt x="371" y="116"/>
                </a:lnTo>
                <a:lnTo>
                  <a:pt x="372" y="115"/>
                </a:lnTo>
                <a:lnTo>
                  <a:pt x="371" y="114"/>
                </a:lnTo>
                <a:lnTo>
                  <a:pt x="371" y="113"/>
                </a:lnTo>
                <a:lnTo>
                  <a:pt x="370" y="113"/>
                </a:lnTo>
                <a:lnTo>
                  <a:pt x="369" y="114"/>
                </a:lnTo>
                <a:lnTo>
                  <a:pt x="368" y="114"/>
                </a:lnTo>
                <a:lnTo>
                  <a:pt x="368" y="113"/>
                </a:lnTo>
                <a:lnTo>
                  <a:pt x="368" y="112"/>
                </a:lnTo>
                <a:lnTo>
                  <a:pt x="367" y="112"/>
                </a:lnTo>
                <a:lnTo>
                  <a:pt x="367" y="111"/>
                </a:lnTo>
                <a:lnTo>
                  <a:pt x="367" y="110"/>
                </a:lnTo>
                <a:lnTo>
                  <a:pt x="368" y="110"/>
                </a:lnTo>
                <a:lnTo>
                  <a:pt x="369" y="109"/>
                </a:lnTo>
                <a:lnTo>
                  <a:pt x="370" y="109"/>
                </a:lnTo>
                <a:lnTo>
                  <a:pt x="371" y="109"/>
                </a:lnTo>
                <a:lnTo>
                  <a:pt x="371" y="108"/>
                </a:lnTo>
                <a:lnTo>
                  <a:pt x="372" y="107"/>
                </a:lnTo>
                <a:lnTo>
                  <a:pt x="373" y="107"/>
                </a:lnTo>
                <a:lnTo>
                  <a:pt x="374" y="108"/>
                </a:lnTo>
                <a:lnTo>
                  <a:pt x="375" y="108"/>
                </a:lnTo>
                <a:lnTo>
                  <a:pt x="376" y="108"/>
                </a:lnTo>
                <a:lnTo>
                  <a:pt x="377" y="108"/>
                </a:lnTo>
                <a:lnTo>
                  <a:pt x="378" y="108"/>
                </a:lnTo>
                <a:lnTo>
                  <a:pt x="378" y="107"/>
                </a:lnTo>
                <a:lnTo>
                  <a:pt x="379" y="107"/>
                </a:lnTo>
                <a:lnTo>
                  <a:pt x="380" y="107"/>
                </a:lnTo>
                <a:lnTo>
                  <a:pt x="380" y="108"/>
                </a:lnTo>
                <a:lnTo>
                  <a:pt x="381" y="108"/>
                </a:lnTo>
                <a:lnTo>
                  <a:pt x="382" y="107"/>
                </a:lnTo>
                <a:lnTo>
                  <a:pt x="383" y="108"/>
                </a:lnTo>
                <a:lnTo>
                  <a:pt x="384" y="108"/>
                </a:lnTo>
                <a:lnTo>
                  <a:pt x="384" y="107"/>
                </a:lnTo>
                <a:lnTo>
                  <a:pt x="385" y="107"/>
                </a:lnTo>
                <a:lnTo>
                  <a:pt x="386" y="106"/>
                </a:lnTo>
                <a:lnTo>
                  <a:pt x="387" y="106"/>
                </a:lnTo>
                <a:lnTo>
                  <a:pt x="387" y="105"/>
                </a:lnTo>
                <a:lnTo>
                  <a:pt x="387" y="104"/>
                </a:lnTo>
                <a:lnTo>
                  <a:pt x="386" y="104"/>
                </a:lnTo>
                <a:lnTo>
                  <a:pt x="386" y="103"/>
                </a:lnTo>
                <a:lnTo>
                  <a:pt x="386" y="102"/>
                </a:lnTo>
                <a:lnTo>
                  <a:pt x="387" y="101"/>
                </a:lnTo>
                <a:lnTo>
                  <a:pt x="388" y="101"/>
                </a:lnTo>
                <a:lnTo>
                  <a:pt x="389" y="101"/>
                </a:lnTo>
                <a:lnTo>
                  <a:pt x="391" y="101"/>
                </a:lnTo>
                <a:lnTo>
                  <a:pt x="392" y="101"/>
                </a:lnTo>
                <a:lnTo>
                  <a:pt x="392" y="100"/>
                </a:lnTo>
                <a:lnTo>
                  <a:pt x="392" y="99"/>
                </a:lnTo>
                <a:lnTo>
                  <a:pt x="392" y="98"/>
                </a:lnTo>
                <a:lnTo>
                  <a:pt x="390" y="97"/>
                </a:lnTo>
                <a:lnTo>
                  <a:pt x="391" y="97"/>
                </a:lnTo>
                <a:lnTo>
                  <a:pt x="392" y="96"/>
                </a:lnTo>
                <a:lnTo>
                  <a:pt x="392" y="95"/>
                </a:lnTo>
                <a:lnTo>
                  <a:pt x="392" y="94"/>
                </a:lnTo>
                <a:lnTo>
                  <a:pt x="392" y="93"/>
                </a:lnTo>
                <a:lnTo>
                  <a:pt x="393" y="92"/>
                </a:lnTo>
                <a:lnTo>
                  <a:pt x="394" y="92"/>
                </a:lnTo>
                <a:lnTo>
                  <a:pt x="394" y="91"/>
                </a:lnTo>
                <a:lnTo>
                  <a:pt x="395" y="91"/>
                </a:lnTo>
                <a:lnTo>
                  <a:pt x="395" y="90"/>
                </a:lnTo>
                <a:lnTo>
                  <a:pt x="396" y="90"/>
                </a:lnTo>
                <a:lnTo>
                  <a:pt x="395" y="90"/>
                </a:lnTo>
                <a:lnTo>
                  <a:pt x="396" y="89"/>
                </a:lnTo>
                <a:lnTo>
                  <a:pt x="397" y="89"/>
                </a:lnTo>
                <a:lnTo>
                  <a:pt x="397" y="88"/>
                </a:lnTo>
                <a:lnTo>
                  <a:pt x="397" y="87"/>
                </a:lnTo>
                <a:lnTo>
                  <a:pt x="398" y="87"/>
                </a:lnTo>
                <a:lnTo>
                  <a:pt x="399" y="87"/>
                </a:lnTo>
                <a:lnTo>
                  <a:pt x="400" y="87"/>
                </a:lnTo>
                <a:lnTo>
                  <a:pt x="400" y="88"/>
                </a:lnTo>
                <a:lnTo>
                  <a:pt x="401" y="89"/>
                </a:lnTo>
                <a:lnTo>
                  <a:pt x="402" y="89"/>
                </a:lnTo>
                <a:lnTo>
                  <a:pt x="402" y="88"/>
                </a:lnTo>
                <a:lnTo>
                  <a:pt x="401" y="87"/>
                </a:lnTo>
                <a:lnTo>
                  <a:pt x="402" y="86"/>
                </a:lnTo>
                <a:lnTo>
                  <a:pt x="404" y="86"/>
                </a:lnTo>
                <a:lnTo>
                  <a:pt x="404" y="85"/>
                </a:lnTo>
                <a:lnTo>
                  <a:pt x="405" y="85"/>
                </a:lnTo>
                <a:lnTo>
                  <a:pt x="405" y="84"/>
                </a:lnTo>
                <a:lnTo>
                  <a:pt x="406" y="84"/>
                </a:lnTo>
                <a:lnTo>
                  <a:pt x="407" y="83"/>
                </a:lnTo>
                <a:lnTo>
                  <a:pt x="408" y="83"/>
                </a:lnTo>
                <a:lnTo>
                  <a:pt x="408" y="82"/>
                </a:lnTo>
                <a:lnTo>
                  <a:pt x="409" y="82"/>
                </a:lnTo>
                <a:lnTo>
                  <a:pt x="409" y="81"/>
                </a:lnTo>
                <a:lnTo>
                  <a:pt x="410" y="81"/>
                </a:lnTo>
                <a:lnTo>
                  <a:pt x="411" y="82"/>
                </a:lnTo>
                <a:lnTo>
                  <a:pt x="411" y="81"/>
                </a:lnTo>
                <a:lnTo>
                  <a:pt x="411" y="80"/>
                </a:lnTo>
                <a:lnTo>
                  <a:pt x="410" y="80"/>
                </a:lnTo>
                <a:lnTo>
                  <a:pt x="409" y="79"/>
                </a:lnTo>
                <a:lnTo>
                  <a:pt x="408" y="78"/>
                </a:lnTo>
                <a:lnTo>
                  <a:pt x="407" y="78"/>
                </a:lnTo>
                <a:lnTo>
                  <a:pt x="407" y="77"/>
                </a:lnTo>
                <a:lnTo>
                  <a:pt x="408" y="76"/>
                </a:lnTo>
                <a:lnTo>
                  <a:pt x="408" y="75"/>
                </a:lnTo>
                <a:lnTo>
                  <a:pt x="408" y="73"/>
                </a:lnTo>
                <a:lnTo>
                  <a:pt x="407" y="72"/>
                </a:lnTo>
                <a:lnTo>
                  <a:pt x="406" y="72"/>
                </a:lnTo>
                <a:lnTo>
                  <a:pt x="406" y="71"/>
                </a:lnTo>
                <a:lnTo>
                  <a:pt x="407" y="69"/>
                </a:lnTo>
                <a:lnTo>
                  <a:pt x="408" y="69"/>
                </a:lnTo>
                <a:lnTo>
                  <a:pt x="409" y="68"/>
                </a:lnTo>
                <a:lnTo>
                  <a:pt x="407" y="67"/>
                </a:lnTo>
                <a:lnTo>
                  <a:pt x="406" y="67"/>
                </a:lnTo>
                <a:lnTo>
                  <a:pt x="404" y="66"/>
                </a:lnTo>
                <a:lnTo>
                  <a:pt x="404" y="65"/>
                </a:lnTo>
                <a:lnTo>
                  <a:pt x="404" y="66"/>
                </a:lnTo>
                <a:lnTo>
                  <a:pt x="403" y="66"/>
                </a:lnTo>
                <a:lnTo>
                  <a:pt x="403" y="65"/>
                </a:lnTo>
                <a:lnTo>
                  <a:pt x="403" y="64"/>
                </a:lnTo>
                <a:lnTo>
                  <a:pt x="402" y="65"/>
                </a:lnTo>
                <a:lnTo>
                  <a:pt x="401" y="65"/>
                </a:lnTo>
                <a:lnTo>
                  <a:pt x="401" y="64"/>
                </a:lnTo>
                <a:lnTo>
                  <a:pt x="400" y="64"/>
                </a:lnTo>
                <a:lnTo>
                  <a:pt x="400" y="65"/>
                </a:lnTo>
                <a:lnTo>
                  <a:pt x="400" y="64"/>
                </a:lnTo>
                <a:lnTo>
                  <a:pt x="399" y="64"/>
                </a:lnTo>
                <a:lnTo>
                  <a:pt x="399" y="63"/>
                </a:lnTo>
                <a:lnTo>
                  <a:pt x="400" y="61"/>
                </a:lnTo>
                <a:lnTo>
                  <a:pt x="400" y="60"/>
                </a:lnTo>
                <a:lnTo>
                  <a:pt x="399" y="60"/>
                </a:lnTo>
                <a:lnTo>
                  <a:pt x="398" y="60"/>
                </a:lnTo>
                <a:lnTo>
                  <a:pt x="397" y="60"/>
                </a:lnTo>
                <a:lnTo>
                  <a:pt x="395" y="60"/>
                </a:lnTo>
                <a:lnTo>
                  <a:pt x="394" y="60"/>
                </a:lnTo>
                <a:lnTo>
                  <a:pt x="394" y="59"/>
                </a:lnTo>
                <a:lnTo>
                  <a:pt x="393" y="59"/>
                </a:lnTo>
                <a:lnTo>
                  <a:pt x="392" y="58"/>
                </a:lnTo>
                <a:lnTo>
                  <a:pt x="391" y="58"/>
                </a:lnTo>
                <a:lnTo>
                  <a:pt x="390" y="57"/>
                </a:lnTo>
                <a:lnTo>
                  <a:pt x="391" y="57"/>
                </a:lnTo>
                <a:lnTo>
                  <a:pt x="391" y="56"/>
                </a:lnTo>
                <a:lnTo>
                  <a:pt x="390" y="55"/>
                </a:lnTo>
                <a:lnTo>
                  <a:pt x="390" y="54"/>
                </a:lnTo>
                <a:lnTo>
                  <a:pt x="389" y="54"/>
                </a:lnTo>
                <a:lnTo>
                  <a:pt x="389" y="53"/>
                </a:lnTo>
                <a:lnTo>
                  <a:pt x="389" y="54"/>
                </a:lnTo>
                <a:lnTo>
                  <a:pt x="388" y="54"/>
                </a:lnTo>
                <a:lnTo>
                  <a:pt x="387" y="54"/>
                </a:lnTo>
                <a:lnTo>
                  <a:pt x="386" y="54"/>
                </a:lnTo>
                <a:lnTo>
                  <a:pt x="385" y="53"/>
                </a:lnTo>
                <a:lnTo>
                  <a:pt x="383" y="52"/>
                </a:lnTo>
                <a:lnTo>
                  <a:pt x="383" y="51"/>
                </a:lnTo>
                <a:lnTo>
                  <a:pt x="383" y="50"/>
                </a:lnTo>
                <a:lnTo>
                  <a:pt x="382" y="50"/>
                </a:lnTo>
                <a:lnTo>
                  <a:pt x="382" y="49"/>
                </a:lnTo>
                <a:lnTo>
                  <a:pt x="381" y="48"/>
                </a:lnTo>
                <a:lnTo>
                  <a:pt x="380" y="47"/>
                </a:lnTo>
                <a:lnTo>
                  <a:pt x="380" y="46"/>
                </a:lnTo>
                <a:lnTo>
                  <a:pt x="379" y="46"/>
                </a:lnTo>
                <a:lnTo>
                  <a:pt x="379" y="45"/>
                </a:lnTo>
                <a:lnTo>
                  <a:pt x="377" y="45"/>
                </a:lnTo>
                <a:lnTo>
                  <a:pt x="377" y="46"/>
                </a:lnTo>
                <a:lnTo>
                  <a:pt x="376" y="45"/>
                </a:lnTo>
                <a:lnTo>
                  <a:pt x="376" y="44"/>
                </a:lnTo>
                <a:lnTo>
                  <a:pt x="377" y="43"/>
                </a:lnTo>
                <a:lnTo>
                  <a:pt x="377" y="42"/>
                </a:lnTo>
                <a:lnTo>
                  <a:pt x="377" y="41"/>
                </a:lnTo>
                <a:lnTo>
                  <a:pt x="376" y="39"/>
                </a:lnTo>
                <a:lnTo>
                  <a:pt x="376" y="38"/>
                </a:lnTo>
                <a:lnTo>
                  <a:pt x="375" y="38"/>
                </a:lnTo>
                <a:lnTo>
                  <a:pt x="374" y="37"/>
                </a:lnTo>
                <a:lnTo>
                  <a:pt x="374" y="35"/>
                </a:lnTo>
                <a:lnTo>
                  <a:pt x="375" y="35"/>
                </a:lnTo>
                <a:lnTo>
                  <a:pt x="376" y="35"/>
                </a:lnTo>
                <a:lnTo>
                  <a:pt x="376" y="34"/>
                </a:lnTo>
                <a:lnTo>
                  <a:pt x="377" y="33"/>
                </a:lnTo>
                <a:lnTo>
                  <a:pt x="378" y="33"/>
                </a:lnTo>
                <a:lnTo>
                  <a:pt x="379" y="33"/>
                </a:lnTo>
                <a:lnTo>
                  <a:pt x="379" y="32"/>
                </a:lnTo>
                <a:lnTo>
                  <a:pt x="380" y="32"/>
                </a:lnTo>
                <a:lnTo>
                  <a:pt x="380" y="33"/>
                </a:lnTo>
                <a:lnTo>
                  <a:pt x="381" y="33"/>
                </a:lnTo>
                <a:lnTo>
                  <a:pt x="381" y="34"/>
                </a:lnTo>
                <a:lnTo>
                  <a:pt x="382" y="34"/>
                </a:lnTo>
                <a:lnTo>
                  <a:pt x="383" y="34"/>
                </a:lnTo>
                <a:lnTo>
                  <a:pt x="384" y="35"/>
                </a:lnTo>
                <a:lnTo>
                  <a:pt x="385" y="36"/>
                </a:lnTo>
                <a:lnTo>
                  <a:pt x="385" y="35"/>
                </a:lnTo>
                <a:lnTo>
                  <a:pt x="386" y="34"/>
                </a:lnTo>
                <a:lnTo>
                  <a:pt x="387" y="34"/>
                </a:lnTo>
                <a:lnTo>
                  <a:pt x="387" y="33"/>
                </a:lnTo>
                <a:lnTo>
                  <a:pt x="386" y="32"/>
                </a:lnTo>
                <a:lnTo>
                  <a:pt x="385" y="32"/>
                </a:lnTo>
                <a:lnTo>
                  <a:pt x="384" y="31"/>
                </a:lnTo>
                <a:lnTo>
                  <a:pt x="383" y="31"/>
                </a:lnTo>
                <a:lnTo>
                  <a:pt x="383" y="30"/>
                </a:lnTo>
                <a:lnTo>
                  <a:pt x="382" y="29"/>
                </a:lnTo>
                <a:lnTo>
                  <a:pt x="383" y="27"/>
                </a:lnTo>
                <a:lnTo>
                  <a:pt x="384" y="27"/>
                </a:lnTo>
                <a:lnTo>
                  <a:pt x="385" y="27"/>
                </a:lnTo>
                <a:lnTo>
                  <a:pt x="386" y="26"/>
                </a:lnTo>
                <a:lnTo>
                  <a:pt x="386" y="25"/>
                </a:lnTo>
                <a:lnTo>
                  <a:pt x="385" y="25"/>
                </a:lnTo>
                <a:lnTo>
                  <a:pt x="385" y="24"/>
                </a:lnTo>
                <a:lnTo>
                  <a:pt x="385" y="23"/>
                </a:lnTo>
                <a:lnTo>
                  <a:pt x="384" y="23"/>
                </a:lnTo>
                <a:lnTo>
                  <a:pt x="384" y="22"/>
                </a:lnTo>
                <a:lnTo>
                  <a:pt x="383" y="22"/>
                </a:lnTo>
                <a:lnTo>
                  <a:pt x="383" y="21"/>
                </a:lnTo>
                <a:lnTo>
                  <a:pt x="384" y="21"/>
                </a:lnTo>
                <a:lnTo>
                  <a:pt x="385" y="21"/>
                </a:lnTo>
                <a:lnTo>
                  <a:pt x="386" y="20"/>
                </a:lnTo>
                <a:lnTo>
                  <a:pt x="387" y="20"/>
                </a:lnTo>
                <a:lnTo>
                  <a:pt x="388" y="20"/>
                </a:lnTo>
                <a:lnTo>
                  <a:pt x="389" y="20"/>
                </a:lnTo>
                <a:lnTo>
                  <a:pt x="390" y="21"/>
                </a:lnTo>
                <a:lnTo>
                  <a:pt x="391" y="21"/>
                </a:lnTo>
                <a:lnTo>
                  <a:pt x="392" y="21"/>
                </a:lnTo>
                <a:lnTo>
                  <a:pt x="393" y="21"/>
                </a:lnTo>
                <a:lnTo>
                  <a:pt x="393" y="22"/>
                </a:lnTo>
                <a:lnTo>
                  <a:pt x="394" y="22"/>
                </a:lnTo>
                <a:lnTo>
                  <a:pt x="395" y="21"/>
                </a:lnTo>
                <a:lnTo>
                  <a:pt x="396" y="20"/>
                </a:lnTo>
                <a:lnTo>
                  <a:pt x="397" y="20"/>
                </a:lnTo>
                <a:lnTo>
                  <a:pt x="397" y="19"/>
                </a:lnTo>
                <a:lnTo>
                  <a:pt x="397" y="17"/>
                </a:lnTo>
                <a:lnTo>
                  <a:pt x="396" y="17"/>
                </a:lnTo>
                <a:lnTo>
                  <a:pt x="394" y="16"/>
                </a:lnTo>
                <a:lnTo>
                  <a:pt x="394" y="15"/>
                </a:lnTo>
                <a:lnTo>
                  <a:pt x="394" y="14"/>
                </a:lnTo>
                <a:lnTo>
                  <a:pt x="393" y="12"/>
                </a:lnTo>
                <a:lnTo>
                  <a:pt x="392" y="11"/>
                </a:lnTo>
                <a:lnTo>
                  <a:pt x="391" y="10"/>
                </a:lnTo>
                <a:lnTo>
                  <a:pt x="391" y="9"/>
                </a:lnTo>
                <a:lnTo>
                  <a:pt x="389" y="9"/>
                </a:lnTo>
                <a:lnTo>
                  <a:pt x="388" y="8"/>
                </a:lnTo>
                <a:lnTo>
                  <a:pt x="389" y="7"/>
                </a:lnTo>
                <a:lnTo>
                  <a:pt x="387" y="6"/>
                </a:lnTo>
                <a:lnTo>
                  <a:pt x="386" y="5"/>
                </a:lnTo>
                <a:lnTo>
                  <a:pt x="386" y="4"/>
                </a:lnTo>
                <a:lnTo>
                  <a:pt x="388" y="4"/>
                </a:lnTo>
                <a:lnTo>
                  <a:pt x="388" y="3"/>
                </a:lnTo>
                <a:lnTo>
                  <a:pt x="390" y="2"/>
                </a:lnTo>
                <a:lnTo>
                  <a:pt x="391" y="1"/>
                </a:lnTo>
                <a:lnTo>
                  <a:pt x="391" y="2"/>
                </a:lnTo>
                <a:lnTo>
                  <a:pt x="393" y="3"/>
                </a:lnTo>
                <a:lnTo>
                  <a:pt x="394" y="2"/>
                </a:lnTo>
                <a:lnTo>
                  <a:pt x="395" y="2"/>
                </a:lnTo>
                <a:lnTo>
                  <a:pt x="396" y="3"/>
                </a:lnTo>
                <a:lnTo>
                  <a:pt x="397" y="3"/>
                </a:lnTo>
                <a:lnTo>
                  <a:pt x="399" y="3"/>
                </a:lnTo>
                <a:lnTo>
                  <a:pt x="400" y="3"/>
                </a:lnTo>
                <a:lnTo>
                  <a:pt x="401" y="3"/>
                </a:lnTo>
                <a:lnTo>
                  <a:pt x="401" y="2"/>
                </a:lnTo>
                <a:lnTo>
                  <a:pt x="401" y="1"/>
                </a:lnTo>
                <a:lnTo>
                  <a:pt x="402" y="1"/>
                </a:lnTo>
                <a:lnTo>
                  <a:pt x="403" y="1"/>
                </a:lnTo>
                <a:lnTo>
                  <a:pt x="403" y="0"/>
                </a:lnTo>
                <a:lnTo>
                  <a:pt x="404" y="0"/>
                </a:lnTo>
                <a:lnTo>
                  <a:pt x="405" y="1"/>
                </a:lnTo>
                <a:lnTo>
                  <a:pt x="406" y="2"/>
                </a:lnTo>
                <a:lnTo>
                  <a:pt x="407" y="2"/>
                </a:lnTo>
                <a:lnTo>
                  <a:pt x="407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1554840" y="4929840"/>
            <a:ext cx="505800" cy="456480"/>
          </a:xfrm>
          <a:custGeom>
            <a:avLst/>
            <a:gdLst/>
            <a:ahLst/>
            <a:rect l="0" t="0" r="r" b="b"/>
            <a:pathLst>
              <a:path w="1405" h="1268">
                <a:moveTo>
                  <a:pt x="706" y="19"/>
                </a:moveTo>
                <a:lnTo>
                  <a:pt x="706" y="20"/>
                </a:lnTo>
                <a:lnTo>
                  <a:pt x="706" y="21"/>
                </a:lnTo>
                <a:lnTo>
                  <a:pt x="705" y="21"/>
                </a:lnTo>
                <a:lnTo>
                  <a:pt x="706" y="22"/>
                </a:lnTo>
                <a:lnTo>
                  <a:pt x="707" y="23"/>
                </a:lnTo>
                <a:lnTo>
                  <a:pt x="707" y="24"/>
                </a:lnTo>
                <a:lnTo>
                  <a:pt x="707" y="25"/>
                </a:lnTo>
                <a:lnTo>
                  <a:pt x="707" y="27"/>
                </a:lnTo>
                <a:lnTo>
                  <a:pt x="707" y="29"/>
                </a:lnTo>
                <a:lnTo>
                  <a:pt x="707" y="30"/>
                </a:lnTo>
                <a:lnTo>
                  <a:pt x="707" y="31"/>
                </a:lnTo>
                <a:lnTo>
                  <a:pt x="708" y="31"/>
                </a:lnTo>
                <a:lnTo>
                  <a:pt x="709" y="32"/>
                </a:lnTo>
                <a:lnTo>
                  <a:pt x="710" y="33"/>
                </a:lnTo>
                <a:lnTo>
                  <a:pt x="711" y="33"/>
                </a:lnTo>
                <a:lnTo>
                  <a:pt x="712" y="33"/>
                </a:lnTo>
                <a:lnTo>
                  <a:pt x="713" y="33"/>
                </a:lnTo>
                <a:lnTo>
                  <a:pt x="714" y="33"/>
                </a:lnTo>
                <a:lnTo>
                  <a:pt x="715" y="33"/>
                </a:lnTo>
                <a:lnTo>
                  <a:pt x="716" y="32"/>
                </a:lnTo>
                <a:lnTo>
                  <a:pt x="717" y="32"/>
                </a:lnTo>
                <a:lnTo>
                  <a:pt x="718" y="32"/>
                </a:lnTo>
                <a:lnTo>
                  <a:pt x="718" y="33"/>
                </a:lnTo>
                <a:lnTo>
                  <a:pt x="720" y="33"/>
                </a:lnTo>
                <a:lnTo>
                  <a:pt x="721" y="34"/>
                </a:lnTo>
                <a:lnTo>
                  <a:pt x="722" y="34"/>
                </a:lnTo>
                <a:lnTo>
                  <a:pt x="723" y="35"/>
                </a:lnTo>
                <a:lnTo>
                  <a:pt x="724" y="35"/>
                </a:lnTo>
                <a:lnTo>
                  <a:pt x="725" y="36"/>
                </a:lnTo>
                <a:lnTo>
                  <a:pt x="725" y="38"/>
                </a:lnTo>
                <a:lnTo>
                  <a:pt x="725" y="39"/>
                </a:lnTo>
                <a:lnTo>
                  <a:pt x="725" y="40"/>
                </a:lnTo>
                <a:lnTo>
                  <a:pt x="725" y="41"/>
                </a:lnTo>
                <a:lnTo>
                  <a:pt x="726" y="41"/>
                </a:lnTo>
                <a:lnTo>
                  <a:pt x="726" y="42"/>
                </a:lnTo>
                <a:lnTo>
                  <a:pt x="725" y="43"/>
                </a:lnTo>
                <a:lnTo>
                  <a:pt x="725" y="44"/>
                </a:lnTo>
                <a:lnTo>
                  <a:pt x="725" y="45"/>
                </a:lnTo>
                <a:lnTo>
                  <a:pt x="726" y="45"/>
                </a:lnTo>
                <a:lnTo>
                  <a:pt x="726" y="46"/>
                </a:lnTo>
                <a:lnTo>
                  <a:pt x="727" y="46"/>
                </a:lnTo>
                <a:lnTo>
                  <a:pt x="728" y="46"/>
                </a:lnTo>
                <a:lnTo>
                  <a:pt x="729" y="46"/>
                </a:lnTo>
                <a:lnTo>
                  <a:pt x="729" y="47"/>
                </a:lnTo>
                <a:lnTo>
                  <a:pt x="730" y="48"/>
                </a:lnTo>
                <a:lnTo>
                  <a:pt x="731" y="49"/>
                </a:lnTo>
                <a:lnTo>
                  <a:pt x="732" y="50"/>
                </a:lnTo>
                <a:lnTo>
                  <a:pt x="731" y="50"/>
                </a:lnTo>
                <a:lnTo>
                  <a:pt x="730" y="50"/>
                </a:lnTo>
                <a:lnTo>
                  <a:pt x="730" y="51"/>
                </a:lnTo>
                <a:lnTo>
                  <a:pt x="731" y="51"/>
                </a:lnTo>
                <a:lnTo>
                  <a:pt x="731" y="52"/>
                </a:lnTo>
                <a:lnTo>
                  <a:pt x="730" y="52"/>
                </a:lnTo>
                <a:lnTo>
                  <a:pt x="730" y="51"/>
                </a:lnTo>
                <a:lnTo>
                  <a:pt x="729" y="51"/>
                </a:lnTo>
                <a:lnTo>
                  <a:pt x="729" y="52"/>
                </a:lnTo>
                <a:lnTo>
                  <a:pt x="728" y="52"/>
                </a:lnTo>
                <a:lnTo>
                  <a:pt x="727" y="52"/>
                </a:lnTo>
                <a:lnTo>
                  <a:pt x="726" y="52"/>
                </a:lnTo>
                <a:lnTo>
                  <a:pt x="726" y="51"/>
                </a:lnTo>
                <a:lnTo>
                  <a:pt x="726" y="52"/>
                </a:lnTo>
                <a:lnTo>
                  <a:pt x="725" y="53"/>
                </a:lnTo>
                <a:lnTo>
                  <a:pt x="725" y="54"/>
                </a:lnTo>
                <a:lnTo>
                  <a:pt x="725" y="55"/>
                </a:lnTo>
                <a:lnTo>
                  <a:pt x="724" y="56"/>
                </a:lnTo>
                <a:lnTo>
                  <a:pt x="725" y="56"/>
                </a:lnTo>
                <a:lnTo>
                  <a:pt x="726" y="56"/>
                </a:lnTo>
                <a:lnTo>
                  <a:pt x="727" y="56"/>
                </a:lnTo>
                <a:lnTo>
                  <a:pt x="728" y="56"/>
                </a:lnTo>
                <a:lnTo>
                  <a:pt x="728" y="58"/>
                </a:lnTo>
                <a:lnTo>
                  <a:pt x="728" y="59"/>
                </a:lnTo>
                <a:lnTo>
                  <a:pt x="728" y="60"/>
                </a:lnTo>
                <a:lnTo>
                  <a:pt x="729" y="60"/>
                </a:lnTo>
                <a:lnTo>
                  <a:pt x="729" y="61"/>
                </a:lnTo>
                <a:lnTo>
                  <a:pt x="729" y="62"/>
                </a:lnTo>
                <a:lnTo>
                  <a:pt x="729" y="63"/>
                </a:lnTo>
                <a:lnTo>
                  <a:pt x="728" y="63"/>
                </a:lnTo>
                <a:lnTo>
                  <a:pt x="727" y="63"/>
                </a:lnTo>
                <a:lnTo>
                  <a:pt x="727" y="64"/>
                </a:lnTo>
                <a:lnTo>
                  <a:pt x="727" y="65"/>
                </a:lnTo>
                <a:lnTo>
                  <a:pt x="726" y="66"/>
                </a:lnTo>
                <a:lnTo>
                  <a:pt x="725" y="66"/>
                </a:lnTo>
                <a:lnTo>
                  <a:pt x="725" y="67"/>
                </a:lnTo>
                <a:lnTo>
                  <a:pt x="724" y="67"/>
                </a:lnTo>
                <a:lnTo>
                  <a:pt x="724" y="68"/>
                </a:lnTo>
                <a:lnTo>
                  <a:pt x="724" y="69"/>
                </a:lnTo>
                <a:lnTo>
                  <a:pt x="724" y="70"/>
                </a:lnTo>
                <a:lnTo>
                  <a:pt x="725" y="71"/>
                </a:lnTo>
                <a:lnTo>
                  <a:pt x="725" y="72"/>
                </a:lnTo>
                <a:lnTo>
                  <a:pt x="725" y="73"/>
                </a:lnTo>
                <a:lnTo>
                  <a:pt x="726" y="72"/>
                </a:lnTo>
                <a:lnTo>
                  <a:pt x="727" y="73"/>
                </a:lnTo>
                <a:lnTo>
                  <a:pt x="728" y="73"/>
                </a:lnTo>
                <a:lnTo>
                  <a:pt x="728" y="72"/>
                </a:lnTo>
                <a:lnTo>
                  <a:pt x="729" y="72"/>
                </a:lnTo>
                <a:lnTo>
                  <a:pt x="730" y="72"/>
                </a:lnTo>
                <a:lnTo>
                  <a:pt x="730" y="73"/>
                </a:lnTo>
                <a:lnTo>
                  <a:pt x="730" y="74"/>
                </a:lnTo>
                <a:lnTo>
                  <a:pt x="731" y="74"/>
                </a:lnTo>
                <a:lnTo>
                  <a:pt x="731" y="75"/>
                </a:lnTo>
                <a:lnTo>
                  <a:pt x="732" y="75"/>
                </a:lnTo>
                <a:lnTo>
                  <a:pt x="732" y="76"/>
                </a:lnTo>
                <a:lnTo>
                  <a:pt x="732" y="77"/>
                </a:lnTo>
                <a:lnTo>
                  <a:pt x="732" y="78"/>
                </a:lnTo>
                <a:lnTo>
                  <a:pt x="731" y="78"/>
                </a:lnTo>
                <a:lnTo>
                  <a:pt x="731" y="80"/>
                </a:lnTo>
                <a:lnTo>
                  <a:pt x="730" y="81"/>
                </a:lnTo>
                <a:lnTo>
                  <a:pt x="730" y="82"/>
                </a:lnTo>
                <a:lnTo>
                  <a:pt x="729" y="82"/>
                </a:lnTo>
                <a:lnTo>
                  <a:pt x="729" y="83"/>
                </a:lnTo>
                <a:lnTo>
                  <a:pt x="730" y="84"/>
                </a:lnTo>
                <a:lnTo>
                  <a:pt x="730" y="85"/>
                </a:lnTo>
                <a:lnTo>
                  <a:pt x="729" y="86"/>
                </a:lnTo>
                <a:lnTo>
                  <a:pt x="728" y="88"/>
                </a:lnTo>
                <a:lnTo>
                  <a:pt x="728" y="89"/>
                </a:lnTo>
                <a:lnTo>
                  <a:pt x="728" y="90"/>
                </a:lnTo>
                <a:lnTo>
                  <a:pt x="729" y="92"/>
                </a:lnTo>
                <a:lnTo>
                  <a:pt x="729" y="91"/>
                </a:lnTo>
                <a:lnTo>
                  <a:pt x="730" y="92"/>
                </a:lnTo>
                <a:lnTo>
                  <a:pt x="731" y="92"/>
                </a:lnTo>
                <a:lnTo>
                  <a:pt x="732" y="92"/>
                </a:lnTo>
                <a:lnTo>
                  <a:pt x="733" y="92"/>
                </a:lnTo>
                <a:lnTo>
                  <a:pt x="733" y="93"/>
                </a:lnTo>
                <a:lnTo>
                  <a:pt x="734" y="93"/>
                </a:lnTo>
                <a:lnTo>
                  <a:pt x="736" y="94"/>
                </a:lnTo>
                <a:lnTo>
                  <a:pt x="737" y="93"/>
                </a:lnTo>
                <a:lnTo>
                  <a:pt x="737" y="92"/>
                </a:lnTo>
                <a:lnTo>
                  <a:pt x="739" y="91"/>
                </a:lnTo>
                <a:lnTo>
                  <a:pt x="740" y="90"/>
                </a:lnTo>
                <a:lnTo>
                  <a:pt x="741" y="91"/>
                </a:lnTo>
                <a:lnTo>
                  <a:pt x="742" y="91"/>
                </a:lnTo>
                <a:lnTo>
                  <a:pt x="743" y="92"/>
                </a:lnTo>
                <a:lnTo>
                  <a:pt x="744" y="92"/>
                </a:lnTo>
                <a:lnTo>
                  <a:pt x="744" y="93"/>
                </a:lnTo>
                <a:lnTo>
                  <a:pt x="744" y="95"/>
                </a:lnTo>
                <a:lnTo>
                  <a:pt x="743" y="95"/>
                </a:lnTo>
                <a:lnTo>
                  <a:pt x="743" y="96"/>
                </a:lnTo>
                <a:lnTo>
                  <a:pt x="743" y="97"/>
                </a:lnTo>
                <a:lnTo>
                  <a:pt x="744" y="97"/>
                </a:lnTo>
                <a:lnTo>
                  <a:pt x="746" y="98"/>
                </a:lnTo>
                <a:lnTo>
                  <a:pt x="746" y="99"/>
                </a:lnTo>
                <a:lnTo>
                  <a:pt x="747" y="100"/>
                </a:lnTo>
                <a:lnTo>
                  <a:pt x="749" y="101"/>
                </a:lnTo>
                <a:lnTo>
                  <a:pt x="750" y="101"/>
                </a:lnTo>
                <a:lnTo>
                  <a:pt x="750" y="102"/>
                </a:lnTo>
                <a:lnTo>
                  <a:pt x="751" y="102"/>
                </a:lnTo>
                <a:lnTo>
                  <a:pt x="752" y="101"/>
                </a:lnTo>
                <a:lnTo>
                  <a:pt x="753" y="101"/>
                </a:lnTo>
                <a:lnTo>
                  <a:pt x="754" y="101"/>
                </a:lnTo>
                <a:lnTo>
                  <a:pt x="755" y="101"/>
                </a:lnTo>
                <a:lnTo>
                  <a:pt x="755" y="100"/>
                </a:lnTo>
                <a:lnTo>
                  <a:pt x="756" y="100"/>
                </a:lnTo>
                <a:lnTo>
                  <a:pt x="757" y="100"/>
                </a:lnTo>
                <a:lnTo>
                  <a:pt x="758" y="101"/>
                </a:lnTo>
                <a:lnTo>
                  <a:pt x="759" y="101"/>
                </a:lnTo>
                <a:lnTo>
                  <a:pt x="760" y="101"/>
                </a:lnTo>
                <a:lnTo>
                  <a:pt x="761" y="101"/>
                </a:lnTo>
                <a:lnTo>
                  <a:pt x="762" y="101"/>
                </a:lnTo>
                <a:lnTo>
                  <a:pt x="762" y="102"/>
                </a:lnTo>
                <a:lnTo>
                  <a:pt x="762" y="101"/>
                </a:lnTo>
                <a:lnTo>
                  <a:pt x="763" y="100"/>
                </a:lnTo>
                <a:lnTo>
                  <a:pt x="764" y="100"/>
                </a:lnTo>
                <a:lnTo>
                  <a:pt x="764" y="99"/>
                </a:lnTo>
                <a:lnTo>
                  <a:pt x="763" y="98"/>
                </a:lnTo>
                <a:lnTo>
                  <a:pt x="763" y="97"/>
                </a:lnTo>
                <a:lnTo>
                  <a:pt x="764" y="97"/>
                </a:lnTo>
                <a:lnTo>
                  <a:pt x="764" y="96"/>
                </a:lnTo>
                <a:lnTo>
                  <a:pt x="765" y="95"/>
                </a:lnTo>
                <a:lnTo>
                  <a:pt x="765" y="96"/>
                </a:lnTo>
                <a:lnTo>
                  <a:pt x="766" y="95"/>
                </a:lnTo>
                <a:lnTo>
                  <a:pt x="766" y="94"/>
                </a:lnTo>
                <a:lnTo>
                  <a:pt x="767" y="93"/>
                </a:lnTo>
                <a:lnTo>
                  <a:pt x="768" y="92"/>
                </a:lnTo>
                <a:lnTo>
                  <a:pt x="768" y="91"/>
                </a:lnTo>
                <a:lnTo>
                  <a:pt x="768" y="92"/>
                </a:lnTo>
                <a:lnTo>
                  <a:pt x="769" y="92"/>
                </a:lnTo>
                <a:lnTo>
                  <a:pt x="770" y="92"/>
                </a:lnTo>
                <a:lnTo>
                  <a:pt x="771" y="92"/>
                </a:lnTo>
                <a:lnTo>
                  <a:pt x="771" y="91"/>
                </a:lnTo>
                <a:lnTo>
                  <a:pt x="772" y="91"/>
                </a:lnTo>
                <a:lnTo>
                  <a:pt x="773" y="92"/>
                </a:lnTo>
                <a:lnTo>
                  <a:pt x="774" y="92"/>
                </a:lnTo>
                <a:lnTo>
                  <a:pt x="775" y="93"/>
                </a:lnTo>
                <a:lnTo>
                  <a:pt x="775" y="94"/>
                </a:lnTo>
                <a:lnTo>
                  <a:pt x="774" y="95"/>
                </a:lnTo>
                <a:lnTo>
                  <a:pt x="774" y="96"/>
                </a:lnTo>
                <a:lnTo>
                  <a:pt x="775" y="96"/>
                </a:lnTo>
                <a:lnTo>
                  <a:pt x="775" y="97"/>
                </a:lnTo>
                <a:lnTo>
                  <a:pt x="775" y="98"/>
                </a:lnTo>
                <a:lnTo>
                  <a:pt x="776" y="98"/>
                </a:lnTo>
                <a:lnTo>
                  <a:pt x="775" y="98"/>
                </a:lnTo>
                <a:lnTo>
                  <a:pt x="775" y="99"/>
                </a:lnTo>
                <a:lnTo>
                  <a:pt x="775" y="100"/>
                </a:lnTo>
                <a:lnTo>
                  <a:pt x="774" y="100"/>
                </a:lnTo>
                <a:lnTo>
                  <a:pt x="774" y="101"/>
                </a:lnTo>
                <a:lnTo>
                  <a:pt x="775" y="101"/>
                </a:lnTo>
                <a:lnTo>
                  <a:pt x="775" y="102"/>
                </a:lnTo>
                <a:lnTo>
                  <a:pt x="776" y="102"/>
                </a:lnTo>
                <a:lnTo>
                  <a:pt x="777" y="102"/>
                </a:lnTo>
                <a:lnTo>
                  <a:pt x="777" y="103"/>
                </a:lnTo>
                <a:lnTo>
                  <a:pt x="776" y="103"/>
                </a:lnTo>
                <a:lnTo>
                  <a:pt x="776" y="104"/>
                </a:lnTo>
                <a:lnTo>
                  <a:pt x="776" y="105"/>
                </a:lnTo>
                <a:lnTo>
                  <a:pt x="776" y="106"/>
                </a:lnTo>
                <a:lnTo>
                  <a:pt x="775" y="107"/>
                </a:lnTo>
                <a:lnTo>
                  <a:pt x="775" y="108"/>
                </a:lnTo>
                <a:lnTo>
                  <a:pt x="774" y="108"/>
                </a:lnTo>
                <a:lnTo>
                  <a:pt x="774" y="109"/>
                </a:lnTo>
                <a:lnTo>
                  <a:pt x="774" y="110"/>
                </a:lnTo>
                <a:lnTo>
                  <a:pt x="773" y="111"/>
                </a:lnTo>
                <a:lnTo>
                  <a:pt x="773" y="112"/>
                </a:lnTo>
                <a:lnTo>
                  <a:pt x="773" y="111"/>
                </a:lnTo>
                <a:lnTo>
                  <a:pt x="774" y="111"/>
                </a:lnTo>
                <a:lnTo>
                  <a:pt x="775" y="112"/>
                </a:lnTo>
                <a:lnTo>
                  <a:pt x="776" y="112"/>
                </a:lnTo>
                <a:lnTo>
                  <a:pt x="776" y="113"/>
                </a:lnTo>
                <a:lnTo>
                  <a:pt x="777" y="113"/>
                </a:lnTo>
                <a:lnTo>
                  <a:pt x="777" y="112"/>
                </a:lnTo>
                <a:lnTo>
                  <a:pt x="777" y="111"/>
                </a:lnTo>
                <a:lnTo>
                  <a:pt x="778" y="110"/>
                </a:lnTo>
                <a:lnTo>
                  <a:pt x="778" y="109"/>
                </a:lnTo>
                <a:lnTo>
                  <a:pt x="778" y="108"/>
                </a:lnTo>
                <a:lnTo>
                  <a:pt x="779" y="108"/>
                </a:lnTo>
                <a:lnTo>
                  <a:pt x="780" y="108"/>
                </a:lnTo>
                <a:lnTo>
                  <a:pt x="781" y="107"/>
                </a:lnTo>
                <a:lnTo>
                  <a:pt x="781" y="106"/>
                </a:lnTo>
                <a:lnTo>
                  <a:pt x="782" y="106"/>
                </a:lnTo>
                <a:lnTo>
                  <a:pt x="782" y="105"/>
                </a:lnTo>
                <a:lnTo>
                  <a:pt x="782" y="104"/>
                </a:lnTo>
                <a:lnTo>
                  <a:pt x="783" y="104"/>
                </a:lnTo>
                <a:lnTo>
                  <a:pt x="783" y="105"/>
                </a:lnTo>
                <a:lnTo>
                  <a:pt x="783" y="106"/>
                </a:lnTo>
                <a:lnTo>
                  <a:pt x="784" y="106"/>
                </a:lnTo>
                <a:lnTo>
                  <a:pt x="784" y="107"/>
                </a:lnTo>
                <a:lnTo>
                  <a:pt x="785" y="106"/>
                </a:lnTo>
                <a:lnTo>
                  <a:pt x="785" y="105"/>
                </a:lnTo>
                <a:lnTo>
                  <a:pt x="786" y="104"/>
                </a:lnTo>
                <a:lnTo>
                  <a:pt x="787" y="105"/>
                </a:lnTo>
                <a:lnTo>
                  <a:pt x="786" y="106"/>
                </a:lnTo>
                <a:lnTo>
                  <a:pt x="786" y="107"/>
                </a:lnTo>
                <a:lnTo>
                  <a:pt x="787" y="107"/>
                </a:lnTo>
                <a:lnTo>
                  <a:pt x="788" y="107"/>
                </a:lnTo>
                <a:lnTo>
                  <a:pt x="789" y="107"/>
                </a:lnTo>
                <a:lnTo>
                  <a:pt x="789" y="106"/>
                </a:lnTo>
                <a:lnTo>
                  <a:pt x="789" y="105"/>
                </a:lnTo>
                <a:lnTo>
                  <a:pt x="789" y="106"/>
                </a:lnTo>
                <a:lnTo>
                  <a:pt x="790" y="106"/>
                </a:lnTo>
                <a:lnTo>
                  <a:pt x="791" y="106"/>
                </a:lnTo>
                <a:lnTo>
                  <a:pt x="791" y="107"/>
                </a:lnTo>
                <a:lnTo>
                  <a:pt x="790" y="107"/>
                </a:lnTo>
                <a:lnTo>
                  <a:pt x="790" y="108"/>
                </a:lnTo>
                <a:lnTo>
                  <a:pt x="789" y="108"/>
                </a:lnTo>
                <a:lnTo>
                  <a:pt x="789" y="109"/>
                </a:lnTo>
                <a:lnTo>
                  <a:pt x="790" y="109"/>
                </a:lnTo>
                <a:lnTo>
                  <a:pt x="791" y="109"/>
                </a:lnTo>
                <a:lnTo>
                  <a:pt x="791" y="110"/>
                </a:lnTo>
                <a:lnTo>
                  <a:pt x="791" y="111"/>
                </a:lnTo>
                <a:lnTo>
                  <a:pt x="792" y="111"/>
                </a:lnTo>
                <a:lnTo>
                  <a:pt x="792" y="110"/>
                </a:lnTo>
                <a:lnTo>
                  <a:pt x="793" y="110"/>
                </a:lnTo>
                <a:lnTo>
                  <a:pt x="793" y="111"/>
                </a:lnTo>
                <a:lnTo>
                  <a:pt x="794" y="111"/>
                </a:lnTo>
                <a:lnTo>
                  <a:pt x="794" y="110"/>
                </a:lnTo>
                <a:lnTo>
                  <a:pt x="795" y="110"/>
                </a:lnTo>
                <a:lnTo>
                  <a:pt x="796" y="111"/>
                </a:lnTo>
                <a:lnTo>
                  <a:pt x="797" y="111"/>
                </a:lnTo>
                <a:lnTo>
                  <a:pt x="797" y="112"/>
                </a:lnTo>
                <a:lnTo>
                  <a:pt x="798" y="112"/>
                </a:lnTo>
                <a:lnTo>
                  <a:pt x="799" y="112"/>
                </a:lnTo>
                <a:lnTo>
                  <a:pt x="799" y="113"/>
                </a:lnTo>
                <a:lnTo>
                  <a:pt x="800" y="113"/>
                </a:lnTo>
                <a:lnTo>
                  <a:pt x="801" y="113"/>
                </a:lnTo>
                <a:lnTo>
                  <a:pt x="802" y="113"/>
                </a:lnTo>
                <a:lnTo>
                  <a:pt x="802" y="114"/>
                </a:lnTo>
                <a:lnTo>
                  <a:pt x="802" y="115"/>
                </a:lnTo>
                <a:lnTo>
                  <a:pt x="803" y="116"/>
                </a:lnTo>
                <a:lnTo>
                  <a:pt x="804" y="115"/>
                </a:lnTo>
                <a:lnTo>
                  <a:pt x="805" y="114"/>
                </a:lnTo>
                <a:lnTo>
                  <a:pt x="806" y="114"/>
                </a:lnTo>
                <a:lnTo>
                  <a:pt x="807" y="114"/>
                </a:lnTo>
                <a:lnTo>
                  <a:pt x="808" y="114"/>
                </a:lnTo>
                <a:lnTo>
                  <a:pt x="809" y="113"/>
                </a:lnTo>
                <a:lnTo>
                  <a:pt x="809" y="112"/>
                </a:lnTo>
                <a:lnTo>
                  <a:pt x="810" y="112"/>
                </a:lnTo>
                <a:lnTo>
                  <a:pt x="812" y="112"/>
                </a:lnTo>
                <a:lnTo>
                  <a:pt x="813" y="112"/>
                </a:lnTo>
                <a:lnTo>
                  <a:pt x="814" y="112"/>
                </a:lnTo>
                <a:lnTo>
                  <a:pt x="814" y="111"/>
                </a:lnTo>
                <a:lnTo>
                  <a:pt x="816" y="111"/>
                </a:lnTo>
                <a:lnTo>
                  <a:pt x="817" y="111"/>
                </a:lnTo>
                <a:lnTo>
                  <a:pt x="817" y="112"/>
                </a:lnTo>
                <a:lnTo>
                  <a:pt x="818" y="112"/>
                </a:lnTo>
                <a:lnTo>
                  <a:pt x="820" y="112"/>
                </a:lnTo>
                <a:lnTo>
                  <a:pt x="822" y="112"/>
                </a:lnTo>
                <a:lnTo>
                  <a:pt x="824" y="112"/>
                </a:lnTo>
                <a:lnTo>
                  <a:pt x="825" y="112"/>
                </a:lnTo>
                <a:lnTo>
                  <a:pt x="826" y="113"/>
                </a:lnTo>
                <a:lnTo>
                  <a:pt x="827" y="113"/>
                </a:lnTo>
                <a:lnTo>
                  <a:pt x="828" y="113"/>
                </a:lnTo>
                <a:lnTo>
                  <a:pt x="829" y="113"/>
                </a:lnTo>
                <a:lnTo>
                  <a:pt x="830" y="113"/>
                </a:lnTo>
                <a:lnTo>
                  <a:pt x="831" y="112"/>
                </a:lnTo>
                <a:lnTo>
                  <a:pt x="832" y="112"/>
                </a:lnTo>
                <a:lnTo>
                  <a:pt x="834" y="112"/>
                </a:lnTo>
                <a:lnTo>
                  <a:pt x="835" y="112"/>
                </a:lnTo>
                <a:lnTo>
                  <a:pt x="836" y="111"/>
                </a:lnTo>
                <a:lnTo>
                  <a:pt x="837" y="111"/>
                </a:lnTo>
                <a:lnTo>
                  <a:pt x="838" y="111"/>
                </a:lnTo>
                <a:lnTo>
                  <a:pt x="838" y="112"/>
                </a:lnTo>
                <a:lnTo>
                  <a:pt x="840" y="112"/>
                </a:lnTo>
                <a:lnTo>
                  <a:pt x="841" y="113"/>
                </a:lnTo>
                <a:lnTo>
                  <a:pt x="842" y="113"/>
                </a:lnTo>
                <a:lnTo>
                  <a:pt x="843" y="114"/>
                </a:lnTo>
                <a:lnTo>
                  <a:pt x="844" y="114"/>
                </a:lnTo>
                <a:lnTo>
                  <a:pt x="845" y="115"/>
                </a:lnTo>
                <a:lnTo>
                  <a:pt x="846" y="115"/>
                </a:lnTo>
                <a:lnTo>
                  <a:pt x="847" y="116"/>
                </a:lnTo>
                <a:lnTo>
                  <a:pt x="847" y="117"/>
                </a:lnTo>
                <a:lnTo>
                  <a:pt x="848" y="118"/>
                </a:lnTo>
                <a:lnTo>
                  <a:pt x="849" y="118"/>
                </a:lnTo>
                <a:lnTo>
                  <a:pt x="849" y="119"/>
                </a:lnTo>
                <a:lnTo>
                  <a:pt x="850" y="120"/>
                </a:lnTo>
                <a:lnTo>
                  <a:pt x="851" y="121"/>
                </a:lnTo>
                <a:lnTo>
                  <a:pt x="852" y="122"/>
                </a:lnTo>
                <a:lnTo>
                  <a:pt x="853" y="122"/>
                </a:lnTo>
                <a:lnTo>
                  <a:pt x="853" y="123"/>
                </a:lnTo>
                <a:lnTo>
                  <a:pt x="854" y="124"/>
                </a:lnTo>
                <a:lnTo>
                  <a:pt x="854" y="125"/>
                </a:lnTo>
                <a:lnTo>
                  <a:pt x="854" y="126"/>
                </a:lnTo>
                <a:lnTo>
                  <a:pt x="854" y="127"/>
                </a:lnTo>
                <a:lnTo>
                  <a:pt x="855" y="128"/>
                </a:lnTo>
                <a:lnTo>
                  <a:pt x="854" y="128"/>
                </a:lnTo>
                <a:lnTo>
                  <a:pt x="853" y="129"/>
                </a:lnTo>
                <a:lnTo>
                  <a:pt x="853" y="131"/>
                </a:lnTo>
                <a:lnTo>
                  <a:pt x="852" y="131"/>
                </a:lnTo>
                <a:lnTo>
                  <a:pt x="851" y="132"/>
                </a:lnTo>
                <a:lnTo>
                  <a:pt x="851" y="133"/>
                </a:lnTo>
                <a:lnTo>
                  <a:pt x="851" y="134"/>
                </a:lnTo>
                <a:lnTo>
                  <a:pt x="852" y="135"/>
                </a:lnTo>
                <a:lnTo>
                  <a:pt x="852" y="136"/>
                </a:lnTo>
                <a:lnTo>
                  <a:pt x="853" y="138"/>
                </a:lnTo>
                <a:lnTo>
                  <a:pt x="854" y="138"/>
                </a:lnTo>
                <a:lnTo>
                  <a:pt x="854" y="140"/>
                </a:lnTo>
                <a:lnTo>
                  <a:pt x="853" y="140"/>
                </a:lnTo>
                <a:lnTo>
                  <a:pt x="854" y="141"/>
                </a:lnTo>
                <a:lnTo>
                  <a:pt x="854" y="142"/>
                </a:lnTo>
                <a:lnTo>
                  <a:pt x="854" y="143"/>
                </a:lnTo>
                <a:lnTo>
                  <a:pt x="854" y="144"/>
                </a:lnTo>
                <a:lnTo>
                  <a:pt x="854" y="145"/>
                </a:lnTo>
                <a:lnTo>
                  <a:pt x="855" y="145"/>
                </a:lnTo>
                <a:lnTo>
                  <a:pt x="855" y="146"/>
                </a:lnTo>
                <a:lnTo>
                  <a:pt x="856" y="146"/>
                </a:lnTo>
                <a:lnTo>
                  <a:pt x="856" y="147"/>
                </a:lnTo>
                <a:lnTo>
                  <a:pt x="858" y="148"/>
                </a:lnTo>
                <a:lnTo>
                  <a:pt x="858" y="147"/>
                </a:lnTo>
                <a:lnTo>
                  <a:pt x="858" y="148"/>
                </a:lnTo>
                <a:lnTo>
                  <a:pt x="859" y="149"/>
                </a:lnTo>
                <a:lnTo>
                  <a:pt x="859" y="150"/>
                </a:lnTo>
                <a:lnTo>
                  <a:pt x="859" y="151"/>
                </a:lnTo>
                <a:lnTo>
                  <a:pt x="859" y="152"/>
                </a:lnTo>
                <a:lnTo>
                  <a:pt x="859" y="154"/>
                </a:lnTo>
                <a:lnTo>
                  <a:pt x="859" y="155"/>
                </a:lnTo>
                <a:lnTo>
                  <a:pt x="860" y="155"/>
                </a:lnTo>
                <a:lnTo>
                  <a:pt x="861" y="155"/>
                </a:lnTo>
                <a:lnTo>
                  <a:pt x="861" y="154"/>
                </a:lnTo>
                <a:lnTo>
                  <a:pt x="862" y="154"/>
                </a:lnTo>
                <a:lnTo>
                  <a:pt x="863" y="154"/>
                </a:lnTo>
                <a:lnTo>
                  <a:pt x="864" y="155"/>
                </a:lnTo>
                <a:lnTo>
                  <a:pt x="864" y="156"/>
                </a:lnTo>
                <a:lnTo>
                  <a:pt x="865" y="156"/>
                </a:lnTo>
                <a:lnTo>
                  <a:pt x="865" y="157"/>
                </a:lnTo>
                <a:lnTo>
                  <a:pt x="866" y="159"/>
                </a:lnTo>
                <a:lnTo>
                  <a:pt x="867" y="160"/>
                </a:lnTo>
                <a:lnTo>
                  <a:pt x="867" y="161"/>
                </a:lnTo>
                <a:lnTo>
                  <a:pt x="867" y="162"/>
                </a:lnTo>
                <a:lnTo>
                  <a:pt x="867" y="163"/>
                </a:lnTo>
                <a:lnTo>
                  <a:pt x="868" y="163"/>
                </a:lnTo>
                <a:lnTo>
                  <a:pt x="868" y="164"/>
                </a:lnTo>
                <a:lnTo>
                  <a:pt x="868" y="165"/>
                </a:lnTo>
                <a:lnTo>
                  <a:pt x="868" y="166"/>
                </a:lnTo>
                <a:lnTo>
                  <a:pt x="869" y="166"/>
                </a:lnTo>
                <a:lnTo>
                  <a:pt x="870" y="165"/>
                </a:lnTo>
                <a:lnTo>
                  <a:pt x="871" y="165"/>
                </a:lnTo>
                <a:lnTo>
                  <a:pt x="872" y="166"/>
                </a:lnTo>
                <a:lnTo>
                  <a:pt x="873" y="166"/>
                </a:lnTo>
                <a:lnTo>
                  <a:pt x="874" y="166"/>
                </a:lnTo>
                <a:lnTo>
                  <a:pt x="874" y="165"/>
                </a:lnTo>
                <a:lnTo>
                  <a:pt x="876" y="164"/>
                </a:lnTo>
                <a:lnTo>
                  <a:pt x="878" y="163"/>
                </a:lnTo>
                <a:lnTo>
                  <a:pt x="880" y="164"/>
                </a:lnTo>
                <a:lnTo>
                  <a:pt x="881" y="165"/>
                </a:lnTo>
                <a:lnTo>
                  <a:pt x="882" y="165"/>
                </a:lnTo>
                <a:lnTo>
                  <a:pt x="883" y="166"/>
                </a:lnTo>
                <a:lnTo>
                  <a:pt x="883" y="167"/>
                </a:lnTo>
                <a:lnTo>
                  <a:pt x="884" y="167"/>
                </a:lnTo>
                <a:lnTo>
                  <a:pt x="885" y="166"/>
                </a:lnTo>
                <a:lnTo>
                  <a:pt x="885" y="167"/>
                </a:lnTo>
                <a:lnTo>
                  <a:pt x="886" y="167"/>
                </a:lnTo>
                <a:lnTo>
                  <a:pt x="885" y="167"/>
                </a:lnTo>
                <a:lnTo>
                  <a:pt x="884" y="167"/>
                </a:lnTo>
                <a:lnTo>
                  <a:pt x="883" y="168"/>
                </a:lnTo>
                <a:lnTo>
                  <a:pt x="882" y="168"/>
                </a:lnTo>
                <a:lnTo>
                  <a:pt x="882" y="169"/>
                </a:lnTo>
                <a:lnTo>
                  <a:pt x="881" y="169"/>
                </a:lnTo>
                <a:lnTo>
                  <a:pt x="880" y="169"/>
                </a:lnTo>
                <a:lnTo>
                  <a:pt x="881" y="169"/>
                </a:lnTo>
                <a:lnTo>
                  <a:pt x="881" y="170"/>
                </a:lnTo>
                <a:lnTo>
                  <a:pt x="881" y="171"/>
                </a:lnTo>
                <a:lnTo>
                  <a:pt x="881" y="172"/>
                </a:lnTo>
                <a:lnTo>
                  <a:pt x="881" y="171"/>
                </a:lnTo>
                <a:lnTo>
                  <a:pt x="879" y="171"/>
                </a:lnTo>
                <a:lnTo>
                  <a:pt x="878" y="170"/>
                </a:lnTo>
                <a:lnTo>
                  <a:pt x="875" y="170"/>
                </a:lnTo>
                <a:lnTo>
                  <a:pt x="874" y="170"/>
                </a:lnTo>
                <a:lnTo>
                  <a:pt x="874" y="169"/>
                </a:lnTo>
                <a:lnTo>
                  <a:pt x="873" y="169"/>
                </a:lnTo>
                <a:lnTo>
                  <a:pt x="873" y="168"/>
                </a:lnTo>
                <a:lnTo>
                  <a:pt x="872" y="168"/>
                </a:lnTo>
                <a:lnTo>
                  <a:pt x="871" y="169"/>
                </a:lnTo>
                <a:lnTo>
                  <a:pt x="870" y="170"/>
                </a:lnTo>
                <a:lnTo>
                  <a:pt x="869" y="170"/>
                </a:lnTo>
                <a:lnTo>
                  <a:pt x="870" y="172"/>
                </a:lnTo>
                <a:lnTo>
                  <a:pt x="871" y="173"/>
                </a:lnTo>
                <a:lnTo>
                  <a:pt x="871" y="174"/>
                </a:lnTo>
                <a:lnTo>
                  <a:pt x="872" y="176"/>
                </a:lnTo>
                <a:lnTo>
                  <a:pt x="872" y="177"/>
                </a:lnTo>
                <a:lnTo>
                  <a:pt x="872" y="178"/>
                </a:lnTo>
                <a:lnTo>
                  <a:pt x="872" y="179"/>
                </a:lnTo>
                <a:lnTo>
                  <a:pt x="872" y="180"/>
                </a:lnTo>
                <a:lnTo>
                  <a:pt x="872" y="181"/>
                </a:lnTo>
                <a:lnTo>
                  <a:pt x="872" y="182"/>
                </a:lnTo>
                <a:lnTo>
                  <a:pt x="872" y="183"/>
                </a:lnTo>
                <a:lnTo>
                  <a:pt x="872" y="184"/>
                </a:lnTo>
                <a:lnTo>
                  <a:pt x="873" y="184"/>
                </a:lnTo>
                <a:lnTo>
                  <a:pt x="873" y="185"/>
                </a:lnTo>
                <a:lnTo>
                  <a:pt x="873" y="186"/>
                </a:lnTo>
                <a:lnTo>
                  <a:pt x="874" y="186"/>
                </a:lnTo>
                <a:lnTo>
                  <a:pt x="874" y="187"/>
                </a:lnTo>
                <a:lnTo>
                  <a:pt x="875" y="188"/>
                </a:lnTo>
                <a:lnTo>
                  <a:pt x="875" y="190"/>
                </a:lnTo>
                <a:lnTo>
                  <a:pt x="875" y="191"/>
                </a:lnTo>
                <a:lnTo>
                  <a:pt x="875" y="192"/>
                </a:lnTo>
                <a:lnTo>
                  <a:pt x="876" y="193"/>
                </a:lnTo>
                <a:lnTo>
                  <a:pt x="876" y="194"/>
                </a:lnTo>
                <a:lnTo>
                  <a:pt x="876" y="195"/>
                </a:lnTo>
                <a:lnTo>
                  <a:pt x="877" y="195"/>
                </a:lnTo>
                <a:lnTo>
                  <a:pt x="877" y="196"/>
                </a:lnTo>
                <a:lnTo>
                  <a:pt x="877" y="197"/>
                </a:lnTo>
                <a:lnTo>
                  <a:pt x="878" y="197"/>
                </a:lnTo>
                <a:lnTo>
                  <a:pt x="878" y="198"/>
                </a:lnTo>
                <a:lnTo>
                  <a:pt x="878" y="199"/>
                </a:lnTo>
                <a:lnTo>
                  <a:pt x="878" y="200"/>
                </a:lnTo>
                <a:lnTo>
                  <a:pt x="879" y="200"/>
                </a:lnTo>
                <a:lnTo>
                  <a:pt x="878" y="201"/>
                </a:lnTo>
                <a:lnTo>
                  <a:pt x="876" y="201"/>
                </a:lnTo>
                <a:lnTo>
                  <a:pt x="876" y="202"/>
                </a:lnTo>
                <a:lnTo>
                  <a:pt x="876" y="203"/>
                </a:lnTo>
                <a:lnTo>
                  <a:pt x="875" y="203"/>
                </a:lnTo>
                <a:lnTo>
                  <a:pt x="875" y="204"/>
                </a:lnTo>
                <a:lnTo>
                  <a:pt x="876" y="203"/>
                </a:lnTo>
                <a:lnTo>
                  <a:pt x="877" y="203"/>
                </a:lnTo>
                <a:lnTo>
                  <a:pt x="877" y="204"/>
                </a:lnTo>
                <a:lnTo>
                  <a:pt x="876" y="204"/>
                </a:lnTo>
                <a:lnTo>
                  <a:pt x="876" y="205"/>
                </a:lnTo>
                <a:lnTo>
                  <a:pt x="876" y="206"/>
                </a:lnTo>
                <a:lnTo>
                  <a:pt x="875" y="207"/>
                </a:lnTo>
                <a:lnTo>
                  <a:pt x="875" y="208"/>
                </a:lnTo>
                <a:lnTo>
                  <a:pt x="874" y="208"/>
                </a:lnTo>
                <a:lnTo>
                  <a:pt x="874" y="209"/>
                </a:lnTo>
                <a:lnTo>
                  <a:pt x="873" y="210"/>
                </a:lnTo>
                <a:lnTo>
                  <a:pt x="874" y="210"/>
                </a:lnTo>
                <a:lnTo>
                  <a:pt x="874" y="211"/>
                </a:lnTo>
                <a:lnTo>
                  <a:pt x="875" y="211"/>
                </a:lnTo>
                <a:lnTo>
                  <a:pt x="876" y="212"/>
                </a:lnTo>
                <a:lnTo>
                  <a:pt x="877" y="212"/>
                </a:lnTo>
                <a:lnTo>
                  <a:pt x="878" y="212"/>
                </a:lnTo>
                <a:lnTo>
                  <a:pt x="879" y="211"/>
                </a:lnTo>
                <a:lnTo>
                  <a:pt x="880" y="211"/>
                </a:lnTo>
                <a:lnTo>
                  <a:pt x="881" y="211"/>
                </a:lnTo>
                <a:lnTo>
                  <a:pt x="882" y="211"/>
                </a:lnTo>
                <a:lnTo>
                  <a:pt x="883" y="212"/>
                </a:lnTo>
                <a:lnTo>
                  <a:pt x="884" y="212"/>
                </a:lnTo>
                <a:lnTo>
                  <a:pt x="884" y="213"/>
                </a:lnTo>
                <a:lnTo>
                  <a:pt x="884" y="214"/>
                </a:lnTo>
                <a:lnTo>
                  <a:pt x="884" y="215"/>
                </a:lnTo>
                <a:lnTo>
                  <a:pt x="883" y="215"/>
                </a:lnTo>
                <a:lnTo>
                  <a:pt x="881" y="216"/>
                </a:lnTo>
                <a:lnTo>
                  <a:pt x="880" y="216"/>
                </a:lnTo>
                <a:lnTo>
                  <a:pt x="880" y="217"/>
                </a:lnTo>
                <a:lnTo>
                  <a:pt x="879" y="217"/>
                </a:lnTo>
                <a:lnTo>
                  <a:pt x="879" y="218"/>
                </a:lnTo>
                <a:lnTo>
                  <a:pt x="878" y="219"/>
                </a:lnTo>
                <a:lnTo>
                  <a:pt x="878" y="220"/>
                </a:lnTo>
                <a:lnTo>
                  <a:pt x="878" y="221"/>
                </a:lnTo>
                <a:lnTo>
                  <a:pt x="878" y="222"/>
                </a:lnTo>
                <a:lnTo>
                  <a:pt x="878" y="223"/>
                </a:lnTo>
                <a:lnTo>
                  <a:pt x="878" y="224"/>
                </a:lnTo>
                <a:lnTo>
                  <a:pt x="877" y="225"/>
                </a:lnTo>
                <a:lnTo>
                  <a:pt x="876" y="225"/>
                </a:lnTo>
                <a:lnTo>
                  <a:pt x="875" y="226"/>
                </a:lnTo>
                <a:lnTo>
                  <a:pt x="874" y="226"/>
                </a:lnTo>
                <a:lnTo>
                  <a:pt x="874" y="225"/>
                </a:lnTo>
                <a:lnTo>
                  <a:pt x="873" y="225"/>
                </a:lnTo>
                <a:lnTo>
                  <a:pt x="872" y="225"/>
                </a:lnTo>
                <a:lnTo>
                  <a:pt x="872" y="224"/>
                </a:lnTo>
                <a:lnTo>
                  <a:pt x="872" y="225"/>
                </a:lnTo>
                <a:lnTo>
                  <a:pt x="871" y="225"/>
                </a:lnTo>
                <a:lnTo>
                  <a:pt x="870" y="225"/>
                </a:lnTo>
                <a:lnTo>
                  <a:pt x="870" y="224"/>
                </a:lnTo>
                <a:lnTo>
                  <a:pt x="869" y="224"/>
                </a:lnTo>
                <a:lnTo>
                  <a:pt x="868" y="225"/>
                </a:lnTo>
                <a:lnTo>
                  <a:pt x="867" y="225"/>
                </a:lnTo>
                <a:lnTo>
                  <a:pt x="867" y="226"/>
                </a:lnTo>
                <a:lnTo>
                  <a:pt x="867" y="227"/>
                </a:lnTo>
                <a:lnTo>
                  <a:pt x="867" y="228"/>
                </a:lnTo>
                <a:lnTo>
                  <a:pt x="866" y="229"/>
                </a:lnTo>
                <a:lnTo>
                  <a:pt x="866" y="230"/>
                </a:lnTo>
                <a:lnTo>
                  <a:pt x="866" y="231"/>
                </a:lnTo>
                <a:lnTo>
                  <a:pt x="866" y="232"/>
                </a:lnTo>
                <a:lnTo>
                  <a:pt x="866" y="234"/>
                </a:lnTo>
                <a:lnTo>
                  <a:pt x="867" y="235"/>
                </a:lnTo>
                <a:lnTo>
                  <a:pt x="867" y="237"/>
                </a:lnTo>
                <a:lnTo>
                  <a:pt x="867" y="238"/>
                </a:lnTo>
                <a:lnTo>
                  <a:pt x="868" y="239"/>
                </a:lnTo>
                <a:lnTo>
                  <a:pt x="868" y="241"/>
                </a:lnTo>
                <a:lnTo>
                  <a:pt x="867" y="241"/>
                </a:lnTo>
                <a:lnTo>
                  <a:pt x="868" y="241"/>
                </a:lnTo>
                <a:lnTo>
                  <a:pt x="868" y="242"/>
                </a:lnTo>
                <a:lnTo>
                  <a:pt x="869" y="242"/>
                </a:lnTo>
                <a:lnTo>
                  <a:pt x="870" y="243"/>
                </a:lnTo>
                <a:lnTo>
                  <a:pt x="872" y="243"/>
                </a:lnTo>
                <a:lnTo>
                  <a:pt x="875" y="243"/>
                </a:lnTo>
                <a:lnTo>
                  <a:pt x="876" y="244"/>
                </a:lnTo>
                <a:lnTo>
                  <a:pt x="877" y="244"/>
                </a:lnTo>
                <a:lnTo>
                  <a:pt x="877" y="245"/>
                </a:lnTo>
                <a:lnTo>
                  <a:pt x="877" y="246"/>
                </a:lnTo>
                <a:lnTo>
                  <a:pt x="878" y="246"/>
                </a:lnTo>
                <a:lnTo>
                  <a:pt x="878" y="247"/>
                </a:lnTo>
                <a:lnTo>
                  <a:pt x="879" y="247"/>
                </a:lnTo>
                <a:lnTo>
                  <a:pt x="879" y="248"/>
                </a:lnTo>
                <a:lnTo>
                  <a:pt x="880" y="248"/>
                </a:lnTo>
                <a:lnTo>
                  <a:pt x="881" y="248"/>
                </a:lnTo>
                <a:lnTo>
                  <a:pt x="881" y="249"/>
                </a:lnTo>
                <a:lnTo>
                  <a:pt x="882" y="250"/>
                </a:lnTo>
                <a:lnTo>
                  <a:pt x="883" y="250"/>
                </a:lnTo>
                <a:lnTo>
                  <a:pt x="884" y="250"/>
                </a:lnTo>
                <a:lnTo>
                  <a:pt x="884" y="251"/>
                </a:lnTo>
                <a:lnTo>
                  <a:pt x="884" y="252"/>
                </a:lnTo>
                <a:lnTo>
                  <a:pt x="885" y="252"/>
                </a:lnTo>
                <a:lnTo>
                  <a:pt x="886" y="253"/>
                </a:lnTo>
                <a:lnTo>
                  <a:pt x="887" y="253"/>
                </a:lnTo>
                <a:lnTo>
                  <a:pt x="887" y="254"/>
                </a:lnTo>
                <a:lnTo>
                  <a:pt x="888" y="254"/>
                </a:lnTo>
                <a:lnTo>
                  <a:pt x="888" y="255"/>
                </a:lnTo>
                <a:lnTo>
                  <a:pt x="889" y="255"/>
                </a:lnTo>
                <a:lnTo>
                  <a:pt x="890" y="255"/>
                </a:lnTo>
                <a:lnTo>
                  <a:pt x="891" y="255"/>
                </a:lnTo>
                <a:lnTo>
                  <a:pt x="892" y="254"/>
                </a:lnTo>
                <a:lnTo>
                  <a:pt x="893" y="254"/>
                </a:lnTo>
                <a:lnTo>
                  <a:pt x="894" y="254"/>
                </a:lnTo>
                <a:lnTo>
                  <a:pt x="895" y="254"/>
                </a:lnTo>
                <a:lnTo>
                  <a:pt x="895" y="255"/>
                </a:lnTo>
                <a:lnTo>
                  <a:pt x="895" y="256"/>
                </a:lnTo>
                <a:lnTo>
                  <a:pt x="896" y="257"/>
                </a:lnTo>
                <a:lnTo>
                  <a:pt x="897" y="258"/>
                </a:lnTo>
                <a:lnTo>
                  <a:pt x="897" y="259"/>
                </a:lnTo>
                <a:lnTo>
                  <a:pt x="898" y="259"/>
                </a:lnTo>
                <a:lnTo>
                  <a:pt x="898" y="258"/>
                </a:lnTo>
                <a:lnTo>
                  <a:pt x="899" y="258"/>
                </a:lnTo>
                <a:lnTo>
                  <a:pt x="900" y="257"/>
                </a:lnTo>
                <a:lnTo>
                  <a:pt x="902" y="258"/>
                </a:lnTo>
                <a:lnTo>
                  <a:pt x="904" y="259"/>
                </a:lnTo>
                <a:lnTo>
                  <a:pt x="904" y="261"/>
                </a:lnTo>
                <a:lnTo>
                  <a:pt x="904" y="262"/>
                </a:lnTo>
                <a:lnTo>
                  <a:pt x="905" y="263"/>
                </a:lnTo>
                <a:lnTo>
                  <a:pt x="905" y="264"/>
                </a:lnTo>
                <a:lnTo>
                  <a:pt x="906" y="264"/>
                </a:lnTo>
                <a:lnTo>
                  <a:pt x="907" y="264"/>
                </a:lnTo>
                <a:lnTo>
                  <a:pt x="908" y="265"/>
                </a:lnTo>
                <a:lnTo>
                  <a:pt x="908" y="266"/>
                </a:lnTo>
                <a:lnTo>
                  <a:pt x="909" y="266"/>
                </a:lnTo>
                <a:lnTo>
                  <a:pt x="910" y="267"/>
                </a:lnTo>
                <a:lnTo>
                  <a:pt x="911" y="268"/>
                </a:lnTo>
                <a:lnTo>
                  <a:pt x="911" y="269"/>
                </a:lnTo>
                <a:lnTo>
                  <a:pt x="912" y="269"/>
                </a:lnTo>
                <a:lnTo>
                  <a:pt x="912" y="268"/>
                </a:lnTo>
                <a:lnTo>
                  <a:pt x="913" y="268"/>
                </a:lnTo>
                <a:lnTo>
                  <a:pt x="914" y="268"/>
                </a:lnTo>
                <a:lnTo>
                  <a:pt x="915" y="268"/>
                </a:lnTo>
                <a:lnTo>
                  <a:pt x="916" y="267"/>
                </a:lnTo>
                <a:lnTo>
                  <a:pt x="918" y="266"/>
                </a:lnTo>
                <a:lnTo>
                  <a:pt x="919" y="267"/>
                </a:lnTo>
                <a:lnTo>
                  <a:pt x="919" y="269"/>
                </a:lnTo>
                <a:lnTo>
                  <a:pt x="920" y="269"/>
                </a:lnTo>
                <a:lnTo>
                  <a:pt x="921" y="270"/>
                </a:lnTo>
                <a:lnTo>
                  <a:pt x="921" y="271"/>
                </a:lnTo>
                <a:lnTo>
                  <a:pt x="922" y="271"/>
                </a:lnTo>
                <a:lnTo>
                  <a:pt x="923" y="272"/>
                </a:lnTo>
                <a:lnTo>
                  <a:pt x="924" y="272"/>
                </a:lnTo>
                <a:lnTo>
                  <a:pt x="926" y="271"/>
                </a:lnTo>
                <a:lnTo>
                  <a:pt x="927" y="271"/>
                </a:lnTo>
                <a:lnTo>
                  <a:pt x="927" y="272"/>
                </a:lnTo>
                <a:lnTo>
                  <a:pt x="928" y="271"/>
                </a:lnTo>
                <a:lnTo>
                  <a:pt x="930" y="271"/>
                </a:lnTo>
                <a:lnTo>
                  <a:pt x="931" y="271"/>
                </a:lnTo>
                <a:lnTo>
                  <a:pt x="931" y="270"/>
                </a:lnTo>
                <a:lnTo>
                  <a:pt x="932" y="270"/>
                </a:lnTo>
                <a:lnTo>
                  <a:pt x="933" y="270"/>
                </a:lnTo>
                <a:lnTo>
                  <a:pt x="933" y="269"/>
                </a:lnTo>
                <a:lnTo>
                  <a:pt x="933" y="268"/>
                </a:lnTo>
                <a:lnTo>
                  <a:pt x="934" y="268"/>
                </a:lnTo>
                <a:lnTo>
                  <a:pt x="936" y="270"/>
                </a:lnTo>
                <a:lnTo>
                  <a:pt x="937" y="270"/>
                </a:lnTo>
                <a:lnTo>
                  <a:pt x="937" y="271"/>
                </a:lnTo>
                <a:lnTo>
                  <a:pt x="937" y="272"/>
                </a:lnTo>
                <a:lnTo>
                  <a:pt x="938" y="272"/>
                </a:lnTo>
                <a:lnTo>
                  <a:pt x="938" y="273"/>
                </a:lnTo>
                <a:lnTo>
                  <a:pt x="939" y="273"/>
                </a:lnTo>
                <a:lnTo>
                  <a:pt x="940" y="274"/>
                </a:lnTo>
                <a:lnTo>
                  <a:pt x="940" y="275"/>
                </a:lnTo>
                <a:lnTo>
                  <a:pt x="940" y="276"/>
                </a:lnTo>
                <a:lnTo>
                  <a:pt x="940" y="277"/>
                </a:lnTo>
                <a:lnTo>
                  <a:pt x="941" y="278"/>
                </a:lnTo>
                <a:lnTo>
                  <a:pt x="944" y="278"/>
                </a:lnTo>
                <a:lnTo>
                  <a:pt x="945" y="277"/>
                </a:lnTo>
                <a:lnTo>
                  <a:pt x="946" y="277"/>
                </a:lnTo>
                <a:lnTo>
                  <a:pt x="947" y="277"/>
                </a:lnTo>
                <a:lnTo>
                  <a:pt x="947" y="276"/>
                </a:lnTo>
                <a:lnTo>
                  <a:pt x="947" y="275"/>
                </a:lnTo>
                <a:lnTo>
                  <a:pt x="948" y="275"/>
                </a:lnTo>
                <a:lnTo>
                  <a:pt x="949" y="275"/>
                </a:lnTo>
                <a:lnTo>
                  <a:pt x="950" y="275"/>
                </a:lnTo>
                <a:lnTo>
                  <a:pt x="951" y="274"/>
                </a:lnTo>
                <a:lnTo>
                  <a:pt x="952" y="273"/>
                </a:lnTo>
                <a:lnTo>
                  <a:pt x="953" y="273"/>
                </a:lnTo>
                <a:lnTo>
                  <a:pt x="954" y="273"/>
                </a:lnTo>
                <a:lnTo>
                  <a:pt x="954" y="272"/>
                </a:lnTo>
                <a:lnTo>
                  <a:pt x="955" y="272"/>
                </a:lnTo>
                <a:lnTo>
                  <a:pt x="956" y="272"/>
                </a:lnTo>
                <a:lnTo>
                  <a:pt x="957" y="272"/>
                </a:lnTo>
                <a:lnTo>
                  <a:pt x="958" y="272"/>
                </a:lnTo>
                <a:lnTo>
                  <a:pt x="959" y="271"/>
                </a:lnTo>
                <a:lnTo>
                  <a:pt x="959" y="270"/>
                </a:lnTo>
                <a:lnTo>
                  <a:pt x="960" y="270"/>
                </a:lnTo>
                <a:lnTo>
                  <a:pt x="960" y="271"/>
                </a:lnTo>
                <a:lnTo>
                  <a:pt x="961" y="271"/>
                </a:lnTo>
                <a:lnTo>
                  <a:pt x="962" y="271"/>
                </a:lnTo>
                <a:lnTo>
                  <a:pt x="963" y="271"/>
                </a:lnTo>
                <a:lnTo>
                  <a:pt x="964" y="271"/>
                </a:lnTo>
                <a:lnTo>
                  <a:pt x="964" y="272"/>
                </a:lnTo>
                <a:lnTo>
                  <a:pt x="965" y="272"/>
                </a:lnTo>
                <a:lnTo>
                  <a:pt x="966" y="272"/>
                </a:lnTo>
                <a:lnTo>
                  <a:pt x="966" y="273"/>
                </a:lnTo>
                <a:lnTo>
                  <a:pt x="967" y="275"/>
                </a:lnTo>
                <a:lnTo>
                  <a:pt x="968" y="275"/>
                </a:lnTo>
                <a:lnTo>
                  <a:pt x="968" y="276"/>
                </a:lnTo>
                <a:lnTo>
                  <a:pt x="968" y="277"/>
                </a:lnTo>
                <a:lnTo>
                  <a:pt x="969" y="278"/>
                </a:lnTo>
                <a:lnTo>
                  <a:pt x="970" y="279"/>
                </a:lnTo>
                <a:lnTo>
                  <a:pt x="971" y="279"/>
                </a:lnTo>
                <a:lnTo>
                  <a:pt x="973" y="278"/>
                </a:lnTo>
                <a:lnTo>
                  <a:pt x="974" y="277"/>
                </a:lnTo>
                <a:lnTo>
                  <a:pt x="976" y="276"/>
                </a:lnTo>
                <a:lnTo>
                  <a:pt x="977" y="276"/>
                </a:lnTo>
                <a:lnTo>
                  <a:pt x="978" y="276"/>
                </a:lnTo>
                <a:lnTo>
                  <a:pt x="979" y="275"/>
                </a:lnTo>
                <a:lnTo>
                  <a:pt x="979" y="274"/>
                </a:lnTo>
                <a:lnTo>
                  <a:pt x="981" y="274"/>
                </a:lnTo>
                <a:lnTo>
                  <a:pt x="982" y="273"/>
                </a:lnTo>
                <a:lnTo>
                  <a:pt x="983" y="272"/>
                </a:lnTo>
                <a:lnTo>
                  <a:pt x="983" y="271"/>
                </a:lnTo>
                <a:lnTo>
                  <a:pt x="983" y="270"/>
                </a:lnTo>
                <a:lnTo>
                  <a:pt x="983" y="269"/>
                </a:lnTo>
                <a:lnTo>
                  <a:pt x="983" y="268"/>
                </a:lnTo>
                <a:lnTo>
                  <a:pt x="984" y="268"/>
                </a:lnTo>
                <a:lnTo>
                  <a:pt x="985" y="268"/>
                </a:lnTo>
                <a:lnTo>
                  <a:pt x="986" y="268"/>
                </a:lnTo>
                <a:lnTo>
                  <a:pt x="986" y="267"/>
                </a:lnTo>
                <a:lnTo>
                  <a:pt x="987" y="268"/>
                </a:lnTo>
                <a:lnTo>
                  <a:pt x="987" y="269"/>
                </a:lnTo>
                <a:lnTo>
                  <a:pt x="989" y="270"/>
                </a:lnTo>
                <a:lnTo>
                  <a:pt x="990" y="270"/>
                </a:lnTo>
                <a:lnTo>
                  <a:pt x="990" y="269"/>
                </a:lnTo>
                <a:lnTo>
                  <a:pt x="991" y="269"/>
                </a:lnTo>
                <a:lnTo>
                  <a:pt x="992" y="270"/>
                </a:lnTo>
                <a:lnTo>
                  <a:pt x="993" y="269"/>
                </a:lnTo>
                <a:lnTo>
                  <a:pt x="994" y="268"/>
                </a:lnTo>
                <a:lnTo>
                  <a:pt x="994" y="267"/>
                </a:lnTo>
                <a:lnTo>
                  <a:pt x="995" y="267"/>
                </a:lnTo>
                <a:lnTo>
                  <a:pt x="996" y="267"/>
                </a:lnTo>
                <a:lnTo>
                  <a:pt x="996" y="266"/>
                </a:lnTo>
                <a:lnTo>
                  <a:pt x="997" y="266"/>
                </a:lnTo>
                <a:lnTo>
                  <a:pt x="998" y="266"/>
                </a:lnTo>
                <a:lnTo>
                  <a:pt x="999" y="266"/>
                </a:lnTo>
                <a:lnTo>
                  <a:pt x="999" y="265"/>
                </a:lnTo>
                <a:lnTo>
                  <a:pt x="1000" y="264"/>
                </a:lnTo>
                <a:lnTo>
                  <a:pt x="1000" y="263"/>
                </a:lnTo>
                <a:lnTo>
                  <a:pt x="1002" y="261"/>
                </a:lnTo>
                <a:lnTo>
                  <a:pt x="1003" y="261"/>
                </a:lnTo>
                <a:lnTo>
                  <a:pt x="1005" y="260"/>
                </a:lnTo>
                <a:lnTo>
                  <a:pt x="1006" y="260"/>
                </a:lnTo>
                <a:lnTo>
                  <a:pt x="1007" y="260"/>
                </a:lnTo>
                <a:lnTo>
                  <a:pt x="1007" y="259"/>
                </a:lnTo>
                <a:lnTo>
                  <a:pt x="1008" y="258"/>
                </a:lnTo>
                <a:lnTo>
                  <a:pt x="1009" y="258"/>
                </a:lnTo>
                <a:lnTo>
                  <a:pt x="1009" y="257"/>
                </a:lnTo>
                <a:lnTo>
                  <a:pt x="1011" y="257"/>
                </a:lnTo>
                <a:lnTo>
                  <a:pt x="1011" y="258"/>
                </a:lnTo>
                <a:lnTo>
                  <a:pt x="1012" y="258"/>
                </a:lnTo>
                <a:lnTo>
                  <a:pt x="1012" y="257"/>
                </a:lnTo>
                <a:lnTo>
                  <a:pt x="1013" y="257"/>
                </a:lnTo>
                <a:lnTo>
                  <a:pt x="1013" y="255"/>
                </a:lnTo>
                <a:lnTo>
                  <a:pt x="1013" y="254"/>
                </a:lnTo>
                <a:lnTo>
                  <a:pt x="1013" y="253"/>
                </a:lnTo>
                <a:lnTo>
                  <a:pt x="1013" y="252"/>
                </a:lnTo>
                <a:lnTo>
                  <a:pt x="1012" y="252"/>
                </a:lnTo>
                <a:lnTo>
                  <a:pt x="1012" y="253"/>
                </a:lnTo>
                <a:lnTo>
                  <a:pt x="1011" y="253"/>
                </a:lnTo>
                <a:lnTo>
                  <a:pt x="1011" y="252"/>
                </a:lnTo>
                <a:lnTo>
                  <a:pt x="1011" y="251"/>
                </a:lnTo>
                <a:lnTo>
                  <a:pt x="1010" y="252"/>
                </a:lnTo>
                <a:lnTo>
                  <a:pt x="1009" y="251"/>
                </a:lnTo>
                <a:lnTo>
                  <a:pt x="1009" y="250"/>
                </a:lnTo>
                <a:lnTo>
                  <a:pt x="1009" y="249"/>
                </a:lnTo>
                <a:lnTo>
                  <a:pt x="1009" y="248"/>
                </a:lnTo>
                <a:lnTo>
                  <a:pt x="1008" y="247"/>
                </a:lnTo>
                <a:lnTo>
                  <a:pt x="1007" y="246"/>
                </a:lnTo>
                <a:lnTo>
                  <a:pt x="1007" y="245"/>
                </a:lnTo>
                <a:lnTo>
                  <a:pt x="1006" y="244"/>
                </a:lnTo>
                <a:lnTo>
                  <a:pt x="1006" y="243"/>
                </a:lnTo>
                <a:lnTo>
                  <a:pt x="1005" y="243"/>
                </a:lnTo>
                <a:lnTo>
                  <a:pt x="1005" y="242"/>
                </a:lnTo>
                <a:lnTo>
                  <a:pt x="1005" y="241"/>
                </a:lnTo>
                <a:lnTo>
                  <a:pt x="1005" y="240"/>
                </a:lnTo>
                <a:lnTo>
                  <a:pt x="1005" y="239"/>
                </a:lnTo>
                <a:lnTo>
                  <a:pt x="1005" y="240"/>
                </a:lnTo>
                <a:lnTo>
                  <a:pt x="1006" y="239"/>
                </a:lnTo>
                <a:lnTo>
                  <a:pt x="1005" y="239"/>
                </a:lnTo>
                <a:lnTo>
                  <a:pt x="1005" y="237"/>
                </a:lnTo>
                <a:lnTo>
                  <a:pt x="1004" y="236"/>
                </a:lnTo>
                <a:lnTo>
                  <a:pt x="1004" y="235"/>
                </a:lnTo>
                <a:lnTo>
                  <a:pt x="1006" y="235"/>
                </a:lnTo>
                <a:lnTo>
                  <a:pt x="1007" y="234"/>
                </a:lnTo>
                <a:lnTo>
                  <a:pt x="1007" y="233"/>
                </a:lnTo>
                <a:lnTo>
                  <a:pt x="1007" y="231"/>
                </a:lnTo>
                <a:lnTo>
                  <a:pt x="1007" y="229"/>
                </a:lnTo>
                <a:lnTo>
                  <a:pt x="1009" y="227"/>
                </a:lnTo>
                <a:lnTo>
                  <a:pt x="1010" y="227"/>
                </a:lnTo>
                <a:lnTo>
                  <a:pt x="1011" y="227"/>
                </a:lnTo>
                <a:lnTo>
                  <a:pt x="1012" y="227"/>
                </a:lnTo>
                <a:lnTo>
                  <a:pt x="1014" y="227"/>
                </a:lnTo>
                <a:lnTo>
                  <a:pt x="1016" y="229"/>
                </a:lnTo>
                <a:lnTo>
                  <a:pt x="1017" y="229"/>
                </a:lnTo>
                <a:lnTo>
                  <a:pt x="1018" y="230"/>
                </a:lnTo>
                <a:lnTo>
                  <a:pt x="1018" y="231"/>
                </a:lnTo>
                <a:lnTo>
                  <a:pt x="1017" y="231"/>
                </a:lnTo>
                <a:lnTo>
                  <a:pt x="1017" y="232"/>
                </a:lnTo>
                <a:lnTo>
                  <a:pt x="1018" y="232"/>
                </a:lnTo>
                <a:lnTo>
                  <a:pt x="1018" y="233"/>
                </a:lnTo>
                <a:lnTo>
                  <a:pt x="1017" y="233"/>
                </a:lnTo>
                <a:lnTo>
                  <a:pt x="1017" y="234"/>
                </a:lnTo>
                <a:lnTo>
                  <a:pt x="1017" y="235"/>
                </a:lnTo>
                <a:lnTo>
                  <a:pt x="1018" y="237"/>
                </a:lnTo>
                <a:lnTo>
                  <a:pt x="1019" y="237"/>
                </a:lnTo>
                <a:lnTo>
                  <a:pt x="1019" y="238"/>
                </a:lnTo>
                <a:lnTo>
                  <a:pt x="1020" y="238"/>
                </a:lnTo>
                <a:lnTo>
                  <a:pt x="1021" y="240"/>
                </a:lnTo>
                <a:lnTo>
                  <a:pt x="1021" y="241"/>
                </a:lnTo>
                <a:lnTo>
                  <a:pt x="1022" y="243"/>
                </a:lnTo>
                <a:lnTo>
                  <a:pt x="1022" y="244"/>
                </a:lnTo>
                <a:lnTo>
                  <a:pt x="1022" y="245"/>
                </a:lnTo>
                <a:lnTo>
                  <a:pt x="1022" y="246"/>
                </a:lnTo>
                <a:lnTo>
                  <a:pt x="1022" y="247"/>
                </a:lnTo>
                <a:lnTo>
                  <a:pt x="1022" y="248"/>
                </a:lnTo>
                <a:lnTo>
                  <a:pt x="1023" y="248"/>
                </a:lnTo>
                <a:lnTo>
                  <a:pt x="1023" y="249"/>
                </a:lnTo>
                <a:lnTo>
                  <a:pt x="1024" y="248"/>
                </a:lnTo>
                <a:lnTo>
                  <a:pt x="1025" y="248"/>
                </a:lnTo>
                <a:lnTo>
                  <a:pt x="1025" y="249"/>
                </a:lnTo>
                <a:lnTo>
                  <a:pt x="1025" y="250"/>
                </a:lnTo>
                <a:lnTo>
                  <a:pt x="1025" y="251"/>
                </a:lnTo>
                <a:lnTo>
                  <a:pt x="1025" y="252"/>
                </a:lnTo>
                <a:lnTo>
                  <a:pt x="1026" y="252"/>
                </a:lnTo>
                <a:lnTo>
                  <a:pt x="1027" y="252"/>
                </a:lnTo>
                <a:lnTo>
                  <a:pt x="1027" y="253"/>
                </a:lnTo>
                <a:lnTo>
                  <a:pt x="1027" y="254"/>
                </a:lnTo>
                <a:lnTo>
                  <a:pt x="1026" y="254"/>
                </a:lnTo>
                <a:lnTo>
                  <a:pt x="1025" y="255"/>
                </a:lnTo>
                <a:lnTo>
                  <a:pt x="1025" y="257"/>
                </a:lnTo>
                <a:lnTo>
                  <a:pt x="1026" y="257"/>
                </a:lnTo>
                <a:lnTo>
                  <a:pt x="1026" y="258"/>
                </a:lnTo>
                <a:lnTo>
                  <a:pt x="1027" y="259"/>
                </a:lnTo>
                <a:lnTo>
                  <a:pt x="1028" y="258"/>
                </a:lnTo>
                <a:lnTo>
                  <a:pt x="1029" y="258"/>
                </a:lnTo>
                <a:lnTo>
                  <a:pt x="1030" y="259"/>
                </a:lnTo>
                <a:lnTo>
                  <a:pt x="1030" y="260"/>
                </a:lnTo>
                <a:lnTo>
                  <a:pt x="1030" y="261"/>
                </a:lnTo>
                <a:lnTo>
                  <a:pt x="1030" y="262"/>
                </a:lnTo>
                <a:lnTo>
                  <a:pt x="1032" y="262"/>
                </a:lnTo>
                <a:lnTo>
                  <a:pt x="1033" y="262"/>
                </a:lnTo>
                <a:lnTo>
                  <a:pt x="1034" y="262"/>
                </a:lnTo>
                <a:lnTo>
                  <a:pt x="1035" y="261"/>
                </a:lnTo>
                <a:lnTo>
                  <a:pt x="1036" y="261"/>
                </a:lnTo>
                <a:lnTo>
                  <a:pt x="1037" y="260"/>
                </a:lnTo>
                <a:lnTo>
                  <a:pt x="1038" y="259"/>
                </a:lnTo>
                <a:lnTo>
                  <a:pt x="1039" y="259"/>
                </a:lnTo>
                <a:lnTo>
                  <a:pt x="1039" y="258"/>
                </a:lnTo>
                <a:lnTo>
                  <a:pt x="1040" y="258"/>
                </a:lnTo>
                <a:lnTo>
                  <a:pt x="1041" y="257"/>
                </a:lnTo>
                <a:lnTo>
                  <a:pt x="1042" y="256"/>
                </a:lnTo>
                <a:lnTo>
                  <a:pt x="1043" y="256"/>
                </a:lnTo>
                <a:lnTo>
                  <a:pt x="1044" y="255"/>
                </a:lnTo>
                <a:lnTo>
                  <a:pt x="1044" y="254"/>
                </a:lnTo>
                <a:lnTo>
                  <a:pt x="1045" y="254"/>
                </a:lnTo>
                <a:lnTo>
                  <a:pt x="1046" y="253"/>
                </a:lnTo>
                <a:lnTo>
                  <a:pt x="1047" y="254"/>
                </a:lnTo>
                <a:lnTo>
                  <a:pt x="1048" y="254"/>
                </a:lnTo>
                <a:lnTo>
                  <a:pt x="1048" y="253"/>
                </a:lnTo>
                <a:lnTo>
                  <a:pt x="1049" y="253"/>
                </a:lnTo>
                <a:lnTo>
                  <a:pt x="1049" y="252"/>
                </a:lnTo>
                <a:lnTo>
                  <a:pt x="1050" y="252"/>
                </a:lnTo>
                <a:lnTo>
                  <a:pt x="1050" y="253"/>
                </a:lnTo>
                <a:lnTo>
                  <a:pt x="1051" y="253"/>
                </a:lnTo>
                <a:lnTo>
                  <a:pt x="1051" y="252"/>
                </a:lnTo>
                <a:lnTo>
                  <a:pt x="1052" y="252"/>
                </a:lnTo>
                <a:lnTo>
                  <a:pt x="1053" y="253"/>
                </a:lnTo>
                <a:lnTo>
                  <a:pt x="1053" y="254"/>
                </a:lnTo>
                <a:lnTo>
                  <a:pt x="1053" y="255"/>
                </a:lnTo>
                <a:lnTo>
                  <a:pt x="1054" y="255"/>
                </a:lnTo>
                <a:lnTo>
                  <a:pt x="1054" y="254"/>
                </a:lnTo>
                <a:lnTo>
                  <a:pt x="1055" y="254"/>
                </a:lnTo>
                <a:lnTo>
                  <a:pt x="1056" y="254"/>
                </a:lnTo>
                <a:lnTo>
                  <a:pt x="1057" y="253"/>
                </a:lnTo>
                <a:lnTo>
                  <a:pt x="1057" y="252"/>
                </a:lnTo>
                <a:lnTo>
                  <a:pt x="1057" y="251"/>
                </a:lnTo>
                <a:lnTo>
                  <a:pt x="1058" y="251"/>
                </a:lnTo>
                <a:lnTo>
                  <a:pt x="1058" y="252"/>
                </a:lnTo>
                <a:lnTo>
                  <a:pt x="1059" y="252"/>
                </a:lnTo>
                <a:lnTo>
                  <a:pt x="1058" y="250"/>
                </a:lnTo>
                <a:lnTo>
                  <a:pt x="1058" y="249"/>
                </a:lnTo>
                <a:lnTo>
                  <a:pt x="1058" y="248"/>
                </a:lnTo>
                <a:lnTo>
                  <a:pt x="1059" y="247"/>
                </a:lnTo>
                <a:lnTo>
                  <a:pt x="1058" y="245"/>
                </a:lnTo>
                <a:lnTo>
                  <a:pt x="1059" y="243"/>
                </a:lnTo>
                <a:lnTo>
                  <a:pt x="1060" y="243"/>
                </a:lnTo>
                <a:lnTo>
                  <a:pt x="1061" y="244"/>
                </a:lnTo>
                <a:lnTo>
                  <a:pt x="1062" y="244"/>
                </a:lnTo>
                <a:lnTo>
                  <a:pt x="1063" y="244"/>
                </a:lnTo>
                <a:lnTo>
                  <a:pt x="1063" y="243"/>
                </a:lnTo>
                <a:lnTo>
                  <a:pt x="1064" y="242"/>
                </a:lnTo>
                <a:lnTo>
                  <a:pt x="1065" y="242"/>
                </a:lnTo>
                <a:lnTo>
                  <a:pt x="1066" y="242"/>
                </a:lnTo>
                <a:lnTo>
                  <a:pt x="1067" y="241"/>
                </a:lnTo>
                <a:lnTo>
                  <a:pt x="1068" y="242"/>
                </a:lnTo>
                <a:lnTo>
                  <a:pt x="1069" y="242"/>
                </a:lnTo>
                <a:lnTo>
                  <a:pt x="1071" y="242"/>
                </a:lnTo>
                <a:lnTo>
                  <a:pt x="1071" y="243"/>
                </a:lnTo>
                <a:lnTo>
                  <a:pt x="1072" y="243"/>
                </a:lnTo>
                <a:lnTo>
                  <a:pt x="1073" y="243"/>
                </a:lnTo>
                <a:lnTo>
                  <a:pt x="1073" y="242"/>
                </a:lnTo>
                <a:lnTo>
                  <a:pt x="1074" y="242"/>
                </a:lnTo>
                <a:lnTo>
                  <a:pt x="1075" y="241"/>
                </a:lnTo>
                <a:lnTo>
                  <a:pt x="1076" y="240"/>
                </a:lnTo>
                <a:lnTo>
                  <a:pt x="1076" y="239"/>
                </a:lnTo>
                <a:lnTo>
                  <a:pt x="1077" y="239"/>
                </a:lnTo>
                <a:lnTo>
                  <a:pt x="1077" y="240"/>
                </a:lnTo>
                <a:lnTo>
                  <a:pt x="1078" y="240"/>
                </a:lnTo>
                <a:lnTo>
                  <a:pt x="1078" y="241"/>
                </a:lnTo>
                <a:lnTo>
                  <a:pt x="1079" y="241"/>
                </a:lnTo>
                <a:lnTo>
                  <a:pt x="1080" y="242"/>
                </a:lnTo>
                <a:lnTo>
                  <a:pt x="1081" y="242"/>
                </a:lnTo>
                <a:lnTo>
                  <a:pt x="1082" y="242"/>
                </a:lnTo>
                <a:lnTo>
                  <a:pt x="1082" y="241"/>
                </a:lnTo>
                <a:lnTo>
                  <a:pt x="1083" y="240"/>
                </a:lnTo>
                <a:lnTo>
                  <a:pt x="1083" y="239"/>
                </a:lnTo>
                <a:lnTo>
                  <a:pt x="1083" y="238"/>
                </a:lnTo>
                <a:lnTo>
                  <a:pt x="1084" y="238"/>
                </a:lnTo>
                <a:lnTo>
                  <a:pt x="1085" y="238"/>
                </a:lnTo>
                <a:lnTo>
                  <a:pt x="1085" y="239"/>
                </a:lnTo>
                <a:lnTo>
                  <a:pt x="1086" y="238"/>
                </a:lnTo>
                <a:lnTo>
                  <a:pt x="1086" y="237"/>
                </a:lnTo>
                <a:lnTo>
                  <a:pt x="1087" y="238"/>
                </a:lnTo>
                <a:lnTo>
                  <a:pt x="1087" y="240"/>
                </a:lnTo>
                <a:lnTo>
                  <a:pt x="1088" y="241"/>
                </a:lnTo>
                <a:lnTo>
                  <a:pt x="1089" y="242"/>
                </a:lnTo>
                <a:lnTo>
                  <a:pt x="1090" y="242"/>
                </a:lnTo>
                <a:lnTo>
                  <a:pt x="1089" y="243"/>
                </a:lnTo>
                <a:lnTo>
                  <a:pt x="1091" y="243"/>
                </a:lnTo>
                <a:lnTo>
                  <a:pt x="1092" y="243"/>
                </a:lnTo>
                <a:lnTo>
                  <a:pt x="1092" y="244"/>
                </a:lnTo>
                <a:lnTo>
                  <a:pt x="1092" y="245"/>
                </a:lnTo>
                <a:lnTo>
                  <a:pt x="1093" y="245"/>
                </a:lnTo>
                <a:lnTo>
                  <a:pt x="1093" y="246"/>
                </a:lnTo>
                <a:lnTo>
                  <a:pt x="1093" y="247"/>
                </a:lnTo>
                <a:lnTo>
                  <a:pt x="1093" y="248"/>
                </a:lnTo>
                <a:lnTo>
                  <a:pt x="1092" y="248"/>
                </a:lnTo>
                <a:lnTo>
                  <a:pt x="1091" y="248"/>
                </a:lnTo>
                <a:lnTo>
                  <a:pt x="1089" y="249"/>
                </a:lnTo>
                <a:lnTo>
                  <a:pt x="1089" y="250"/>
                </a:lnTo>
                <a:lnTo>
                  <a:pt x="1089" y="251"/>
                </a:lnTo>
                <a:lnTo>
                  <a:pt x="1090" y="251"/>
                </a:lnTo>
                <a:lnTo>
                  <a:pt x="1090" y="252"/>
                </a:lnTo>
                <a:lnTo>
                  <a:pt x="1090" y="253"/>
                </a:lnTo>
                <a:lnTo>
                  <a:pt x="1090" y="254"/>
                </a:lnTo>
                <a:lnTo>
                  <a:pt x="1091" y="254"/>
                </a:lnTo>
                <a:lnTo>
                  <a:pt x="1092" y="255"/>
                </a:lnTo>
                <a:lnTo>
                  <a:pt x="1092" y="256"/>
                </a:lnTo>
                <a:lnTo>
                  <a:pt x="1093" y="256"/>
                </a:lnTo>
                <a:lnTo>
                  <a:pt x="1094" y="256"/>
                </a:lnTo>
                <a:lnTo>
                  <a:pt x="1094" y="257"/>
                </a:lnTo>
                <a:lnTo>
                  <a:pt x="1095" y="257"/>
                </a:lnTo>
                <a:lnTo>
                  <a:pt x="1095" y="258"/>
                </a:lnTo>
                <a:lnTo>
                  <a:pt x="1095" y="259"/>
                </a:lnTo>
                <a:lnTo>
                  <a:pt x="1096" y="259"/>
                </a:lnTo>
                <a:lnTo>
                  <a:pt x="1096" y="258"/>
                </a:lnTo>
                <a:lnTo>
                  <a:pt x="1096" y="259"/>
                </a:lnTo>
                <a:lnTo>
                  <a:pt x="1097" y="259"/>
                </a:lnTo>
                <a:lnTo>
                  <a:pt x="1097" y="258"/>
                </a:lnTo>
                <a:lnTo>
                  <a:pt x="1097" y="259"/>
                </a:lnTo>
                <a:lnTo>
                  <a:pt x="1098" y="259"/>
                </a:lnTo>
                <a:lnTo>
                  <a:pt x="1099" y="259"/>
                </a:lnTo>
                <a:lnTo>
                  <a:pt x="1100" y="260"/>
                </a:lnTo>
                <a:lnTo>
                  <a:pt x="1100" y="261"/>
                </a:lnTo>
                <a:lnTo>
                  <a:pt x="1102" y="260"/>
                </a:lnTo>
                <a:lnTo>
                  <a:pt x="1102" y="261"/>
                </a:lnTo>
                <a:lnTo>
                  <a:pt x="1103" y="261"/>
                </a:lnTo>
                <a:lnTo>
                  <a:pt x="1103" y="262"/>
                </a:lnTo>
                <a:lnTo>
                  <a:pt x="1103" y="263"/>
                </a:lnTo>
                <a:lnTo>
                  <a:pt x="1104" y="263"/>
                </a:lnTo>
                <a:lnTo>
                  <a:pt x="1105" y="263"/>
                </a:lnTo>
                <a:lnTo>
                  <a:pt x="1107" y="263"/>
                </a:lnTo>
                <a:lnTo>
                  <a:pt x="1107" y="262"/>
                </a:lnTo>
                <a:lnTo>
                  <a:pt x="1108" y="262"/>
                </a:lnTo>
                <a:lnTo>
                  <a:pt x="1108" y="263"/>
                </a:lnTo>
                <a:lnTo>
                  <a:pt x="1110" y="263"/>
                </a:lnTo>
                <a:lnTo>
                  <a:pt x="1111" y="263"/>
                </a:lnTo>
                <a:lnTo>
                  <a:pt x="1112" y="262"/>
                </a:lnTo>
                <a:lnTo>
                  <a:pt x="1113" y="262"/>
                </a:lnTo>
                <a:lnTo>
                  <a:pt x="1113" y="263"/>
                </a:lnTo>
                <a:lnTo>
                  <a:pt x="1114" y="264"/>
                </a:lnTo>
                <a:lnTo>
                  <a:pt x="1114" y="265"/>
                </a:lnTo>
                <a:lnTo>
                  <a:pt x="1114" y="266"/>
                </a:lnTo>
                <a:lnTo>
                  <a:pt x="1115" y="266"/>
                </a:lnTo>
                <a:lnTo>
                  <a:pt x="1117" y="266"/>
                </a:lnTo>
                <a:lnTo>
                  <a:pt x="1118" y="266"/>
                </a:lnTo>
                <a:lnTo>
                  <a:pt x="1118" y="265"/>
                </a:lnTo>
                <a:lnTo>
                  <a:pt x="1119" y="265"/>
                </a:lnTo>
                <a:lnTo>
                  <a:pt x="1119" y="266"/>
                </a:lnTo>
                <a:lnTo>
                  <a:pt x="1120" y="266"/>
                </a:lnTo>
                <a:lnTo>
                  <a:pt x="1121" y="266"/>
                </a:lnTo>
                <a:lnTo>
                  <a:pt x="1122" y="266"/>
                </a:lnTo>
                <a:lnTo>
                  <a:pt x="1123" y="265"/>
                </a:lnTo>
                <a:lnTo>
                  <a:pt x="1123" y="266"/>
                </a:lnTo>
                <a:lnTo>
                  <a:pt x="1124" y="266"/>
                </a:lnTo>
                <a:lnTo>
                  <a:pt x="1125" y="266"/>
                </a:lnTo>
                <a:lnTo>
                  <a:pt x="1127" y="267"/>
                </a:lnTo>
                <a:lnTo>
                  <a:pt x="1127" y="268"/>
                </a:lnTo>
                <a:lnTo>
                  <a:pt x="1128" y="269"/>
                </a:lnTo>
                <a:lnTo>
                  <a:pt x="1129" y="269"/>
                </a:lnTo>
                <a:lnTo>
                  <a:pt x="1129" y="270"/>
                </a:lnTo>
                <a:lnTo>
                  <a:pt x="1129" y="271"/>
                </a:lnTo>
                <a:lnTo>
                  <a:pt x="1130" y="273"/>
                </a:lnTo>
                <a:lnTo>
                  <a:pt x="1131" y="274"/>
                </a:lnTo>
                <a:lnTo>
                  <a:pt x="1132" y="274"/>
                </a:lnTo>
                <a:lnTo>
                  <a:pt x="1133" y="274"/>
                </a:lnTo>
                <a:lnTo>
                  <a:pt x="1134" y="274"/>
                </a:lnTo>
                <a:lnTo>
                  <a:pt x="1135" y="273"/>
                </a:lnTo>
                <a:lnTo>
                  <a:pt x="1137" y="271"/>
                </a:lnTo>
                <a:lnTo>
                  <a:pt x="1138" y="270"/>
                </a:lnTo>
                <a:lnTo>
                  <a:pt x="1138" y="269"/>
                </a:lnTo>
                <a:lnTo>
                  <a:pt x="1138" y="268"/>
                </a:lnTo>
                <a:lnTo>
                  <a:pt x="1139" y="268"/>
                </a:lnTo>
                <a:lnTo>
                  <a:pt x="1139" y="269"/>
                </a:lnTo>
                <a:lnTo>
                  <a:pt x="1140" y="269"/>
                </a:lnTo>
                <a:lnTo>
                  <a:pt x="1141" y="269"/>
                </a:lnTo>
                <a:lnTo>
                  <a:pt x="1142" y="269"/>
                </a:lnTo>
                <a:lnTo>
                  <a:pt x="1143" y="269"/>
                </a:lnTo>
                <a:lnTo>
                  <a:pt x="1144" y="269"/>
                </a:lnTo>
                <a:lnTo>
                  <a:pt x="1144" y="267"/>
                </a:lnTo>
                <a:lnTo>
                  <a:pt x="1146" y="266"/>
                </a:lnTo>
                <a:lnTo>
                  <a:pt x="1147" y="266"/>
                </a:lnTo>
                <a:lnTo>
                  <a:pt x="1148" y="266"/>
                </a:lnTo>
                <a:lnTo>
                  <a:pt x="1149" y="266"/>
                </a:lnTo>
                <a:lnTo>
                  <a:pt x="1149" y="265"/>
                </a:lnTo>
                <a:lnTo>
                  <a:pt x="1150" y="265"/>
                </a:lnTo>
                <a:lnTo>
                  <a:pt x="1150" y="266"/>
                </a:lnTo>
                <a:lnTo>
                  <a:pt x="1151" y="266"/>
                </a:lnTo>
                <a:lnTo>
                  <a:pt x="1151" y="265"/>
                </a:lnTo>
                <a:lnTo>
                  <a:pt x="1152" y="265"/>
                </a:lnTo>
                <a:lnTo>
                  <a:pt x="1153" y="264"/>
                </a:lnTo>
                <a:lnTo>
                  <a:pt x="1154" y="263"/>
                </a:lnTo>
                <a:lnTo>
                  <a:pt x="1155" y="263"/>
                </a:lnTo>
                <a:lnTo>
                  <a:pt x="1156" y="263"/>
                </a:lnTo>
                <a:lnTo>
                  <a:pt x="1158" y="264"/>
                </a:lnTo>
                <a:lnTo>
                  <a:pt x="1160" y="264"/>
                </a:lnTo>
                <a:lnTo>
                  <a:pt x="1160" y="263"/>
                </a:lnTo>
                <a:lnTo>
                  <a:pt x="1161" y="263"/>
                </a:lnTo>
                <a:lnTo>
                  <a:pt x="1162" y="263"/>
                </a:lnTo>
                <a:lnTo>
                  <a:pt x="1163" y="263"/>
                </a:lnTo>
                <a:lnTo>
                  <a:pt x="1164" y="263"/>
                </a:lnTo>
                <a:lnTo>
                  <a:pt x="1165" y="262"/>
                </a:lnTo>
                <a:lnTo>
                  <a:pt x="1165" y="261"/>
                </a:lnTo>
                <a:lnTo>
                  <a:pt x="1166" y="260"/>
                </a:lnTo>
                <a:lnTo>
                  <a:pt x="1167" y="259"/>
                </a:lnTo>
                <a:lnTo>
                  <a:pt x="1168" y="259"/>
                </a:lnTo>
                <a:lnTo>
                  <a:pt x="1169" y="258"/>
                </a:lnTo>
                <a:lnTo>
                  <a:pt x="1170" y="258"/>
                </a:lnTo>
                <a:lnTo>
                  <a:pt x="1170" y="257"/>
                </a:lnTo>
                <a:lnTo>
                  <a:pt x="1171" y="256"/>
                </a:lnTo>
                <a:lnTo>
                  <a:pt x="1172" y="256"/>
                </a:lnTo>
                <a:lnTo>
                  <a:pt x="1172" y="255"/>
                </a:lnTo>
                <a:lnTo>
                  <a:pt x="1173" y="255"/>
                </a:lnTo>
                <a:lnTo>
                  <a:pt x="1174" y="255"/>
                </a:lnTo>
                <a:lnTo>
                  <a:pt x="1175" y="255"/>
                </a:lnTo>
                <a:lnTo>
                  <a:pt x="1177" y="255"/>
                </a:lnTo>
                <a:lnTo>
                  <a:pt x="1178" y="255"/>
                </a:lnTo>
                <a:lnTo>
                  <a:pt x="1179" y="255"/>
                </a:lnTo>
                <a:lnTo>
                  <a:pt x="1179" y="256"/>
                </a:lnTo>
                <a:lnTo>
                  <a:pt x="1178" y="257"/>
                </a:lnTo>
                <a:lnTo>
                  <a:pt x="1179" y="258"/>
                </a:lnTo>
                <a:lnTo>
                  <a:pt x="1179" y="259"/>
                </a:lnTo>
                <a:lnTo>
                  <a:pt x="1178" y="259"/>
                </a:lnTo>
                <a:lnTo>
                  <a:pt x="1179" y="261"/>
                </a:lnTo>
                <a:lnTo>
                  <a:pt x="1180" y="261"/>
                </a:lnTo>
                <a:lnTo>
                  <a:pt x="1180" y="260"/>
                </a:lnTo>
                <a:lnTo>
                  <a:pt x="1180" y="259"/>
                </a:lnTo>
                <a:lnTo>
                  <a:pt x="1182" y="259"/>
                </a:lnTo>
                <a:lnTo>
                  <a:pt x="1183" y="259"/>
                </a:lnTo>
                <a:lnTo>
                  <a:pt x="1183" y="260"/>
                </a:lnTo>
                <a:lnTo>
                  <a:pt x="1184" y="260"/>
                </a:lnTo>
                <a:lnTo>
                  <a:pt x="1186" y="259"/>
                </a:lnTo>
                <a:lnTo>
                  <a:pt x="1186" y="258"/>
                </a:lnTo>
                <a:lnTo>
                  <a:pt x="1187" y="257"/>
                </a:lnTo>
                <a:lnTo>
                  <a:pt x="1188" y="257"/>
                </a:lnTo>
                <a:lnTo>
                  <a:pt x="1189" y="257"/>
                </a:lnTo>
                <a:lnTo>
                  <a:pt x="1190" y="257"/>
                </a:lnTo>
                <a:lnTo>
                  <a:pt x="1191" y="257"/>
                </a:lnTo>
                <a:lnTo>
                  <a:pt x="1192" y="258"/>
                </a:lnTo>
                <a:lnTo>
                  <a:pt x="1192" y="257"/>
                </a:lnTo>
                <a:lnTo>
                  <a:pt x="1193" y="257"/>
                </a:lnTo>
                <a:lnTo>
                  <a:pt x="1194" y="257"/>
                </a:lnTo>
                <a:lnTo>
                  <a:pt x="1194" y="258"/>
                </a:lnTo>
                <a:lnTo>
                  <a:pt x="1194" y="259"/>
                </a:lnTo>
                <a:lnTo>
                  <a:pt x="1195" y="260"/>
                </a:lnTo>
                <a:lnTo>
                  <a:pt x="1196" y="260"/>
                </a:lnTo>
                <a:lnTo>
                  <a:pt x="1198" y="259"/>
                </a:lnTo>
                <a:lnTo>
                  <a:pt x="1199" y="258"/>
                </a:lnTo>
                <a:lnTo>
                  <a:pt x="1200" y="258"/>
                </a:lnTo>
                <a:lnTo>
                  <a:pt x="1202" y="258"/>
                </a:lnTo>
                <a:lnTo>
                  <a:pt x="1203" y="258"/>
                </a:lnTo>
                <a:lnTo>
                  <a:pt x="1204" y="259"/>
                </a:lnTo>
                <a:lnTo>
                  <a:pt x="1205" y="259"/>
                </a:lnTo>
                <a:lnTo>
                  <a:pt x="1205" y="258"/>
                </a:lnTo>
                <a:lnTo>
                  <a:pt x="1206" y="257"/>
                </a:lnTo>
                <a:lnTo>
                  <a:pt x="1207" y="256"/>
                </a:lnTo>
                <a:lnTo>
                  <a:pt x="1208" y="256"/>
                </a:lnTo>
                <a:lnTo>
                  <a:pt x="1208" y="257"/>
                </a:lnTo>
                <a:lnTo>
                  <a:pt x="1210" y="257"/>
                </a:lnTo>
                <a:lnTo>
                  <a:pt x="1210" y="258"/>
                </a:lnTo>
                <a:lnTo>
                  <a:pt x="1210" y="259"/>
                </a:lnTo>
                <a:lnTo>
                  <a:pt x="1211" y="259"/>
                </a:lnTo>
                <a:lnTo>
                  <a:pt x="1211" y="258"/>
                </a:lnTo>
                <a:lnTo>
                  <a:pt x="1212" y="258"/>
                </a:lnTo>
                <a:lnTo>
                  <a:pt x="1214" y="259"/>
                </a:lnTo>
                <a:lnTo>
                  <a:pt x="1214" y="260"/>
                </a:lnTo>
                <a:lnTo>
                  <a:pt x="1214" y="261"/>
                </a:lnTo>
                <a:lnTo>
                  <a:pt x="1213" y="263"/>
                </a:lnTo>
                <a:lnTo>
                  <a:pt x="1214" y="263"/>
                </a:lnTo>
                <a:lnTo>
                  <a:pt x="1214" y="264"/>
                </a:lnTo>
                <a:lnTo>
                  <a:pt x="1215" y="265"/>
                </a:lnTo>
                <a:lnTo>
                  <a:pt x="1217" y="265"/>
                </a:lnTo>
                <a:lnTo>
                  <a:pt x="1218" y="265"/>
                </a:lnTo>
                <a:lnTo>
                  <a:pt x="1218" y="267"/>
                </a:lnTo>
                <a:lnTo>
                  <a:pt x="1218" y="268"/>
                </a:lnTo>
                <a:lnTo>
                  <a:pt x="1218" y="269"/>
                </a:lnTo>
                <a:lnTo>
                  <a:pt x="1217" y="269"/>
                </a:lnTo>
                <a:lnTo>
                  <a:pt x="1217" y="271"/>
                </a:lnTo>
                <a:lnTo>
                  <a:pt x="1218" y="272"/>
                </a:lnTo>
                <a:lnTo>
                  <a:pt x="1219" y="273"/>
                </a:lnTo>
                <a:lnTo>
                  <a:pt x="1219" y="274"/>
                </a:lnTo>
                <a:lnTo>
                  <a:pt x="1219" y="275"/>
                </a:lnTo>
                <a:lnTo>
                  <a:pt x="1219" y="276"/>
                </a:lnTo>
                <a:lnTo>
                  <a:pt x="1220" y="276"/>
                </a:lnTo>
                <a:lnTo>
                  <a:pt x="1220" y="277"/>
                </a:lnTo>
                <a:lnTo>
                  <a:pt x="1219" y="277"/>
                </a:lnTo>
                <a:lnTo>
                  <a:pt x="1219" y="278"/>
                </a:lnTo>
                <a:lnTo>
                  <a:pt x="1218" y="279"/>
                </a:lnTo>
                <a:lnTo>
                  <a:pt x="1218" y="280"/>
                </a:lnTo>
                <a:lnTo>
                  <a:pt x="1218" y="282"/>
                </a:lnTo>
                <a:lnTo>
                  <a:pt x="1218" y="283"/>
                </a:lnTo>
                <a:lnTo>
                  <a:pt x="1217" y="283"/>
                </a:lnTo>
                <a:lnTo>
                  <a:pt x="1217" y="284"/>
                </a:lnTo>
                <a:lnTo>
                  <a:pt x="1216" y="284"/>
                </a:lnTo>
                <a:lnTo>
                  <a:pt x="1216" y="285"/>
                </a:lnTo>
                <a:lnTo>
                  <a:pt x="1215" y="285"/>
                </a:lnTo>
                <a:lnTo>
                  <a:pt x="1215" y="286"/>
                </a:lnTo>
                <a:lnTo>
                  <a:pt x="1216" y="286"/>
                </a:lnTo>
                <a:lnTo>
                  <a:pt x="1217" y="286"/>
                </a:lnTo>
                <a:lnTo>
                  <a:pt x="1217" y="287"/>
                </a:lnTo>
                <a:lnTo>
                  <a:pt x="1218" y="287"/>
                </a:lnTo>
                <a:lnTo>
                  <a:pt x="1219" y="288"/>
                </a:lnTo>
                <a:lnTo>
                  <a:pt x="1220" y="288"/>
                </a:lnTo>
                <a:lnTo>
                  <a:pt x="1221" y="288"/>
                </a:lnTo>
                <a:lnTo>
                  <a:pt x="1222" y="289"/>
                </a:lnTo>
                <a:lnTo>
                  <a:pt x="1221" y="289"/>
                </a:lnTo>
                <a:lnTo>
                  <a:pt x="1221" y="290"/>
                </a:lnTo>
                <a:lnTo>
                  <a:pt x="1221" y="291"/>
                </a:lnTo>
                <a:lnTo>
                  <a:pt x="1222" y="291"/>
                </a:lnTo>
                <a:lnTo>
                  <a:pt x="1222" y="293"/>
                </a:lnTo>
                <a:lnTo>
                  <a:pt x="1223" y="294"/>
                </a:lnTo>
                <a:lnTo>
                  <a:pt x="1224" y="293"/>
                </a:lnTo>
                <a:lnTo>
                  <a:pt x="1225" y="294"/>
                </a:lnTo>
                <a:lnTo>
                  <a:pt x="1226" y="294"/>
                </a:lnTo>
                <a:lnTo>
                  <a:pt x="1227" y="294"/>
                </a:lnTo>
                <a:lnTo>
                  <a:pt x="1228" y="294"/>
                </a:lnTo>
                <a:lnTo>
                  <a:pt x="1228" y="293"/>
                </a:lnTo>
                <a:lnTo>
                  <a:pt x="1229" y="293"/>
                </a:lnTo>
                <a:lnTo>
                  <a:pt x="1229" y="294"/>
                </a:lnTo>
                <a:lnTo>
                  <a:pt x="1230" y="295"/>
                </a:lnTo>
                <a:lnTo>
                  <a:pt x="1231" y="295"/>
                </a:lnTo>
                <a:lnTo>
                  <a:pt x="1232" y="296"/>
                </a:lnTo>
                <a:lnTo>
                  <a:pt x="1232" y="297"/>
                </a:lnTo>
                <a:lnTo>
                  <a:pt x="1232" y="298"/>
                </a:lnTo>
                <a:lnTo>
                  <a:pt x="1232" y="299"/>
                </a:lnTo>
                <a:lnTo>
                  <a:pt x="1232" y="300"/>
                </a:lnTo>
                <a:lnTo>
                  <a:pt x="1233" y="300"/>
                </a:lnTo>
                <a:lnTo>
                  <a:pt x="1234" y="300"/>
                </a:lnTo>
                <a:lnTo>
                  <a:pt x="1235" y="301"/>
                </a:lnTo>
                <a:lnTo>
                  <a:pt x="1236" y="301"/>
                </a:lnTo>
                <a:lnTo>
                  <a:pt x="1237" y="302"/>
                </a:lnTo>
                <a:lnTo>
                  <a:pt x="1237" y="303"/>
                </a:lnTo>
                <a:lnTo>
                  <a:pt x="1237" y="304"/>
                </a:lnTo>
                <a:lnTo>
                  <a:pt x="1238" y="304"/>
                </a:lnTo>
                <a:lnTo>
                  <a:pt x="1238" y="303"/>
                </a:lnTo>
                <a:lnTo>
                  <a:pt x="1239" y="304"/>
                </a:lnTo>
                <a:lnTo>
                  <a:pt x="1240" y="305"/>
                </a:lnTo>
                <a:lnTo>
                  <a:pt x="1241" y="305"/>
                </a:lnTo>
                <a:lnTo>
                  <a:pt x="1241" y="304"/>
                </a:lnTo>
                <a:lnTo>
                  <a:pt x="1241" y="303"/>
                </a:lnTo>
                <a:lnTo>
                  <a:pt x="1240" y="303"/>
                </a:lnTo>
                <a:lnTo>
                  <a:pt x="1240" y="302"/>
                </a:lnTo>
                <a:lnTo>
                  <a:pt x="1241" y="302"/>
                </a:lnTo>
                <a:lnTo>
                  <a:pt x="1242" y="302"/>
                </a:lnTo>
                <a:lnTo>
                  <a:pt x="1242" y="300"/>
                </a:lnTo>
                <a:lnTo>
                  <a:pt x="1243" y="300"/>
                </a:lnTo>
                <a:lnTo>
                  <a:pt x="1242" y="300"/>
                </a:lnTo>
                <a:lnTo>
                  <a:pt x="1242" y="299"/>
                </a:lnTo>
                <a:lnTo>
                  <a:pt x="1242" y="298"/>
                </a:lnTo>
                <a:lnTo>
                  <a:pt x="1243" y="298"/>
                </a:lnTo>
                <a:lnTo>
                  <a:pt x="1243" y="297"/>
                </a:lnTo>
                <a:lnTo>
                  <a:pt x="1242" y="296"/>
                </a:lnTo>
                <a:lnTo>
                  <a:pt x="1242" y="295"/>
                </a:lnTo>
                <a:lnTo>
                  <a:pt x="1243" y="295"/>
                </a:lnTo>
                <a:lnTo>
                  <a:pt x="1244" y="294"/>
                </a:lnTo>
                <a:lnTo>
                  <a:pt x="1244" y="293"/>
                </a:lnTo>
                <a:lnTo>
                  <a:pt x="1244" y="292"/>
                </a:lnTo>
                <a:lnTo>
                  <a:pt x="1245" y="291"/>
                </a:lnTo>
                <a:lnTo>
                  <a:pt x="1246" y="290"/>
                </a:lnTo>
                <a:lnTo>
                  <a:pt x="1247" y="290"/>
                </a:lnTo>
                <a:lnTo>
                  <a:pt x="1248" y="289"/>
                </a:lnTo>
                <a:lnTo>
                  <a:pt x="1249" y="289"/>
                </a:lnTo>
                <a:lnTo>
                  <a:pt x="1249" y="288"/>
                </a:lnTo>
                <a:lnTo>
                  <a:pt x="1250" y="288"/>
                </a:lnTo>
                <a:lnTo>
                  <a:pt x="1251" y="287"/>
                </a:lnTo>
                <a:lnTo>
                  <a:pt x="1252" y="287"/>
                </a:lnTo>
                <a:lnTo>
                  <a:pt x="1252" y="286"/>
                </a:lnTo>
                <a:lnTo>
                  <a:pt x="1253" y="285"/>
                </a:lnTo>
                <a:lnTo>
                  <a:pt x="1253" y="284"/>
                </a:lnTo>
                <a:lnTo>
                  <a:pt x="1254" y="283"/>
                </a:lnTo>
                <a:lnTo>
                  <a:pt x="1255" y="283"/>
                </a:lnTo>
                <a:lnTo>
                  <a:pt x="1256" y="283"/>
                </a:lnTo>
                <a:lnTo>
                  <a:pt x="1256" y="284"/>
                </a:lnTo>
                <a:lnTo>
                  <a:pt x="1257" y="284"/>
                </a:lnTo>
                <a:lnTo>
                  <a:pt x="1259" y="284"/>
                </a:lnTo>
                <a:lnTo>
                  <a:pt x="1260" y="284"/>
                </a:lnTo>
                <a:lnTo>
                  <a:pt x="1261" y="284"/>
                </a:lnTo>
                <a:lnTo>
                  <a:pt x="1261" y="285"/>
                </a:lnTo>
                <a:lnTo>
                  <a:pt x="1261" y="286"/>
                </a:lnTo>
                <a:lnTo>
                  <a:pt x="1261" y="287"/>
                </a:lnTo>
                <a:lnTo>
                  <a:pt x="1261" y="288"/>
                </a:lnTo>
                <a:lnTo>
                  <a:pt x="1261" y="289"/>
                </a:lnTo>
                <a:lnTo>
                  <a:pt x="1260" y="289"/>
                </a:lnTo>
                <a:lnTo>
                  <a:pt x="1261" y="290"/>
                </a:lnTo>
                <a:lnTo>
                  <a:pt x="1261" y="291"/>
                </a:lnTo>
                <a:lnTo>
                  <a:pt x="1261" y="292"/>
                </a:lnTo>
                <a:lnTo>
                  <a:pt x="1261" y="293"/>
                </a:lnTo>
                <a:lnTo>
                  <a:pt x="1262" y="295"/>
                </a:lnTo>
                <a:lnTo>
                  <a:pt x="1263" y="295"/>
                </a:lnTo>
                <a:lnTo>
                  <a:pt x="1264" y="296"/>
                </a:lnTo>
                <a:lnTo>
                  <a:pt x="1265" y="297"/>
                </a:lnTo>
                <a:lnTo>
                  <a:pt x="1264" y="298"/>
                </a:lnTo>
                <a:lnTo>
                  <a:pt x="1264" y="299"/>
                </a:lnTo>
                <a:lnTo>
                  <a:pt x="1263" y="300"/>
                </a:lnTo>
                <a:lnTo>
                  <a:pt x="1263" y="301"/>
                </a:lnTo>
                <a:lnTo>
                  <a:pt x="1264" y="301"/>
                </a:lnTo>
                <a:lnTo>
                  <a:pt x="1264" y="302"/>
                </a:lnTo>
                <a:lnTo>
                  <a:pt x="1265" y="302"/>
                </a:lnTo>
                <a:lnTo>
                  <a:pt x="1266" y="302"/>
                </a:lnTo>
                <a:lnTo>
                  <a:pt x="1266" y="301"/>
                </a:lnTo>
                <a:lnTo>
                  <a:pt x="1267" y="301"/>
                </a:lnTo>
                <a:lnTo>
                  <a:pt x="1268" y="301"/>
                </a:lnTo>
                <a:lnTo>
                  <a:pt x="1268" y="302"/>
                </a:lnTo>
                <a:lnTo>
                  <a:pt x="1269" y="303"/>
                </a:lnTo>
                <a:lnTo>
                  <a:pt x="1269" y="304"/>
                </a:lnTo>
                <a:lnTo>
                  <a:pt x="1269" y="305"/>
                </a:lnTo>
                <a:lnTo>
                  <a:pt x="1270" y="305"/>
                </a:lnTo>
                <a:lnTo>
                  <a:pt x="1272" y="306"/>
                </a:lnTo>
                <a:lnTo>
                  <a:pt x="1273" y="307"/>
                </a:lnTo>
                <a:lnTo>
                  <a:pt x="1274" y="307"/>
                </a:lnTo>
                <a:lnTo>
                  <a:pt x="1275" y="307"/>
                </a:lnTo>
                <a:lnTo>
                  <a:pt x="1275" y="306"/>
                </a:lnTo>
                <a:lnTo>
                  <a:pt x="1275" y="305"/>
                </a:lnTo>
                <a:lnTo>
                  <a:pt x="1276" y="305"/>
                </a:lnTo>
                <a:lnTo>
                  <a:pt x="1276" y="306"/>
                </a:lnTo>
                <a:lnTo>
                  <a:pt x="1277" y="306"/>
                </a:lnTo>
                <a:lnTo>
                  <a:pt x="1277" y="305"/>
                </a:lnTo>
                <a:lnTo>
                  <a:pt x="1278" y="305"/>
                </a:lnTo>
                <a:lnTo>
                  <a:pt x="1280" y="304"/>
                </a:lnTo>
                <a:lnTo>
                  <a:pt x="1280" y="303"/>
                </a:lnTo>
                <a:lnTo>
                  <a:pt x="1281" y="303"/>
                </a:lnTo>
                <a:lnTo>
                  <a:pt x="1282" y="303"/>
                </a:lnTo>
                <a:lnTo>
                  <a:pt x="1282" y="302"/>
                </a:lnTo>
                <a:lnTo>
                  <a:pt x="1283" y="302"/>
                </a:lnTo>
                <a:lnTo>
                  <a:pt x="1284" y="303"/>
                </a:lnTo>
                <a:lnTo>
                  <a:pt x="1285" y="303"/>
                </a:lnTo>
                <a:lnTo>
                  <a:pt x="1286" y="303"/>
                </a:lnTo>
                <a:lnTo>
                  <a:pt x="1287" y="303"/>
                </a:lnTo>
                <a:lnTo>
                  <a:pt x="1288" y="302"/>
                </a:lnTo>
                <a:lnTo>
                  <a:pt x="1289" y="303"/>
                </a:lnTo>
                <a:lnTo>
                  <a:pt x="1290" y="303"/>
                </a:lnTo>
                <a:lnTo>
                  <a:pt x="1290" y="304"/>
                </a:lnTo>
                <a:lnTo>
                  <a:pt x="1291" y="304"/>
                </a:lnTo>
                <a:lnTo>
                  <a:pt x="1291" y="305"/>
                </a:lnTo>
                <a:lnTo>
                  <a:pt x="1291" y="304"/>
                </a:lnTo>
                <a:lnTo>
                  <a:pt x="1292" y="304"/>
                </a:lnTo>
                <a:lnTo>
                  <a:pt x="1292" y="305"/>
                </a:lnTo>
                <a:lnTo>
                  <a:pt x="1293" y="305"/>
                </a:lnTo>
                <a:lnTo>
                  <a:pt x="1294" y="307"/>
                </a:lnTo>
                <a:lnTo>
                  <a:pt x="1294" y="308"/>
                </a:lnTo>
                <a:lnTo>
                  <a:pt x="1294" y="309"/>
                </a:lnTo>
                <a:lnTo>
                  <a:pt x="1294" y="310"/>
                </a:lnTo>
                <a:lnTo>
                  <a:pt x="1294" y="311"/>
                </a:lnTo>
                <a:lnTo>
                  <a:pt x="1295" y="312"/>
                </a:lnTo>
                <a:lnTo>
                  <a:pt x="1295" y="313"/>
                </a:lnTo>
                <a:lnTo>
                  <a:pt x="1296" y="314"/>
                </a:lnTo>
                <a:lnTo>
                  <a:pt x="1296" y="315"/>
                </a:lnTo>
                <a:lnTo>
                  <a:pt x="1297" y="315"/>
                </a:lnTo>
                <a:lnTo>
                  <a:pt x="1298" y="315"/>
                </a:lnTo>
                <a:lnTo>
                  <a:pt x="1299" y="314"/>
                </a:lnTo>
                <a:lnTo>
                  <a:pt x="1300" y="314"/>
                </a:lnTo>
                <a:lnTo>
                  <a:pt x="1301" y="313"/>
                </a:lnTo>
                <a:lnTo>
                  <a:pt x="1302" y="313"/>
                </a:lnTo>
                <a:lnTo>
                  <a:pt x="1302" y="314"/>
                </a:lnTo>
                <a:lnTo>
                  <a:pt x="1302" y="315"/>
                </a:lnTo>
                <a:lnTo>
                  <a:pt x="1303" y="315"/>
                </a:lnTo>
                <a:lnTo>
                  <a:pt x="1303" y="316"/>
                </a:lnTo>
                <a:lnTo>
                  <a:pt x="1304" y="317"/>
                </a:lnTo>
                <a:lnTo>
                  <a:pt x="1305" y="318"/>
                </a:lnTo>
                <a:lnTo>
                  <a:pt x="1305" y="319"/>
                </a:lnTo>
                <a:lnTo>
                  <a:pt x="1306" y="320"/>
                </a:lnTo>
                <a:lnTo>
                  <a:pt x="1306" y="321"/>
                </a:lnTo>
                <a:lnTo>
                  <a:pt x="1306" y="322"/>
                </a:lnTo>
                <a:lnTo>
                  <a:pt x="1307" y="322"/>
                </a:lnTo>
                <a:lnTo>
                  <a:pt x="1307" y="323"/>
                </a:lnTo>
                <a:lnTo>
                  <a:pt x="1308" y="324"/>
                </a:lnTo>
                <a:lnTo>
                  <a:pt x="1309" y="324"/>
                </a:lnTo>
                <a:lnTo>
                  <a:pt x="1309" y="325"/>
                </a:lnTo>
                <a:lnTo>
                  <a:pt x="1309" y="326"/>
                </a:lnTo>
                <a:lnTo>
                  <a:pt x="1309" y="327"/>
                </a:lnTo>
                <a:lnTo>
                  <a:pt x="1310" y="328"/>
                </a:lnTo>
                <a:lnTo>
                  <a:pt x="1311" y="328"/>
                </a:lnTo>
                <a:lnTo>
                  <a:pt x="1311" y="329"/>
                </a:lnTo>
                <a:lnTo>
                  <a:pt x="1312" y="330"/>
                </a:lnTo>
                <a:lnTo>
                  <a:pt x="1312" y="331"/>
                </a:lnTo>
                <a:lnTo>
                  <a:pt x="1313" y="330"/>
                </a:lnTo>
                <a:lnTo>
                  <a:pt x="1314" y="330"/>
                </a:lnTo>
                <a:lnTo>
                  <a:pt x="1314" y="331"/>
                </a:lnTo>
                <a:lnTo>
                  <a:pt x="1315" y="332"/>
                </a:lnTo>
                <a:lnTo>
                  <a:pt x="1316" y="333"/>
                </a:lnTo>
                <a:lnTo>
                  <a:pt x="1317" y="334"/>
                </a:lnTo>
                <a:lnTo>
                  <a:pt x="1318" y="334"/>
                </a:lnTo>
                <a:lnTo>
                  <a:pt x="1318" y="333"/>
                </a:lnTo>
                <a:lnTo>
                  <a:pt x="1319" y="333"/>
                </a:lnTo>
                <a:lnTo>
                  <a:pt x="1319" y="332"/>
                </a:lnTo>
                <a:lnTo>
                  <a:pt x="1320" y="332"/>
                </a:lnTo>
                <a:lnTo>
                  <a:pt x="1321" y="332"/>
                </a:lnTo>
                <a:lnTo>
                  <a:pt x="1321" y="333"/>
                </a:lnTo>
                <a:lnTo>
                  <a:pt x="1322" y="333"/>
                </a:lnTo>
                <a:lnTo>
                  <a:pt x="1323" y="334"/>
                </a:lnTo>
                <a:lnTo>
                  <a:pt x="1324" y="334"/>
                </a:lnTo>
                <a:lnTo>
                  <a:pt x="1324" y="335"/>
                </a:lnTo>
                <a:lnTo>
                  <a:pt x="1325" y="336"/>
                </a:lnTo>
                <a:lnTo>
                  <a:pt x="1326" y="336"/>
                </a:lnTo>
                <a:lnTo>
                  <a:pt x="1326" y="337"/>
                </a:lnTo>
                <a:lnTo>
                  <a:pt x="1328" y="339"/>
                </a:lnTo>
                <a:lnTo>
                  <a:pt x="1329" y="339"/>
                </a:lnTo>
                <a:lnTo>
                  <a:pt x="1330" y="340"/>
                </a:lnTo>
                <a:lnTo>
                  <a:pt x="1330" y="341"/>
                </a:lnTo>
                <a:lnTo>
                  <a:pt x="1331" y="342"/>
                </a:lnTo>
                <a:lnTo>
                  <a:pt x="1333" y="342"/>
                </a:lnTo>
                <a:lnTo>
                  <a:pt x="1334" y="341"/>
                </a:lnTo>
                <a:lnTo>
                  <a:pt x="1334" y="340"/>
                </a:lnTo>
                <a:lnTo>
                  <a:pt x="1334" y="339"/>
                </a:lnTo>
                <a:lnTo>
                  <a:pt x="1336" y="338"/>
                </a:lnTo>
                <a:lnTo>
                  <a:pt x="1337" y="337"/>
                </a:lnTo>
                <a:lnTo>
                  <a:pt x="1336" y="336"/>
                </a:lnTo>
                <a:lnTo>
                  <a:pt x="1336" y="335"/>
                </a:lnTo>
                <a:lnTo>
                  <a:pt x="1336" y="334"/>
                </a:lnTo>
                <a:lnTo>
                  <a:pt x="1336" y="331"/>
                </a:lnTo>
                <a:lnTo>
                  <a:pt x="1337" y="331"/>
                </a:lnTo>
                <a:lnTo>
                  <a:pt x="1337" y="330"/>
                </a:lnTo>
                <a:lnTo>
                  <a:pt x="1338" y="330"/>
                </a:lnTo>
                <a:lnTo>
                  <a:pt x="1338" y="331"/>
                </a:lnTo>
                <a:lnTo>
                  <a:pt x="1339" y="331"/>
                </a:lnTo>
                <a:lnTo>
                  <a:pt x="1341" y="330"/>
                </a:lnTo>
                <a:lnTo>
                  <a:pt x="1342" y="330"/>
                </a:lnTo>
                <a:lnTo>
                  <a:pt x="1342" y="329"/>
                </a:lnTo>
                <a:lnTo>
                  <a:pt x="1342" y="328"/>
                </a:lnTo>
                <a:lnTo>
                  <a:pt x="1343" y="329"/>
                </a:lnTo>
                <a:lnTo>
                  <a:pt x="1344" y="328"/>
                </a:lnTo>
                <a:lnTo>
                  <a:pt x="1345" y="328"/>
                </a:lnTo>
                <a:lnTo>
                  <a:pt x="1346" y="328"/>
                </a:lnTo>
                <a:lnTo>
                  <a:pt x="1346" y="329"/>
                </a:lnTo>
                <a:lnTo>
                  <a:pt x="1347" y="329"/>
                </a:lnTo>
                <a:lnTo>
                  <a:pt x="1347" y="330"/>
                </a:lnTo>
                <a:lnTo>
                  <a:pt x="1348" y="330"/>
                </a:lnTo>
                <a:lnTo>
                  <a:pt x="1349" y="330"/>
                </a:lnTo>
                <a:lnTo>
                  <a:pt x="1350" y="330"/>
                </a:lnTo>
                <a:lnTo>
                  <a:pt x="1351" y="330"/>
                </a:lnTo>
                <a:lnTo>
                  <a:pt x="1352" y="330"/>
                </a:lnTo>
                <a:lnTo>
                  <a:pt x="1352" y="329"/>
                </a:lnTo>
                <a:lnTo>
                  <a:pt x="1352" y="328"/>
                </a:lnTo>
                <a:lnTo>
                  <a:pt x="1353" y="327"/>
                </a:lnTo>
                <a:lnTo>
                  <a:pt x="1354" y="328"/>
                </a:lnTo>
                <a:lnTo>
                  <a:pt x="1355" y="329"/>
                </a:lnTo>
                <a:lnTo>
                  <a:pt x="1356" y="329"/>
                </a:lnTo>
                <a:lnTo>
                  <a:pt x="1356" y="330"/>
                </a:lnTo>
                <a:lnTo>
                  <a:pt x="1357" y="330"/>
                </a:lnTo>
                <a:lnTo>
                  <a:pt x="1358" y="329"/>
                </a:lnTo>
                <a:lnTo>
                  <a:pt x="1358" y="328"/>
                </a:lnTo>
                <a:lnTo>
                  <a:pt x="1358" y="327"/>
                </a:lnTo>
                <a:lnTo>
                  <a:pt x="1359" y="327"/>
                </a:lnTo>
                <a:lnTo>
                  <a:pt x="1359" y="326"/>
                </a:lnTo>
                <a:lnTo>
                  <a:pt x="1360" y="326"/>
                </a:lnTo>
                <a:lnTo>
                  <a:pt x="1360" y="325"/>
                </a:lnTo>
                <a:lnTo>
                  <a:pt x="1360" y="324"/>
                </a:lnTo>
                <a:lnTo>
                  <a:pt x="1360" y="323"/>
                </a:lnTo>
                <a:lnTo>
                  <a:pt x="1361" y="324"/>
                </a:lnTo>
                <a:lnTo>
                  <a:pt x="1362" y="323"/>
                </a:lnTo>
                <a:lnTo>
                  <a:pt x="1362" y="322"/>
                </a:lnTo>
                <a:lnTo>
                  <a:pt x="1363" y="321"/>
                </a:lnTo>
                <a:lnTo>
                  <a:pt x="1364" y="321"/>
                </a:lnTo>
                <a:lnTo>
                  <a:pt x="1365" y="321"/>
                </a:lnTo>
                <a:lnTo>
                  <a:pt x="1365" y="322"/>
                </a:lnTo>
                <a:lnTo>
                  <a:pt x="1366" y="322"/>
                </a:lnTo>
                <a:lnTo>
                  <a:pt x="1366" y="323"/>
                </a:lnTo>
                <a:lnTo>
                  <a:pt x="1366" y="324"/>
                </a:lnTo>
                <a:lnTo>
                  <a:pt x="1367" y="324"/>
                </a:lnTo>
                <a:lnTo>
                  <a:pt x="1368" y="324"/>
                </a:lnTo>
                <a:lnTo>
                  <a:pt x="1369" y="325"/>
                </a:lnTo>
                <a:lnTo>
                  <a:pt x="1370" y="325"/>
                </a:lnTo>
                <a:lnTo>
                  <a:pt x="1371" y="326"/>
                </a:lnTo>
                <a:lnTo>
                  <a:pt x="1371" y="327"/>
                </a:lnTo>
                <a:lnTo>
                  <a:pt x="1372" y="327"/>
                </a:lnTo>
                <a:lnTo>
                  <a:pt x="1375" y="327"/>
                </a:lnTo>
                <a:lnTo>
                  <a:pt x="1376" y="327"/>
                </a:lnTo>
                <a:lnTo>
                  <a:pt x="1376" y="326"/>
                </a:lnTo>
                <a:lnTo>
                  <a:pt x="1376" y="325"/>
                </a:lnTo>
                <a:lnTo>
                  <a:pt x="1377" y="324"/>
                </a:lnTo>
                <a:lnTo>
                  <a:pt x="1378" y="324"/>
                </a:lnTo>
                <a:lnTo>
                  <a:pt x="1380" y="324"/>
                </a:lnTo>
                <a:lnTo>
                  <a:pt x="1381" y="323"/>
                </a:lnTo>
                <a:lnTo>
                  <a:pt x="1382" y="323"/>
                </a:lnTo>
                <a:lnTo>
                  <a:pt x="1382" y="322"/>
                </a:lnTo>
                <a:lnTo>
                  <a:pt x="1383" y="322"/>
                </a:lnTo>
                <a:lnTo>
                  <a:pt x="1384" y="322"/>
                </a:lnTo>
                <a:lnTo>
                  <a:pt x="1384" y="323"/>
                </a:lnTo>
                <a:lnTo>
                  <a:pt x="1385" y="323"/>
                </a:lnTo>
                <a:lnTo>
                  <a:pt x="1386" y="323"/>
                </a:lnTo>
                <a:lnTo>
                  <a:pt x="1386" y="322"/>
                </a:lnTo>
                <a:lnTo>
                  <a:pt x="1387" y="322"/>
                </a:lnTo>
                <a:lnTo>
                  <a:pt x="1388" y="322"/>
                </a:lnTo>
                <a:lnTo>
                  <a:pt x="1389" y="322"/>
                </a:lnTo>
                <a:lnTo>
                  <a:pt x="1390" y="322"/>
                </a:lnTo>
                <a:lnTo>
                  <a:pt x="1392" y="322"/>
                </a:lnTo>
                <a:lnTo>
                  <a:pt x="1392" y="321"/>
                </a:lnTo>
                <a:lnTo>
                  <a:pt x="1393" y="321"/>
                </a:lnTo>
                <a:lnTo>
                  <a:pt x="1394" y="322"/>
                </a:lnTo>
                <a:lnTo>
                  <a:pt x="1394" y="323"/>
                </a:lnTo>
                <a:lnTo>
                  <a:pt x="1394" y="324"/>
                </a:lnTo>
                <a:lnTo>
                  <a:pt x="1395" y="324"/>
                </a:lnTo>
                <a:lnTo>
                  <a:pt x="1395" y="325"/>
                </a:lnTo>
                <a:lnTo>
                  <a:pt x="1396" y="325"/>
                </a:lnTo>
                <a:lnTo>
                  <a:pt x="1396" y="324"/>
                </a:lnTo>
                <a:lnTo>
                  <a:pt x="1397" y="324"/>
                </a:lnTo>
                <a:lnTo>
                  <a:pt x="1397" y="325"/>
                </a:lnTo>
                <a:lnTo>
                  <a:pt x="1397" y="326"/>
                </a:lnTo>
                <a:lnTo>
                  <a:pt x="1398" y="326"/>
                </a:lnTo>
                <a:lnTo>
                  <a:pt x="1398" y="327"/>
                </a:lnTo>
                <a:lnTo>
                  <a:pt x="1398" y="329"/>
                </a:lnTo>
                <a:lnTo>
                  <a:pt x="1397" y="329"/>
                </a:lnTo>
                <a:lnTo>
                  <a:pt x="1397" y="330"/>
                </a:lnTo>
                <a:lnTo>
                  <a:pt x="1397" y="331"/>
                </a:lnTo>
                <a:lnTo>
                  <a:pt x="1397" y="332"/>
                </a:lnTo>
                <a:lnTo>
                  <a:pt x="1396" y="332"/>
                </a:lnTo>
                <a:lnTo>
                  <a:pt x="1395" y="332"/>
                </a:lnTo>
                <a:lnTo>
                  <a:pt x="1395" y="333"/>
                </a:lnTo>
                <a:lnTo>
                  <a:pt x="1395" y="334"/>
                </a:lnTo>
                <a:lnTo>
                  <a:pt x="1394" y="334"/>
                </a:lnTo>
                <a:lnTo>
                  <a:pt x="1393" y="334"/>
                </a:lnTo>
                <a:lnTo>
                  <a:pt x="1391" y="334"/>
                </a:lnTo>
                <a:lnTo>
                  <a:pt x="1390" y="334"/>
                </a:lnTo>
                <a:lnTo>
                  <a:pt x="1389" y="333"/>
                </a:lnTo>
                <a:lnTo>
                  <a:pt x="1388" y="333"/>
                </a:lnTo>
                <a:lnTo>
                  <a:pt x="1387" y="334"/>
                </a:lnTo>
                <a:lnTo>
                  <a:pt x="1385" y="333"/>
                </a:lnTo>
                <a:lnTo>
                  <a:pt x="1385" y="332"/>
                </a:lnTo>
                <a:lnTo>
                  <a:pt x="1384" y="333"/>
                </a:lnTo>
                <a:lnTo>
                  <a:pt x="1382" y="334"/>
                </a:lnTo>
                <a:lnTo>
                  <a:pt x="1382" y="335"/>
                </a:lnTo>
                <a:lnTo>
                  <a:pt x="1380" y="335"/>
                </a:lnTo>
                <a:lnTo>
                  <a:pt x="1380" y="336"/>
                </a:lnTo>
                <a:lnTo>
                  <a:pt x="1381" y="337"/>
                </a:lnTo>
                <a:lnTo>
                  <a:pt x="1383" y="338"/>
                </a:lnTo>
                <a:lnTo>
                  <a:pt x="1382" y="339"/>
                </a:lnTo>
                <a:lnTo>
                  <a:pt x="1383" y="340"/>
                </a:lnTo>
                <a:lnTo>
                  <a:pt x="1385" y="340"/>
                </a:lnTo>
                <a:lnTo>
                  <a:pt x="1385" y="341"/>
                </a:lnTo>
                <a:lnTo>
                  <a:pt x="1386" y="342"/>
                </a:lnTo>
                <a:lnTo>
                  <a:pt x="1387" y="343"/>
                </a:lnTo>
                <a:lnTo>
                  <a:pt x="1388" y="345"/>
                </a:lnTo>
                <a:lnTo>
                  <a:pt x="1388" y="346"/>
                </a:lnTo>
                <a:lnTo>
                  <a:pt x="1388" y="347"/>
                </a:lnTo>
                <a:lnTo>
                  <a:pt x="1390" y="348"/>
                </a:lnTo>
                <a:lnTo>
                  <a:pt x="1391" y="348"/>
                </a:lnTo>
                <a:lnTo>
                  <a:pt x="1391" y="350"/>
                </a:lnTo>
                <a:lnTo>
                  <a:pt x="1391" y="351"/>
                </a:lnTo>
                <a:lnTo>
                  <a:pt x="1390" y="351"/>
                </a:lnTo>
                <a:lnTo>
                  <a:pt x="1389" y="352"/>
                </a:lnTo>
                <a:lnTo>
                  <a:pt x="1388" y="353"/>
                </a:lnTo>
                <a:lnTo>
                  <a:pt x="1387" y="353"/>
                </a:lnTo>
                <a:lnTo>
                  <a:pt x="1387" y="352"/>
                </a:lnTo>
                <a:lnTo>
                  <a:pt x="1386" y="352"/>
                </a:lnTo>
                <a:lnTo>
                  <a:pt x="1385" y="352"/>
                </a:lnTo>
                <a:lnTo>
                  <a:pt x="1384" y="352"/>
                </a:lnTo>
                <a:lnTo>
                  <a:pt x="1383" y="351"/>
                </a:lnTo>
                <a:lnTo>
                  <a:pt x="1382" y="351"/>
                </a:lnTo>
                <a:lnTo>
                  <a:pt x="1381" y="351"/>
                </a:lnTo>
                <a:lnTo>
                  <a:pt x="1380" y="351"/>
                </a:lnTo>
                <a:lnTo>
                  <a:pt x="1379" y="352"/>
                </a:lnTo>
                <a:lnTo>
                  <a:pt x="1378" y="352"/>
                </a:lnTo>
                <a:lnTo>
                  <a:pt x="1377" y="352"/>
                </a:lnTo>
                <a:lnTo>
                  <a:pt x="1377" y="353"/>
                </a:lnTo>
                <a:lnTo>
                  <a:pt x="1378" y="353"/>
                </a:lnTo>
                <a:lnTo>
                  <a:pt x="1378" y="354"/>
                </a:lnTo>
                <a:lnTo>
                  <a:pt x="1379" y="354"/>
                </a:lnTo>
                <a:lnTo>
                  <a:pt x="1379" y="355"/>
                </a:lnTo>
                <a:lnTo>
                  <a:pt x="1379" y="356"/>
                </a:lnTo>
                <a:lnTo>
                  <a:pt x="1380" y="356"/>
                </a:lnTo>
                <a:lnTo>
                  <a:pt x="1380" y="357"/>
                </a:lnTo>
                <a:lnTo>
                  <a:pt x="1379" y="358"/>
                </a:lnTo>
                <a:lnTo>
                  <a:pt x="1378" y="358"/>
                </a:lnTo>
                <a:lnTo>
                  <a:pt x="1377" y="358"/>
                </a:lnTo>
                <a:lnTo>
                  <a:pt x="1376" y="360"/>
                </a:lnTo>
                <a:lnTo>
                  <a:pt x="1377" y="361"/>
                </a:lnTo>
                <a:lnTo>
                  <a:pt x="1377" y="362"/>
                </a:lnTo>
                <a:lnTo>
                  <a:pt x="1378" y="362"/>
                </a:lnTo>
                <a:lnTo>
                  <a:pt x="1379" y="363"/>
                </a:lnTo>
                <a:lnTo>
                  <a:pt x="1380" y="363"/>
                </a:lnTo>
                <a:lnTo>
                  <a:pt x="1381" y="364"/>
                </a:lnTo>
                <a:lnTo>
                  <a:pt x="1381" y="365"/>
                </a:lnTo>
                <a:lnTo>
                  <a:pt x="1380" y="365"/>
                </a:lnTo>
                <a:lnTo>
                  <a:pt x="1379" y="366"/>
                </a:lnTo>
                <a:lnTo>
                  <a:pt x="1379" y="367"/>
                </a:lnTo>
                <a:lnTo>
                  <a:pt x="1378" y="366"/>
                </a:lnTo>
                <a:lnTo>
                  <a:pt x="1377" y="365"/>
                </a:lnTo>
                <a:lnTo>
                  <a:pt x="1376" y="365"/>
                </a:lnTo>
                <a:lnTo>
                  <a:pt x="1375" y="365"/>
                </a:lnTo>
                <a:lnTo>
                  <a:pt x="1375" y="364"/>
                </a:lnTo>
                <a:lnTo>
                  <a:pt x="1374" y="364"/>
                </a:lnTo>
                <a:lnTo>
                  <a:pt x="1374" y="363"/>
                </a:lnTo>
                <a:lnTo>
                  <a:pt x="1373" y="363"/>
                </a:lnTo>
                <a:lnTo>
                  <a:pt x="1373" y="364"/>
                </a:lnTo>
                <a:lnTo>
                  <a:pt x="1372" y="364"/>
                </a:lnTo>
                <a:lnTo>
                  <a:pt x="1371" y="364"/>
                </a:lnTo>
                <a:lnTo>
                  <a:pt x="1370" y="365"/>
                </a:lnTo>
                <a:lnTo>
                  <a:pt x="1370" y="366"/>
                </a:lnTo>
                <a:lnTo>
                  <a:pt x="1369" y="366"/>
                </a:lnTo>
                <a:lnTo>
                  <a:pt x="1368" y="366"/>
                </a:lnTo>
                <a:lnTo>
                  <a:pt x="1368" y="368"/>
                </a:lnTo>
                <a:lnTo>
                  <a:pt x="1369" y="369"/>
                </a:lnTo>
                <a:lnTo>
                  <a:pt x="1370" y="369"/>
                </a:lnTo>
                <a:lnTo>
                  <a:pt x="1370" y="370"/>
                </a:lnTo>
                <a:lnTo>
                  <a:pt x="1371" y="372"/>
                </a:lnTo>
                <a:lnTo>
                  <a:pt x="1371" y="373"/>
                </a:lnTo>
                <a:lnTo>
                  <a:pt x="1371" y="374"/>
                </a:lnTo>
                <a:lnTo>
                  <a:pt x="1370" y="375"/>
                </a:lnTo>
                <a:lnTo>
                  <a:pt x="1370" y="376"/>
                </a:lnTo>
                <a:lnTo>
                  <a:pt x="1371" y="377"/>
                </a:lnTo>
                <a:lnTo>
                  <a:pt x="1371" y="376"/>
                </a:lnTo>
                <a:lnTo>
                  <a:pt x="1373" y="376"/>
                </a:lnTo>
                <a:lnTo>
                  <a:pt x="1373" y="377"/>
                </a:lnTo>
                <a:lnTo>
                  <a:pt x="1374" y="377"/>
                </a:lnTo>
                <a:lnTo>
                  <a:pt x="1374" y="378"/>
                </a:lnTo>
                <a:lnTo>
                  <a:pt x="1375" y="379"/>
                </a:lnTo>
                <a:lnTo>
                  <a:pt x="1376" y="380"/>
                </a:lnTo>
                <a:lnTo>
                  <a:pt x="1376" y="381"/>
                </a:lnTo>
                <a:lnTo>
                  <a:pt x="1377" y="381"/>
                </a:lnTo>
                <a:lnTo>
                  <a:pt x="1377" y="382"/>
                </a:lnTo>
                <a:lnTo>
                  <a:pt x="1377" y="383"/>
                </a:lnTo>
                <a:lnTo>
                  <a:pt x="1379" y="384"/>
                </a:lnTo>
                <a:lnTo>
                  <a:pt x="1380" y="385"/>
                </a:lnTo>
                <a:lnTo>
                  <a:pt x="1381" y="385"/>
                </a:lnTo>
                <a:lnTo>
                  <a:pt x="1382" y="385"/>
                </a:lnTo>
                <a:lnTo>
                  <a:pt x="1383" y="385"/>
                </a:lnTo>
                <a:lnTo>
                  <a:pt x="1383" y="384"/>
                </a:lnTo>
                <a:lnTo>
                  <a:pt x="1383" y="385"/>
                </a:lnTo>
                <a:lnTo>
                  <a:pt x="1384" y="385"/>
                </a:lnTo>
                <a:lnTo>
                  <a:pt x="1384" y="386"/>
                </a:lnTo>
                <a:lnTo>
                  <a:pt x="1385" y="387"/>
                </a:lnTo>
                <a:lnTo>
                  <a:pt x="1385" y="388"/>
                </a:lnTo>
                <a:lnTo>
                  <a:pt x="1384" y="388"/>
                </a:lnTo>
                <a:lnTo>
                  <a:pt x="1385" y="389"/>
                </a:lnTo>
                <a:lnTo>
                  <a:pt x="1386" y="389"/>
                </a:lnTo>
                <a:lnTo>
                  <a:pt x="1387" y="390"/>
                </a:lnTo>
                <a:lnTo>
                  <a:pt x="1388" y="390"/>
                </a:lnTo>
                <a:lnTo>
                  <a:pt x="1388" y="391"/>
                </a:lnTo>
                <a:lnTo>
                  <a:pt x="1389" y="391"/>
                </a:lnTo>
                <a:lnTo>
                  <a:pt x="1391" y="391"/>
                </a:lnTo>
                <a:lnTo>
                  <a:pt x="1392" y="391"/>
                </a:lnTo>
                <a:lnTo>
                  <a:pt x="1393" y="391"/>
                </a:lnTo>
                <a:lnTo>
                  <a:pt x="1394" y="391"/>
                </a:lnTo>
                <a:lnTo>
                  <a:pt x="1394" y="392"/>
                </a:lnTo>
                <a:lnTo>
                  <a:pt x="1393" y="394"/>
                </a:lnTo>
                <a:lnTo>
                  <a:pt x="1393" y="395"/>
                </a:lnTo>
                <a:lnTo>
                  <a:pt x="1394" y="395"/>
                </a:lnTo>
                <a:lnTo>
                  <a:pt x="1394" y="396"/>
                </a:lnTo>
                <a:lnTo>
                  <a:pt x="1394" y="395"/>
                </a:lnTo>
                <a:lnTo>
                  <a:pt x="1395" y="395"/>
                </a:lnTo>
                <a:lnTo>
                  <a:pt x="1395" y="396"/>
                </a:lnTo>
                <a:lnTo>
                  <a:pt x="1396" y="396"/>
                </a:lnTo>
                <a:lnTo>
                  <a:pt x="1397" y="395"/>
                </a:lnTo>
                <a:lnTo>
                  <a:pt x="1397" y="396"/>
                </a:lnTo>
                <a:lnTo>
                  <a:pt x="1397" y="397"/>
                </a:lnTo>
                <a:lnTo>
                  <a:pt x="1398" y="397"/>
                </a:lnTo>
                <a:lnTo>
                  <a:pt x="1398" y="396"/>
                </a:lnTo>
                <a:lnTo>
                  <a:pt x="1398" y="397"/>
                </a:lnTo>
                <a:lnTo>
                  <a:pt x="1400" y="398"/>
                </a:lnTo>
                <a:lnTo>
                  <a:pt x="1401" y="398"/>
                </a:lnTo>
                <a:lnTo>
                  <a:pt x="1403" y="399"/>
                </a:lnTo>
                <a:lnTo>
                  <a:pt x="1402" y="400"/>
                </a:lnTo>
                <a:lnTo>
                  <a:pt x="1401" y="400"/>
                </a:lnTo>
                <a:lnTo>
                  <a:pt x="1400" y="402"/>
                </a:lnTo>
                <a:lnTo>
                  <a:pt x="1400" y="403"/>
                </a:lnTo>
                <a:lnTo>
                  <a:pt x="1401" y="403"/>
                </a:lnTo>
                <a:lnTo>
                  <a:pt x="1402" y="404"/>
                </a:lnTo>
                <a:lnTo>
                  <a:pt x="1402" y="406"/>
                </a:lnTo>
                <a:lnTo>
                  <a:pt x="1402" y="407"/>
                </a:lnTo>
                <a:lnTo>
                  <a:pt x="1401" y="408"/>
                </a:lnTo>
                <a:lnTo>
                  <a:pt x="1401" y="409"/>
                </a:lnTo>
                <a:lnTo>
                  <a:pt x="1402" y="409"/>
                </a:lnTo>
                <a:lnTo>
                  <a:pt x="1403" y="410"/>
                </a:lnTo>
                <a:lnTo>
                  <a:pt x="1404" y="411"/>
                </a:lnTo>
                <a:lnTo>
                  <a:pt x="1405" y="411"/>
                </a:lnTo>
                <a:lnTo>
                  <a:pt x="1405" y="412"/>
                </a:lnTo>
                <a:lnTo>
                  <a:pt x="1405" y="413"/>
                </a:lnTo>
                <a:lnTo>
                  <a:pt x="1404" y="412"/>
                </a:lnTo>
                <a:lnTo>
                  <a:pt x="1403" y="412"/>
                </a:lnTo>
                <a:lnTo>
                  <a:pt x="1403" y="413"/>
                </a:lnTo>
                <a:lnTo>
                  <a:pt x="1402" y="413"/>
                </a:lnTo>
                <a:lnTo>
                  <a:pt x="1402" y="414"/>
                </a:lnTo>
                <a:lnTo>
                  <a:pt x="1401" y="414"/>
                </a:lnTo>
                <a:lnTo>
                  <a:pt x="1400" y="415"/>
                </a:lnTo>
                <a:lnTo>
                  <a:pt x="1399" y="415"/>
                </a:lnTo>
                <a:lnTo>
                  <a:pt x="1399" y="416"/>
                </a:lnTo>
                <a:lnTo>
                  <a:pt x="1398" y="416"/>
                </a:lnTo>
                <a:lnTo>
                  <a:pt x="1398" y="417"/>
                </a:lnTo>
                <a:lnTo>
                  <a:pt x="1396" y="417"/>
                </a:lnTo>
                <a:lnTo>
                  <a:pt x="1395" y="418"/>
                </a:lnTo>
                <a:lnTo>
                  <a:pt x="1396" y="419"/>
                </a:lnTo>
                <a:lnTo>
                  <a:pt x="1396" y="420"/>
                </a:lnTo>
                <a:lnTo>
                  <a:pt x="1395" y="420"/>
                </a:lnTo>
                <a:lnTo>
                  <a:pt x="1394" y="419"/>
                </a:lnTo>
                <a:lnTo>
                  <a:pt x="1394" y="418"/>
                </a:lnTo>
                <a:lnTo>
                  <a:pt x="1393" y="418"/>
                </a:lnTo>
                <a:lnTo>
                  <a:pt x="1392" y="418"/>
                </a:lnTo>
                <a:lnTo>
                  <a:pt x="1391" y="418"/>
                </a:lnTo>
                <a:lnTo>
                  <a:pt x="1391" y="419"/>
                </a:lnTo>
                <a:lnTo>
                  <a:pt x="1391" y="420"/>
                </a:lnTo>
                <a:lnTo>
                  <a:pt x="1390" y="420"/>
                </a:lnTo>
                <a:lnTo>
                  <a:pt x="1389" y="421"/>
                </a:lnTo>
                <a:lnTo>
                  <a:pt x="1390" y="421"/>
                </a:lnTo>
                <a:lnTo>
                  <a:pt x="1389" y="421"/>
                </a:lnTo>
                <a:lnTo>
                  <a:pt x="1389" y="422"/>
                </a:lnTo>
                <a:lnTo>
                  <a:pt x="1388" y="422"/>
                </a:lnTo>
                <a:lnTo>
                  <a:pt x="1388" y="423"/>
                </a:lnTo>
                <a:lnTo>
                  <a:pt x="1387" y="423"/>
                </a:lnTo>
                <a:lnTo>
                  <a:pt x="1386" y="424"/>
                </a:lnTo>
                <a:lnTo>
                  <a:pt x="1386" y="425"/>
                </a:lnTo>
                <a:lnTo>
                  <a:pt x="1386" y="426"/>
                </a:lnTo>
                <a:lnTo>
                  <a:pt x="1386" y="427"/>
                </a:lnTo>
                <a:lnTo>
                  <a:pt x="1385" y="428"/>
                </a:lnTo>
                <a:lnTo>
                  <a:pt x="1384" y="428"/>
                </a:lnTo>
                <a:lnTo>
                  <a:pt x="1386" y="429"/>
                </a:lnTo>
                <a:lnTo>
                  <a:pt x="1386" y="430"/>
                </a:lnTo>
                <a:lnTo>
                  <a:pt x="1386" y="431"/>
                </a:lnTo>
                <a:lnTo>
                  <a:pt x="1386" y="432"/>
                </a:lnTo>
                <a:lnTo>
                  <a:pt x="1385" y="432"/>
                </a:lnTo>
                <a:lnTo>
                  <a:pt x="1383" y="432"/>
                </a:lnTo>
                <a:lnTo>
                  <a:pt x="1382" y="432"/>
                </a:lnTo>
                <a:lnTo>
                  <a:pt x="1381" y="432"/>
                </a:lnTo>
                <a:lnTo>
                  <a:pt x="1380" y="433"/>
                </a:lnTo>
                <a:lnTo>
                  <a:pt x="1380" y="434"/>
                </a:lnTo>
                <a:lnTo>
                  <a:pt x="1380" y="435"/>
                </a:lnTo>
                <a:lnTo>
                  <a:pt x="1381" y="435"/>
                </a:lnTo>
                <a:lnTo>
                  <a:pt x="1381" y="436"/>
                </a:lnTo>
                <a:lnTo>
                  <a:pt x="1381" y="437"/>
                </a:lnTo>
                <a:lnTo>
                  <a:pt x="1380" y="437"/>
                </a:lnTo>
                <a:lnTo>
                  <a:pt x="1379" y="438"/>
                </a:lnTo>
                <a:lnTo>
                  <a:pt x="1378" y="438"/>
                </a:lnTo>
                <a:lnTo>
                  <a:pt x="1378" y="439"/>
                </a:lnTo>
                <a:lnTo>
                  <a:pt x="1377" y="439"/>
                </a:lnTo>
                <a:lnTo>
                  <a:pt x="1376" y="438"/>
                </a:lnTo>
                <a:lnTo>
                  <a:pt x="1375" y="439"/>
                </a:lnTo>
                <a:lnTo>
                  <a:pt x="1374" y="439"/>
                </a:lnTo>
                <a:lnTo>
                  <a:pt x="1374" y="438"/>
                </a:lnTo>
                <a:lnTo>
                  <a:pt x="1373" y="438"/>
                </a:lnTo>
                <a:lnTo>
                  <a:pt x="1372" y="438"/>
                </a:lnTo>
                <a:lnTo>
                  <a:pt x="1372" y="439"/>
                </a:lnTo>
                <a:lnTo>
                  <a:pt x="1371" y="439"/>
                </a:lnTo>
                <a:lnTo>
                  <a:pt x="1370" y="439"/>
                </a:lnTo>
                <a:lnTo>
                  <a:pt x="1369" y="439"/>
                </a:lnTo>
                <a:lnTo>
                  <a:pt x="1368" y="439"/>
                </a:lnTo>
                <a:lnTo>
                  <a:pt x="1367" y="438"/>
                </a:lnTo>
                <a:lnTo>
                  <a:pt x="1366" y="438"/>
                </a:lnTo>
                <a:lnTo>
                  <a:pt x="1365" y="439"/>
                </a:lnTo>
                <a:lnTo>
                  <a:pt x="1365" y="440"/>
                </a:lnTo>
                <a:lnTo>
                  <a:pt x="1364" y="440"/>
                </a:lnTo>
                <a:lnTo>
                  <a:pt x="1363" y="440"/>
                </a:lnTo>
                <a:lnTo>
                  <a:pt x="1362" y="441"/>
                </a:lnTo>
                <a:lnTo>
                  <a:pt x="1361" y="441"/>
                </a:lnTo>
                <a:lnTo>
                  <a:pt x="1361" y="442"/>
                </a:lnTo>
                <a:lnTo>
                  <a:pt x="1361" y="443"/>
                </a:lnTo>
                <a:lnTo>
                  <a:pt x="1362" y="443"/>
                </a:lnTo>
                <a:lnTo>
                  <a:pt x="1362" y="444"/>
                </a:lnTo>
                <a:lnTo>
                  <a:pt x="1362" y="445"/>
                </a:lnTo>
                <a:lnTo>
                  <a:pt x="1363" y="445"/>
                </a:lnTo>
                <a:lnTo>
                  <a:pt x="1364" y="444"/>
                </a:lnTo>
                <a:lnTo>
                  <a:pt x="1365" y="444"/>
                </a:lnTo>
                <a:lnTo>
                  <a:pt x="1365" y="445"/>
                </a:lnTo>
                <a:lnTo>
                  <a:pt x="1366" y="446"/>
                </a:lnTo>
                <a:lnTo>
                  <a:pt x="1365" y="447"/>
                </a:lnTo>
                <a:lnTo>
                  <a:pt x="1365" y="448"/>
                </a:lnTo>
                <a:lnTo>
                  <a:pt x="1364" y="449"/>
                </a:lnTo>
                <a:lnTo>
                  <a:pt x="1364" y="450"/>
                </a:lnTo>
                <a:lnTo>
                  <a:pt x="1365" y="450"/>
                </a:lnTo>
                <a:lnTo>
                  <a:pt x="1365" y="451"/>
                </a:lnTo>
                <a:lnTo>
                  <a:pt x="1365" y="453"/>
                </a:lnTo>
                <a:lnTo>
                  <a:pt x="1364" y="454"/>
                </a:lnTo>
                <a:lnTo>
                  <a:pt x="1364" y="455"/>
                </a:lnTo>
                <a:lnTo>
                  <a:pt x="1363" y="456"/>
                </a:lnTo>
                <a:lnTo>
                  <a:pt x="1362" y="456"/>
                </a:lnTo>
                <a:lnTo>
                  <a:pt x="1362" y="455"/>
                </a:lnTo>
                <a:lnTo>
                  <a:pt x="1360" y="456"/>
                </a:lnTo>
                <a:lnTo>
                  <a:pt x="1360" y="457"/>
                </a:lnTo>
                <a:lnTo>
                  <a:pt x="1359" y="458"/>
                </a:lnTo>
                <a:lnTo>
                  <a:pt x="1358" y="458"/>
                </a:lnTo>
                <a:lnTo>
                  <a:pt x="1357" y="459"/>
                </a:lnTo>
                <a:lnTo>
                  <a:pt x="1357" y="460"/>
                </a:lnTo>
                <a:lnTo>
                  <a:pt x="1358" y="460"/>
                </a:lnTo>
                <a:lnTo>
                  <a:pt x="1358" y="461"/>
                </a:lnTo>
                <a:lnTo>
                  <a:pt x="1359" y="461"/>
                </a:lnTo>
                <a:lnTo>
                  <a:pt x="1360" y="462"/>
                </a:lnTo>
                <a:lnTo>
                  <a:pt x="1360" y="464"/>
                </a:lnTo>
                <a:lnTo>
                  <a:pt x="1361" y="464"/>
                </a:lnTo>
                <a:lnTo>
                  <a:pt x="1361" y="465"/>
                </a:lnTo>
                <a:lnTo>
                  <a:pt x="1361" y="466"/>
                </a:lnTo>
                <a:lnTo>
                  <a:pt x="1360" y="466"/>
                </a:lnTo>
                <a:lnTo>
                  <a:pt x="1360" y="467"/>
                </a:lnTo>
                <a:lnTo>
                  <a:pt x="1359" y="467"/>
                </a:lnTo>
                <a:lnTo>
                  <a:pt x="1358" y="467"/>
                </a:lnTo>
                <a:lnTo>
                  <a:pt x="1358" y="468"/>
                </a:lnTo>
                <a:lnTo>
                  <a:pt x="1357" y="469"/>
                </a:lnTo>
                <a:lnTo>
                  <a:pt x="1356" y="470"/>
                </a:lnTo>
                <a:lnTo>
                  <a:pt x="1355" y="470"/>
                </a:lnTo>
                <a:lnTo>
                  <a:pt x="1353" y="472"/>
                </a:lnTo>
                <a:lnTo>
                  <a:pt x="1352" y="473"/>
                </a:lnTo>
                <a:lnTo>
                  <a:pt x="1351" y="473"/>
                </a:lnTo>
                <a:lnTo>
                  <a:pt x="1351" y="474"/>
                </a:lnTo>
                <a:lnTo>
                  <a:pt x="1350" y="474"/>
                </a:lnTo>
                <a:lnTo>
                  <a:pt x="1350" y="475"/>
                </a:lnTo>
                <a:lnTo>
                  <a:pt x="1349" y="476"/>
                </a:lnTo>
                <a:lnTo>
                  <a:pt x="1348" y="476"/>
                </a:lnTo>
                <a:lnTo>
                  <a:pt x="1347" y="476"/>
                </a:lnTo>
                <a:lnTo>
                  <a:pt x="1346" y="476"/>
                </a:lnTo>
                <a:lnTo>
                  <a:pt x="1346" y="477"/>
                </a:lnTo>
                <a:lnTo>
                  <a:pt x="1345" y="478"/>
                </a:lnTo>
                <a:lnTo>
                  <a:pt x="1344" y="478"/>
                </a:lnTo>
                <a:lnTo>
                  <a:pt x="1342" y="478"/>
                </a:lnTo>
                <a:lnTo>
                  <a:pt x="1340" y="479"/>
                </a:lnTo>
                <a:lnTo>
                  <a:pt x="1341" y="480"/>
                </a:lnTo>
                <a:lnTo>
                  <a:pt x="1342" y="480"/>
                </a:lnTo>
                <a:lnTo>
                  <a:pt x="1342" y="481"/>
                </a:lnTo>
                <a:lnTo>
                  <a:pt x="1342" y="482"/>
                </a:lnTo>
                <a:lnTo>
                  <a:pt x="1342" y="483"/>
                </a:lnTo>
                <a:lnTo>
                  <a:pt x="1343" y="483"/>
                </a:lnTo>
                <a:lnTo>
                  <a:pt x="1344" y="482"/>
                </a:lnTo>
                <a:lnTo>
                  <a:pt x="1345" y="482"/>
                </a:lnTo>
                <a:lnTo>
                  <a:pt x="1346" y="482"/>
                </a:lnTo>
                <a:lnTo>
                  <a:pt x="1347" y="481"/>
                </a:lnTo>
                <a:lnTo>
                  <a:pt x="1348" y="481"/>
                </a:lnTo>
                <a:lnTo>
                  <a:pt x="1348" y="482"/>
                </a:lnTo>
                <a:lnTo>
                  <a:pt x="1347" y="482"/>
                </a:lnTo>
                <a:lnTo>
                  <a:pt x="1347" y="483"/>
                </a:lnTo>
                <a:lnTo>
                  <a:pt x="1348" y="483"/>
                </a:lnTo>
                <a:lnTo>
                  <a:pt x="1349" y="483"/>
                </a:lnTo>
                <a:lnTo>
                  <a:pt x="1349" y="485"/>
                </a:lnTo>
                <a:lnTo>
                  <a:pt x="1350" y="487"/>
                </a:lnTo>
                <a:lnTo>
                  <a:pt x="1348" y="488"/>
                </a:lnTo>
                <a:lnTo>
                  <a:pt x="1347" y="489"/>
                </a:lnTo>
                <a:lnTo>
                  <a:pt x="1347" y="490"/>
                </a:lnTo>
                <a:lnTo>
                  <a:pt x="1346" y="491"/>
                </a:lnTo>
                <a:lnTo>
                  <a:pt x="1345" y="492"/>
                </a:lnTo>
                <a:lnTo>
                  <a:pt x="1345" y="493"/>
                </a:lnTo>
                <a:lnTo>
                  <a:pt x="1346" y="493"/>
                </a:lnTo>
                <a:lnTo>
                  <a:pt x="1346" y="494"/>
                </a:lnTo>
                <a:lnTo>
                  <a:pt x="1345" y="494"/>
                </a:lnTo>
                <a:lnTo>
                  <a:pt x="1344" y="494"/>
                </a:lnTo>
                <a:lnTo>
                  <a:pt x="1343" y="495"/>
                </a:lnTo>
                <a:lnTo>
                  <a:pt x="1342" y="498"/>
                </a:lnTo>
                <a:lnTo>
                  <a:pt x="1342" y="499"/>
                </a:lnTo>
                <a:lnTo>
                  <a:pt x="1341" y="499"/>
                </a:lnTo>
                <a:lnTo>
                  <a:pt x="1340" y="499"/>
                </a:lnTo>
                <a:lnTo>
                  <a:pt x="1340" y="500"/>
                </a:lnTo>
                <a:lnTo>
                  <a:pt x="1340" y="501"/>
                </a:lnTo>
                <a:lnTo>
                  <a:pt x="1340" y="502"/>
                </a:lnTo>
                <a:lnTo>
                  <a:pt x="1341" y="502"/>
                </a:lnTo>
                <a:lnTo>
                  <a:pt x="1342" y="503"/>
                </a:lnTo>
                <a:lnTo>
                  <a:pt x="1342" y="504"/>
                </a:lnTo>
                <a:lnTo>
                  <a:pt x="1342" y="505"/>
                </a:lnTo>
                <a:lnTo>
                  <a:pt x="1342" y="506"/>
                </a:lnTo>
                <a:lnTo>
                  <a:pt x="1342" y="507"/>
                </a:lnTo>
                <a:lnTo>
                  <a:pt x="1345" y="507"/>
                </a:lnTo>
                <a:lnTo>
                  <a:pt x="1345" y="508"/>
                </a:lnTo>
                <a:lnTo>
                  <a:pt x="1346" y="508"/>
                </a:lnTo>
                <a:lnTo>
                  <a:pt x="1346" y="509"/>
                </a:lnTo>
                <a:lnTo>
                  <a:pt x="1346" y="510"/>
                </a:lnTo>
                <a:lnTo>
                  <a:pt x="1345" y="510"/>
                </a:lnTo>
                <a:lnTo>
                  <a:pt x="1344" y="510"/>
                </a:lnTo>
                <a:lnTo>
                  <a:pt x="1343" y="511"/>
                </a:lnTo>
                <a:lnTo>
                  <a:pt x="1342" y="511"/>
                </a:lnTo>
                <a:lnTo>
                  <a:pt x="1342" y="512"/>
                </a:lnTo>
                <a:lnTo>
                  <a:pt x="1341" y="513"/>
                </a:lnTo>
                <a:lnTo>
                  <a:pt x="1340" y="513"/>
                </a:lnTo>
                <a:lnTo>
                  <a:pt x="1339" y="513"/>
                </a:lnTo>
                <a:lnTo>
                  <a:pt x="1339" y="514"/>
                </a:lnTo>
                <a:lnTo>
                  <a:pt x="1339" y="515"/>
                </a:lnTo>
                <a:lnTo>
                  <a:pt x="1337" y="519"/>
                </a:lnTo>
                <a:lnTo>
                  <a:pt x="1336" y="519"/>
                </a:lnTo>
                <a:lnTo>
                  <a:pt x="1335" y="519"/>
                </a:lnTo>
                <a:lnTo>
                  <a:pt x="1333" y="519"/>
                </a:lnTo>
                <a:lnTo>
                  <a:pt x="1332" y="518"/>
                </a:lnTo>
                <a:lnTo>
                  <a:pt x="1332" y="519"/>
                </a:lnTo>
                <a:lnTo>
                  <a:pt x="1331" y="521"/>
                </a:lnTo>
                <a:lnTo>
                  <a:pt x="1331" y="523"/>
                </a:lnTo>
                <a:lnTo>
                  <a:pt x="1331" y="524"/>
                </a:lnTo>
                <a:lnTo>
                  <a:pt x="1331" y="525"/>
                </a:lnTo>
                <a:lnTo>
                  <a:pt x="1331" y="526"/>
                </a:lnTo>
                <a:lnTo>
                  <a:pt x="1331" y="527"/>
                </a:lnTo>
                <a:lnTo>
                  <a:pt x="1331" y="528"/>
                </a:lnTo>
                <a:lnTo>
                  <a:pt x="1333" y="529"/>
                </a:lnTo>
                <a:lnTo>
                  <a:pt x="1335" y="529"/>
                </a:lnTo>
                <a:lnTo>
                  <a:pt x="1335" y="530"/>
                </a:lnTo>
                <a:lnTo>
                  <a:pt x="1337" y="530"/>
                </a:lnTo>
                <a:lnTo>
                  <a:pt x="1339" y="530"/>
                </a:lnTo>
                <a:lnTo>
                  <a:pt x="1339" y="531"/>
                </a:lnTo>
                <a:lnTo>
                  <a:pt x="1338" y="532"/>
                </a:lnTo>
                <a:lnTo>
                  <a:pt x="1337" y="532"/>
                </a:lnTo>
                <a:lnTo>
                  <a:pt x="1334" y="534"/>
                </a:lnTo>
                <a:lnTo>
                  <a:pt x="1334" y="535"/>
                </a:lnTo>
                <a:lnTo>
                  <a:pt x="1334" y="536"/>
                </a:lnTo>
                <a:lnTo>
                  <a:pt x="1333" y="537"/>
                </a:lnTo>
                <a:lnTo>
                  <a:pt x="1332" y="538"/>
                </a:lnTo>
                <a:lnTo>
                  <a:pt x="1331" y="538"/>
                </a:lnTo>
                <a:lnTo>
                  <a:pt x="1330" y="538"/>
                </a:lnTo>
                <a:lnTo>
                  <a:pt x="1330" y="539"/>
                </a:lnTo>
                <a:lnTo>
                  <a:pt x="1329" y="540"/>
                </a:lnTo>
                <a:lnTo>
                  <a:pt x="1328" y="541"/>
                </a:lnTo>
                <a:lnTo>
                  <a:pt x="1327" y="542"/>
                </a:lnTo>
                <a:lnTo>
                  <a:pt x="1326" y="543"/>
                </a:lnTo>
                <a:lnTo>
                  <a:pt x="1325" y="544"/>
                </a:lnTo>
                <a:lnTo>
                  <a:pt x="1325" y="545"/>
                </a:lnTo>
                <a:lnTo>
                  <a:pt x="1324" y="546"/>
                </a:lnTo>
                <a:lnTo>
                  <a:pt x="1323" y="546"/>
                </a:lnTo>
                <a:lnTo>
                  <a:pt x="1323" y="547"/>
                </a:lnTo>
                <a:lnTo>
                  <a:pt x="1322" y="547"/>
                </a:lnTo>
                <a:lnTo>
                  <a:pt x="1322" y="548"/>
                </a:lnTo>
                <a:lnTo>
                  <a:pt x="1321" y="548"/>
                </a:lnTo>
                <a:lnTo>
                  <a:pt x="1321" y="549"/>
                </a:lnTo>
                <a:lnTo>
                  <a:pt x="1320" y="549"/>
                </a:lnTo>
                <a:lnTo>
                  <a:pt x="1319" y="548"/>
                </a:lnTo>
                <a:lnTo>
                  <a:pt x="1318" y="548"/>
                </a:lnTo>
                <a:lnTo>
                  <a:pt x="1317" y="547"/>
                </a:lnTo>
                <a:lnTo>
                  <a:pt x="1316" y="547"/>
                </a:lnTo>
                <a:lnTo>
                  <a:pt x="1315" y="546"/>
                </a:lnTo>
                <a:lnTo>
                  <a:pt x="1314" y="546"/>
                </a:lnTo>
                <a:lnTo>
                  <a:pt x="1314" y="545"/>
                </a:lnTo>
                <a:lnTo>
                  <a:pt x="1313" y="545"/>
                </a:lnTo>
                <a:lnTo>
                  <a:pt x="1312" y="545"/>
                </a:lnTo>
                <a:lnTo>
                  <a:pt x="1311" y="545"/>
                </a:lnTo>
                <a:lnTo>
                  <a:pt x="1311" y="546"/>
                </a:lnTo>
                <a:lnTo>
                  <a:pt x="1311" y="545"/>
                </a:lnTo>
                <a:lnTo>
                  <a:pt x="1310" y="545"/>
                </a:lnTo>
                <a:lnTo>
                  <a:pt x="1309" y="545"/>
                </a:lnTo>
                <a:lnTo>
                  <a:pt x="1309" y="544"/>
                </a:lnTo>
                <a:lnTo>
                  <a:pt x="1308" y="543"/>
                </a:lnTo>
                <a:lnTo>
                  <a:pt x="1309" y="543"/>
                </a:lnTo>
                <a:lnTo>
                  <a:pt x="1309" y="542"/>
                </a:lnTo>
                <a:lnTo>
                  <a:pt x="1308" y="541"/>
                </a:lnTo>
                <a:lnTo>
                  <a:pt x="1308" y="540"/>
                </a:lnTo>
                <a:lnTo>
                  <a:pt x="1309" y="538"/>
                </a:lnTo>
                <a:lnTo>
                  <a:pt x="1308" y="538"/>
                </a:lnTo>
                <a:lnTo>
                  <a:pt x="1308" y="537"/>
                </a:lnTo>
                <a:lnTo>
                  <a:pt x="1307" y="537"/>
                </a:lnTo>
                <a:lnTo>
                  <a:pt x="1307" y="535"/>
                </a:lnTo>
                <a:lnTo>
                  <a:pt x="1306" y="535"/>
                </a:lnTo>
                <a:lnTo>
                  <a:pt x="1303" y="534"/>
                </a:lnTo>
                <a:lnTo>
                  <a:pt x="1303" y="535"/>
                </a:lnTo>
                <a:lnTo>
                  <a:pt x="1302" y="537"/>
                </a:lnTo>
                <a:lnTo>
                  <a:pt x="1301" y="537"/>
                </a:lnTo>
                <a:lnTo>
                  <a:pt x="1300" y="537"/>
                </a:lnTo>
                <a:lnTo>
                  <a:pt x="1299" y="537"/>
                </a:lnTo>
                <a:lnTo>
                  <a:pt x="1299" y="538"/>
                </a:lnTo>
                <a:lnTo>
                  <a:pt x="1299" y="539"/>
                </a:lnTo>
                <a:lnTo>
                  <a:pt x="1298" y="541"/>
                </a:lnTo>
                <a:lnTo>
                  <a:pt x="1297" y="541"/>
                </a:lnTo>
                <a:lnTo>
                  <a:pt x="1296" y="543"/>
                </a:lnTo>
                <a:lnTo>
                  <a:pt x="1295" y="544"/>
                </a:lnTo>
                <a:lnTo>
                  <a:pt x="1295" y="545"/>
                </a:lnTo>
                <a:lnTo>
                  <a:pt x="1294" y="546"/>
                </a:lnTo>
                <a:lnTo>
                  <a:pt x="1293" y="546"/>
                </a:lnTo>
                <a:lnTo>
                  <a:pt x="1292" y="546"/>
                </a:lnTo>
                <a:lnTo>
                  <a:pt x="1291" y="545"/>
                </a:lnTo>
                <a:lnTo>
                  <a:pt x="1291" y="544"/>
                </a:lnTo>
                <a:lnTo>
                  <a:pt x="1291" y="543"/>
                </a:lnTo>
                <a:lnTo>
                  <a:pt x="1290" y="542"/>
                </a:lnTo>
                <a:lnTo>
                  <a:pt x="1289" y="542"/>
                </a:lnTo>
                <a:lnTo>
                  <a:pt x="1289" y="543"/>
                </a:lnTo>
                <a:lnTo>
                  <a:pt x="1288" y="543"/>
                </a:lnTo>
                <a:lnTo>
                  <a:pt x="1287" y="543"/>
                </a:lnTo>
                <a:lnTo>
                  <a:pt x="1287" y="542"/>
                </a:lnTo>
                <a:lnTo>
                  <a:pt x="1286" y="542"/>
                </a:lnTo>
                <a:lnTo>
                  <a:pt x="1285" y="541"/>
                </a:lnTo>
                <a:lnTo>
                  <a:pt x="1283" y="541"/>
                </a:lnTo>
                <a:lnTo>
                  <a:pt x="1282" y="541"/>
                </a:lnTo>
                <a:lnTo>
                  <a:pt x="1280" y="541"/>
                </a:lnTo>
                <a:lnTo>
                  <a:pt x="1279" y="542"/>
                </a:lnTo>
                <a:lnTo>
                  <a:pt x="1278" y="541"/>
                </a:lnTo>
                <a:lnTo>
                  <a:pt x="1278" y="540"/>
                </a:lnTo>
                <a:lnTo>
                  <a:pt x="1277" y="541"/>
                </a:lnTo>
                <a:lnTo>
                  <a:pt x="1276" y="542"/>
                </a:lnTo>
                <a:lnTo>
                  <a:pt x="1274" y="543"/>
                </a:lnTo>
                <a:lnTo>
                  <a:pt x="1274" y="544"/>
                </a:lnTo>
                <a:lnTo>
                  <a:pt x="1275" y="544"/>
                </a:lnTo>
                <a:lnTo>
                  <a:pt x="1274" y="545"/>
                </a:lnTo>
                <a:lnTo>
                  <a:pt x="1275" y="546"/>
                </a:lnTo>
                <a:lnTo>
                  <a:pt x="1275" y="547"/>
                </a:lnTo>
                <a:lnTo>
                  <a:pt x="1276" y="547"/>
                </a:lnTo>
                <a:lnTo>
                  <a:pt x="1275" y="548"/>
                </a:lnTo>
                <a:lnTo>
                  <a:pt x="1274" y="548"/>
                </a:lnTo>
                <a:lnTo>
                  <a:pt x="1273" y="549"/>
                </a:lnTo>
                <a:lnTo>
                  <a:pt x="1273" y="550"/>
                </a:lnTo>
                <a:lnTo>
                  <a:pt x="1272" y="551"/>
                </a:lnTo>
                <a:lnTo>
                  <a:pt x="1271" y="551"/>
                </a:lnTo>
                <a:lnTo>
                  <a:pt x="1271" y="552"/>
                </a:lnTo>
                <a:lnTo>
                  <a:pt x="1272" y="552"/>
                </a:lnTo>
                <a:lnTo>
                  <a:pt x="1272" y="553"/>
                </a:lnTo>
                <a:lnTo>
                  <a:pt x="1271" y="553"/>
                </a:lnTo>
                <a:lnTo>
                  <a:pt x="1270" y="553"/>
                </a:lnTo>
                <a:lnTo>
                  <a:pt x="1269" y="552"/>
                </a:lnTo>
                <a:lnTo>
                  <a:pt x="1269" y="553"/>
                </a:lnTo>
                <a:lnTo>
                  <a:pt x="1268" y="553"/>
                </a:lnTo>
                <a:lnTo>
                  <a:pt x="1269" y="553"/>
                </a:lnTo>
                <a:lnTo>
                  <a:pt x="1269" y="554"/>
                </a:lnTo>
                <a:lnTo>
                  <a:pt x="1268" y="555"/>
                </a:lnTo>
                <a:lnTo>
                  <a:pt x="1268" y="556"/>
                </a:lnTo>
                <a:lnTo>
                  <a:pt x="1269" y="556"/>
                </a:lnTo>
                <a:lnTo>
                  <a:pt x="1269" y="557"/>
                </a:lnTo>
                <a:lnTo>
                  <a:pt x="1268" y="557"/>
                </a:lnTo>
                <a:lnTo>
                  <a:pt x="1267" y="557"/>
                </a:lnTo>
                <a:lnTo>
                  <a:pt x="1266" y="557"/>
                </a:lnTo>
                <a:lnTo>
                  <a:pt x="1266" y="558"/>
                </a:lnTo>
                <a:lnTo>
                  <a:pt x="1267" y="558"/>
                </a:lnTo>
                <a:lnTo>
                  <a:pt x="1267" y="559"/>
                </a:lnTo>
                <a:lnTo>
                  <a:pt x="1267" y="560"/>
                </a:lnTo>
                <a:lnTo>
                  <a:pt x="1268" y="561"/>
                </a:lnTo>
                <a:lnTo>
                  <a:pt x="1269" y="562"/>
                </a:lnTo>
                <a:lnTo>
                  <a:pt x="1271" y="564"/>
                </a:lnTo>
                <a:lnTo>
                  <a:pt x="1271" y="565"/>
                </a:lnTo>
                <a:lnTo>
                  <a:pt x="1271" y="566"/>
                </a:lnTo>
                <a:lnTo>
                  <a:pt x="1272" y="567"/>
                </a:lnTo>
                <a:lnTo>
                  <a:pt x="1273" y="569"/>
                </a:lnTo>
                <a:lnTo>
                  <a:pt x="1274" y="569"/>
                </a:lnTo>
                <a:lnTo>
                  <a:pt x="1275" y="569"/>
                </a:lnTo>
                <a:lnTo>
                  <a:pt x="1276" y="569"/>
                </a:lnTo>
                <a:lnTo>
                  <a:pt x="1278" y="572"/>
                </a:lnTo>
                <a:lnTo>
                  <a:pt x="1278" y="573"/>
                </a:lnTo>
                <a:lnTo>
                  <a:pt x="1277" y="575"/>
                </a:lnTo>
                <a:lnTo>
                  <a:pt x="1277" y="576"/>
                </a:lnTo>
                <a:lnTo>
                  <a:pt x="1276" y="576"/>
                </a:lnTo>
                <a:lnTo>
                  <a:pt x="1276" y="577"/>
                </a:lnTo>
                <a:lnTo>
                  <a:pt x="1275" y="577"/>
                </a:lnTo>
                <a:lnTo>
                  <a:pt x="1275" y="578"/>
                </a:lnTo>
                <a:lnTo>
                  <a:pt x="1275" y="579"/>
                </a:lnTo>
                <a:lnTo>
                  <a:pt x="1275" y="580"/>
                </a:lnTo>
                <a:lnTo>
                  <a:pt x="1274" y="580"/>
                </a:lnTo>
                <a:lnTo>
                  <a:pt x="1272" y="581"/>
                </a:lnTo>
                <a:lnTo>
                  <a:pt x="1272" y="582"/>
                </a:lnTo>
                <a:lnTo>
                  <a:pt x="1272" y="583"/>
                </a:lnTo>
                <a:lnTo>
                  <a:pt x="1271" y="584"/>
                </a:lnTo>
                <a:lnTo>
                  <a:pt x="1269" y="586"/>
                </a:lnTo>
                <a:lnTo>
                  <a:pt x="1268" y="587"/>
                </a:lnTo>
                <a:lnTo>
                  <a:pt x="1268" y="588"/>
                </a:lnTo>
                <a:lnTo>
                  <a:pt x="1269" y="589"/>
                </a:lnTo>
                <a:lnTo>
                  <a:pt x="1269" y="590"/>
                </a:lnTo>
                <a:lnTo>
                  <a:pt x="1268" y="591"/>
                </a:lnTo>
                <a:lnTo>
                  <a:pt x="1268" y="592"/>
                </a:lnTo>
                <a:lnTo>
                  <a:pt x="1267" y="592"/>
                </a:lnTo>
                <a:lnTo>
                  <a:pt x="1266" y="592"/>
                </a:lnTo>
                <a:lnTo>
                  <a:pt x="1265" y="592"/>
                </a:lnTo>
                <a:lnTo>
                  <a:pt x="1265" y="591"/>
                </a:lnTo>
                <a:lnTo>
                  <a:pt x="1265" y="592"/>
                </a:lnTo>
                <a:lnTo>
                  <a:pt x="1265" y="593"/>
                </a:lnTo>
                <a:lnTo>
                  <a:pt x="1264" y="593"/>
                </a:lnTo>
                <a:lnTo>
                  <a:pt x="1264" y="594"/>
                </a:lnTo>
                <a:lnTo>
                  <a:pt x="1263" y="595"/>
                </a:lnTo>
                <a:lnTo>
                  <a:pt x="1262" y="597"/>
                </a:lnTo>
                <a:lnTo>
                  <a:pt x="1261" y="598"/>
                </a:lnTo>
                <a:lnTo>
                  <a:pt x="1259" y="601"/>
                </a:lnTo>
                <a:lnTo>
                  <a:pt x="1257" y="606"/>
                </a:lnTo>
                <a:lnTo>
                  <a:pt x="1257" y="607"/>
                </a:lnTo>
                <a:lnTo>
                  <a:pt x="1258" y="608"/>
                </a:lnTo>
                <a:lnTo>
                  <a:pt x="1257" y="610"/>
                </a:lnTo>
                <a:lnTo>
                  <a:pt x="1257" y="611"/>
                </a:lnTo>
                <a:lnTo>
                  <a:pt x="1257" y="612"/>
                </a:lnTo>
                <a:lnTo>
                  <a:pt x="1256" y="613"/>
                </a:lnTo>
                <a:lnTo>
                  <a:pt x="1257" y="613"/>
                </a:lnTo>
                <a:lnTo>
                  <a:pt x="1256" y="613"/>
                </a:lnTo>
                <a:lnTo>
                  <a:pt x="1256" y="614"/>
                </a:lnTo>
                <a:lnTo>
                  <a:pt x="1255" y="615"/>
                </a:lnTo>
                <a:lnTo>
                  <a:pt x="1254" y="616"/>
                </a:lnTo>
                <a:lnTo>
                  <a:pt x="1253" y="617"/>
                </a:lnTo>
                <a:lnTo>
                  <a:pt x="1252" y="617"/>
                </a:lnTo>
                <a:lnTo>
                  <a:pt x="1252" y="618"/>
                </a:lnTo>
                <a:lnTo>
                  <a:pt x="1252" y="619"/>
                </a:lnTo>
                <a:lnTo>
                  <a:pt x="1251" y="619"/>
                </a:lnTo>
                <a:lnTo>
                  <a:pt x="1251" y="620"/>
                </a:lnTo>
                <a:lnTo>
                  <a:pt x="1250" y="620"/>
                </a:lnTo>
                <a:lnTo>
                  <a:pt x="1250" y="621"/>
                </a:lnTo>
                <a:lnTo>
                  <a:pt x="1250" y="622"/>
                </a:lnTo>
                <a:lnTo>
                  <a:pt x="1249" y="622"/>
                </a:lnTo>
                <a:lnTo>
                  <a:pt x="1249" y="623"/>
                </a:lnTo>
                <a:lnTo>
                  <a:pt x="1249" y="624"/>
                </a:lnTo>
                <a:lnTo>
                  <a:pt x="1248" y="625"/>
                </a:lnTo>
                <a:lnTo>
                  <a:pt x="1248" y="626"/>
                </a:lnTo>
                <a:lnTo>
                  <a:pt x="1248" y="627"/>
                </a:lnTo>
                <a:lnTo>
                  <a:pt x="1247" y="628"/>
                </a:lnTo>
                <a:lnTo>
                  <a:pt x="1247" y="629"/>
                </a:lnTo>
                <a:lnTo>
                  <a:pt x="1247" y="630"/>
                </a:lnTo>
                <a:lnTo>
                  <a:pt x="1247" y="631"/>
                </a:lnTo>
                <a:lnTo>
                  <a:pt x="1246" y="632"/>
                </a:lnTo>
                <a:lnTo>
                  <a:pt x="1244" y="635"/>
                </a:lnTo>
                <a:lnTo>
                  <a:pt x="1243" y="637"/>
                </a:lnTo>
                <a:lnTo>
                  <a:pt x="1243" y="638"/>
                </a:lnTo>
                <a:lnTo>
                  <a:pt x="1242" y="639"/>
                </a:lnTo>
                <a:lnTo>
                  <a:pt x="1240" y="641"/>
                </a:lnTo>
                <a:lnTo>
                  <a:pt x="1239" y="642"/>
                </a:lnTo>
                <a:lnTo>
                  <a:pt x="1239" y="643"/>
                </a:lnTo>
                <a:lnTo>
                  <a:pt x="1238" y="644"/>
                </a:lnTo>
                <a:lnTo>
                  <a:pt x="1237" y="645"/>
                </a:lnTo>
                <a:lnTo>
                  <a:pt x="1235" y="647"/>
                </a:lnTo>
                <a:lnTo>
                  <a:pt x="1233" y="649"/>
                </a:lnTo>
                <a:lnTo>
                  <a:pt x="1233" y="650"/>
                </a:lnTo>
                <a:lnTo>
                  <a:pt x="1232" y="651"/>
                </a:lnTo>
                <a:lnTo>
                  <a:pt x="1231" y="653"/>
                </a:lnTo>
                <a:lnTo>
                  <a:pt x="1229" y="654"/>
                </a:lnTo>
                <a:lnTo>
                  <a:pt x="1228" y="654"/>
                </a:lnTo>
                <a:lnTo>
                  <a:pt x="1228" y="655"/>
                </a:lnTo>
                <a:lnTo>
                  <a:pt x="1228" y="656"/>
                </a:lnTo>
                <a:lnTo>
                  <a:pt x="1228" y="657"/>
                </a:lnTo>
                <a:lnTo>
                  <a:pt x="1227" y="657"/>
                </a:lnTo>
                <a:lnTo>
                  <a:pt x="1226" y="658"/>
                </a:lnTo>
                <a:lnTo>
                  <a:pt x="1226" y="657"/>
                </a:lnTo>
                <a:lnTo>
                  <a:pt x="1225" y="657"/>
                </a:lnTo>
                <a:lnTo>
                  <a:pt x="1224" y="657"/>
                </a:lnTo>
                <a:lnTo>
                  <a:pt x="1223" y="659"/>
                </a:lnTo>
                <a:lnTo>
                  <a:pt x="1224" y="660"/>
                </a:lnTo>
                <a:lnTo>
                  <a:pt x="1224" y="661"/>
                </a:lnTo>
                <a:lnTo>
                  <a:pt x="1225" y="661"/>
                </a:lnTo>
                <a:lnTo>
                  <a:pt x="1225" y="662"/>
                </a:lnTo>
                <a:lnTo>
                  <a:pt x="1224" y="664"/>
                </a:lnTo>
                <a:lnTo>
                  <a:pt x="1223" y="665"/>
                </a:lnTo>
                <a:lnTo>
                  <a:pt x="1222" y="665"/>
                </a:lnTo>
                <a:lnTo>
                  <a:pt x="1221" y="665"/>
                </a:lnTo>
                <a:lnTo>
                  <a:pt x="1221" y="664"/>
                </a:lnTo>
                <a:lnTo>
                  <a:pt x="1220" y="663"/>
                </a:lnTo>
                <a:lnTo>
                  <a:pt x="1219" y="664"/>
                </a:lnTo>
                <a:lnTo>
                  <a:pt x="1219" y="665"/>
                </a:lnTo>
                <a:lnTo>
                  <a:pt x="1220" y="666"/>
                </a:lnTo>
                <a:lnTo>
                  <a:pt x="1220" y="667"/>
                </a:lnTo>
                <a:lnTo>
                  <a:pt x="1218" y="667"/>
                </a:lnTo>
                <a:lnTo>
                  <a:pt x="1217" y="667"/>
                </a:lnTo>
                <a:lnTo>
                  <a:pt x="1217" y="666"/>
                </a:lnTo>
                <a:lnTo>
                  <a:pt x="1217" y="665"/>
                </a:lnTo>
                <a:lnTo>
                  <a:pt x="1216" y="664"/>
                </a:lnTo>
                <a:lnTo>
                  <a:pt x="1215" y="664"/>
                </a:lnTo>
                <a:lnTo>
                  <a:pt x="1214" y="664"/>
                </a:lnTo>
                <a:lnTo>
                  <a:pt x="1214" y="663"/>
                </a:lnTo>
                <a:lnTo>
                  <a:pt x="1213" y="661"/>
                </a:lnTo>
                <a:lnTo>
                  <a:pt x="1213" y="660"/>
                </a:lnTo>
                <a:lnTo>
                  <a:pt x="1212" y="659"/>
                </a:lnTo>
                <a:lnTo>
                  <a:pt x="1211" y="659"/>
                </a:lnTo>
                <a:lnTo>
                  <a:pt x="1210" y="660"/>
                </a:lnTo>
                <a:lnTo>
                  <a:pt x="1209" y="661"/>
                </a:lnTo>
                <a:lnTo>
                  <a:pt x="1209" y="662"/>
                </a:lnTo>
                <a:lnTo>
                  <a:pt x="1208" y="662"/>
                </a:lnTo>
                <a:lnTo>
                  <a:pt x="1208" y="663"/>
                </a:lnTo>
                <a:lnTo>
                  <a:pt x="1209" y="663"/>
                </a:lnTo>
                <a:lnTo>
                  <a:pt x="1209" y="664"/>
                </a:lnTo>
                <a:lnTo>
                  <a:pt x="1208" y="666"/>
                </a:lnTo>
                <a:lnTo>
                  <a:pt x="1207" y="666"/>
                </a:lnTo>
                <a:lnTo>
                  <a:pt x="1206" y="666"/>
                </a:lnTo>
                <a:lnTo>
                  <a:pt x="1205" y="666"/>
                </a:lnTo>
                <a:lnTo>
                  <a:pt x="1204" y="667"/>
                </a:lnTo>
                <a:lnTo>
                  <a:pt x="1203" y="668"/>
                </a:lnTo>
                <a:lnTo>
                  <a:pt x="1203" y="669"/>
                </a:lnTo>
                <a:lnTo>
                  <a:pt x="1202" y="668"/>
                </a:lnTo>
                <a:lnTo>
                  <a:pt x="1202" y="667"/>
                </a:lnTo>
                <a:lnTo>
                  <a:pt x="1201" y="667"/>
                </a:lnTo>
                <a:lnTo>
                  <a:pt x="1200" y="668"/>
                </a:lnTo>
                <a:lnTo>
                  <a:pt x="1200" y="667"/>
                </a:lnTo>
                <a:lnTo>
                  <a:pt x="1198" y="668"/>
                </a:lnTo>
                <a:lnTo>
                  <a:pt x="1196" y="668"/>
                </a:lnTo>
                <a:lnTo>
                  <a:pt x="1195" y="667"/>
                </a:lnTo>
                <a:lnTo>
                  <a:pt x="1195" y="666"/>
                </a:lnTo>
                <a:lnTo>
                  <a:pt x="1194" y="665"/>
                </a:lnTo>
                <a:lnTo>
                  <a:pt x="1193" y="665"/>
                </a:lnTo>
                <a:lnTo>
                  <a:pt x="1193" y="666"/>
                </a:lnTo>
                <a:lnTo>
                  <a:pt x="1192" y="667"/>
                </a:lnTo>
                <a:lnTo>
                  <a:pt x="1192" y="668"/>
                </a:lnTo>
                <a:lnTo>
                  <a:pt x="1191" y="668"/>
                </a:lnTo>
                <a:lnTo>
                  <a:pt x="1190" y="668"/>
                </a:lnTo>
                <a:lnTo>
                  <a:pt x="1189" y="668"/>
                </a:lnTo>
                <a:lnTo>
                  <a:pt x="1188" y="669"/>
                </a:lnTo>
                <a:lnTo>
                  <a:pt x="1187" y="669"/>
                </a:lnTo>
                <a:lnTo>
                  <a:pt x="1187" y="670"/>
                </a:lnTo>
                <a:lnTo>
                  <a:pt x="1185" y="670"/>
                </a:lnTo>
                <a:lnTo>
                  <a:pt x="1184" y="670"/>
                </a:lnTo>
                <a:lnTo>
                  <a:pt x="1182" y="670"/>
                </a:lnTo>
                <a:lnTo>
                  <a:pt x="1182" y="669"/>
                </a:lnTo>
                <a:lnTo>
                  <a:pt x="1181" y="669"/>
                </a:lnTo>
                <a:lnTo>
                  <a:pt x="1180" y="669"/>
                </a:lnTo>
                <a:lnTo>
                  <a:pt x="1179" y="669"/>
                </a:lnTo>
                <a:lnTo>
                  <a:pt x="1179" y="668"/>
                </a:lnTo>
                <a:lnTo>
                  <a:pt x="1179" y="666"/>
                </a:lnTo>
                <a:lnTo>
                  <a:pt x="1178" y="666"/>
                </a:lnTo>
                <a:lnTo>
                  <a:pt x="1179" y="665"/>
                </a:lnTo>
                <a:lnTo>
                  <a:pt x="1179" y="664"/>
                </a:lnTo>
                <a:lnTo>
                  <a:pt x="1177" y="662"/>
                </a:lnTo>
                <a:lnTo>
                  <a:pt x="1176" y="662"/>
                </a:lnTo>
                <a:lnTo>
                  <a:pt x="1175" y="661"/>
                </a:lnTo>
                <a:lnTo>
                  <a:pt x="1175" y="660"/>
                </a:lnTo>
                <a:lnTo>
                  <a:pt x="1175" y="659"/>
                </a:lnTo>
                <a:lnTo>
                  <a:pt x="1176" y="659"/>
                </a:lnTo>
                <a:lnTo>
                  <a:pt x="1175" y="658"/>
                </a:lnTo>
                <a:lnTo>
                  <a:pt x="1175" y="656"/>
                </a:lnTo>
                <a:lnTo>
                  <a:pt x="1175" y="655"/>
                </a:lnTo>
                <a:lnTo>
                  <a:pt x="1174" y="655"/>
                </a:lnTo>
                <a:lnTo>
                  <a:pt x="1174" y="654"/>
                </a:lnTo>
                <a:lnTo>
                  <a:pt x="1173" y="654"/>
                </a:lnTo>
                <a:lnTo>
                  <a:pt x="1172" y="654"/>
                </a:lnTo>
                <a:lnTo>
                  <a:pt x="1171" y="654"/>
                </a:lnTo>
                <a:lnTo>
                  <a:pt x="1172" y="653"/>
                </a:lnTo>
                <a:lnTo>
                  <a:pt x="1172" y="651"/>
                </a:lnTo>
                <a:lnTo>
                  <a:pt x="1172" y="650"/>
                </a:lnTo>
                <a:lnTo>
                  <a:pt x="1172" y="649"/>
                </a:lnTo>
                <a:lnTo>
                  <a:pt x="1172" y="648"/>
                </a:lnTo>
                <a:lnTo>
                  <a:pt x="1171" y="648"/>
                </a:lnTo>
                <a:lnTo>
                  <a:pt x="1171" y="649"/>
                </a:lnTo>
                <a:lnTo>
                  <a:pt x="1171" y="648"/>
                </a:lnTo>
                <a:lnTo>
                  <a:pt x="1170" y="648"/>
                </a:lnTo>
                <a:lnTo>
                  <a:pt x="1170" y="647"/>
                </a:lnTo>
                <a:lnTo>
                  <a:pt x="1169" y="646"/>
                </a:lnTo>
                <a:lnTo>
                  <a:pt x="1168" y="646"/>
                </a:lnTo>
                <a:lnTo>
                  <a:pt x="1167" y="646"/>
                </a:lnTo>
                <a:lnTo>
                  <a:pt x="1167" y="645"/>
                </a:lnTo>
                <a:lnTo>
                  <a:pt x="1168" y="645"/>
                </a:lnTo>
                <a:lnTo>
                  <a:pt x="1168" y="644"/>
                </a:lnTo>
                <a:lnTo>
                  <a:pt x="1167" y="643"/>
                </a:lnTo>
                <a:lnTo>
                  <a:pt x="1166" y="643"/>
                </a:lnTo>
                <a:lnTo>
                  <a:pt x="1165" y="642"/>
                </a:lnTo>
                <a:lnTo>
                  <a:pt x="1165" y="641"/>
                </a:lnTo>
                <a:lnTo>
                  <a:pt x="1166" y="641"/>
                </a:lnTo>
                <a:lnTo>
                  <a:pt x="1166" y="640"/>
                </a:lnTo>
                <a:lnTo>
                  <a:pt x="1166" y="639"/>
                </a:lnTo>
                <a:lnTo>
                  <a:pt x="1165" y="638"/>
                </a:lnTo>
                <a:lnTo>
                  <a:pt x="1164" y="638"/>
                </a:lnTo>
                <a:lnTo>
                  <a:pt x="1163" y="638"/>
                </a:lnTo>
                <a:lnTo>
                  <a:pt x="1163" y="637"/>
                </a:lnTo>
                <a:lnTo>
                  <a:pt x="1164" y="637"/>
                </a:lnTo>
                <a:lnTo>
                  <a:pt x="1165" y="636"/>
                </a:lnTo>
                <a:lnTo>
                  <a:pt x="1166" y="635"/>
                </a:lnTo>
                <a:lnTo>
                  <a:pt x="1167" y="635"/>
                </a:lnTo>
                <a:lnTo>
                  <a:pt x="1168" y="635"/>
                </a:lnTo>
                <a:lnTo>
                  <a:pt x="1167" y="634"/>
                </a:lnTo>
                <a:lnTo>
                  <a:pt x="1167" y="633"/>
                </a:lnTo>
                <a:lnTo>
                  <a:pt x="1166" y="633"/>
                </a:lnTo>
                <a:lnTo>
                  <a:pt x="1166" y="632"/>
                </a:lnTo>
                <a:lnTo>
                  <a:pt x="1165" y="632"/>
                </a:lnTo>
                <a:lnTo>
                  <a:pt x="1165" y="631"/>
                </a:lnTo>
                <a:lnTo>
                  <a:pt x="1165" y="630"/>
                </a:lnTo>
                <a:lnTo>
                  <a:pt x="1164" y="629"/>
                </a:lnTo>
                <a:lnTo>
                  <a:pt x="1163" y="628"/>
                </a:lnTo>
                <a:lnTo>
                  <a:pt x="1161" y="628"/>
                </a:lnTo>
                <a:lnTo>
                  <a:pt x="1160" y="628"/>
                </a:lnTo>
                <a:lnTo>
                  <a:pt x="1160" y="627"/>
                </a:lnTo>
                <a:lnTo>
                  <a:pt x="1159" y="627"/>
                </a:lnTo>
                <a:lnTo>
                  <a:pt x="1159" y="626"/>
                </a:lnTo>
                <a:lnTo>
                  <a:pt x="1158" y="626"/>
                </a:lnTo>
                <a:lnTo>
                  <a:pt x="1157" y="626"/>
                </a:lnTo>
                <a:lnTo>
                  <a:pt x="1157" y="625"/>
                </a:lnTo>
                <a:lnTo>
                  <a:pt x="1156" y="625"/>
                </a:lnTo>
                <a:lnTo>
                  <a:pt x="1155" y="625"/>
                </a:lnTo>
                <a:lnTo>
                  <a:pt x="1155" y="626"/>
                </a:lnTo>
                <a:lnTo>
                  <a:pt x="1155" y="628"/>
                </a:lnTo>
                <a:lnTo>
                  <a:pt x="1154" y="628"/>
                </a:lnTo>
                <a:lnTo>
                  <a:pt x="1153" y="627"/>
                </a:lnTo>
                <a:lnTo>
                  <a:pt x="1152" y="627"/>
                </a:lnTo>
                <a:lnTo>
                  <a:pt x="1151" y="628"/>
                </a:lnTo>
                <a:lnTo>
                  <a:pt x="1150" y="628"/>
                </a:lnTo>
                <a:lnTo>
                  <a:pt x="1150" y="629"/>
                </a:lnTo>
                <a:lnTo>
                  <a:pt x="1149" y="629"/>
                </a:lnTo>
                <a:lnTo>
                  <a:pt x="1149" y="628"/>
                </a:lnTo>
                <a:lnTo>
                  <a:pt x="1148" y="628"/>
                </a:lnTo>
                <a:lnTo>
                  <a:pt x="1146" y="627"/>
                </a:lnTo>
                <a:lnTo>
                  <a:pt x="1145" y="627"/>
                </a:lnTo>
                <a:lnTo>
                  <a:pt x="1145" y="628"/>
                </a:lnTo>
                <a:lnTo>
                  <a:pt x="1144" y="627"/>
                </a:lnTo>
                <a:lnTo>
                  <a:pt x="1143" y="627"/>
                </a:lnTo>
                <a:lnTo>
                  <a:pt x="1143" y="628"/>
                </a:lnTo>
                <a:lnTo>
                  <a:pt x="1142" y="628"/>
                </a:lnTo>
                <a:lnTo>
                  <a:pt x="1142" y="627"/>
                </a:lnTo>
                <a:lnTo>
                  <a:pt x="1143" y="627"/>
                </a:lnTo>
                <a:lnTo>
                  <a:pt x="1143" y="626"/>
                </a:lnTo>
                <a:lnTo>
                  <a:pt x="1141" y="626"/>
                </a:lnTo>
                <a:lnTo>
                  <a:pt x="1141" y="627"/>
                </a:lnTo>
                <a:lnTo>
                  <a:pt x="1142" y="628"/>
                </a:lnTo>
                <a:lnTo>
                  <a:pt x="1142" y="629"/>
                </a:lnTo>
                <a:lnTo>
                  <a:pt x="1141" y="629"/>
                </a:lnTo>
                <a:lnTo>
                  <a:pt x="1141" y="628"/>
                </a:lnTo>
                <a:lnTo>
                  <a:pt x="1140" y="628"/>
                </a:lnTo>
                <a:lnTo>
                  <a:pt x="1140" y="629"/>
                </a:lnTo>
                <a:lnTo>
                  <a:pt x="1140" y="630"/>
                </a:lnTo>
                <a:lnTo>
                  <a:pt x="1141" y="630"/>
                </a:lnTo>
                <a:lnTo>
                  <a:pt x="1141" y="631"/>
                </a:lnTo>
                <a:lnTo>
                  <a:pt x="1139" y="631"/>
                </a:lnTo>
                <a:lnTo>
                  <a:pt x="1138" y="631"/>
                </a:lnTo>
                <a:lnTo>
                  <a:pt x="1137" y="631"/>
                </a:lnTo>
                <a:lnTo>
                  <a:pt x="1137" y="632"/>
                </a:lnTo>
                <a:lnTo>
                  <a:pt x="1138" y="632"/>
                </a:lnTo>
                <a:lnTo>
                  <a:pt x="1139" y="633"/>
                </a:lnTo>
                <a:lnTo>
                  <a:pt x="1140" y="633"/>
                </a:lnTo>
                <a:lnTo>
                  <a:pt x="1140" y="634"/>
                </a:lnTo>
                <a:lnTo>
                  <a:pt x="1140" y="635"/>
                </a:lnTo>
                <a:lnTo>
                  <a:pt x="1139" y="635"/>
                </a:lnTo>
                <a:lnTo>
                  <a:pt x="1138" y="636"/>
                </a:lnTo>
                <a:lnTo>
                  <a:pt x="1137" y="636"/>
                </a:lnTo>
                <a:lnTo>
                  <a:pt x="1136" y="636"/>
                </a:lnTo>
                <a:lnTo>
                  <a:pt x="1136" y="635"/>
                </a:lnTo>
                <a:lnTo>
                  <a:pt x="1135" y="634"/>
                </a:lnTo>
                <a:lnTo>
                  <a:pt x="1134" y="634"/>
                </a:lnTo>
                <a:lnTo>
                  <a:pt x="1134" y="635"/>
                </a:lnTo>
                <a:lnTo>
                  <a:pt x="1135" y="636"/>
                </a:lnTo>
                <a:lnTo>
                  <a:pt x="1134" y="636"/>
                </a:lnTo>
                <a:lnTo>
                  <a:pt x="1133" y="636"/>
                </a:lnTo>
                <a:lnTo>
                  <a:pt x="1132" y="636"/>
                </a:lnTo>
                <a:lnTo>
                  <a:pt x="1130" y="637"/>
                </a:lnTo>
                <a:lnTo>
                  <a:pt x="1129" y="637"/>
                </a:lnTo>
                <a:lnTo>
                  <a:pt x="1128" y="637"/>
                </a:lnTo>
                <a:lnTo>
                  <a:pt x="1128" y="638"/>
                </a:lnTo>
                <a:lnTo>
                  <a:pt x="1128" y="639"/>
                </a:lnTo>
                <a:lnTo>
                  <a:pt x="1127" y="639"/>
                </a:lnTo>
                <a:lnTo>
                  <a:pt x="1126" y="638"/>
                </a:lnTo>
                <a:lnTo>
                  <a:pt x="1125" y="638"/>
                </a:lnTo>
                <a:lnTo>
                  <a:pt x="1125" y="637"/>
                </a:lnTo>
                <a:lnTo>
                  <a:pt x="1124" y="637"/>
                </a:lnTo>
                <a:lnTo>
                  <a:pt x="1123" y="637"/>
                </a:lnTo>
                <a:lnTo>
                  <a:pt x="1124" y="638"/>
                </a:lnTo>
                <a:lnTo>
                  <a:pt x="1124" y="639"/>
                </a:lnTo>
                <a:lnTo>
                  <a:pt x="1123" y="640"/>
                </a:lnTo>
                <a:lnTo>
                  <a:pt x="1122" y="640"/>
                </a:lnTo>
                <a:lnTo>
                  <a:pt x="1122" y="641"/>
                </a:lnTo>
                <a:lnTo>
                  <a:pt x="1123" y="642"/>
                </a:lnTo>
                <a:lnTo>
                  <a:pt x="1122" y="642"/>
                </a:lnTo>
                <a:lnTo>
                  <a:pt x="1121" y="644"/>
                </a:lnTo>
                <a:lnTo>
                  <a:pt x="1120" y="644"/>
                </a:lnTo>
                <a:lnTo>
                  <a:pt x="1120" y="643"/>
                </a:lnTo>
                <a:lnTo>
                  <a:pt x="1121" y="642"/>
                </a:lnTo>
                <a:lnTo>
                  <a:pt x="1120" y="641"/>
                </a:lnTo>
                <a:lnTo>
                  <a:pt x="1119" y="641"/>
                </a:lnTo>
                <a:lnTo>
                  <a:pt x="1118" y="641"/>
                </a:lnTo>
                <a:lnTo>
                  <a:pt x="1119" y="642"/>
                </a:lnTo>
                <a:lnTo>
                  <a:pt x="1120" y="642"/>
                </a:lnTo>
                <a:lnTo>
                  <a:pt x="1120" y="645"/>
                </a:lnTo>
                <a:lnTo>
                  <a:pt x="1119" y="645"/>
                </a:lnTo>
                <a:lnTo>
                  <a:pt x="1119" y="644"/>
                </a:lnTo>
                <a:lnTo>
                  <a:pt x="1118" y="643"/>
                </a:lnTo>
                <a:lnTo>
                  <a:pt x="1118" y="644"/>
                </a:lnTo>
                <a:lnTo>
                  <a:pt x="1118" y="643"/>
                </a:lnTo>
                <a:lnTo>
                  <a:pt x="1117" y="643"/>
                </a:lnTo>
                <a:lnTo>
                  <a:pt x="1116" y="644"/>
                </a:lnTo>
                <a:lnTo>
                  <a:pt x="1117" y="644"/>
                </a:lnTo>
                <a:lnTo>
                  <a:pt x="1117" y="645"/>
                </a:lnTo>
                <a:lnTo>
                  <a:pt x="1117" y="646"/>
                </a:lnTo>
                <a:lnTo>
                  <a:pt x="1116" y="646"/>
                </a:lnTo>
                <a:lnTo>
                  <a:pt x="1115" y="645"/>
                </a:lnTo>
                <a:lnTo>
                  <a:pt x="1115" y="644"/>
                </a:lnTo>
                <a:lnTo>
                  <a:pt x="1116" y="644"/>
                </a:lnTo>
                <a:lnTo>
                  <a:pt x="1116" y="643"/>
                </a:lnTo>
                <a:lnTo>
                  <a:pt x="1115" y="641"/>
                </a:lnTo>
                <a:lnTo>
                  <a:pt x="1114" y="641"/>
                </a:lnTo>
                <a:lnTo>
                  <a:pt x="1114" y="642"/>
                </a:lnTo>
                <a:lnTo>
                  <a:pt x="1113" y="642"/>
                </a:lnTo>
                <a:lnTo>
                  <a:pt x="1112" y="643"/>
                </a:lnTo>
                <a:lnTo>
                  <a:pt x="1111" y="643"/>
                </a:lnTo>
                <a:lnTo>
                  <a:pt x="1110" y="641"/>
                </a:lnTo>
                <a:lnTo>
                  <a:pt x="1109" y="641"/>
                </a:lnTo>
                <a:lnTo>
                  <a:pt x="1110" y="640"/>
                </a:lnTo>
                <a:lnTo>
                  <a:pt x="1111" y="639"/>
                </a:lnTo>
                <a:lnTo>
                  <a:pt x="1111" y="638"/>
                </a:lnTo>
                <a:lnTo>
                  <a:pt x="1109" y="638"/>
                </a:lnTo>
                <a:lnTo>
                  <a:pt x="1108" y="638"/>
                </a:lnTo>
                <a:lnTo>
                  <a:pt x="1108" y="637"/>
                </a:lnTo>
                <a:lnTo>
                  <a:pt x="1107" y="636"/>
                </a:lnTo>
                <a:lnTo>
                  <a:pt x="1107" y="635"/>
                </a:lnTo>
                <a:lnTo>
                  <a:pt x="1108" y="634"/>
                </a:lnTo>
                <a:lnTo>
                  <a:pt x="1108" y="632"/>
                </a:lnTo>
                <a:lnTo>
                  <a:pt x="1107" y="632"/>
                </a:lnTo>
                <a:lnTo>
                  <a:pt x="1107" y="631"/>
                </a:lnTo>
                <a:lnTo>
                  <a:pt x="1107" y="630"/>
                </a:lnTo>
                <a:lnTo>
                  <a:pt x="1107" y="629"/>
                </a:lnTo>
                <a:lnTo>
                  <a:pt x="1107" y="628"/>
                </a:lnTo>
                <a:lnTo>
                  <a:pt x="1107" y="627"/>
                </a:lnTo>
                <a:lnTo>
                  <a:pt x="1106" y="627"/>
                </a:lnTo>
                <a:lnTo>
                  <a:pt x="1105" y="627"/>
                </a:lnTo>
                <a:lnTo>
                  <a:pt x="1105" y="626"/>
                </a:lnTo>
                <a:lnTo>
                  <a:pt x="1102" y="626"/>
                </a:lnTo>
                <a:lnTo>
                  <a:pt x="1102" y="625"/>
                </a:lnTo>
                <a:lnTo>
                  <a:pt x="1102" y="624"/>
                </a:lnTo>
                <a:lnTo>
                  <a:pt x="1101" y="624"/>
                </a:lnTo>
                <a:lnTo>
                  <a:pt x="1100" y="624"/>
                </a:lnTo>
                <a:lnTo>
                  <a:pt x="1100" y="625"/>
                </a:lnTo>
                <a:lnTo>
                  <a:pt x="1101" y="625"/>
                </a:lnTo>
                <a:lnTo>
                  <a:pt x="1101" y="626"/>
                </a:lnTo>
                <a:lnTo>
                  <a:pt x="1102" y="627"/>
                </a:lnTo>
                <a:lnTo>
                  <a:pt x="1102" y="628"/>
                </a:lnTo>
                <a:lnTo>
                  <a:pt x="1101" y="628"/>
                </a:lnTo>
                <a:lnTo>
                  <a:pt x="1100" y="627"/>
                </a:lnTo>
                <a:lnTo>
                  <a:pt x="1100" y="626"/>
                </a:lnTo>
                <a:lnTo>
                  <a:pt x="1099" y="626"/>
                </a:lnTo>
                <a:lnTo>
                  <a:pt x="1099" y="625"/>
                </a:lnTo>
                <a:lnTo>
                  <a:pt x="1099" y="626"/>
                </a:lnTo>
                <a:lnTo>
                  <a:pt x="1098" y="626"/>
                </a:lnTo>
                <a:lnTo>
                  <a:pt x="1099" y="626"/>
                </a:lnTo>
                <a:lnTo>
                  <a:pt x="1098" y="626"/>
                </a:lnTo>
                <a:lnTo>
                  <a:pt x="1098" y="625"/>
                </a:lnTo>
                <a:lnTo>
                  <a:pt x="1097" y="625"/>
                </a:lnTo>
                <a:lnTo>
                  <a:pt x="1096" y="624"/>
                </a:lnTo>
                <a:lnTo>
                  <a:pt x="1096" y="623"/>
                </a:lnTo>
                <a:lnTo>
                  <a:pt x="1096" y="621"/>
                </a:lnTo>
                <a:lnTo>
                  <a:pt x="1095" y="621"/>
                </a:lnTo>
                <a:lnTo>
                  <a:pt x="1095" y="622"/>
                </a:lnTo>
                <a:lnTo>
                  <a:pt x="1094" y="623"/>
                </a:lnTo>
                <a:lnTo>
                  <a:pt x="1093" y="622"/>
                </a:lnTo>
                <a:lnTo>
                  <a:pt x="1092" y="622"/>
                </a:lnTo>
                <a:lnTo>
                  <a:pt x="1091" y="621"/>
                </a:lnTo>
                <a:lnTo>
                  <a:pt x="1092" y="621"/>
                </a:lnTo>
                <a:lnTo>
                  <a:pt x="1091" y="621"/>
                </a:lnTo>
                <a:lnTo>
                  <a:pt x="1091" y="620"/>
                </a:lnTo>
                <a:lnTo>
                  <a:pt x="1090" y="620"/>
                </a:lnTo>
                <a:lnTo>
                  <a:pt x="1090" y="619"/>
                </a:lnTo>
                <a:lnTo>
                  <a:pt x="1089" y="618"/>
                </a:lnTo>
                <a:lnTo>
                  <a:pt x="1088" y="617"/>
                </a:lnTo>
                <a:lnTo>
                  <a:pt x="1085" y="617"/>
                </a:lnTo>
                <a:lnTo>
                  <a:pt x="1084" y="618"/>
                </a:lnTo>
                <a:lnTo>
                  <a:pt x="1083" y="618"/>
                </a:lnTo>
                <a:lnTo>
                  <a:pt x="1083" y="617"/>
                </a:lnTo>
                <a:lnTo>
                  <a:pt x="1083" y="616"/>
                </a:lnTo>
                <a:lnTo>
                  <a:pt x="1083" y="617"/>
                </a:lnTo>
                <a:lnTo>
                  <a:pt x="1082" y="617"/>
                </a:lnTo>
                <a:lnTo>
                  <a:pt x="1081" y="617"/>
                </a:lnTo>
                <a:lnTo>
                  <a:pt x="1079" y="617"/>
                </a:lnTo>
                <a:lnTo>
                  <a:pt x="1078" y="617"/>
                </a:lnTo>
                <a:lnTo>
                  <a:pt x="1077" y="617"/>
                </a:lnTo>
                <a:lnTo>
                  <a:pt x="1077" y="616"/>
                </a:lnTo>
                <a:lnTo>
                  <a:pt x="1075" y="614"/>
                </a:lnTo>
                <a:lnTo>
                  <a:pt x="1074" y="614"/>
                </a:lnTo>
                <a:lnTo>
                  <a:pt x="1073" y="614"/>
                </a:lnTo>
                <a:lnTo>
                  <a:pt x="1072" y="615"/>
                </a:lnTo>
                <a:lnTo>
                  <a:pt x="1071" y="615"/>
                </a:lnTo>
                <a:lnTo>
                  <a:pt x="1071" y="614"/>
                </a:lnTo>
                <a:lnTo>
                  <a:pt x="1072" y="613"/>
                </a:lnTo>
                <a:lnTo>
                  <a:pt x="1072" y="614"/>
                </a:lnTo>
                <a:lnTo>
                  <a:pt x="1072" y="613"/>
                </a:lnTo>
                <a:lnTo>
                  <a:pt x="1073" y="613"/>
                </a:lnTo>
                <a:lnTo>
                  <a:pt x="1072" y="612"/>
                </a:lnTo>
                <a:lnTo>
                  <a:pt x="1072" y="613"/>
                </a:lnTo>
                <a:lnTo>
                  <a:pt x="1071" y="612"/>
                </a:lnTo>
                <a:lnTo>
                  <a:pt x="1070" y="612"/>
                </a:lnTo>
                <a:lnTo>
                  <a:pt x="1070" y="611"/>
                </a:lnTo>
                <a:lnTo>
                  <a:pt x="1070" y="612"/>
                </a:lnTo>
                <a:lnTo>
                  <a:pt x="1070" y="613"/>
                </a:lnTo>
                <a:lnTo>
                  <a:pt x="1070" y="614"/>
                </a:lnTo>
                <a:lnTo>
                  <a:pt x="1069" y="615"/>
                </a:lnTo>
                <a:lnTo>
                  <a:pt x="1068" y="615"/>
                </a:lnTo>
                <a:lnTo>
                  <a:pt x="1068" y="614"/>
                </a:lnTo>
                <a:lnTo>
                  <a:pt x="1068" y="613"/>
                </a:lnTo>
                <a:lnTo>
                  <a:pt x="1068" y="612"/>
                </a:lnTo>
                <a:lnTo>
                  <a:pt x="1067" y="612"/>
                </a:lnTo>
                <a:lnTo>
                  <a:pt x="1066" y="613"/>
                </a:lnTo>
                <a:lnTo>
                  <a:pt x="1065" y="614"/>
                </a:lnTo>
                <a:lnTo>
                  <a:pt x="1064" y="614"/>
                </a:lnTo>
                <a:lnTo>
                  <a:pt x="1064" y="613"/>
                </a:lnTo>
                <a:lnTo>
                  <a:pt x="1064" y="612"/>
                </a:lnTo>
                <a:lnTo>
                  <a:pt x="1064" y="611"/>
                </a:lnTo>
                <a:lnTo>
                  <a:pt x="1063" y="610"/>
                </a:lnTo>
                <a:lnTo>
                  <a:pt x="1063" y="609"/>
                </a:lnTo>
                <a:lnTo>
                  <a:pt x="1063" y="608"/>
                </a:lnTo>
                <a:lnTo>
                  <a:pt x="1062" y="608"/>
                </a:lnTo>
                <a:lnTo>
                  <a:pt x="1061" y="608"/>
                </a:lnTo>
                <a:lnTo>
                  <a:pt x="1059" y="609"/>
                </a:lnTo>
                <a:lnTo>
                  <a:pt x="1058" y="609"/>
                </a:lnTo>
                <a:lnTo>
                  <a:pt x="1057" y="609"/>
                </a:lnTo>
                <a:lnTo>
                  <a:pt x="1058" y="609"/>
                </a:lnTo>
                <a:lnTo>
                  <a:pt x="1058" y="610"/>
                </a:lnTo>
                <a:lnTo>
                  <a:pt x="1058" y="611"/>
                </a:lnTo>
                <a:lnTo>
                  <a:pt x="1057" y="612"/>
                </a:lnTo>
                <a:lnTo>
                  <a:pt x="1056" y="612"/>
                </a:lnTo>
                <a:lnTo>
                  <a:pt x="1055" y="612"/>
                </a:lnTo>
                <a:lnTo>
                  <a:pt x="1055" y="613"/>
                </a:lnTo>
                <a:lnTo>
                  <a:pt x="1054" y="613"/>
                </a:lnTo>
                <a:lnTo>
                  <a:pt x="1054" y="614"/>
                </a:lnTo>
                <a:lnTo>
                  <a:pt x="1054" y="615"/>
                </a:lnTo>
                <a:lnTo>
                  <a:pt x="1053" y="615"/>
                </a:lnTo>
                <a:lnTo>
                  <a:pt x="1054" y="616"/>
                </a:lnTo>
                <a:lnTo>
                  <a:pt x="1055" y="616"/>
                </a:lnTo>
                <a:lnTo>
                  <a:pt x="1055" y="617"/>
                </a:lnTo>
                <a:lnTo>
                  <a:pt x="1054" y="618"/>
                </a:lnTo>
                <a:lnTo>
                  <a:pt x="1054" y="619"/>
                </a:lnTo>
                <a:lnTo>
                  <a:pt x="1053" y="619"/>
                </a:lnTo>
                <a:lnTo>
                  <a:pt x="1053" y="620"/>
                </a:lnTo>
                <a:lnTo>
                  <a:pt x="1052" y="620"/>
                </a:lnTo>
                <a:lnTo>
                  <a:pt x="1053" y="620"/>
                </a:lnTo>
                <a:lnTo>
                  <a:pt x="1053" y="621"/>
                </a:lnTo>
                <a:lnTo>
                  <a:pt x="1053" y="622"/>
                </a:lnTo>
                <a:lnTo>
                  <a:pt x="1052" y="622"/>
                </a:lnTo>
                <a:lnTo>
                  <a:pt x="1052" y="623"/>
                </a:lnTo>
                <a:lnTo>
                  <a:pt x="1051" y="623"/>
                </a:lnTo>
                <a:lnTo>
                  <a:pt x="1050" y="623"/>
                </a:lnTo>
                <a:lnTo>
                  <a:pt x="1050" y="624"/>
                </a:lnTo>
                <a:lnTo>
                  <a:pt x="1051" y="625"/>
                </a:lnTo>
                <a:lnTo>
                  <a:pt x="1051" y="626"/>
                </a:lnTo>
                <a:lnTo>
                  <a:pt x="1050" y="626"/>
                </a:lnTo>
                <a:lnTo>
                  <a:pt x="1050" y="625"/>
                </a:lnTo>
                <a:lnTo>
                  <a:pt x="1050" y="626"/>
                </a:lnTo>
                <a:lnTo>
                  <a:pt x="1049" y="626"/>
                </a:lnTo>
                <a:lnTo>
                  <a:pt x="1049" y="625"/>
                </a:lnTo>
                <a:lnTo>
                  <a:pt x="1048" y="625"/>
                </a:lnTo>
                <a:lnTo>
                  <a:pt x="1047" y="626"/>
                </a:lnTo>
                <a:lnTo>
                  <a:pt x="1047" y="628"/>
                </a:lnTo>
                <a:lnTo>
                  <a:pt x="1047" y="629"/>
                </a:lnTo>
                <a:lnTo>
                  <a:pt x="1047" y="630"/>
                </a:lnTo>
                <a:lnTo>
                  <a:pt x="1048" y="631"/>
                </a:lnTo>
                <a:lnTo>
                  <a:pt x="1048" y="632"/>
                </a:lnTo>
                <a:lnTo>
                  <a:pt x="1049" y="632"/>
                </a:lnTo>
                <a:lnTo>
                  <a:pt x="1050" y="632"/>
                </a:lnTo>
                <a:lnTo>
                  <a:pt x="1051" y="632"/>
                </a:lnTo>
                <a:lnTo>
                  <a:pt x="1050" y="633"/>
                </a:lnTo>
                <a:lnTo>
                  <a:pt x="1050" y="634"/>
                </a:lnTo>
                <a:lnTo>
                  <a:pt x="1049" y="634"/>
                </a:lnTo>
                <a:lnTo>
                  <a:pt x="1049" y="635"/>
                </a:lnTo>
                <a:lnTo>
                  <a:pt x="1049" y="636"/>
                </a:lnTo>
                <a:lnTo>
                  <a:pt x="1048" y="636"/>
                </a:lnTo>
                <a:lnTo>
                  <a:pt x="1047" y="635"/>
                </a:lnTo>
                <a:lnTo>
                  <a:pt x="1046" y="635"/>
                </a:lnTo>
                <a:lnTo>
                  <a:pt x="1045" y="635"/>
                </a:lnTo>
                <a:lnTo>
                  <a:pt x="1044" y="636"/>
                </a:lnTo>
                <a:lnTo>
                  <a:pt x="1042" y="636"/>
                </a:lnTo>
                <a:lnTo>
                  <a:pt x="1042" y="634"/>
                </a:lnTo>
                <a:lnTo>
                  <a:pt x="1041" y="634"/>
                </a:lnTo>
                <a:lnTo>
                  <a:pt x="1040" y="634"/>
                </a:lnTo>
                <a:lnTo>
                  <a:pt x="1040" y="633"/>
                </a:lnTo>
                <a:lnTo>
                  <a:pt x="1039" y="633"/>
                </a:lnTo>
                <a:lnTo>
                  <a:pt x="1036" y="632"/>
                </a:lnTo>
                <a:lnTo>
                  <a:pt x="1035" y="635"/>
                </a:lnTo>
                <a:lnTo>
                  <a:pt x="1035" y="636"/>
                </a:lnTo>
                <a:lnTo>
                  <a:pt x="1035" y="637"/>
                </a:lnTo>
                <a:lnTo>
                  <a:pt x="1036" y="637"/>
                </a:lnTo>
                <a:lnTo>
                  <a:pt x="1036" y="638"/>
                </a:lnTo>
                <a:lnTo>
                  <a:pt x="1036" y="639"/>
                </a:lnTo>
                <a:lnTo>
                  <a:pt x="1038" y="641"/>
                </a:lnTo>
                <a:lnTo>
                  <a:pt x="1039" y="641"/>
                </a:lnTo>
                <a:lnTo>
                  <a:pt x="1040" y="641"/>
                </a:lnTo>
                <a:lnTo>
                  <a:pt x="1040" y="640"/>
                </a:lnTo>
                <a:lnTo>
                  <a:pt x="1041" y="641"/>
                </a:lnTo>
                <a:lnTo>
                  <a:pt x="1041" y="642"/>
                </a:lnTo>
                <a:lnTo>
                  <a:pt x="1041" y="643"/>
                </a:lnTo>
                <a:lnTo>
                  <a:pt x="1040" y="643"/>
                </a:lnTo>
                <a:lnTo>
                  <a:pt x="1039" y="642"/>
                </a:lnTo>
                <a:lnTo>
                  <a:pt x="1039" y="643"/>
                </a:lnTo>
                <a:lnTo>
                  <a:pt x="1039" y="644"/>
                </a:lnTo>
                <a:lnTo>
                  <a:pt x="1039" y="645"/>
                </a:lnTo>
                <a:lnTo>
                  <a:pt x="1039" y="646"/>
                </a:lnTo>
                <a:lnTo>
                  <a:pt x="1037" y="646"/>
                </a:lnTo>
                <a:lnTo>
                  <a:pt x="1036" y="646"/>
                </a:lnTo>
                <a:lnTo>
                  <a:pt x="1035" y="646"/>
                </a:lnTo>
                <a:lnTo>
                  <a:pt x="1035" y="647"/>
                </a:lnTo>
                <a:lnTo>
                  <a:pt x="1034" y="647"/>
                </a:lnTo>
                <a:lnTo>
                  <a:pt x="1033" y="647"/>
                </a:lnTo>
                <a:lnTo>
                  <a:pt x="1033" y="646"/>
                </a:lnTo>
                <a:lnTo>
                  <a:pt x="1032" y="646"/>
                </a:lnTo>
                <a:lnTo>
                  <a:pt x="1032" y="647"/>
                </a:lnTo>
                <a:lnTo>
                  <a:pt x="1031" y="648"/>
                </a:lnTo>
                <a:lnTo>
                  <a:pt x="1030" y="648"/>
                </a:lnTo>
                <a:lnTo>
                  <a:pt x="1030" y="647"/>
                </a:lnTo>
                <a:lnTo>
                  <a:pt x="1029" y="647"/>
                </a:lnTo>
                <a:lnTo>
                  <a:pt x="1029" y="646"/>
                </a:lnTo>
                <a:lnTo>
                  <a:pt x="1028" y="646"/>
                </a:lnTo>
                <a:lnTo>
                  <a:pt x="1028" y="647"/>
                </a:lnTo>
                <a:lnTo>
                  <a:pt x="1027" y="647"/>
                </a:lnTo>
                <a:lnTo>
                  <a:pt x="1026" y="648"/>
                </a:lnTo>
                <a:lnTo>
                  <a:pt x="1025" y="649"/>
                </a:lnTo>
                <a:lnTo>
                  <a:pt x="1025" y="650"/>
                </a:lnTo>
                <a:lnTo>
                  <a:pt x="1025" y="651"/>
                </a:lnTo>
                <a:lnTo>
                  <a:pt x="1026" y="652"/>
                </a:lnTo>
                <a:lnTo>
                  <a:pt x="1027" y="653"/>
                </a:lnTo>
                <a:lnTo>
                  <a:pt x="1028" y="652"/>
                </a:lnTo>
                <a:lnTo>
                  <a:pt x="1028" y="651"/>
                </a:lnTo>
                <a:lnTo>
                  <a:pt x="1029" y="650"/>
                </a:lnTo>
                <a:lnTo>
                  <a:pt x="1030" y="650"/>
                </a:lnTo>
                <a:lnTo>
                  <a:pt x="1031" y="650"/>
                </a:lnTo>
                <a:lnTo>
                  <a:pt x="1032" y="650"/>
                </a:lnTo>
                <a:lnTo>
                  <a:pt x="1033" y="650"/>
                </a:lnTo>
                <a:lnTo>
                  <a:pt x="1033" y="651"/>
                </a:lnTo>
                <a:lnTo>
                  <a:pt x="1033" y="652"/>
                </a:lnTo>
                <a:lnTo>
                  <a:pt x="1032" y="652"/>
                </a:lnTo>
                <a:lnTo>
                  <a:pt x="1032" y="653"/>
                </a:lnTo>
                <a:lnTo>
                  <a:pt x="1032" y="652"/>
                </a:lnTo>
                <a:lnTo>
                  <a:pt x="1031" y="653"/>
                </a:lnTo>
                <a:lnTo>
                  <a:pt x="1030" y="653"/>
                </a:lnTo>
                <a:lnTo>
                  <a:pt x="1030" y="654"/>
                </a:lnTo>
                <a:lnTo>
                  <a:pt x="1030" y="655"/>
                </a:lnTo>
                <a:lnTo>
                  <a:pt x="1031" y="655"/>
                </a:lnTo>
                <a:lnTo>
                  <a:pt x="1031" y="656"/>
                </a:lnTo>
                <a:lnTo>
                  <a:pt x="1032" y="656"/>
                </a:lnTo>
                <a:lnTo>
                  <a:pt x="1032" y="657"/>
                </a:lnTo>
                <a:lnTo>
                  <a:pt x="1033" y="658"/>
                </a:lnTo>
                <a:lnTo>
                  <a:pt x="1034" y="658"/>
                </a:lnTo>
                <a:lnTo>
                  <a:pt x="1035" y="658"/>
                </a:lnTo>
                <a:lnTo>
                  <a:pt x="1036" y="658"/>
                </a:lnTo>
                <a:lnTo>
                  <a:pt x="1037" y="658"/>
                </a:lnTo>
                <a:lnTo>
                  <a:pt x="1038" y="659"/>
                </a:lnTo>
                <a:lnTo>
                  <a:pt x="1039" y="659"/>
                </a:lnTo>
                <a:lnTo>
                  <a:pt x="1038" y="660"/>
                </a:lnTo>
                <a:lnTo>
                  <a:pt x="1038" y="662"/>
                </a:lnTo>
                <a:lnTo>
                  <a:pt x="1038" y="663"/>
                </a:lnTo>
                <a:lnTo>
                  <a:pt x="1041" y="664"/>
                </a:lnTo>
                <a:lnTo>
                  <a:pt x="1042" y="664"/>
                </a:lnTo>
                <a:lnTo>
                  <a:pt x="1042" y="663"/>
                </a:lnTo>
                <a:lnTo>
                  <a:pt x="1043" y="664"/>
                </a:lnTo>
                <a:lnTo>
                  <a:pt x="1043" y="665"/>
                </a:lnTo>
                <a:lnTo>
                  <a:pt x="1043" y="666"/>
                </a:lnTo>
                <a:lnTo>
                  <a:pt x="1044" y="667"/>
                </a:lnTo>
                <a:lnTo>
                  <a:pt x="1044" y="668"/>
                </a:lnTo>
                <a:lnTo>
                  <a:pt x="1045" y="668"/>
                </a:lnTo>
                <a:lnTo>
                  <a:pt x="1047" y="669"/>
                </a:lnTo>
                <a:lnTo>
                  <a:pt x="1048" y="669"/>
                </a:lnTo>
                <a:lnTo>
                  <a:pt x="1048" y="668"/>
                </a:lnTo>
                <a:lnTo>
                  <a:pt x="1049" y="668"/>
                </a:lnTo>
                <a:lnTo>
                  <a:pt x="1050" y="669"/>
                </a:lnTo>
                <a:lnTo>
                  <a:pt x="1050" y="670"/>
                </a:lnTo>
                <a:lnTo>
                  <a:pt x="1051" y="670"/>
                </a:lnTo>
                <a:lnTo>
                  <a:pt x="1052" y="669"/>
                </a:lnTo>
                <a:lnTo>
                  <a:pt x="1053" y="669"/>
                </a:lnTo>
                <a:lnTo>
                  <a:pt x="1053" y="670"/>
                </a:lnTo>
                <a:lnTo>
                  <a:pt x="1053" y="672"/>
                </a:lnTo>
                <a:lnTo>
                  <a:pt x="1052" y="674"/>
                </a:lnTo>
                <a:lnTo>
                  <a:pt x="1051" y="674"/>
                </a:lnTo>
                <a:lnTo>
                  <a:pt x="1050" y="674"/>
                </a:lnTo>
                <a:lnTo>
                  <a:pt x="1050" y="675"/>
                </a:lnTo>
                <a:lnTo>
                  <a:pt x="1049" y="677"/>
                </a:lnTo>
                <a:lnTo>
                  <a:pt x="1049" y="678"/>
                </a:lnTo>
                <a:lnTo>
                  <a:pt x="1050" y="679"/>
                </a:lnTo>
                <a:lnTo>
                  <a:pt x="1050" y="680"/>
                </a:lnTo>
                <a:lnTo>
                  <a:pt x="1050" y="681"/>
                </a:lnTo>
                <a:lnTo>
                  <a:pt x="1050" y="682"/>
                </a:lnTo>
                <a:lnTo>
                  <a:pt x="1049" y="682"/>
                </a:lnTo>
                <a:lnTo>
                  <a:pt x="1049" y="683"/>
                </a:lnTo>
                <a:lnTo>
                  <a:pt x="1048" y="683"/>
                </a:lnTo>
                <a:lnTo>
                  <a:pt x="1049" y="683"/>
                </a:lnTo>
                <a:lnTo>
                  <a:pt x="1049" y="684"/>
                </a:lnTo>
                <a:lnTo>
                  <a:pt x="1048" y="685"/>
                </a:lnTo>
                <a:lnTo>
                  <a:pt x="1047" y="685"/>
                </a:lnTo>
                <a:lnTo>
                  <a:pt x="1046" y="685"/>
                </a:lnTo>
                <a:lnTo>
                  <a:pt x="1047" y="686"/>
                </a:lnTo>
                <a:lnTo>
                  <a:pt x="1047" y="687"/>
                </a:lnTo>
                <a:lnTo>
                  <a:pt x="1048" y="687"/>
                </a:lnTo>
                <a:lnTo>
                  <a:pt x="1048" y="688"/>
                </a:lnTo>
                <a:lnTo>
                  <a:pt x="1048" y="689"/>
                </a:lnTo>
                <a:lnTo>
                  <a:pt x="1048" y="690"/>
                </a:lnTo>
                <a:lnTo>
                  <a:pt x="1049" y="691"/>
                </a:lnTo>
                <a:lnTo>
                  <a:pt x="1050" y="691"/>
                </a:lnTo>
                <a:lnTo>
                  <a:pt x="1051" y="692"/>
                </a:lnTo>
                <a:lnTo>
                  <a:pt x="1051" y="693"/>
                </a:lnTo>
                <a:lnTo>
                  <a:pt x="1051" y="694"/>
                </a:lnTo>
                <a:lnTo>
                  <a:pt x="1051" y="695"/>
                </a:lnTo>
                <a:lnTo>
                  <a:pt x="1051" y="696"/>
                </a:lnTo>
                <a:lnTo>
                  <a:pt x="1051" y="695"/>
                </a:lnTo>
                <a:lnTo>
                  <a:pt x="1050" y="695"/>
                </a:lnTo>
                <a:lnTo>
                  <a:pt x="1050" y="696"/>
                </a:lnTo>
                <a:lnTo>
                  <a:pt x="1049" y="696"/>
                </a:lnTo>
                <a:lnTo>
                  <a:pt x="1049" y="697"/>
                </a:lnTo>
                <a:lnTo>
                  <a:pt x="1048" y="698"/>
                </a:lnTo>
                <a:lnTo>
                  <a:pt x="1048" y="699"/>
                </a:lnTo>
                <a:lnTo>
                  <a:pt x="1047" y="699"/>
                </a:lnTo>
                <a:lnTo>
                  <a:pt x="1046" y="698"/>
                </a:lnTo>
                <a:lnTo>
                  <a:pt x="1045" y="698"/>
                </a:lnTo>
                <a:lnTo>
                  <a:pt x="1045" y="697"/>
                </a:lnTo>
                <a:lnTo>
                  <a:pt x="1044" y="697"/>
                </a:lnTo>
                <a:lnTo>
                  <a:pt x="1043" y="697"/>
                </a:lnTo>
                <a:lnTo>
                  <a:pt x="1043" y="698"/>
                </a:lnTo>
                <a:lnTo>
                  <a:pt x="1042" y="698"/>
                </a:lnTo>
                <a:lnTo>
                  <a:pt x="1041" y="698"/>
                </a:lnTo>
                <a:lnTo>
                  <a:pt x="1040" y="698"/>
                </a:lnTo>
                <a:lnTo>
                  <a:pt x="1039" y="699"/>
                </a:lnTo>
                <a:lnTo>
                  <a:pt x="1037" y="699"/>
                </a:lnTo>
                <a:lnTo>
                  <a:pt x="1036" y="698"/>
                </a:lnTo>
                <a:lnTo>
                  <a:pt x="1035" y="698"/>
                </a:lnTo>
                <a:lnTo>
                  <a:pt x="1035" y="699"/>
                </a:lnTo>
                <a:lnTo>
                  <a:pt x="1035" y="700"/>
                </a:lnTo>
                <a:lnTo>
                  <a:pt x="1034" y="700"/>
                </a:lnTo>
                <a:lnTo>
                  <a:pt x="1034" y="701"/>
                </a:lnTo>
                <a:lnTo>
                  <a:pt x="1035" y="701"/>
                </a:lnTo>
                <a:lnTo>
                  <a:pt x="1034" y="702"/>
                </a:lnTo>
                <a:lnTo>
                  <a:pt x="1033" y="702"/>
                </a:lnTo>
                <a:lnTo>
                  <a:pt x="1032" y="701"/>
                </a:lnTo>
                <a:lnTo>
                  <a:pt x="1032" y="702"/>
                </a:lnTo>
                <a:lnTo>
                  <a:pt x="1031" y="702"/>
                </a:lnTo>
                <a:lnTo>
                  <a:pt x="1032" y="703"/>
                </a:lnTo>
                <a:lnTo>
                  <a:pt x="1032" y="704"/>
                </a:lnTo>
                <a:lnTo>
                  <a:pt x="1031" y="704"/>
                </a:lnTo>
                <a:lnTo>
                  <a:pt x="1031" y="705"/>
                </a:lnTo>
                <a:lnTo>
                  <a:pt x="1031" y="706"/>
                </a:lnTo>
                <a:lnTo>
                  <a:pt x="1031" y="707"/>
                </a:lnTo>
                <a:lnTo>
                  <a:pt x="1032" y="707"/>
                </a:lnTo>
                <a:lnTo>
                  <a:pt x="1031" y="708"/>
                </a:lnTo>
                <a:lnTo>
                  <a:pt x="1031" y="709"/>
                </a:lnTo>
                <a:lnTo>
                  <a:pt x="1030" y="709"/>
                </a:lnTo>
                <a:lnTo>
                  <a:pt x="1030" y="710"/>
                </a:lnTo>
                <a:lnTo>
                  <a:pt x="1030" y="711"/>
                </a:lnTo>
                <a:lnTo>
                  <a:pt x="1030" y="713"/>
                </a:lnTo>
                <a:lnTo>
                  <a:pt x="1029" y="714"/>
                </a:lnTo>
                <a:lnTo>
                  <a:pt x="1029" y="715"/>
                </a:lnTo>
                <a:lnTo>
                  <a:pt x="1029" y="716"/>
                </a:lnTo>
                <a:lnTo>
                  <a:pt x="1028" y="716"/>
                </a:lnTo>
                <a:lnTo>
                  <a:pt x="1028" y="715"/>
                </a:lnTo>
                <a:lnTo>
                  <a:pt x="1027" y="715"/>
                </a:lnTo>
                <a:lnTo>
                  <a:pt x="1026" y="715"/>
                </a:lnTo>
                <a:lnTo>
                  <a:pt x="1026" y="716"/>
                </a:lnTo>
                <a:lnTo>
                  <a:pt x="1027" y="717"/>
                </a:lnTo>
                <a:lnTo>
                  <a:pt x="1026" y="717"/>
                </a:lnTo>
                <a:lnTo>
                  <a:pt x="1025" y="719"/>
                </a:lnTo>
                <a:lnTo>
                  <a:pt x="1024" y="719"/>
                </a:lnTo>
                <a:lnTo>
                  <a:pt x="1025" y="719"/>
                </a:lnTo>
                <a:lnTo>
                  <a:pt x="1025" y="720"/>
                </a:lnTo>
                <a:lnTo>
                  <a:pt x="1026" y="720"/>
                </a:lnTo>
                <a:lnTo>
                  <a:pt x="1026" y="721"/>
                </a:lnTo>
                <a:lnTo>
                  <a:pt x="1025" y="721"/>
                </a:lnTo>
                <a:lnTo>
                  <a:pt x="1024" y="721"/>
                </a:lnTo>
                <a:lnTo>
                  <a:pt x="1024" y="720"/>
                </a:lnTo>
                <a:lnTo>
                  <a:pt x="1023" y="720"/>
                </a:lnTo>
                <a:lnTo>
                  <a:pt x="1023" y="719"/>
                </a:lnTo>
                <a:lnTo>
                  <a:pt x="1022" y="719"/>
                </a:lnTo>
                <a:lnTo>
                  <a:pt x="1020" y="719"/>
                </a:lnTo>
                <a:lnTo>
                  <a:pt x="1020" y="718"/>
                </a:lnTo>
                <a:lnTo>
                  <a:pt x="1020" y="717"/>
                </a:lnTo>
                <a:lnTo>
                  <a:pt x="1019" y="717"/>
                </a:lnTo>
                <a:lnTo>
                  <a:pt x="1018" y="718"/>
                </a:lnTo>
                <a:lnTo>
                  <a:pt x="1017" y="719"/>
                </a:lnTo>
                <a:lnTo>
                  <a:pt x="1017" y="720"/>
                </a:lnTo>
                <a:lnTo>
                  <a:pt x="1018" y="723"/>
                </a:lnTo>
                <a:lnTo>
                  <a:pt x="1018" y="724"/>
                </a:lnTo>
                <a:lnTo>
                  <a:pt x="1016" y="724"/>
                </a:lnTo>
                <a:lnTo>
                  <a:pt x="1014" y="724"/>
                </a:lnTo>
                <a:lnTo>
                  <a:pt x="1013" y="724"/>
                </a:lnTo>
                <a:lnTo>
                  <a:pt x="1012" y="724"/>
                </a:lnTo>
                <a:lnTo>
                  <a:pt x="1011" y="722"/>
                </a:lnTo>
                <a:lnTo>
                  <a:pt x="1010" y="722"/>
                </a:lnTo>
                <a:lnTo>
                  <a:pt x="1009" y="723"/>
                </a:lnTo>
                <a:lnTo>
                  <a:pt x="1009" y="724"/>
                </a:lnTo>
                <a:lnTo>
                  <a:pt x="1008" y="724"/>
                </a:lnTo>
                <a:lnTo>
                  <a:pt x="1007" y="724"/>
                </a:lnTo>
                <a:lnTo>
                  <a:pt x="1006" y="724"/>
                </a:lnTo>
                <a:lnTo>
                  <a:pt x="1006" y="725"/>
                </a:lnTo>
                <a:lnTo>
                  <a:pt x="1005" y="725"/>
                </a:lnTo>
                <a:lnTo>
                  <a:pt x="1006" y="725"/>
                </a:lnTo>
                <a:lnTo>
                  <a:pt x="1006" y="726"/>
                </a:lnTo>
                <a:lnTo>
                  <a:pt x="1007" y="727"/>
                </a:lnTo>
                <a:lnTo>
                  <a:pt x="1007" y="728"/>
                </a:lnTo>
                <a:lnTo>
                  <a:pt x="1006" y="728"/>
                </a:lnTo>
                <a:lnTo>
                  <a:pt x="1005" y="728"/>
                </a:lnTo>
                <a:lnTo>
                  <a:pt x="1005" y="729"/>
                </a:lnTo>
                <a:lnTo>
                  <a:pt x="1004" y="729"/>
                </a:lnTo>
                <a:lnTo>
                  <a:pt x="1004" y="730"/>
                </a:lnTo>
                <a:lnTo>
                  <a:pt x="1005" y="730"/>
                </a:lnTo>
                <a:lnTo>
                  <a:pt x="1005" y="731"/>
                </a:lnTo>
                <a:lnTo>
                  <a:pt x="1005" y="732"/>
                </a:lnTo>
                <a:lnTo>
                  <a:pt x="1004" y="732"/>
                </a:lnTo>
                <a:lnTo>
                  <a:pt x="1003" y="732"/>
                </a:lnTo>
                <a:lnTo>
                  <a:pt x="1003" y="731"/>
                </a:lnTo>
                <a:lnTo>
                  <a:pt x="1002" y="731"/>
                </a:lnTo>
                <a:lnTo>
                  <a:pt x="1001" y="732"/>
                </a:lnTo>
                <a:lnTo>
                  <a:pt x="1001" y="733"/>
                </a:lnTo>
                <a:lnTo>
                  <a:pt x="1000" y="733"/>
                </a:lnTo>
                <a:lnTo>
                  <a:pt x="1000" y="734"/>
                </a:lnTo>
                <a:lnTo>
                  <a:pt x="1000" y="735"/>
                </a:lnTo>
                <a:lnTo>
                  <a:pt x="999" y="736"/>
                </a:lnTo>
                <a:lnTo>
                  <a:pt x="998" y="736"/>
                </a:lnTo>
                <a:lnTo>
                  <a:pt x="998" y="735"/>
                </a:lnTo>
                <a:lnTo>
                  <a:pt x="999" y="735"/>
                </a:lnTo>
                <a:lnTo>
                  <a:pt x="998" y="734"/>
                </a:lnTo>
                <a:lnTo>
                  <a:pt x="997" y="734"/>
                </a:lnTo>
                <a:lnTo>
                  <a:pt x="996" y="736"/>
                </a:lnTo>
                <a:lnTo>
                  <a:pt x="996" y="737"/>
                </a:lnTo>
                <a:lnTo>
                  <a:pt x="997" y="737"/>
                </a:lnTo>
                <a:lnTo>
                  <a:pt x="997" y="738"/>
                </a:lnTo>
                <a:lnTo>
                  <a:pt x="997" y="739"/>
                </a:lnTo>
                <a:lnTo>
                  <a:pt x="996" y="739"/>
                </a:lnTo>
                <a:lnTo>
                  <a:pt x="995" y="739"/>
                </a:lnTo>
                <a:lnTo>
                  <a:pt x="995" y="740"/>
                </a:lnTo>
                <a:lnTo>
                  <a:pt x="994" y="741"/>
                </a:lnTo>
                <a:lnTo>
                  <a:pt x="994" y="742"/>
                </a:lnTo>
                <a:lnTo>
                  <a:pt x="994" y="743"/>
                </a:lnTo>
                <a:lnTo>
                  <a:pt x="994" y="745"/>
                </a:lnTo>
                <a:lnTo>
                  <a:pt x="995" y="746"/>
                </a:lnTo>
                <a:lnTo>
                  <a:pt x="995" y="747"/>
                </a:lnTo>
                <a:lnTo>
                  <a:pt x="996" y="747"/>
                </a:lnTo>
                <a:lnTo>
                  <a:pt x="997" y="748"/>
                </a:lnTo>
                <a:lnTo>
                  <a:pt x="997" y="750"/>
                </a:lnTo>
                <a:lnTo>
                  <a:pt x="997" y="751"/>
                </a:lnTo>
                <a:lnTo>
                  <a:pt x="998" y="751"/>
                </a:lnTo>
                <a:lnTo>
                  <a:pt x="998" y="752"/>
                </a:lnTo>
                <a:lnTo>
                  <a:pt x="998" y="753"/>
                </a:lnTo>
                <a:lnTo>
                  <a:pt x="997" y="753"/>
                </a:lnTo>
                <a:lnTo>
                  <a:pt x="997" y="755"/>
                </a:lnTo>
                <a:lnTo>
                  <a:pt x="998" y="755"/>
                </a:lnTo>
                <a:lnTo>
                  <a:pt x="999" y="755"/>
                </a:lnTo>
                <a:lnTo>
                  <a:pt x="1000" y="756"/>
                </a:lnTo>
                <a:lnTo>
                  <a:pt x="1000" y="757"/>
                </a:lnTo>
                <a:lnTo>
                  <a:pt x="999" y="758"/>
                </a:lnTo>
                <a:lnTo>
                  <a:pt x="998" y="758"/>
                </a:lnTo>
                <a:lnTo>
                  <a:pt x="998" y="759"/>
                </a:lnTo>
                <a:lnTo>
                  <a:pt x="999" y="759"/>
                </a:lnTo>
                <a:lnTo>
                  <a:pt x="1000" y="760"/>
                </a:lnTo>
                <a:lnTo>
                  <a:pt x="1000" y="759"/>
                </a:lnTo>
                <a:lnTo>
                  <a:pt x="1000" y="758"/>
                </a:lnTo>
                <a:lnTo>
                  <a:pt x="1001" y="758"/>
                </a:lnTo>
                <a:lnTo>
                  <a:pt x="1002" y="759"/>
                </a:lnTo>
                <a:lnTo>
                  <a:pt x="1003" y="758"/>
                </a:lnTo>
                <a:lnTo>
                  <a:pt x="1003" y="757"/>
                </a:lnTo>
                <a:lnTo>
                  <a:pt x="1004" y="757"/>
                </a:lnTo>
                <a:lnTo>
                  <a:pt x="1005" y="757"/>
                </a:lnTo>
                <a:lnTo>
                  <a:pt x="1006" y="757"/>
                </a:lnTo>
                <a:lnTo>
                  <a:pt x="1006" y="758"/>
                </a:lnTo>
                <a:lnTo>
                  <a:pt x="1007" y="759"/>
                </a:lnTo>
                <a:lnTo>
                  <a:pt x="1007" y="760"/>
                </a:lnTo>
                <a:lnTo>
                  <a:pt x="1006" y="761"/>
                </a:lnTo>
                <a:lnTo>
                  <a:pt x="1005" y="762"/>
                </a:lnTo>
                <a:lnTo>
                  <a:pt x="1004" y="762"/>
                </a:lnTo>
                <a:lnTo>
                  <a:pt x="1004" y="763"/>
                </a:lnTo>
                <a:lnTo>
                  <a:pt x="1005" y="763"/>
                </a:lnTo>
                <a:lnTo>
                  <a:pt x="1006" y="763"/>
                </a:lnTo>
                <a:lnTo>
                  <a:pt x="1006" y="762"/>
                </a:lnTo>
                <a:lnTo>
                  <a:pt x="1008" y="762"/>
                </a:lnTo>
                <a:lnTo>
                  <a:pt x="1010" y="763"/>
                </a:lnTo>
                <a:lnTo>
                  <a:pt x="1011" y="763"/>
                </a:lnTo>
                <a:lnTo>
                  <a:pt x="1012" y="763"/>
                </a:lnTo>
                <a:lnTo>
                  <a:pt x="1012" y="764"/>
                </a:lnTo>
                <a:lnTo>
                  <a:pt x="1013" y="766"/>
                </a:lnTo>
                <a:lnTo>
                  <a:pt x="1014" y="766"/>
                </a:lnTo>
                <a:lnTo>
                  <a:pt x="1013" y="766"/>
                </a:lnTo>
                <a:lnTo>
                  <a:pt x="1013" y="767"/>
                </a:lnTo>
                <a:lnTo>
                  <a:pt x="1013" y="768"/>
                </a:lnTo>
                <a:lnTo>
                  <a:pt x="1012" y="769"/>
                </a:lnTo>
                <a:lnTo>
                  <a:pt x="1013" y="770"/>
                </a:lnTo>
                <a:lnTo>
                  <a:pt x="1013" y="771"/>
                </a:lnTo>
                <a:lnTo>
                  <a:pt x="1012" y="772"/>
                </a:lnTo>
                <a:lnTo>
                  <a:pt x="1011" y="772"/>
                </a:lnTo>
                <a:lnTo>
                  <a:pt x="1010" y="773"/>
                </a:lnTo>
                <a:lnTo>
                  <a:pt x="1010" y="774"/>
                </a:lnTo>
                <a:lnTo>
                  <a:pt x="1011" y="776"/>
                </a:lnTo>
                <a:lnTo>
                  <a:pt x="1011" y="778"/>
                </a:lnTo>
                <a:lnTo>
                  <a:pt x="1011" y="779"/>
                </a:lnTo>
                <a:lnTo>
                  <a:pt x="1010" y="779"/>
                </a:lnTo>
                <a:lnTo>
                  <a:pt x="1011" y="779"/>
                </a:lnTo>
                <a:lnTo>
                  <a:pt x="1012" y="778"/>
                </a:lnTo>
                <a:lnTo>
                  <a:pt x="1013" y="778"/>
                </a:lnTo>
                <a:lnTo>
                  <a:pt x="1014" y="778"/>
                </a:lnTo>
                <a:lnTo>
                  <a:pt x="1015" y="777"/>
                </a:lnTo>
                <a:lnTo>
                  <a:pt x="1015" y="776"/>
                </a:lnTo>
                <a:lnTo>
                  <a:pt x="1015" y="777"/>
                </a:lnTo>
                <a:lnTo>
                  <a:pt x="1016" y="777"/>
                </a:lnTo>
                <a:lnTo>
                  <a:pt x="1016" y="778"/>
                </a:lnTo>
                <a:lnTo>
                  <a:pt x="1017" y="778"/>
                </a:lnTo>
                <a:lnTo>
                  <a:pt x="1016" y="782"/>
                </a:lnTo>
                <a:lnTo>
                  <a:pt x="1016" y="783"/>
                </a:lnTo>
                <a:lnTo>
                  <a:pt x="1017" y="783"/>
                </a:lnTo>
                <a:lnTo>
                  <a:pt x="1018" y="783"/>
                </a:lnTo>
                <a:lnTo>
                  <a:pt x="1018" y="784"/>
                </a:lnTo>
                <a:lnTo>
                  <a:pt x="1019" y="784"/>
                </a:lnTo>
                <a:lnTo>
                  <a:pt x="1020" y="784"/>
                </a:lnTo>
                <a:lnTo>
                  <a:pt x="1021" y="783"/>
                </a:lnTo>
                <a:lnTo>
                  <a:pt x="1022" y="783"/>
                </a:lnTo>
                <a:lnTo>
                  <a:pt x="1023" y="784"/>
                </a:lnTo>
                <a:lnTo>
                  <a:pt x="1022" y="784"/>
                </a:lnTo>
                <a:lnTo>
                  <a:pt x="1022" y="785"/>
                </a:lnTo>
                <a:lnTo>
                  <a:pt x="1022" y="786"/>
                </a:lnTo>
                <a:lnTo>
                  <a:pt x="1023" y="786"/>
                </a:lnTo>
                <a:lnTo>
                  <a:pt x="1024" y="786"/>
                </a:lnTo>
                <a:lnTo>
                  <a:pt x="1025" y="785"/>
                </a:lnTo>
                <a:lnTo>
                  <a:pt x="1026" y="785"/>
                </a:lnTo>
                <a:lnTo>
                  <a:pt x="1029" y="784"/>
                </a:lnTo>
                <a:lnTo>
                  <a:pt x="1030" y="785"/>
                </a:lnTo>
                <a:lnTo>
                  <a:pt x="1031" y="785"/>
                </a:lnTo>
                <a:lnTo>
                  <a:pt x="1032" y="785"/>
                </a:lnTo>
                <a:lnTo>
                  <a:pt x="1034" y="785"/>
                </a:lnTo>
                <a:lnTo>
                  <a:pt x="1035" y="784"/>
                </a:lnTo>
                <a:lnTo>
                  <a:pt x="1035" y="785"/>
                </a:lnTo>
                <a:lnTo>
                  <a:pt x="1035" y="787"/>
                </a:lnTo>
                <a:lnTo>
                  <a:pt x="1035" y="788"/>
                </a:lnTo>
                <a:lnTo>
                  <a:pt x="1036" y="787"/>
                </a:lnTo>
                <a:lnTo>
                  <a:pt x="1036" y="786"/>
                </a:lnTo>
                <a:lnTo>
                  <a:pt x="1036" y="785"/>
                </a:lnTo>
                <a:lnTo>
                  <a:pt x="1037" y="785"/>
                </a:lnTo>
                <a:lnTo>
                  <a:pt x="1038" y="784"/>
                </a:lnTo>
                <a:lnTo>
                  <a:pt x="1039" y="784"/>
                </a:lnTo>
                <a:lnTo>
                  <a:pt x="1040" y="785"/>
                </a:lnTo>
                <a:lnTo>
                  <a:pt x="1040" y="786"/>
                </a:lnTo>
                <a:lnTo>
                  <a:pt x="1039" y="786"/>
                </a:lnTo>
                <a:lnTo>
                  <a:pt x="1040" y="788"/>
                </a:lnTo>
                <a:lnTo>
                  <a:pt x="1041" y="788"/>
                </a:lnTo>
                <a:lnTo>
                  <a:pt x="1042" y="788"/>
                </a:lnTo>
                <a:lnTo>
                  <a:pt x="1043" y="788"/>
                </a:lnTo>
                <a:lnTo>
                  <a:pt x="1044" y="786"/>
                </a:lnTo>
                <a:lnTo>
                  <a:pt x="1043" y="786"/>
                </a:lnTo>
                <a:lnTo>
                  <a:pt x="1042" y="785"/>
                </a:lnTo>
                <a:lnTo>
                  <a:pt x="1042" y="784"/>
                </a:lnTo>
                <a:lnTo>
                  <a:pt x="1043" y="784"/>
                </a:lnTo>
                <a:lnTo>
                  <a:pt x="1044" y="785"/>
                </a:lnTo>
                <a:lnTo>
                  <a:pt x="1044" y="784"/>
                </a:lnTo>
                <a:lnTo>
                  <a:pt x="1045" y="783"/>
                </a:lnTo>
                <a:lnTo>
                  <a:pt x="1045" y="782"/>
                </a:lnTo>
                <a:lnTo>
                  <a:pt x="1046" y="782"/>
                </a:lnTo>
                <a:lnTo>
                  <a:pt x="1047" y="781"/>
                </a:lnTo>
                <a:lnTo>
                  <a:pt x="1049" y="781"/>
                </a:lnTo>
                <a:lnTo>
                  <a:pt x="1049" y="782"/>
                </a:lnTo>
                <a:lnTo>
                  <a:pt x="1048" y="782"/>
                </a:lnTo>
                <a:lnTo>
                  <a:pt x="1047" y="782"/>
                </a:lnTo>
                <a:lnTo>
                  <a:pt x="1046" y="783"/>
                </a:lnTo>
                <a:lnTo>
                  <a:pt x="1046" y="784"/>
                </a:lnTo>
                <a:lnTo>
                  <a:pt x="1046" y="785"/>
                </a:lnTo>
                <a:lnTo>
                  <a:pt x="1046" y="786"/>
                </a:lnTo>
                <a:lnTo>
                  <a:pt x="1047" y="786"/>
                </a:lnTo>
                <a:lnTo>
                  <a:pt x="1047" y="787"/>
                </a:lnTo>
                <a:lnTo>
                  <a:pt x="1047" y="788"/>
                </a:lnTo>
                <a:lnTo>
                  <a:pt x="1048" y="789"/>
                </a:lnTo>
                <a:lnTo>
                  <a:pt x="1048" y="790"/>
                </a:lnTo>
                <a:lnTo>
                  <a:pt x="1048" y="791"/>
                </a:lnTo>
                <a:lnTo>
                  <a:pt x="1048" y="792"/>
                </a:lnTo>
                <a:lnTo>
                  <a:pt x="1048" y="793"/>
                </a:lnTo>
                <a:lnTo>
                  <a:pt x="1049" y="793"/>
                </a:lnTo>
                <a:lnTo>
                  <a:pt x="1048" y="794"/>
                </a:lnTo>
                <a:lnTo>
                  <a:pt x="1048" y="795"/>
                </a:lnTo>
                <a:lnTo>
                  <a:pt x="1049" y="795"/>
                </a:lnTo>
                <a:lnTo>
                  <a:pt x="1050" y="796"/>
                </a:lnTo>
                <a:lnTo>
                  <a:pt x="1050" y="797"/>
                </a:lnTo>
                <a:lnTo>
                  <a:pt x="1050" y="798"/>
                </a:lnTo>
                <a:lnTo>
                  <a:pt x="1049" y="798"/>
                </a:lnTo>
                <a:lnTo>
                  <a:pt x="1049" y="799"/>
                </a:lnTo>
                <a:lnTo>
                  <a:pt x="1048" y="799"/>
                </a:lnTo>
                <a:lnTo>
                  <a:pt x="1049" y="800"/>
                </a:lnTo>
                <a:lnTo>
                  <a:pt x="1050" y="800"/>
                </a:lnTo>
                <a:lnTo>
                  <a:pt x="1051" y="802"/>
                </a:lnTo>
                <a:lnTo>
                  <a:pt x="1051" y="803"/>
                </a:lnTo>
                <a:lnTo>
                  <a:pt x="1051" y="804"/>
                </a:lnTo>
                <a:lnTo>
                  <a:pt x="1051" y="805"/>
                </a:lnTo>
                <a:lnTo>
                  <a:pt x="1051" y="806"/>
                </a:lnTo>
                <a:lnTo>
                  <a:pt x="1052" y="806"/>
                </a:lnTo>
                <a:lnTo>
                  <a:pt x="1052" y="807"/>
                </a:lnTo>
                <a:lnTo>
                  <a:pt x="1052" y="806"/>
                </a:lnTo>
                <a:lnTo>
                  <a:pt x="1053" y="805"/>
                </a:lnTo>
                <a:lnTo>
                  <a:pt x="1054" y="806"/>
                </a:lnTo>
                <a:lnTo>
                  <a:pt x="1054" y="807"/>
                </a:lnTo>
                <a:lnTo>
                  <a:pt x="1052" y="807"/>
                </a:lnTo>
                <a:lnTo>
                  <a:pt x="1051" y="808"/>
                </a:lnTo>
                <a:lnTo>
                  <a:pt x="1051" y="809"/>
                </a:lnTo>
                <a:lnTo>
                  <a:pt x="1051" y="810"/>
                </a:lnTo>
                <a:lnTo>
                  <a:pt x="1051" y="811"/>
                </a:lnTo>
                <a:lnTo>
                  <a:pt x="1051" y="812"/>
                </a:lnTo>
                <a:lnTo>
                  <a:pt x="1052" y="812"/>
                </a:lnTo>
                <a:lnTo>
                  <a:pt x="1053" y="813"/>
                </a:lnTo>
                <a:lnTo>
                  <a:pt x="1053" y="814"/>
                </a:lnTo>
                <a:lnTo>
                  <a:pt x="1053" y="815"/>
                </a:lnTo>
                <a:lnTo>
                  <a:pt x="1054" y="815"/>
                </a:lnTo>
                <a:lnTo>
                  <a:pt x="1055" y="815"/>
                </a:lnTo>
                <a:lnTo>
                  <a:pt x="1055" y="816"/>
                </a:lnTo>
                <a:lnTo>
                  <a:pt x="1055" y="817"/>
                </a:lnTo>
                <a:lnTo>
                  <a:pt x="1054" y="817"/>
                </a:lnTo>
                <a:lnTo>
                  <a:pt x="1054" y="818"/>
                </a:lnTo>
                <a:lnTo>
                  <a:pt x="1053" y="819"/>
                </a:lnTo>
                <a:lnTo>
                  <a:pt x="1053" y="820"/>
                </a:lnTo>
                <a:lnTo>
                  <a:pt x="1053" y="821"/>
                </a:lnTo>
                <a:lnTo>
                  <a:pt x="1054" y="821"/>
                </a:lnTo>
                <a:lnTo>
                  <a:pt x="1054" y="822"/>
                </a:lnTo>
                <a:lnTo>
                  <a:pt x="1054" y="823"/>
                </a:lnTo>
                <a:lnTo>
                  <a:pt x="1055" y="823"/>
                </a:lnTo>
                <a:lnTo>
                  <a:pt x="1055" y="824"/>
                </a:lnTo>
                <a:lnTo>
                  <a:pt x="1056" y="824"/>
                </a:lnTo>
                <a:lnTo>
                  <a:pt x="1056" y="825"/>
                </a:lnTo>
                <a:lnTo>
                  <a:pt x="1055" y="826"/>
                </a:lnTo>
                <a:lnTo>
                  <a:pt x="1055" y="828"/>
                </a:lnTo>
                <a:lnTo>
                  <a:pt x="1056" y="828"/>
                </a:lnTo>
                <a:lnTo>
                  <a:pt x="1056" y="829"/>
                </a:lnTo>
                <a:lnTo>
                  <a:pt x="1057" y="829"/>
                </a:lnTo>
                <a:lnTo>
                  <a:pt x="1058" y="829"/>
                </a:lnTo>
                <a:lnTo>
                  <a:pt x="1059" y="830"/>
                </a:lnTo>
                <a:lnTo>
                  <a:pt x="1060" y="831"/>
                </a:lnTo>
                <a:lnTo>
                  <a:pt x="1060" y="832"/>
                </a:lnTo>
                <a:lnTo>
                  <a:pt x="1060" y="833"/>
                </a:lnTo>
                <a:lnTo>
                  <a:pt x="1061" y="833"/>
                </a:lnTo>
                <a:lnTo>
                  <a:pt x="1062" y="833"/>
                </a:lnTo>
                <a:lnTo>
                  <a:pt x="1061" y="834"/>
                </a:lnTo>
                <a:lnTo>
                  <a:pt x="1060" y="834"/>
                </a:lnTo>
                <a:lnTo>
                  <a:pt x="1059" y="835"/>
                </a:lnTo>
                <a:lnTo>
                  <a:pt x="1060" y="836"/>
                </a:lnTo>
                <a:lnTo>
                  <a:pt x="1061" y="836"/>
                </a:lnTo>
                <a:lnTo>
                  <a:pt x="1061" y="835"/>
                </a:lnTo>
                <a:lnTo>
                  <a:pt x="1062" y="835"/>
                </a:lnTo>
                <a:lnTo>
                  <a:pt x="1064" y="835"/>
                </a:lnTo>
                <a:lnTo>
                  <a:pt x="1064" y="834"/>
                </a:lnTo>
                <a:lnTo>
                  <a:pt x="1066" y="836"/>
                </a:lnTo>
                <a:lnTo>
                  <a:pt x="1066" y="837"/>
                </a:lnTo>
                <a:lnTo>
                  <a:pt x="1068" y="837"/>
                </a:lnTo>
                <a:lnTo>
                  <a:pt x="1069" y="836"/>
                </a:lnTo>
                <a:lnTo>
                  <a:pt x="1070" y="836"/>
                </a:lnTo>
                <a:lnTo>
                  <a:pt x="1071" y="836"/>
                </a:lnTo>
                <a:lnTo>
                  <a:pt x="1072" y="837"/>
                </a:lnTo>
                <a:lnTo>
                  <a:pt x="1072" y="838"/>
                </a:lnTo>
                <a:lnTo>
                  <a:pt x="1072" y="839"/>
                </a:lnTo>
                <a:lnTo>
                  <a:pt x="1073" y="840"/>
                </a:lnTo>
                <a:lnTo>
                  <a:pt x="1074" y="840"/>
                </a:lnTo>
                <a:lnTo>
                  <a:pt x="1074" y="841"/>
                </a:lnTo>
                <a:lnTo>
                  <a:pt x="1075" y="841"/>
                </a:lnTo>
                <a:lnTo>
                  <a:pt x="1076" y="841"/>
                </a:lnTo>
                <a:lnTo>
                  <a:pt x="1076" y="840"/>
                </a:lnTo>
                <a:lnTo>
                  <a:pt x="1075" y="840"/>
                </a:lnTo>
                <a:lnTo>
                  <a:pt x="1075" y="839"/>
                </a:lnTo>
                <a:lnTo>
                  <a:pt x="1075" y="838"/>
                </a:lnTo>
                <a:lnTo>
                  <a:pt x="1074" y="838"/>
                </a:lnTo>
                <a:lnTo>
                  <a:pt x="1077" y="836"/>
                </a:lnTo>
                <a:lnTo>
                  <a:pt x="1078" y="836"/>
                </a:lnTo>
                <a:lnTo>
                  <a:pt x="1079" y="835"/>
                </a:lnTo>
                <a:lnTo>
                  <a:pt x="1080" y="834"/>
                </a:lnTo>
                <a:lnTo>
                  <a:pt x="1081" y="834"/>
                </a:lnTo>
                <a:lnTo>
                  <a:pt x="1081" y="833"/>
                </a:lnTo>
                <a:lnTo>
                  <a:pt x="1082" y="832"/>
                </a:lnTo>
                <a:lnTo>
                  <a:pt x="1082" y="831"/>
                </a:lnTo>
                <a:lnTo>
                  <a:pt x="1083" y="831"/>
                </a:lnTo>
                <a:lnTo>
                  <a:pt x="1084" y="832"/>
                </a:lnTo>
                <a:lnTo>
                  <a:pt x="1085" y="832"/>
                </a:lnTo>
                <a:lnTo>
                  <a:pt x="1085" y="831"/>
                </a:lnTo>
                <a:lnTo>
                  <a:pt x="1084" y="830"/>
                </a:lnTo>
                <a:lnTo>
                  <a:pt x="1083" y="830"/>
                </a:lnTo>
                <a:lnTo>
                  <a:pt x="1084" y="829"/>
                </a:lnTo>
                <a:lnTo>
                  <a:pt x="1085" y="829"/>
                </a:lnTo>
                <a:lnTo>
                  <a:pt x="1086" y="829"/>
                </a:lnTo>
                <a:lnTo>
                  <a:pt x="1087" y="830"/>
                </a:lnTo>
                <a:lnTo>
                  <a:pt x="1087" y="831"/>
                </a:lnTo>
                <a:lnTo>
                  <a:pt x="1088" y="832"/>
                </a:lnTo>
                <a:lnTo>
                  <a:pt x="1089" y="833"/>
                </a:lnTo>
                <a:lnTo>
                  <a:pt x="1090" y="834"/>
                </a:lnTo>
                <a:lnTo>
                  <a:pt x="1090" y="833"/>
                </a:lnTo>
                <a:lnTo>
                  <a:pt x="1091" y="833"/>
                </a:lnTo>
                <a:lnTo>
                  <a:pt x="1092" y="833"/>
                </a:lnTo>
                <a:lnTo>
                  <a:pt x="1093" y="833"/>
                </a:lnTo>
                <a:lnTo>
                  <a:pt x="1093" y="834"/>
                </a:lnTo>
                <a:lnTo>
                  <a:pt x="1093" y="835"/>
                </a:lnTo>
                <a:lnTo>
                  <a:pt x="1092" y="835"/>
                </a:lnTo>
                <a:lnTo>
                  <a:pt x="1092" y="836"/>
                </a:lnTo>
                <a:lnTo>
                  <a:pt x="1093" y="837"/>
                </a:lnTo>
                <a:lnTo>
                  <a:pt x="1092" y="838"/>
                </a:lnTo>
                <a:lnTo>
                  <a:pt x="1092" y="839"/>
                </a:lnTo>
                <a:lnTo>
                  <a:pt x="1093" y="840"/>
                </a:lnTo>
                <a:lnTo>
                  <a:pt x="1094" y="839"/>
                </a:lnTo>
                <a:lnTo>
                  <a:pt x="1095" y="839"/>
                </a:lnTo>
                <a:lnTo>
                  <a:pt x="1096" y="838"/>
                </a:lnTo>
                <a:lnTo>
                  <a:pt x="1097" y="838"/>
                </a:lnTo>
                <a:lnTo>
                  <a:pt x="1097" y="839"/>
                </a:lnTo>
                <a:lnTo>
                  <a:pt x="1098" y="841"/>
                </a:lnTo>
                <a:lnTo>
                  <a:pt x="1099" y="841"/>
                </a:lnTo>
                <a:lnTo>
                  <a:pt x="1100" y="841"/>
                </a:lnTo>
                <a:lnTo>
                  <a:pt x="1101" y="841"/>
                </a:lnTo>
                <a:lnTo>
                  <a:pt x="1102" y="841"/>
                </a:lnTo>
                <a:lnTo>
                  <a:pt x="1103" y="840"/>
                </a:lnTo>
                <a:lnTo>
                  <a:pt x="1104" y="840"/>
                </a:lnTo>
                <a:lnTo>
                  <a:pt x="1105" y="840"/>
                </a:lnTo>
                <a:lnTo>
                  <a:pt x="1106" y="840"/>
                </a:lnTo>
                <a:lnTo>
                  <a:pt x="1108" y="840"/>
                </a:lnTo>
                <a:lnTo>
                  <a:pt x="1109" y="839"/>
                </a:lnTo>
                <a:lnTo>
                  <a:pt x="1109" y="838"/>
                </a:lnTo>
                <a:lnTo>
                  <a:pt x="1110" y="838"/>
                </a:lnTo>
                <a:lnTo>
                  <a:pt x="1111" y="839"/>
                </a:lnTo>
                <a:lnTo>
                  <a:pt x="1112" y="840"/>
                </a:lnTo>
                <a:lnTo>
                  <a:pt x="1113" y="840"/>
                </a:lnTo>
                <a:lnTo>
                  <a:pt x="1114" y="840"/>
                </a:lnTo>
                <a:lnTo>
                  <a:pt x="1114" y="841"/>
                </a:lnTo>
                <a:lnTo>
                  <a:pt x="1114" y="842"/>
                </a:lnTo>
                <a:lnTo>
                  <a:pt x="1115" y="842"/>
                </a:lnTo>
                <a:lnTo>
                  <a:pt x="1116" y="842"/>
                </a:lnTo>
                <a:lnTo>
                  <a:pt x="1117" y="842"/>
                </a:lnTo>
                <a:lnTo>
                  <a:pt x="1117" y="844"/>
                </a:lnTo>
                <a:lnTo>
                  <a:pt x="1117" y="845"/>
                </a:lnTo>
                <a:lnTo>
                  <a:pt x="1119" y="845"/>
                </a:lnTo>
                <a:lnTo>
                  <a:pt x="1119" y="846"/>
                </a:lnTo>
                <a:lnTo>
                  <a:pt x="1120" y="846"/>
                </a:lnTo>
                <a:lnTo>
                  <a:pt x="1120" y="848"/>
                </a:lnTo>
                <a:lnTo>
                  <a:pt x="1121" y="848"/>
                </a:lnTo>
                <a:lnTo>
                  <a:pt x="1121" y="849"/>
                </a:lnTo>
                <a:lnTo>
                  <a:pt x="1120" y="850"/>
                </a:lnTo>
                <a:lnTo>
                  <a:pt x="1120" y="852"/>
                </a:lnTo>
                <a:lnTo>
                  <a:pt x="1120" y="853"/>
                </a:lnTo>
                <a:lnTo>
                  <a:pt x="1120" y="854"/>
                </a:lnTo>
                <a:lnTo>
                  <a:pt x="1119" y="855"/>
                </a:lnTo>
                <a:lnTo>
                  <a:pt x="1119" y="857"/>
                </a:lnTo>
                <a:lnTo>
                  <a:pt x="1120" y="858"/>
                </a:lnTo>
                <a:lnTo>
                  <a:pt x="1121" y="858"/>
                </a:lnTo>
                <a:lnTo>
                  <a:pt x="1122" y="858"/>
                </a:lnTo>
                <a:lnTo>
                  <a:pt x="1124" y="860"/>
                </a:lnTo>
                <a:lnTo>
                  <a:pt x="1124" y="861"/>
                </a:lnTo>
                <a:lnTo>
                  <a:pt x="1123" y="862"/>
                </a:lnTo>
                <a:lnTo>
                  <a:pt x="1123" y="863"/>
                </a:lnTo>
                <a:lnTo>
                  <a:pt x="1123" y="866"/>
                </a:lnTo>
                <a:lnTo>
                  <a:pt x="1124" y="867"/>
                </a:lnTo>
                <a:lnTo>
                  <a:pt x="1125" y="867"/>
                </a:lnTo>
                <a:lnTo>
                  <a:pt x="1125" y="868"/>
                </a:lnTo>
                <a:lnTo>
                  <a:pt x="1125" y="869"/>
                </a:lnTo>
                <a:lnTo>
                  <a:pt x="1124" y="869"/>
                </a:lnTo>
                <a:lnTo>
                  <a:pt x="1125" y="870"/>
                </a:lnTo>
                <a:lnTo>
                  <a:pt x="1126" y="870"/>
                </a:lnTo>
                <a:lnTo>
                  <a:pt x="1127" y="870"/>
                </a:lnTo>
                <a:lnTo>
                  <a:pt x="1127" y="873"/>
                </a:lnTo>
                <a:lnTo>
                  <a:pt x="1127" y="876"/>
                </a:lnTo>
                <a:lnTo>
                  <a:pt x="1128" y="877"/>
                </a:lnTo>
                <a:lnTo>
                  <a:pt x="1129" y="877"/>
                </a:lnTo>
                <a:lnTo>
                  <a:pt x="1129" y="878"/>
                </a:lnTo>
                <a:lnTo>
                  <a:pt x="1128" y="878"/>
                </a:lnTo>
                <a:lnTo>
                  <a:pt x="1127" y="879"/>
                </a:lnTo>
                <a:lnTo>
                  <a:pt x="1127" y="880"/>
                </a:lnTo>
                <a:lnTo>
                  <a:pt x="1127" y="881"/>
                </a:lnTo>
                <a:lnTo>
                  <a:pt x="1128" y="881"/>
                </a:lnTo>
                <a:lnTo>
                  <a:pt x="1129" y="881"/>
                </a:lnTo>
                <a:lnTo>
                  <a:pt x="1130" y="881"/>
                </a:lnTo>
                <a:lnTo>
                  <a:pt x="1130" y="882"/>
                </a:lnTo>
                <a:lnTo>
                  <a:pt x="1130" y="884"/>
                </a:lnTo>
                <a:lnTo>
                  <a:pt x="1129" y="884"/>
                </a:lnTo>
                <a:lnTo>
                  <a:pt x="1130" y="885"/>
                </a:lnTo>
                <a:lnTo>
                  <a:pt x="1131" y="886"/>
                </a:lnTo>
                <a:lnTo>
                  <a:pt x="1131" y="887"/>
                </a:lnTo>
                <a:lnTo>
                  <a:pt x="1132" y="887"/>
                </a:lnTo>
                <a:lnTo>
                  <a:pt x="1132" y="888"/>
                </a:lnTo>
                <a:lnTo>
                  <a:pt x="1133" y="890"/>
                </a:lnTo>
                <a:lnTo>
                  <a:pt x="1133" y="892"/>
                </a:lnTo>
                <a:lnTo>
                  <a:pt x="1132" y="894"/>
                </a:lnTo>
                <a:lnTo>
                  <a:pt x="1131" y="894"/>
                </a:lnTo>
                <a:lnTo>
                  <a:pt x="1131" y="895"/>
                </a:lnTo>
                <a:lnTo>
                  <a:pt x="1132" y="896"/>
                </a:lnTo>
                <a:lnTo>
                  <a:pt x="1132" y="897"/>
                </a:lnTo>
                <a:lnTo>
                  <a:pt x="1133" y="897"/>
                </a:lnTo>
                <a:lnTo>
                  <a:pt x="1133" y="896"/>
                </a:lnTo>
                <a:lnTo>
                  <a:pt x="1134" y="896"/>
                </a:lnTo>
                <a:lnTo>
                  <a:pt x="1134" y="897"/>
                </a:lnTo>
                <a:lnTo>
                  <a:pt x="1135" y="897"/>
                </a:lnTo>
                <a:lnTo>
                  <a:pt x="1135" y="898"/>
                </a:lnTo>
                <a:lnTo>
                  <a:pt x="1135" y="899"/>
                </a:lnTo>
                <a:lnTo>
                  <a:pt x="1136" y="899"/>
                </a:lnTo>
                <a:lnTo>
                  <a:pt x="1136" y="898"/>
                </a:lnTo>
                <a:lnTo>
                  <a:pt x="1137" y="899"/>
                </a:lnTo>
                <a:lnTo>
                  <a:pt x="1137" y="900"/>
                </a:lnTo>
                <a:lnTo>
                  <a:pt x="1137" y="901"/>
                </a:lnTo>
                <a:lnTo>
                  <a:pt x="1137" y="902"/>
                </a:lnTo>
                <a:lnTo>
                  <a:pt x="1137" y="903"/>
                </a:lnTo>
                <a:lnTo>
                  <a:pt x="1137" y="904"/>
                </a:lnTo>
                <a:lnTo>
                  <a:pt x="1137" y="905"/>
                </a:lnTo>
                <a:lnTo>
                  <a:pt x="1137" y="906"/>
                </a:lnTo>
                <a:lnTo>
                  <a:pt x="1136" y="906"/>
                </a:lnTo>
                <a:lnTo>
                  <a:pt x="1136" y="905"/>
                </a:lnTo>
                <a:lnTo>
                  <a:pt x="1135" y="905"/>
                </a:lnTo>
                <a:lnTo>
                  <a:pt x="1134" y="905"/>
                </a:lnTo>
                <a:lnTo>
                  <a:pt x="1133" y="906"/>
                </a:lnTo>
                <a:lnTo>
                  <a:pt x="1131" y="905"/>
                </a:lnTo>
                <a:lnTo>
                  <a:pt x="1130" y="905"/>
                </a:lnTo>
                <a:lnTo>
                  <a:pt x="1129" y="903"/>
                </a:lnTo>
                <a:lnTo>
                  <a:pt x="1128" y="902"/>
                </a:lnTo>
                <a:lnTo>
                  <a:pt x="1127" y="901"/>
                </a:lnTo>
                <a:lnTo>
                  <a:pt x="1127" y="900"/>
                </a:lnTo>
                <a:lnTo>
                  <a:pt x="1127" y="899"/>
                </a:lnTo>
                <a:lnTo>
                  <a:pt x="1126" y="899"/>
                </a:lnTo>
                <a:lnTo>
                  <a:pt x="1126" y="898"/>
                </a:lnTo>
                <a:lnTo>
                  <a:pt x="1126" y="897"/>
                </a:lnTo>
                <a:lnTo>
                  <a:pt x="1125" y="897"/>
                </a:lnTo>
                <a:lnTo>
                  <a:pt x="1125" y="896"/>
                </a:lnTo>
                <a:lnTo>
                  <a:pt x="1124" y="896"/>
                </a:lnTo>
                <a:lnTo>
                  <a:pt x="1124" y="897"/>
                </a:lnTo>
                <a:lnTo>
                  <a:pt x="1123" y="897"/>
                </a:lnTo>
                <a:lnTo>
                  <a:pt x="1123" y="896"/>
                </a:lnTo>
                <a:lnTo>
                  <a:pt x="1121" y="896"/>
                </a:lnTo>
                <a:lnTo>
                  <a:pt x="1120" y="896"/>
                </a:lnTo>
                <a:lnTo>
                  <a:pt x="1119" y="894"/>
                </a:lnTo>
                <a:lnTo>
                  <a:pt x="1118" y="894"/>
                </a:lnTo>
                <a:lnTo>
                  <a:pt x="1118" y="893"/>
                </a:lnTo>
                <a:lnTo>
                  <a:pt x="1117" y="893"/>
                </a:lnTo>
                <a:lnTo>
                  <a:pt x="1117" y="892"/>
                </a:lnTo>
                <a:lnTo>
                  <a:pt x="1116" y="892"/>
                </a:lnTo>
                <a:lnTo>
                  <a:pt x="1116" y="891"/>
                </a:lnTo>
                <a:lnTo>
                  <a:pt x="1115" y="891"/>
                </a:lnTo>
                <a:lnTo>
                  <a:pt x="1115" y="892"/>
                </a:lnTo>
                <a:lnTo>
                  <a:pt x="1114" y="892"/>
                </a:lnTo>
                <a:lnTo>
                  <a:pt x="1113" y="891"/>
                </a:lnTo>
                <a:lnTo>
                  <a:pt x="1112" y="891"/>
                </a:lnTo>
                <a:lnTo>
                  <a:pt x="1112" y="890"/>
                </a:lnTo>
                <a:lnTo>
                  <a:pt x="1111" y="889"/>
                </a:lnTo>
                <a:lnTo>
                  <a:pt x="1111" y="888"/>
                </a:lnTo>
                <a:lnTo>
                  <a:pt x="1112" y="888"/>
                </a:lnTo>
                <a:lnTo>
                  <a:pt x="1111" y="888"/>
                </a:lnTo>
                <a:lnTo>
                  <a:pt x="1111" y="887"/>
                </a:lnTo>
                <a:lnTo>
                  <a:pt x="1110" y="886"/>
                </a:lnTo>
                <a:lnTo>
                  <a:pt x="1110" y="885"/>
                </a:lnTo>
                <a:lnTo>
                  <a:pt x="1109" y="885"/>
                </a:lnTo>
                <a:lnTo>
                  <a:pt x="1109" y="884"/>
                </a:lnTo>
                <a:lnTo>
                  <a:pt x="1109" y="883"/>
                </a:lnTo>
                <a:lnTo>
                  <a:pt x="1109" y="882"/>
                </a:lnTo>
                <a:lnTo>
                  <a:pt x="1108" y="882"/>
                </a:lnTo>
                <a:lnTo>
                  <a:pt x="1108" y="881"/>
                </a:lnTo>
                <a:lnTo>
                  <a:pt x="1106" y="881"/>
                </a:lnTo>
                <a:lnTo>
                  <a:pt x="1104" y="881"/>
                </a:lnTo>
                <a:lnTo>
                  <a:pt x="1103" y="881"/>
                </a:lnTo>
                <a:lnTo>
                  <a:pt x="1103" y="882"/>
                </a:lnTo>
                <a:lnTo>
                  <a:pt x="1103" y="883"/>
                </a:lnTo>
                <a:lnTo>
                  <a:pt x="1102" y="883"/>
                </a:lnTo>
                <a:lnTo>
                  <a:pt x="1101" y="883"/>
                </a:lnTo>
                <a:lnTo>
                  <a:pt x="1100" y="881"/>
                </a:lnTo>
                <a:lnTo>
                  <a:pt x="1100" y="880"/>
                </a:lnTo>
                <a:lnTo>
                  <a:pt x="1099" y="879"/>
                </a:lnTo>
                <a:lnTo>
                  <a:pt x="1098" y="878"/>
                </a:lnTo>
                <a:lnTo>
                  <a:pt x="1099" y="878"/>
                </a:lnTo>
                <a:lnTo>
                  <a:pt x="1099" y="877"/>
                </a:lnTo>
                <a:lnTo>
                  <a:pt x="1098" y="876"/>
                </a:lnTo>
                <a:lnTo>
                  <a:pt x="1098" y="875"/>
                </a:lnTo>
                <a:lnTo>
                  <a:pt x="1097" y="874"/>
                </a:lnTo>
                <a:lnTo>
                  <a:pt x="1096" y="874"/>
                </a:lnTo>
                <a:lnTo>
                  <a:pt x="1096" y="875"/>
                </a:lnTo>
                <a:lnTo>
                  <a:pt x="1095" y="875"/>
                </a:lnTo>
                <a:lnTo>
                  <a:pt x="1095" y="874"/>
                </a:lnTo>
                <a:lnTo>
                  <a:pt x="1094" y="874"/>
                </a:lnTo>
                <a:lnTo>
                  <a:pt x="1093" y="873"/>
                </a:lnTo>
                <a:lnTo>
                  <a:pt x="1092" y="874"/>
                </a:lnTo>
                <a:lnTo>
                  <a:pt x="1091" y="873"/>
                </a:lnTo>
                <a:lnTo>
                  <a:pt x="1091" y="872"/>
                </a:lnTo>
                <a:lnTo>
                  <a:pt x="1092" y="872"/>
                </a:lnTo>
                <a:lnTo>
                  <a:pt x="1092" y="871"/>
                </a:lnTo>
                <a:lnTo>
                  <a:pt x="1091" y="871"/>
                </a:lnTo>
                <a:lnTo>
                  <a:pt x="1090" y="871"/>
                </a:lnTo>
                <a:lnTo>
                  <a:pt x="1089" y="871"/>
                </a:lnTo>
                <a:lnTo>
                  <a:pt x="1090" y="871"/>
                </a:lnTo>
                <a:lnTo>
                  <a:pt x="1090" y="870"/>
                </a:lnTo>
                <a:lnTo>
                  <a:pt x="1091" y="870"/>
                </a:lnTo>
                <a:lnTo>
                  <a:pt x="1090" y="869"/>
                </a:lnTo>
                <a:lnTo>
                  <a:pt x="1090" y="868"/>
                </a:lnTo>
                <a:lnTo>
                  <a:pt x="1089" y="868"/>
                </a:lnTo>
                <a:lnTo>
                  <a:pt x="1089" y="867"/>
                </a:lnTo>
                <a:lnTo>
                  <a:pt x="1088" y="866"/>
                </a:lnTo>
                <a:lnTo>
                  <a:pt x="1087" y="866"/>
                </a:lnTo>
                <a:lnTo>
                  <a:pt x="1086" y="866"/>
                </a:lnTo>
                <a:lnTo>
                  <a:pt x="1084" y="864"/>
                </a:lnTo>
                <a:lnTo>
                  <a:pt x="1084" y="863"/>
                </a:lnTo>
                <a:lnTo>
                  <a:pt x="1083" y="862"/>
                </a:lnTo>
                <a:lnTo>
                  <a:pt x="1082" y="862"/>
                </a:lnTo>
                <a:lnTo>
                  <a:pt x="1082" y="864"/>
                </a:lnTo>
                <a:lnTo>
                  <a:pt x="1082" y="866"/>
                </a:lnTo>
                <a:lnTo>
                  <a:pt x="1082" y="867"/>
                </a:lnTo>
                <a:lnTo>
                  <a:pt x="1081" y="869"/>
                </a:lnTo>
                <a:lnTo>
                  <a:pt x="1081" y="870"/>
                </a:lnTo>
                <a:lnTo>
                  <a:pt x="1080" y="870"/>
                </a:lnTo>
                <a:lnTo>
                  <a:pt x="1080" y="871"/>
                </a:lnTo>
                <a:lnTo>
                  <a:pt x="1079" y="871"/>
                </a:lnTo>
                <a:lnTo>
                  <a:pt x="1079" y="872"/>
                </a:lnTo>
                <a:lnTo>
                  <a:pt x="1078" y="872"/>
                </a:lnTo>
                <a:lnTo>
                  <a:pt x="1078" y="873"/>
                </a:lnTo>
                <a:lnTo>
                  <a:pt x="1079" y="874"/>
                </a:lnTo>
                <a:lnTo>
                  <a:pt x="1079" y="875"/>
                </a:lnTo>
                <a:lnTo>
                  <a:pt x="1078" y="875"/>
                </a:lnTo>
                <a:lnTo>
                  <a:pt x="1078" y="876"/>
                </a:lnTo>
                <a:lnTo>
                  <a:pt x="1077" y="876"/>
                </a:lnTo>
                <a:lnTo>
                  <a:pt x="1076" y="877"/>
                </a:lnTo>
                <a:lnTo>
                  <a:pt x="1075" y="877"/>
                </a:lnTo>
                <a:lnTo>
                  <a:pt x="1074" y="877"/>
                </a:lnTo>
                <a:lnTo>
                  <a:pt x="1073" y="877"/>
                </a:lnTo>
                <a:lnTo>
                  <a:pt x="1073" y="879"/>
                </a:lnTo>
                <a:lnTo>
                  <a:pt x="1072" y="880"/>
                </a:lnTo>
                <a:lnTo>
                  <a:pt x="1073" y="880"/>
                </a:lnTo>
                <a:lnTo>
                  <a:pt x="1073" y="881"/>
                </a:lnTo>
                <a:lnTo>
                  <a:pt x="1073" y="882"/>
                </a:lnTo>
                <a:lnTo>
                  <a:pt x="1073" y="884"/>
                </a:lnTo>
                <a:lnTo>
                  <a:pt x="1073" y="885"/>
                </a:lnTo>
                <a:lnTo>
                  <a:pt x="1074" y="885"/>
                </a:lnTo>
                <a:lnTo>
                  <a:pt x="1075" y="886"/>
                </a:lnTo>
                <a:lnTo>
                  <a:pt x="1075" y="887"/>
                </a:lnTo>
                <a:lnTo>
                  <a:pt x="1074" y="888"/>
                </a:lnTo>
                <a:lnTo>
                  <a:pt x="1073" y="887"/>
                </a:lnTo>
                <a:lnTo>
                  <a:pt x="1072" y="888"/>
                </a:lnTo>
                <a:lnTo>
                  <a:pt x="1072" y="889"/>
                </a:lnTo>
                <a:lnTo>
                  <a:pt x="1071" y="888"/>
                </a:lnTo>
                <a:lnTo>
                  <a:pt x="1070" y="887"/>
                </a:lnTo>
                <a:lnTo>
                  <a:pt x="1069" y="888"/>
                </a:lnTo>
                <a:lnTo>
                  <a:pt x="1068" y="887"/>
                </a:lnTo>
                <a:lnTo>
                  <a:pt x="1067" y="887"/>
                </a:lnTo>
                <a:lnTo>
                  <a:pt x="1066" y="887"/>
                </a:lnTo>
                <a:lnTo>
                  <a:pt x="1066" y="888"/>
                </a:lnTo>
                <a:lnTo>
                  <a:pt x="1065" y="888"/>
                </a:lnTo>
                <a:lnTo>
                  <a:pt x="1064" y="888"/>
                </a:lnTo>
                <a:lnTo>
                  <a:pt x="1063" y="888"/>
                </a:lnTo>
                <a:lnTo>
                  <a:pt x="1062" y="888"/>
                </a:lnTo>
                <a:lnTo>
                  <a:pt x="1060" y="887"/>
                </a:lnTo>
                <a:lnTo>
                  <a:pt x="1059" y="886"/>
                </a:lnTo>
                <a:lnTo>
                  <a:pt x="1059" y="887"/>
                </a:lnTo>
                <a:lnTo>
                  <a:pt x="1058" y="887"/>
                </a:lnTo>
                <a:lnTo>
                  <a:pt x="1058" y="888"/>
                </a:lnTo>
                <a:lnTo>
                  <a:pt x="1057" y="889"/>
                </a:lnTo>
                <a:lnTo>
                  <a:pt x="1056" y="889"/>
                </a:lnTo>
                <a:lnTo>
                  <a:pt x="1055" y="889"/>
                </a:lnTo>
                <a:lnTo>
                  <a:pt x="1055" y="887"/>
                </a:lnTo>
                <a:lnTo>
                  <a:pt x="1054" y="885"/>
                </a:lnTo>
                <a:lnTo>
                  <a:pt x="1053" y="886"/>
                </a:lnTo>
                <a:lnTo>
                  <a:pt x="1053" y="887"/>
                </a:lnTo>
                <a:lnTo>
                  <a:pt x="1052" y="887"/>
                </a:lnTo>
                <a:lnTo>
                  <a:pt x="1051" y="888"/>
                </a:lnTo>
                <a:lnTo>
                  <a:pt x="1051" y="889"/>
                </a:lnTo>
                <a:lnTo>
                  <a:pt x="1050" y="889"/>
                </a:lnTo>
                <a:lnTo>
                  <a:pt x="1050" y="890"/>
                </a:lnTo>
                <a:lnTo>
                  <a:pt x="1049" y="890"/>
                </a:lnTo>
                <a:lnTo>
                  <a:pt x="1048" y="890"/>
                </a:lnTo>
                <a:lnTo>
                  <a:pt x="1048" y="889"/>
                </a:lnTo>
                <a:lnTo>
                  <a:pt x="1047" y="889"/>
                </a:lnTo>
                <a:lnTo>
                  <a:pt x="1047" y="890"/>
                </a:lnTo>
                <a:lnTo>
                  <a:pt x="1047" y="892"/>
                </a:lnTo>
                <a:lnTo>
                  <a:pt x="1047" y="893"/>
                </a:lnTo>
                <a:lnTo>
                  <a:pt x="1046" y="894"/>
                </a:lnTo>
                <a:lnTo>
                  <a:pt x="1046" y="895"/>
                </a:lnTo>
                <a:lnTo>
                  <a:pt x="1045" y="895"/>
                </a:lnTo>
                <a:lnTo>
                  <a:pt x="1045" y="896"/>
                </a:lnTo>
                <a:lnTo>
                  <a:pt x="1046" y="897"/>
                </a:lnTo>
                <a:lnTo>
                  <a:pt x="1046" y="898"/>
                </a:lnTo>
                <a:lnTo>
                  <a:pt x="1045" y="898"/>
                </a:lnTo>
                <a:lnTo>
                  <a:pt x="1044" y="898"/>
                </a:lnTo>
                <a:lnTo>
                  <a:pt x="1043" y="898"/>
                </a:lnTo>
                <a:lnTo>
                  <a:pt x="1044" y="899"/>
                </a:lnTo>
                <a:lnTo>
                  <a:pt x="1043" y="900"/>
                </a:lnTo>
                <a:lnTo>
                  <a:pt x="1042" y="900"/>
                </a:lnTo>
                <a:lnTo>
                  <a:pt x="1041" y="900"/>
                </a:lnTo>
                <a:lnTo>
                  <a:pt x="1040" y="900"/>
                </a:lnTo>
                <a:lnTo>
                  <a:pt x="1039" y="900"/>
                </a:lnTo>
                <a:lnTo>
                  <a:pt x="1038" y="900"/>
                </a:lnTo>
                <a:lnTo>
                  <a:pt x="1038" y="901"/>
                </a:lnTo>
                <a:lnTo>
                  <a:pt x="1038" y="902"/>
                </a:lnTo>
                <a:lnTo>
                  <a:pt x="1038" y="904"/>
                </a:lnTo>
                <a:lnTo>
                  <a:pt x="1038" y="905"/>
                </a:lnTo>
                <a:lnTo>
                  <a:pt x="1037" y="905"/>
                </a:lnTo>
                <a:lnTo>
                  <a:pt x="1037" y="906"/>
                </a:lnTo>
                <a:lnTo>
                  <a:pt x="1036" y="907"/>
                </a:lnTo>
                <a:lnTo>
                  <a:pt x="1037" y="908"/>
                </a:lnTo>
                <a:lnTo>
                  <a:pt x="1037" y="909"/>
                </a:lnTo>
                <a:lnTo>
                  <a:pt x="1037" y="910"/>
                </a:lnTo>
                <a:lnTo>
                  <a:pt x="1036" y="910"/>
                </a:lnTo>
                <a:lnTo>
                  <a:pt x="1036" y="911"/>
                </a:lnTo>
                <a:lnTo>
                  <a:pt x="1036" y="912"/>
                </a:lnTo>
                <a:lnTo>
                  <a:pt x="1037" y="912"/>
                </a:lnTo>
                <a:lnTo>
                  <a:pt x="1038" y="913"/>
                </a:lnTo>
                <a:lnTo>
                  <a:pt x="1039" y="913"/>
                </a:lnTo>
                <a:lnTo>
                  <a:pt x="1040" y="913"/>
                </a:lnTo>
                <a:lnTo>
                  <a:pt x="1041" y="914"/>
                </a:lnTo>
                <a:lnTo>
                  <a:pt x="1041" y="915"/>
                </a:lnTo>
                <a:lnTo>
                  <a:pt x="1041" y="916"/>
                </a:lnTo>
                <a:lnTo>
                  <a:pt x="1041" y="917"/>
                </a:lnTo>
                <a:lnTo>
                  <a:pt x="1041" y="918"/>
                </a:lnTo>
                <a:lnTo>
                  <a:pt x="1040" y="918"/>
                </a:lnTo>
                <a:lnTo>
                  <a:pt x="1040" y="919"/>
                </a:lnTo>
                <a:lnTo>
                  <a:pt x="1041" y="919"/>
                </a:lnTo>
                <a:lnTo>
                  <a:pt x="1042" y="920"/>
                </a:lnTo>
                <a:lnTo>
                  <a:pt x="1042" y="921"/>
                </a:lnTo>
                <a:lnTo>
                  <a:pt x="1042" y="922"/>
                </a:lnTo>
                <a:lnTo>
                  <a:pt x="1042" y="923"/>
                </a:lnTo>
                <a:lnTo>
                  <a:pt x="1042" y="924"/>
                </a:lnTo>
                <a:lnTo>
                  <a:pt x="1042" y="925"/>
                </a:lnTo>
                <a:lnTo>
                  <a:pt x="1042" y="926"/>
                </a:lnTo>
                <a:lnTo>
                  <a:pt x="1042" y="927"/>
                </a:lnTo>
                <a:lnTo>
                  <a:pt x="1041" y="928"/>
                </a:lnTo>
                <a:lnTo>
                  <a:pt x="1041" y="929"/>
                </a:lnTo>
                <a:lnTo>
                  <a:pt x="1040" y="930"/>
                </a:lnTo>
                <a:lnTo>
                  <a:pt x="1040" y="932"/>
                </a:lnTo>
                <a:lnTo>
                  <a:pt x="1041" y="932"/>
                </a:lnTo>
                <a:lnTo>
                  <a:pt x="1041" y="931"/>
                </a:lnTo>
                <a:lnTo>
                  <a:pt x="1042" y="931"/>
                </a:lnTo>
                <a:lnTo>
                  <a:pt x="1043" y="932"/>
                </a:lnTo>
                <a:lnTo>
                  <a:pt x="1044" y="932"/>
                </a:lnTo>
                <a:lnTo>
                  <a:pt x="1045" y="932"/>
                </a:lnTo>
                <a:lnTo>
                  <a:pt x="1045" y="933"/>
                </a:lnTo>
                <a:lnTo>
                  <a:pt x="1046" y="935"/>
                </a:lnTo>
                <a:lnTo>
                  <a:pt x="1047" y="936"/>
                </a:lnTo>
                <a:lnTo>
                  <a:pt x="1049" y="937"/>
                </a:lnTo>
                <a:lnTo>
                  <a:pt x="1051" y="937"/>
                </a:lnTo>
                <a:lnTo>
                  <a:pt x="1052" y="938"/>
                </a:lnTo>
                <a:lnTo>
                  <a:pt x="1053" y="938"/>
                </a:lnTo>
                <a:lnTo>
                  <a:pt x="1053" y="937"/>
                </a:lnTo>
                <a:lnTo>
                  <a:pt x="1053" y="936"/>
                </a:lnTo>
                <a:lnTo>
                  <a:pt x="1053" y="935"/>
                </a:lnTo>
                <a:lnTo>
                  <a:pt x="1053" y="934"/>
                </a:lnTo>
                <a:lnTo>
                  <a:pt x="1053" y="933"/>
                </a:lnTo>
                <a:lnTo>
                  <a:pt x="1055" y="932"/>
                </a:lnTo>
                <a:lnTo>
                  <a:pt x="1056" y="932"/>
                </a:lnTo>
                <a:lnTo>
                  <a:pt x="1058" y="932"/>
                </a:lnTo>
                <a:lnTo>
                  <a:pt x="1059" y="931"/>
                </a:lnTo>
                <a:lnTo>
                  <a:pt x="1058" y="931"/>
                </a:lnTo>
                <a:lnTo>
                  <a:pt x="1057" y="930"/>
                </a:lnTo>
                <a:lnTo>
                  <a:pt x="1057" y="929"/>
                </a:lnTo>
                <a:lnTo>
                  <a:pt x="1058" y="929"/>
                </a:lnTo>
                <a:lnTo>
                  <a:pt x="1058" y="928"/>
                </a:lnTo>
                <a:lnTo>
                  <a:pt x="1059" y="928"/>
                </a:lnTo>
                <a:lnTo>
                  <a:pt x="1060" y="928"/>
                </a:lnTo>
                <a:lnTo>
                  <a:pt x="1060" y="929"/>
                </a:lnTo>
                <a:lnTo>
                  <a:pt x="1061" y="930"/>
                </a:lnTo>
                <a:lnTo>
                  <a:pt x="1061" y="931"/>
                </a:lnTo>
                <a:lnTo>
                  <a:pt x="1061" y="932"/>
                </a:lnTo>
                <a:lnTo>
                  <a:pt x="1062" y="932"/>
                </a:lnTo>
                <a:lnTo>
                  <a:pt x="1063" y="932"/>
                </a:lnTo>
                <a:lnTo>
                  <a:pt x="1064" y="932"/>
                </a:lnTo>
                <a:lnTo>
                  <a:pt x="1065" y="933"/>
                </a:lnTo>
                <a:lnTo>
                  <a:pt x="1065" y="934"/>
                </a:lnTo>
                <a:lnTo>
                  <a:pt x="1065" y="935"/>
                </a:lnTo>
                <a:lnTo>
                  <a:pt x="1066" y="936"/>
                </a:lnTo>
                <a:lnTo>
                  <a:pt x="1067" y="939"/>
                </a:lnTo>
                <a:lnTo>
                  <a:pt x="1067" y="940"/>
                </a:lnTo>
                <a:lnTo>
                  <a:pt x="1068" y="941"/>
                </a:lnTo>
                <a:lnTo>
                  <a:pt x="1069" y="941"/>
                </a:lnTo>
                <a:lnTo>
                  <a:pt x="1070" y="941"/>
                </a:lnTo>
                <a:lnTo>
                  <a:pt x="1071" y="940"/>
                </a:lnTo>
                <a:lnTo>
                  <a:pt x="1071" y="941"/>
                </a:lnTo>
                <a:lnTo>
                  <a:pt x="1071" y="942"/>
                </a:lnTo>
                <a:lnTo>
                  <a:pt x="1072" y="942"/>
                </a:lnTo>
                <a:lnTo>
                  <a:pt x="1073" y="943"/>
                </a:lnTo>
                <a:lnTo>
                  <a:pt x="1073" y="944"/>
                </a:lnTo>
                <a:lnTo>
                  <a:pt x="1072" y="946"/>
                </a:lnTo>
                <a:lnTo>
                  <a:pt x="1072" y="947"/>
                </a:lnTo>
                <a:lnTo>
                  <a:pt x="1071" y="948"/>
                </a:lnTo>
                <a:lnTo>
                  <a:pt x="1071" y="950"/>
                </a:lnTo>
                <a:lnTo>
                  <a:pt x="1070" y="950"/>
                </a:lnTo>
                <a:lnTo>
                  <a:pt x="1070" y="951"/>
                </a:lnTo>
                <a:lnTo>
                  <a:pt x="1070" y="952"/>
                </a:lnTo>
                <a:lnTo>
                  <a:pt x="1069" y="953"/>
                </a:lnTo>
                <a:lnTo>
                  <a:pt x="1069" y="954"/>
                </a:lnTo>
                <a:lnTo>
                  <a:pt x="1069" y="955"/>
                </a:lnTo>
                <a:lnTo>
                  <a:pt x="1070" y="955"/>
                </a:lnTo>
                <a:lnTo>
                  <a:pt x="1070" y="956"/>
                </a:lnTo>
                <a:lnTo>
                  <a:pt x="1070" y="957"/>
                </a:lnTo>
                <a:lnTo>
                  <a:pt x="1071" y="957"/>
                </a:lnTo>
                <a:lnTo>
                  <a:pt x="1072" y="957"/>
                </a:lnTo>
                <a:lnTo>
                  <a:pt x="1072" y="958"/>
                </a:lnTo>
                <a:lnTo>
                  <a:pt x="1072" y="959"/>
                </a:lnTo>
                <a:lnTo>
                  <a:pt x="1072" y="960"/>
                </a:lnTo>
                <a:lnTo>
                  <a:pt x="1074" y="961"/>
                </a:lnTo>
                <a:lnTo>
                  <a:pt x="1074" y="960"/>
                </a:lnTo>
                <a:lnTo>
                  <a:pt x="1075" y="960"/>
                </a:lnTo>
                <a:lnTo>
                  <a:pt x="1075" y="959"/>
                </a:lnTo>
                <a:lnTo>
                  <a:pt x="1077" y="958"/>
                </a:lnTo>
                <a:lnTo>
                  <a:pt x="1078" y="958"/>
                </a:lnTo>
                <a:lnTo>
                  <a:pt x="1079" y="958"/>
                </a:lnTo>
                <a:lnTo>
                  <a:pt x="1079" y="959"/>
                </a:lnTo>
                <a:lnTo>
                  <a:pt x="1080" y="958"/>
                </a:lnTo>
                <a:lnTo>
                  <a:pt x="1080" y="957"/>
                </a:lnTo>
                <a:lnTo>
                  <a:pt x="1082" y="957"/>
                </a:lnTo>
                <a:lnTo>
                  <a:pt x="1083" y="958"/>
                </a:lnTo>
                <a:lnTo>
                  <a:pt x="1084" y="958"/>
                </a:lnTo>
                <a:lnTo>
                  <a:pt x="1084" y="959"/>
                </a:lnTo>
                <a:lnTo>
                  <a:pt x="1084" y="960"/>
                </a:lnTo>
                <a:lnTo>
                  <a:pt x="1085" y="961"/>
                </a:lnTo>
                <a:lnTo>
                  <a:pt x="1085" y="962"/>
                </a:lnTo>
                <a:lnTo>
                  <a:pt x="1086" y="962"/>
                </a:lnTo>
                <a:lnTo>
                  <a:pt x="1086" y="961"/>
                </a:lnTo>
                <a:lnTo>
                  <a:pt x="1087" y="961"/>
                </a:lnTo>
                <a:lnTo>
                  <a:pt x="1088" y="961"/>
                </a:lnTo>
                <a:lnTo>
                  <a:pt x="1089" y="961"/>
                </a:lnTo>
                <a:lnTo>
                  <a:pt x="1089" y="960"/>
                </a:lnTo>
                <a:lnTo>
                  <a:pt x="1090" y="960"/>
                </a:lnTo>
                <a:lnTo>
                  <a:pt x="1090" y="961"/>
                </a:lnTo>
                <a:lnTo>
                  <a:pt x="1091" y="961"/>
                </a:lnTo>
                <a:lnTo>
                  <a:pt x="1091" y="962"/>
                </a:lnTo>
                <a:lnTo>
                  <a:pt x="1093" y="962"/>
                </a:lnTo>
                <a:lnTo>
                  <a:pt x="1093" y="961"/>
                </a:lnTo>
                <a:lnTo>
                  <a:pt x="1092" y="961"/>
                </a:lnTo>
                <a:lnTo>
                  <a:pt x="1092" y="960"/>
                </a:lnTo>
                <a:lnTo>
                  <a:pt x="1092" y="959"/>
                </a:lnTo>
                <a:lnTo>
                  <a:pt x="1092" y="958"/>
                </a:lnTo>
                <a:lnTo>
                  <a:pt x="1093" y="958"/>
                </a:lnTo>
                <a:lnTo>
                  <a:pt x="1094" y="958"/>
                </a:lnTo>
                <a:lnTo>
                  <a:pt x="1096" y="957"/>
                </a:lnTo>
                <a:lnTo>
                  <a:pt x="1097" y="956"/>
                </a:lnTo>
                <a:lnTo>
                  <a:pt x="1098" y="955"/>
                </a:lnTo>
                <a:lnTo>
                  <a:pt x="1100" y="954"/>
                </a:lnTo>
                <a:lnTo>
                  <a:pt x="1102" y="954"/>
                </a:lnTo>
                <a:lnTo>
                  <a:pt x="1103" y="954"/>
                </a:lnTo>
                <a:lnTo>
                  <a:pt x="1103" y="953"/>
                </a:lnTo>
                <a:lnTo>
                  <a:pt x="1104" y="953"/>
                </a:lnTo>
                <a:lnTo>
                  <a:pt x="1105" y="953"/>
                </a:lnTo>
                <a:lnTo>
                  <a:pt x="1106" y="954"/>
                </a:lnTo>
                <a:lnTo>
                  <a:pt x="1107" y="954"/>
                </a:lnTo>
                <a:lnTo>
                  <a:pt x="1108" y="954"/>
                </a:lnTo>
                <a:lnTo>
                  <a:pt x="1109" y="955"/>
                </a:lnTo>
                <a:lnTo>
                  <a:pt x="1110" y="956"/>
                </a:lnTo>
                <a:lnTo>
                  <a:pt x="1111" y="956"/>
                </a:lnTo>
                <a:lnTo>
                  <a:pt x="1112" y="956"/>
                </a:lnTo>
                <a:lnTo>
                  <a:pt x="1112" y="957"/>
                </a:lnTo>
                <a:lnTo>
                  <a:pt x="1113" y="958"/>
                </a:lnTo>
                <a:lnTo>
                  <a:pt x="1114" y="958"/>
                </a:lnTo>
                <a:lnTo>
                  <a:pt x="1115" y="958"/>
                </a:lnTo>
                <a:lnTo>
                  <a:pt x="1116" y="958"/>
                </a:lnTo>
                <a:lnTo>
                  <a:pt x="1116" y="960"/>
                </a:lnTo>
                <a:lnTo>
                  <a:pt x="1116" y="961"/>
                </a:lnTo>
                <a:lnTo>
                  <a:pt x="1117" y="961"/>
                </a:lnTo>
                <a:lnTo>
                  <a:pt x="1118" y="961"/>
                </a:lnTo>
                <a:lnTo>
                  <a:pt x="1118" y="962"/>
                </a:lnTo>
                <a:lnTo>
                  <a:pt x="1118" y="963"/>
                </a:lnTo>
                <a:lnTo>
                  <a:pt x="1119" y="963"/>
                </a:lnTo>
                <a:lnTo>
                  <a:pt x="1119" y="964"/>
                </a:lnTo>
                <a:lnTo>
                  <a:pt x="1120" y="964"/>
                </a:lnTo>
                <a:lnTo>
                  <a:pt x="1121" y="964"/>
                </a:lnTo>
                <a:lnTo>
                  <a:pt x="1121" y="965"/>
                </a:lnTo>
                <a:lnTo>
                  <a:pt x="1122" y="966"/>
                </a:lnTo>
                <a:lnTo>
                  <a:pt x="1122" y="967"/>
                </a:lnTo>
                <a:lnTo>
                  <a:pt x="1123" y="967"/>
                </a:lnTo>
                <a:lnTo>
                  <a:pt x="1123" y="968"/>
                </a:lnTo>
                <a:lnTo>
                  <a:pt x="1123" y="969"/>
                </a:lnTo>
                <a:lnTo>
                  <a:pt x="1123" y="970"/>
                </a:lnTo>
                <a:lnTo>
                  <a:pt x="1123" y="971"/>
                </a:lnTo>
                <a:lnTo>
                  <a:pt x="1122" y="971"/>
                </a:lnTo>
                <a:lnTo>
                  <a:pt x="1122" y="972"/>
                </a:lnTo>
                <a:lnTo>
                  <a:pt x="1121" y="972"/>
                </a:lnTo>
                <a:lnTo>
                  <a:pt x="1121" y="973"/>
                </a:lnTo>
                <a:lnTo>
                  <a:pt x="1120" y="973"/>
                </a:lnTo>
                <a:lnTo>
                  <a:pt x="1120" y="974"/>
                </a:lnTo>
                <a:lnTo>
                  <a:pt x="1120" y="975"/>
                </a:lnTo>
                <a:lnTo>
                  <a:pt x="1120" y="976"/>
                </a:lnTo>
                <a:lnTo>
                  <a:pt x="1120" y="977"/>
                </a:lnTo>
                <a:lnTo>
                  <a:pt x="1121" y="977"/>
                </a:lnTo>
                <a:lnTo>
                  <a:pt x="1122" y="977"/>
                </a:lnTo>
                <a:lnTo>
                  <a:pt x="1123" y="977"/>
                </a:lnTo>
                <a:lnTo>
                  <a:pt x="1123" y="978"/>
                </a:lnTo>
                <a:lnTo>
                  <a:pt x="1124" y="978"/>
                </a:lnTo>
                <a:lnTo>
                  <a:pt x="1125" y="978"/>
                </a:lnTo>
                <a:lnTo>
                  <a:pt x="1125" y="977"/>
                </a:lnTo>
                <a:lnTo>
                  <a:pt x="1126" y="977"/>
                </a:lnTo>
                <a:lnTo>
                  <a:pt x="1127" y="978"/>
                </a:lnTo>
                <a:lnTo>
                  <a:pt x="1127" y="979"/>
                </a:lnTo>
                <a:lnTo>
                  <a:pt x="1128" y="979"/>
                </a:lnTo>
                <a:lnTo>
                  <a:pt x="1128" y="980"/>
                </a:lnTo>
                <a:lnTo>
                  <a:pt x="1129" y="980"/>
                </a:lnTo>
                <a:lnTo>
                  <a:pt x="1129" y="981"/>
                </a:lnTo>
                <a:lnTo>
                  <a:pt x="1130" y="981"/>
                </a:lnTo>
                <a:lnTo>
                  <a:pt x="1130" y="982"/>
                </a:lnTo>
                <a:lnTo>
                  <a:pt x="1130" y="983"/>
                </a:lnTo>
                <a:lnTo>
                  <a:pt x="1130" y="984"/>
                </a:lnTo>
                <a:lnTo>
                  <a:pt x="1131" y="984"/>
                </a:lnTo>
                <a:lnTo>
                  <a:pt x="1132" y="984"/>
                </a:lnTo>
                <a:lnTo>
                  <a:pt x="1132" y="985"/>
                </a:lnTo>
                <a:lnTo>
                  <a:pt x="1131" y="985"/>
                </a:lnTo>
                <a:lnTo>
                  <a:pt x="1131" y="986"/>
                </a:lnTo>
                <a:lnTo>
                  <a:pt x="1130" y="986"/>
                </a:lnTo>
                <a:lnTo>
                  <a:pt x="1130" y="987"/>
                </a:lnTo>
                <a:lnTo>
                  <a:pt x="1130" y="988"/>
                </a:lnTo>
                <a:lnTo>
                  <a:pt x="1129" y="988"/>
                </a:lnTo>
                <a:lnTo>
                  <a:pt x="1129" y="989"/>
                </a:lnTo>
                <a:lnTo>
                  <a:pt x="1129" y="990"/>
                </a:lnTo>
                <a:lnTo>
                  <a:pt x="1129" y="991"/>
                </a:lnTo>
                <a:lnTo>
                  <a:pt x="1129" y="992"/>
                </a:lnTo>
                <a:lnTo>
                  <a:pt x="1128" y="992"/>
                </a:lnTo>
                <a:lnTo>
                  <a:pt x="1128" y="993"/>
                </a:lnTo>
                <a:lnTo>
                  <a:pt x="1129" y="993"/>
                </a:lnTo>
                <a:lnTo>
                  <a:pt x="1130" y="993"/>
                </a:lnTo>
                <a:lnTo>
                  <a:pt x="1130" y="994"/>
                </a:lnTo>
                <a:lnTo>
                  <a:pt x="1131" y="994"/>
                </a:lnTo>
                <a:lnTo>
                  <a:pt x="1132" y="994"/>
                </a:lnTo>
                <a:lnTo>
                  <a:pt x="1132" y="995"/>
                </a:lnTo>
                <a:lnTo>
                  <a:pt x="1132" y="996"/>
                </a:lnTo>
                <a:lnTo>
                  <a:pt x="1131" y="996"/>
                </a:lnTo>
                <a:lnTo>
                  <a:pt x="1132" y="997"/>
                </a:lnTo>
                <a:lnTo>
                  <a:pt x="1133" y="997"/>
                </a:lnTo>
                <a:lnTo>
                  <a:pt x="1133" y="998"/>
                </a:lnTo>
                <a:lnTo>
                  <a:pt x="1134" y="998"/>
                </a:lnTo>
                <a:lnTo>
                  <a:pt x="1134" y="999"/>
                </a:lnTo>
                <a:lnTo>
                  <a:pt x="1133" y="999"/>
                </a:lnTo>
                <a:lnTo>
                  <a:pt x="1133" y="1000"/>
                </a:lnTo>
                <a:lnTo>
                  <a:pt x="1132" y="1001"/>
                </a:lnTo>
                <a:lnTo>
                  <a:pt x="1131" y="1001"/>
                </a:lnTo>
                <a:lnTo>
                  <a:pt x="1131" y="1002"/>
                </a:lnTo>
                <a:lnTo>
                  <a:pt x="1131" y="1003"/>
                </a:lnTo>
                <a:lnTo>
                  <a:pt x="1130" y="1003"/>
                </a:lnTo>
                <a:lnTo>
                  <a:pt x="1130" y="1004"/>
                </a:lnTo>
                <a:lnTo>
                  <a:pt x="1131" y="1004"/>
                </a:lnTo>
                <a:lnTo>
                  <a:pt x="1132" y="1005"/>
                </a:lnTo>
                <a:lnTo>
                  <a:pt x="1133" y="1004"/>
                </a:lnTo>
                <a:lnTo>
                  <a:pt x="1134" y="1005"/>
                </a:lnTo>
                <a:lnTo>
                  <a:pt x="1133" y="1006"/>
                </a:lnTo>
                <a:lnTo>
                  <a:pt x="1131" y="1007"/>
                </a:lnTo>
                <a:lnTo>
                  <a:pt x="1130" y="1007"/>
                </a:lnTo>
                <a:lnTo>
                  <a:pt x="1129" y="1007"/>
                </a:lnTo>
                <a:lnTo>
                  <a:pt x="1128" y="1008"/>
                </a:lnTo>
                <a:lnTo>
                  <a:pt x="1126" y="1009"/>
                </a:lnTo>
                <a:lnTo>
                  <a:pt x="1125" y="1011"/>
                </a:lnTo>
                <a:lnTo>
                  <a:pt x="1124" y="1012"/>
                </a:lnTo>
                <a:lnTo>
                  <a:pt x="1122" y="1012"/>
                </a:lnTo>
                <a:lnTo>
                  <a:pt x="1121" y="1013"/>
                </a:lnTo>
                <a:lnTo>
                  <a:pt x="1120" y="1013"/>
                </a:lnTo>
                <a:lnTo>
                  <a:pt x="1119" y="1013"/>
                </a:lnTo>
                <a:lnTo>
                  <a:pt x="1119" y="1014"/>
                </a:lnTo>
                <a:lnTo>
                  <a:pt x="1118" y="1014"/>
                </a:lnTo>
                <a:lnTo>
                  <a:pt x="1117" y="1014"/>
                </a:lnTo>
                <a:lnTo>
                  <a:pt x="1116" y="1014"/>
                </a:lnTo>
                <a:lnTo>
                  <a:pt x="1115" y="1015"/>
                </a:lnTo>
                <a:lnTo>
                  <a:pt x="1114" y="1016"/>
                </a:lnTo>
                <a:lnTo>
                  <a:pt x="1114" y="1015"/>
                </a:lnTo>
                <a:lnTo>
                  <a:pt x="1113" y="1015"/>
                </a:lnTo>
                <a:lnTo>
                  <a:pt x="1112" y="1015"/>
                </a:lnTo>
                <a:lnTo>
                  <a:pt x="1112" y="1014"/>
                </a:lnTo>
                <a:lnTo>
                  <a:pt x="1111" y="1014"/>
                </a:lnTo>
                <a:lnTo>
                  <a:pt x="1110" y="1014"/>
                </a:lnTo>
                <a:lnTo>
                  <a:pt x="1109" y="1014"/>
                </a:lnTo>
                <a:lnTo>
                  <a:pt x="1108" y="1013"/>
                </a:lnTo>
                <a:lnTo>
                  <a:pt x="1106" y="1012"/>
                </a:lnTo>
                <a:lnTo>
                  <a:pt x="1105" y="1012"/>
                </a:lnTo>
                <a:lnTo>
                  <a:pt x="1104" y="1012"/>
                </a:lnTo>
                <a:lnTo>
                  <a:pt x="1103" y="1012"/>
                </a:lnTo>
                <a:lnTo>
                  <a:pt x="1102" y="1012"/>
                </a:lnTo>
                <a:lnTo>
                  <a:pt x="1101" y="1012"/>
                </a:lnTo>
                <a:lnTo>
                  <a:pt x="1100" y="1012"/>
                </a:lnTo>
                <a:lnTo>
                  <a:pt x="1099" y="1013"/>
                </a:lnTo>
                <a:lnTo>
                  <a:pt x="1099" y="1012"/>
                </a:lnTo>
                <a:lnTo>
                  <a:pt x="1098" y="1012"/>
                </a:lnTo>
                <a:lnTo>
                  <a:pt x="1097" y="1012"/>
                </a:lnTo>
                <a:lnTo>
                  <a:pt x="1096" y="1013"/>
                </a:lnTo>
                <a:lnTo>
                  <a:pt x="1097" y="1014"/>
                </a:lnTo>
                <a:lnTo>
                  <a:pt x="1096" y="1015"/>
                </a:lnTo>
                <a:lnTo>
                  <a:pt x="1094" y="1016"/>
                </a:lnTo>
                <a:lnTo>
                  <a:pt x="1093" y="1016"/>
                </a:lnTo>
                <a:lnTo>
                  <a:pt x="1092" y="1017"/>
                </a:lnTo>
                <a:lnTo>
                  <a:pt x="1091" y="1017"/>
                </a:lnTo>
                <a:lnTo>
                  <a:pt x="1089" y="1017"/>
                </a:lnTo>
                <a:lnTo>
                  <a:pt x="1088" y="1017"/>
                </a:lnTo>
                <a:lnTo>
                  <a:pt x="1087" y="1017"/>
                </a:lnTo>
                <a:lnTo>
                  <a:pt x="1086" y="1017"/>
                </a:lnTo>
                <a:lnTo>
                  <a:pt x="1084" y="1018"/>
                </a:lnTo>
                <a:lnTo>
                  <a:pt x="1081" y="1019"/>
                </a:lnTo>
                <a:lnTo>
                  <a:pt x="1080" y="1020"/>
                </a:lnTo>
                <a:lnTo>
                  <a:pt x="1079" y="1020"/>
                </a:lnTo>
                <a:lnTo>
                  <a:pt x="1079" y="1019"/>
                </a:lnTo>
                <a:lnTo>
                  <a:pt x="1078" y="1017"/>
                </a:lnTo>
                <a:lnTo>
                  <a:pt x="1077" y="1017"/>
                </a:lnTo>
                <a:lnTo>
                  <a:pt x="1076" y="1017"/>
                </a:lnTo>
                <a:lnTo>
                  <a:pt x="1074" y="1019"/>
                </a:lnTo>
                <a:lnTo>
                  <a:pt x="1073" y="1019"/>
                </a:lnTo>
                <a:lnTo>
                  <a:pt x="1073" y="1018"/>
                </a:lnTo>
                <a:lnTo>
                  <a:pt x="1072" y="1019"/>
                </a:lnTo>
                <a:lnTo>
                  <a:pt x="1071" y="1019"/>
                </a:lnTo>
                <a:lnTo>
                  <a:pt x="1071" y="1020"/>
                </a:lnTo>
                <a:lnTo>
                  <a:pt x="1070" y="1022"/>
                </a:lnTo>
                <a:lnTo>
                  <a:pt x="1069" y="1022"/>
                </a:lnTo>
                <a:lnTo>
                  <a:pt x="1068" y="1023"/>
                </a:lnTo>
                <a:lnTo>
                  <a:pt x="1067" y="1023"/>
                </a:lnTo>
                <a:lnTo>
                  <a:pt x="1066" y="1023"/>
                </a:lnTo>
                <a:lnTo>
                  <a:pt x="1064" y="1023"/>
                </a:lnTo>
                <a:lnTo>
                  <a:pt x="1064" y="1022"/>
                </a:lnTo>
                <a:lnTo>
                  <a:pt x="1062" y="1022"/>
                </a:lnTo>
                <a:lnTo>
                  <a:pt x="1061" y="1022"/>
                </a:lnTo>
                <a:lnTo>
                  <a:pt x="1060" y="1021"/>
                </a:lnTo>
                <a:lnTo>
                  <a:pt x="1059" y="1021"/>
                </a:lnTo>
                <a:lnTo>
                  <a:pt x="1059" y="1022"/>
                </a:lnTo>
                <a:lnTo>
                  <a:pt x="1058" y="1022"/>
                </a:lnTo>
                <a:lnTo>
                  <a:pt x="1057" y="1022"/>
                </a:lnTo>
                <a:lnTo>
                  <a:pt x="1055" y="1022"/>
                </a:lnTo>
                <a:lnTo>
                  <a:pt x="1055" y="1023"/>
                </a:lnTo>
                <a:lnTo>
                  <a:pt x="1054" y="1023"/>
                </a:lnTo>
                <a:lnTo>
                  <a:pt x="1053" y="1023"/>
                </a:lnTo>
                <a:lnTo>
                  <a:pt x="1052" y="1023"/>
                </a:lnTo>
                <a:lnTo>
                  <a:pt x="1052" y="1024"/>
                </a:lnTo>
                <a:lnTo>
                  <a:pt x="1051" y="1024"/>
                </a:lnTo>
                <a:lnTo>
                  <a:pt x="1051" y="1025"/>
                </a:lnTo>
                <a:lnTo>
                  <a:pt x="1051" y="1026"/>
                </a:lnTo>
                <a:lnTo>
                  <a:pt x="1051" y="1027"/>
                </a:lnTo>
                <a:lnTo>
                  <a:pt x="1049" y="1028"/>
                </a:lnTo>
                <a:lnTo>
                  <a:pt x="1047" y="1028"/>
                </a:lnTo>
                <a:lnTo>
                  <a:pt x="1046" y="1028"/>
                </a:lnTo>
                <a:lnTo>
                  <a:pt x="1046" y="1027"/>
                </a:lnTo>
                <a:lnTo>
                  <a:pt x="1045" y="1027"/>
                </a:lnTo>
                <a:lnTo>
                  <a:pt x="1044" y="1027"/>
                </a:lnTo>
                <a:lnTo>
                  <a:pt x="1043" y="1027"/>
                </a:lnTo>
                <a:lnTo>
                  <a:pt x="1043" y="1028"/>
                </a:lnTo>
                <a:lnTo>
                  <a:pt x="1042" y="1029"/>
                </a:lnTo>
                <a:lnTo>
                  <a:pt x="1041" y="1031"/>
                </a:lnTo>
                <a:lnTo>
                  <a:pt x="1040" y="1031"/>
                </a:lnTo>
                <a:lnTo>
                  <a:pt x="1040" y="1030"/>
                </a:lnTo>
                <a:lnTo>
                  <a:pt x="1039" y="1030"/>
                </a:lnTo>
                <a:lnTo>
                  <a:pt x="1039" y="1029"/>
                </a:lnTo>
                <a:lnTo>
                  <a:pt x="1038" y="1028"/>
                </a:lnTo>
                <a:lnTo>
                  <a:pt x="1039" y="1027"/>
                </a:lnTo>
                <a:lnTo>
                  <a:pt x="1038" y="1026"/>
                </a:lnTo>
                <a:lnTo>
                  <a:pt x="1037" y="1026"/>
                </a:lnTo>
                <a:lnTo>
                  <a:pt x="1037" y="1025"/>
                </a:lnTo>
                <a:lnTo>
                  <a:pt x="1036" y="1024"/>
                </a:lnTo>
                <a:lnTo>
                  <a:pt x="1036" y="1022"/>
                </a:lnTo>
                <a:lnTo>
                  <a:pt x="1034" y="1022"/>
                </a:lnTo>
                <a:lnTo>
                  <a:pt x="1034" y="1021"/>
                </a:lnTo>
                <a:lnTo>
                  <a:pt x="1033" y="1021"/>
                </a:lnTo>
                <a:lnTo>
                  <a:pt x="1031" y="1021"/>
                </a:lnTo>
                <a:lnTo>
                  <a:pt x="1030" y="1021"/>
                </a:lnTo>
                <a:lnTo>
                  <a:pt x="1029" y="1021"/>
                </a:lnTo>
                <a:lnTo>
                  <a:pt x="1029" y="1020"/>
                </a:lnTo>
                <a:lnTo>
                  <a:pt x="1028" y="1020"/>
                </a:lnTo>
                <a:lnTo>
                  <a:pt x="1028" y="1019"/>
                </a:lnTo>
                <a:lnTo>
                  <a:pt x="1028" y="1018"/>
                </a:lnTo>
                <a:lnTo>
                  <a:pt x="1027" y="1017"/>
                </a:lnTo>
                <a:lnTo>
                  <a:pt x="1027" y="1016"/>
                </a:lnTo>
                <a:lnTo>
                  <a:pt x="1026" y="1016"/>
                </a:lnTo>
                <a:lnTo>
                  <a:pt x="1025" y="1016"/>
                </a:lnTo>
                <a:lnTo>
                  <a:pt x="1025" y="1015"/>
                </a:lnTo>
                <a:lnTo>
                  <a:pt x="1023" y="1014"/>
                </a:lnTo>
                <a:lnTo>
                  <a:pt x="1022" y="1014"/>
                </a:lnTo>
                <a:lnTo>
                  <a:pt x="1021" y="1014"/>
                </a:lnTo>
                <a:lnTo>
                  <a:pt x="1021" y="1013"/>
                </a:lnTo>
                <a:lnTo>
                  <a:pt x="1020" y="1013"/>
                </a:lnTo>
                <a:lnTo>
                  <a:pt x="1019" y="1013"/>
                </a:lnTo>
                <a:lnTo>
                  <a:pt x="1018" y="1014"/>
                </a:lnTo>
                <a:lnTo>
                  <a:pt x="1017" y="1014"/>
                </a:lnTo>
                <a:lnTo>
                  <a:pt x="1016" y="1014"/>
                </a:lnTo>
                <a:lnTo>
                  <a:pt x="1016" y="1013"/>
                </a:lnTo>
                <a:lnTo>
                  <a:pt x="1015" y="1013"/>
                </a:lnTo>
                <a:lnTo>
                  <a:pt x="1014" y="1013"/>
                </a:lnTo>
                <a:lnTo>
                  <a:pt x="1014" y="1014"/>
                </a:lnTo>
                <a:lnTo>
                  <a:pt x="1013" y="1015"/>
                </a:lnTo>
                <a:lnTo>
                  <a:pt x="1011" y="1015"/>
                </a:lnTo>
                <a:lnTo>
                  <a:pt x="1010" y="1015"/>
                </a:lnTo>
                <a:lnTo>
                  <a:pt x="1008" y="1015"/>
                </a:lnTo>
                <a:lnTo>
                  <a:pt x="1008" y="1016"/>
                </a:lnTo>
                <a:lnTo>
                  <a:pt x="1008" y="1017"/>
                </a:lnTo>
                <a:lnTo>
                  <a:pt x="1007" y="1017"/>
                </a:lnTo>
                <a:lnTo>
                  <a:pt x="1007" y="1016"/>
                </a:lnTo>
                <a:lnTo>
                  <a:pt x="1006" y="1016"/>
                </a:lnTo>
                <a:lnTo>
                  <a:pt x="1005" y="1016"/>
                </a:lnTo>
                <a:lnTo>
                  <a:pt x="1005" y="1017"/>
                </a:lnTo>
                <a:lnTo>
                  <a:pt x="1004" y="1017"/>
                </a:lnTo>
                <a:lnTo>
                  <a:pt x="1003" y="1017"/>
                </a:lnTo>
                <a:lnTo>
                  <a:pt x="1002" y="1018"/>
                </a:lnTo>
                <a:lnTo>
                  <a:pt x="1002" y="1019"/>
                </a:lnTo>
                <a:lnTo>
                  <a:pt x="1001" y="1020"/>
                </a:lnTo>
                <a:lnTo>
                  <a:pt x="1000" y="1021"/>
                </a:lnTo>
                <a:lnTo>
                  <a:pt x="999" y="1021"/>
                </a:lnTo>
                <a:lnTo>
                  <a:pt x="999" y="1022"/>
                </a:lnTo>
                <a:lnTo>
                  <a:pt x="998" y="1023"/>
                </a:lnTo>
                <a:lnTo>
                  <a:pt x="997" y="1024"/>
                </a:lnTo>
                <a:lnTo>
                  <a:pt x="996" y="1023"/>
                </a:lnTo>
                <a:lnTo>
                  <a:pt x="995" y="1023"/>
                </a:lnTo>
                <a:lnTo>
                  <a:pt x="994" y="1023"/>
                </a:lnTo>
                <a:lnTo>
                  <a:pt x="994" y="1022"/>
                </a:lnTo>
                <a:lnTo>
                  <a:pt x="995" y="1022"/>
                </a:lnTo>
                <a:lnTo>
                  <a:pt x="995" y="1020"/>
                </a:lnTo>
                <a:lnTo>
                  <a:pt x="994" y="1020"/>
                </a:lnTo>
                <a:lnTo>
                  <a:pt x="994" y="1019"/>
                </a:lnTo>
                <a:lnTo>
                  <a:pt x="994" y="1018"/>
                </a:lnTo>
                <a:lnTo>
                  <a:pt x="995" y="1017"/>
                </a:lnTo>
                <a:lnTo>
                  <a:pt x="994" y="1016"/>
                </a:lnTo>
                <a:lnTo>
                  <a:pt x="994" y="1015"/>
                </a:lnTo>
                <a:lnTo>
                  <a:pt x="995" y="1015"/>
                </a:lnTo>
                <a:lnTo>
                  <a:pt x="995" y="1014"/>
                </a:lnTo>
                <a:lnTo>
                  <a:pt x="994" y="1014"/>
                </a:lnTo>
                <a:lnTo>
                  <a:pt x="994" y="1013"/>
                </a:lnTo>
                <a:lnTo>
                  <a:pt x="993" y="1013"/>
                </a:lnTo>
                <a:lnTo>
                  <a:pt x="992" y="1012"/>
                </a:lnTo>
                <a:lnTo>
                  <a:pt x="992" y="1011"/>
                </a:lnTo>
                <a:lnTo>
                  <a:pt x="992" y="1010"/>
                </a:lnTo>
                <a:lnTo>
                  <a:pt x="993" y="1010"/>
                </a:lnTo>
                <a:lnTo>
                  <a:pt x="994" y="1010"/>
                </a:lnTo>
                <a:lnTo>
                  <a:pt x="994" y="1009"/>
                </a:lnTo>
                <a:lnTo>
                  <a:pt x="994" y="1008"/>
                </a:lnTo>
                <a:lnTo>
                  <a:pt x="995" y="1008"/>
                </a:lnTo>
                <a:lnTo>
                  <a:pt x="996" y="1008"/>
                </a:lnTo>
                <a:lnTo>
                  <a:pt x="997" y="1008"/>
                </a:lnTo>
                <a:lnTo>
                  <a:pt x="998" y="1008"/>
                </a:lnTo>
                <a:lnTo>
                  <a:pt x="998" y="1007"/>
                </a:lnTo>
                <a:lnTo>
                  <a:pt x="997" y="1007"/>
                </a:lnTo>
                <a:lnTo>
                  <a:pt x="996" y="1007"/>
                </a:lnTo>
                <a:lnTo>
                  <a:pt x="994" y="1007"/>
                </a:lnTo>
                <a:lnTo>
                  <a:pt x="993" y="1007"/>
                </a:lnTo>
                <a:lnTo>
                  <a:pt x="992" y="1007"/>
                </a:lnTo>
                <a:lnTo>
                  <a:pt x="991" y="1006"/>
                </a:lnTo>
                <a:lnTo>
                  <a:pt x="990" y="1005"/>
                </a:lnTo>
                <a:lnTo>
                  <a:pt x="989" y="1006"/>
                </a:lnTo>
                <a:lnTo>
                  <a:pt x="988" y="1006"/>
                </a:lnTo>
                <a:lnTo>
                  <a:pt x="987" y="1005"/>
                </a:lnTo>
                <a:lnTo>
                  <a:pt x="988" y="1005"/>
                </a:lnTo>
                <a:lnTo>
                  <a:pt x="988" y="1004"/>
                </a:lnTo>
                <a:lnTo>
                  <a:pt x="989" y="1003"/>
                </a:lnTo>
                <a:lnTo>
                  <a:pt x="989" y="1002"/>
                </a:lnTo>
                <a:lnTo>
                  <a:pt x="988" y="1002"/>
                </a:lnTo>
                <a:lnTo>
                  <a:pt x="988" y="1001"/>
                </a:lnTo>
                <a:lnTo>
                  <a:pt x="989" y="1001"/>
                </a:lnTo>
                <a:lnTo>
                  <a:pt x="988" y="1000"/>
                </a:lnTo>
                <a:lnTo>
                  <a:pt x="988" y="999"/>
                </a:lnTo>
                <a:lnTo>
                  <a:pt x="988" y="998"/>
                </a:lnTo>
                <a:lnTo>
                  <a:pt x="988" y="997"/>
                </a:lnTo>
                <a:lnTo>
                  <a:pt x="987" y="997"/>
                </a:lnTo>
                <a:lnTo>
                  <a:pt x="987" y="996"/>
                </a:lnTo>
                <a:lnTo>
                  <a:pt x="987" y="995"/>
                </a:lnTo>
                <a:lnTo>
                  <a:pt x="987" y="994"/>
                </a:lnTo>
                <a:lnTo>
                  <a:pt x="988" y="994"/>
                </a:lnTo>
                <a:lnTo>
                  <a:pt x="988" y="993"/>
                </a:lnTo>
                <a:lnTo>
                  <a:pt x="989" y="993"/>
                </a:lnTo>
                <a:lnTo>
                  <a:pt x="989" y="992"/>
                </a:lnTo>
                <a:lnTo>
                  <a:pt x="990" y="992"/>
                </a:lnTo>
                <a:lnTo>
                  <a:pt x="991" y="993"/>
                </a:lnTo>
                <a:lnTo>
                  <a:pt x="991" y="992"/>
                </a:lnTo>
                <a:lnTo>
                  <a:pt x="992" y="992"/>
                </a:lnTo>
                <a:lnTo>
                  <a:pt x="992" y="991"/>
                </a:lnTo>
                <a:lnTo>
                  <a:pt x="993" y="990"/>
                </a:lnTo>
                <a:lnTo>
                  <a:pt x="993" y="989"/>
                </a:lnTo>
                <a:lnTo>
                  <a:pt x="993" y="988"/>
                </a:lnTo>
                <a:lnTo>
                  <a:pt x="993" y="987"/>
                </a:lnTo>
                <a:lnTo>
                  <a:pt x="993" y="986"/>
                </a:lnTo>
                <a:lnTo>
                  <a:pt x="993" y="985"/>
                </a:lnTo>
                <a:lnTo>
                  <a:pt x="993" y="984"/>
                </a:lnTo>
                <a:lnTo>
                  <a:pt x="992" y="984"/>
                </a:lnTo>
                <a:lnTo>
                  <a:pt x="992" y="983"/>
                </a:lnTo>
                <a:lnTo>
                  <a:pt x="992" y="982"/>
                </a:lnTo>
                <a:lnTo>
                  <a:pt x="992" y="981"/>
                </a:lnTo>
                <a:lnTo>
                  <a:pt x="992" y="980"/>
                </a:lnTo>
                <a:lnTo>
                  <a:pt x="991" y="979"/>
                </a:lnTo>
                <a:lnTo>
                  <a:pt x="990" y="979"/>
                </a:lnTo>
                <a:lnTo>
                  <a:pt x="989" y="979"/>
                </a:lnTo>
                <a:lnTo>
                  <a:pt x="988" y="979"/>
                </a:lnTo>
                <a:lnTo>
                  <a:pt x="989" y="978"/>
                </a:lnTo>
                <a:lnTo>
                  <a:pt x="988" y="978"/>
                </a:lnTo>
                <a:lnTo>
                  <a:pt x="987" y="979"/>
                </a:lnTo>
                <a:lnTo>
                  <a:pt x="986" y="979"/>
                </a:lnTo>
                <a:lnTo>
                  <a:pt x="986" y="980"/>
                </a:lnTo>
                <a:lnTo>
                  <a:pt x="985" y="981"/>
                </a:lnTo>
                <a:lnTo>
                  <a:pt x="984" y="981"/>
                </a:lnTo>
                <a:lnTo>
                  <a:pt x="983" y="980"/>
                </a:lnTo>
                <a:lnTo>
                  <a:pt x="982" y="980"/>
                </a:lnTo>
                <a:lnTo>
                  <a:pt x="981" y="980"/>
                </a:lnTo>
                <a:lnTo>
                  <a:pt x="980" y="980"/>
                </a:lnTo>
                <a:lnTo>
                  <a:pt x="980" y="979"/>
                </a:lnTo>
                <a:lnTo>
                  <a:pt x="979" y="979"/>
                </a:lnTo>
                <a:lnTo>
                  <a:pt x="979" y="978"/>
                </a:lnTo>
                <a:lnTo>
                  <a:pt x="979" y="977"/>
                </a:lnTo>
                <a:lnTo>
                  <a:pt x="978" y="977"/>
                </a:lnTo>
                <a:lnTo>
                  <a:pt x="978" y="976"/>
                </a:lnTo>
                <a:lnTo>
                  <a:pt x="978" y="975"/>
                </a:lnTo>
                <a:lnTo>
                  <a:pt x="979" y="975"/>
                </a:lnTo>
                <a:lnTo>
                  <a:pt x="979" y="974"/>
                </a:lnTo>
                <a:lnTo>
                  <a:pt x="980" y="974"/>
                </a:lnTo>
                <a:lnTo>
                  <a:pt x="980" y="973"/>
                </a:lnTo>
                <a:lnTo>
                  <a:pt x="980" y="972"/>
                </a:lnTo>
                <a:lnTo>
                  <a:pt x="980" y="971"/>
                </a:lnTo>
                <a:lnTo>
                  <a:pt x="980" y="970"/>
                </a:lnTo>
                <a:lnTo>
                  <a:pt x="980" y="969"/>
                </a:lnTo>
                <a:lnTo>
                  <a:pt x="979" y="969"/>
                </a:lnTo>
                <a:lnTo>
                  <a:pt x="978" y="969"/>
                </a:lnTo>
                <a:lnTo>
                  <a:pt x="977" y="969"/>
                </a:lnTo>
                <a:lnTo>
                  <a:pt x="976" y="969"/>
                </a:lnTo>
                <a:lnTo>
                  <a:pt x="975" y="969"/>
                </a:lnTo>
                <a:lnTo>
                  <a:pt x="973" y="969"/>
                </a:lnTo>
                <a:lnTo>
                  <a:pt x="972" y="969"/>
                </a:lnTo>
                <a:lnTo>
                  <a:pt x="972" y="968"/>
                </a:lnTo>
                <a:lnTo>
                  <a:pt x="971" y="968"/>
                </a:lnTo>
                <a:lnTo>
                  <a:pt x="971" y="967"/>
                </a:lnTo>
                <a:lnTo>
                  <a:pt x="970" y="967"/>
                </a:lnTo>
                <a:lnTo>
                  <a:pt x="969" y="967"/>
                </a:lnTo>
                <a:lnTo>
                  <a:pt x="968" y="967"/>
                </a:lnTo>
                <a:lnTo>
                  <a:pt x="968" y="966"/>
                </a:lnTo>
                <a:lnTo>
                  <a:pt x="967" y="966"/>
                </a:lnTo>
                <a:lnTo>
                  <a:pt x="966" y="966"/>
                </a:lnTo>
                <a:lnTo>
                  <a:pt x="966" y="967"/>
                </a:lnTo>
                <a:lnTo>
                  <a:pt x="966" y="966"/>
                </a:lnTo>
                <a:lnTo>
                  <a:pt x="965" y="966"/>
                </a:lnTo>
                <a:lnTo>
                  <a:pt x="964" y="966"/>
                </a:lnTo>
                <a:lnTo>
                  <a:pt x="964" y="965"/>
                </a:lnTo>
                <a:lnTo>
                  <a:pt x="964" y="964"/>
                </a:lnTo>
                <a:lnTo>
                  <a:pt x="963" y="964"/>
                </a:lnTo>
                <a:lnTo>
                  <a:pt x="963" y="965"/>
                </a:lnTo>
                <a:lnTo>
                  <a:pt x="963" y="964"/>
                </a:lnTo>
                <a:lnTo>
                  <a:pt x="962" y="964"/>
                </a:lnTo>
                <a:lnTo>
                  <a:pt x="961" y="965"/>
                </a:lnTo>
                <a:lnTo>
                  <a:pt x="961" y="966"/>
                </a:lnTo>
                <a:lnTo>
                  <a:pt x="960" y="967"/>
                </a:lnTo>
                <a:lnTo>
                  <a:pt x="960" y="968"/>
                </a:lnTo>
                <a:lnTo>
                  <a:pt x="959" y="968"/>
                </a:lnTo>
                <a:lnTo>
                  <a:pt x="958" y="968"/>
                </a:lnTo>
                <a:lnTo>
                  <a:pt x="958" y="969"/>
                </a:lnTo>
                <a:lnTo>
                  <a:pt x="957" y="969"/>
                </a:lnTo>
                <a:lnTo>
                  <a:pt x="956" y="969"/>
                </a:lnTo>
                <a:lnTo>
                  <a:pt x="956" y="970"/>
                </a:lnTo>
                <a:lnTo>
                  <a:pt x="956" y="969"/>
                </a:lnTo>
                <a:lnTo>
                  <a:pt x="955" y="969"/>
                </a:lnTo>
                <a:lnTo>
                  <a:pt x="954" y="969"/>
                </a:lnTo>
                <a:lnTo>
                  <a:pt x="954" y="970"/>
                </a:lnTo>
                <a:lnTo>
                  <a:pt x="953" y="970"/>
                </a:lnTo>
                <a:lnTo>
                  <a:pt x="952" y="970"/>
                </a:lnTo>
                <a:lnTo>
                  <a:pt x="953" y="970"/>
                </a:lnTo>
                <a:lnTo>
                  <a:pt x="953" y="971"/>
                </a:lnTo>
                <a:lnTo>
                  <a:pt x="952" y="972"/>
                </a:lnTo>
                <a:lnTo>
                  <a:pt x="952" y="973"/>
                </a:lnTo>
                <a:lnTo>
                  <a:pt x="952" y="974"/>
                </a:lnTo>
                <a:lnTo>
                  <a:pt x="952" y="975"/>
                </a:lnTo>
                <a:lnTo>
                  <a:pt x="952" y="976"/>
                </a:lnTo>
                <a:lnTo>
                  <a:pt x="952" y="977"/>
                </a:lnTo>
                <a:lnTo>
                  <a:pt x="951" y="977"/>
                </a:lnTo>
                <a:lnTo>
                  <a:pt x="951" y="978"/>
                </a:lnTo>
                <a:lnTo>
                  <a:pt x="950" y="978"/>
                </a:lnTo>
                <a:lnTo>
                  <a:pt x="950" y="979"/>
                </a:lnTo>
                <a:lnTo>
                  <a:pt x="949" y="980"/>
                </a:lnTo>
                <a:lnTo>
                  <a:pt x="949" y="981"/>
                </a:lnTo>
                <a:lnTo>
                  <a:pt x="949" y="982"/>
                </a:lnTo>
                <a:lnTo>
                  <a:pt x="948" y="982"/>
                </a:lnTo>
                <a:lnTo>
                  <a:pt x="946" y="981"/>
                </a:lnTo>
                <a:lnTo>
                  <a:pt x="946" y="982"/>
                </a:lnTo>
                <a:lnTo>
                  <a:pt x="946" y="983"/>
                </a:lnTo>
                <a:lnTo>
                  <a:pt x="945" y="983"/>
                </a:lnTo>
                <a:lnTo>
                  <a:pt x="945" y="984"/>
                </a:lnTo>
                <a:lnTo>
                  <a:pt x="944" y="984"/>
                </a:lnTo>
                <a:lnTo>
                  <a:pt x="943" y="985"/>
                </a:lnTo>
                <a:lnTo>
                  <a:pt x="943" y="987"/>
                </a:lnTo>
                <a:lnTo>
                  <a:pt x="944" y="987"/>
                </a:lnTo>
                <a:lnTo>
                  <a:pt x="945" y="987"/>
                </a:lnTo>
                <a:lnTo>
                  <a:pt x="945" y="988"/>
                </a:lnTo>
                <a:lnTo>
                  <a:pt x="945" y="989"/>
                </a:lnTo>
                <a:lnTo>
                  <a:pt x="944" y="989"/>
                </a:lnTo>
                <a:lnTo>
                  <a:pt x="943" y="989"/>
                </a:lnTo>
                <a:lnTo>
                  <a:pt x="942" y="989"/>
                </a:lnTo>
                <a:lnTo>
                  <a:pt x="941" y="989"/>
                </a:lnTo>
                <a:lnTo>
                  <a:pt x="941" y="990"/>
                </a:lnTo>
                <a:lnTo>
                  <a:pt x="941" y="991"/>
                </a:lnTo>
                <a:lnTo>
                  <a:pt x="941" y="992"/>
                </a:lnTo>
                <a:lnTo>
                  <a:pt x="941" y="993"/>
                </a:lnTo>
                <a:lnTo>
                  <a:pt x="940" y="993"/>
                </a:lnTo>
                <a:lnTo>
                  <a:pt x="939" y="993"/>
                </a:lnTo>
                <a:lnTo>
                  <a:pt x="938" y="994"/>
                </a:lnTo>
                <a:lnTo>
                  <a:pt x="937" y="994"/>
                </a:lnTo>
                <a:lnTo>
                  <a:pt x="936" y="994"/>
                </a:lnTo>
                <a:lnTo>
                  <a:pt x="935" y="994"/>
                </a:lnTo>
                <a:lnTo>
                  <a:pt x="934" y="994"/>
                </a:lnTo>
                <a:lnTo>
                  <a:pt x="933" y="994"/>
                </a:lnTo>
                <a:lnTo>
                  <a:pt x="932" y="995"/>
                </a:lnTo>
                <a:lnTo>
                  <a:pt x="931" y="994"/>
                </a:lnTo>
                <a:lnTo>
                  <a:pt x="930" y="994"/>
                </a:lnTo>
                <a:lnTo>
                  <a:pt x="929" y="995"/>
                </a:lnTo>
                <a:lnTo>
                  <a:pt x="929" y="994"/>
                </a:lnTo>
                <a:lnTo>
                  <a:pt x="928" y="995"/>
                </a:lnTo>
                <a:lnTo>
                  <a:pt x="927" y="996"/>
                </a:lnTo>
                <a:lnTo>
                  <a:pt x="926" y="996"/>
                </a:lnTo>
                <a:lnTo>
                  <a:pt x="925" y="996"/>
                </a:lnTo>
                <a:lnTo>
                  <a:pt x="926" y="996"/>
                </a:lnTo>
                <a:lnTo>
                  <a:pt x="925" y="997"/>
                </a:lnTo>
                <a:lnTo>
                  <a:pt x="924" y="997"/>
                </a:lnTo>
                <a:lnTo>
                  <a:pt x="923" y="997"/>
                </a:lnTo>
                <a:lnTo>
                  <a:pt x="923" y="996"/>
                </a:lnTo>
                <a:lnTo>
                  <a:pt x="922" y="996"/>
                </a:lnTo>
                <a:lnTo>
                  <a:pt x="923" y="996"/>
                </a:lnTo>
                <a:lnTo>
                  <a:pt x="923" y="995"/>
                </a:lnTo>
                <a:lnTo>
                  <a:pt x="923" y="994"/>
                </a:lnTo>
                <a:lnTo>
                  <a:pt x="922" y="994"/>
                </a:lnTo>
                <a:lnTo>
                  <a:pt x="921" y="995"/>
                </a:lnTo>
                <a:lnTo>
                  <a:pt x="920" y="995"/>
                </a:lnTo>
                <a:lnTo>
                  <a:pt x="919" y="995"/>
                </a:lnTo>
                <a:lnTo>
                  <a:pt x="917" y="996"/>
                </a:lnTo>
                <a:lnTo>
                  <a:pt x="915" y="997"/>
                </a:lnTo>
                <a:lnTo>
                  <a:pt x="914" y="997"/>
                </a:lnTo>
                <a:lnTo>
                  <a:pt x="913" y="997"/>
                </a:lnTo>
                <a:lnTo>
                  <a:pt x="913" y="998"/>
                </a:lnTo>
                <a:lnTo>
                  <a:pt x="912" y="998"/>
                </a:lnTo>
                <a:lnTo>
                  <a:pt x="911" y="999"/>
                </a:lnTo>
                <a:lnTo>
                  <a:pt x="910" y="1000"/>
                </a:lnTo>
                <a:lnTo>
                  <a:pt x="909" y="1001"/>
                </a:lnTo>
                <a:lnTo>
                  <a:pt x="908" y="1001"/>
                </a:lnTo>
                <a:lnTo>
                  <a:pt x="907" y="1002"/>
                </a:lnTo>
                <a:lnTo>
                  <a:pt x="907" y="1001"/>
                </a:lnTo>
                <a:lnTo>
                  <a:pt x="906" y="1001"/>
                </a:lnTo>
                <a:lnTo>
                  <a:pt x="905" y="1001"/>
                </a:lnTo>
                <a:lnTo>
                  <a:pt x="904" y="1001"/>
                </a:lnTo>
                <a:lnTo>
                  <a:pt x="903" y="1001"/>
                </a:lnTo>
                <a:lnTo>
                  <a:pt x="903" y="1002"/>
                </a:lnTo>
                <a:lnTo>
                  <a:pt x="902" y="1002"/>
                </a:lnTo>
                <a:lnTo>
                  <a:pt x="901" y="1002"/>
                </a:lnTo>
                <a:lnTo>
                  <a:pt x="901" y="1003"/>
                </a:lnTo>
                <a:lnTo>
                  <a:pt x="900" y="1003"/>
                </a:lnTo>
                <a:lnTo>
                  <a:pt x="899" y="1003"/>
                </a:lnTo>
                <a:lnTo>
                  <a:pt x="898" y="1003"/>
                </a:lnTo>
                <a:lnTo>
                  <a:pt x="899" y="1002"/>
                </a:lnTo>
                <a:lnTo>
                  <a:pt x="898" y="1002"/>
                </a:lnTo>
                <a:lnTo>
                  <a:pt x="898" y="1001"/>
                </a:lnTo>
                <a:lnTo>
                  <a:pt x="897" y="1002"/>
                </a:lnTo>
                <a:lnTo>
                  <a:pt x="897" y="1001"/>
                </a:lnTo>
                <a:lnTo>
                  <a:pt x="897" y="1000"/>
                </a:lnTo>
                <a:lnTo>
                  <a:pt x="897" y="999"/>
                </a:lnTo>
                <a:lnTo>
                  <a:pt x="897" y="998"/>
                </a:lnTo>
                <a:lnTo>
                  <a:pt x="896" y="998"/>
                </a:lnTo>
                <a:lnTo>
                  <a:pt x="896" y="997"/>
                </a:lnTo>
                <a:lnTo>
                  <a:pt x="895" y="997"/>
                </a:lnTo>
                <a:lnTo>
                  <a:pt x="895" y="996"/>
                </a:lnTo>
                <a:lnTo>
                  <a:pt x="894" y="996"/>
                </a:lnTo>
                <a:lnTo>
                  <a:pt x="893" y="996"/>
                </a:lnTo>
                <a:lnTo>
                  <a:pt x="892" y="997"/>
                </a:lnTo>
                <a:lnTo>
                  <a:pt x="891" y="997"/>
                </a:lnTo>
                <a:lnTo>
                  <a:pt x="891" y="998"/>
                </a:lnTo>
                <a:lnTo>
                  <a:pt x="890" y="997"/>
                </a:lnTo>
                <a:lnTo>
                  <a:pt x="890" y="996"/>
                </a:lnTo>
                <a:lnTo>
                  <a:pt x="889" y="995"/>
                </a:lnTo>
                <a:lnTo>
                  <a:pt x="888" y="995"/>
                </a:lnTo>
                <a:lnTo>
                  <a:pt x="888" y="994"/>
                </a:lnTo>
                <a:lnTo>
                  <a:pt x="887" y="994"/>
                </a:lnTo>
                <a:lnTo>
                  <a:pt x="886" y="994"/>
                </a:lnTo>
                <a:lnTo>
                  <a:pt x="886" y="993"/>
                </a:lnTo>
                <a:lnTo>
                  <a:pt x="885" y="993"/>
                </a:lnTo>
                <a:lnTo>
                  <a:pt x="885" y="992"/>
                </a:lnTo>
                <a:lnTo>
                  <a:pt x="884" y="992"/>
                </a:lnTo>
                <a:lnTo>
                  <a:pt x="884" y="991"/>
                </a:lnTo>
                <a:lnTo>
                  <a:pt x="883" y="991"/>
                </a:lnTo>
                <a:lnTo>
                  <a:pt x="883" y="990"/>
                </a:lnTo>
                <a:lnTo>
                  <a:pt x="882" y="990"/>
                </a:lnTo>
                <a:lnTo>
                  <a:pt x="881" y="989"/>
                </a:lnTo>
                <a:lnTo>
                  <a:pt x="880" y="988"/>
                </a:lnTo>
                <a:lnTo>
                  <a:pt x="880" y="989"/>
                </a:lnTo>
                <a:lnTo>
                  <a:pt x="879" y="988"/>
                </a:lnTo>
                <a:lnTo>
                  <a:pt x="879" y="987"/>
                </a:lnTo>
                <a:lnTo>
                  <a:pt x="878" y="986"/>
                </a:lnTo>
                <a:lnTo>
                  <a:pt x="877" y="986"/>
                </a:lnTo>
                <a:lnTo>
                  <a:pt x="876" y="986"/>
                </a:lnTo>
                <a:lnTo>
                  <a:pt x="875" y="985"/>
                </a:lnTo>
                <a:lnTo>
                  <a:pt x="875" y="984"/>
                </a:lnTo>
                <a:lnTo>
                  <a:pt x="874" y="984"/>
                </a:lnTo>
                <a:lnTo>
                  <a:pt x="874" y="983"/>
                </a:lnTo>
                <a:lnTo>
                  <a:pt x="875" y="983"/>
                </a:lnTo>
                <a:lnTo>
                  <a:pt x="874" y="983"/>
                </a:lnTo>
                <a:lnTo>
                  <a:pt x="874" y="982"/>
                </a:lnTo>
                <a:lnTo>
                  <a:pt x="873" y="981"/>
                </a:lnTo>
                <a:lnTo>
                  <a:pt x="873" y="980"/>
                </a:lnTo>
                <a:lnTo>
                  <a:pt x="873" y="981"/>
                </a:lnTo>
                <a:lnTo>
                  <a:pt x="874" y="980"/>
                </a:lnTo>
                <a:lnTo>
                  <a:pt x="873" y="979"/>
                </a:lnTo>
                <a:lnTo>
                  <a:pt x="872" y="978"/>
                </a:lnTo>
                <a:lnTo>
                  <a:pt x="872" y="977"/>
                </a:lnTo>
                <a:lnTo>
                  <a:pt x="871" y="976"/>
                </a:lnTo>
                <a:lnTo>
                  <a:pt x="870" y="976"/>
                </a:lnTo>
                <a:lnTo>
                  <a:pt x="869" y="976"/>
                </a:lnTo>
                <a:lnTo>
                  <a:pt x="869" y="975"/>
                </a:lnTo>
                <a:lnTo>
                  <a:pt x="868" y="975"/>
                </a:lnTo>
                <a:lnTo>
                  <a:pt x="867" y="975"/>
                </a:lnTo>
                <a:lnTo>
                  <a:pt x="866" y="974"/>
                </a:lnTo>
                <a:lnTo>
                  <a:pt x="865" y="974"/>
                </a:lnTo>
                <a:lnTo>
                  <a:pt x="864" y="973"/>
                </a:lnTo>
                <a:lnTo>
                  <a:pt x="863" y="973"/>
                </a:lnTo>
                <a:lnTo>
                  <a:pt x="863" y="972"/>
                </a:lnTo>
                <a:lnTo>
                  <a:pt x="864" y="971"/>
                </a:lnTo>
                <a:lnTo>
                  <a:pt x="866" y="970"/>
                </a:lnTo>
                <a:lnTo>
                  <a:pt x="866" y="971"/>
                </a:lnTo>
                <a:lnTo>
                  <a:pt x="868" y="971"/>
                </a:lnTo>
                <a:lnTo>
                  <a:pt x="869" y="970"/>
                </a:lnTo>
                <a:lnTo>
                  <a:pt x="871" y="971"/>
                </a:lnTo>
                <a:lnTo>
                  <a:pt x="872" y="971"/>
                </a:lnTo>
                <a:lnTo>
                  <a:pt x="873" y="971"/>
                </a:lnTo>
                <a:lnTo>
                  <a:pt x="874" y="971"/>
                </a:lnTo>
                <a:lnTo>
                  <a:pt x="874" y="970"/>
                </a:lnTo>
                <a:lnTo>
                  <a:pt x="875" y="969"/>
                </a:lnTo>
                <a:lnTo>
                  <a:pt x="875" y="970"/>
                </a:lnTo>
                <a:lnTo>
                  <a:pt x="876" y="970"/>
                </a:lnTo>
                <a:lnTo>
                  <a:pt x="876" y="968"/>
                </a:lnTo>
                <a:lnTo>
                  <a:pt x="876" y="967"/>
                </a:lnTo>
                <a:lnTo>
                  <a:pt x="876" y="966"/>
                </a:lnTo>
                <a:lnTo>
                  <a:pt x="876" y="965"/>
                </a:lnTo>
                <a:lnTo>
                  <a:pt x="877" y="965"/>
                </a:lnTo>
                <a:lnTo>
                  <a:pt x="878" y="964"/>
                </a:lnTo>
                <a:lnTo>
                  <a:pt x="879" y="964"/>
                </a:lnTo>
                <a:lnTo>
                  <a:pt x="880" y="964"/>
                </a:lnTo>
                <a:lnTo>
                  <a:pt x="881" y="963"/>
                </a:lnTo>
                <a:lnTo>
                  <a:pt x="881" y="962"/>
                </a:lnTo>
                <a:lnTo>
                  <a:pt x="882" y="962"/>
                </a:lnTo>
                <a:lnTo>
                  <a:pt x="883" y="962"/>
                </a:lnTo>
                <a:lnTo>
                  <a:pt x="883" y="961"/>
                </a:lnTo>
                <a:lnTo>
                  <a:pt x="883" y="960"/>
                </a:lnTo>
                <a:lnTo>
                  <a:pt x="883" y="959"/>
                </a:lnTo>
                <a:lnTo>
                  <a:pt x="883" y="958"/>
                </a:lnTo>
                <a:lnTo>
                  <a:pt x="882" y="958"/>
                </a:lnTo>
                <a:lnTo>
                  <a:pt x="882" y="957"/>
                </a:lnTo>
                <a:lnTo>
                  <a:pt x="883" y="957"/>
                </a:lnTo>
                <a:lnTo>
                  <a:pt x="883" y="956"/>
                </a:lnTo>
                <a:lnTo>
                  <a:pt x="883" y="955"/>
                </a:lnTo>
                <a:lnTo>
                  <a:pt x="884" y="954"/>
                </a:lnTo>
                <a:lnTo>
                  <a:pt x="884" y="953"/>
                </a:lnTo>
                <a:lnTo>
                  <a:pt x="883" y="953"/>
                </a:lnTo>
                <a:lnTo>
                  <a:pt x="882" y="954"/>
                </a:lnTo>
                <a:lnTo>
                  <a:pt x="881" y="954"/>
                </a:lnTo>
                <a:lnTo>
                  <a:pt x="879" y="953"/>
                </a:lnTo>
                <a:lnTo>
                  <a:pt x="878" y="952"/>
                </a:lnTo>
                <a:lnTo>
                  <a:pt x="877" y="951"/>
                </a:lnTo>
                <a:lnTo>
                  <a:pt x="877" y="950"/>
                </a:lnTo>
                <a:lnTo>
                  <a:pt x="877" y="949"/>
                </a:lnTo>
                <a:lnTo>
                  <a:pt x="877" y="948"/>
                </a:lnTo>
                <a:lnTo>
                  <a:pt x="879" y="948"/>
                </a:lnTo>
                <a:lnTo>
                  <a:pt x="880" y="947"/>
                </a:lnTo>
                <a:lnTo>
                  <a:pt x="881" y="947"/>
                </a:lnTo>
                <a:lnTo>
                  <a:pt x="882" y="947"/>
                </a:lnTo>
                <a:lnTo>
                  <a:pt x="883" y="946"/>
                </a:lnTo>
                <a:lnTo>
                  <a:pt x="883" y="944"/>
                </a:lnTo>
                <a:lnTo>
                  <a:pt x="884" y="943"/>
                </a:lnTo>
                <a:lnTo>
                  <a:pt x="885" y="943"/>
                </a:lnTo>
                <a:lnTo>
                  <a:pt x="885" y="942"/>
                </a:lnTo>
                <a:lnTo>
                  <a:pt x="883" y="941"/>
                </a:lnTo>
                <a:lnTo>
                  <a:pt x="882" y="940"/>
                </a:lnTo>
                <a:lnTo>
                  <a:pt x="882" y="939"/>
                </a:lnTo>
                <a:lnTo>
                  <a:pt x="883" y="939"/>
                </a:lnTo>
                <a:lnTo>
                  <a:pt x="883" y="938"/>
                </a:lnTo>
                <a:lnTo>
                  <a:pt x="881" y="938"/>
                </a:lnTo>
                <a:lnTo>
                  <a:pt x="880" y="938"/>
                </a:lnTo>
                <a:lnTo>
                  <a:pt x="879" y="938"/>
                </a:lnTo>
                <a:lnTo>
                  <a:pt x="878" y="938"/>
                </a:lnTo>
                <a:lnTo>
                  <a:pt x="877" y="938"/>
                </a:lnTo>
                <a:lnTo>
                  <a:pt x="877" y="937"/>
                </a:lnTo>
                <a:lnTo>
                  <a:pt x="877" y="935"/>
                </a:lnTo>
                <a:lnTo>
                  <a:pt x="876" y="935"/>
                </a:lnTo>
                <a:lnTo>
                  <a:pt x="876" y="934"/>
                </a:lnTo>
                <a:lnTo>
                  <a:pt x="875" y="933"/>
                </a:lnTo>
                <a:lnTo>
                  <a:pt x="875" y="932"/>
                </a:lnTo>
                <a:lnTo>
                  <a:pt x="875" y="931"/>
                </a:lnTo>
                <a:lnTo>
                  <a:pt x="875" y="930"/>
                </a:lnTo>
                <a:lnTo>
                  <a:pt x="874" y="929"/>
                </a:lnTo>
                <a:lnTo>
                  <a:pt x="873" y="928"/>
                </a:lnTo>
                <a:lnTo>
                  <a:pt x="872" y="928"/>
                </a:lnTo>
                <a:lnTo>
                  <a:pt x="871" y="928"/>
                </a:lnTo>
                <a:lnTo>
                  <a:pt x="870" y="928"/>
                </a:lnTo>
                <a:lnTo>
                  <a:pt x="869" y="928"/>
                </a:lnTo>
                <a:lnTo>
                  <a:pt x="869" y="929"/>
                </a:lnTo>
                <a:lnTo>
                  <a:pt x="868" y="929"/>
                </a:lnTo>
                <a:lnTo>
                  <a:pt x="868" y="930"/>
                </a:lnTo>
                <a:lnTo>
                  <a:pt x="867" y="931"/>
                </a:lnTo>
                <a:lnTo>
                  <a:pt x="866" y="932"/>
                </a:lnTo>
                <a:lnTo>
                  <a:pt x="865" y="932"/>
                </a:lnTo>
                <a:lnTo>
                  <a:pt x="864" y="933"/>
                </a:lnTo>
                <a:lnTo>
                  <a:pt x="864" y="932"/>
                </a:lnTo>
                <a:lnTo>
                  <a:pt x="863" y="932"/>
                </a:lnTo>
                <a:lnTo>
                  <a:pt x="862" y="931"/>
                </a:lnTo>
                <a:lnTo>
                  <a:pt x="863" y="930"/>
                </a:lnTo>
                <a:lnTo>
                  <a:pt x="864" y="929"/>
                </a:lnTo>
                <a:lnTo>
                  <a:pt x="863" y="929"/>
                </a:lnTo>
                <a:lnTo>
                  <a:pt x="862" y="928"/>
                </a:lnTo>
                <a:lnTo>
                  <a:pt x="862" y="927"/>
                </a:lnTo>
                <a:lnTo>
                  <a:pt x="861" y="925"/>
                </a:lnTo>
                <a:lnTo>
                  <a:pt x="860" y="925"/>
                </a:lnTo>
                <a:lnTo>
                  <a:pt x="860" y="924"/>
                </a:lnTo>
                <a:lnTo>
                  <a:pt x="860" y="923"/>
                </a:lnTo>
                <a:lnTo>
                  <a:pt x="859" y="922"/>
                </a:lnTo>
                <a:lnTo>
                  <a:pt x="859" y="921"/>
                </a:lnTo>
                <a:lnTo>
                  <a:pt x="860" y="920"/>
                </a:lnTo>
                <a:lnTo>
                  <a:pt x="859" y="920"/>
                </a:lnTo>
                <a:lnTo>
                  <a:pt x="858" y="920"/>
                </a:lnTo>
                <a:lnTo>
                  <a:pt x="858" y="919"/>
                </a:lnTo>
                <a:lnTo>
                  <a:pt x="858" y="918"/>
                </a:lnTo>
                <a:lnTo>
                  <a:pt x="858" y="917"/>
                </a:lnTo>
                <a:lnTo>
                  <a:pt x="858" y="916"/>
                </a:lnTo>
                <a:lnTo>
                  <a:pt x="859" y="916"/>
                </a:lnTo>
                <a:lnTo>
                  <a:pt x="859" y="915"/>
                </a:lnTo>
                <a:lnTo>
                  <a:pt x="859" y="914"/>
                </a:lnTo>
                <a:lnTo>
                  <a:pt x="859" y="913"/>
                </a:lnTo>
                <a:lnTo>
                  <a:pt x="859" y="912"/>
                </a:lnTo>
                <a:lnTo>
                  <a:pt x="858" y="911"/>
                </a:lnTo>
                <a:lnTo>
                  <a:pt x="858" y="910"/>
                </a:lnTo>
                <a:lnTo>
                  <a:pt x="859" y="910"/>
                </a:lnTo>
                <a:lnTo>
                  <a:pt x="859" y="909"/>
                </a:lnTo>
                <a:lnTo>
                  <a:pt x="860" y="908"/>
                </a:lnTo>
                <a:lnTo>
                  <a:pt x="859" y="907"/>
                </a:lnTo>
                <a:lnTo>
                  <a:pt x="859" y="906"/>
                </a:lnTo>
                <a:lnTo>
                  <a:pt x="859" y="904"/>
                </a:lnTo>
                <a:lnTo>
                  <a:pt x="859" y="903"/>
                </a:lnTo>
                <a:lnTo>
                  <a:pt x="858" y="903"/>
                </a:lnTo>
                <a:lnTo>
                  <a:pt x="857" y="902"/>
                </a:lnTo>
                <a:lnTo>
                  <a:pt x="857" y="901"/>
                </a:lnTo>
                <a:lnTo>
                  <a:pt x="857" y="899"/>
                </a:lnTo>
                <a:lnTo>
                  <a:pt x="857" y="898"/>
                </a:lnTo>
                <a:lnTo>
                  <a:pt x="859" y="898"/>
                </a:lnTo>
                <a:lnTo>
                  <a:pt x="859" y="897"/>
                </a:lnTo>
                <a:lnTo>
                  <a:pt x="860" y="897"/>
                </a:lnTo>
                <a:lnTo>
                  <a:pt x="860" y="898"/>
                </a:lnTo>
                <a:lnTo>
                  <a:pt x="862" y="898"/>
                </a:lnTo>
                <a:lnTo>
                  <a:pt x="863" y="898"/>
                </a:lnTo>
                <a:lnTo>
                  <a:pt x="863" y="897"/>
                </a:lnTo>
                <a:lnTo>
                  <a:pt x="865" y="897"/>
                </a:lnTo>
                <a:lnTo>
                  <a:pt x="866" y="897"/>
                </a:lnTo>
                <a:lnTo>
                  <a:pt x="867" y="897"/>
                </a:lnTo>
                <a:lnTo>
                  <a:pt x="867" y="896"/>
                </a:lnTo>
                <a:lnTo>
                  <a:pt x="867" y="895"/>
                </a:lnTo>
                <a:lnTo>
                  <a:pt x="868" y="895"/>
                </a:lnTo>
                <a:lnTo>
                  <a:pt x="868" y="894"/>
                </a:lnTo>
                <a:lnTo>
                  <a:pt x="869" y="894"/>
                </a:lnTo>
                <a:lnTo>
                  <a:pt x="869" y="895"/>
                </a:lnTo>
                <a:lnTo>
                  <a:pt x="870" y="895"/>
                </a:lnTo>
                <a:lnTo>
                  <a:pt x="871" y="895"/>
                </a:lnTo>
                <a:lnTo>
                  <a:pt x="871" y="894"/>
                </a:lnTo>
                <a:lnTo>
                  <a:pt x="872" y="894"/>
                </a:lnTo>
                <a:lnTo>
                  <a:pt x="872" y="893"/>
                </a:lnTo>
                <a:lnTo>
                  <a:pt x="872" y="892"/>
                </a:lnTo>
                <a:lnTo>
                  <a:pt x="872" y="891"/>
                </a:lnTo>
                <a:lnTo>
                  <a:pt x="873" y="890"/>
                </a:lnTo>
                <a:lnTo>
                  <a:pt x="874" y="889"/>
                </a:lnTo>
                <a:lnTo>
                  <a:pt x="875" y="888"/>
                </a:lnTo>
                <a:lnTo>
                  <a:pt x="877" y="888"/>
                </a:lnTo>
                <a:lnTo>
                  <a:pt x="878" y="888"/>
                </a:lnTo>
                <a:lnTo>
                  <a:pt x="879" y="889"/>
                </a:lnTo>
                <a:lnTo>
                  <a:pt x="879" y="888"/>
                </a:lnTo>
                <a:lnTo>
                  <a:pt x="879" y="887"/>
                </a:lnTo>
                <a:lnTo>
                  <a:pt x="880" y="886"/>
                </a:lnTo>
                <a:lnTo>
                  <a:pt x="880" y="885"/>
                </a:lnTo>
                <a:lnTo>
                  <a:pt x="880" y="884"/>
                </a:lnTo>
                <a:lnTo>
                  <a:pt x="881" y="884"/>
                </a:lnTo>
                <a:lnTo>
                  <a:pt x="880" y="884"/>
                </a:lnTo>
                <a:lnTo>
                  <a:pt x="879" y="883"/>
                </a:lnTo>
                <a:lnTo>
                  <a:pt x="878" y="882"/>
                </a:lnTo>
                <a:lnTo>
                  <a:pt x="877" y="882"/>
                </a:lnTo>
                <a:lnTo>
                  <a:pt x="876" y="882"/>
                </a:lnTo>
                <a:lnTo>
                  <a:pt x="875" y="882"/>
                </a:lnTo>
                <a:lnTo>
                  <a:pt x="875" y="881"/>
                </a:lnTo>
                <a:lnTo>
                  <a:pt x="874" y="881"/>
                </a:lnTo>
                <a:lnTo>
                  <a:pt x="874" y="880"/>
                </a:lnTo>
                <a:lnTo>
                  <a:pt x="873" y="881"/>
                </a:lnTo>
                <a:lnTo>
                  <a:pt x="872" y="881"/>
                </a:lnTo>
                <a:lnTo>
                  <a:pt x="871" y="881"/>
                </a:lnTo>
                <a:lnTo>
                  <a:pt x="870" y="881"/>
                </a:lnTo>
                <a:lnTo>
                  <a:pt x="869" y="882"/>
                </a:lnTo>
                <a:lnTo>
                  <a:pt x="868" y="883"/>
                </a:lnTo>
                <a:lnTo>
                  <a:pt x="868" y="884"/>
                </a:lnTo>
                <a:lnTo>
                  <a:pt x="867" y="884"/>
                </a:lnTo>
                <a:lnTo>
                  <a:pt x="867" y="885"/>
                </a:lnTo>
                <a:lnTo>
                  <a:pt x="866" y="886"/>
                </a:lnTo>
                <a:lnTo>
                  <a:pt x="865" y="886"/>
                </a:lnTo>
                <a:lnTo>
                  <a:pt x="864" y="886"/>
                </a:lnTo>
                <a:lnTo>
                  <a:pt x="864" y="885"/>
                </a:lnTo>
                <a:lnTo>
                  <a:pt x="864" y="884"/>
                </a:lnTo>
                <a:lnTo>
                  <a:pt x="864" y="883"/>
                </a:lnTo>
                <a:lnTo>
                  <a:pt x="862" y="883"/>
                </a:lnTo>
                <a:lnTo>
                  <a:pt x="861" y="883"/>
                </a:lnTo>
                <a:lnTo>
                  <a:pt x="860" y="883"/>
                </a:lnTo>
                <a:lnTo>
                  <a:pt x="859" y="882"/>
                </a:lnTo>
                <a:lnTo>
                  <a:pt x="859" y="881"/>
                </a:lnTo>
                <a:lnTo>
                  <a:pt x="859" y="880"/>
                </a:lnTo>
                <a:lnTo>
                  <a:pt x="858" y="880"/>
                </a:lnTo>
                <a:lnTo>
                  <a:pt x="858" y="879"/>
                </a:lnTo>
                <a:lnTo>
                  <a:pt x="858" y="878"/>
                </a:lnTo>
                <a:lnTo>
                  <a:pt x="857" y="878"/>
                </a:lnTo>
                <a:lnTo>
                  <a:pt x="856" y="879"/>
                </a:lnTo>
                <a:lnTo>
                  <a:pt x="856" y="880"/>
                </a:lnTo>
                <a:lnTo>
                  <a:pt x="856" y="881"/>
                </a:lnTo>
                <a:lnTo>
                  <a:pt x="856" y="882"/>
                </a:lnTo>
                <a:lnTo>
                  <a:pt x="855" y="882"/>
                </a:lnTo>
                <a:lnTo>
                  <a:pt x="854" y="882"/>
                </a:lnTo>
                <a:lnTo>
                  <a:pt x="853" y="882"/>
                </a:lnTo>
                <a:lnTo>
                  <a:pt x="852" y="882"/>
                </a:lnTo>
                <a:lnTo>
                  <a:pt x="850" y="883"/>
                </a:lnTo>
                <a:lnTo>
                  <a:pt x="849" y="882"/>
                </a:lnTo>
                <a:lnTo>
                  <a:pt x="848" y="882"/>
                </a:lnTo>
                <a:lnTo>
                  <a:pt x="847" y="882"/>
                </a:lnTo>
                <a:lnTo>
                  <a:pt x="847" y="881"/>
                </a:lnTo>
                <a:lnTo>
                  <a:pt x="846" y="881"/>
                </a:lnTo>
                <a:lnTo>
                  <a:pt x="846" y="882"/>
                </a:lnTo>
                <a:lnTo>
                  <a:pt x="845" y="882"/>
                </a:lnTo>
                <a:lnTo>
                  <a:pt x="844" y="882"/>
                </a:lnTo>
                <a:lnTo>
                  <a:pt x="843" y="882"/>
                </a:lnTo>
                <a:lnTo>
                  <a:pt x="842" y="882"/>
                </a:lnTo>
                <a:lnTo>
                  <a:pt x="841" y="882"/>
                </a:lnTo>
                <a:lnTo>
                  <a:pt x="840" y="883"/>
                </a:lnTo>
                <a:lnTo>
                  <a:pt x="839" y="884"/>
                </a:lnTo>
                <a:lnTo>
                  <a:pt x="839" y="885"/>
                </a:lnTo>
                <a:lnTo>
                  <a:pt x="839" y="886"/>
                </a:lnTo>
                <a:lnTo>
                  <a:pt x="838" y="886"/>
                </a:lnTo>
                <a:lnTo>
                  <a:pt x="838" y="887"/>
                </a:lnTo>
                <a:lnTo>
                  <a:pt x="837" y="887"/>
                </a:lnTo>
                <a:lnTo>
                  <a:pt x="836" y="887"/>
                </a:lnTo>
                <a:lnTo>
                  <a:pt x="835" y="886"/>
                </a:lnTo>
                <a:lnTo>
                  <a:pt x="835" y="885"/>
                </a:lnTo>
                <a:lnTo>
                  <a:pt x="834" y="885"/>
                </a:lnTo>
                <a:lnTo>
                  <a:pt x="834" y="884"/>
                </a:lnTo>
                <a:lnTo>
                  <a:pt x="833" y="884"/>
                </a:lnTo>
                <a:lnTo>
                  <a:pt x="832" y="884"/>
                </a:lnTo>
                <a:lnTo>
                  <a:pt x="831" y="884"/>
                </a:lnTo>
                <a:lnTo>
                  <a:pt x="830" y="884"/>
                </a:lnTo>
                <a:lnTo>
                  <a:pt x="829" y="884"/>
                </a:lnTo>
                <a:lnTo>
                  <a:pt x="828" y="884"/>
                </a:lnTo>
                <a:lnTo>
                  <a:pt x="827" y="885"/>
                </a:lnTo>
                <a:lnTo>
                  <a:pt x="826" y="885"/>
                </a:lnTo>
                <a:lnTo>
                  <a:pt x="825" y="885"/>
                </a:lnTo>
                <a:lnTo>
                  <a:pt x="824" y="885"/>
                </a:lnTo>
                <a:lnTo>
                  <a:pt x="824" y="886"/>
                </a:lnTo>
                <a:lnTo>
                  <a:pt x="822" y="886"/>
                </a:lnTo>
                <a:lnTo>
                  <a:pt x="820" y="886"/>
                </a:lnTo>
                <a:lnTo>
                  <a:pt x="820" y="887"/>
                </a:lnTo>
                <a:lnTo>
                  <a:pt x="819" y="887"/>
                </a:lnTo>
                <a:lnTo>
                  <a:pt x="818" y="887"/>
                </a:lnTo>
                <a:lnTo>
                  <a:pt x="817" y="887"/>
                </a:lnTo>
                <a:lnTo>
                  <a:pt x="816" y="887"/>
                </a:lnTo>
                <a:lnTo>
                  <a:pt x="816" y="885"/>
                </a:lnTo>
                <a:lnTo>
                  <a:pt x="816" y="884"/>
                </a:lnTo>
                <a:lnTo>
                  <a:pt x="815" y="884"/>
                </a:lnTo>
                <a:lnTo>
                  <a:pt x="814" y="883"/>
                </a:lnTo>
                <a:lnTo>
                  <a:pt x="813" y="883"/>
                </a:lnTo>
                <a:lnTo>
                  <a:pt x="812" y="883"/>
                </a:lnTo>
                <a:lnTo>
                  <a:pt x="812" y="884"/>
                </a:lnTo>
                <a:lnTo>
                  <a:pt x="811" y="884"/>
                </a:lnTo>
                <a:lnTo>
                  <a:pt x="810" y="884"/>
                </a:lnTo>
                <a:lnTo>
                  <a:pt x="809" y="884"/>
                </a:lnTo>
                <a:lnTo>
                  <a:pt x="808" y="884"/>
                </a:lnTo>
                <a:lnTo>
                  <a:pt x="808" y="883"/>
                </a:lnTo>
                <a:lnTo>
                  <a:pt x="808" y="882"/>
                </a:lnTo>
                <a:lnTo>
                  <a:pt x="808" y="881"/>
                </a:lnTo>
                <a:lnTo>
                  <a:pt x="808" y="880"/>
                </a:lnTo>
                <a:lnTo>
                  <a:pt x="808" y="879"/>
                </a:lnTo>
                <a:lnTo>
                  <a:pt x="807" y="878"/>
                </a:lnTo>
                <a:lnTo>
                  <a:pt x="807" y="877"/>
                </a:lnTo>
                <a:lnTo>
                  <a:pt x="806" y="877"/>
                </a:lnTo>
                <a:lnTo>
                  <a:pt x="805" y="877"/>
                </a:lnTo>
                <a:lnTo>
                  <a:pt x="805" y="878"/>
                </a:lnTo>
                <a:lnTo>
                  <a:pt x="804" y="878"/>
                </a:lnTo>
                <a:lnTo>
                  <a:pt x="804" y="879"/>
                </a:lnTo>
                <a:lnTo>
                  <a:pt x="804" y="880"/>
                </a:lnTo>
                <a:lnTo>
                  <a:pt x="803" y="880"/>
                </a:lnTo>
                <a:lnTo>
                  <a:pt x="803" y="881"/>
                </a:lnTo>
                <a:lnTo>
                  <a:pt x="804" y="881"/>
                </a:lnTo>
                <a:lnTo>
                  <a:pt x="804" y="882"/>
                </a:lnTo>
                <a:lnTo>
                  <a:pt x="804" y="883"/>
                </a:lnTo>
                <a:lnTo>
                  <a:pt x="803" y="883"/>
                </a:lnTo>
                <a:lnTo>
                  <a:pt x="803" y="884"/>
                </a:lnTo>
                <a:lnTo>
                  <a:pt x="803" y="886"/>
                </a:lnTo>
                <a:lnTo>
                  <a:pt x="802" y="886"/>
                </a:lnTo>
                <a:lnTo>
                  <a:pt x="802" y="887"/>
                </a:lnTo>
                <a:lnTo>
                  <a:pt x="803" y="887"/>
                </a:lnTo>
                <a:lnTo>
                  <a:pt x="803" y="888"/>
                </a:lnTo>
                <a:lnTo>
                  <a:pt x="803" y="890"/>
                </a:lnTo>
                <a:lnTo>
                  <a:pt x="802" y="891"/>
                </a:lnTo>
                <a:lnTo>
                  <a:pt x="801" y="891"/>
                </a:lnTo>
                <a:lnTo>
                  <a:pt x="801" y="892"/>
                </a:lnTo>
                <a:lnTo>
                  <a:pt x="800" y="892"/>
                </a:lnTo>
                <a:lnTo>
                  <a:pt x="799" y="892"/>
                </a:lnTo>
                <a:lnTo>
                  <a:pt x="799" y="893"/>
                </a:lnTo>
                <a:lnTo>
                  <a:pt x="798" y="893"/>
                </a:lnTo>
                <a:lnTo>
                  <a:pt x="798" y="894"/>
                </a:lnTo>
                <a:lnTo>
                  <a:pt x="798" y="895"/>
                </a:lnTo>
                <a:lnTo>
                  <a:pt x="799" y="896"/>
                </a:lnTo>
                <a:lnTo>
                  <a:pt x="798" y="897"/>
                </a:lnTo>
                <a:lnTo>
                  <a:pt x="798" y="898"/>
                </a:lnTo>
                <a:lnTo>
                  <a:pt x="796" y="899"/>
                </a:lnTo>
                <a:lnTo>
                  <a:pt x="797" y="901"/>
                </a:lnTo>
                <a:lnTo>
                  <a:pt x="798" y="902"/>
                </a:lnTo>
                <a:lnTo>
                  <a:pt x="799" y="903"/>
                </a:lnTo>
                <a:lnTo>
                  <a:pt x="800" y="904"/>
                </a:lnTo>
                <a:lnTo>
                  <a:pt x="800" y="905"/>
                </a:lnTo>
                <a:lnTo>
                  <a:pt x="800" y="906"/>
                </a:lnTo>
                <a:lnTo>
                  <a:pt x="801" y="907"/>
                </a:lnTo>
                <a:lnTo>
                  <a:pt x="801" y="908"/>
                </a:lnTo>
                <a:lnTo>
                  <a:pt x="802" y="908"/>
                </a:lnTo>
                <a:lnTo>
                  <a:pt x="802" y="909"/>
                </a:lnTo>
                <a:lnTo>
                  <a:pt x="802" y="910"/>
                </a:lnTo>
                <a:lnTo>
                  <a:pt x="802" y="912"/>
                </a:lnTo>
                <a:lnTo>
                  <a:pt x="802" y="913"/>
                </a:lnTo>
                <a:lnTo>
                  <a:pt x="803" y="915"/>
                </a:lnTo>
                <a:lnTo>
                  <a:pt x="804" y="916"/>
                </a:lnTo>
                <a:lnTo>
                  <a:pt x="805" y="917"/>
                </a:lnTo>
                <a:lnTo>
                  <a:pt x="805" y="918"/>
                </a:lnTo>
                <a:lnTo>
                  <a:pt x="805" y="919"/>
                </a:lnTo>
                <a:lnTo>
                  <a:pt x="806" y="920"/>
                </a:lnTo>
                <a:lnTo>
                  <a:pt x="806" y="922"/>
                </a:lnTo>
                <a:lnTo>
                  <a:pt x="805" y="922"/>
                </a:lnTo>
                <a:lnTo>
                  <a:pt x="805" y="924"/>
                </a:lnTo>
                <a:lnTo>
                  <a:pt x="805" y="925"/>
                </a:lnTo>
                <a:lnTo>
                  <a:pt x="805" y="926"/>
                </a:lnTo>
                <a:lnTo>
                  <a:pt x="806" y="927"/>
                </a:lnTo>
                <a:lnTo>
                  <a:pt x="807" y="928"/>
                </a:lnTo>
                <a:lnTo>
                  <a:pt x="807" y="929"/>
                </a:lnTo>
                <a:lnTo>
                  <a:pt x="808" y="930"/>
                </a:lnTo>
                <a:lnTo>
                  <a:pt x="808" y="931"/>
                </a:lnTo>
                <a:lnTo>
                  <a:pt x="807" y="932"/>
                </a:lnTo>
                <a:lnTo>
                  <a:pt x="807" y="933"/>
                </a:lnTo>
                <a:lnTo>
                  <a:pt x="806" y="933"/>
                </a:lnTo>
                <a:lnTo>
                  <a:pt x="805" y="934"/>
                </a:lnTo>
                <a:lnTo>
                  <a:pt x="804" y="935"/>
                </a:lnTo>
                <a:lnTo>
                  <a:pt x="803" y="935"/>
                </a:lnTo>
                <a:lnTo>
                  <a:pt x="801" y="935"/>
                </a:lnTo>
                <a:lnTo>
                  <a:pt x="800" y="937"/>
                </a:lnTo>
                <a:lnTo>
                  <a:pt x="799" y="938"/>
                </a:lnTo>
                <a:lnTo>
                  <a:pt x="798" y="938"/>
                </a:lnTo>
                <a:lnTo>
                  <a:pt x="798" y="939"/>
                </a:lnTo>
                <a:lnTo>
                  <a:pt x="797" y="939"/>
                </a:lnTo>
                <a:lnTo>
                  <a:pt x="796" y="939"/>
                </a:lnTo>
                <a:lnTo>
                  <a:pt x="796" y="940"/>
                </a:lnTo>
                <a:lnTo>
                  <a:pt x="795" y="940"/>
                </a:lnTo>
                <a:lnTo>
                  <a:pt x="795" y="941"/>
                </a:lnTo>
                <a:lnTo>
                  <a:pt x="795" y="942"/>
                </a:lnTo>
                <a:lnTo>
                  <a:pt x="794" y="943"/>
                </a:lnTo>
                <a:lnTo>
                  <a:pt x="793" y="943"/>
                </a:lnTo>
                <a:lnTo>
                  <a:pt x="792" y="943"/>
                </a:lnTo>
                <a:lnTo>
                  <a:pt x="791" y="943"/>
                </a:lnTo>
                <a:lnTo>
                  <a:pt x="791" y="942"/>
                </a:lnTo>
                <a:lnTo>
                  <a:pt x="790" y="942"/>
                </a:lnTo>
                <a:lnTo>
                  <a:pt x="789" y="943"/>
                </a:lnTo>
                <a:lnTo>
                  <a:pt x="788" y="943"/>
                </a:lnTo>
                <a:lnTo>
                  <a:pt x="788" y="944"/>
                </a:lnTo>
                <a:lnTo>
                  <a:pt x="788" y="945"/>
                </a:lnTo>
                <a:lnTo>
                  <a:pt x="788" y="946"/>
                </a:lnTo>
                <a:lnTo>
                  <a:pt x="787" y="947"/>
                </a:lnTo>
                <a:lnTo>
                  <a:pt x="787" y="948"/>
                </a:lnTo>
                <a:lnTo>
                  <a:pt x="786" y="948"/>
                </a:lnTo>
                <a:lnTo>
                  <a:pt x="785" y="948"/>
                </a:lnTo>
                <a:lnTo>
                  <a:pt x="784" y="948"/>
                </a:lnTo>
                <a:lnTo>
                  <a:pt x="784" y="947"/>
                </a:lnTo>
                <a:lnTo>
                  <a:pt x="783" y="946"/>
                </a:lnTo>
                <a:lnTo>
                  <a:pt x="783" y="945"/>
                </a:lnTo>
                <a:lnTo>
                  <a:pt x="784" y="945"/>
                </a:lnTo>
                <a:lnTo>
                  <a:pt x="784" y="944"/>
                </a:lnTo>
                <a:lnTo>
                  <a:pt x="783" y="944"/>
                </a:lnTo>
                <a:lnTo>
                  <a:pt x="783" y="943"/>
                </a:lnTo>
                <a:lnTo>
                  <a:pt x="782" y="943"/>
                </a:lnTo>
                <a:lnTo>
                  <a:pt x="782" y="942"/>
                </a:lnTo>
                <a:lnTo>
                  <a:pt x="781" y="942"/>
                </a:lnTo>
                <a:lnTo>
                  <a:pt x="780" y="941"/>
                </a:lnTo>
                <a:lnTo>
                  <a:pt x="779" y="940"/>
                </a:lnTo>
                <a:lnTo>
                  <a:pt x="778" y="940"/>
                </a:lnTo>
                <a:lnTo>
                  <a:pt x="777" y="939"/>
                </a:lnTo>
                <a:lnTo>
                  <a:pt x="777" y="938"/>
                </a:lnTo>
                <a:lnTo>
                  <a:pt x="776" y="938"/>
                </a:lnTo>
                <a:lnTo>
                  <a:pt x="776" y="939"/>
                </a:lnTo>
                <a:lnTo>
                  <a:pt x="775" y="939"/>
                </a:lnTo>
                <a:lnTo>
                  <a:pt x="774" y="940"/>
                </a:lnTo>
                <a:lnTo>
                  <a:pt x="774" y="941"/>
                </a:lnTo>
                <a:lnTo>
                  <a:pt x="773" y="941"/>
                </a:lnTo>
                <a:lnTo>
                  <a:pt x="772" y="942"/>
                </a:lnTo>
                <a:lnTo>
                  <a:pt x="771" y="942"/>
                </a:lnTo>
                <a:lnTo>
                  <a:pt x="769" y="943"/>
                </a:lnTo>
                <a:lnTo>
                  <a:pt x="768" y="943"/>
                </a:lnTo>
                <a:lnTo>
                  <a:pt x="767" y="943"/>
                </a:lnTo>
                <a:lnTo>
                  <a:pt x="767" y="944"/>
                </a:lnTo>
                <a:lnTo>
                  <a:pt x="766" y="944"/>
                </a:lnTo>
                <a:lnTo>
                  <a:pt x="766" y="946"/>
                </a:lnTo>
                <a:lnTo>
                  <a:pt x="765" y="948"/>
                </a:lnTo>
                <a:lnTo>
                  <a:pt x="765" y="949"/>
                </a:lnTo>
                <a:lnTo>
                  <a:pt x="764" y="949"/>
                </a:lnTo>
                <a:lnTo>
                  <a:pt x="764" y="950"/>
                </a:lnTo>
                <a:lnTo>
                  <a:pt x="763" y="950"/>
                </a:lnTo>
                <a:lnTo>
                  <a:pt x="763" y="951"/>
                </a:lnTo>
                <a:lnTo>
                  <a:pt x="763" y="952"/>
                </a:lnTo>
                <a:lnTo>
                  <a:pt x="762" y="952"/>
                </a:lnTo>
                <a:lnTo>
                  <a:pt x="762" y="953"/>
                </a:lnTo>
                <a:lnTo>
                  <a:pt x="761" y="953"/>
                </a:lnTo>
                <a:lnTo>
                  <a:pt x="760" y="954"/>
                </a:lnTo>
                <a:lnTo>
                  <a:pt x="759" y="955"/>
                </a:lnTo>
                <a:lnTo>
                  <a:pt x="758" y="955"/>
                </a:lnTo>
                <a:lnTo>
                  <a:pt x="758" y="956"/>
                </a:lnTo>
                <a:lnTo>
                  <a:pt x="757" y="956"/>
                </a:lnTo>
                <a:lnTo>
                  <a:pt x="756" y="957"/>
                </a:lnTo>
                <a:lnTo>
                  <a:pt x="755" y="958"/>
                </a:lnTo>
                <a:lnTo>
                  <a:pt x="754" y="958"/>
                </a:lnTo>
                <a:lnTo>
                  <a:pt x="754" y="959"/>
                </a:lnTo>
                <a:lnTo>
                  <a:pt x="753" y="959"/>
                </a:lnTo>
                <a:lnTo>
                  <a:pt x="752" y="959"/>
                </a:lnTo>
                <a:lnTo>
                  <a:pt x="751" y="959"/>
                </a:lnTo>
                <a:lnTo>
                  <a:pt x="751" y="960"/>
                </a:lnTo>
                <a:lnTo>
                  <a:pt x="751" y="961"/>
                </a:lnTo>
                <a:lnTo>
                  <a:pt x="751" y="962"/>
                </a:lnTo>
                <a:lnTo>
                  <a:pt x="752" y="962"/>
                </a:lnTo>
                <a:lnTo>
                  <a:pt x="752" y="963"/>
                </a:lnTo>
                <a:lnTo>
                  <a:pt x="751" y="965"/>
                </a:lnTo>
                <a:lnTo>
                  <a:pt x="750" y="966"/>
                </a:lnTo>
                <a:lnTo>
                  <a:pt x="749" y="966"/>
                </a:lnTo>
                <a:lnTo>
                  <a:pt x="749" y="967"/>
                </a:lnTo>
                <a:lnTo>
                  <a:pt x="748" y="967"/>
                </a:lnTo>
                <a:lnTo>
                  <a:pt x="748" y="968"/>
                </a:lnTo>
                <a:lnTo>
                  <a:pt x="748" y="969"/>
                </a:lnTo>
                <a:lnTo>
                  <a:pt x="748" y="970"/>
                </a:lnTo>
                <a:lnTo>
                  <a:pt x="748" y="971"/>
                </a:lnTo>
                <a:lnTo>
                  <a:pt x="749" y="972"/>
                </a:lnTo>
                <a:lnTo>
                  <a:pt x="749" y="973"/>
                </a:lnTo>
                <a:lnTo>
                  <a:pt x="750" y="973"/>
                </a:lnTo>
                <a:lnTo>
                  <a:pt x="750" y="974"/>
                </a:lnTo>
                <a:lnTo>
                  <a:pt x="751" y="974"/>
                </a:lnTo>
                <a:lnTo>
                  <a:pt x="752" y="974"/>
                </a:lnTo>
                <a:lnTo>
                  <a:pt x="752" y="975"/>
                </a:lnTo>
                <a:lnTo>
                  <a:pt x="752" y="974"/>
                </a:lnTo>
                <a:lnTo>
                  <a:pt x="753" y="974"/>
                </a:lnTo>
                <a:lnTo>
                  <a:pt x="753" y="973"/>
                </a:lnTo>
                <a:lnTo>
                  <a:pt x="755" y="973"/>
                </a:lnTo>
                <a:lnTo>
                  <a:pt x="756" y="973"/>
                </a:lnTo>
                <a:lnTo>
                  <a:pt x="756" y="974"/>
                </a:lnTo>
                <a:lnTo>
                  <a:pt x="757" y="974"/>
                </a:lnTo>
                <a:lnTo>
                  <a:pt x="757" y="975"/>
                </a:lnTo>
                <a:lnTo>
                  <a:pt x="757" y="976"/>
                </a:lnTo>
                <a:lnTo>
                  <a:pt x="756" y="977"/>
                </a:lnTo>
                <a:lnTo>
                  <a:pt x="757" y="978"/>
                </a:lnTo>
                <a:lnTo>
                  <a:pt x="757" y="979"/>
                </a:lnTo>
                <a:lnTo>
                  <a:pt x="757" y="980"/>
                </a:lnTo>
                <a:lnTo>
                  <a:pt x="758" y="981"/>
                </a:lnTo>
                <a:lnTo>
                  <a:pt x="758" y="982"/>
                </a:lnTo>
                <a:lnTo>
                  <a:pt x="759" y="983"/>
                </a:lnTo>
                <a:lnTo>
                  <a:pt x="761" y="983"/>
                </a:lnTo>
                <a:lnTo>
                  <a:pt x="762" y="983"/>
                </a:lnTo>
                <a:lnTo>
                  <a:pt x="763" y="983"/>
                </a:lnTo>
                <a:lnTo>
                  <a:pt x="763" y="982"/>
                </a:lnTo>
                <a:lnTo>
                  <a:pt x="764" y="982"/>
                </a:lnTo>
                <a:lnTo>
                  <a:pt x="765" y="981"/>
                </a:lnTo>
                <a:lnTo>
                  <a:pt x="766" y="981"/>
                </a:lnTo>
                <a:lnTo>
                  <a:pt x="766" y="982"/>
                </a:lnTo>
                <a:lnTo>
                  <a:pt x="766" y="983"/>
                </a:lnTo>
                <a:lnTo>
                  <a:pt x="765" y="984"/>
                </a:lnTo>
                <a:lnTo>
                  <a:pt x="765" y="985"/>
                </a:lnTo>
                <a:lnTo>
                  <a:pt x="764" y="985"/>
                </a:lnTo>
                <a:lnTo>
                  <a:pt x="763" y="985"/>
                </a:lnTo>
                <a:lnTo>
                  <a:pt x="762" y="985"/>
                </a:lnTo>
                <a:lnTo>
                  <a:pt x="761" y="986"/>
                </a:lnTo>
                <a:lnTo>
                  <a:pt x="761" y="987"/>
                </a:lnTo>
                <a:lnTo>
                  <a:pt x="760" y="987"/>
                </a:lnTo>
                <a:lnTo>
                  <a:pt x="760" y="988"/>
                </a:lnTo>
                <a:lnTo>
                  <a:pt x="759" y="989"/>
                </a:lnTo>
                <a:lnTo>
                  <a:pt x="758" y="990"/>
                </a:lnTo>
                <a:lnTo>
                  <a:pt x="758" y="991"/>
                </a:lnTo>
                <a:lnTo>
                  <a:pt x="757" y="991"/>
                </a:lnTo>
                <a:lnTo>
                  <a:pt x="757" y="995"/>
                </a:lnTo>
                <a:lnTo>
                  <a:pt x="757" y="996"/>
                </a:lnTo>
                <a:lnTo>
                  <a:pt x="757" y="997"/>
                </a:lnTo>
                <a:lnTo>
                  <a:pt x="757" y="1000"/>
                </a:lnTo>
                <a:lnTo>
                  <a:pt x="758" y="1000"/>
                </a:lnTo>
                <a:lnTo>
                  <a:pt x="758" y="1001"/>
                </a:lnTo>
                <a:lnTo>
                  <a:pt x="758" y="1002"/>
                </a:lnTo>
                <a:lnTo>
                  <a:pt x="758" y="1004"/>
                </a:lnTo>
                <a:lnTo>
                  <a:pt x="757" y="1006"/>
                </a:lnTo>
                <a:lnTo>
                  <a:pt x="755" y="1009"/>
                </a:lnTo>
                <a:lnTo>
                  <a:pt x="754" y="1009"/>
                </a:lnTo>
                <a:lnTo>
                  <a:pt x="754" y="1010"/>
                </a:lnTo>
                <a:lnTo>
                  <a:pt x="753" y="1010"/>
                </a:lnTo>
                <a:lnTo>
                  <a:pt x="752" y="1011"/>
                </a:lnTo>
                <a:lnTo>
                  <a:pt x="751" y="1011"/>
                </a:lnTo>
                <a:lnTo>
                  <a:pt x="751" y="1012"/>
                </a:lnTo>
                <a:lnTo>
                  <a:pt x="751" y="1013"/>
                </a:lnTo>
                <a:lnTo>
                  <a:pt x="750" y="1014"/>
                </a:lnTo>
                <a:lnTo>
                  <a:pt x="750" y="1015"/>
                </a:lnTo>
                <a:lnTo>
                  <a:pt x="749" y="1015"/>
                </a:lnTo>
                <a:lnTo>
                  <a:pt x="749" y="1016"/>
                </a:lnTo>
                <a:lnTo>
                  <a:pt x="748" y="1016"/>
                </a:lnTo>
                <a:lnTo>
                  <a:pt x="747" y="1016"/>
                </a:lnTo>
                <a:lnTo>
                  <a:pt x="746" y="1016"/>
                </a:lnTo>
                <a:lnTo>
                  <a:pt x="746" y="1017"/>
                </a:lnTo>
                <a:lnTo>
                  <a:pt x="744" y="1019"/>
                </a:lnTo>
                <a:lnTo>
                  <a:pt x="744" y="1020"/>
                </a:lnTo>
                <a:lnTo>
                  <a:pt x="743" y="1021"/>
                </a:lnTo>
                <a:lnTo>
                  <a:pt x="742" y="1022"/>
                </a:lnTo>
                <a:lnTo>
                  <a:pt x="742" y="1021"/>
                </a:lnTo>
                <a:lnTo>
                  <a:pt x="741" y="1021"/>
                </a:lnTo>
                <a:lnTo>
                  <a:pt x="740" y="1021"/>
                </a:lnTo>
                <a:lnTo>
                  <a:pt x="739" y="1022"/>
                </a:lnTo>
                <a:lnTo>
                  <a:pt x="739" y="1023"/>
                </a:lnTo>
                <a:lnTo>
                  <a:pt x="738" y="1024"/>
                </a:lnTo>
                <a:lnTo>
                  <a:pt x="738" y="1025"/>
                </a:lnTo>
                <a:lnTo>
                  <a:pt x="737" y="1025"/>
                </a:lnTo>
                <a:lnTo>
                  <a:pt x="737" y="1026"/>
                </a:lnTo>
                <a:lnTo>
                  <a:pt x="736" y="1026"/>
                </a:lnTo>
                <a:lnTo>
                  <a:pt x="736" y="1027"/>
                </a:lnTo>
                <a:lnTo>
                  <a:pt x="735" y="1027"/>
                </a:lnTo>
                <a:lnTo>
                  <a:pt x="734" y="1028"/>
                </a:lnTo>
                <a:lnTo>
                  <a:pt x="733" y="1028"/>
                </a:lnTo>
                <a:lnTo>
                  <a:pt x="732" y="1030"/>
                </a:lnTo>
                <a:lnTo>
                  <a:pt x="730" y="1032"/>
                </a:lnTo>
                <a:lnTo>
                  <a:pt x="729" y="1033"/>
                </a:lnTo>
                <a:lnTo>
                  <a:pt x="728" y="1033"/>
                </a:lnTo>
                <a:lnTo>
                  <a:pt x="727" y="1033"/>
                </a:lnTo>
                <a:lnTo>
                  <a:pt x="727" y="1034"/>
                </a:lnTo>
                <a:lnTo>
                  <a:pt x="727" y="1035"/>
                </a:lnTo>
                <a:lnTo>
                  <a:pt x="728" y="1036"/>
                </a:lnTo>
                <a:lnTo>
                  <a:pt x="729" y="1036"/>
                </a:lnTo>
                <a:lnTo>
                  <a:pt x="729" y="1037"/>
                </a:lnTo>
                <a:lnTo>
                  <a:pt x="730" y="1038"/>
                </a:lnTo>
                <a:lnTo>
                  <a:pt x="730" y="1039"/>
                </a:lnTo>
                <a:lnTo>
                  <a:pt x="729" y="1039"/>
                </a:lnTo>
                <a:lnTo>
                  <a:pt x="729" y="1040"/>
                </a:lnTo>
                <a:lnTo>
                  <a:pt x="729" y="1041"/>
                </a:lnTo>
                <a:lnTo>
                  <a:pt x="729" y="1043"/>
                </a:lnTo>
                <a:lnTo>
                  <a:pt x="728" y="1044"/>
                </a:lnTo>
                <a:lnTo>
                  <a:pt x="727" y="1044"/>
                </a:lnTo>
                <a:lnTo>
                  <a:pt x="726" y="1044"/>
                </a:lnTo>
                <a:lnTo>
                  <a:pt x="725" y="1043"/>
                </a:lnTo>
                <a:lnTo>
                  <a:pt x="724" y="1043"/>
                </a:lnTo>
                <a:lnTo>
                  <a:pt x="723" y="1043"/>
                </a:lnTo>
                <a:lnTo>
                  <a:pt x="722" y="1042"/>
                </a:lnTo>
                <a:lnTo>
                  <a:pt x="721" y="1042"/>
                </a:lnTo>
                <a:lnTo>
                  <a:pt x="720" y="1043"/>
                </a:lnTo>
                <a:lnTo>
                  <a:pt x="719" y="1043"/>
                </a:lnTo>
                <a:lnTo>
                  <a:pt x="719" y="1044"/>
                </a:lnTo>
                <a:lnTo>
                  <a:pt x="719" y="1045"/>
                </a:lnTo>
                <a:lnTo>
                  <a:pt x="718" y="1045"/>
                </a:lnTo>
                <a:lnTo>
                  <a:pt x="718" y="1046"/>
                </a:lnTo>
                <a:lnTo>
                  <a:pt x="718" y="1047"/>
                </a:lnTo>
                <a:lnTo>
                  <a:pt x="718" y="1048"/>
                </a:lnTo>
                <a:lnTo>
                  <a:pt x="717" y="1048"/>
                </a:lnTo>
                <a:lnTo>
                  <a:pt x="716" y="1049"/>
                </a:lnTo>
                <a:lnTo>
                  <a:pt x="715" y="1049"/>
                </a:lnTo>
                <a:lnTo>
                  <a:pt x="714" y="1050"/>
                </a:lnTo>
                <a:lnTo>
                  <a:pt x="713" y="1052"/>
                </a:lnTo>
                <a:lnTo>
                  <a:pt x="713" y="1053"/>
                </a:lnTo>
                <a:lnTo>
                  <a:pt x="713" y="1054"/>
                </a:lnTo>
                <a:lnTo>
                  <a:pt x="712" y="1054"/>
                </a:lnTo>
                <a:lnTo>
                  <a:pt x="712" y="1055"/>
                </a:lnTo>
                <a:lnTo>
                  <a:pt x="711" y="1055"/>
                </a:lnTo>
                <a:lnTo>
                  <a:pt x="711" y="1056"/>
                </a:lnTo>
                <a:lnTo>
                  <a:pt x="710" y="1058"/>
                </a:lnTo>
                <a:lnTo>
                  <a:pt x="709" y="1060"/>
                </a:lnTo>
                <a:lnTo>
                  <a:pt x="709" y="1061"/>
                </a:lnTo>
                <a:lnTo>
                  <a:pt x="709" y="1063"/>
                </a:lnTo>
                <a:lnTo>
                  <a:pt x="709" y="1064"/>
                </a:lnTo>
                <a:lnTo>
                  <a:pt x="708" y="1065"/>
                </a:lnTo>
                <a:lnTo>
                  <a:pt x="707" y="1065"/>
                </a:lnTo>
                <a:lnTo>
                  <a:pt x="706" y="1066"/>
                </a:lnTo>
                <a:lnTo>
                  <a:pt x="705" y="1067"/>
                </a:lnTo>
                <a:lnTo>
                  <a:pt x="704" y="1068"/>
                </a:lnTo>
                <a:lnTo>
                  <a:pt x="703" y="1068"/>
                </a:lnTo>
                <a:lnTo>
                  <a:pt x="702" y="1068"/>
                </a:lnTo>
                <a:lnTo>
                  <a:pt x="701" y="1068"/>
                </a:lnTo>
                <a:lnTo>
                  <a:pt x="700" y="1068"/>
                </a:lnTo>
                <a:lnTo>
                  <a:pt x="699" y="1067"/>
                </a:lnTo>
                <a:lnTo>
                  <a:pt x="699" y="1066"/>
                </a:lnTo>
                <a:lnTo>
                  <a:pt x="698" y="1066"/>
                </a:lnTo>
                <a:lnTo>
                  <a:pt x="697" y="1066"/>
                </a:lnTo>
                <a:lnTo>
                  <a:pt x="696" y="1067"/>
                </a:lnTo>
                <a:lnTo>
                  <a:pt x="695" y="1068"/>
                </a:lnTo>
                <a:lnTo>
                  <a:pt x="694" y="1069"/>
                </a:lnTo>
                <a:lnTo>
                  <a:pt x="693" y="1070"/>
                </a:lnTo>
                <a:lnTo>
                  <a:pt x="692" y="1071"/>
                </a:lnTo>
                <a:lnTo>
                  <a:pt x="691" y="1071"/>
                </a:lnTo>
                <a:lnTo>
                  <a:pt x="690" y="1071"/>
                </a:lnTo>
                <a:lnTo>
                  <a:pt x="689" y="1071"/>
                </a:lnTo>
                <a:lnTo>
                  <a:pt x="689" y="1072"/>
                </a:lnTo>
                <a:lnTo>
                  <a:pt x="688" y="1072"/>
                </a:lnTo>
                <a:lnTo>
                  <a:pt x="687" y="1072"/>
                </a:lnTo>
                <a:lnTo>
                  <a:pt x="686" y="1071"/>
                </a:lnTo>
                <a:lnTo>
                  <a:pt x="685" y="1071"/>
                </a:lnTo>
                <a:lnTo>
                  <a:pt x="684" y="1069"/>
                </a:lnTo>
                <a:lnTo>
                  <a:pt x="684" y="1068"/>
                </a:lnTo>
                <a:lnTo>
                  <a:pt x="684" y="1067"/>
                </a:lnTo>
                <a:lnTo>
                  <a:pt x="684" y="1066"/>
                </a:lnTo>
                <a:lnTo>
                  <a:pt x="683" y="1066"/>
                </a:lnTo>
                <a:lnTo>
                  <a:pt x="683" y="1065"/>
                </a:lnTo>
                <a:lnTo>
                  <a:pt x="682" y="1065"/>
                </a:lnTo>
                <a:lnTo>
                  <a:pt x="682" y="1066"/>
                </a:lnTo>
                <a:lnTo>
                  <a:pt x="682" y="1067"/>
                </a:lnTo>
                <a:lnTo>
                  <a:pt x="681" y="1067"/>
                </a:lnTo>
                <a:lnTo>
                  <a:pt x="681" y="1068"/>
                </a:lnTo>
                <a:lnTo>
                  <a:pt x="681" y="1069"/>
                </a:lnTo>
                <a:lnTo>
                  <a:pt x="680" y="1070"/>
                </a:lnTo>
                <a:lnTo>
                  <a:pt x="679" y="1071"/>
                </a:lnTo>
                <a:lnTo>
                  <a:pt x="679" y="1072"/>
                </a:lnTo>
                <a:lnTo>
                  <a:pt x="678" y="1073"/>
                </a:lnTo>
                <a:lnTo>
                  <a:pt x="678" y="1075"/>
                </a:lnTo>
                <a:lnTo>
                  <a:pt x="677" y="1075"/>
                </a:lnTo>
                <a:lnTo>
                  <a:pt x="677" y="1076"/>
                </a:lnTo>
                <a:lnTo>
                  <a:pt x="677" y="1077"/>
                </a:lnTo>
                <a:lnTo>
                  <a:pt x="676" y="1078"/>
                </a:lnTo>
                <a:lnTo>
                  <a:pt x="676" y="1079"/>
                </a:lnTo>
                <a:lnTo>
                  <a:pt x="676" y="1080"/>
                </a:lnTo>
                <a:lnTo>
                  <a:pt x="675" y="1080"/>
                </a:lnTo>
                <a:lnTo>
                  <a:pt x="675" y="1081"/>
                </a:lnTo>
                <a:lnTo>
                  <a:pt x="675" y="1082"/>
                </a:lnTo>
                <a:lnTo>
                  <a:pt x="674" y="1082"/>
                </a:lnTo>
                <a:lnTo>
                  <a:pt x="673" y="1083"/>
                </a:lnTo>
                <a:lnTo>
                  <a:pt x="673" y="1084"/>
                </a:lnTo>
                <a:lnTo>
                  <a:pt x="674" y="1085"/>
                </a:lnTo>
                <a:lnTo>
                  <a:pt x="673" y="1086"/>
                </a:lnTo>
                <a:lnTo>
                  <a:pt x="673" y="1087"/>
                </a:lnTo>
                <a:lnTo>
                  <a:pt x="673" y="1088"/>
                </a:lnTo>
                <a:lnTo>
                  <a:pt x="673" y="1089"/>
                </a:lnTo>
                <a:lnTo>
                  <a:pt x="674" y="1090"/>
                </a:lnTo>
                <a:lnTo>
                  <a:pt x="674" y="1091"/>
                </a:lnTo>
                <a:lnTo>
                  <a:pt x="675" y="1091"/>
                </a:lnTo>
                <a:lnTo>
                  <a:pt x="675" y="1092"/>
                </a:lnTo>
                <a:lnTo>
                  <a:pt x="676" y="1093"/>
                </a:lnTo>
                <a:lnTo>
                  <a:pt x="676" y="1094"/>
                </a:lnTo>
                <a:lnTo>
                  <a:pt x="676" y="1096"/>
                </a:lnTo>
                <a:lnTo>
                  <a:pt x="676" y="1097"/>
                </a:lnTo>
                <a:lnTo>
                  <a:pt x="676" y="1098"/>
                </a:lnTo>
                <a:lnTo>
                  <a:pt x="676" y="1099"/>
                </a:lnTo>
                <a:lnTo>
                  <a:pt x="676" y="1100"/>
                </a:lnTo>
                <a:lnTo>
                  <a:pt x="676" y="1101"/>
                </a:lnTo>
                <a:lnTo>
                  <a:pt x="676" y="1102"/>
                </a:lnTo>
                <a:lnTo>
                  <a:pt x="676" y="1104"/>
                </a:lnTo>
                <a:lnTo>
                  <a:pt x="677" y="1106"/>
                </a:lnTo>
                <a:lnTo>
                  <a:pt x="677" y="1107"/>
                </a:lnTo>
                <a:lnTo>
                  <a:pt x="677" y="1109"/>
                </a:lnTo>
                <a:lnTo>
                  <a:pt x="676" y="1110"/>
                </a:lnTo>
                <a:lnTo>
                  <a:pt x="676" y="1111"/>
                </a:lnTo>
                <a:lnTo>
                  <a:pt x="676" y="1112"/>
                </a:lnTo>
                <a:lnTo>
                  <a:pt x="675" y="1113"/>
                </a:lnTo>
                <a:lnTo>
                  <a:pt x="675" y="1114"/>
                </a:lnTo>
                <a:lnTo>
                  <a:pt x="675" y="1115"/>
                </a:lnTo>
                <a:lnTo>
                  <a:pt x="675" y="1116"/>
                </a:lnTo>
                <a:lnTo>
                  <a:pt x="675" y="1117"/>
                </a:lnTo>
                <a:lnTo>
                  <a:pt x="673" y="1118"/>
                </a:lnTo>
                <a:lnTo>
                  <a:pt x="673" y="1119"/>
                </a:lnTo>
                <a:lnTo>
                  <a:pt x="673" y="1120"/>
                </a:lnTo>
                <a:lnTo>
                  <a:pt x="672" y="1122"/>
                </a:lnTo>
                <a:lnTo>
                  <a:pt x="671" y="1123"/>
                </a:lnTo>
                <a:lnTo>
                  <a:pt x="671" y="1124"/>
                </a:lnTo>
                <a:lnTo>
                  <a:pt x="672" y="1125"/>
                </a:lnTo>
                <a:lnTo>
                  <a:pt x="673" y="1126"/>
                </a:lnTo>
                <a:lnTo>
                  <a:pt x="674" y="1127"/>
                </a:lnTo>
                <a:lnTo>
                  <a:pt x="674" y="1128"/>
                </a:lnTo>
                <a:lnTo>
                  <a:pt x="674" y="1129"/>
                </a:lnTo>
                <a:lnTo>
                  <a:pt x="674" y="1130"/>
                </a:lnTo>
                <a:lnTo>
                  <a:pt x="674" y="1131"/>
                </a:lnTo>
                <a:lnTo>
                  <a:pt x="674" y="1132"/>
                </a:lnTo>
                <a:lnTo>
                  <a:pt x="674" y="1133"/>
                </a:lnTo>
                <a:lnTo>
                  <a:pt x="673" y="1133"/>
                </a:lnTo>
                <a:lnTo>
                  <a:pt x="673" y="1134"/>
                </a:lnTo>
                <a:lnTo>
                  <a:pt x="673" y="1135"/>
                </a:lnTo>
                <a:lnTo>
                  <a:pt x="673" y="1136"/>
                </a:lnTo>
                <a:lnTo>
                  <a:pt x="673" y="1137"/>
                </a:lnTo>
                <a:lnTo>
                  <a:pt x="674" y="1137"/>
                </a:lnTo>
                <a:lnTo>
                  <a:pt x="674" y="1138"/>
                </a:lnTo>
                <a:lnTo>
                  <a:pt x="674" y="1140"/>
                </a:lnTo>
                <a:lnTo>
                  <a:pt x="674" y="1141"/>
                </a:lnTo>
                <a:lnTo>
                  <a:pt x="674" y="1142"/>
                </a:lnTo>
                <a:lnTo>
                  <a:pt x="675" y="1142"/>
                </a:lnTo>
                <a:lnTo>
                  <a:pt x="676" y="1144"/>
                </a:lnTo>
                <a:lnTo>
                  <a:pt x="677" y="1145"/>
                </a:lnTo>
                <a:lnTo>
                  <a:pt x="677" y="1146"/>
                </a:lnTo>
                <a:lnTo>
                  <a:pt x="678" y="1148"/>
                </a:lnTo>
                <a:lnTo>
                  <a:pt x="680" y="1149"/>
                </a:lnTo>
                <a:lnTo>
                  <a:pt x="680" y="1150"/>
                </a:lnTo>
                <a:lnTo>
                  <a:pt x="681" y="1151"/>
                </a:lnTo>
                <a:lnTo>
                  <a:pt x="681" y="1152"/>
                </a:lnTo>
                <a:lnTo>
                  <a:pt x="682" y="1152"/>
                </a:lnTo>
                <a:lnTo>
                  <a:pt x="683" y="1152"/>
                </a:lnTo>
                <a:lnTo>
                  <a:pt x="683" y="1153"/>
                </a:lnTo>
                <a:lnTo>
                  <a:pt x="684" y="1153"/>
                </a:lnTo>
                <a:lnTo>
                  <a:pt x="684" y="1154"/>
                </a:lnTo>
                <a:lnTo>
                  <a:pt x="683" y="1154"/>
                </a:lnTo>
                <a:lnTo>
                  <a:pt x="683" y="1155"/>
                </a:lnTo>
                <a:lnTo>
                  <a:pt x="684" y="1156"/>
                </a:lnTo>
                <a:lnTo>
                  <a:pt x="685" y="1157"/>
                </a:lnTo>
                <a:lnTo>
                  <a:pt x="685" y="1158"/>
                </a:lnTo>
                <a:lnTo>
                  <a:pt x="685" y="1159"/>
                </a:lnTo>
                <a:lnTo>
                  <a:pt x="685" y="1160"/>
                </a:lnTo>
                <a:lnTo>
                  <a:pt x="685" y="1161"/>
                </a:lnTo>
                <a:lnTo>
                  <a:pt x="686" y="1162"/>
                </a:lnTo>
                <a:lnTo>
                  <a:pt x="686" y="1163"/>
                </a:lnTo>
                <a:lnTo>
                  <a:pt x="685" y="1163"/>
                </a:lnTo>
                <a:lnTo>
                  <a:pt x="686" y="1164"/>
                </a:lnTo>
                <a:lnTo>
                  <a:pt x="686" y="1165"/>
                </a:lnTo>
                <a:lnTo>
                  <a:pt x="686" y="1166"/>
                </a:lnTo>
                <a:lnTo>
                  <a:pt x="686" y="1167"/>
                </a:lnTo>
                <a:lnTo>
                  <a:pt x="687" y="1167"/>
                </a:lnTo>
                <a:lnTo>
                  <a:pt x="687" y="1168"/>
                </a:lnTo>
                <a:lnTo>
                  <a:pt x="688" y="1168"/>
                </a:lnTo>
                <a:lnTo>
                  <a:pt x="687" y="1169"/>
                </a:lnTo>
                <a:lnTo>
                  <a:pt x="687" y="1170"/>
                </a:lnTo>
                <a:lnTo>
                  <a:pt x="687" y="1171"/>
                </a:lnTo>
                <a:lnTo>
                  <a:pt x="688" y="1171"/>
                </a:lnTo>
                <a:lnTo>
                  <a:pt x="688" y="1172"/>
                </a:lnTo>
                <a:lnTo>
                  <a:pt x="689" y="1173"/>
                </a:lnTo>
                <a:lnTo>
                  <a:pt x="688" y="1174"/>
                </a:lnTo>
                <a:lnTo>
                  <a:pt x="688" y="1177"/>
                </a:lnTo>
                <a:lnTo>
                  <a:pt x="689" y="1177"/>
                </a:lnTo>
                <a:lnTo>
                  <a:pt x="689" y="1178"/>
                </a:lnTo>
                <a:lnTo>
                  <a:pt x="690" y="1178"/>
                </a:lnTo>
                <a:lnTo>
                  <a:pt x="691" y="1179"/>
                </a:lnTo>
                <a:lnTo>
                  <a:pt x="691" y="1180"/>
                </a:lnTo>
                <a:lnTo>
                  <a:pt x="691" y="1181"/>
                </a:lnTo>
                <a:lnTo>
                  <a:pt x="691" y="1182"/>
                </a:lnTo>
                <a:lnTo>
                  <a:pt x="690" y="1182"/>
                </a:lnTo>
                <a:lnTo>
                  <a:pt x="690" y="1184"/>
                </a:lnTo>
                <a:lnTo>
                  <a:pt x="691" y="1184"/>
                </a:lnTo>
                <a:lnTo>
                  <a:pt x="691" y="1185"/>
                </a:lnTo>
                <a:lnTo>
                  <a:pt x="691" y="1186"/>
                </a:lnTo>
                <a:lnTo>
                  <a:pt x="691" y="1187"/>
                </a:lnTo>
                <a:lnTo>
                  <a:pt x="691" y="1188"/>
                </a:lnTo>
                <a:lnTo>
                  <a:pt x="691" y="1189"/>
                </a:lnTo>
                <a:lnTo>
                  <a:pt x="690" y="1189"/>
                </a:lnTo>
                <a:lnTo>
                  <a:pt x="689" y="1189"/>
                </a:lnTo>
                <a:lnTo>
                  <a:pt x="689" y="1190"/>
                </a:lnTo>
                <a:lnTo>
                  <a:pt x="690" y="1191"/>
                </a:lnTo>
                <a:lnTo>
                  <a:pt x="691" y="1192"/>
                </a:lnTo>
                <a:lnTo>
                  <a:pt x="691" y="1193"/>
                </a:lnTo>
                <a:lnTo>
                  <a:pt x="691" y="1194"/>
                </a:lnTo>
                <a:lnTo>
                  <a:pt x="692" y="1195"/>
                </a:lnTo>
                <a:lnTo>
                  <a:pt x="693" y="1195"/>
                </a:lnTo>
                <a:lnTo>
                  <a:pt x="694" y="1195"/>
                </a:lnTo>
                <a:lnTo>
                  <a:pt x="694" y="1196"/>
                </a:lnTo>
                <a:lnTo>
                  <a:pt x="694" y="1197"/>
                </a:lnTo>
                <a:lnTo>
                  <a:pt x="694" y="1198"/>
                </a:lnTo>
                <a:lnTo>
                  <a:pt x="694" y="1199"/>
                </a:lnTo>
                <a:lnTo>
                  <a:pt x="694" y="1200"/>
                </a:lnTo>
                <a:lnTo>
                  <a:pt x="694" y="1201"/>
                </a:lnTo>
                <a:lnTo>
                  <a:pt x="692" y="1202"/>
                </a:lnTo>
                <a:lnTo>
                  <a:pt x="692" y="1203"/>
                </a:lnTo>
                <a:lnTo>
                  <a:pt x="692" y="1204"/>
                </a:lnTo>
                <a:lnTo>
                  <a:pt x="691" y="1205"/>
                </a:lnTo>
                <a:lnTo>
                  <a:pt x="691" y="1206"/>
                </a:lnTo>
                <a:lnTo>
                  <a:pt x="689" y="1206"/>
                </a:lnTo>
                <a:lnTo>
                  <a:pt x="688" y="1206"/>
                </a:lnTo>
                <a:lnTo>
                  <a:pt x="687" y="1206"/>
                </a:lnTo>
                <a:lnTo>
                  <a:pt x="686" y="1206"/>
                </a:lnTo>
                <a:lnTo>
                  <a:pt x="685" y="1206"/>
                </a:lnTo>
                <a:lnTo>
                  <a:pt x="685" y="1207"/>
                </a:lnTo>
                <a:lnTo>
                  <a:pt x="686" y="1208"/>
                </a:lnTo>
                <a:lnTo>
                  <a:pt x="686" y="1209"/>
                </a:lnTo>
                <a:lnTo>
                  <a:pt x="686" y="1210"/>
                </a:lnTo>
                <a:lnTo>
                  <a:pt x="686" y="1211"/>
                </a:lnTo>
                <a:lnTo>
                  <a:pt x="686" y="1212"/>
                </a:lnTo>
                <a:lnTo>
                  <a:pt x="685" y="1213"/>
                </a:lnTo>
                <a:lnTo>
                  <a:pt x="685" y="1214"/>
                </a:lnTo>
                <a:lnTo>
                  <a:pt x="685" y="1216"/>
                </a:lnTo>
                <a:lnTo>
                  <a:pt x="685" y="1218"/>
                </a:lnTo>
                <a:lnTo>
                  <a:pt x="685" y="1220"/>
                </a:lnTo>
                <a:lnTo>
                  <a:pt x="685" y="1221"/>
                </a:lnTo>
                <a:lnTo>
                  <a:pt x="686" y="1221"/>
                </a:lnTo>
                <a:lnTo>
                  <a:pt x="686" y="1223"/>
                </a:lnTo>
                <a:lnTo>
                  <a:pt x="685" y="1223"/>
                </a:lnTo>
                <a:lnTo>
                  <a:pt x="685" y="1224"/>
                </a:lnTo>
                <a:lnTo>
                  <a:pt x="685" y="1225"/>
                </a:lnTo>
                <a:lnTo>
                  <a:pt x="685" y="1226"/>
                </a:lnTo>
                <a:lnTo>
                  <a:pt x="684" y="1227"/>
                </a:lnTo>
                <a:lnTo>
                  <a:pt x="683" y="1227"/>
                </a:lnTo>
                <a:lnTo>
                  <a:pt x="682" y="1227"/>
                </a:lnTo>
                <a:lnTo>
                  <a:pt x="681" y="1227"/>
                </a:lnTo>
                <a:lnTo>
                  <a:pt x="679" y="1227"/>
                </a:lnTo>
                <a:lnTo>
                  <a:pt x="678" y="1227"/>
                </a:lnTo>
                <a:lnTo>
                  <a:pt x="678" y="1228"/>
                </a:lnTo>
                <a:lnTo>
                  <a:pt x="677" y="1228"/>
                </a:lnTo>
                <a:lnTo>
                  <a:pt x="676" y="1228"/>
                </a:lnTo>
                <a:lnTo>
                  <a:pt x="675" y="1227"/>
                </a:lnTo>
                <a:lnTo>
                  <a:pt x="674" y="1227"/>
                </a:lnTo>
                <a:lnTo>
                  <a:pt x="673" y="1227"/>
                </a:lnTo>
                <a:lnTo>
                  <a:pt x="672" y="1227"/>
                </a:lnTo>
                <a:lnTo>
                  <a:pt x="671" y="1227"/>
                </a:lnTo>
                <a:lnTo>
                  <a:pt x="671" y="1226"/>
                </a:lnTo>
                <a:lnTo>
                  <a:pt x="671" y="1225"/>
                </a:lnTo>
                <a:lnTo>
                  <a:pt x="671" y="1224"/>
                </a:lnTo>
                <a:lnTo>
                  <a:pt x="670" y="1223"/>
                </a:lnTo>
                <a:lnTo>
                  <a:pt x="670" y="1224"/>
                </a:lnTo>
                <a:lnTo>
                  <a:pt x="669" y="1225"/>
                </a:lnTo>
                <a:lnTo>
                  <a:pt x="669" y="1226"/>
                </a:lnTo>
                <a:lnTo>
                  <a:pt x="668" y="1227"/>
                </a:lnTo>
                <a:lnTo>
                  <a:pt x="667" y="1228"/>
                </a:lnTo>
                <a:lnTo>
                  <a:pt x="666" y="1229"/>
                </a:lnTo>
                <a:lnTo>
                  <a:pt x="666" y="1230"/>
                </a:lnTo>
                <a:lnTo>
                  <a:pt x="665" y="1230"/>
                </a:lnTo>
                <a:lnTo>
                  <a:pt x="665" y="1231"/>
                </a:lnTo>
                <a:lnTo>
                  <a:pt x="664" y="1231"/>
                </a:lnTo>
                <a:lnTo>
                  <a:pt x="664" y="1232"/>
                </a:lnTo>
                <a:lnTo>
                  <a:pt x="663" y="1232"/>
                </a:lnTo>
                <a:lnTo>
                  <a:pt x="661" y="1232"/>
                </a:lnTo>
                <a:lnTo>
                  <a:pt x="660" y="1232"/>
                </a:lnTo>
                <a:lnTo>
                  <a:pt x="660" y="1233"/>
                </a:lnTo>
                <a:lnTo>
                  <a:pt x="659" y="1233"/>
                </a:lnTo>
                <a:lnTo>
                  <a:pt x="658" y="1233"/>
                </a:lnTo>
                <a:lnTo>
                  <a:pt x="657" y="1233"/>
                </a:lnTo>
                <a:lnTo>
                  <a:pt x="656" y="1234"/>
                </a:lnTo>
                <a:lnTo>
                  <a:pt x="655" y="1235"/>
                </a:lnTo>
                <a:lnTo>
                  <a:pt x="654" y="1236"/>
                </a:lnTo>
                <a:lnTo>
                  <a:pt x="654" y="1237"/>
                </a:lnTo>
                <a:lnTo>
                  <a:pt x="653" y="1237"/>
                </a:lnTo>
                <a:lnTo>
                  <a:pt x="652" y="1237"/>
                </a:lnTo>
                <a:lnTo>
                  <a:pt x="651" y="1237"/>
                </a:lnTo>
                <a:lnTo>
                  <a:pt x="651" y="1238"/>
                </a:lnTo>
                <a:lnTo>
                  <a:pt x="651" y="1239"/>
                </a:lnTo>
                <a:lnTo>
                  <a:pt x="649" y="1240"/>
                </a:lnTo>
                <a:lnTo>
                  <a:pt x="649" y="1241"/>
                </a:lnTo>
                <a:lnTo>
                  <a:pt x="648" y="1242"/>
                </a:lnTo>
                <a:lnTo>
                  <a:pt x="648" y="1243"/>
                </a:lnTo>
                <a:lnTo>
                  <a:pt x="648" y="1244"/>
                </a:lnTo>
                <a:lnTo>
                  <a:pt x="647" y="1246"/>
                </a:lnTo>
                <a:lnTo>
                  <a:pt x="646" y="1246"/>
                </a:lnTo>
                <a:lnTo>
                  <a:pt x="645" y="1246"/>
                </a:lnTo>
                <a:lnTo>
                  <a:pt x="644" y="1246"/>
                </a:lnTo>
                <a:lnTo>
                  <a:pt x="643" y="1247"/>
                </a:lnTo>
                <a:lnTo>
                  <a:pt x="642" y="1247"/>
                </a:lnTo>
                <a:lnTo>
                  <a:pt x="641" y="1247"/>
                </a:lnTo>
                <a:lnTo>
                  <a:pt x="640" y="1246"/>
                </a:lnTo>
                <a:lnTo>
                  <a:pt x="640" y="1245"/>
                </a:lnTo>
                <a:lnTo>
                  <a:pt x="639" y="1244"/>
                </a:lnTo>
                <a:lnTo>
                  <a:pt x="638" y="1243"/>
                </a:lnTo>
                <a:lnTo>
                  <a:pt x="637" y="1243"/>
                </a:lnTo>
                <a:lnTo>
                  <a:pt x="636" y="1243"/>
                </a:lnTo>
                <a:lnTo>
                  <a:pt x="635" y="1242"/>
                </a:lnTo>
                <a:lnTo>
                  <a:pt x="635" y="1241"/>
                </a:lnTo>
                <a:lnTo>
                  <a:pt x="633" y="1241"/>
                </a:lnTo>
                <a:lnTo>
                  <a:pt x="632" y="1240"/>
                </a:lnTo>
                <a:lnTo>
                  <a:pt x="632" y="1239"/>
                </a:lnTo>
                <a:lnTo>
                  <a:pt x="633" y="1239"/>
                </a:lnTo>
                <a:lnTo>
                  <a:pt x="633" y="1238"/>
                </a:lnTo>
                <a:lnTo>
                  <a:pt x="633" y="1237"/>
                </a:lnTo>
                <a:lnTo>
                  <a:pt x="633" y="1236"/>
                </a:lnTo>
                <a:lnTo>
                  <a:pt x="633" y="1235"/>
                </a:lnTo>
                <a:lnTo>
                  <a:pt x="634" y="1235"/>
                </a:lnTo>
                <a:lnTo>
                  <a:pt x="636" y="1233"/>
                </a:lnTo>
                <a:lnTo>
                  <a:pt x="637" y="1232"/>
                </a:lnTo>
                <a:lnTo>
                  <a:pt x="637" y="1231"/>
                </a:lnTo>
                <a:lnTo>
                  <a:pt x="637" y="1230"/>
                </a:lnTo>
                <a:lnTo>
                  <a:pt x="636" y="1228"/>
                </a:lnTo>
                <a:lnTo>
                  <a:pt x="636" y="1227"/>
                </a:lnTo>
                <a:lnTo>
                  <a:pt x="635" y="1226"/>
                </a:lnTo>
                <a:lnTo>
                  <a:pt x="634" y="1226"/>
                </a:lnTo>
                <a:lnTo>
                  <a:pt x="633" y="1226"/>
                </a:lnTo>
                <a:lnTo>
                  <a:pt x="631" y="1225"/>
                </a:lnTo>
                <a:lnTo>
                  <a:pt x="631" y="1224"/>
                </a:lnTo>
                <a:lnTo>
                  <a:pt x="630" y="1224"/>
                </a:lnTo>
                <a:lnTo>
                  <a:pt x="629" y="1223"/>
                </a:lnTo>
                <a:lnTo>
                  <a:pt x="628" y="1223"/>
                </a:lnTo>
                <a:lnTo>
                  <a:pt x="626" y="1223"/>
                </a:lnTo>
                <a:lnTo>
                  <a:pt x="625" y="1223"/>
                </a:lnTo>
                <a:lnTo>
                  <a:pt x="625" y="1224"/>
                </a:lnTo>
                <a:lnTo>
                  <a:pt x="625" y="1225"/>
                </a:lnTo>
                <a:lnTo>
                  <a:pt x="625" y="1226"/>
                </a:lnTo>
                <a:lnTo>
                  <a:pt x="624" y="1226"/>
                </a:lnTo>
                <a:lnTo>
                  <a:pt x="624" y="1227"/>
                </a:lnTo>
                <a:lnTo>
                  <a:pt x="623" y="1227"/>
                </a:lnTo>
                <a:lnTo>
                  <a:pt x="622" y="1227"/>
                </a:lnTo>
                <a:lnTo>
                  <a:pt x="620" y="1228"/>
                </a:lnTo>
                <a:lnTo>
                  <a:pt x="619" y="1228"/>
                </a:lnTo>
                <a:lnTo>
                  <a:pt x="618" y="1228"/>
                </a:lnTo>
                <a:lnTo>
                  <a:pt x="616" y="1230"/>
                </a:lnTo>
                <a:lnTo>
                  <a:pt x="613" y="1231"/>
                </a:lnTo>
                <a:lnTo>
                  <a:pt x="612" y="1231"/>
                </a:lnTo>
                <a:lnTo>
                  <a:pt x="611" y="1232"/>
                </a:lnTo>
                <a:lnTo>
                  <a:pt x="610" y="1232"/>
                </a:lnTo>
                <a:lnTo>
                  <a:pt x="609" y="1232"/>
                </a:lnTo>
                <a:lnTo>
                  <a:pt x="607" y="1232"/>
                </a:lnTo>
                <a:lnTo>
                  <a:pt x="604" y="1232"/>
                </a:lnTo>
                <a:lnTo>
                  <a:pt x="603" y="1233"/>
                </a:lnTo>
                <a:lnTo>
                  <a:pt x="602" y="1234"/>
                </a:lnTo>
                <a:lnTo>
                  <a:pt x="602" y="1235"/>
                </a:lnTo>
                <a:lnTo>
                  <a:pt x="601" y="1237"/>
                </a:lnTo>
                <a:lnTo>
                  <a:pt x="600" y="1238"/>
                </a:lnTo>
                <a:lnTo>
                  <a:pt x="599" y="1239"/>
                </a:lnTo>
                <a:lnTo>
                  <a:pt x="598" y="1240"/>
                </a:lnTo>
                <a:lnTo>
                  <a:pt x="597" y="1240"/>
                </a:lnTo>
                <a:lnTo>
                  <a:pt x="596" y="1241"/>
                </a:lnTo>
                <a:lnTo>
                  <a:pt x="595" y="1241"/>
                </a:lnTo>
                <a:lnTo>
                  <a:pt x="594" y="1242"/>
                </a:lnTo>
                <a:lnTo>
                  <a:pt x="593" y="1242"/>
                </a:lnTo>
                <a:lnTo>
                  <a:pt x="593" y="1243"/>
                </a:lnTo>
                <a:lnTo>
                  <a:pt x="591" y="1242"/>
                </a:lnTo>
                <a:lnTo>
                  <a:pt x="590" y="1242"/>
                </a:lnTo>
                <a:lnTo>
                  <a:pt x="590" y="1243"/>
                </a:lnTo>
                <a:lnTo>
                  <a:pt x="589" y="1243"/>
                </a:lnTo>
                <a:lnTo>
                  <a:pt x="586" y="1243"/>
                </a:lnTo>
                <a:lnTo>
                  <a:pt x="585" y="1243"/>
                </a:lnTo>
                <a:lnTo>
                  <a:pt x="584" y="1243"/>
                </a:lnTo>
                <a:lnTo>
                  <a:pt x="583" y="1244"/>
                </a:lnTo>
                <a:lnTo>
                  <a:pt x="583" y="1245"/>
                </a:lnTo>
                <a:lnTo>
                  <a:pt x="583" y="1247"/>
                </a:lnTo>
                <a:lnTo>
                  <a:pt x="582" y="1247"/>
                </a:lnTo>
                <a:lnTo>
                  <a:pt x="582" y="1248"/>
                </a:lnTo>
                <a:lnTo>
                  <a:pt x="581" y="1248"/>
                </a:lnTo>
                <a:lnTo>
                  <a:pt x="581" y="1249"/>
                </a:lnTo>
                <a:lnTo>
                  <a:pt x="580" y="1250"/>
                </a:lnTo>
                <a:lnTo>
                  <a:pt x="579" y="1250"/>
                </a:lnTo>
                <a:lnTo>
                  <a:pt x="579" y="1251"/>
                </a:lnTo>
                <a:lnTo>
                  <a:pt x="577" y="1252"/>
                </a:lnTo>
                <a:lnTo>
                  <a:pt x="576" y="1252"/>
                </a:lnTo>
                <a:lnTo>
                  <a:pt x="575" y="1252"/>
                </a:lnTo>
                <a:lnTo>
                  <a:pt x="575" y="1253"/>
                </a:lnTo>
                <a:lnTo>
                  <a:pt x="573" y="1254"/>
                </a:lnTo>
                <a:lnTo>
                  <a:pt x="572" y="1255"/>
                </a:lnTo>
                <a:lnTo>
                  <a:pt x="572" y="1256"/>
                </a:lnTo>
                <a:lnTo>
                  <a:pt x="571" y="1257"/>
                </a:lnTo>
                <a:lnTo>
                  <a:pt x="570" y="1258"/>
                </a:lnTo>
                <a:lnTo>
                  <a:pt x="570" y="1259"/>
                </a:lnTo>
                <a:lnTo>
                  <a:pt x="570" y="1260"/>
                </a:lnTo>
                <a:lnTo>
                  <a:pt x="569" y="1260"/>
                </a:lnTo>
                <a:lnTo>
                  <a:pt x="569" y="1259"/>
                </a:lnTo>
                <a:lnTo>
                  <a:pt x="568" y="1259"/>
                </a:lnTo>
                <a:lnTo>
                  <a:pt x="568" y="1260"/>
                </a:lnTo>
                <a:lnTo>
                  <a:pt x="567" y="1260"/>
                </a:lnTo>
                <a:lnTo>
                  <a:pt x="567" y="1261"/>
                </a:lnTo>
                <a:lnTo>
                  <a:pt x="567" y="1262"/>
                </a:lnTo>
                <a:lnTo>
                  <a:pt x="567" y="1263"/>
                </a:lnTo>
                <a:lnTo>
                  <a:pt x="566" y="1263"/>
                </a:lnTo>
                <a:lnTo>
                  <a:pt x="565" y="1263"/>
                </a:lnTo>
                <a:lnTo>
                  <a:pt x="564" y="1264"/>
                </a:lnTo>
                <a:lnTo>
                  <a:pt x="564" y="1265"/>
                </a:lnTo>
                <a:lnTo>
                  <a:pt x="563" y="1266"/>
                </a:lnTo>
                <a:lnTo>
                  <a:pt x="562" y="1266"/>
                </a:lnTo>
                <a:lnTo>
                  <a:pt x="561" y="1266"/>
                </a:lnTo>
                <a:lnTo>
                  <a:pt x="560" y="1266"/>
                </a:lnTo>
                <a:lnTo>
                  <a:pt x="559" y="1266"/>
                </a:lnTo>
                <a:lnTo>
                  <a:pt x="558" y="1266"/>
                </a:lnTo>
                <a:lnTo>
                  <a:pt x="557" y="1265"/>
                </a:lnTo>
                <a:lnTo>
                  <a:pt x="555" y="1264"/>
                </a:lnTo>
                <a:lnTo>
                  <a:pt x="553" y="1263"/>
                </a:lnTo>
                <a:lnTo>
                  <a:pt x="553" y="1262"/>
                </a:lnTo>
                <a:lnTo>
                  <a:pt x="553" y="1261"/>
                </a:lnTo>
                <a:lnTo>
                  <a:pt x="552" y="1261"/>
                </a:lnTo>
                <a:lnTo>
                  <a:pt x="551" y="1261"/>
                </a:lnTo>
                <a:lnTo>
                  <a:pt x="550" y="1262"/>
                </a:lnTo>
                <a:lnTo>
                  <a:pt x="549" y="1262"/>
                </a:lnTo>
                <a:lnTo>
                  <a:pt x="548" y="1262"/>
                </a:lnTo>
                <a:lnTo>
                  <a:pt x="547" y="1262"/>
                </a:lnTo>
                <a:lnTo>
                  <a:pt x="544" y="1262"/>
                </a:lnTo>
                <a:lnTo>
                  <a:pt x="543" y="1262"/>
                </a:lnTo>
                <a:lnTo>
                  <a:pt x="541" y="1261"/>
                </a:lnTo>
                <a:lnTo>
                  <a:pt x="541" y="1260"/>
                </a:lnTo>
                <a:lnTo>
                  <a:pt x="538" y="1259"/>
                </a:lnTo>
                <a:lnTo>
                  <a:pt x="536" y="1259"/>
                </a:lnTo>
                <a:lnTo>
                  <a:pt x="535" y="1260"/>
                </a:lnTo>
                <a:lnTo>
                  <a:pt x="534" y="1261"/>
                </a:lnTo>
                <a:lnTo>
                  <a:pt x="534" y="1262"/>
                </a:lnTo>
                <a:lnTo>
                  <a:pt x="533" y="1264"/>
                </a:lnTo>
                <a:lnTo>
                  <a:pt x="532" y="1265"/>
                </a:lnTo>
                <a:lnTo>
                  <a:pt x="531" y="1266"/>
                </a:lnTo>
                <a:lnTo>
                  <a:pt x="531" y="1267"/>
                </a:lnTo>
                <a:lnTo>
                  <a:pt x="530" y="1267"/>
                </a:lnTo>
                <a:lnTo>
                  <a:pt x="529" y="1267"/>
                </a:lnTo>
                <a:lnTo>
                  <a:pt x="528" y="1267"/>
                </a:lnTo>
                <a:lnTo>
                  <a:pt x="527" y="1268"/>
                </a:lnTo>
                <a:lnTo>
                  <a:pt x="526" y="1267"/>
                </a:lnTo>
                <a:lnTo>
                  <a:pt x="526" y="1266"/>
                </a:lnTo>
                <a:lnTo>
                  <a:pt x="527" y="1266"/>
                </a:lnTo>
                <a:lnTo>
                  <a:pt x="527" y="1265"/>
                </a:lnTo>
                <a:lnTo>
                  <a:pt x="527" y="1263"/>
                </a:lnTo>
                <a:lnTo>
                  <a:pt x="527" y="1262"/>
                </a:lnTo>
                <a:lnTo>
                  <a:pt x="526" y="1262"/>
                </a:lnTo>
                <a:lnTo>
                  <a:pt x="525" y="1262"/>
                </a:lnTo>
                <a:lnTo>
                  <a:pt x="524" y="1261"/>
                </a:lnTo>
                <a:lnTo>
                  <a:pt x="523" y="1259"/>
                </a:lnTo>
                <a:lnTo>
                  <a:pt x="522" y="1258"/>
                </a:lnTo>
                <a:lnTo>
                  <a:pt x="522" y="1253"/>
                </a:lnTo>
                <a:lnTo>
                  <a:pt x="523" y="1252"/>
                </a:lnTo>
                <a:lnTo>
                  <a:pt x="524" y="1252"/>
                </a:lnTo>
                <a:lnTo>
                  <a:pt x="524" y="1251"/>
                </a:lnTo>
                <a:lnTo>
                  <a:pt x="524" y="1250"/>
                </a:lnTo>
                <a:lnTo>
                  <a:pt x="519" y="1248"/>
                </a:lnTo>
                <a:lnTo>
                  <a:pt x="519" y="1247"/>
                </a:lnTo>
                <a:lnTo>
                  <a:pt x="518" y="1247"/>
                </a:lnTo>
                <a:lnTo>
                  <a:pt x="518" y="1246"/>
                </a:lnTo>
                <a:lnTo>
                  <a:pt x="517" y="1244"/>
                </a:lnTo>
                <a:lnTo>
                  <a:pt x="516" y="1243"/>
                </a:lnTo>
                <a:lnTo>
                  <a:pt x="515" y="1242"/>
                </a:lnTo>
                <a:lnTo>
                  <a:pt x="514" y="1242"/>
                </a:lnTo>
                <a:lnTo>
                  <a:pt x="514" y="1241"/>
                </a:lnTo>
                <a:lnTo>
                  <a:pt x="513" y="1241"/>
                </a:lnTo>
                <a:lnTo>
                  <a:pt x="512" y="1241"/>
                </a:lnTo>
                <a:lnTo>
                  <a:pt x="511" y="1240"/>
                </a:lnTo>
                <a:lnTo>
                  <a:pt x="511" y="1241"/>
                </a:lnTo>
                <a:lnTo>
                  <a:pt x="510" y="1240"/>
                </a:lnTo>
                <a:lnTo>
                  <a:pt x="509" y="1240"/>
                </a:lnTo>
                <a:lnTo>
                  <a:pt x="509" y="1239"/>
                </a:lnTo>
                <a:lnTo>
                  <a:pt x="508" y="1237"/>
                </a:lnTo>
                <a:lnTo>
                  <a:pt x="508" y="1238"/>
                </a:lnTo>
                <a:lnTo>
                  <a:pt x="506" y="1239"/>
                </a:lnTo>
                <a:lnTo>
                  <a:pt x="505" y="1239"/>
                </a:lnTo>
                <a:lnTo>
                  <a:pt x="504" y="1239"/>
                </a:lnTo>
                <a:lnTo>
                  <a:pt x="503" y="1239"/>
                </a:lnTo>
                <a:lnTo>
                  <a:pt x="502" y="1239"/>
                </a:lnTo>
                <a:lnTo>
                  <a:pt x="501" y="1239"/>
                </a:lnTo>
                <a:lnTo>
                  <a:pt x="501" y="1240"/>
                </a:lnTo>
                <a:lnTo>
                  <a:pt x="500" y="1240"/>
                </a:lnTo>
                <a:lnTo>
                  <a:pt x="499" y="1240"/>
                </a:lnTo>
                <a:lnTo>
                  <a:pt x="499" y="1239"/>
                </a:lnTo>
                <a:lnTo>
                  <a:pt x="498" y="1238"/>
                </a:lnTo>
                <a:lnTo>
                  <a:pt x="498" y="1237"/>
                </a:lnTo>
                <a:lnTo>
                  <a:pt x="498" y="1236"/>
                </a:lnTo>
                <a:lnTo>
                  <a:pt x="497" y="1235"/>
                </a:lnTo>
                <a:lnTo>
                  <a:pt x="495" y="1234"/>
                </a:lnTo>
                <a:lnTo>
                  <a:pt x="496" y="1234"/>
                </a:lnTo>
                <a:lnTo>
                  <a:pt x="496" y="1232"/>
                </a:lnTo>
                <a:lnTo>
                  <a:pt x="495" y="1232"/>
                </a:lnTo>
                <a:lnTo>
                  <a:pt x="495" y="1231"/>
                </a:lnTo>
                <a:lnTo>
                  <a:pt x="494" y="1231"/>
                </a:lnTo>
                <a:lnTo>
                  <a:pt x="495" y="1231"/>
                </a:lnTo>
                <a:lnTo>
                  <a:pt x="495" y="1230"/>
                </a:lnTo>
                <a:lnTo>
                  <a:pt x="496" y="1228"/>
                </a:lnTo>
                <a:lnTo>
                  <a:pt x="497" y="1227"/>
                </a:lnTo>
                <a:lnTo>
                  <a:pt x="499" y="1226"/>
                </a:lnTo>
                <a:lnTo>
                  <a:pt x="500" y="1226"/>
                </a:lnTo>
                <a:lnTo>
                  <a:pt x="500" y="1227"/>
                </a:lnTo>
                <a:lnTo>
                  <a:pt x="501" y="1227"/>
                </a:lnTo>
                <a:lnTo>
                  <a:pt x="503" y="1228"/>
                </a:lnTo>
                <a:lnTo>
                  <a:pt x="504" y="1228"/>
                </a:lnTo>
                <a:lnTo>
                  <a:pt x="504" y="1227"/>
                </a:lnTo>
                <a:lnTo>
                  <a:pt x="503" y="1227"/>
                </a:lnTo>
                <a:lnTo>
                  <a:pt x="502" y="1226"/>
                </a:lnTo>
                <a:lnTo>
                  <a:pt x="501" y="1226"/>
                </a:lnTo>
                <a:lnTo>
                  <a:pt x="501" y="1225"/>
                </a:lnTo>
                <a:lnTo>
                  <a:pt x="502" y="1225"/>
                </a:lnTo>
                <a:lnTo>
                  <a:pt x="502" y="1224"/>
                </a:lnTo>
                <a:lnTo>
                  <a:pt x="504" y="1224"/>
                </a:lnTo>
                <a:lnTo>
                  <a:pt x="504" y="1223"/>
                </a:lnTo>
                <a:lnTo>
                  <a:pt x="505" y="1222"/>
                </a:lnTo>
                <a:lnTo>
                  <a:pt x="505" y="1221"/>
                </a:lnTo>
                <a:lnTo>
                  <a:pt x="504" y="1221"/>
                </a:lnTo>
                <a:lnTo>
                  <a:pt x="502" y="1220"/>
                </a:lnTo>
                <a:lnTo>
                  <a:pt x="501" y="1220"/>
                </a:lnTo>
                <a:lnTo>
                  <a:pt x="500" y="1220"/>
                </a:lnTo>
                <a:lnTo>
                  <a:pt x="500" y="1218"/>
                </a:lnTo>
                <a:lnTo>
                  <a:pt x="501" y="1217"/>
                </a:lnTo>
                <a:lnTo>
                  <a:pt x="501" y="1216"/>
                </a:lnTo>
                <a:lnTo>
                  <a:pt x="502" y="1214"/>
                </a:lnTo>
                <a:lnTo>
                  <a:pt x="501" y="1214"/>
                </a:lnTo>
                <a:lnTo>
                  <a:pt x="499" y="1212"/>
                </a:lnTo>
                <a:lnTo>
                  <a:pt x="497" y="1210"/>
                </a:lnTo>
                <a:lnTo>
                  <a:pt x="495" y="1209"/>
                </a:lnTo>
                <a:lnTo>
                  <a:pt x="494" y="1208"/>
                </a:lnTo>
                <a:lnTo>
                  <a:pt x="494" y="1207"/>
                </a:lnTo>
                <a:lnTo>
                  <a:pt x="493" y="1206"/>
                </a:lnTo>
                <a:lnTo>
                  <a:pt x="491" y="1205"/>
                </a:lnTo>
                <a:lnTo>
                  <a:pt x="490" y="1205"/>
                </a:lnTo>
                <a:lnTo>
                  <a:pt x="490" y="1204"/>
                </a:lnTo>
                <a:lnTo>
                  <a:pt x="490" y="1203"/>
                </a:lnTo>
                <a:lnTo>
                  <a:pt x="487" y="1203"/>
                </a:lnTo>
                <a:lnTo>
                  <a:pt x="487" y="1202"/>
                </a:lnTo>
                <a:lnTo>
                  <a:pt x="486" y="1200"/>
                </a:lnTo>
                <a:lnTo>
                  <a:pt x="485" y="1198"/>
                </a:lnTo>
                <a:lnTo>
                  <a:pt x="484" y="1198"/>
                </a:lnTo>
                <a:lnTo>
                  <a:pt x="483" y="1198"/>
                </a:lnTo>
                <a:lnTo>
                  <a:pt x="482" y="1198"/>
                </a:lnTo>
                <a:lnTo>
                  <a:pt x="480" y="1198"/>
                </a:lnTo>
                <a:lnTo>
                  <a:pt x="478" y="1198"/>
                </a:lnTo>
                <a:lnTo>
                  <a:pt x="476" y="1196"/>
                </a:lnTo>
                <a:lnTo>
                  <a:pt x="476" y="1195"/>
                </a:lnTo>
                <a:lnTo>
                  <a:pt x="476" y="1194"/>
                </a:lnTo>
                <a:lnTo>
                  <a:pt x="476" y="1193"/>
                </a:lnTo>
                <a:lnTo>
                  <a:pt x="476" y="1192"/>
                </a:lnTo>
                <a:lnTo>
                  <a:pt x="475" y="1192"/>
                </a:lnTo>
                <a:lnTo>
                  <a:pt x="474" y="1193"/>
                </a:lnTo>
                <a:lnTo>
                  <a:pt x="473" y="1193"/>
                </a:lnTo>
                <a:lnTo>
                  <a:pt x="473" y="1192"/>
                </a:lnTo>
                <a:lnTo>
                  <a:pt x="472" y="1191"/>
                </a:lnTo>
                <a:lnTo>
                  <a:pt x="473" y="1191"/>
                </a:lnTo>
                <a:lnTo>
                  <a:pt x="473" y="1190"/>
                </a:lnTo>
                <a:lnTo>
                  <a:pt x="472" y="1190"/>
                </a:lnTo>
                <a:lnTo>
                  <a:pt x="472" y="1191"/>
                </a:lnTo>
                <a:lnTo>
                  <a:pt x="471" y="1191"/>
                </a:lnTo>
                <a:lnTo>
                  <a:pt x="470" y="1191"/>
                </a:lnTo>
                <a:lnTo>
                  <a:pt x="470" y="1190"/>
                </a:lnTo>
                <a:lnTo>
                  <a:pt x="471" y="1190"/>
                </a:lnTo>
                <a:lnTo>
                  <a:pt x="471" y="1189"/>
                </a:lnTo>
                <a:lnTo>
                  <a:pt x="470" y="1188"/>
                </a:lnTo>
                <a:lnTo>
                  <a:pt x="470" y="1185"/>
                </a:lnTo>
                <a:lnTo>
                  <a:pt x="470" y="1183"/>
                </a:lnTo>
                <a:lnTo>
                  <a:pt x="470" y="1182"/>
                </a:lnTo>
                <a:lnTo>
                  <a:pt x="471" y="1182"/>
                </a:lnTo>
                <a:lnTo>
                  <a:pt x="471" y="1181"/>
                </a:lnTo>
                <a:lnTo>
                  <a:pt x="472" y="1182"/>
                </a:lnTo>
                <a:lnTo>
                  <a:pt x="473" y="1182"/>
                </a:lnTo>
                <a:lnTo>
                  <a:pt x="474" y="1182"/>
                </a:lnTo>
                <a:lnTo>
                  <a:pt x="475" y="1182"/>
                </a:lnTo>
                <a:lnTo>
                  <a:pt x="476" y="1182"/>
                </a:lnTo>
                <a:lnTo>
                  <a:pt x="477" y="1182"/>
                </a:lnTo>
                <a:lnTo>
                  <a:pt x="477" y="1183"/>
                </a:lnTo>
                <a:lnTo>
                  <a:pt x="478" y="1182"/>
                </a:lnTo>
                <a:lnTo>
                  <a:pt x="479" y="1182"/>
                </a:lnTo>
                <a:lnTo>
                  <a:pt x="479" y="1181"/>
                </a:lnTo>
                <a:lnTo>
                  <a:pt x="480" y="1180"/>
                </a:lnTo>
                <a:lnTo>
                  <a:pt x="480" y="1179"/>
                </a:lnTo>
                <a:lnTo>
                  <a:pt x="480" y="1178"/>
                </a:lnTo>
                <a:lnTo>
                  <a:pt x="479" y="1178"/>
                </a:lnTo>
                <a:lnTo>
                  <a:pt x="479" y="1177"/>
                </a:lnTo>
                <a:lnTo>
                  <a:pt x="479" y="1176"/>
                </a:lnTo>
                <a:lnTo>
                  <a:pt x="481" y="1174"/>
                </a:lnTo>
                <a:lnTo>
                  <a:pt x="482" y="1172"/>
                </a:lnTo>
                <a:lnTo>
                  <a:pt x="482" y="1171"/>
                </a:lnTo>
                <a:lnTo>
                  <a:pt x="481" y="1170"/>
                </a:lnTo>
                <a:lnTo>
                  <a:pt x="480" y="1170"/>
                </a:lnTo>
                <a:lnTo>
                  <a:pt x="479" y="1169"/>
                </a:lnTo>
                <a:lnTo>
                  <a:pt x="478" y="1168"/>
                </a:lnTo>
                <a:lnTo>
                  <a:pt x="479" y="1167"/>
                </a:lnTo>
                <a:lnTo>
                  <a:pt x="479" y="1166"/>
                </a:lnTo>
                <a:lnTo>
                  <a:pt x="481" y="1166"/>
                </a:lnTo>
                <a:lnTo>
                  <a:pt x="481" y="1165"/>
                </a:lnTo>
                <a:lnTo>
                  <a:pt x="481" y="1164"/>
                </a:lnTo>
                <a:lnTo>
                  <a:pt x="484" y="1163"/>
                </a:lnTo>
                <a:lnTo>
                  <a:pt x="485" y="1163"/>
                </a:lnTo>
                <a:lnTo>
                  <a:pt x="485" y="1162"/>
                </a:lnTo>
                <a:lnTo>
                  <a:pt x="484" y="1162"/>
                </a:lnTo>
                <a:lnTo>
                  <a:pt x="484" y="1161"/>
                </a:lnTo>
                <a:lnTo>
                  <a:pt x="484" y="1160"/>
                </a:lnTo>
                <a:lnTo>
                  <a:pt x="485" y="1159"/>
                </a:lnTo>
                <a:lnTo>
                  <a:pt x="486" y="1159"/>
                </a:lnTo>
                <a:lnTo>
                  <a:pt x="486" y="1160"/>
                </a:lnTo>
                <a:lnTo>
                  <a:pt x="487" y="1159"/>
                </a:lnTo>
                <a:lnTo>
                  <a:pt x="487" y="1158"/>
                </a:lnTo>
                <a:lnTo>
                  <a:pt x="487" y="1157"/>
                </a:lnTo>
                <a:lnTo>
                  <a:pt x="486" y="1157"/>
                </a:lnTo>
                <a:lnTo>
                  <a:pt x="485" y="1157"/>
                </a:lnTo>
                <a:lnTo>
                  <a:pt x="484" y="1157"/>
                </a:lnTo>
                <a:lnTo>
                  <a:pt x="483" y="1156"/>
                </a:lnTo>
                <a:lnTo>
                  <a:pt x="482" y="1155"/>
                </a:lnTo>
                <a:lnTo>
                  <a:pt x="481" y="1155"/>
                </a:lnTo>
                <a:lnTo>
                  <a:pt x="480" y="1155"/>
                </a:lnTo>
                <a:lnTo>
                  <a:pt x="479" y="1155"/>
                </a:lnTo>
                <a:lnTo>
                  <a:pt x="478" y="1156"/>
                </a:lnTo>
                <a:lnTo>
                  <a:pt x="478" y="1157"/>
                </a:lnTo>
                <a:lnTo>
                  <a:pt x="478" y="1158"/>
                </a:lnTo>
                <a:lnTo>
                  <a:pt x="479" y="1158"/>
                </a:lnTo>
                <a:lnTo>
                  <a:pt x="479" y="1160"/>
                </a:lnTo>
                <a:lnTo>
                  <a:pt x="480" y="1160"/>
                </a:lnTo>
                <a:lnTo>
                  <a:pt x="480" y="1161"/>
                </a:lnTo>
                <a:lnTo>
                  <a:pt x="479" y="1161"/>
                </a:lnTo>
                <a:lnTo>
                  <a:pt x="479" y="1163"/>
                </a:lnTo>
                <a:lnTo>
                  <a:pt x="478" y="1163"/>
                </a:lnTo>
                <a:lnTo>
                  <a:pt x="478" y="1162"/>
                </a:lnTo>
                <a:lnTo>
                  <a:pt x="477" y="1162"/>
                </a:lnTo>
                <a:lnTo>
                  <a:pt x="476" y="1161"/>
                </a:lnTo>
                <a:lnTo>
                  <a:pt x="475" y="1162"/>
                </a:lnTo>
                <a:lnTo>
                  <a:pt x="474" y="1163"/>
                </a:lnTo>
                <a:lnTo>
                  <a:pt x="474" y="1164"/>
                </a:lnTo>
                <a:lnTo>
                  <a:pt x="473" y="1164"/>
                </a:lnTo>
                <a:lnTo>
                  <a:pt x="471" y="1164"/>
                </a:lnTo>
                <a:lnTo>
                  <a:pt x="470" y="1164"/>
                </a:lnTo>
                <a:lnTo>
                  <a:pt x="470" y="1163"/>
                </a:lnTo>
                <a:lnTo>
                  <a:pt x="470" y="1160"/>
                </a:lnTo>
                <a:lnTo>
                  <a:pt x="470" y="1159"/>
                </a:lnTo>
                <a:lnTo>
                  <a:pt x="469" y="1159"/>
                </a:lnTo>
                <a:lnTo>
                  <a:pt x="469" y="1160"/>
                </a:lnTo>
                <a:lnTo>
                  <a:pt x="469" y="1159"/>
                </a:lnTo>
                <a:lnTo>
                  <a:pt x="468" y="1159"/>
                </a:lnTo>
                <a:lnTo>
                  <a:pt x="468" y="1158"/>
                </a:lnTo>
                <a:lnTo>
                  <a:pt x="467" y="1157"/>
                </a:lnTo>
                <a:lnTo>
                  <a:pt x="466" y="1157"/>
                </a:lnTo>
                <a:lnTo>
                  <a:pt x="466" y="1156"/>
                </a:lnTo>
                <a:lnTo>
                  <a:pt x="467" y="1156"/>
                </a:lnTo>
                <a:lnTo>
                  <a:pt x="467" y="1155"/>
                </a:lnTo>
                <a:lnTo>
                  <a:pt x="468" y="1155"/>
                </a:lnTo>
                <a:lnTo>
                  <a:pt x="469" y="1155"/>
                </a:lnTo>
                <a:lnTo>
                  <a:pt x="469" y="1154"/>
                </a:lnTo>
                <a:lnTo>
                  <a:pt x="469" y="1153"/>
                </a:lnTo>
                <a:lnTo>
                  <a:pt x="469" y="1152"/>
                </a:lnTo>
                <a:lnTo>
                  <a:pt x="468" y="1152"/>
                </a:lnTo>
                <a:lnTo>
                  <a:pt x="469" y="1152"/>
                </a:lnTo>
                <a:lnTo>
                  <a:pt x="469" y="1151"/>
                </a:lnTo>
                <a:lnTo>
                  <a:pt x="469" y="1150"/>
                </a:lnTo>
                <a:lnTo>
                  <a:pt x="470" y="1150"/>
                </a:lnTo>
                <a:lnTo>
                  <a:pt x="471" y="1148"/>
                </a:lnTo>
                <a:lnTo>
                  <a:pt x="471" y="1147"/>
                </a:lnTo>
                <a:lnTo>
                  <a:pt x="472" y="1147"/>
                </a:lnTo>
                <a:lnTo>
                  <a:pt x="472" y="1146"/>
                </a:lnTo>
                <a:lnTo>
                  <a:pt x="472" y="1145"/>
                </a:lnTo>
                <a:lnTo>
                  <a:pt x="471" y="1145"/>
                </a:lnTo>
                <a:lnTo>
                  <a:pt x="471" y="1144"/>
                </a:lnTo>
                <a:lnTo>
                  <a:pt x="470" y="1144"/>
                </a:lnTo>
                <a:lnTo>
                  <a:pt x="469" y="1142"/>
                </a:lnTo>
                <a:lnTo>
                  <a:pt x="468" y="1141"/>
                </a:lnTo>
                <a:lnTo>
                  <a:pt x="468" y="1140"/>
                </a:lnTo>
                <a:lnTo>
                  <a:pt x="468" y="1139"/>
                </a:lnTo>
                <a:lnTo>
                  <a:pt x="466" y="1139"/>
                </a:lnTo>
                <a:lnTo>
                  <a:pt x="465" y="1139"/>
                </a:lnTo>
                <a:lnTo>
                  <a:pt x="464" y="1139"/>
                </a:lnTo>
                <a:lnTo>
                  <a:pt x="462" y="1139"/>
                </a:lnTo>
                <a:lnTo>
                  <a:pt x="462" y="1138"/>
                </a:lnTo>
                <a:lnTo>
                  <a:pt x="462" y="1137"/>
                </a:lnTo>
                <a:lnTo>
                  <a:pt x="460" y="1136"/>
                </a:lnTo>
                <a:lnTo>
                  <a:pt x="460" y="1137"/>
                </a:lnTo>
                <a:lnTo>
                  <a:pt x="459" y="1137"/>
                </a:lnTo>
                <a:lnTo>
                  <a:pt x="458" y="1137"/>
                </a:lnTo>
                <a:lnTo>
                  <a:pt x="457" y="1137"/>
                </a:lnTo>
                <a:lnTo>
                  <a:pt x="457" y="1136"/>
                </a:lnTo>
                <a:lnTo>
                  <a:pt x="456" y="1136"/>
                </a:lnTo>
                <a:lnTo>
                  <a:pt x="455" y="1136"/>
                </a:lnTo>
                <a:lnTo>
                  <a:pt x="454" y="1136"/>
                </a:lnTo>
                <a:lnTo>
                  <a:pt x="454" y="1135"/>
                </a:lnTo>
                <a:lnTo>
                  <a:pt x="454" y="1134"/>
                </a:lnTo>
                <a:lnTo>
                  <a:pt x="453" y="1133"/>
                </a:lnTo>
                <a:lnTo>
                  <a:pt x="453" y="1132"/>
                </a:lnTo>
                <a:lnTo>
                  <a:pt x="453" y="1131"/>
                </a:lnTo>
                <a:lnTo>
                  <a:pt x="454" y="1130"/>
                </a:lnTo>
                <a:lnTo>
                  <a:pt x="454" y="1129"/>
                </a:lnTo>
                <a:lnTo>
                  <a:pt x="455" y="1129"/>
                </a:lnTo>
                <a:lnTo>
                  <a:pt x="455" y="1128"/>
                </a:lnTo>
                <a:lnTo>
                  <a:pt x="454" y="1128"/>
                </a:lnTo>
                <a:lnTo>
                  <a:pt x="453" y="1128"/>
                </a:lnTo>
                <a:lnTo>
                  <a:pt x="450" y="1128"/>
                </a:lnTo>
                <a:lnTo>
                  <a:pt x="449" y="1127"/>
                </a:lnTo>
                <a:lnTo>
                  <a:pt x="449" y="1126"/>
                </a:lnTo>
                <a:lnTo>
                  <a:pt x="449" y="1125"/>
                </a:lnTo>
                <a:lnTo>
                  <a:pt x="450" y="1124"/>
                </a:lnTo>
                <a:lnTo>
                  <a:pt x="450" y="1123"/>
                </a:lnTo>
                <a:lnTo>
                  <a:pt x="449" y="1123"/>
                </a:lnTo>
                <a:lnTo>
                  <a:pt x="448" y="1122"/>
                </a:lnTo>
                <a:lnTo>
                  <a:pt x="447" y="1122"/>
                </a:lnTo>
                <a:lnTo>
                  <a:pt x="446" y="1122"/>
                </a:lnTo>
                <a:lnTo>
                  <a:pt x="445" y="1121"/>
                </a:lnTo>
                <a:lnTo>
                  <a:pt x="444" y="1121"/>
                </a:lnTo>
                <a:lnTo>
                  <a:pt x="444" y="1120"/>
                </a:lnTo>
                <a:lnTo>
                  <a:pt x="443" y="1120"/>
                </a:lnTo>
                <a:lnTo>
                  <a:pt x="441" y="1119"/>
                </a:lnTo>
                <a:lnTo>
                  <a:pt x="440" y="1119"/>
                </a:lnTo>
                <a:lnTo>
                  <a:pt x="438" y="1117"/>
                </a:lnTo>
                <a:lnTo>
                  <a:pt x="438" y="1115"/>
                </a:lnTo>
                <a:lnTo>
                  <a:pt x="438" y="1114"/>
                </a:lnTo>
                <a:lnTo>
                  <a:pt x="439" y="1114"/>
                </a:lnTo>
                <a:lnTo>
                  <a:pt x="439" y="1113"/>
                </a:lnTo>
                <a:lnTo>
                  <a:pt x="439" y="1112"/>
                </a:lnTo>
                <a:lnTo>
                  <a:pt x="439" y="1111"/>
                </a:lnTo>
                <a:lnTo>
                  <a:pt x="439" y="1110"/>
                </a:lnTo>
                <a:lnTo>
                  <a:pt x="440" y="1109"/>
                </a:lnTo>
                <a:lnTo>
                  <a:pt x="441" y="1108"/>
                </a:lnTo>
                <a:lnTo>
                  <a:pt x="441" y="1107"/>
                </a:lnTo>
                <a:lnTo>
                  <a:pt x="441" y="1106"/>
                </a:lnTo>
                <a:lnTo>
                  <a:pt x="440" y="1106"/>
                </a:lnTo>
                <a:lnTo>
                  <a:pt x="440" y="1105"/>
                </a:lnTo>
                <a:lnTo>
                  <a:pt x="439" y="1105"/>
                </a:lnTo>
                <a:lnTo>
                  <a:pt x="439" y="1104"/>
                </a:lnTo>
                <a:lnTo>
                  <a:pt x="440" y="1104"/>
                </a:lnTo>
                <a:lnTo>
                  <a:pt x="441" y="1102"/>
                </a:lnTo>
                <a:lnTo>
                  <a:pt x="441" y="1101"/>
                </a:lnTo>
                <a:lnTo>
                  <a:pt x="441" y="1100"/>
                </a:lnTo>
                <a:lnTo>
                  <a:pt x="442" y="1097"/>
                </a:lnTo>
                <a:lnTo>
                  <a:pt x="443" y="1096"/>
                </a:lnTo>
                <a:lnTo>
                  <a:pt x="443" y="1095"/>
                </a:lnTo>
                <a:lnTo>
                  <a:pt x="443" y="1094"/>
                </a:lnTo>
                <a:lnTo>
                  <a:pt x="443" y="1092"/>
                </a:lnTo>
                <a:lnTo>
                  <a:pt x="442" y="1091"/>
                </a:lnTo>
                <a:lnTo>
                  <a:pt x="441" y="1091"/>
                </a:lnTo>
                <a:lnTo>
                  <a:pt x="440" y="1091"/>
                </a:lnTo>
                <a:lnTo>
                  <a:pt x="440" y="1090"/>
                </a:lnTo>
                <a:lnTo>
                  <a:pt x="439" y="1090"/>
                </a:lnTo>
                <a:lnTo>
                  <a:pt x="437" y="1089"/>
                </a:lnTo>
                <a:lnTo>
                  <a:pt x="436" y="1089"/>
                </a:lnTo>
                <a:lnTo>
                  <a:pt x="435" y="1089"/>
                </a:lnTo>
                <a:lnTo>
                  <a:pt x="434" y="1090"/>
                </a:lnTo>
                <a:lnTo>
                  <a:pt x="433" y="1090"/>
                </a:lnTo>
                <a:lnTo>
                  <a:pt x="432" y="1090"/>
                </a:lnTo>
                <a:lnTo>
                  <a:pt x="432" y="1091"/>
                </a:lnTo>
                <a:lnTo>
                  <a:pt x="431" y="1091"/>
                </a:lnTo>
                <a:lnTo>
                  <a:pt x="429" y="1090"/>
                </a:lnTo>
                <a:lnTo>
                  <a:pt x="428" y="1090"/>
                </a:lnTo>
                <a:lnTo>
                  <a:pt x="428" y="1089"/>
                </a:lnTo>
                <a:lnTo>
                  <a:pt x="428" y="1088"/>
                </a:lnTo>
                <a:lnTo>
                  <a:pt x="427" y="1088"/>
                </a:lnTo>
                <a:lnTo>
                  <a:pt x="427" y="1087"/>
                </a:lnTo>
                <a:lnTo>
                  <a:pt x="426" y="1087"/>
                </a:lnTo>
                <a:lnTo>
                  <a:pt x="426" y="1086"/>
                </a:lnTo>
                <a:lnTo>
                  <a:pt x="426" y="1085"/>
                </a:lnTo>
                <a:lnTo>
                  <a:pt x="426" y="1084"/>
                </a:lnTo>
                <a:lnTo>
                  <a:pt x="427" y="1084"/>
                </a:lnTo>
                <a:lnTo>
                  <a:pt x="427" y="1083"/>
                </a:lnTo>
                <a:lnTo>
                  <a:pt x="426" y="1083"/>
                </a:lnTo>
                <a:lnTo>
                  <a:pt x="426" y="1082"/>
                </a:lnTo>
                <a:lnTo>
                  <a:pt x="426" y="1081"/>
                </a:lnTo>
                <a:lnTo>
                  <a:pt x="425" y="1079"/>
                </a:lnTo>
                <a:lnTo>
                  <a:pt x="425" y="1078"/>
                </a:lnTo>
                <a:lnTo>
                  <a:pt x="425" y="1075"/>
                </a:lnTo>
                <a:lnTo>
                  <a:pt x="424" y="1074"/>
                </a:lnTo>
                <a:lnTo>
                  <a:pt x="424" y="1073"/>
                </a:lnTo>
                <a:lnTo>
                  <a:pt x="423" y="1073"/>
                </a:lnTo>
                <a:lnTo>
                  <a:pt x="422" y="1073"/>
                </a:lnTo>
                <a:lnTo>
                  <a:pt x="423" y="1072"/>
                </a:lnTo>
                <a:lnTo>
                  <a:pt x="423" y="1071"/>
                </a:lnTo>
                <a:lnTo>
                  <a:pt x="424" y="1071"/>
                </a:lnTo>
                <a:lnTo>
                  <a:pt x="424" y="1070"/>
                </a:lnTo>
                <a:lnTo>
                  <a:pt x="424" y="1068"/>
                </a:lnTo>
                <a:lnTo>
                  <a:pt x="423" y="1068"/>
                </a:lnTo>
                <a:lnTo>
                  <a:pt x="423" y="1067"/>
                </a:lnTo>
                <a:lnTo>
                  <a:pt x="422" y="1067"/>
                </a:lnTo>
                <a:lnTo>
                  <a:pt x="421" y="1067"/>
                </a:lnTo>
                <a:lnTo>
                  <a:pt x="421" y="1066"/>
                </a:lnTo>
                <a:lnTo>
                  <a:pt x="421" y="1065"/>
                </a:lnTo>
                <a:lnTo>
                  <a:pt x="421" y="1064"/>
                </a:lnTo>
                <a:lnTo>
                  <a:pt x="421" y="1063"/>
                </a:lnTo>
                <a:lnTo>
                  <a:pt x="420" y="1063"/>
                </a:lnTo>
                <a:lnTo>
                  <a:pt x="420" y="1062"/>
                </a:lnTo>
                <a:lnTo>
                  <a:pt x="419" y="1062"/>
                </a:lnTo>
                <a:lnTo>
                  <a:pt x="418" y="1059"/>
                </a:lnTo>
                <a:lnTo>
                  <a:pt x="417" y="1059"/>
                </a:lnTo>
                <a:lnTo>
                  <a:pt x="415" y="1055"/>
                </a:lnTo>
                <a:lnTo>
                  <a:pt x="415" y="1054"/>
                </a:lnTo>
                <a:lnTo>
                  <a:pt x="416" y="1054"/>
                </a:lnTo>
                <a:lnTo>
                  <a:pt x="416" y="1053"/>
                </a:lnTo>
                <a:lnTo>
                  <a:pt x="416" y="1052"/>
                </a:lnTo>
                <a:lnTo>
                  <a:pt x="415" y="1050"/>
                </a:lnTo>
                <a:lnTo>
                  <a:pt x="414" y="1049"/>
                </a:lnTo>
                <a:lnTo>
                  <a:pt x="412" y="1048"/>
                </a:lnTo>
                <a:lnTo>
                  <a:pt x="411" y="1048"/>
                </a:lnTo>
                <a:lnTo>
                  <a:pt x="411" y="1049"/>
                </a:lnTo>
                <a:lnTo>
                  <a:pt x="411" y="1050"/>
                </a:lnTo>
                <a:lnTo>
                  <a:pt x="410" y="1050"/>
                </a:lnTo>
                <a:lnTo>
                  <a:pt x="409" y="1051"/>
                </a:lnTo>
                <a:lnTo>
                  <a:pt x="409" y="1050"/>
                </a:lnTo>
                <a:lnTo>
                  <a:pt x="410" y="1047"/>
                </a:lnTo>
                <a:lnTo>
                  <a:pt x="410" y="1045"/>
                </a:lnTo>
                <a:lnTo>
                  <a:pt x="410" y="1044"/>
                </a:lnTo>
                <a:lnTo>
                  <a:pt x="411" y="1042"/>
                </a:lnTo>
                <a:lnTo>
                  <a:pt x="411" y="1041"/>
                </a:lnTo>
                <a:lnTo>
                  <a:pt x="411" y="1040"/>
                </a:lnTo>
                <a:lnTo>
                  <a:pt x="410" y="1040"/>
                </a:lnTo>
                <a:lnTo>
                  <a:pt x="410" y="1039"/>
                </a:lnTo>
                <a:lnTo>
                  <a:pt x="409" y="1038"/>
                </a:lnTo>
                <a:lnTo>
                  <a:pt x="408" y="1035"/>
                </a:lnTo>
                <a:lnTo>
                  <a:pt x="407" y="1033"/>
                </a:lnTo>
                <a:lnTo>
                  <a:pt x="407" y="1032"/>
                </a:lnTo>
                <a:lnTo>
                  <a:pt x="405" y="1029"/>
                </a:lnTo>
                <a:lnTo>
                  <a:pt x="404" y="1029"/>
                </a:lnTo>
                <a:lnTo>
                  <a:pt x="404" y="1028"/>
                </a:lnTo>
                <a:lnTo>
                  <a:pt x="404" y="1027"/>
                </a:lnTo>
                <a:lnTo>
                  <a:pt x="404" y="1026"/>
                </a:lnTo>
                <a:lnTo>
                  <a:pt x="404" y="1025"/>
                </a:lnTo>
                <a:lnTo>
                  <a:pt x="403" y="1025"/>
                </a:lnTo>
                <a:lnTo>
                  <a:pt x="403" y="1026"/>
                </a:lnTo>
                <a:lnTo>
                  <a:pt x="401" y="1026"/>
                </a:lnTo>
                <a:lnTo>
                  <a:pt x="400" y="1026"/>
                </a:lnTo>
                <a:lnTo>
                  <a:pt x="401" y="1024"/>
                </a:lnTo>
                <a:lnTo>
                  <a:pt x="402" y="1023"/>
                </a:lnTo>
                <a:lnTo>
                  <a:pt x="403" y="1022"/>
                </a:lnTo>
                <a:lnTo>
                  <a:pt x="404" y="1022"/>
                </a:lnTo>
                <a:lnTo>
                  <a:pt x="403" y="1022"/>
                </a:lnTo>
                <a:lnTo>
                  <a:pt x="403" y="1021"/>
                </a:lnTo>
                <a:lnTo>
                  <a:pt x="402" y="1021"/>
                </a:lnTo>
                <a:lnTo>
                  <a:pt x="401" y="1021"/>
                </a:lnTo>
                <a:lnTo>
                  <a:pt x="401" y="1019"/>
                </a:lnTo>
                <a:lnTo>
                  <a:pt x="402" y="1019"/>
                </a:lnTo>
                <a:lnTo>
                  <a:pt x="402" y="1018"/>
                </a:lnTo>
                <a:lnTo>
                  <a:pt x="403" y="1018"/>
                </a:lnTo>
                <a:lnTo>
                  <a:pt x="403" y="1017"/>
                </a:lnTo>
                <a:lnTo>
                  <a:pt x="402" y="1016"/>
                </a:lnTo>
                <a:lnTo>
                  <a:pt x="401" y="1016"/>
                </a:lnTo>
                <a:lnTo>
                  <a:pt x="399" y="1015"/>
                </a:lnTo>
                <a:lnTo>
                  <a:pt x="398" y="1016"/>
                </a:lnTo>
                <a:lnTo>
                  <a:pt x="396" y="1016"/>
                </a:lnTo>
                <a:lnTo>
                  <a:pt x="396" y="1015"/>
                </a:lnTo>
                <a:lnTo>
                  <a:pt x="395" y="1015"/>
                </a:lnTo>
                <a:lnTo>
                  <a:pt x="395" y="1014"/>
                </a:lnTo>
                <a:lnTo>
                  <a:pt x="394" y="1013"/>
                </a:lnTo>
                <a:lnTo>
                  <a:pt x="394" y="1008"/>
                </a:lnTo>
                <a:lnTo>
                  <a:pt x="394" y="1007"/>
                </a:lnTo>
                <a:lnTo>
                  <a:pt x="394" y="1006"/>
                </a:lnTo>
                <a:lnTo>
                  <a:pt x="392" y="1003"/>
                </a:lnTo>
                <a:lnTo>
                  <a:pt x="392" y="1002"/>
                </a:lnTo>
                <a:lnTo>
                  <a:pt x="391" y="1002"/>
                </a:lnTo>
                <a:lnTo>
                  <a:pt x="391" y="1001"/>
                </a:lnTo>
                <a:lnTo>
                  <a:pt x="390" y="1001"/>
                </a:lnTo>
                <a:lnTo>
                  <a:pt x="389" y="1001"/>
                </a:lnTo>
                <a:lnTo>
                  <a:pt x="388" y="999"/>
                </a:lnTo>
                <a:lnTo>
                  <a:pt x="387" y="999"/>
                </a:lnTo>
                <a:lnTo>
                  <a:pt x="386" y="998"/>
                </a:lnTo>
                <a:lnTo>
                  <a:pt x="385" y="997"/>
                </a:lnTo>
                <a:lnTo>
                  <a:pt x="385" y="995"/>
                </a:lnTo>
                <a:lnTo>
                  <a:pt x="385" y="994"/>
                </a:lnTo>
                <a:lnTo>
                  <a:pt x="386" y="993"/>
                </a:lnTo>
                <a:lnTo>
                  <a:pt x="386" y="992"/>
                </a:lnTo>
                <a:lnTo>
                  <a:pt x="386" y="991"/>
                </a:lnTo>
                <a:lnTo>
                  <a:pt x="387" y="990"/>
                </a:lnTo>
                <a:lnTo>
                  <a:pt x="388" y="989"/>
                </a:lnTo>
                <a:lnTo>
                  <a:pt x="386" y="988"/>
                </a:lnTo>
                <a:lnTo>
                  <a:pt x="385" y="987"/>
                </a:lnTo>
                <a:lnTo>
                  <a:pt x="385" y="986"/>
                </a:lnTo>
                <a:lnTo>
                  <a:pt x="385" y="985"/>
                </a:lnTo>
                <a:lnTo>
                  <a:pt x="386" y="985"/>
                </a:lnTo>
                <a:lnTo>
                  <a:pt x="386" y="984"/>
                </a:lnTo>
                <a:lnTo>
                  <a:pt x="385" y="984"/>
                </a:lnTo>
                <a:lnTo>
                  <a:pt x="384" y="982"/>
                </a:lnTo>
                <a:lnTo>
                  <a:pt x="384" y="981"/>
                </a:lnTo>
                <a:lnTo>
                  <a:pt x="383" y="978"/>
                </a:lnTo>
                <a:lnTo>
                  <a:pt x="381" y="979"/>
                </a:lnTo>
                <a:lnTo>
                  <a:pt x="380" y="979"/>
                </a:lnTo>
                <a:lnTo>
                  <a:pt x="380" y="980"/>
                </a:lnTo>
                <a:lnTo>
                  <a:pt x="379" y="980"/>
                </a:lnTo>
                <a:lnTo>
                  <a:pt x="378" y="980"/>
                </a:lnTo>
                <a:lnTo>
                  <a:pt x="377" y="979"/>
                </a:lnTo>
                <a:lnTo>
                  <a:pt x="376" y="979"/>
                </a:lnTo>
                <a:lnTo>
                  <a:pt x="376" y="980"/>
                </a:lnTo>
                <a:lnTo>
                  <a:pt x="376" y="981"/>
                </a:lnTo>
                <a:lnTo>
                  <a:pt x="375" y="981"/>
                </a:lnTo>
                <a:lnTo>
                  <a:pt x="375" y="982"/>
                </a:lnTo>
                <a:lnTo>
                  <a:pt x="373" y="985"/>
                </a:lnTo>
                <a:lnTo>
                  <a:pt x="373" y="986"/>
                </a:lnTo>
                <a:lnTo>
                  <a:pt x="373" y="987"/>
                </a:lnTo>
                <a:lnTo>
                  <a:pt x="373" y="988"/>
                </a:lnTo>
                <a:lnTo>
                  <a:pt x="371" y="989"/>
                </a:lnTo>
                <a:lnTo>
                  <a:pt x="369" y="990"/>
                </a:lnTo>
                <a:lnTo>
                  <a:pt x="368" y="991"/>
                </a:lnTo>
                <a:lnTo>
                  <a:pt x="366" y="993"/>
                </a:lnTo>
                <a:lnTo>
                  <a:pt x="365" y="993"/>
                </a:lnTo>
                <a:lnTo>
                  <a:pt x="365" y="994"/>
                </a:lnTo>
                <a:lnTo>
                  <a:pt x="364" y="995"/>
                </a:lnTo>
                <a:lnTo>
                  <a:pt x="364" y="994"/>
                </a:lnTo>
                <a:lnTo>
                  <a:pt x="363" y="993"/>
                </a:lnTo>
                <a:lnTo>
                  <a:pt x="362" y="993"/>
                </a:lnTo>
                <a:lnTo>
                  <a:pt x="361" y="993"/>
                </a:lnTo>
                <a:lnTo>
                  <a:pt x="360" y="992"/>
                </a:lnTo>
                <a:lnTo>
                  <a:pt x="359" y="992"/>
                </a:lnTo>
                <a:lnTo>
                  <a:pt x="359" y="991"/>
                </a:lnTo>
                <a:lnTo>
                  <a:pt x="359" y="989"/>
                </a:lnTo>
                <a:lnTo>
                  <a:pt x="359" y="988"/>
                </a:lnTo>
                <a:lnTo>
                  <a:pt x="358" y="989"/>
                </a:lnTo>
                <a:lnTo>
                  <a:pt x="357" y="989"/>
                </a:lnTo>
                <a:lnTo>
                  <a:pt x="357" y="988"/>
                </a:lnTo>
                <a:lnTo>
                  <a:pt x="356" y="988"/>
                </a:lnTo>
                <a:lnTo>
                  <a:pt x="356" y="987"/>
                </a:lnTo>
                <a:lnTo>
                  <a:pt x="355" y="987"/>
                </a:lnTo>
                <a:lnTo>
                  <a:pt x="352" y="986"/>
                </a:lnTo>
                <a:lnTo>
                  <a:pt x="351" y="986"/>
                </a:lnTo>
                <a:lnTo>
                  <a:pt x="350" y="986"/>
                </a:lnTo>
                <a:lnTo>
                  <a:pt x="349" y="986"/>
                </a:lnTo>
                <a:lnTo>
                  <a:pt x="349" y="987"/>
                </a:lnTo>
                <a:lnTo>
                  <a:pt x="350" y="987"/>
                </a:lnTo>
                <a:lnTo>
                  <a:pt x="349" y="987"/>
                </a:lnTo>
                <a:lnTo>
                  <a:pt x="349" y="988"/>
                </a:lnTo>
                <a:lnTo>
                  <a:pt x="348" y="989"/>
                </a:lnTo>
                <a:lnTo>
                  <a:pt x="347" y="989"/>
                </a:lnTo>
                <a:lnTo>
                  <a:pt x="347" y="990"/>
                </a:lnTo>
                <a:lnTo>
                  <a:pt x="346" y="991"/>
                </a:lnTo>
                <a:lnTo>
                  <a:pt x="346" y="992"/>
                </a:lnTo>
                <a:lnTo>
                  <a:pt x="347" y="992"/>
                </a:lnTo>
                <a:lnTo>
                  <a:pt x="347" y="993"/>
                </a:lnTo>
                <a:lnTo>
                  <a:pt x="346" y="993"/>
                </a:lnTo>
                <a:lnTo>
                  <a:pt x="346" y="995"/>
                </a:lnTo>
                <a:lnTo>
                  <a:pt x="344" y="997"/>
                </a:lnTo>
                <a:lnTo>
                  <a:pt x="343" y="998"/>
                </a:lnTo>
                <a:lnTo>
                  <a:pt x="342" y="998"/>
                </a:lnTo>
                <a:lnTo>
                  <a:pt x="342" y="999"/>
                </a:lnTo>
                <a:lnTo>
                  <a:pt x="342" y="1000"/>
                </a:lnTo>
                <a:lnTo>
                  <a:pt x="341" y="1002"/>
                </a:lnTo>
                <a:lnTo>
                  <a:pt x="340" y="1002"/>
                </a:lnTo>
                <a:lnTo>
                  <a:pt x="340" y="1001"/>
                </a:lnTo>
                <a:lnTo>
                  <a:pt x="339" y="1001"/>
                </a:lnTo>
                <a:lnTo>
                  <a:pt x="338" y="1002"/>
                </a:lnTo>
                <a:lnTo>
                  <a:pt x="337" y="1003"/>
                </a:lnTo>
                <a:lnTo>
                  <a:pt x="337" y="1004"/>
                </a:lnTo>
                <a:lnTo>
                  <a:pt x="337" y="1005"/>
                </a:lnTo>
                <a:lnTo>
                  <a:pt x="336" y="1006"/>
                </a:lnTo>
                <a:lnTo>
                  <a:pt x="335" y="1007"/>
                </a:lnTo>
                <a:lnTo>
                  <a:pt x="334" y="1007"/>
                </a:lnTo>
                <a:lnTo>
                  <a:pt x="333" y="1007"/>
                </a:lnTo>
                <a:lnTo>
                  <a:pt x="333" y="1006"/>
                </a:lnTo>
                <a:lnTo>
                  <a:pt x="332" y="1006"/>
                </a:lnTo>
                <a:lnTo>
                  <a:pt x="332" y="1004"/>
                </a:lnTo>
                <a:lnTo>
                  <a:pt x="332" y="1003"/>
                </a:lnTo>
                <a:lnTo>
                  <a:pt x="332" y="1002"/>
                </a:lnTo>
                <a:lnTo>
                  <a:pt x="332" y="1000"/>
                </a:lnTo>
                <a:lnTo>
                  <a:pt x="332" y="998"/>
                </a:lnTo>
                <a:lnTo>
                  <a:pt x="332" y="996"/>
                </a:lnTo>
                <a:lnTo>
                  <a:pt x="331" y="996"/>
                </a:lnTo>
                <a:lnTo>
                  <a:pt x="330" y="995"/>
                </a:lnTo>
                <a:lnTo>
                  <a:pt x="330" y="994"/>
                </a:lnTo>
                <a:lnTo>
                  <a:pt x="330" y="993"/>
                </a:lnTo>
                <a:lnTo>
                  <a:pt x="330" y="992"/>
                </a:lnTo>
                <a:lnTo>
                  <a:pt x="331" y="992"/>
                </a:lnTo>
                <a:lnTo>
                  <a:pt x="333" y="990"/>
                </a:lnTo>
                <a:lnTo>
                  <a:pt x="333" y="988"/>
                </a:lnTo>
                <a:lnTo>
                  <a:pt x="332" y="988"/>
                </a:lnTo>
                <a:lnTo>
                  <a:pt x="332" y="987"/>
                </a:lnTo>
                <a:lnTo>
                  <a:pt x="333" y="986"/>
                </a:lnTo>
                <a:lnTo>
                  <a:pt x="333" y="985"/>
                </a:lnTo>
                <a:lnTo>
                  <a:pt x="332" y="984"/>
                </a:lnTo>
                <a:lnTo>
                  <a:pt x="331" y="984"/>
                </a:lnTo>
                <a:lnTo>
                  <a:pt x="330" y="985"/>
                </a:lnTo>
                <a:lnTo>
                  <a:pt x="329" y="984"/>
                </a:lnTo>
                <a:lnTo>
                  <a:pt x="328" y="984"/>
                </a:lnTo>
                <a:lnTo>
                  <a:pt x="327" y="984"/>
                </a:lnTo>
                <a:lnTo>
                  <a:pt x="324" y="984"/>
                </a:lnTo>
                <a:lnTo>
                  <a:pt x="323" y="984"/>
                </a:lnTo>
                <a:lnTo>
                  <a:pt x="323" y="983"/>
                </a:lnTo>
                <a:lnTo>
                  <a:pt x="322" y="983"/>
                </a:lnTo>
                <a:lnTo>
                  <a:pt x="322" y="982"/>
                </a:lnTo>
                <a:lnTo>
                  <a:pt x="320" y="982"/>
                </a:lnTo>
                <a:lnTo>
                  <a:pt x="320" y="983"/>
                </a:lnTo>
                <a:lnTo>
                  <a:pt x="320" y="982"/>
                </a:lnTo>
                <a:lnTo>
                  <a:pt x="319" y="982"/>
                </a:lnTo>
                <a:lnTo>
                  <a:pt x="319" y="981"/>
                </a:lnTo>
                <a:lnTo>
                  <a:pt x="316" y="979"/>
                </a:lnTo>
                <a:lnTo>
                  <a:pt x="315" y="979"/>
                </a:lnTo>
                <a:lnTo>
                  <a:pt x="315" y="978"/>
                </a:lnTo>
                <a:lnTo>
                  <a:pt x="316" y="977"/>
                </a:lnTo>
                <a:lnTo>
                  <a:pt x="317" y="975"/>
                </a:lnTo>
                <a:lnTo>
                  <a:pt x="318" y="974"/>
                </a:lnTo>
                <a:lnTo>
                  <a:pt x="319" y="973"/>
                </a:lnTo>
                <a:lnTo>
                  <a:pt x="318" y="972"/>
                </a:lnTo>
                <a:lnTo>
                  <a:pt x="318" y="971"/>
                </a:lnTo>
                <a:lnTo>
                  <a:pt x="317" y="971"/>
                </a:lnTo>
                <a:lnTo>
                  <a:pt x="317" y="970"/>
                </a:lnTo>
                <a:lnTo>
                  <a:pt x="316" y="970"/>
                </a:lnTo>
                <a:lnTo>
                  <a:pt x="315" y="968"/>
                </a:lnTo>
                <a:lnTo>
                  <a:pt x="313" y="966"/>
                </a:lnTo>
                <a:lnTo>
                  <a:pt x="312" y="965"/>
                </a:lnTo>
                <a:lnTo>
                  <a:pt x="311" y="964"/>
                </a:lnTo>
                <a:lnTo>
                  <a:pt x="310" y="962"/>
                </a:lnTo>
                <a:lnTo>
                  <a:pt x="310" y="961"/>
                </a:lnTo>
                <a:lnTo>
                  <a:pt x="309" y="961"/>
                </a:lnTo>
                <a:lnTo>
                  <a:pt x="309" y="960"/>
                </a:lnTo>
                <a:lnTo>
                  <a:pt x="306" y="959"/>
                </a:lnTo>
                <a:lnTo>
                  <a:pt x="305" y="959"/>
                </a:lnTo>
                <a:lnTo>
                  <a:pt x="304" y="957"/>
                </a:lnTo>
                <a:lnTo>
                  <a:pt x="304" y="956"/>
                </a:lnTo>
                <a:lnTo>
                  <a:pt x="303" y="955"/>
                </a:lnTo>
                <a:lnTo>
                  <a:pt x="303" y="954"/>
                </a:lnTo>
                <a:lnTo>
                  <a:pt x="303" y="952"/>
                </a:lnTo>
                <a:lnTo>
                  <a:pt x="302" y="952"/>
                </a:lnTo>
                <a:lnTo>
                  <a:pt x="302" y="951"/>
                </a:lnTo>
                <a:lnTo>
                  <a:pt x="302" y="950"/>
                </a:lnTo>
                <a:lnTo>
                  <a:pt x="301" y="947"/>
                </a:lnTo>
                <a:lnTo>
                  <a:pt x="301" y="946"/>
                </a:lnTo>
                <a:lnTo>
                  <a:pt x="300" y="945"/>
                </a:lnTo>
                <a:lnTo>
                  <a:pt x="300" y="944"/>
                </a:lnTo>
                <a:lnTo>
                  <a:pt x="299" y="943"/>
                </a:lnTo>
                <a:lnTo>
                  <a:pt x="298" y="943"/>
                </a:lnTo>
                <a:lnTo>
                  <a:pt x="297" y="941"/>
                </a:lnTo>
                <a:lnTo>
                  <a:pt x="297" y="940"/>
                </a:lnTo>
                <a:lnTo>
                  <a:pt x="297" y="939"/>
                </a:lnTo>
                <a:lnTo>
                  <a:pt x="298" y="938"/>
                </a:lnTo>
                <a:lnTo>
                  <a:pt x="299" y="935"/>
                </a:lnTo>
                <a:lnTo>
                  <a:pt x="300" y="935"/>
                </a:lnTo>
                <a:lnTo>
                  <a:pt x="301" y="935"/>
                </a:lnTo>
                <a:lnTo>
                  <a:pt x="303" y="934"/>
                </a:lnTo>
                <a:lnTo>
                  <a:pt x="304" y="934"/>
                </a:lnTo>
                <a:lnTo>
                  <a:pt x="305" y="935"/>
                </a:lnTo>
                <a:lnTo>
                  <a:pt x="305" y="936"/>
                </a:lnTo>
                <a:lnTo>
                  <a:pt x="306" y="936"/>
                </a:lnTo>
                <a:lnTo>
                  <a:pt x="308" y="934"/>
                </a:lnTo>
                <a:lnTo>
                  <a:pt x="308" y="933"/>
                </a:lnTo>
                <a:lnTo>
                  <a:pt x="309" y="933"/>
                </a:lnTo>
                <a:lnTo>
                  <a:pt x="310" y="933"/>
                </a:lnTo>
                <a:lnTo>
                  <a:pt x="311" y="933"/>
                </a:lnTo>
                <a:lnTo>
                  <a:pt x="312" y="932"/>
                </a:lnTo>
                <a:lnTo>
                  <a:pt x="313" y="932"/>
                </a:lnTo>
                <a:lnTo>
                  <a:pt x="314" y="932"/>
                </a:lnTo>
                <a:lnTo>
                  <a:pt x="315" y="932"/>
                </a:lnTo>
                <a:lnTo>
                  <a:pt x="316" y="931"/>
                </a:lnTo>
                <a:lnTo>
                  <a:pt x="317" y="930"/>
                </a:lnTo>
                <a:lnTo>
                  <a:pt x="317" y="929"/>
                </a:lnTo>
                <a:lnTo>
                  <a:pt x="317" y="928"/>
                </a:lnTo>
                <a:lnTo>
                  <a:pt x="318" y="927"/>
                </a:lnTo>
                <a:lnTo>
                  <a:pt x="320" y="926"/>
                </a:lnTo>
                <a:lnTo>
                  <a:pt x="319" y="925"/>
                </a:lnTo>
                <a:lnTo>
                  <a:pt x="317" y="922"/>
                </a:lnTo>
                <a:lnTo>
                  <a:pt x="316" y="922"/>
                </a:lnTo>
                <a:lnTo>
                  <a:pt x="315" y="921"/>
                </a:lnTo>
                <a:lnTo>
                  <a:pt x="315" y="920"/>
                </a:lnTo>
                <a:lnTo>
                  <a:pt x="316" y="919"/>
                </a:lnTo>
                <a:lnTo>
                  <a:pt x="317" y="919"/>
                </a:lnTo>
                <a:lnTo>
                  <a:pt x="318" y="919"/>
                </a:lnTo>
                <a:lnTo>
                  <a:pt x="318" y="916"/>
                </a:lnTo>
                <a:lnTo>
                  <a:pt x="318" y="915"/>
                </a:lnTo>
                <a:lnTo>
                  <a:pt x="319" y="915"/>
                </a:lnTo>
                <a:lnTo>
                  <a:pt x="318" y="914"/>
                </a:lnTo>
                <a:lnTo>
                  <a:pt x="316" y="913"/>
                </a:lnTo>
                <a:lnTo>
                  <a:pt x="316" y="912"/>
                </a:lnTo>
                <a:lnTo>
                  <a:pt x="314" y="910"/>
                </a:lnTo>
                <a:lnTo>
                  <a:pt x="312" y="910"/>
                </a:lnTo>
                <a:lnTo>
                  <a:pt x="309" y="909"/>
                </a:lnTo>
                <a:lnTo>
                  <a:pt x="309" y="908"/>
                </a:lnTo>
                <a:lnTo>
                  <a:pt x="305" y="907"/>
                </a:lnTo>
                <a:lnTo>
                  <a:pt x="304" y="907"/>
                </a:lnTo>
                <a:lnTo>
                  <a:pt x="304" y="905"/>
                </a:lnTo>
                <a:lnTo>
                  <a:pt x="305" y="903"/>
                </a:lnTo>
                <a:lnTo>
                  <a:pt x="305" y="902"/>
                </a:lnTo>
                <a:lnTo>
                  <a:pt x="304" y="902"/>
                </a:lnTo>
                <a:lnTo>
                  <a:pt x="304" y="901"/>
                </a:lnTo>
                <a:lnTo>
                  <a:pt x="306" y="900"/>
                </a:lnTo>
                <a:lnTo>
                  <a:pt x="306" y="899"/>
                </a:lnTo>
                <a:lnTo>
                  <a:pt x="305" y="898"/>
                </a:lnTo>
                <a:lnTo>
                  <a:pt x="305" y="897"/>
                </a:lnTo>
                <a:lnTo>
                  <a:pt x="305" y="895"/>
                </a:lnTo>
                <a:lnTo>
                  <a:pt x="302" y="895"/>
                </a:lnTo>
                <a:lnTo>
                  <a:pt x="301" y="895"/>
                </a:lnTo>
                <a:lnTo>
                  <a:pt x="299" y="893"/>
                </a:lnTo>
                <a:lnTo>
                  <a:pt x="298" y="892"/>
                </a:lnTo>
                <a:lnTo>
                  <a:pt x="297" y="892"/>
                </a:lnTo>
                <a:lnTo>
                  <a:pt x="296" y="892"/>
                </a:lnTo>
                <a:lnTo>
                  <a:pt x="295" y="890"/>
                </a:lnTo>
                <a:lnTo>
                  <a:pt x="295" y="886"/>
                </a:lnTo>
                <a:lnTo>
                  <a:pt x="296" y="885"/>
                </a:lnTo>
                <a:lnTo>
                  <a:pt x="296" y="883"/>
                </a:lnTo>
                <a:lnTo>
                  <a:pt x="295" y="881"/>
                </a:lnTo>
                <a:lnTo>
                  <a:pt x="294" y="881"/>
                </a:lnTo>
                <a:lnTo>
                  <a:pt x="294" y="882"/>
                </a:lnTo>
                <a:lnTo>
                  <a:pt x="293" y="882"/>
                </a:lnTo>
                <a:lnTo>
                  <a:pt x="293" y="881"/>
                </a:lnTo>
                <a:lnTo>
                  <a:pt x="293" y="880"/>
                </a:lnTo>
                <a:lnTo>
                  <a:pt x="293" y="879"/>
                </a:lnTo>
                <a:lnTo>
                  <a:pt x="292" y="877"/>
                </a:lnTo>
                <a:lnTo>
                  <a:pt x="291" y="875"/>
                </a:lnTo>
                <a:lnTo>
                  <a:pt x="289" y="874"/>
                </a:lnTo>
                <a:lnTo>
                  <a:pt x="288" y="873"/>
                </a:lnTo>
                <a:lnTo>
                  <a:pt x="287" y="872"/>
                </a:lnTo>
                <a:lnTo>
                  <a:pt x="287" y="871"/>
                </a:lnTo>
                <a:lnTo>
                  <a:pt x="286" y="871"/>
                </a:lnTo>
                <a:lnTo>
                  <a:pt x="282" y="870"/>
                </a:lnTo>
                <a:lnTo>
                  <a:pt x="282" y="869"/>
                </a:lnTo>
                <a:lnTo>
                  <a:pt x="281" y="868"/>
                </a:lnTo>
                <a:lnTo>
                  <a:pt x="281" y="866"/>
                </a:lnTo>
                <a:lnTo>
                  <a:pt x="280" y="864"/>
                </a:lnTo>
                <a:lnTo>
                  <a:pt x="279" y="864"/>
                </a:lnTo>
                <a:lnTo>
                  <a:pt x="278" y="866"/>
                </a:lnTo>
                <a:lnTo>
                  <a:pt x="278" y="867"/>
                </a:lnTo>
                <a:lnTo>
                  <a:pt x="276" y="867"/>
                </a:lnTo>
                <a:lnTo>
                  <a:pt x="276" y="863"/>
                </a:lnTo>
                <a:lnTo>
                  <a:pt x="277" y="862"/>
                </a:lnTo>
                <a:lnTo>
                  <a:pt x="277" y="861"/>
                </a:lnTo>
                <a:lnTo>
                  <a:pt x="277" y="860"/>
                </a:lnTo>
                <a:lnTo>
                  <a:pt x="276" y="859"/>
                </a:lnTo>
                <a:lnTo>
                  <a:pt x="275" y="859"/>
                </a:lnTo>
                <a:lnTo>
                  <a:pt x="273" y="856"/>
                </a:lnTo>
                <a:lnTo>
                  <a:pt x="272" y="854"/>
                </a:lnTo>
                <a:lnTo>
                  <a:pt x="269" y="854"/>
                </a:lnTo>
                <a:lnTo>
                  <a:pt x="267" y="854"/>
                </a:lnTo>
                <a:lnTo>
                  <a:pt x="266" y="853"/>
                </a:lnTo>
                <a:lnTo>
                  <a:pt x="264" y="851"/>
                </a:lnTo>
                <a:lnTo>
                  <a:pt x="264" y="850"/>
                </a:lnTo>
                <a:lnTo>
                  <a:pt x="264" y="849"/>
                </a:lnTo>
                <a:lnTo>
                  <a:pt x="264" y="848"/>
                </a:lnTo>
                <a:lnTo>
                  <a:pt x="264" y="847"/>
                </a:lnTo>
                <a:lnTo>
                  <a:pt x="263" y="847"/>
                </a:lnTo>
                <a:lnTo>
                  <a:pt x="263" y="845"/>
                </a:lnTo>
                <a:lnTo>
                  <a:pt x="263" y="843"/>
                </a:lnTo>
                <a:lnTo>
                  <a:pt x="263" y="841"/>
                </a:lnTo>
                <a:lnTo>
                  <a:pt x="263" y="837"/>
                </a:lnTo>
                <a:lnTo>
                  <a:pt x="263" y="836"/>
                </a:lnTo>
                <a:lnTo>
                  <a:pt x="263" y="834"/>
                </a:lnTo>
                <a:lnTo>
                  <a:pt x="263" y="832"/>
                </a:lnTo>
                <a:lnTo>
                  <a:pt x="262" y="833"/>
                </a:lnTo>
                <a:lnTo>
                  <a:pt x="261" y="833"/>
                </a:lnTo>
                <a:lnTo>
                  <a:pt x="260" y="833"/>
                </a:lnTo>
                <a:lnTo>
                  <a:pt x="260" y="835"/>
                </a:lnTo>
                <a:lnTo>
                  <a:pt x="259" y="836"/>
                </a:lnTo>
                <a:lnTo>
                  <a:pt x="258" y="837"/>
                </a:lnTo>
                <a:lnTo>
                  <a:pt x="255" y="836"/>
                </a:lnTo>
                <a:lnTo>
                  <a:pt x="254" y="836"/>
                </a:lnTo>
                <a:lnTo>
                  <a:pt x="250" y="836"/>
                </a:lnTo>
                <a:lnTo>
                  <a:pt x="250" y="837"/>
                </a:lnTo>
                <a:lnTo>
                  <a:pt x="250" y="838"/>
                </a:lnTo>
                <a:lnTo>
                  <a:pt x="249" y="839"/>
                </a:lnTo>
                <a:lnTo>
                  <a:pt x="248" y="840"/>
                </a:lnTo>
                <a:lnTo>
                  <a:pt x="248" y="841"/>
                </a:lnTo>
                <a:lnTo>
                  <a:pt x="248" y="842"/>
                </a:lnTo>
                <a:lnTo>
                  <a:pt x="248" y="845"/>
                </a:lnTo>
                <a:lnTo>
                  <a:pt x="249" y="847"/>
                </a:lnTo>
                <a:lnTo>
                  <a:pt x="248" y="847"/>
                </a:lnTo>
                <a:lnTo>
                  <a:pt x="247" y="848"/>
                </a:lnTo>
                <a:lnTo>
                  <a:pt x="246" y="849"/>
                </a:lnTo>
                <a:lnTo>
                  <a:pt x="244" y="850"/>
                </a:lnTo>
                <a:lnTo>
                  <a:pt x="242" y="850"/>
                </a:lnTo>
                <a:lnTo>
                  <a:pt x="241" y="850"/>
                </a:lnTo>
                <a:lnTo>
                  <a:pt x="240" y="851"/>
                </a:lnTo>
                <a:lnTo>
                  <a:pt x="240" y="852"/>
                </a:lnTo>
                <a:lnTo>
                  <a:pt x="240" y="853"/>
                </a:lnTo>
                <a:lnTo>
                  <a:pt x="239" y="854"/>
                </a:lnTo>
                <a:lnTo>
                  <a:pt x="238" y="854"/>
                </a:lnTo>
                <a:lnTo>
                  <a:pt x="237" y="855"/>
                </a:lnTo>
                <a:lnTo>
                  <a:pt x="237" y="856"/>
                </a:lnTo>
                <a:lnTo>
                  <a:pt x="238" y="856"/>
                </a:lnTo>
                <a:lnTo>
                  <a:pt x="238" y="858"/>
                </a:lnTo>
                <a:lnTo>
                  <a:pt x="238" y="860"/>
                </a:lnTo>
                <a:lnTo>
                  <a:pt x="238" y="863"/>
                </a:lnTo>
                <a:lnTo>
                  <a:pt x="238" y="864"/>
                </a:lnTo>
                <a:lnTo>
                  <a:pt x="236" y="866"/>
                </a:lnTo>
                <a:lnTo>
                  <a:pt x="235" y="866"/>
                </a:lnTo>
                <a:lnTo>
                  <a:pt x="234" y="866"/>
                </a:lnTo>
                <a:lnTo>
                  <a:pt x="233" y="864"/>
                </a:lnTo>
                <a:lnTo>
                  <a:pt x="232" y="866"/>
                </a:lnTo>
                <a:lnTo>
                  <a:pt x="232" y="867"/>
                </a:lnTo>
                <a:lnTo>
                  <a:pt x="232" y="868"/>
                </a:lnTo>
                <a:lnTo>
                  <a:pt x="231" y="869"/>
                </a:lnTo>
                <a:lnTo>
                  <a:pt x="230" y="869"/>
                </a:lnTo>
                <a:lnTo>
                  <a:pt x="229" y="871"/>
                </a:lnTo>
                <a:lnTo>
                  <a:pt x="228" y="871"/>
                </a:lnTo>
                <a:lnTo>
                  <a:pt x="227" y="871"/>
                </a:lnTo>
                <a:lnTo>
                  <a:pt x="227" y="872"/>
                </a:lnTo>
                <a:lnTo>
                  <a:pt x="227" y="873"/>
                </a:lnTo>
                <a:lnTo>
                  <a:pt x="227" y="876"/>
                </a:lnTo>
                <a:lnTo>
                  <a:pt x="225" y="875"/>
                </a:lnTo>
                <a:lnTo>
                  <a:pt x="224" y="875"/>
                </a:lnTo>
                <a:lnTo>
                  <a:pt x="222" y="874"/>
                </a:lnTo>
                <a:lnTo>
                  <a:pt x="220" y="875"/>
                </a:lnTo>
                <a:lnTo>
                  <a:pt x="219" y="876"/>
                </a:lnTo>
                <a:lnTo>
                  <a:pt x="219" y="877"/>
                </a:lnTo>
                <a:lnTo>
                  <a:pt x="219" y="878"/>
                </a:lnTo>
                <a:lnTo>
                  <a:pt x="218" y="879"/>
                </a:lnTo>
                <a:lnTo>
                  <a:pt x="218" y="882"/>
                </a:lnTo>
                <a:lnTo>
                  <a:pt x="218" y="884"/>
                </a:lnTo>
                <a:lnTo>
                  <a:pt x="219" y="885"/>
                </a:lnTo>
                <a:lnTo>
                  <a:pt x="220" y="886"/>
                </a:lnTo>
                <a:lnTo>
                  <a:pt x="220" y="887"/>
                </a:lnTo>
                <a:lnTo>
                  <a:pt x="220" y="889"/>
                </a:lnTo>
                <a:lnTo>
                  <a:pt x="221" y="889"/>
                </a:lnTo>
                <a:lnTo>
                  <a:pt x="220" y="891"/>
                </a:lnTo>
                <a:lnTo>
                  <a:pt x="218" y="891"/>
                </a:lnTo>
                <a:lnTo>
                  <a:pt x="218" y="893"/>
                </a:lnTo>
                <a:lnTo>
                  <a:pt x="219" y="895"/>
                </a:lnTo>
                <a:lnTo>
                  <a:pt x="220" y="895"/>
                </a:lnTo>
                <a:lnTo>
                  <a:pt x="220" y="896"/>
                </a:lnTo>
                <a:lnTo>
                  <a:pt x="221" y="895"/>
                </a:lnTo>
                <a:lnTo>
                  <a:pt x="222" y="896"/>
                </a:lnTo>
                <a:lnTo>
                  <a:pt x="222" y="897"/>
                </a:lnTo>
                <a:lnTo>
                  <a:pt x="222" y="898"/>
                </a:lnTo>
                <a:lnTo>
                  <a:pt x="222" y="899"/>
                </a:lnTo>
                <a:lnTo>
                  <a:pt x="221" y="900"/>
                </a:lnTo>
                <a:lnTo>
                  <a:pt x="220" y="902"/>
                </a:lnTo>
                <a:lnTo>
                  <a:pt x="220" y="903"/>
                </a:lnTo>
                <a:lnTo>
                  <a:pt x="219" y="903"/>
                </a:lnTo>
                <a:lnTo>
                  <a:pt x="218" y="904"/>
                </a:lnTo>
                <a:lnTo>
                  <a:pt x="218" y="905"/>
                </a:lnTo>
                <a:lnTo>
                  <a:pt x="218" y="907"/>
                </a:lnTo>
                <a:lnTo>
                  <a:pt x="218" y="908"/>
                </a:lnTo>
                <a:lnTo>
                  <a:pt x="218" y="909"/>
                </a:lnTo>
                <a:lnTo>
                  <a:pt x="217" y="910"/>
                </a:lnTo>
                <a:lnTo>
                  <a:pt x="216" y="910"/>
                </a:lnTo>
                <a:lnTo>
                  <a:pt x="217" y="913"/>
                </a:lnTo>
                <a:lnTo>
                  <a:pt x="218" y="913"/>
                </a:lnTo>
                <a:lnTo>
                  <a:pt x="218" y="914"/>
                </a:lnTo>
                <a:lnTo>
                  <a:pt x="219" y="915"/>
                </a:lnTo>
                <a:lnTo>
                  <a:pt x="219" y="917"/>
                </a:lnTo>
                <a:lnTo>
                  <a:pt x="219" y="918"/>
                </a:lnTo>
                <a:lnTo>
                  <a:pt x="218" y="918"/>
                </a:lnTo>
                <a:lnTo>
                  <a:pt x="217" y="919"/>
                </a:lnTo>
                <a:lnTo>
                  <a:pt x="215" y="923"/>
                </a:lnTo>
                <a:lnTo>
                  <a:pt x="214" y="926"/>
                </a:lnTo>
                <a:lnTo>
                  <a:pt x="214" y="927"/>
                </a:lnTo>
                <a:lnTo>
                  <a:pt x="214" y="928"/>
                </a:lnTo>
                <a:lnTo>
                  <a:pt x="214" y="931"/>
                </a:lnTo>
                <a:lnTo>
                  <a:pt x="215" y="933"/>
                </a:lnTo>
                <a:lnTo>
                  <a:pt x="216" y="934"/>
                </a:lnTo>
                <a:lnTo>
                  <a:pt x="215" y="936"/>
                </a:lnTo>
                <a:lnTo>
                  <a:pt x="215" y="935"/>
                </a:lnTo>
                <a:lnTo>
                  <a:pt x="214" y="934"/>
                </a:lnTo>
                <a:lnTo>
                  <a:pt x="214" y="933"/>
                </a:lnTo>
                <a:lnTo>
                  <a:pt x="212" y="931"/>
                </a:lnTo>
                <a:lnTo>
                  <a:pt x="211" y="930"/>
                </a:lnTo>
                <a:lnTo>
                  <a:pt x="210" y="930"/>
                </a:lnTo>
                <a:lnTo>
                  <a:pt x="209" y="928"/>
                </a:lnTo>
                <a:lnTo>
                  <a:pt x="209" y="927"/>
                </a:lnTo>
                <a:lnTo>
                  <a:pt x="208" y="927"/>
                </a:lnTo>
                <a:lnTo>
                  <a:pt x="208" y="926"/>
                </a:lnTo>
                <a:lnTo>
                  <a:pt x="206" y="926"/>
                </a:lnTo>
                <a:lnTo>
                  <a:pt x="205" y="925"/>
                </a:lnTo>
                <a:lnTo>
                  <a:pt x="204" y="923"/>
                </a:lnTo>
                <a:lnTo>
                  <a:pt x="203" y="923"/>
                </a:lnTo>
                <a:lnTo>
                  <a:pt x="204" y="923"/>
                </a:lnTo>
                <a:lnTo>
                  <a:pt x="204" y="922"/>
                </a:lnTo>
                <a:lnTo>
                  <a:pt x="204" y="921"/>
                </a:lnTo>
                <a:lnTo>
                  <a:pt x="204" y="920"/>
                </a:lnTo>
                <a:lnTo>
                  <a:pt x="203" y="919"/>
                </a:lnTo>
                <a:lnTo>
                  <a:pt x="202" y="919"/>
                </a:lnTo>
                <a:lnTo>
                  <a:pt x="201" y="919"/>
                </a:lnTo>
                <a:lnTo>
                  <a:pt x="201" y="918"/>
                </a:lnTo>
                <a:lnTo>
                  <a:pt x="201" y="917"/>
                </a:lnTo>
                <a:lnTo>
                  <a:pt x="202" y="916"/>
                </a:lnTo>
                <a:lnTo>
                  <a:pt x="202" y="914"/>
                </a:lnTo>
                <a:lnTo>
                  <a:pt x="202" y="913"/>
                </a:lnTo>
                <a:lnTo>
                  <a:pt x="201" y="913"/>
                </a:lnTo>
                <a:lnTo>
                  <a:pt x="201" y="912"/>
                </a:lnTo>
                <a:lnTo>
                  <a:pt x="200" y="912"/>
                </a:lnTo>
                <a:lnTo>
                  <a:pt x="199" y="912"/>
                </a:lnTo>
                <a:lnTo>
                  <a:pt x="198" y="911"/>
                </a:lnTo>
                <a:lnTo>
                  <a:pt x="197" y="911"/>
                </a:lnTo>
                <a:lnTo>
                  <a:pt x="196" y="909"/>
                </a:lnTo>
                <a:lnTo>
                  <a:pt x="195" y="909"/>
                </a:lnTo>
                <a:lnTo>
                  <a:pt x="195" y="906"/>
                </a:lnTo>
                <a:lnTo>
                  <a:pt x="195" y="905"/>
                </a:lnTo>
                <a:lnTo>
                  <a:pt x="195" y="904"/>
                </a:lnTo>
                <a:lnTo>
                  <a:pt x="194" y="904"/>
                </a:lnTo>
                <a:lnTo>
                  <a:pt x="193" y="904"/>
                </a:lnTo>
                <a:lnTo>
                  <a:pt x="192" y="902"/>
                </a:lnTo>
                <a:lnTo>
                  <a:pt x="191" y="899"/>
                </a:lnTo>
                <a:lnTo>
                  <a:pt x="189" y="897"/>
                </a:lnTo>
                <a:lnTo>
                  <a:pt x="188" y="896"/>
                </a:lnTo>
                <a:lnTo>
                  <a:pt x="188" y="895"/>
                </a:lnTo>
                <a:lnTo>
                  <a:pt x="188" y="894"/>
                </a:lnTo>
                <a:lnTo>
                  <a:pt x="188" y="893"/>
                </a:lnTo>
                <a:lnTo>
                  <a:pt x="187" y="893"/>
                </a:lnTo>
                <a:lnTo>
                  <a:pt x="187" y="892"/>
                </a:lnTo>
                <a:lnTo>
                  <a:pt x="189" y="891"/>
                </a:lnTo>
                <a:lnTo>
                  <a:pt x="190" y="890"/>
                </a:lnTo>
                <a:lnTo>
                  <a:pt x="190" y="889"/>
                </a:lnTo>
                <a:lnTo>
                  <a:pt x="189" y="888"/>
                </a:lnTo>
                <a:lnTo>
                  <a:pt x="190" y="886"/>
                </a:lnTo>
                <a:lnTo>
                  <a:pt x="190" y="885"/>
                </a:lnTo>
                <a:lnTo>
                  <a:pt x="190" y="884"/>
                </a:lnTo>
                <a:lnTo>
                  <a:pt x="191" y="882"/>
                </a:lnTo>
                <a:lnTo>
                  <a:pt x="191" y="881"/>
                </a:lnTo>
                <a:lnTo>
                  <a:pt x="191" y="880"/>
                </a:lnTo>
                <a:lnTo>
                  <a:pt x="190" y="878"/>
                </a:lnTo>
                <a:lnTo>
                  <a:pt x="190" y="877"/>
                </a:lnTo>
                <a:lnTo>
                  <a:pt x="189" y="875"/>
                </a:lnTo>
                <a:lnTo>
                  <a:pt x="189" y="873"/>
                </a:lnTo>
                <a:lnTo>
                  <a:pt x="189" y="872"/>
                </a:lnTo>
                <a:lnTo>
                  <a:pt x="189" y="871"/>
                </a:lnTo>
                <a:lnTo>
                  <a:pt x="189" y="870"/>
                </a:lnTo>
                <a:lnTo>
                  <a:pt x="190" y="869"/>
                </a:lnTo>
                <a:lnTo>
                  <a:pt x="190" y="868"/>
                </a:lnTo>
                <a:lnTo>
                  <a:pt x="191" y="868"/>
                </a:lnTo>
                <a:lnTo>
                  <a:pt x="190" y="867"/>
                </a:lnTo>
                <a:lnTo>
                  <a:pt x="188" y="867"/>
                </a:lnTo>
                <a:lnTo>
                  <a:pt x="188" y="866"/>
                </a:lnTo>
                <a:lnTo>
                  <a:pt x="189" y="864"/>
                </a:lnTo>
                <a:lnTo>
                  <a:pt x="189" y="863"/>
                </a:lnTo>
                <a:lnTo>
                  <a:pt x="189" y="862"/>
                </a:lnTo>
                <a:lnTo>
                  <a:pt x="188" y="862"/>
                </a:lnTo>
                <a:lnTo>
                  <a:pt x="188" y="861"/>
                </a:lnTo>
                <a:lnTo>
                  <a:pt x="188" y="860"/>
                </a:lnTo>
                <a:lnTo>
                  <a:pt x="188" y="859"/>
                </a:lnTo>
                <a:lnTo>
                  <a:pt x="187" y="859"/>
                </a:lnTo>
                <a:lnTo>
                  <a:pt x="186" y="858"/>
                </a:lnTo>
                <a:lnTo>
                  <a:pt x="186" y="856"/>
                </a:lnTo>
                <a:lnTo>
                  <a:pt x="187" y="856"/>
                </a:lnTo>
                <a:lnTo>
                  <a:pt x="186" y="856"/>
                </a:lnTo>
                <a:lnTo>
                  <a:pt x="186" y="855"/>
                </a:lnTo>
                <a:lnTo>
                  <a:pt x="185" y="854"/>
                </a:lnTo>
                <a:lnTo>
                  <a:pt x="186" y="854"/>
                </a:lnTo>
                <a:lnTo>
                  <a:pt x="186" y="853"/>
                </a:lnTo>
                <a:lnTo>
                  <a:pt x="186" y="852"/>
                </a:lnTo>
                <a:lnTo>
                  <a:pt x="185" y="852"/>
                </a:lnTo>
                <a:lnTo>
                  <a:pt x="184" y="850"/>
                </a:lnTo>
                <a:lnTo>
                  <a:pt x="184" y="849"/>
                </a:lnTo>
                <a:lnTo>
                  <a:pt x="185" y="849"/>
                </a:lnTo>
                <a:lnTo>
                  <a:pt x="185" y="848"/>
                </a:lnTo>
                <a:lnTo>
                  <a:pt x="185" y="847"/>
                </a:lnTo>
                <a:lnTo>
                  <a:pt x="185" y="846"/>
                </a:lnTo>
                <a:lnTo>
                  <a:pt x="185" y="845"/>
                </a:lnTo>
                <a:lnTo>
                  <a:pt x="185" y="844"/>
                </a:lnTo>
                <a:lnTo>
                  <a:pt x="184" y="843"/>
                </a:lnTo>
                <a:lnTo>
                  <a:pt x="184" y="841"/>
                </a:lnTo>
                <a:lnTo>
                  <a:pt x="183" y="840"/>
                </a:lnTo>
                <a:lnTo>
                  <a:pt x="183" y="839"/>
                </a:lnTo>
                <a:lnTo>
                  <a:pt x="184" y="837"/>
                </a:lnTo>
                <a:lnTo>
                  <a:pt x="183" y="835"/>
                </a:lnTo>
                <a:lnTo>
                  <a:pt x="182" y="832"/>
                </a:lnTo>
                <a:lnTo>
                  <a:pt x="183" y="830"/>
                </a:lnTo>
                <a:lnTo>
                  <a:pt x="183" y="829"/>
                </a:lnTo>
                <a:lnTo>
                  <a:pt x="183" y="828"/>
                </a:lnTo>
                <a:lnTo>
                  <a:pt x="182" y="828"/>
                </a:lnTo>
                <a:lnTo>
                  <a:pt x="183" y="825"/>
                </a:lnTo>
                <a:lnTo>
                  <a:pt x="184" y="824"/>
                </a:lnTo>
                <a:lnTo>
                  <a:pt x="184" y="823"/>
                </a:lnTo>
                <a:lnTo>
                  <a:pt x="184" y="822"/>
                </a:lnTo>
                <a:lnTo>
                  <a:pt x="184" y="821"/>
                </a:lnTo>
                <a:lnTo>
                  <a:pt x="185" y="821"/>
                </a:lnTo>
                <a:lnTo>
                  <a:pt x="186" y="820"/>
                </a:lnTo>
                <a:lnTo>
                  <a:pt x="186" y="819"/>
                </a:lnTo>
                <a:lnTo>
                  <a:pt x="186" y="818"/>
                </a:lnTo>
                <a:lnTo>
                  <a:pt x="187" y="816"/>
                </a:lnTo>
                <a:lnTo>
                  <a:pt x="186" y="815"/>
                </a:lnTo>
                <a:lnTo>
                  <a:pt x="186" y="814"/>
                </a:lnTo>
                <a:lnTo>
                  <a:pt x="186" y="813"/>
                </a:lnTo>
                <a:lnTo>
                  <a:pt x="187" y="812"/>
                </a:lnTo>
                <a:lnTo>
                  <a:pt x="187" y="811"/>
                </a:lnTo>
                <a:lnTo>
                  <a:pt x="186" y="811"/>
                </a:lnTo>
                <a:lnTo>
                  <a:pt x="186" y="810"/>
                </a:lnTo>
                <a:lnTo>
                  <a:pt x="186" y="809"/>
                </a:lnTo>
                <a:lnTo>
                  <a:pt x="187" y="808"/>
                </a:lnTo>
                <a:lnTo>
                  <a:pt x="186" y="807"/>
                </a:lnTo>
                <a:lnTo>
                  <a:pt x="186" y="804"/>
                </a:lnTo>
                <a:lnTo>
                  <a:pt x="187" y="802"/>
                </a:lnTo>
                <a:lnTo>
                  <a:pt x="187" y="801"/>
                </a:lnTo>
                <a:lnTo>
                  <a:pt x="187" y="800"/>
                </a:lnTo>
                <a:lnTo>
                  <a:pt x="186" y="799"/>
                </a:lnTo>
                <a:lnTo>
                  <a:pt x="186" y="796"/>
                </a:lnTo>
                <a:lnTo>
                  <a:pt x="186" y="794"/>
                </a:lnTo>
                <a:lnTo>
                  <a:pt x="186" y="793"/>
                </a:lnTo>
                <a:lnTo>
                  <a:pt x="186" y="792"/>
                </a:lnTo>
                <a:lnTo>
                  <a:pt x="186" y="790"/>
                </a:lnTo>
                <a:lnTo>
                  <a:pt x="187" y="788"/>
                </a:lnTo>
                <a:lnTo>
                  <a:pt x="186" y="788"/>
                </a:lnTo>
                <a:lnTo>
                  <a:pt x="186" y="787"/>
                </a:lnTo>
                <a:lnTo>
                  <a:pt x="186" y="785"/>
                </a:lnTo>
                <a:lnTo>
                  <a:pt x="186" y="784"/>
                </a:lnTo>
                <a:lnTo>
                  <a:pt x="186" y="783"/>
                </a:lnTo>
                <a:lnTo>
                  <a:pt x="186" y="782"/>
                </a:lnTo>
                <a:lnTo>
                  <a:pt x="187" y="782"/>
                </a:lnTo>
                <a:lnTo>
                  <a:pt x="187" y="776"/>
                </a:lnTo>
                <a:lnTo>
                  <a:pt x="187" y="775"/>
                </a:lnTo>
                <a:lnTo>
                  <a:pt x="187" y="774"/>
                </a:lnTo>
                <a:lnTo>
                  <a:pt x="188" y="774"/>
                </a:lnTo>
                <a:lnTo>
                  <a:pt x="188" y="773"/>
                </a:lnTo>
                <a:lnTo>
                  <a:pt x="187" y="772"/>
                </a:lnTo>
                <a:lnTo>
                  <a:pt x="187" y="771"/>
                </a:lnTo>
                <a:lnTo>
                  <a:pt x="187" y="770"/>
                </a:lnTo>
                <a:lnTo>
                  <a:pt x="188" y="770"/>
                </a:lnTo>
                <a:lnTo>
                  <a:pt x="188" y="768"/>
                </a:lnTo>
                <a:lnTo>
                  <a:pt x="187" y="767"/>
                </a:lnTo>
                <a:lnTo>
                  <a:pt x="187" y="766"/>
                </a:lnTo>
                <a:lnTo>
                  <a:pt x="186" y="766"/>
                </a:lnTo>
                <a:lnTo>
                  <a:pt x="186" y="765"/>
                </a:lnTo>
                <a:lnTo>
                  <a:pt x="185" y="763"/>
                </a:lnTo>
                <a:lnTo>
                  <a:pt x="185" y="762"/>
                </a:lnTo>
                <a:lnTo>
                  <a:pt x="184" y="760"/>
                </a:lnTo>
                <a:lnTo>
                  <a:pt x="184" y="759"/>
                </a:lnTo>
                <a:lnTo>
                  <a:pt x="183" y="759"/>
                </a:lnTo>
                <a:lnTo>
                  <a:pt x="182" y="759"/>
                </a:lnTo>
                <a:lnTo>
                  <a:pt x="182" y="758"/>
                </a:lnTo>
                <a:lnTo>
                  <a:pt x="183" y="756"/>
                </a:lnTo>
                <a:lnTo>
                  <a:pt x="183" y="755"/>
                </a:lnTo>
                <a:lnTo>
                  <a:pt x="182" y="754"/>
                </a:lnTo>
                <a:lnTo>
                  <a:pt x="182" y="753"/>
                </a:lnTo>
                <a:lnTo>
                  <a:pt x="182" y="746"/>
                </a:lnTo>
                <a:lnTo>
                  <a:pt x="182" y="745"/>
                </a:lnTo>
                <a:lnTo>
                  <a:pt x="182" y="744"/>
                </a:lnTo>
                <a:lnTo>
                  <a:pt x="182" y="741"/>
                </a:lnTo>
                <a:lnTo>
                  <a:pt x="182" y="740"/>
                </a:lnTo>
                <a:lnTo>
                  <a:pt x="183" y="740"/>
                </a:lnTo>
                <a:lnTo>
                  <a:pt x="183" y="739"/>
                </a:lnTo>
                <a:lnTo>
                  <a:pt x="182" y="737"/>
                </a:lnTo>
                <a:lnTo>
                  <a:pt x="183" y="736"/>
                </a:lnTo>
                <a:lnTo>
                  <a:pt x="182" y="735"/>
                </a:lnTo>
                <a:lnTo>
                  <a:pt x="182" y="734"/>
                </a:lnTo>
                <a:lnTo>
                  <a:pt x="182" y="733"/>
                </a:lnTo>
                <a:lnTo>
                  <a:pt x="183" y="732"/>
                </a:lnTo>
                <a:lnTo>
                  <a:pt x="183" y="731"/>
                </a:lnTo>
                <a:lnTo>
                  <a:pt x="182" y="730"/>
                </a:lnTo>
                <a:lnTo>
                  <a:pt x="182" y="727"/>
                </a:lnTo>
                <a:lnTo>
                  <a:pt x="181" y="724"/>
                </a:lnTo>
                <a:lnTo>
                  <a:pt x="181" y="723"/>
                </a:lnTo>
                <a:lnTo>
                  <a:pt x="182" y="721"/>
                </a:lnTo>
                <a:lnTo>
                  <a:pt x="182" y="720"/>
                </a:lnTo>
                <a:lnTo>
                  <a:pt x="182" y="718"/>
                </a:lnTo>
                <a:lnTo>
                  <a:pt x="182" y="717"/>
                </a:lnTo>
                <a:lnTo>
                  <a:pt x="181" y="717"/>
                </a:lnTo>
                <a:lnTo>
                  <a:pt x="181" y="716"/>
                </a:lnTo>
                <a:lnTo>
                  <a:pt x="180" y="715"/>
                </a:lnTo>
                <a:lnTo>
                  <a:pt x="180" y="714"/>
                </a:lnTo>
                <a:lnTo>
                  <a:pt x="180" y="713"/>
                </a:lnTo>
                <a:lnTo>
                  <a:pt x="179" y="713"/>
                </a:lnTo>
                <a:lnTo>
                  <a:pt x="179" y="712"/>
                </a:lnTo>
                <a:lnTo>
                  <a:pt x="178" y="711"/>
                </a:lnTo>
                <a:lnTo>
                  <a:pt x="177" y="710"/>
                </a:lnTo>
                <a:lnTo>
                  <a:pt x="178" y="709"/>
                </a:lnTo>
                <a:lnTo>
                  <a:pt x="177" y="708"/>
                </a:lnTo>
                <a:lnTo>
                  <a:pt x="177" y="706"/>
                </a:lnTo>
                <a:lnTo>
                  <a:pt x="176" y="706"/>
                </a:lnTo>
                <a:lnTo>
                  <a:pt x="176" y="705"/>
                </a:lnTo>
                <a:lnTo>
                  <a:pt x="176" y="704"/>
                </a:lnTo>
                <a:lnTo>
                  <a:pt x="176" y="703"/>
                </a:lnTo>
                <a:lnTo>
                  <a:pt x="175" y="703"/>
                </a:lnTo>
                <a:lnTo>
                  <a:pt x="175" y="702"/>
                </a:lnTo>
                <a:lnTo>
                  <a:pt x="176" y="700"/>
                </a:lnTo>
                <a:lnTo>
                  <a:pt x="176" y="698"/>
                </a:lnTo>
                <a:lnTo>
                  <a:pt x="176" y="697"/>
                </a:lnTo>
                <a:lnTo>
                  <a:pt x="177" y="693"/>
                </a:lnTo>
                <a:lnTo>
                  <a:pt x="177" y="691"/>
                </a:lnTo>
                <a:lnTo>
                  <a:pt x="178" y="690"/>
                </a:lnTo>
                <a:lnTo>
                  <a:pt x="178" y="689"/>
                </a:lnTo>
                <a:lnTo>
                  <a:pt x="178" y="688"/>
                </a:lnTo>
                <a:lnTo>
                  <a:pt x="179" y="685"/>
                </a:lnTo>
                <a:lnTo>
                  <a:pt x="180" y="685"/>
                </a:lnTo>
                <a:lnTo>
                  <a:pt x="180" y="684"/>
                </a:lnTo>
                <a:lnTo>
                  <a:pt x="180" y="683"/>
                </a:lnTo>
                <a:lnTo>
                  <a:pt x="180" y="682"/>
                </a:lnTo>
                <a:lnTo>
                  <a:pt x="179" y="680"/>
                </a:lnTo>
                <a:lnTo>
                  <a:pt x="180" y="679"/>
                </a:lnTo>
                <a:lnTo>
                  <a:pt x="180" y="678"/>
                </a:lnTo>
                <a:lnTo>
                  <a:pt x="181" y="677"/>
                </a:lnTo>
                <a:lnTo>
                  <a:pt x="181" y="676"/>
                </a:lnTo>
                <a:lnTo>
                  <a:pt x="181" y="674"/>
                </a:lnTo>
                <a:lnTo>
                  <a:pt x="182" y="674"/>
                </a:lnTo>
                <a:lnTo>
                  <a:pt x="183" y="673"/>
                </a:lnTo>
                <a:lnTo>
                  <a:pt x="183" y="672"/>
                </a:lnTo>
                <a:lnTo>
                  <a:pt x="183" y="671"/>
                </a:lnTo>
                <a:lnTo>
                  <a:pt x="184" y="670"/>
                </a:lnTo>
                <a:lnTo>
                  <a:pt x="184" y="669"/>
                </a:lnTo>
                <a:lnTo>
                  <a:pt x="185" y="668"/>
                </a:lnTo>
                <a:lnTo>
                  <a:pt x="185" y="666"/>
                </a:lnTo>
                <a:lnTo>
                  <a:pt x="186" y="665"/>
                </a:lnTo>
                <a:lnTo>
                  <a:pt x="186" y="664"/>
                </a:lnTo>
                <a:lnTo>
                  <a:pt x="186" y="663"/>
                </a:lnTo>
                <a:lnTo>
                  <a:pt x="187" y="663"/>
                </a:lnTo>
                <a:lnTo>
                  <a:pt x="188" y="663"/>
                </a:lnTo>
                <a:lnTo>
                  <a:pt x="188" y="662"/>
                </a:lnTo>
                <a:lnTo>
                  <a:pt x="187" y="662"/>
                </a:lnTo>
                <a:lnTo>
                  <a:pt x="186" y="662"/>
                </a:lnTo>
                <a:lnTo>
                  <a:pt x="186" y="661"/>
                </a:lnTo>
                <a:lnTo>
                  <a:pt x="185" y="660"/>
                </a:lnTo>
                <a:lnTo>
                  <a:pt x="186" y="660"/>
                </a:lnTo>
                <a:lnTo>
                  <a:pt x="186" y="659"/>
                </a:lnTo>
                <a:lnTo>
                  <a:pt x="186" y="658"/>
                </a:lnTo>
                <a:lnTo>
                  <a:pt x="185" y="652"/>
                </a:lnTo>
                <a:lnTo>
                  <a:pt x="185" y="651"/>
                </a:lnTo>
                <a:lnTo>
                  <a:pt x="185" y="645"/>
                </a:lnTo>
                <a:lnTo>
                  <a:pt x="185" y="644"/>
                </a:lnTo>
                <a:lnTo>
                  <a:pt x="185" y="643"/>
                </a:lnTo>
                <a:lnTo>
                  <a:pt x="185" y="642"/>
                </a:lnTo>
                <a:lnTo>
                  <a:pt x="186" y="639"/>
                </a:lnTo>
                <a:lnTo>
                  <a:pt x="185" y="638"/>
                </a:lnTo>
                <a:lnTo>
                  <a:pt x="184" y="637"/>
                </a:lnTo>
                <a:lnTo>
                  <a:pt x="184" y="635"/>
                </a:lnTo>
                <a:lnTo>
                  <a:pt x="183" y="635"/>
                </a:lnTo>
                <a:lnTo>
                  <a:pt x="182" y="634"/>
                </a:lnTo>
                <a:lnTo>
                  <a:pt x="182" y="633"/>
                </a:lnTo>
                <a:lnTo>
                  <a:pt x="182" y="632"/>
                </a:lnTo>
                <a:lnTo>
                  <a:pt x="183" y="631"/>
                </a:lnTo>
                <a:lnTo>
                  <a:pt x="182" y="630"/>
                </a:lnTo>
                <a:lnTo>
                  <a:pt x="182" y="629"/>
                </a:lnTo>
                <a:lnTo>
                  <a:pt x="181" y="629"/>
                </a:lnTo>
                <a:lnTo>
                  <a:pt x="181" y="628"/>
                </a:lnTo>
                <a:lnTo>
                  <a:pt x="180" y="628"/>
                </a:lnTo>
                <a:lnTo>
                  <a:pt x="179" y="628"/>
                </a:lnTo>
                <a:lnTo>
                  <a:pt x="179" y="627"/>
                </a:lnTo>
                <a:lnTo>
                  <a:pt x="180" y="626"/>
                </a:lnTo>
                <a:lnTo>
                  <a:pt x="180" y="625"/>
                </a:lnTo>
                <a:lnTo>
                  <a:pt x="179" y="625"/>
                </a:lnTo>
                <a:lnTo>
                  <a:pt x="179" y="624"/>
                </a:lnTo>
                <a:lnTo>
                  <a:pt x="179" y="623"/>
                </a:lnTo>
                <a:lnTo>
                  <a:pt x="179" y="622"/>
                </a:lnTo>
                <a:lnTo>
                  <a:pt x="179" y="621"/>
                </a:lnTo>
                <a:lnTo>
                  <a:pt x="180" y="621"/>
                </a:lnTo>
                <a:lnTo>
                  <a:pt x="180" y="620"/>
                </a:lnTo>
                <a:lnTo>
                  <a:pt x="181" y="619"/>
                </a:lnTo>
                <a:lnTo>
                  <a:pt x="180" y="618"/>
                </a:lnTo>
                <a:lnTo>
                  <a:pt x="179" y="616"/>
                </a:lnTo>
                <a:lnTo>
                  <a:pt x="178" y="616"/>
                </a:lnTo>
                <a:lnTo>
                  <a:pt x="178" y="615"/>
                </a:lnTo>
                <a:lnTo>
                  <a:pt x="178" y="612"/>
                </a:lnTo>
                <a:lnTo>
                  <a:pt x="178" y="611"/>
                </a:lnTo>
                <a:lnTo>
                  <a:pt x="179" y="611"/>
                </a:lnTo>
                <a:lnTo>
                  <a:pt x="179" y="610"/>
                </a:lnTo>
                <a:lnTo>
                  <a:pt x="180" y="609"/>
                </a:lnTo>
                <a:lnTo>
                  <a:pt x="180" y="608"/>
                </a:lnTo>
                <a:lnTo>
                  <a:pt x="180" y="607"/>
                </a:lnTo>
                <a:lnTo>
                  <a:pt x="180" y="606"/>
                </a:lnTo>
                <a:lnTo>
                  <a:pt x="180" y="605"/>
                </a:lnTo>
                <a:lnTo>
                  <a:pt x="180" y="604"/>
                </a:lnTo>
                <a:lnTo>
                  <a:pt x="180" y="602"/>
                </a:lnTo>
                <a:lnTo>
                  <a:pt x="179" y="600"/>
                </a:lnTo>
                <a:lnTo>
                  <a:pt x="178" y="600"/>
                </a:lnTo>
                <a:lnTo>
                  <a:pt x="178" y="599"/>
                </a:lnTo>
                <a:lnTo>
                  <a:pt x="179" y="599"/>
                </a:lnTo>
                <a:lnTo>
                  <a:pt x="179" y="598"/>
                </a:lnTo>
                <a:lnTo>
                  <a:pt x="179" y="597"/>
                </a:lnTo>
                <a:lnTo>
                  <a:pt x="179" y="596"/>
                </a:lnTo>
                <a:lnTo>
                  <a:pt x="179" y="595"/>
                </a:lnTo>
                <a:lnTo>
                  <a:pt x="179" y="594"/>
                </a:lnTo>
                <a:lnTo>
                  <a:pt x="179" y="593"/>
                </a:lnTo>
                <a:lnTo>
                  <a:pt x="180" y="593"/>
                </a:lnTo>
                <a:lnTo>
                  <a:pt x="180" y="591"/>
                </a:lnTo>
                <a:lnTo>
                  <a:pt x="180" y="590"/>
                </a:lnTo>
                <a:lnTo>
                  <a:pt x="179" y="589"/>
                </a:lnTo>
                <a:lnTo>
                  <a:pt x="179" y="586"/>
                </a:lnTo>
                <a:lnTo>
                  <a:pt x="179" y="585"/>
                </a:lnTo>
                <a:lnTo>
                  <a:pt x="179" y="584"/>
                </a:lnTo>
                <a:lnTo>
                  <a:pt x="179" y="582"/>
                </a:lnTo>
                <a:lnTo>
                  <a:pt x="177" y="578"/>
                </a:lnTo>
                <a:lnTo>
                  <a:pt x="177" y="577"/>
                </a:lnTo>
                <a:lnTo>
                  <a:pt x="177" y="576"/>
                </a:lnTo>
                <a:lnTo>
                  <a:pt x="177" y="575"/>
                </a:lnTo>
                <a:lnTo>
                  <a:pt x="177" y="574"/>
                </a:lnTo>
                <a:lnTo>
                  <a:pt x="176" y="573"/>
                </a:lnTo>
                <a:lnTo>
                  <a:pt x="176" y="571"/>
                </a:lnTo>
                <a:lnTo>
                  <a:pt x="176" y="570"/>
                </a:lnTo>
                <a:lnTo>
                  <a:pt x="176" y="569"/>
                </a:lnTo>
                <a:lnTo>
                  <a:pt x="176" y="568"/>
                </a:lnTo>
                <a:lnTo>
                  <a:pt x="177" y="567"/>
                </a:lnTo>
                <a:lnTo>
                  <a:pt x="176" y="567"/>
                </a:lnTo>
                <a:lnTo>
                  <a:pt x="176" y="566"/>
                </a:lnTo>
                <a:lnTo>
                  <a:pt x="175" y="565"/>
                </a:lnTo>
                <a:lnTo>
                  <a:pt x="175" y="564"/>
                </a:lnTo>
                <a:lnTo>
                  <a:pt x="177" y="563"/>
                </a:lnTo>
                <a:lnTo>
                  <a:pt x="177" y="562"/>
                </a:lnTo>
                <a:lnTo>
                  <a:pt x="178" y="561"/>
                </a:lnTo>
                <a:lnTo>
                  <a:pt x="177" y="560"/>
                </a:lnTo>
                <a:lnTo>
                  <a:pt x="177" y="559"/>
                </a:lnTo>
                <a:lnTo>
                  <a:pt x="176" y="559"/>
                </a:lnTo>
                <a:lnTo>
                  <a:pt x="176" y="558"/>
                </a:lnTo>
                <a:lnTo>
                  <a:pt x="175" y="558"/>
                </a:lnTo>
                <a:lnTo>
                  <a:pt x="175" y="557"/>
                </a:lnTo>
                <a:lnTo>
                  <a:pt x="176" y="556"/>
                </a:lnTo>
                <a:lnTo>
                  <a:pt x="176" y="553"/>
                </a:lnTo>
                <a:lnTo>
                  <a:pt x="175" y="552"/>
                </a:lnTo>
                <a:lnTo>
                  <a:pt x="175" y="551"/>
                </a:lnTo>
                <a:lnTo>
                  <a:pt x="174" y="551"/>
                </a:lnTo>
                <a:lnTo>
                  <a:pt x="174" y="549"/>
                </a:lnTo>
                <a:lnTo>
                  <a:pt x="174" y="547"/>
                </a:lnTo>
                <a:lnTo>
                  <a:pt x="174" y="546"/>
                </a:lnTo>
                <a:lnTo>
                  <a:pt x="174" y="545"/>
                </a:lnTo>
                <a:lnTo>
                  <a:pt x="174" y="544"/>
                </a:lnTo>
                <a:lnTo>
                  <a:pt x="176" y="544"/>
                </a:lnTo>
                <a:lnTo>
                  <a:pt x="177" y="544"/>
                </a:lnTo>
                <a:lnTo>
                  <a:pt x="178" y="543"/>
                </a:lnTo>
                <a:lnTo>
                  <a:pt x="178" y="542"/>
                </a:lnTo>
                <a:lnTo>
                  <a:pt x="178" y="541"/>
                </a:lnTo>
                <a:lnTo>
                  <a:pt x="179" y="541"/>
                </a:lnTo>
                <a:lnTo>
                  <a:pt x="180" y="541"/>
                </a:lnTo>
                <a:lnTo>
                  <a:pt x="181" y="541"/>
                </a:lnTo>
                <a:lnTo>
                  <a:pt x="181" y="540"/>
                </a:lnTo>
                <a:lnTo>
                  <a:pt x="182" y="539"/>
                </a:lnTo>
                <a:lnTo>
                  <a:pt x="181" y="538"/>
                </a:lnTo>
                <a:lnTo>
                  <a:pt x="181" y="535"/>
                </a:lnTo>
                <a:lnTo>
                  <a:pt x="181" y="534"/>
                </a:lnTo>
                <a:lnTo>
                  <a:pt x="177" y="532"/>
                </a:lnTo>
                <a:lnTo>
                  <a:pt x="176" y="532"/>
                </a:lnTo>
                <a:lnTo>
                  <a:pt x="175" y="532"/>
                </a:lnTo>
                <a:lnTo>
                  <a:pt x="174" y="531"/>
                </a:lnTo>
                <a:lnTo>
                  <a:pt x="174" y="530"/>
                </a:lnTo>
                <a:lnTo>
                  <a:pt x="173" y="529"/>
                </a:lnTo>
                <a:lnTo>
                  <a:pt x="172" y="529"/>
                </a:lnTo>
                <a:lnTo>
                  <a:pt x="172" y="528"/>
                </a:lnTo>
                <a:lnTo>
                  <a:pt x="171" y="527"/>
                </a:lnTo>
                <a:lnTo>
                  <a:pt x="172" y="526"/>
                </a:lnTo>
                <a:lnTo>
                  <a:pt x="172" y="525"/>
                </a:lnTo>
                <a:lnTo>
                  <a:pt x="171" y="525"/>
                </a:lnTo>
                <a:lnTo>
                  <a:pt x="171" y="524"/>
                </a:lnTo>
                <a:lnTo>
                  <a:pt x="170" y="524"/>
                </a:lnTo>
                <a:lnTo>
                  <a:pt x="169" y="524"/>
                </a:lnTo>
                <a:lnTo>
                  <a:pt x="169" y="523"/>
                </a:lnTo>
                <a:lnTo>
                  <a:pt x="168" y="522"/>
                </a:lnTo>
                <a:lnTo>
                  <a:pt x="168" y="521"/>
                </a:lnTo>
                <a:lnTo>
                  <a:pt x="166" y="519"/>
                </a:lnTo>
                <a:lnTo>
                  <a:pt x="163" y="517"/>
                </a:lnTo>
                <a:lnTo>
                  <a:pt x="162" y="516"/>
                </a:lnTo>
                <a:lnTo>
                  <a:pt x="161" y="515"/>
                </a:lnTo>
                <a:lnTo>
                  <a:pt x="160" y="513"/>
                </a:lnTo>
                <a:lnTo>
                  <a:pt x="159" y="513"/>
                </a:lnTo>
                <a:lnTo>
                  <a:pt x="160" y="512"/>
                </a:lnTo>
                <a:lnTo>
                  <a:pt x="159" y="512"/>
                </a:lnTo>
                <a:lnTo>
                  <a:pt x="159" y="511"/>
                </a:lnTo>
                <a:lnTo>
                  <a:pt x="160" y="509"/>
                </a:lnTo>
                <a:lnTo>
                  <a:pt x="160" y="508"/>
                </a:lnTo>
                <a:lnTo>
                  <a:pt x="161" y="508"/>
                </a:lnTo>
                <a:lnTo>
                  <a:pt x="161" y="507"/>
                </a:lnTo>
                <a:lnTo>
                  <a:pt x="162" y="506"/>
                </a:lnTo>
                <a:lnTo>
                  <a:pt x="162" y="505"/>
                </a:lnTo>
                <a:lnTo>
                  <a:pt x="162" y="504"/>
                </a:lnTo>
                <a:lnTo>
                  <a:pt x="163" y="503"/>
                </a:lnTo>
                <a:lnTo>
                  <a:pt x="163" y="502"/>
                </a:lnTo>
                <a:lnTo>
                  <a:pt x="163" y="501"/>
                </a:lnTo>
                <a:lnTo>
                  <a:pt x="164" y="501"/>
                </a:lnTo>
                <a:lnTo>
                  <a:pt x="164" y="499"/>
                </a:lnTo>
                <a:lnTo>
                  <a:pt x="164" y="498"/>
                </a:lnTo>
                <a:lnTo>
                  <a:pt x="163" y="496"/>
                </a:lnTo>
                <a:lnTo>
                  <a:pt x="163" y="495"/>
                </a:lnTo>
                <a:lnTo>
                  <a:pt x="162" y="495"/>
                </a:lnTo>
                <a:lnTo>
                  <a:pt x="161" y="494"/>
                </a:lnTo>
                <a:lnTo>
                  <a:pt x="160" y="493"/>
                </a:lnTo>
                <a:lnTo>
                  <a:pt x="160" y="492"/>
                </a:lnTo>
                <a:lnTo>
                  <a:pt x="159" y="492"/>
                </a:lnTo>
                <a:lnTo>
                  <a:pt x="158" y="492"/>
                </a:lnTo>
                <a:lnTo>
                  <a:pt x="156" y="489"/>
                </a:lnTo>
                <a:lnTo>
                  <a:pt x="155" y="489"/>
                </a:lnTo>
                <a:lnTo>
                  <a:pt x="155" y="488"/>
                </a:lnTo>
                <a:lnTo>
                  <a:pt x="156" y="488"/>
                </a:lnTo>
                <a:lnTo>
                  <a:pt x="156" y="487"/>
                </a:lnTo>
                <a:lnTo>
                  <a:pt x="155" y="487"/>
                </a:lnTo>
                <a:lnTo>
                  <a:pt x="154" y="486"/>
                </a:lnTo>
                <a:lnTo>
                  <a:pt x="153" y="485"/>
                </a:lnTo>
                <a:lnTo>
                  <a:pt x="153" y="484"/>
                </a:lnTo>
                <a:lnTo>
                  <a:pt x="153" y="479"/>
                </a:lnTo>
                <a:lnTo>
                  <a:pt x="152" y="478"/>
                </a:lnTo>
                <a:lnTo>
                  <a:pt x="151" y="477"/>
                </a:lnTo>
                <a:lnTo>
                  <a:pt x="150" y="476"/>
                </a:lnTo>
                <a:lnTo>
                  <a:pt x="149" y="475"/>
                </a:lnTo>
                <a:lnTo>
                  <a:pt x="149" y="474"/>
                </a:lnTo>
                <a:lnTo>
                  <a:pt x="148" y="473"/>
                </a:lnTo>
                <a:lnTo>
                  <a:pt x="147" y="472"/>
                </a:lnTo>
                <a:lnTo>
                  <a:pt x="146" y="471"/>
                </a:lnTo>
                <a:lnTo>
                  <a:pt x="145" y="471"/>
                </a:lnTo>
                <a:lnTo>
                  <a:pt x="145" y="470"/>
                </a:lnTo>
                <a:lnTo>
                  <a:pt x="145" y="469"/>
                </a:lnTo>
                <a:lnTo>
                  <a:pt x="144" y="469"/>
                </a:lnTo>
                <a:lnTo>
                  <a:pt x="143" y="469"/>
                </a:lnTo>
                <a:lnTo>
                  <a:pt x="142" y="469"/>
                </a:lnTo>
                <a:lnTo>
                  <a:pt x="141" y="469"/>
                </a:lnTo>
                <a:lnTo>
                  <a:pt x="140" y="468"/>
                </a:lnTo>
                <a:lnTo>
                  <a:pt x="140" y="467"/>
                </a:lnTo>
                <a:lnTo>
                  <a:pt x="141" y="466"/>
                </a:lnTo>
                <a:lnTo>
                  <a:pt x="142" y="466"/>
                </a:lnTo>
                <a:lnTo>
                  <a:pt x="142" y="465"/>
                </a:lnTo>
                <a:lnTo>
                  <a:pt x="143" y="464"/>
                </a:lnTo>
                <a:lnTo>
                  <a:pt x="143" y="462"/>
                </a:lnTo>
                <a:lnTo>
                  <a:pt x="142" y="462"/>
                </a:lnTo>
                <a:lnTo>
                  <a:pt x="142" y="461"/>
                </a:lnTo>
                <a:lnTo>
                  <a:pt x="141" y="461"/>
                </a:lnTo>
                <a:lnTo>
                  <a:pt x="141" y="460"/>
                </a:lnTo>
                <a:lnTo>
                  <a:pt x="141" y="457"/>
                </a:lnTo>
                <a:lnTo>
                  <a:pt x="141" y="455"/>
                </a:lnTo>
                <a:lnTo>
                  <a:pt x="141" y="454"/>
                </a:lnTo>
                <a:lnTo>
                  <a:pt x="142" y="452"/>
                </a:lnTo>
                <a:lnTo>
                  <a:pt x="143" y="449"/>
                </a:lnTo>
                <a:lnTo>
                  <a:pt x="144" y="448"/>
                </a:lnTo>
                <a:lnTo>
                  <a:pt x="144" y="447"/>
                </a:lnTo>
                <a:lnTo>
                  <a:pt x="145" y="446"/>
                </a:lnTo>
                <a:lnTo>
                  <a:pt x="146" y="445"/>
                </a:lnTo>
                <a:lnTo>
                  <a:pt x="147" y="445"/>
                </a:lnTo>
                <a:lnTo>
                  <a:pt x="149" y="445"/>
                </a:lnTo>
                <a:lnTo>
                  <a:pt x="151" y="446"/>
                </a:lnTo>
                <a:lnTo>
                  <a:pt x="153" y="446"/>
                </a:lnTo>
                <a:lnTo>
                  <a:pt x="154" y="448"/>
                </a:lnTo>
                <a:lnTo>
                  <a:pt x="155" y="449"/>
                </a:lnTo>
                <a:lnTo>
                  <a:pt x="155" y="450"/>
                </a:lnTo>
                <a:lnTo>
                  <a:pt x="157" y="452"/>
                </a:lnTo>
                <a:lnTo>
                  <a:pt x="157" y="453"/>
                </a:lnTo>
                <a:lnTo>
                  <a:pt x="158" y="454"/>
                </a:lnTo>
                <a:lnTo>
                  <a:pt x="158" y="455"/>
                </a:lnTo>
                <a:lnTo>
                  <a:pt x="158" y="456"/>
                </a:lnTo>
                <a:lnTo>
                  <a:pt x="159" y="457"/>
                </a:lnTo>
                <a:lnTo>
                  <a:pt x="161" y="458"/>
                </a:lnTo>
                <a:lnTo>
                  <a:pt x="162" y="459"/>
                </a:lnTo>
                <a:lnTo>
                  <a:pt x="163" y="459"/>
                </a:lnTo>
                <a:lnTo>
                  <a:pt x="163" y="458"/>
                </a:lnTo>
                <a:lnTo>
                  <a:pt x="164" y="458"/>
                </a:lnTo>
                <a:lnTo>
                  <a:pt x="165" y="457"/>
                </a:lnTo>
                <a:lnTo>
                  <a:pt x="167" y="455"/>
                </a:lnTo>
                <a:lnTo>
                  <a:pt x="167" y="454"/>
                </a:lnTo>
                <a:lnTo>
                  <a:pt x="167" y="451"/>
                </a:lnTo>
                <a:lnTo>
                  <a:pt x="168" y="450"/>
                </a:lnTo>
                <a:lnTo>
                  <a:pt x="169" y="449"/>
                </a:lnTo>
                <a:lnTo>
                  <a:pt x="170" y="448"/>
                </a:lnTo>
                <a:lnTo>
                  <a:pt x="171" y="447"/>
                </a:lnTo>
                <a:lnTo>
                  <a:pt x="172" y="447"/>
                </a:lnTo>
                <a:lnTo>
                  <a:pt x="173" y="446"/>
                </a:lnTo>
                <a:lnTo>
                  <a:pt x="174" y="446"/>
                </a:lnTo>
                <a:lnTo>
                  <a:pt x="174" y="445"/>
                </a:lnTo>
                <a:lnTo>
                  <a:pt x="175" y="445"/>
                </a:lnTo>
                <a:lnTo>
                  <a:pt x="175" y="444"/>
                </a:lnTo>
                <a:lnTo>
                  <a:pt x="176" y="443"/>
                </a:lnTo>
                <a:lnTo>
                  <a:pt x="177" y="442"/>
                </a:lnTo>
                <a:lnTo>
                  <a:pt x="178" y="441"/>
                </a:lnTo>
                <a:lnTo>
                  <a:pt x="177" y="440"/>
                </a:lnTo>
                <a:lnTo>
                  <a:pt x="176" y="439"/>
                </a:lnTo>
                <a:lnTo>
                  <a:pt x="176" y="438"/>
                </a:lnTo>
                <a:lnTo>
                  <a:pt x="175" y="437"/>
                </a:lnTo>
                <a:lnTo>
                  <a:pt x="175" y="436"/>
                </a:lnTo>
                <a:lnTo>
                  <a:pt x="174" y="436"/>
                </a:lnTo>
                <a:lnTo>
                  <a:pt x="173" y="436"/>
                </a:lnTo>
                <a:lnTo>
                  <a:pt x="173" y="435"/>
                </a:lnTo>
                <a:lnTo>
                  <a:pt x="173" y="434"/>
                </a:lnTo>
                <a:lnTo>
                  <a:pt x="173" y="433"/>
                </a:lnTo>
                <a:lnTo>
                  <a:pt x="173" y="432"/>
                </a:lnTo>
                <a:lnTo>
                  <a:pt x="172" y="431"/>
                </a:lnTo>
                <a:lnTo>
                  <a:pt x="171" y="431"/>
                </a:lnTo>
                <a:lnTo>
                  <a:pt x="169" y="430"/>
                </a:lnTo>
                <a:lnTo>
                  <a:pt x="167" y="428"/>
                </a:lnTo>
                <a:lnTo>
                  <a:pt x="167" y="427"/>
                </a:lnTo>
                <a:lnTo>
                  <a:pt x="167" y="426"/>
                </a:lnTo>
                <a:lnTo>
                  <a:pt x="166" y="425"/>
                </a:lnTo>
                <a:lnTo>
                  <a:pt x="163" y="423"/>
                </a:lnTo>
                <a:lnTo>
                  <a:pt x="161" y="422"/>
                </a:lnTo>
                <a:lnTo>
                  <a:pt x="157" y="418"/>
                </a:lnTo>
                <a:lnTo>
                  <a:pt x="156" y="417"/>
                </a:lnTo>
                <a:lnTo>
                  <a:pt x="155" y="416"/>
                </a:lnTo>
                <a:lnTo>
                  <a:pt x="155" y="415"/>
                </a:lnTo>
                <a:lnTo>
                  <a:pt x="155" y="414"/>
                </a:lnTo>
                <a:lnTo>
                  <a:pt x="154" y="413"/>
                </a:lnTo>
                <a:lnTo>
                  <a:pt x="151" y="410"/>
                </a:lnTo>
                <a:lnTo>
                  <a:pt x="150" y="410"/>
                </a:lnTo>
                <a:lnTo>
                  <a:pt x="150" y="409"/>
                </a:lnTo>
                <a:lnTo>
                  <a:pt x="149" y="408"/>
                </a:lnTo>
                <a:lnTo>
                  <a:pt x="148" y="407"/>
                </a:lnTo>
                <a:lnTo>
                  <a:pt x="148" y="406"/>
                </a:lnTo>
                <a:lnTo>
                  <a:pt x="147" y="406"/>
                </a:lnTo>
                <a:lnTo>
                  <a:pt x="146" y="406"/>
                </a:lnTo>
                <a:lnTo>
                  <a:pt x="146" y="405"/>
                </a:lnTo>
                <a:lnTo>
                  <a:pt x="145" y="405"/>
                </a:lnTo>
                <a:lnTo>
                  <a:pt x="144" y="404"/>
                </a:lnTo>
                <a:lnTo>
                  <a:pt x="144" y="403"/>
                </a:lnTo>
                <a:lnTo>
                  <a:pt x="144" y="402"/>
                </a:lnTo>
                <a:lnTo>
                  <a:pt x="143" y="402"/>
                </a:lnTo>
                <a:lnTo>
                  <a:pt x="143" y="401"/>
                </a:lnTo>
                <a:lnTo>
                  <a:pt x="142" y="400"/>
                </a:lnTo>
                <a:lnTo>
                  <a:pt x="142" y="399"/>
                </a:lnTo>
                <a:lnTo>
                  <a:pt x="141" y="398"/>
                </a:lnTo>
                <a:lnTo>
                  <a:pt x="140" y="397"/>
                </a:lnTo>
                <a:lnTo>
                  <a:pt x="138" y="396"/>
                </a:lnTo>
                <a:lnTo>
                  <a:pt x="138" y="395"/>
                </a:lnTo>
                <a:lnTo>
                  <a:pt x="139" y="394"/>
                </a:lnTo>
                <a:lnTo>
                  <a:pt x="139" y="393"/>
                </a:lnTo>
                <a:lnTo>
                  <a:pt x="139" y="392"/>
                </a:lnTo>
                <a:lnTo>
                  <a:pt x="138" y="392"/>
                </a:lnTo>
                <a:lnTo>
                  <a:pt x="138" y="391"/>
                </a:lnTo>
                <a:lnTo>
                  <a:pt x="139" y="391"/>
                </a:lnTo>
                <a:lnTo>
                  <a:pt x="139" y="390"/>
                </a:lnTo>
                <a:lnTo>
                  <a:pt x="138" y="390"/>
                </a:lnTo>
                <a:lnTo>
                  <a:pt x="138" y="389"/>
                </a:lnTo>
                <a:lnTo>
                  <a:pt x="138" y="388"/>
                </a:lnTo>
                <a:lnTo>
                  <a:pt x="138" y="387"/>
                </a:lnTo>
                <a:lnTo>
                  <a:pt x="138" y="386"/>
                </a:lnTo>
                <a:lnTo>
                  <a:pt x="137" y="386"/>
                </a:lnTo>
                <a:lnTo>
                  <a:pt x="137" y="387"/>
                </a:lnTo>
                <a:lnTo>
                  <a:pt x="135" y="386"/>
                </a:lnTo>
                <a:lnTo>
                  <a:pt x="135" y="385"/>
                </a:lnTo>
                <a:lnTo>
                  <a:pt x="134" y="383"/>
                </a:lnTo>
                <a:lnTo>
                  <a:pt x="133" y="380"/>
                </a:lnTo>
                <a:lnTo>
                  <a:pt x="132" y="377"/>
                </a:lnTo>
                <a:lnTo>
                  <a:pt x="130" y="376"/>
                </a:lnTo>
                <a:lnTo>
                  <a:pt x="129" y="376"/>
                </a:lnTo>
                <a:lnTo>
                  <a:pt x="128" y="376"/>
                </a:lnTo>
                <a:lnTo>
                  <a:pt x="127" y="375"/>
                </a:lnTo>
                <a:lnTo>
                  <a:pt x="128" y="374"/>
                </a:lnTo>
                <a:lnTo>
                  <a:pt x="128" y="373"/>
                </a:lnTo>
                <a:lnTo>
                  <a:pt x="127" y="373"/>
                </a:lnTo>
                <a:lnTo>
                  <a:pt x="127" y="372"/>
                </a:lnTo>
                <a:lnTo>
                  <a:pt x="126" y="372"/>
                </a:lnTo>
                <a:lnTo>
                  <a:pt x="126" y="371"/>
                </a:lnTo>
                <a:lnTo>
                  <a:pt x="125" y="370"/>
                </a:lnTo>
                <a:lnTo>
                  <a:pt x="126" y="370"/>
                </a:lnTo>
                <a:lnTo>
                  <a:pt x="125" y="370"/>
                </a:lnTo>
                <a:lnTo>
                  <a:pt x="126" y="369"/>
                </a:lnTo>
                <a:lnTo>
                  <a:pt x="126" y="368"/>
                </a:lnTo>
                <a:lnTo>
                  <a:pt x="124" y="368"/>
                </a:lnTo>
                <a:lnTo>
                  <a:pt x="123" y="368"/>
                </a:lnTo>
                <a:lnTo>
                  <a:pt x="122" y="368"/>
                </a:lnTo>
                <a:lnTo>
                  <a:pt x="122" y="366"/>
                </a:lnTo>
                <a:lnTo>
                  <a:pt x="123" y="366"/>
                </a:lnTo>
                <a:lnTo>
                  <a:pt x="123" y="365"/>
                </a:lnTo>
                <a:lnTo>
                  <a:pt x="124" y="365"/>
                </a:lnTo>
                <a:lnTo>
                  <a:pt x="124" y="364"/>
                </a:lnTo>
                <a:lnTo>
                  <a:pt x="123" y="363"/>
                </a:lnTo>
                <a:lnTo>
                  <a:pt x="123" y="362"/>
                </a:lnTo>
                <a:lnTo>
                  <a:pt x="122" y="362"/>
                </a:lnTo>
                <a:lnTo>
                  <a:pt x="123" y="361"/>
                </a:lnTo>
                <a:lnTo>
                  <a:pt x="122" y="360"/>
                </a:lnTo>
                <a:lnTo>
                  <a:pt x="122" y="359"/>
                </a:lnTo>
                <a:lnTo>
                  <a:pt x="121" y="358"/>
                </a:lnTo>
                <a:lnTo>
                  <a:pt x="121" y="357"/>
                </a:lnTo>
                <a:lnTo>
                  <a:pt x="122" y="356"/>
                </a:lnTo>
                <a:lnTo>
                  <a:pt x="122" y="355"/>
                </a:lnTo>
                <a:lnTo>
                  <a:pt x="124" y="355"/>
                </a:lnTo>
                <a:lnTo>
                  <a:pt x="125" y="354"/>
                </a:lnTo>
                <a:lnTo>
                  <a:pt x="126" y="354"/>
                </a:lnTo>
                <a:lnTo>
                  <a:pt x="126" y="352"/>
                </a:lnTo>
                <a:lnTo>
                  <a:pt x="125" y="352"/>
                </a:lnTo>
                <a:lnTo>
                  <a:pt x="125" y="351"/>
                </a:lnTo>
                <a:lnTo>
                  <a:pt x="124" y="351"/>
                </a:lnTo>
                <a:lnTo>
                  <a:pt x="125" y="349"/>
                </a:lnTo>
                <a:lnTo>
                  <a:pt x="126" y="349"/>
                </a:lnTo>
                <a:lnTo>
                  <a:pt x="126" y="348"/>
                </a:lnTo>
                <a:lnTo>
                  <a:pt x="126" y="346"/>
                </a:lnTo>
                <a:lnTo>
                  <a:pt x="126" y="345"/>
                </a:lnTo>
                <a:lnTo>
                  <a:pt x="126" y="344"/>
                </a:lnTo>
                <a:lnTo>
                  <a:pt x="126" y="343"/>
                </a:lnTo>
                <a:lnTo>
                  <a:pt x="126" y="342"/>
                </a:lnTo>
                <a:lnTo>
                  <a:pt x="127" y="342"/>
                </a:lnTo>
                <a:lnTo>
                  <a:pt x="127" y="341"/>
                </a:lnTo>
                <a:lnTo>
                  <a:pt x="126" y="341"/>
                </a:lnTo>
                <a:lnTo>
                  <a:pt x="126" y="340"/>
                </a:lnTo>
                <a:lnTo>
                  <a:pt x="125" y="340"/>
                </a:lnTo>
                <a:lnTo>
                  <a:pt x="125" y="339"/>
                </a:lnTo>
                <a:lnTo>
                  <a:pt x="124" y="339"/>
                </a:lnTo>
                <a:lnTo>
                  <a:pt x="124" y="338"/>
                </a:lnTo>
                <a:lnTo>
                  <a:pt x="123" y="338"/>
                </a:lnTo>
                <a:lnTo>
                  <a:pt x="123" y="337"/>
                </a:lnTo>
                <a:lnTo>
                  <a:pt x="123" y="336"/>
                </a:lnTo>
                <a:lnTo>
                  <a:pt x="123" y="335"/>
                </a:lnTo>
                <a:lnTo>
                  <a:pt x="123" y="334"/>
                </a:lnTo>
                <a:lnTo>
                  <a:pt x="122" y="334"/>
                </a:lnTo>
                <a:lnTo>
                  <a:pt x="122" y="333"/>
                </a:lnTo>
                <a:lnTo>
                  <a:pt x="120" y="332"/>
                </a:lnTo>
                <a:lnTo>
                  <a:pt x="120" y="331"/>
                </a:lnTo>
                <a:lnTo>
                  <a:pt x="119" y="331"/>
                </a:lnTo>
                <a:lnTo>
                  <a:pt x="118" y="330"/>
                </a:lnTo>
                <a:lnTo>
                  <a:pt x="118" y="329"/>
                </a:lnTo>
                <a:lnTo>
                  <a:pt x="118" y="328"/>
                </a:lnTo>
                <a:lnTo>
                  <a:pt x="117" y="328"/>
                </a:lnTo>
                <a:lnTo>
                  <a:pt x="116" y="328"/>
                </a:lnTo>
                <a:lnTo>
                  <a:pt x="116" y="327"/>
                </a:lnTo>
                <a:lnTo>
                  <a:pt x="114" y="325"/>
                </a:lnTo>
                <a:lnTo>
                  <a:pt x="113" y="324"/>
                </a:lnTo>
                <a:lnTo>
                  <a:pt x="112" y="324"/>
                </a:lnTo>
                <a:lnTo>
                  <a:pt x="112" y="323"/>
                </a:lnTo>
                <a:lnTo>
                  <a:pt x="113" y="322"/>
                </a:lnTo>
                <a:lnTo>
                  <a:pt x="112" y="322"/>
                </a:lnTo>
                <a:lnTo>
                  <a:pt x="111" y="323"/>
                </a:lnTo>
                <a:lnTo>
                  <a:pt x="111" y="322"/>
                </a:lnTo>
                <a:lnTo>
                  <a:pt x="111" y="320"/>
                </a:lnTo>
                <a:lnTo>
                  <a:pt x="110" y="319"/>
                </a:lnTo>
                <a:lnTo>
                  <a:pt x="111" y="319"/>
                </a:lnTo>
                <a:lnTo>
                  <a:pt x="111" y="318"/>
                </a:lnTo>
                <a:lnTo>
                  <a:pt x="110" y="318"/>
                </a:lnTo>
                <a:lnTo>
                  <a:pt x="110" y="317"/>
                </a:lnTo>
                <a:lnTo>
                  <a:pt x="110" y="316"/>
                </a:lnTo>
                <a:lnTo>
                  <a:pt x="109" y="316"/>
                </a:lnTo>
                <a:lnTo>
                  <a:pt x="109" y="315"/>
                </a:lnTo>
                <a:lnTo>
                  <a:pt x="109" y="314"/>
                </a:lnTo>
                <a:lnTo>
                  <a:pt x="109" y="313"/>
                </a:lnTo>
                <a:lnTo>
                  <a:pt x="108" y="313"/>
                </a:lnTo>
                <a:lnTo>
                  <a:pt x="108" y="312"/>
                </a:lnTo>
                <a:lnTo>
                  <a:pt x="108" y="311"/>
                </a:lnTo>
                <a:lnTo>
                  <a:pt x="107" y="309"/>
                </a:lnTo>
                <a:lnTo>
                  <a:pt x="106" y="308"/>
                </a:lnTo>
                <a:lnTo>
                  <a:pt x="105" y="307"/>
                </a:lnTo>
                <a:lnTo>
                  <a:pt x="105" y="306"/>
                </a:lnTo>
                <a:lnTo>
                  <a:pt x="104" y="306"/>
                </a:lnTo>
                <a:lnTo>
                  <a:pt x="103" y="306"/>
                </a:lnTo>
                <a:lnTo>
                  <a:pt x="102" y="305"/>
                </a:lnTo>
                <a:lnTo>
                  <a:pt x="102" y="304"/>
                </a:lnTo>
                <a:lnTo>
                  <a:pt x="102" y="303"/>
                </a:lnTo>
                <a:lnTo>
                  <a:pt x="103" y="303"/>
                </a:lnTo>
                <a:lnTo>
                  <a:pt x="102" y="302"/>
                </a:lnTo>
                <a:lnTo>
                  <a:pt x="102" y="301"/>
                </a:lnTo>
                <a:lnTo>
                  <a:pt x="103" y="301"/>
                </a:lnTo>
                <a:lnTo>
                  <a:pt x="104" y="301"/>
                </a:lnTo>
                <a:lnTo>
                  <a:pt x="104" y="300"/>
                </a:lnTo>
                <a:lnTo>
                  <a:pt x="103" y="299"/>
                </a:lnTo>
                <a:lnTo>
                  <a:pt x="102" y="297"/>
                </a:lnTo>
                <a:lnTo>
                  <a:pt x="102" y="292"/>
                </a:lnTo>
                <a:lnTo>
                  <a:pt x="102" y="291"/>
                </a:lnTo>
                <a:lnTo>
                  <a:pt x="102" y="290"/>
                </a:lnTo>
                <a:lnTo>
                  <a:pt x="103" y="289"/>
                </a:lnTo>
                <a:lnTo>
                  <a:pt x="103" y="288"/>
                </a:lnTo>
                <a:lnTo>
                  <a:pt x="102" y="288"/>
                </a:lnTo>
                <a:lnTo>
                  <a:pt x="101" y="287"/>
                </a:lnTo>
                <a:lnTo>
                  <a:pt x="101" y="286"/>
                </a:lnTo>
                <a:lnTo>
                  <a:pt x="101" y="285"/>
                </a:lnTo>
                <a:lnTo>
                  <a:pt x="100" y="285"/>
                </a:lnTo>
                <a:lnTo>
                  <a:pt x="100" y="286"/>
                </a:lnTo>
                <a:lnTo>
                  <a:pt x="99" y="286"/>
                </a:lnTo>
                <a:lnTo>
                  <a:pt x="99" y="285"/>
                </a:lnTo>
                <a:lnTo>
                  <a:pt x="99" y="284"/>
                </a:lnTo>
                <a:lnTo>
                  <a:pt x="98" y="284"/>
                </a:lnTo>
                <a:lnTo>
                  <a:pt x="98" y="283"/>
                </a:lnTo>
                <a:lnTo>
                  <a:pt x="96" y="283"/>
                </a:lnTo>
                <a:lnTo>
                  <a:pt x="95" y="283"/>
                </a:lnTo>
                <a:lnTo>
                  <a:pt x="94" y="283"/>
                </a:lnTo>
                <a:lnTo>
                  <a:pt x="94" y="282"/>
                </a:lnTo>
                <a:lnTo>
                  <a:pt x="93" y="282"/>
                </a:lnTo>
                <a:lnTo>
                  <a:pt x="94" y="281"/>
                </a:lnTo>
                <a:lnTo>
                  <a:pt x="93" y="281"/>
                </a:lnTo>
                <a:lnTo>
                  <a:pt x="93" y="280"/>
                </a:lnTo>
                <a:lnTo>
                  <a:pt x="92" y="280"/>
                </a:lnTo>
                <a:lnTo>
                  <a:pt x="92" y="279"/>
                </a:lnTo>
                <a:lnTo>
                  <a:pt x="92" y="278"/>
                </a:lnTo>
                <a:lnTo>
                  <a:pt x="92" y="279"/>
                </a:lnTo>
                <a:lnTo>
                  <a:pt x="91" y="279"/>
                </a:lnTo>
                <a:lnTo>
                  <a:pt x="90" y="280"/>
                </a:lnTo>
                <a:lnTo>
                  <a:pt x="89" y="279"/>
                </a:lnTo>
                <a:lnTo>
                  <a:pt x="89" y="278"/>
                </a:lnTo>
                <a:lnTo>
                  <a:pt x="88" y="278"/>
                </a:lnTo>
                <a:lnTo>
                  <a:pt x="87" y="279"/>
                </a:lnTo>
                <a:lnTo>
                  <a:pt x="86" y="278"/>
                </a:lnTo>
                <a:lnTo>
                  <a:pt x="86" y="277"/>
                </a:lnTo>
                <a:lnTo>
                  <a:pt x="86" y="276"/>
                </a:lnTo>
                <a:lnTo>
                  <a:pt x="86" y="275"/>
                </a:lnTo>
                <a:lnTo>
                  <a:pt x="85" y="276"/>
                </a:lnTo>
                <a:lnTo>
                  <a:pt x="84" y="275"/>
                </a:lnTo>
                <a:lnTo>
                  <a:pt x="83" y="274"/>
                </a:lnTo>
                <a:lnTo>
                  <a:pt x="82" y="274"/>
                </a:lnTo>
                <a:lnTo>
                  <a:pt x="81" y="274"/>
                </a:lnTo>
                <a:lnTo>
                  <a:pt x="81" y="273"/>
                </a:lnTo>
                <a:lnTo>
                  <a:pt x="80" y="272"/>
                </a:lnTo>
                <a:lnTo>
                  <a:pt x="80" y="271"/>
                </a:lnTo>
                <a:lnTo>
                  <a:pt x="80" y="270"/>
                </a:lnTo>
                <a:lnTo>
                  <a:pt x="79" y="270"/>
                </a:lnTo>
                <a:lnTo>
                  <a:pt x="78" y="270"/>
                </a:lnTo>
                <a:lnTo>
                  <a:pt x="78" y="269"/>
                </a:lnTo>
                <a:lnTo>
                  <a:pt x="77" y="269"/>
                </a:lnTo>
                <a:lnTo>
                  <a:pt x="76" y="269"/>
                </a:lnTo>
                <a:lnTo>
                  <a:pt x="76" y="268"/>
                </a:lnTo>
                <a:lnTo>
                  <a:pt x="75" y="267"/>
                </a:lnTo>
                <a:lnTo>
                  <a:pt x="74" y="267"/>
                </a:lnTo>
                <a:lnTo>
                  <a:pt x="74" y="266"/>
                </a:lnTo>
                <a:lnTo>
                  <a:pt x="73" y="266"/>
                </a:lnTo>
                <a:lnTo>
                  <a:pt x="72" y="267"/>
                </a:lnTo>
                <a:lnTo>
                  <a:pt x="71" y="267"/>
                </a:lnTo>
                <a:lnTo>
                  <a:pt x="71" y="266"/>
                </a:lnTo>
                <a:lnTo>
                  <a:pt x="70" y="266"/>
                </a:lnTo>
                <a:lnTo>
                  <a:pt x="70" y="265"/>
                </a:lnTo>
                <a:lnTo>
                  <a:pt x="69" y="265"/>
                </a:lnTo>
                <a:lnTo>
                  <a:pt x="69" y="264"/>
                </a:lnTo>
                <a:lnTo>
                  <a:pt x="68" y="264"/>
                </a:lnTo>
                <a:lnTo>
                  <a:pt x="67" y="264"/>
                </a:lnTo>
                <a:lnTo>
                  <a:pt x="66" y="264"/>
                </a:lnTo>
                <a:lnTo>
                  <a:pt x="66" y="263"/>
                </a:lnTo>
                <a:lnTo>
                  <a:pt x="65" y="263"/>
                </a:lnTo>
                <a:lnTo>
                  <a:pt x="64" y="263"/>
                </a:lnTo>
                <a:lnTo>
                  <a:pt x="63" y="263"/>
                </a:lnTo>
                <a:lnTo>
                  <a:pt x="62" y="263"/>
                </a:lnTo>
                <a:lnTo>
                  <a:pt x="61" y="263"/>
                </a:lnTo>
                <a:lnTo>
                  <a:pt x="61" y="262"/>
                </a:lnTo>
                <a:lnTo>
                  <a:pt x="60" y="262"/>
                </a:lnTo>
                <a:lnTo>
                  <a:pt x="59" y="262"/>
                </a:lnTo>
                <a:lnTo>
                  <a:pt x="58" y="261"/>
                </a:lnTo>
                <a:lnTo>
                  <a:pt x="57" y="260"/>
                </a:lnTo>
                <a:lnTo>
                  <a:pt x="56" y="260"/>
                </a:lnTo>
                <a:lnTo>
                  <a:pt x="56" y="261"/>
                </a:lnTo>
                <a:lnTo>
                  <a:pt x="54" y="260"/>
                </a:lnTo>
                <a:lnTo>
                  <a:pt x="54" y="261"/>
                </a:lnTo>
                <a:lnTo>
                  <a:pt x="53" y="261"/>
                </a:lnTo>
                <a:lnTo>
                  <a:pt x="53" y="260"/>
                </a:lnTo>
                <a:lnTo>
                  <a:pt x="53" y="259"/>
                </a:lnTo>
                <a:lnTo>
                  <a:pt x="53" y="258"/>
                </a:lnTo>
                <a:lnTo>
                  <a:pt x="52" y="257"/>
                </a:lnTo>
                <a:lnTo>
                  <a:pt x="51" y="257"/>
                </a:lnTo>
                <a:lnTo>
                  <a:pt x="50" y="257"/>
                </a:lnTo>
                <a:lnTo>
                  <a:pt x="49" y="258"/>
                </a:lnTo>
                <a:lnTo>
                  <a:pt x="49" y="257"/>
                </a:lnTo>
                <a:lnTo>
                  <a:pt x="48" y="257"/>
                </a:lnTo>
                <a:lnTo>
                  <a:pt x="48" y="256"/>
                </a:lnTo>
                <a:lnTo>
                  <a:pt x="47" y="255"/>
                </a:lnTo>
                <a:lnTo>
                  <a:pt x="46" y="255"/>
                </a:lnTo>
                <a:lnTo>
                  <a:pt x="45" y="256"/>
                </a:lnTo>
                <a:lnTo>
                  <a:pt x="44" y="256"/>
                </a:lnTo>
                <a:lnTo>
                  <a:pt x="43" y="255"/>
                </a:lnTo>
                <a:lnTo>
                  <a:pt x="42" y="255"/>
                </a:lnTo>
                <a:lnTo>
                  <a:pt x="40" y="254"/>
                </a:lnTo>
                <a:lnTo>
                  <a:pt x="40" y="253"/>
                </a:lnTo>
                <a:lnTo>
                  <a:pt x="39" y="253"/>
                </a:lnTo>
                <a:lnTo>
                  <a:pt x="38" y="252"/>
                </a:lnTo>
                <a:lnTo>
                  <a:pt x="37" y="252"/>
                </a:lnTo>
                <a:lnTo>
                  <a:pt x="36" y="251"/>
                </a:lnTo>
                <a:lnTo>
                  <a:pt x="36" y="250"/>
                </a:lnTo>
                <a:lnTo>
                  <a:pt x="35" y="250"/>
                </a:lnTo>
                <a:lnTo>
                  <a:pt x="35" y="249"/>
                </a:lnTo>
                <a:lnTo>
                  <a:pt x="34" y="249"/>
                </a:lnTo>
                <a:lnTo>
                  <a:pt x="33" y="248"/>
                </a:lnTo>
                <a:lnTo>
                  <a:pt x="33" y="247"/>
                </a:lnTo>
                <a:lnTo>
                  <a:pt x="32" y="247"/>
                </a:lnTo>
                <a:lnTo>
                  <a:pt x="31" y="246"/>
                </a:lnTo>
                <a:lnTo>
                  <a:pt x="30" y="245"/>
                </a:lnTo>
                <a:lnTo>
                  <a:pt x="30" y="244"/>
                </a:lnTo>
                <a:lnTo>
                  <a:pt x="30" y="241"/>
                </a:lnTo>
                <a:lnTo>
                  <a:pt x="29" y="241"/>
                </a:lnTo>
                <a:lnTo>
                  <a:pt x="28" y="241"/>
                </a:lnTo>
                <a:lnTo>
                  <a:pt x="27" y="242"/>
                </a:lnTo>
                <a:lnTo>
                  <a:pt x="27" y="241"/>
                </a:lnTo>
                <a:lnTo>
                  <a:pt x="26" y="241"/>
                </a:lnTo>
                <a:lnTo>
                  <a:pt x="25" y="240"/>
                </a:lnTo>
                <a:lnTo>
                  <a:pt x="24" y="240"/>
                </a:lnTo>
                <a:lnTo>
                  <a:pt x="23" y="240"/>
                </a:lnTo>
                <a:lnTo>
                  <a:pt x="22" y="240"/>
                </a:lnTo>
                <a:lnTo>
                  <a:pt x="21" y="239"/>
                </a:lnTo>
                <a:lnTo>
                  <a:pt x="21" y="238"/>
                </a:lnTo>
                <a:lnTo>
                  <a:pt x="21" y="237"/>
                </a:lnTo>
                <a:lnTo>
                  <a:pt x="20" y="237"/>
                </a:lnTo>
                <a:lnTo>
                  <a:pt x="19" y="237"/>
                </a:lnTo>
                <a:lnTo>
                  <a:pt x="19" y="236"/>
                </a:lnTo>
                <a:lnTo>
                  <a:pt x="18" y="235"/>
                </a:lnTo>
                <a:lnTo>
                  <a:pt x="17" y="235"/>
                </a:lnTo>
                <a:lnTo>
                  <a:pt x="16" y="235"/>
                </a:lnTo>
                <a:lnTo>
                  <a:pt x="15" y="235"/>
                </a:lnTo>
                <a:lnTo>
                  <a:pt x="15" y="234"/>
                </a:lnTo>
                <a:lnTo>
                  <a:pt x="14" y="234"/>
                </a:lnTo>
                <a:lnTo>
                  <a:pt x="14" y="233"/>
                </a:lnTo>
                <a:lnTo>
                  <a:pt x="14" y="232"/>
                </a:lnTo>
                <a:lnTo>
                  <a:pt x="13" y="232"/>
                </a:lnTo>
                <a:lnTo>
                  <a:pt x="12" y="231"/>
                </a:lnTo>
                <a:lnTo>
                  <a:pt x="12" y="230"/>
                </a:lnTo>
                <a:lnTo>
                  <a:pt x="10" y="229"/>
                </a:lnTo>
                <a:lnTo>
                  <a:pt x="9" y="227"/>
                </a:lnTo>
                <a:lnTo>
                  <a:pt x="8" y="226"/>
                </a:lnTo>
                <a:lnTo>
                  <a:pt x="7" y="226"/>
                </a:lnTo>
                <a:lnTo>
                  <a:pt x="8" y="226"/>
                </a:lnTo>
                <a:lnTo>
                  <a:pt x="8" y="225"/>
                </a:lnTo>
                <a:lnTo>
                  <a:pt x="8" y="224"/>
                </a:lnTo>
                <a:lnTo>
                  <a:pt x="8" y="223"/>
                </a:lnTo>
                <a:lnTo>
                  <a:pt x="8" y="222"/>
                </a:lnTo>
                <a:lnTo>
                  <a:pt x="7" y="221"/>
                </a:lnTo>
                <a:lnTo>
                  <a:pt x="6" y="220"/>
                </a:lnTo>
                <a:lnTo>
                  <a:pt x="5" y="217"/>
                </a:lnTo>
                <a:lnTo>
                  <a:pt x="5" y="216"/>
                </a:lnTo>
                <a:lnTo>
                  <a:pt x="4" y="216"/>
                </a:lnTo>
                <a:lnTo>
                  <a:pt x="4" y="215"/>
                </a:lnTo>
                <a:lnTo>
                  <a:pt x="4" y="214"/>
                </a:lnTo>
                <a:lnTo>
                  <a:pt x="4" y="213"/>
                </a:lnTo>
                <a:lnTo>
                  <a:pt x="3" y="212"/>
                </a:lnTo>
                <a:lnTo>
                  <a:pt x="3" y="207"/>
                </a:lnTo>
                <a:lnTo>
                  <a:pt x="4" y="207"/>
                </a:lnTo>
                <a:lnTo>
                  <a:pt x="5" y="207"/>
                </a:lnTo>
                <a:lnTo>
                  <a:pt x="5" y="206"/>
                </a:lnTo>
                <a:lnTo>
                  <a:pt x="5" y="204"/>
                </a:lnTo>
                <a:lnTo>
                  <a:pt x="4" y="202"/>
                </a:lnTo>
                <a:lnTo>
                  <a:pt x="5" y="201"/>
                </a:lnTo>
                <a:lnTo>
                  <a:pt x="4" y="200"/>
                </a:lnTo>
                <a:lnTo>
                  <a:pt x="3" y="200"/>
                </a:lnTo>
                <a:lnTo>
                  <a:pt x="3" y="199"/>
                </a:lnTo>
                <a:lnTo>
                  <a:pt x="4" y="199"/>
                </a:lnTo>
                <a:lnTo>
                  <a:pt x="4" y="198"/>
                </a:lnTo>
                <a:lnTo>
                  <a:pt x="3" y="198"/>
                </a:lnTo>
                <a:lnTo>
                  <a:pt x="1" y="198"/>
                </a:lnTo>
                <a:lnTo>
                  <a:pt x="1" y="197"/>
                </a:lnTo>
                <a:lnTo>
                  <a:pt x="0" y="196"/>
                </a:lnTo>
                <a:lnTo>
                  <a:pt x="1" y="195"/>
                </a:lnTo>
                <a:lnTo>
                  <a:pt x="1" y="194"/>
                </a:lnTo>
                <a:lnTo>
                  <a:pt x="2" y="194"/>
                </a:lnTo>
                <a:lnTo>
                  <a:pt x="2" y="193"/>
                </a:lnTo>
                <a:lnTo>
                  <a:pt x="2" y="192"/>
                </a:lnTo>
                <a:lnTo>
                  <a:pt x="3" y="192"/>
                </a:lnTo>
                <a:lnTo>
                  <a:pt x="3" y="191"/>
                </a:lnTo>
                <a:lnTo>
                  <a:pt x="3" y="190"/>
                </a:lnTo>
                <a:lnTo>
                  <a:pt x="3" y="189"/>
                </a:lnTo>
                <a:lnTo>
                  <a:pt x="2" y="189"/>
                </a:lnTo>
                <a:lnTo>
                  <a:pt x="3" y="189"/>
                </a:lnTo>
                <a:lnTo>
                  <a:pt x="3" y="188"/>
                </a:lnTo>
                <a:lnTo>
                  <a:pt x="4" y="187"/>
                </a:lnTo>
                <a:lnTo>
                  <a:pt x="5" y="187"/>
                </a:lnTo>
                <a:lnTo>
                  <a:pt x="6" y="187"/>
                </a:lnTo>
                <a:lnTo>
                  <a:pt x="7" y="187"/>
                </a:lnTo>
                <a:lnTo>
                  <a:pt x="8" y="187"/>
                </a:lnTo>
                <a:lnTo>
                  <a:pt x="9" y="187"/>
                </a:lnTo>
                <a:lnTo>
                  <a:pt x="9" y="186"/>
                </a:lnTo>
                <a:lnTo>
                  <a:pt x="9" y="185"/>
                </a:lnTo>
                <a:lnTo>
                  <a:pt x="10" y="185"/>
                </a:lnTo>
                <a:lnTo>
                  <a:pt x="12" y="185"/>
                </a:lnTo>
                <a:lnTo>
                  <a:pt x="13" y="184"/>
                </a:lnTo>
                <a:lnTo>
                  <a:pt x="14" y="185"/>
                </a:lnTo>
                <a:lnTo>
                  <a:pt x="15" y="185"/>
                </a:lnTo>
                <a:lnTo>
                  <a:pt x="16" y="185"/>
                </a:lnTo>
                <a:lnTo>
                  <a:pt x="17" y="184"/>
                </a:lnTo>
                <a:lnTo>
                  <a:pt x="18" y="184"/>
                </a:lnTo>
                <a:lnTo>
                  <a:pt x="19" y="185"/>
                </a:lnTo>
                <a:lnTo>
                  <a:pt x="21" y="185"/>
                </a:lnTo>
                <a:lnTo>
                  <a:pt x="21" y="184"/>
                </a:lnTo>
                <a:lnTo>
                  <a:pt x="22" y="184"/>
                </a:lnTo>
                <a:lnTo>
                  <a:pt x="23" y="184"/>
                </a:lnTo>
                <a:lnTo>
                  <a:pt x="23" y="183"/>
                </a:lnTo>
                <a:lnTo>
                  <a:pt x="22" y="182"/>
                </a:lnTo>
                <a:lnTo>
                  <a:pt x="21" y="181"/>
                </a:lnTo>
                <a:lnTo>
                  <a:pt x="21" y="180"/>
                </a:lnTo>
                <a:lnTo>
                  <a:pt x="21" y="179"/>
                </a:lnTo>
                <a:lnTo>
                  <a:pt x="20" y="178"/>
                </a:lnTo>
                <a:lnTo>
                  <a:pt x="21" y="178"/>
                </a:lnTo>
                <a:lnTo>
                  <a:pt x="23" y="178"/>
                </a:lnTo>
                <a:lnTo>
                  <a:pt x="24" y="177"/>
                </a:lnTo>
                <a:lnTo>
                  <a:pt x="25" y="177"/>
                </a:lnTo>
                <a:lnTo>
                  <a:pt x="26" y="177"/>
                </a:lnTo>
                <a:lnTo>
                  <a:pt x="26" y="176"/>
                </a:lnTo>
                <a:lnTo>
                  <a:pt x="26" y="175"/>
                </a:lnTo>
                <a:lnTo>
                  <a:pt x="26" y="174"/>
                </a:lnTo>
                <a:lnTo>
                  <a:pt x="26" y="173"/>
                </a:lnTo>
                <a:lnTo>
                  <a:pt x="25" y="172"/>
                </a:lnTo>
                <a:lnTo>
                  <a:pt x="25" y="171"/>
                </a:lnTo>
                <a:lnTo>
                  <a:pt x="25" y="170"/>
                </a:lnTo>
                <a:lnTo>
                  <a:pt x="24" y="167"/>
                </a:lnTo>
                <a:lnTo>
                  <a:pt x="23" y="167"/>
                </a:lnTo>
                <a:lnTo>
                  <a:pt x="22" y="167"/>
                </a:lnTo>
                <a:lnTo>
                  <a:pt x="21" y="166"/>
                </a:lnTo>
                <a:lnTo>
                  <a:pt x="20" y="166"/>
                </a:lnTo>
                <a:lnTo>
                  <a:pt x="20" y="165"/>
                </a:lnTo>
                <a:lnTo>
                  <a:pt x="20" y="164"/>
                </a:lnTo>
                <a:lnTo>
                  <a:pt x="21" y="163"/>
                </a:lnTo>
                <a:lnTo>
                  <a:pt x="21" y="162"/>
                </a:lnTo>
                <a:lnTo>
                  <a:pt x="22" y="161"/>
                </a:lnTo>
                <a:lnTo>
                  <a:pt x="22" y="160"/>
                </a:lnTo>
                <a:lnTo>
                  <a:pt x="21" y="160"/>
                </a:lnTo>
                <a:lnTo>
                  <a:pt x="20" y="159"/>
                </a:lnTo>
                <a:lnTo>
                  <a:pt x="21" y="158"/>
                </a:lnTo>
                <a:lnTo>
                  <a:pt x="21" y="157"/>
                </a:lnTo>
                <a:lnTo>
                  <a:pt x="21" y="156"/>
                </a:lnTo>
                <a:lnTo>
                  <a:pt x="22" y="155"/>
                </a:lnTo>
                <a:lnTo>
                  <a:pt x="23" y="155"/>
                </a:lnTo>
                <a:lnTo>
                  <a:pt x="24" y="155"/>
                </a:lnTo>
                <a:lnTo>
                  <a:pt x="25" y="154"/>
                </a:lnTo>
                <a:lnTo>
                  <a:pt x="25" y="153"/>
                </a:lnTo>
                <a:lnTo>
                  <a:pt x="26" y="152"/>
                </a:lnTo>
                <a:lnTo>
                  <a:pt x="26" y="151"/>
                </a:lnTo>
                <a:lnTo>
                  <a:pt x="27" y="150"/>
                </a:lnTo>
                <a:lnTo>
                  <a:pt x="28" y="150"/>
                </a:lnTo>
                <a:lnTo>
                  <a:pt x="28" y="151"/>
                </a:lnTo>
                <a:lnTo>
                  <a:pt x="29" y="151"/>
                </a:lnTo>
                <a:lnTo>
                  <a:pt x="29" y="150"/>
                </a:lnTo>
                <a:lnTo>
                  <a:pt x="30" y="150"/>
                </a:lnTo>
                <a:lnTo>
                  <a:pt x="30" y="149"/>
                </a:lnTo>
                <a:lnTo>
                  <a:pt x="31" y="149"/>
                </a:lnTo>
                <a:lnTo>
                  <a:pt x="32" y="149"/>
                </a:lnTo>
                <a:lnTo>
                  <a:pt x="32" y="148"/>
                </a:lnTo>
                <a:lnTo>
                  <a:pt x="32" y="147"/>
                </a:lnTo>
                <a:lnTo>
                  <a:pt x="34" y="146"/>
                </a:lnTo>
                <a:lnTo>
                  <a:pt x="35" y="144"/>
                </a:lnTo>
                <a:lnTo>
                  <a:pt x="36" y="143"/>
                </a:lnTo>
                <a:lnTo>
                  <a:pt x="37" y="143"/>
                </a:lnTo>
                <a:lnTo>
                  <a:pt x="37" y="142"/>
                </a:lnTo>
                <a:lnTo>
                  <a:pt x="37" y="141"/>
                </a:lnTo>
                <a:lnTo>
                  <a:pt x="37" y="140"/>
                </a:lnTo>
                <a:lnTo>
                  <a:pt x="37" y="139"/>
                </a:lnTo>
                <a:lnTo>
                  <a:pt x="37" y="138"/>
                </a:lnTo>
                <a:lnTo>
                  <a:pt x="38" y="137"/>
                </a:lnTo>
                <a:lnTo>
                  <a:pt x="38" y="136"/>
                </a:lnTo>
                <a:lnTo>
                  <a:pt x="39" y="134"/>
                </a:lnTo>
                <a:lnTo>
                  <a:pt x="39" y="133"/>
                </a:lnTo>
                <a:lnTo>
                  <a:pt x="39" y="132"/>
                </a:lnTo>
                <a:lnTo>
                  <a:pt x="39" y="131"/>
                </a:lnTo>
                <a:lnTo>
                  <a:pt x="40" y="131"/>
                </a:lnTo>
                <a:lnTo>
                  <a:pt x="41" y="130"/>
                </a:lnTo>
                <a:lnTo>
                  <a:pt x="42" y="130"/>
                </a:lnTo>
                <a:lnTo>
                  <a:pt x="42" y="131"/>
                </a:lnTo>
                <a:lnTo>
                  <a:pt x="43" y="131"/>
                </a:lnTo>
                <a:lnTo>
                  <a:pt x="45" y="131"/>
                </a:lnTo>
                <a:lnTo>
                  <a:pt x="46" y="131"/>
                </a:lnTo>
                <a:lnTo>
                  <a:pt x="47" y="131"/>
                </a:lnTo>
                <a:lnTo>
                  <a:pt x="47" y="130"/>
                </a:lnTo>
                <a:lnTo>
                  <a:pt x="46" y="130"/>
                </a:lnTo>
                <a:lnTo>
                  <a:pt x="46" y="129"/>
                </a:lnTo>
                <a:lnTo>
                  <a:pt x="47" y="129"/>
                </a:lnTo>
                <a:lnTo>
                  <a:pt x="47" y="128"/>
                </a:lnTo>
                <a:lnTo>
                  <a:pt x="48" y="128"/>
                </a:lnTo>
                <a:lnTo>
                  <a:pt x="50" y="128"/>
                </a:lnTo>
                <a:lnTo>
                  <a:pt x="51" y="127"/>
                </a:lnTo>
                <a:lnTo>
                  <a:pt x="52" y="124"/>
                </a:lnTo>
                <a:lnTo>
                  <a:pt x="53" y="124"/>
                </a:lnTo>
                <a:lnTo>
                  <a:pt x="53" y="125"/>
                </a:lnTo>
                <a:lnTo>
                  <a:pt x="54" y="125"/>
                </a:lnTo>
                <a:lnTo>
                  <a:pt x="54" y="124"/>
                </a:lnTo>
                <a:lnTo>
                  <a:pt x="55" y="124"/>
                </a:lnTo>
                <a:lnTo>
                  <a:pt x="55" y="123"/>
                </a:lnTo>
                <a:lnTo>
                  <a:pt x="56" y="123"/>
                </a:lnTo>
                <a:lnTo>
                  <a:pt x="56" y="122"/>
                </a:lnTo>
                <a:lnTo>
                  <a:pt x="57" y="122"/>
                </a:lnTo>
                <a:lnTo>
                  <a:pt x="56" y="121"/>
                </a:lnTo>
                <a:lnTo>
                  <a:pt x="55" y="121"/>
                </a:lnTo>
                <a:lnTo>
                  <a:pt x="54" y="120"/>
                </a:lnTo>
                <a:lnTo>
                  <a:pt x="53" y="119"/>
                </a:lnTo>
                <a:lnTo>
                  <a:pt x="52" y="119"/>
                </a:lnTo>
                <a:lnTo>
                  <a:pt x="51" y="118"/>
                </a:lnTo>
                <a:lnTo>
                  <a:pt x="49" y="118"/>
                </a:lnTo>
                <a:lnTo>
                  <a:pt x="48" y="117"/>
                </a:lnTo>
                <a:lnTo>
                  <a:pt x="47" y="117"/>
                </a:lnTo>
                <a:lnTo>
                  <a:pt x="47" y="116"/>
                </a:lnTo>
                <a:lnTo>
                  <a:pt x="47" y="115"/>
                </a:lnTo>
                <a:lnTo>
                  <a:pt x="46" y="115"/>
                </a:lnTo>
                <a:lnTo>
                  <a:pt x="45" y="115"/>
                </a:lnTo>
                <a:lnTo>
                  <a:pt x="44" y="115"/>
                </a:lnTo>
                <a:lnTo>
                  <a:pt x="44" y="114"/>
                </a:lnTo>
                <a:lnTo>
                  <a:pt x="42" y="113"/>
                </a:lnTo>
                <a:lnTo>
                  <a:pt x="42" y="112"/>
                </a:lnTo>
                <a:lnTo>
                  <a:pt x="41" y="112"/>
                </a:lnTo>
                <a:lnTo>
                  <a:pt x="40" y="112"/>
                </a:lnTo>
                <a:lnTo>
                  <a:pt x="39" y="113"/>
                </a:lnTo>
                <a:lnTo>
                  <a:pt x="39" y="114"/>
                </a:lnTo>
                <a:lnTo>
                  <a:pt x="38" y="114"/>
                </a:lnTo>
                <a:lnTo>
                  <a:pt x="38" y="113"/>
                </a:lnTo>
                <a:lnTo>
                  <a:pt x="38" y="112"/>
                </a:lnTo>
                <a:lnTo>
                  <a:pt x="37" y="112"/>
                </a:lnTo>
                <a:lnTo>
                  <a:pt x="36" y="112"/>
                </a:lnTo>
                <a:lnTo>
                  <a:pt x="36" y="111"/>
                </a:lnTo>
                <a:lnTo>
                  <a:pt x="36" y="110"/>
                </a:lnTo>
                <a:lnTo>
                  <a:pt x="35" y="111"/>
                </a:lnTo>
                <a:lnTo>
                  <a:pt x="34" y="111"/>
                </a:lnTo>
                <a:lnTo>
                  <a:pt x="33" y="111"/>
                </a:lnTo>
                <a:lnTo>
                  <a:pt x="32" y="111"/>
                </a:lnTo>
                <a:lnTo>
                  <a:pt x="32" y="110"/>
                </a:lnTo>
                <a:lnTo>
                  <a:pt x="32" y="109"/>
                </a:lnTo>
                <a:lnTo>
                  <a:pt x="32" y="108"/>
                </a:lnTo>
                <a:lnTo>
                  <a:pt x="32" y="107"/>
                </a:lnTo>
                <a:lnTo>
                  <a:pt x="32" y="106"/>
                </a:lnTo>
                <a:lnTo>
                  <a:pt x="31" y="106"/>
                </a:lnTo>
                <a:lnTo>
                  <a:pt x="30" y="106"/>
                </a:lnTo>
                <a:lnTo>
                  <a:pt x="30" y="105"/>
                </a:lnTo>
                <a:lnTo>
                  <a:pt x="29" y="105"/>
                </a:lnTo>
                <a:lnTo>
                  <a:pt x="29" y="104"/>
                </a:lnTo>
                <a:lnTo>
                  <a:pt x="29" y="103"/>
                </a:lnTo>
                <a:lnTo>
                  <a:pt x="28" y="102"/>
                </a:lnTo>
                <a:lnTo>
                  <a:pt x="28" y="101"/>
                </a:lnTo>
                <a:lnTo>
                  <a:pt x="29" y="101"/>
                </a:lnTo>
                <a:lnTo>
                  <a:pt x="29" y="100"/>
                </a:lnTo>
                <a:lnTo>
                  <a:pt x="29" y="99"/>
                </a:lnTo>
                <a:lnTo>
                  <a:pt x="29" y="98"/>
                </a:lnTo>
                <a:lnTo>
                  <a:pt x="29" y="97"/>
                </a:lnTo>
                <a:lnTo>
                  <a:pt x="30" y="96"/>
                </a:lnTo>
                <a:lnTo>
                  <a:pt x="30" y="95"/>
                </a:lnTo>
                <a:lnTo>
                  <a:pt x="30" y="94"/>
                </a:lnTo>
                <a:lnTo>
                  <a:pt x="30" y="93"/>
                </a:lnTo>
                <a:lnTo>
                  <a:pt x="29" y="93"/>
                </a:lnTo>
                <a:lnTo>
                  <a:pt x="28" y="93"/>
                </a:lnTo>
                <a:lnTo>
                  <a:pt x="28" y="92"/>
                </a:lnTo>
                <a:lnTo>
                  <a:pt x="27" y="92"/>
                </a:lnTo>
                <a:lnTo>
                  <a:pt x="26" y="92"/>
                </a:lnTo>
                <a:lnTo>
                  <a:pt x="25" y="92"/>
                </a:lnTo>
                <a:lnTo>
                  <a:pt x="24" y="92"/>
                </a:lnTo>
                <a:lnTo>
                  <a:pt x="23" y="92"/>
                </a:lnTo>
                <a:lnTo>
                  <a:pt x="22" y="92"/>
                </a:lnTo>
                <a:lnTo>
                  <a:pt x="21" y="93"/>
                </a:lnTo>
                <a:lnTo>
                  <a:pt x="21" y="92"/>
                </a:lnTo>
                <a:lnTo>
                  <a:pt x="21" y="91"/>
                </a:lnTo>
                <a:lnTo>
                  <a:pt x="20" y="91"/>
                </a:lnTo>
                <a:lnTo>
                  <a:pt x="20" y="90"/>
                </a:lnTo>
                <a:lnTo>
                  <a:pt x="19" y="89"/>
                </a:lnTo>
                <a:lnTo>
                  <a:pt x="18" y="89"/>
                </a:lnTo>
                <a:lnTo>
                  <a:pt x="17" y="88"/>
                </a:lnTo>
                <a:lnTo>
                  <a:pt x="16" y="87"/>
                </a:lnTo>
                <a:lnTo>
                  <a:pt x="16" y="85"/>
                </a:lnTo>
                <a:lnTo>
                  <a:pt x="16" y="84"/>
                </a:lnTo>
                <a:lnTo>
                  <a:pt x="17" y="84"/>
                </a:lnTo>
                <a:lnTo>
                  <a:pt x="18" y="82"/>
                </a:lnTo>
                <a:lnTo>
                  <a:pt x="19" y="80"/>
                </a:lnTo>
                <a:lnTo>
                  <a:pt x="20" y="79"/>
                </a:lnTo>
                <a:lnTo>
                  <a:pt x="19" y="78"/>
                </a:lnTo>
                <a:lnTo>
                  <a:pt x="20" y="77"/>
                </a:lnTo>
                <a:lnTo>
                  <a:pt x="20" y="75"/>
                </a:lnTo>
                <a:lnTo>
                  <a:pt x="19" y="74"/>
                </a:lnTo>
                <a:lnTo>
                  <a:pt x="19" y="73"/>
                </a:lnTo>
                <a:lnTo>
                  <a:pt x="19" y="72"/>
                </a:lnTo>
                <a:lnTo>
                  <a:pt x="20" y="72"/>
                </a:lnTo>
                <a:lnTo>
                  <a:pt x="20" y="71"/>
                </a:lnTo>
                <a:lnTo>
                  <a:pt x="20" y="70"/>
                </a:lnTo>
                <a:lnTo>
                  <a:pt x="19" y="70"/>
                </a:lnTo>
                <a:lnTo>
                  <a:pt x="19" y="69"/>
                </a:lnTo>
                <a:lnTo>
                  <a:pt x="19" y="68"/>
                </a:lnTo>
                <a:lnTo>
                  <a:pt x="19" y="67"/>
                </a:lnTo>
                <a:lnTo>
                  <a:pt x="19" y="66"/>
                </a:lnTo>
                <a:lnTo>
                  <a:pt x="20" y="65"/>
                </a:lnTo>
                <a:lnTo>
                  <a:pt x="19" y="64"/>
                </a:lnTo>
                <a:lnTo>
                  <a:pt x="18" y="64"/>
                </a:lnTo>
                <a:lnTo>
                  <a:pt x="18" y="63"/>
                </a:lnTo>
                <a:lnTo>
                  <a:pt x="19" y="63"/>
                </a:lnTo>
                <a:lnTo>
                  <a:pt x="19" y="62"/>
                </a:lnTo>
                <a:lnTo>
                  <a:pt x="18" y="62"/>
                </a:lnTo>
                <a:lnTo>
                  <a:pt x="18" y="61"/>
                </a:lnTo>
                <a:lnTo>
                  <a:pt x="18" y="59"/>
                </a:lnTo>
                <a:lnTo>
                  <a:pt x="17" y="57"/>
                </a:lnTo>
                <a:lnTo>
                  <a:pt x="16" y="57"/>
                </a:lnTo>
                <a:lnTo>
                  <a:pt x="15" y="56"/>
                </a:lnTo>
                <a:lnTo>
                  <a:pt x="14" y="56"/>
                </a:lnTo>
                <a:lnTo>
                  <a:pt x="14" y="55"/>
                </a:lnTo>
                <a:lnTo>
                  <a:pt x="14" y="54"/>
                </a:lnTo>
                <a:lnTo>
                  <a:pt x="15" y="53"/>
                </a:lnTo>
                <a:lnTo>
                  <a:pt x="14" y="53"/>
                </a:lnTo>
                <a:lnTo>
                  <a:pt x="14" y="52"/>
                </a:lnTo>
                <a:lnTo>
                  <a:pt x="16" y="51"/>
                </a:lnTo>
                <a:lnTo>
                  <a:pt x="17" y="51"/>
                </a:lnTo>
                <a:lnTo>
                  <a:pt x="18" y="51"/>
                </a:lnTo>
                <a:lnTo>
                  <a:pt x="18" y="50"/>
                </a:lnTo>
                <a:lnTo>
                  <a:pt x="17" y="49"/>
                </a:lnTo>
                <a:lnTo>
                  <a:pt x="18" y="48"/>
                </a:lnTo>
                <a:lnTo>
                  <a:pt x="18" y="47"/>
                </a:lnTo>
                <a:lnTo>
                  <a:pt x="17" y="47"/>
                </a:lnTo>
                <a:lnTo>
                  <a:pt x="17" y="46"/>
                </a:lnTo>
                <a:lnTo>
                  <a:pt x="17" y="45"/>
                </a:lnTo>
                <a:lnTo>
                  <a:pt x="18" y="45"/>
                </a:lnTo>
                <a:lnTo>
                  <a:pt x="19" y="45"/>
                </a:lnTo>
                <a:lnTo>
                  <a:pt x="20" y="46"/>
                </a:lnTo>
                <a:lnTo>
                  <a:pt x="21" y="45"/>
                </a:lnTo>
                <a:lnTo>
                  <a:pt x="22" y="45"/>
                </a:lnTo>
                <a:lnTo>
                  <a:pt x="22" y="46"/>
                </a:lnTo>
                <a:lnTo>
                  <a:pt x="23" y="45"/>
                </a:lnTo>
                <a:lnTo>
                  <a:pt x="24" y="45"/>
                </a:lnTo>
                <a:lnTo>
                  <a:pt x="25" y="45"/>
                </a:lnTo>
                <a:lnTo>
                  <a:pt x="25" y="46"/>
                </a:lnTo>
                <a:lnTo>
                  <a:pt x="26" y="46"/>
                </a:lnTo>
                <a:lnTo>
                  <a:pt x="26" y="45"/>
                </a:lnTo>
                <a:lnTo>
                  <a:pt x="26" y="44"/>
                </a:lnTo>
                <a:lnTo>
                  <a:pt x="27" y="43"/>
                </a:lnTo>
                <a:lnTo>
                  <a:pt x="28" y="44"/>
                </a:lnTo>
                <a:lnTo>
                  <a:pt x="29" y="44"/>
                </a:lnTo>
                <a:lnTo>
                  <a:pt x="30" y="44"/>
                </a:lnTo>
                <a:lnTo>
                  <a:pt x="31" y="44"/>
                </a:lnTo>
                <a:lnTo>
                  <a:pt x="31" y="43"/>
                </a:lnTo>
                <a:lnTo>
                  <a:pt x="31" y="42"/>
                </a:lnTo>
                <a:lnTo>
                  <a:pt x="32" y="42"/>
                </a:lnTo>
                <a:lnTo>
                  <a:pt x="32" y="43"/>
                </a:lnTo>
                <a:lnTo>
                  <a:pt x="33" y="43"/>
                </a:lnTo>
                <a:lnTo>
                  <a:pt x="33" y="44"/>
                </a:lnTo>
                <a:lnTo>
                  <a:pt x="34" y="44"/>
                </a:lnTo>
                <a:lnTo>
                  <a:pt x="35" y="44"/>
                </a:lnTo>
                <a:lnTo>
                  <a:pt x="36" y="43"/>
                </a:lnTo>
                <a:lnTo>
                  <a:pt x="37" y="42"/>
                </a:lnTo>
                <a:lnTo>
                  <a:pt x="38" y="42"/>
                </a:lnTo>
                <a:lnTo>
                  <a:pt x="40" y="42"/>
                </a:lnTo>
                <a:lnTo>
                  <a:pt x="41" y="42"/>
                </a:lnTo>
                <a:lnTo>
                  <a:pt x="42" y="42"/>
                </a:lnTo>
                <a:lnTo>
                  <a:pt x="42" y="41"/>
                </a:lnTo>
                <a:lnTo>
                  <a:pt x="43" y="41"/>
                </a:lnTo>
                <a:lnTo>
                  <a:pt x="43" y="40"/>
                </a:lnTo>
                <a:lnTo>
                  <a:pt x="44" y="40"/>
                </a:lnTo>
                <a:lnTo>
                  <a:pt x="45" y="41"/>
                </a:lnTo>
                <a:lnTo>
                  <a:pt x="46" y="42"/>
                </a:lnTo>
                <a:lnTo>
                  <a:pt x="47" y="42"/>
                </a:lnTo>
                <a:lnTo>
                  <a:pt x="48" y="42"/>
                </a:lnTo>
                <a:lnTo>
                  <a:pt x="48" y="43"/>
                </a:lnTo>
                <a:lnTo>
                  <a:pt x="48" y="42"/>
                </a:lnTo>
                <a:lnTo>
                  <a:pt x="49" y="42"/>
                </a:lnTo>
                <a:lnTo>
                  <a:pt x="49" y="40"/>
                </a:lnTo>
                <a:lnTo>
                  <a:pt x="49" y="39"/>
                </a:lnTo>
                <a:lnTo>
                  <a:pt x="49" y="38"/>
                </a:lnTo>
                <a:lnTo>
                  <a:pt x="50" y="38"/>
                </a:lnTo>
                <a:lnTo>
                  <a:pt x="51" y="38"/>
                </a:lnTo>
                <a:lnTo>
                  <a:pt x="51" y="37"/>
                </a:lnTo>
                <a:lnTo>
                  <a:pt x="51" y="36"/>
                </a:lnTo>
                <a:lnTo>
                  <a:pt x="51" y="35"/>
                </a:lnTo>
                <a:lnTo>
                  <a:pt x="51" y="34"/>
                </a:lnTo>
                <a:lnTo>
                  <a:pt x="51" y="33"/>
                </a:lnTo>
                <a:lnTo>
                  <a:pt x="51" y="32"/>
                </a:lnTo>
                <a:lnTo>
                  <a:pt x="51" y="31"/>
                </a:lnTo>
                <a:lnTo>
                  <a:pt x="51" y="29"/>
                </a:lnTo>
                <a:lnTo>
                  <a:pt x="52" y="28"/>
                </a:lnTo>
                <a:lnTo>
                  <a:pt x="53" y="28"/>
                </a:lnTo>
                <a:lnTo>
                  <a:pt x="53" y="29"/>
                </a:lnTo>
                <a:lnTo>
                  <a:pt x="55" y="28"/>
                </a:lnTo>
                <a:lnTo>
                  <a:pt x="56" y="27"/>
                </a:lnTo>
                <a:lnTo>
                  <a:pt x="56" y="26"/>
                </a:lnTo>
                <a:lnTo>
                  <a:pt x="57" y="26"/>
                </a:lnTo>
                <a:lnTo>
                  <a:pt x="57" y="24"/>
                </a:lnTo>
                <a:lnTo>
                  <a:pt x="58" y="23"/>
                </a:lnTo>
                <a:lnTo>
                  <a:pt x="58" y="21"/>
                </a:lnTo>
                <a:lnTo>
                  <a:pt x="57" y="21"/>
                </a:lnTo>
                <a:lnTo>
                  <a:pt x="57" y="20"/>
                </a:lnTo>
                <a:lnTo>
                  <a:pt x="57" y="19"/>
                </a:lnTo>
                <a:lnTo>
                  <a:pt x="56" y="19"/>
                </a:lnTo>
                <a:lnTo>
                  <a:pt x="56" y="18"/>
                </a:lnTo>
                <a:lnTo>
                  <a:pt x="55" y="18"/>
                </a:lnTo>
                <a:lnTo>
                  <a:pt x="55" y="17"/>
                </a:lnTo>
                <a:lnTo>
                  <a:pt x="55" y="16"/>
                </a:lnTo>
                <a:lnTo>
                  <a:pt x="54" y="14"/>
                </a:lnTo>
                <a:lnTo>
                  <a:pt x="53" y="13"/>
                </a:lnTo>
                <a:lnTo>
                  <a:pt x="54" y="11"/>
                </a:lnTo>
                <a:lnTo>
                  <a:pt x="55" y="10"/>
                </a:lnTo>
                <a:lnTo>
                  <a:pt x="56" y="10"/>
                </a:lnTo>
                <a:lnTo>
                  <a:pt x="57" y="10"/>
                </a:lnTo>
                <a:lnTo>
                  <a:pt x="58" y="10"/>
                </a:lnTo>
                <a:lnTo>
                  <a:pt x="59" y="10"/>
                </a:lnTo>
                <a:lnTo>
                  <a:pt x="59" y="9"/>
                </a:lnTo>
                <a:lnTo>
                  <a:pt x="63" y="8"/>
                </a:lnTo>
                <a:lnTo>
                  <a:pt x="63" y="7"/>
                </a:lnTo>
                <a:lnTo>
                  <a:pt x="64" y="7"/>
                </a:lnTo>
                <a:lnTo>
                  <a:pt x="66" y="7"/>
                </a:lnTo>
                <a:lnTo>
                  <a:pt x="68" y="6"/>
                </a:lnTo>
                <a:lnTo>
                  <a:pt x="69" y="6"/>
                </a:lnTo>
                <a:lnTo>
                  <a:pt x="69" y="5"/>
                </a:lnTo>
                <a:lnTo>
                  <a:pt x="71" y="2"/>
                </a:lnTo>
                <a:lnTo>
                  <a:pt x="71" y="1"/>
                </a:lnTo>
                <a:lnTo>
                  <a:pt x="72" y="0"/>
                </a:lnTo>
                <a:lnTo>
                  <a:pt x="73" y="0"/>
                </a:lnTo>
                <a:lnTo>
                  <a:pt x="74" y="0"/>
                </a:lnTo>
                <a:lnTo>
                  <a:pt x="75" y="0"/>
                </a:lnTo>
                <a:lnTo>
                  <a:pt x="77" y="0"/>
                </a:lnTo>
                <a:lnTo>
                  <a:pt x="79" y="1"/>
                </a:lnTo>
                <a:lnTo>
                  <a:pt x="80" y="1"/>
                </a:lnTo>
                <a:lnTo>
                  <a:pt x="81" y="1"/>
                </a:lnTo>
                <a:lnTo>
                  <a:pt x="82" y="1"/>
                </a:lnTo>
                <a:lnTo>
                  <a:pt x="83" y="1"/>
                </a:lnTo>
                <a:lnTo>
                  <a:pt x="83" y="0"/>
                </a:lnTo>
                <a:lnTo>
                  <a:pt x="84" y="1"/>
                </a:lnTo>
                <a:lnTo>
                  <a:pt x="86" y="2"/>
                </a:lnTo>
                <a:lnTo>
                  <a:pt x="87" y="3"/>
                </a:lnTo>
                <a:lnTo>
                  <a:pt x="88" y="3"/>
                </a:lnTo>
                <a:lnTo>
                  <a:pt x="89" y="3"/>
                </a:lnTo>
                <a:lnTo>
                  <a:pt x="90" y="4"/>
                </a:lnTo>
                <a:lnTo>
                  <a:pt x="91" y="5"/>
                </a:lnTo>
                <a:lnTo>
                  <a:pt x="92" y="7"/>
                </a:lnTo>
                <a:lnTo>
                  <a:pt x="93" y="7"/>
                </a:lnTo>
                <a:lnTo>
                  <a:pt x="93" y="8"/>
                </a:lnTo>
                <a:lnTo>
                  <a:pt x="94" y="9"/>
                </a:lnTo>
                <a:lnTo>
                  <a:pt x="94" y="10"/>
                </a:lnTo>
                <a:lnTo>
                  <a:pt x="95" y="10"/>
                </a:lnTo>
                <a:lnTo>
                  <a:pt x="96" y="10"/>
                </a:lnTo>
                <a:lnTo>
                  <a:pt x="97" y="11"/>
                </a:lnTo>
                <a:lnTo>
                  <a:pt x="98" y="14"/>
                </a:lnTo>
                <a:lnTo>
                  <a:pt x="98" y="15"/>
                </a:lnTo>
                <a:lnTo>
                  <a:pt x="99" y="16"/>
                </a:lnTo>
                <a:lnTo>
                  <a:pt x="100" y="16"/>
                </a:lnTo>
                <a:lnTo>
                  <a:pt x="101" y="16"/>
                </a:lnTo>
                <a:lnTo>
                  <a:pt x="102" y="15"/>
                </a:lnTo>
                <a:lnTo>
                  <a:pt x="103" y="16"/>
                </a:lnTo>
                <a:lnTo>
                  <a:pt x="104" y="16"/>
                </a:lnTo>
                <a:lnTo>
                  <a:pt x="105" y="16"/>
                </a:lnTo>
                <a:lnTo>
                  <a:pt x="105" y="15"/>
                </a:lnTo>
                <a:lnTo>
                  <a:pt x="107" y="15"/>
                </a:lnTo>
                <a:lnTo>
                  <a:pt x="109" y="17"/>
                </a:lnTo>
                <a:lnTo>
                  <a:pt x="110" y="17"/>
                </a:lnTo>
                <a:lnTo>
                  <a:pt x="110" y="18"/>
                </a:lnTo>
                <a:lnTo>
                  <a:pt x="111" y="18"/>
                </a:lnTo>
                <a:lnTo>
                  <a:pt x="112" y="19"/>
                </a:lnTo>
                <a:lnTo>
                  <a:pt x="113" y="18"/>
                </a:lnTo>
                <a:lnTo>
                  <a:pt x="114" y="18"/>
                </a:lnTo>
                <a:lnTo>
                  <a:pt x="115" y="19"/>
                </a:lnTo>
                <a:lnTo>
                  <a:pt x="116" y="20"/>
                </a:lnTo>
                <a:lnTo>
                  <a:pt x="117" y="21"/>
                </a:lnTo>
                <a:lnTo>
                  <a:pt x="118" y="21"/>
                </a:lnTo>
                <a:lnTo>
                  <a:pt x="119" y="21"/>
                </a:lnTo>
                <a:lnTo>
                  <a:pt x="120" y="22"/>
                </a:lnTo>
                <a:lnTo>
                  <a:pt x="120" y="23"/>
                </a:lnTo>
                <a:lnTo>
                  <a:pt x="121" y="23"/>
                </a:lnTo>
                <a:lnTo>
                  <a:pt x="122" y="22"/>
                </a:lnTo>
                <a:lnTo>
                  <a:pt x="123" y="22"/>
                </a:lnTo>
                <a:lnTo>
                  <a:pt x="123" y="23"/>
                </a:lnTo>
                <a:lnTo>
                  <a:pt x="124" y="23"/>
                </a:lnTo>
                <a:lnTo>
                  <a:pt x="126" y="23"/>
                </a:lnTo>
                <a:lnTo>
                  <a:pt x="127" y="22"/>
                </a:lnTo>
                <a:lnTo>
                  <a:pt x="128" y="22"/>
                </a:lnTo>
                <a:lnTo>
                  <a:pt x="129" y="23"/>
                </a:lnTo>
                <a:lnTo>
                  <a:pt x="132" y="23"/>
                </a:lnTo>
                <a:lnTo>
                  <a:pt x="133" y="23"/>
                </a:lnTo>
                <a:lnTo>
                  <a:pt x="133" y="22"/>
                </a:lnTo>
                <a:lnTo>
                  <a:pt x="134" y="22"/>
                </a:lnTo>
                <a:lnTo>
                  <a:pt x="135" y="21"/>
                </a:lnTo>
                <a:lnTo>
                  <a:pt x="137" y="22"/>
                </a:lnTo>
                <a:lnTo>
                  <a:pt x="138" y="22"/>
                </a:lnTo>
                <a:lnTo>
                  <a:pt x="140" y="23"/>
                </a:lnTo>
                <a:lnTo>
                  <a:pt x="144" y="24"/>
                </a:lnTo>
                <a:lnTo>
                  <a:pt x="143" y="24"/>
                </a:lnTo>
                <a:lnTo>
                  <a:pt x="143" y="26"/>
                </a:lnTo>
                <a:lnTo>
                  <a:pt x="142" y="28"/>
                </a:lnTo>
                <a:lnTo>
                  <a:pt x="143" y="29"/>
                </a:lnTo>
                <a:lnTo>
                  <a:pt x="144" y="29"/>
                </a:lnTo>
                <a:lnTo>
                  <a:pt x="144" y="30"/>
                </a:lnTo>
                <a:lnTo>
                  <a:pt x="145" y="31"/>
                </a:lnTo>
                <a:lnTo>
                  <a:pt x="146" y="31"/>
                </a:lnTo>
                <a:lnTo>
                  <a:pt x="146" y="32"/>
                </a:lnTo>
                <a:lnTo>
                  <a:pt x="146" y="33"/>
                </a:lnTo>
                <a:lnTo>
                  <a:pt x="147" y="34"/>
                </a:lnTo>
                <a:lnTo>
                  <a:pt x="147" y="35"/>
                </a:lnTo>
                <a:lnTo>
                  <a:pt x="148" y="35"/>
                </a:lnTo>
                <a:lnTo>
                  <a:pt x="148" y="36"/>
                </a:lnTo>
                <a:lnTo>
                  <a:pt x="147" y="36"/>
                </a:lnTo>
                <a:lnTo>
                  <a:pt x="147" y="37"/>
                </a:lnTo>
                <a:lnTo>
                  <a:pt x="147" y="38"/>
                </a:lnTo>
                <a:lnTo>
                  <a:pt x="147" y="39"/>
                </a:lnTo>
                <a:lnTo>
                  <a:pt x="147" y="41"/>
                </a:lnTo>
                <a:lnTo>
                  <a:pt x="146" y="41"/>
                </a:lnTo>
                <a:lnTo>
                  <a:pt x="146" y="43"/>
                </a:lnTo>
                <a:lnTo>
                  <a:pt x="145" y="43"/>
                </a:lnTo>
                <a:lnTo>
                  <a:pt x="144" y="44"/>
                </a:lnTo>
                <a:lnTo>
                  <a:pt x="143" y="44"/>
                </a:lnTo>
                <a:lnTo>
                  <a:pt x="144" y="44"/>
                </a:lnTo>
                <a:lnTo>
                  <a:pt x="144" y="45"/>
                </a:lnTo>
                <a:lnTo>
                  <a:pt x="143" y="45"/>
                </a:lnTo>
                <a:lnTo>
                  <a:pt x="143" y="46"/>
                </a:lnTo>
                <a:lnTo>
                  <a:pt x="143" y="47"/>
                </a:lnTo>
                <a:lnTo>
                  <a:pt x="143" y="48"/>
                </a:lnTo>
                <a:lnTo>
                  <a:pt x="143" y="49"/>
                </a:lnTo>
                <a:lnTo>
                  <a:pt x="144" y="49"/>
                </a:lnTo>
                <a:lnTo>
                  <a:pt x="145" y="51"/>
                </a:lnTo>
                <a:lnTo>
                  <a:pt x="145" y="52"/>
                </a:lnTo>
                <a:lnTo>
                  <a:pt x="145" y="53"/>
                </a:lnTo>
                <a:lnTo>
                  <a:pt x="144" y="53"/>
                </a:lnTo>
                <a:lnTo>
                  <a:pt x="143" y="55"/>
                </a:lnTo>
                <a:lnTo>
                  <a:pt x="142" y="57"/>
                </a:lnTo>
                <a:lnTo>
                  <a:pt x="143" y="58"/>
                </a:lnTo>
                <a:lnTo>
                  <a:pt x="144" y="58"/>
                </a:lnTo>
                <a:lnTo>
                  <a:pt x="145" y="59"/>
                </a:lnTo>
                <a:lnTo>
                  <a:pt x="144" y="59"/>
                </a:lnTo>
                <a:lnTo>
                  <a:pt x="145" y="60"/>
                </a:lnTo>
                <a:lnTo>
                  <a:pt x="145" y="61"/>
                </a:lnTo>
                <a:lnTo>
                  <a:pt x="146" y="61"/>
                </a:lnTo>
                <a:lnTo>
                  <a:pt x="146" y="62"/>
                </a:lnTo>
                <a:lnTo>
                  <a:pt x="147" y="62"/>
                </a:lnTo>
                <a:lnTo>
                  <a:pt x="147" y="61"/>
                </a:lnTo>
                <a:lnTo>
                  <a:pt x="148" y="61"/>
                </a:lnTo>
                <a:lnTo>
                  <a:pt x="148" y="60"/>
                </a:lnTo>
                <a:lnTo>
                  <a:pt x="149" y="60"/>
                </a:lnTo>
                <a:lnTo>
                  <a:pt x="149" y="61"/>
                </a:lnTo>
                <a:lnTo>
                  <a:pt x="150" y="63"/>
                </a:lnTo>
                <a:lnTo>
                  <a:pt x="150" y="64"/>
                </a:lnTo>
                <a:lnTo>
                  <a:pt x="151" y="64"/>
                </a:lnTo>
                <a:lnTo>
                  <a:pt x="151" y="65"/>
                </a:lnTo>
                <a:lnTo>
                  <a:pt x="151" y="66"/>
                </a:lnTo>
                <a:lnTo>
                  <a:pt x="151" y="67"/>
                </a:lnTo>
                <a:lnTo>
                  <a:pt x="151" y="68"/>
                </a:lnTo>
                <a:lnTo>
                  <a:pt x="152" y="68"/>
                </a:lnTo>
                <a:lnTo>
                  <a:pt x="152" y="69"/>
                </a:lnTo>
                <a:lnTo>
                  <a:pt x="152" y="70"/>
                </a:lnTo>
                <a:lnTo>
                  <a:pt x="151" y="70"/>
                </a:lnTo>
                <a:lnTo>
                  <a:pt x="151" y="71"/>
                </a:lnTo>
                <a:lnTo>
                  <a:pt x="151" y="72"/>
                </a:lnTo>
                <a:lnTo>
                  <a:pt x="152" y="72"/>
                </a:lnTo>
                <a:lnTo>
                  <a:pt x="152" y="73"/>
                </a:lnTo>
                <a:lnTo>
                  <a:pt x="153" y="73"/>
                </a:lnTo>
                <a:lnTo>
                  <a:pt x="153" y="72"/>
                </a:lnTo>
                <a:lnTo>
                  <a:pt x="154" y="72"/>
                </a:lnTo>
                <a:lnTo>
                  <a:pt x="155" y="72"/>
                </a:lnTo>
                <a:lnTo>
                  <a:pt x="155" y="73"/>
                </a:lnTo>
                <a:lnTo>
                  <a:pt x="156" y="74"/>
                </a:lnTo>
                <a:lnTo>
                  <a:pt x="156" y="75"/>
                </a:lnTo>
                <a:lnTo>
                  <a:pt x="156" y="76"/>
                </a:lnTo>
                <a:lnTo>
                  <a:pt x="157" y="76"/>
                </a:lnTo>
                <a:lnTo>
                  <a:pt x="157" y="77"/>
                </a:lnTo>
                <a:lnTo>
                  <a:pt x="158" y="77"/>
                </a:lnTo>
                <a:lnTo>
                  <a:pt x="159" y="77"/>
                </a:lnTo>
                <a:lnTo>
                  <a:pt x="159" y="78"/>
                </a:lnTo>
                <a:lnTo>
                  <a:pt x="160" y="78"/>
                </a:lnTo>
                <a:lnTo>
                  <a:pt x="161" y="78"/>
                </a:lnTo>
                <a:lnTo>
                  <a:pt x="162" y="79"/>
                </a:lnTo>
                <a:lnTo>
                  <a:pt x="163" y="80"/>
                </a:lnTo>
                <a:lnTo>
                  <a:pt x="164" y="81"/>
                </a:lnTo>
                <a:lnTo>
                  <a:pt x="164" y="82"/>
                </a:lnTo>
                <a:lnTo>
                  <a:pt x="164" y="83"/>
                </a:lnTo>
                <a:lnTo>
                  <a:pt x="164" y="84"/>
                </a:lnTo>
                <a:lnTo>
                  <a:pt x="164" y="85"/>
                </a:lnTo>
                <a:lnTo>
                  <a:pt x="164" y="86"/>
                </a:lnTo>
                <a:lnTo>
                  <a:pt x="165" y="86"/>
                </a:lnTo>
                <a:lnTo>
                  <a:pt x="165" y="87"/>
                </a:lnTo>
                <a:lnTo>
                  <a:pt x="166" y="87"/>
                </a:lnTo>
                <a:lnTo>
                  <a:pt x="167" y="88"/>
                </a:lnTo>
                <a:lnTo>
                  <a:pt x="167" y="89"/>
                </a:lnTo>
                <a:lnTo>
                  <a:pt x="168" y="89"/>
                </a:lnTo>
                <a:lnTo>
                  <a:pt x="169" y="90"/>
                </a:lnTo>
                <a:lnTo>
                  <a:pt x="169" y="91"/>
                </a:lnTo>
                <a:lnTo>
                  <a:pt x="170" y="91"/>
                </a:lnTo>
                <a:lnTo>
                  <a:pt x="170" y="92"/>
                </a:lnTo>
                <a:lnTo>
                  <a:pt x="169" y="92"/>
                </a:lnTo>
                <a:lnTo>
                  <a:pt x="169" y="93"/>
                </a:lnTo>
                <a:lnTo>
                  <a:pt x="168" y="94"/>
                </a:lnTo>
                <a:lnTo>
                  <a:pt x="167" y="94"/>
                </a:lnTo>
                <a:lnTo>
                  <a:pt x="166" y="94"/>
                </a:lnTo>
                <a:lnTo>
                  <a:pt x="165" y="94"/>
                </a:lnTo>
                <a:lnTo>
                  <a:pt x="166" y="96"/>
                </a:lnTo>
                <a:lnTo>
                  <a:pt x="166" y="97"/>
                </a:lnTo>
                <a:lnTo>
                  <a:pt x="166" y="98"/>
                </a:lnTo>
                <a:lnTo>
                  <a:pt x="167" y="98"/>
                </a:lnTo>
                <a:lnTo>
                  <a:pt x="168" y="99"/>
                </a:lnTo>
                <a:lnTo>
                  <a:pt x="169" y="99"/>
                </a:lnTo>
                <a:lnTo>
                  <a:pt x="169" y="100"/>
                </a:lnTo>
                <a:lnTo>
                  <a:pt x="170" y="101"/>
                </a:lnTo>
                <a:lnTo>
                  <a:pt x="171" y="102"/>
                </a:lnTo>
                <a:lnTo>
                  <a:pt x="171" y="103"/>
                </a:lnTo>
                <a:lnTo>
                  <a:pt x="170" y="104"/>
                </a:lnTo>
                <a:lnTo>
                  <a:pt x="170" y="105"/>
                </a:lnTo>
                <a:lnTo>
                  <a:pt x="169" y="105"/>
                </a:lnTo>
                <a:lnTo>
                  <a:pt x="169" y="106"/>
                </a:lnTo>
                <a:lnTo>
                  <a:pt x="169" y="108"/>
                </a:lnTo>
                <a:lnTo>
                  <a:pt x="169" y="109"/>
                </a:lnTo>
                <a:lnTo>
                  <a:pt x="170" y="109"/>
                </a:lnTo>
                <a:lnTo>
                  <a:pt x="170" y="108"/>
                </a:lnTo>
                <a:lnTo>
                  <a:pt x="171" y="108"/>
                </a:lnTo>
                <a:lnTo>
                  <a:pt x="172" y="109"/>
                </a:lnTo>
                <a:lnTo>
                  <a:pt x="172" y="110"/>
                </a:lnTo>
                <a:lnTo>
                  <a:pt x="172" y="111"/>
                </a:lnTo>
                <a:lnTo>
                  <a:pt x="172" y="112"/>
                </a:lnTo>
                <a:lnTo>
                  <a:pt x="173" y="112"/>
                </a:lnTo>
                <a:lnTo>
                  <a:pt x="174" y="112"/>
                </a:lnTo>
                <a:lnTo>
                  <a:pt x="175" y="114"/>
                </a:lnTo>
                <a:lnTo>
                  <a:pt x="176" y="115"/>
                </a:lnTo>
                <a:lnTo>
                  <a:pt x="177" y="115"/>
                </a:lnTo>
                <a:lnTo>
                  <a:pt x="178" y="115"/>
                </a:lnTo>
                <a:lnTo>
                  <a:pt x="178" y="116"/>
                </a:lnTo>
                <a:lnTo>
                  <a:pt x="177" y="116"/>
                </a:lnTo>
                <a:lnTo>
                  <a:pt x="177" y="117"/>
                </a:lnTo>
                <a:lnTo>
                  <a:pt x="177" y="118"/>
                </a:lnTo>
                <a:lnTo>
                  <a:pt x="178" y="118"/>
                </a:lnTo>
                <a:lnTo>
                  <a:pt x="179" y="118"/>
                </a:lnTo>
                <a:lnTo>
                  <a:pt x="179" y="119"/>
                </a:lnTo>
                <a:lnTo>
                  <a:pt x="180" y="119"/>
                </a:lnTo>
                <a:lnTo>
                  <a:pt x="180" y="121"/>
                </a:lnTo>
                <a:lnTo>
                  <a:pt x="180" y="122"/>
                </a:lnTo>
                <a:lnTo>
                  <a:pt x="179" y="122"/>
                </a:lnTo>
                <a:lnTo>
                  <a:pt x="180" y="122"/>
                </a:lnTo>
                <a:lnTo>
                  <a:pt x="180" y="123"/>
                </a:lnTo>
                <a:lnTo>
                  <a:pt x="179" y="125"/>
                </a:lnTo>
                <a:lnTo>
                  <a:pt x="179" y="126"/>
                </a:lnTo>
                <a:lnTo>
                  <a:pt x="178" y="127"/>
                </a:lnTo>
                <a:lnTo>
                  <a:pt x="178" y="128"/>
                </a:lnTo>
                <a:lnTo>
                  <a:pt x="178" y="129"/>
                </a:lnTo>
                <a:lnTo>
                  <a:pt x="178" y="130"/>
                </a:lnTo>
                <a:lnTo>
                  <a:pt x="179" y="130"/>
                </a:lnTo>
                <a:lnTo>
                  <a:pt x="180" y="130"/>
                </a:lnTo>
                <a:lnTo>
                  <a:pt x="180" y="131"/>
                </a:lnTo>
                <a:lnTo>
                  <a:pt x="180" y="132"/>
                </a:lnTo>
                <a:lnTo>
                  <a:pt x="180" y="133"/>
                </a:lnTo>
                <a:lnTo>
                  <a:pt x="181" y="134"/>
                </a:lnTo>
                <a:lnTo>
                  <a:pt x="181" y="135"/>
                </a:lnTo>
                <a:lnTo>
                  <a:pt x="182" y="135"/>
                </a:lnTo>
                <a:lnTo>
                  <a:pt x="183" y="135"/>
                </a:lnTo>
                <a:lnTo>
                  <a:pt x="183" y="137"/>
                </a:lnTo>
                <a:lnTo>
                  <a:pt x="183" y="139"/>
                </a:lnTo>
                <a:lnTo>
                  <a:pt x="183" y="140"/>
                </a:lnTo>
                <a:lnTo>
                  <a:pt x="182" y="141"/>
                </a:lnTo>
                <a:lnTo>
                  <a:pt x="182" y="142"/>
                </a:lnTo>
                <a:lnTo>
                  <a:pt x="182" y="143"/>
                </a:lnTo>
                <a:lnTo>
                  <a:pt x="181" y="143"/>
                </a:lnTo>
                <a:lnTo>
                  <a:pt x="181" y="144"/>
                </a:lnTo>
                <a:lnTo>
                  <a:pt x="181" y="145"/>
                </a:lnTo>
                <a:lnTo>
                  <a:pt x="182" y="146"/>
                </a:lnTo>
                <a:lnTo>
                  <a:pt x="182" y="147"/>
                </a:lnTo>
                <a:lnTo>
                  <a:pt x="181" y="147"/>
                </a:lnTo>
                <a:lnTo>
                  <a:pt x="181" y="148"/>
                </a:lnTo>
                <a:lnTo>
                  <a:pt x="180" y="148"/>
                </a:lnTo>
                <a:lnTo>
                  <a:pt x="180" y="149"/>
                </a:lnTo>
                <a:lnTo>
                  <a:pt x="180" y="150"/>
                </a:lnTo>
                <a:lnTo>
                  <a:pt x="181" y="151"/>
                </a:lnTo>
                <a:lnTo>
                  <a:pt x="182" y="151"/>
                </a:lnTo>
                <a:lnTo>
                  <a:pt x="182" y="150"/>
                </a:lnTo>
                <a:lnTo>
                  <a:pt x="183" y="150"/>
                </a:lnTo>
                <a:lnTo>
                  <a:pt x="183" y="151"/>
                </a:lnTo>
                <a:lnTo>
                  <a:pt x="184" y="151"/>
                </a:lnTo>
                <a:lnTo>
                  <a:pt x="185" y="151"/>
                </a:lnTo>
                <a:lnTo>
                  <a:pt x="186" y="152"/>
                </a:lnTo>
                <a:lnTo>
                  <a:pt x="186" y="153"/>
                </a:lnTo>
                <a:lnTo>
                  <a:pt x="186" y="154"/>
                </a:lnTo>
                <a:lnTo>
                  <a:pt x="186" y="155"/>
                </a:lnTo>
                <a:lnTo>
                  <a:pt x="186" y="156"/>
                </a:lnTo>
                <a:lnTo>
                  <a:pt x="185" y="157"/>
                </a:lnTo>
                <a:lnTo>
                  <a:pt x="185" y="159"/>
                </a:lnTo>
                <a:lnTo>
                  <a:pt x="185" y="161"/>
                </a:lnTo>
                <a:lnTo>
                  <a:pt x="186" y="161"/>
                </a:lnTo>
                <a:lnTo>
                  <a:pt x="186" y="162"/>
                </a:lnTo>
                <a:lnTo>
                  <a:pt x="187" y="162"/>
                </a:lnTo>
                <a:lnTo>
                  <a:pt x="188" y="162"/>
                </a:lnTo>
                <a:lnTo>
                  <a:pt x="188" y="163"/>
                </a:lnTo>
                <a:lnTo>
                  <a:pt x="188" y="165"/>
                </a:lnTo>
                <a:lnTo>
                  <a:pt x="188" y="167"/>
                </a:lnTo>
                <a:lnTo>
                  <a:pt x="189" y="167"/>
                </a:lnTo>
                <a:lnTo>
                  <a:pt x="189" y="168"/>
                </a:lnTo>
                <a:lnTo>
                  <a:pt x="190" y="169"/>
                </a:lnTo>
                <a:lnTo>
                  <a:pt x="191" y="170"/>
                </a:lnTo>
                <a:lnTo>
                  <a:pt x="192" y="170"/>
                </a:lnTo>
                <a:lnTo>
                  <a:pt x="193" y="171"/>
                </a:lnTo>
                <a:lnTo>
                  <a:pt x="193" y="172"/>
                </a:lnTo>
                <a:lnTo>
                  <a:pt x="194" y="172"/>
                </a:lnTo>
                <a:lnTo>
                  <a:pt x="195" y="172"/>
                </a:lnTo>
                <a:lnTo>
                  <a:pt x="195" y="173"/>
                </a:lnTo>
                <a:lnTo>
                  <a:pt x="196" y="173"/>
                </a:lnTo>
                <a:lnTo>
                  <a:pt x="196" y="174"/>
                </a:lnTo>
                <a:lnTo>
                  <a:pt x="197" y="175"/>
                </a:lnTo>
                <a:lnTo>
                  <a:pt x="198" y="175"/>
                </a:lnTo>
                <a:lnTo>
                  <a:pt x="200" y="176"/>
                </a:lnTo>
                <a:lnTo>
                  <a:pt x="201" y="176"/>
                </a:lnTo>
                <a:lnTo>
                  <a:pt x="202" y="176"/>
                </a:lnTo>
                <a:lnTo>
                  <a:pt x="203" y="176"/>
                </a:lnTo>
                <a:lnTo>
                  <a:pt x="204" y="176"/>
                </a:lnTo>
                <a:lnTo>
                  <a:pt x="204" y="177"/>
                </a:lnTo>
                <a:lnTo>
                  <a:pt x="204" y="178"/>
                </a:lnTo>
                <a:lnTo>
                  <a:pt x="204" y="179"/>
                </a:lnTo>
                <a:lnTo>
                  <a:pt x="205" y="179"/>
                </a:lnTo>
                <a:lnTo>
                  <a:pt x="206" y="180"/>
                </a:lnTo>
                <a:lnTo>
                  <a:pt x="207" y="180"/>
                </a:lnTo>
                <a:lnTo>
                  <a:pt x="208" y="181"/>
                </a:lnTo>
                <a:lnTo>
                  <a:pt x="208" y="182"/>
                </a:lnTo>
                <a:lnTo>
                  <a:pt x="210" y="182"/>
                </a:lnTo>
                <a:lnTo>
                  <a:pt x="210" y="181"/>
                </a:lnTo>
                <a:lnTo>
                  <a:pt x="211" y="180"/>
                </a:lnTo>
                <a:lnTo>
                  <a:pt x="212" y="180"/>
                </a:lnTo>
                <a:lnTo>
                  <a:pt x="212" y="181"/>
                </a:lnTo>
                <a:lnTo>
                  <a:pt x="213" y="181"/>
                </a:lnTo>
                <a:lnTo>
                  <a:pt x="213" y="182"/>
                </a:lnTo>
                <a:lnTo>
                  <a:pt x="214" y="182"/>
                </a:lnTo>
                <a:lnTo>
                  <a:pt x="215" y="181"/>
                </a:lnTo>
                <a:lnTo>
                  <a:pt x="216" y="181"/>
                </a:lnTo>
                <a:lnTo>
                  <a:pt x="215" y="182"/>
                </a:lnTo>
                <a:lnTo>
                  <a:pt x="216" y="182"/>
                </a:lnTo>
                <a:lnTo>
                  <a:pt x="216" y="183"/>
                </a:lnTo>
                <a:lnTo>
                  <a:pt x="217" y="183"/>
                </a:lnTo>
                <a:lnTo>
                  <a:pt x="218" y="183"/>
                </a:lnTo>
                <a:lnTo>
                  <a:pt x="219" y="183"/>
                </a:lnTo>
                <a:lnTo>
                  <a:pt x="219" y="185"/>
                </a:lnTo>
                <a:lnTo>
                  <a:pt x="220" y="185"/>
                </a:lnTo>
                <a:lnTo>
                  <a:pt x="220" y="186"/>
                </a:lnTo>
                <a:lnTo>
                  <a:pt x="221" y="186"/>
                </a:lnTo>
                <a:lnTo>
                  <a:pt x="221" y="185"/>
                </a:lnTo>
                <a:lnTo>
                  <a:pt x="222" y="185"/>
                </a:lnTo>
                <a:lnTo>
                  <a:pt x="222" y="186"/>
                </a:lnTo>
                <a:lnTo>
                  <a:pt x="222" y="187"/>
                </a:lnTo>
                <a:lnTo>
                  <a:pt x="223" y="187"/>
                </a:lnTo>
                <a:lnTo>
                  <a:pt x="223" y="188"/>
                </a:lnTo>
                <a:lnTo>
                  <a:pt x="224" y="188"/>
                </a:lnTo>
                <a:lnTo>
                  <a:pt x="224" y="187"/>
                </a:lnTo>
                <a:lnTo>
                  <a:pt x="226" y="188"/>
                </a:lnTo>
                <a:lnTo>
                  <a:pt x="227" y="188"/>
                </a:lnTo>
                <a:lnTo>
                  <a:pt x="229" y="189"/>
                </a:lnTo>
                <a:lnTo>
                  <a:pt x="230" y="189"/>
                </a:lnTo>
                <a:lnTo>
                  <a:pt x="231" y="190"/>
                </a:lnTo>
                <a:lnTo>
                  <a:pt x="232" y="190"/>
                </a:lnTo>
                <a:lnTo>
                  <a:pt x="233" y="192"/>
                </a:lnTo>
                <a:lnTo>
                  <a:pt x="233" y="193"/>
                </a:lnTo>
                <a:lnTo>
                  <a:pt x="233" y="194"/>
                </a:lnTo>
                <a:lnTo>
                  <a:pt x="234" y="195"/>
                </a:lnTo>
                <a:lnTo>
                  <a:pt x="234" y="196"/>
                </a:lnTo>
                <a:lnTo>
                  <a:pt x="234" y="197"/>
                </a:lnTo>
                <a:lnTo>
                  <a:pt x="235" y="197"/>
                </a:lnTo>
                <a:lnTo>
                  <a:pt x="236" y="198"/>
                </a:lnTo>
                <a:lnTo>
                  <a:pt x="236" y="199"/>
                </a:lnTo>
                <a:lnTo>
                  <a:pt x="235" y="200"/>
                </a:lnTo>
                <a:lnTo>
                  <a:pt x="235" y="201"/>
                </a:lnTo>
                <a:lnTo>
                  <a:pt x="236" y="201"/>
                </a:lnTo>
                <a:lnTo>
                  <a:pt x="236" y="202"/>
                </a:lnTo>
                <a:lnTo>
                  <a:pt x="236" y="203"/>
                </a:lnTo>
                <a:lnTo>
                  <a:pt x="237" y="203"/>
                </a:lnTo>
                <a:lnTo>
                  <a:pt x="238" y="203"/>
                </a:lnTo>
                <a:lnTo>
                  <a:pt x="238" y="204"/>
                </a:lnTo>
                <a:lnTo>
                  <a:pt x="237" y="204"/>
                </a:lnTo>
                <a:lnTo>
                  <a:pt x="237" y="205"/>
                </a:lnTo>
                <a:lnTo>
                  <a:pt x="237" y="206"/>
                </a:lnTo>
                <a:lnTo>
                  <a:pt x="237" y="207"/>
                </a:lnTo>
                <a:lnTo>
                  <a:pt x="237" y="208"/>
                </a:lnTo>
                <a:lnTo>
                  <a:pt x="238" y="209"/>
                </a:lnTo>
                <a:lnTo>
                  <a:pt x="238" y="210"/>
                </a:lnTo>
                <a:lnTo>
                  <a:pt x="238" y="211"/>
                </a:lnTo>
                <a:lnTo>
                  <a:pt x="239" y="211"/>
                </a:lnTo>
                <a:lnTo>
                  <a:pt x="239" y="212"/>
                </a:lnTo>
                <a:lnTo>
                  <a:pt x="239" y="213"/>
                </a:lnTo>
                <a:lnTo>
                  <a:pt x="239" y="214"/>
                </a:lnTo>
                <a:lnTo>
                  <a:pt x="239" y="215"/>
                </a:lnTo>
                <a:lnTo>
                  <a:pt x="240" y="214"/>
                </a:lnTo>
                <a:lnTo>
                  <a:pt x="241" y="214"/>
                </a:lnTo>
                <a:lnTo>
                  <a:pt x="242" y="214"/>
                </a:lnTo>
                <a:lnTo>
                  <a:pt x="243" y="214"/>
                </a:lnTo>
                <a:lnTo>
                  <a:pt x="244" y="214"/>
                </a:lnTo>
                <a:lnTo>
                  <a:pt x="244" y="215"/>
                </a:lnTo>
                <a:lnTo>
                  <a:pt x="247" y="215"/>
                </a:lnTo>
                <a:lnTo>
                  <a:pt x="247" y="214"/>
                </a:lnTo>
                <a:lnTo>
                  <a:pt x="247" y="213"/>
                </a:lnTo>
                <a:lnTo>
                  <a:pt x="248" y="213"/>
                </a:lnTo>
                <a:lnTo>
                  <a:pt x="249" y="213"/>
                </a:lnTo>
                <a:lnTo>
                  <a:pt x="249" y="214"/>
                </a:lnTo>
                <a:lnTo>
                  <a:pt x="250" y="214"/>
                </a:lnTo>
                <a:lnTo>
                  <a:pt x="251" y="214"/>
                </a:lnTo>
                <a:lnTo>
                  <a:pt x="251" y="213"/>
                </a:lnTo>
                <a:lnTo>
                  <a:pt x="252" y="213"/>
                </a:lnTo>
                <a:lnTo>
                  <a:pt x="253" y="212"/>
                </a:lnTo>
                <a:lnTo>
                  <a:pt x="254" y="212"/>
                </a:lnTo>
                <a:lnTo>
                  <a:pt x="256" y="214"/>
                </a:lnTo>
                <a:lnTo>
                  <a:pt x="257" y="214"/>
                </a:lnTo>
                <a:lnTo>
                  <a:pt x="259" y="216"/>
                </a:lnTo>
                <a:lnTo>
                  <a:pt x="260" y="216"/>
                </a:lnTo>
                <a:lnTo>
                  <a:pt x="261" y="217"/>
                </a:lnTo>
                <a:lnTo>
                  <a:pt x="262" y="218"/>
                </a:lnTo>
                <a:lnTo>
                  <a:pt x="262" y="219"/>
                </a:lnTo>
                <a:lnTo>
                  <a:pt x="263" y="219"/>
                </a:lnTo>
                <a:lnTo>
                  <a:pt x="264" y="219"/>
                </a:lnTo>
                <a:lnTo>
                  <a:pt x="265" y="219"/>
                </a:lnTo>
                <a:lnTo>
                  <a:pt x="267" y="220"/>
                </a:lnTo>
                <a:lnTo>
                  <a:pt x="267" y="221"/>
                </a:lnTo>
                <a:lnTo>
                  <a:pt x="267" y="220"/>
                </a:lnTo>
                <a:lnTo>
                  <a:pt x="268" y="220"/>
                </a:lnTo>
                <a:lnTo>
                  <a:pt x="269" y="221"/>
                </a:lnTo>
                <a:lnTo>
                  <a:pt x="270" y="221"/>
                </a:lnTo>
                <a:lnTo>
                  <a:pt x="271" y="221"/>
                </a:lnTo>
                <a:lnTo>
                  <a:pt x="272" y="221"/>
                </a:lnTo>
                <a:lnTo>
                  <a:pt x="273" y="221"/>
                </a:lnTo>
                <a:lnTo>
                  <a:pt x="273" y="222"/>
                </a:lnTo>
                <a:lnTo>
                  <a:pt x="274" y="222"/>
                </a:lnTo>
                <a:lnTo>
                  <a:pt x="275" y="222"/>
                </a:lnTo>
                <a:lnTo>
                  <a:pt x="275" y="223"/>
                </a:lnTo>
                <a:lnTo>
                  <a:pt x="276" y="223"/>
                </a:lnTo>
                <a:lnTo>
                  <a:pt x="276" y="224"/>
                </a:lnTo>
                <a:lnTo>
                  <a:pt x="277" y="226"/>
                </a:lnTo>
                <a:lnTo>
                  <a:pt x="277" y="227"/>
                </a:lnTo>
                <a:lnTo>
                  <a:pt x="278" y="227"/>
                </a:lnTo>
                <a:lnTo>
                  <a:pt x="279" y="228"/>
                </a:lnTo>
                <a:lnTo>
                  <a:pt x="279" y="229"/>
                </a:lnTo>
                <a:lnTo>
                  <a:pt x="278" y="230"/>
                </a:lnTo>
                <a:lnTo>
                  <a:pt x="279" y="230"/>
                </a:lnTo>
                <a:lnTo>
                  <a:pt x="279" y="231"/>
                </a:lnTo>
                <a:lnTo>
                  <a:pt x="280" y="231"/>
                </a:lnTo>
                <a:lnTo>
                  <a:pt x="280" y="232"/>
                </a:lnTo>
                <a:lnTo>
                  <a:pt x="281" y="232"/>
                </a:lnTo>
                <a:lnTo>
                  <a:pt x="282" y="232"/>
                </a:lnTo>
                <a:lnTo>
                  <a:pt x="282" y="231"/>
                </a:lnTo>
                <a:lnTo>
                  <a:pt x="283" y="232"/>
                </a:lnTo>
                <a:lnTo>
                  <a:pt x="285" y="230"/>
                </a:lnTo>
                <a:lnTo>
                  <a:pt x="285" y="231"/>
                </a:lnTo>
                <a:lnTo>
                  <a:pt x="286" y="231"/>
                </a:lnTo>
                <a:lnTo>
                  <a:pt x="285" y="232"/>
                </a:lnTo>
                <a:lnTo>
                  <a:pt x="286" y="233"/>
                </a:lnTo>
                <a:lnTo>
                  <a:pt x="286" y="234"/>
                </a:lnTo>
                <a:lnTo>
                  <a:pt x="287" y="234"/>
                </a:lnTo>
                <a:lnTo>
                  <a:pt x="287" y="233"/>
                </a:lnTo>
                <a:lnTo>
                  <a:pt x="288" y="232"/>
                </a:lnTo>
                <a:lnTo>
                  <a:pt x="288" y="233"/>
                </a:lnTo>
                <a:lnTo>
                  <a:pt x="289" y="234"/>
                </a:lnTo>
                <a:lnTo>
                  <a:pt x="289" y="235"/>
                </a:lnTo>
                <a:lnTo>
                  <a:pt x="290" y="235"/>
                </a:lnTo>
                <a:lnTo>
                  <a:pt x="290" y="234"/>
                </a:lnTo>
                <a:lnTo>
                  <a:pt x="292" y="234"/>
                </a:lnTo>
                <a:lnTo>
                  <a:pt x="293" y="235"/>
                </a:lnTo>
                <a:lnTo>
                  <a:pt x="293" y="236"/>
                </a:lnTo>
                <a:lnTo>
                  <a:pt x="294" y="236"/>
                </a:lnTo>
                <a:lnTo>
                  <a:pt x="294" y="238"/>
                </a:lnTo>
                <a:lnTo>
                  <a:pt x="294" y="240"/>
                </a:lnTo>
                <a:lnTo>
                  <a:pt x="295" y="241"/>
                </a:lnTo>
                <a:lnTo>
                  <a:pt x="296" y="241"/>
                </a:lnTo>
                <a:lnTo>
                  <a:pt x="297" y="241"/>
                </a:lnTo>
                <a:lnTo>
                  <a:pt x="297" y="240"/>
                </a:lnTo>
                <a:lnTo>
                  <a:pt x="297" y="239"/>
                </a:lnTo>
                <a:lnTo>
                  <a:pt x="297" y="238"/>
                </a:lnTo>
                <a:lnTo>
                  <a:pt x="297" y="237"/>
                </a:lnTo>
                <a:lnTo>
                  <a:pt x="298" y="237"/>
                </a:lnTo>
                <a:lnTo>
                  <a:pt x="299" y="236"/>
                </a:lnTo>
                <a:lnTo>
                  <a:pt x="300" y="235"/>
                </a:lnTo>
                <a:lnTo>
                  <a:pt x="301" y="233"/>
                </a:lnTo>
                <a:lnTo>
                  <a:pt x="301" y="232"/>
                </a:lnTo>
                <a:lnTo>
                  <a:pt x="300" y="232"/>
                </a:lnTo>
                <a:lnTo>
                  <a:pt x="300" y="231"/>
                </a:lnTo>
                <a:lnTo>
                  <a:pt x="301" y="231"/>
                </a:lnTo>
                <a:lnTo>
                  <a:pt x="301" y="230"/>
                </a:lnTo>
                <a:lnTo>
                  <a:pt x="301" y="229"/>
                </a:lnTo>
                <a:lnTo>
                  <a:pt x="301" y="228"/>
                </a:lnTo>
                <a:lnTo>
                  <a:pt x="301" y="227"/>
                </a:lnTo>
                <a:lnTo>
                  <a:pt x="301" y="226"/>
                </a:lnTo>
                <a:lnTo>
                  <a:pt x="302" y="225"/>
                </a:lnTo>
                <a:lnTo>
                  <a:pt x="302" y="224"/>
                </a:lnTo>
                <a:lnTo>
                  <a:pt x="302" y="223"/>
                </a:lnTo>
                <a:lnTo>
                  <a:pt x="303" y="222"/>
                </a:lnTo>
                <a:lnTo>
                  <a:pt x="303" y="221"/>
                </a:lnTo>
                <a:lnTo>
                  <a:pt x="304" y="221"/>
                </a:lnTo>
                <a:lnTo>
                  <a:pt x="304" y="220"/>
                </a:lnTo>
                <a:lnTo>
                  <a:pt x="304" y="219"/>
                </a:lnTo>
                <a:lnTo>
                  <a:pt x="304" y="218"/>
                </a:lnTo>
                <a:lnTo>
                  <a:pt x="305" y="217"/>
                </a:lnTo>
                <a:lnTo>
                  <a:pt x="304" y="217"/>
                </a:lnTo>
                <a:lnTo>
                  <a:pt x="304" y="216"/>
                </a:lnTo>
                <a:lnTo>
                  <a:pt x="304" y="215"/>
                </a:lnTo>
                <a:lnTo>
                  <a:pt x="304" y="214"/>
                </a:lnTo>
                <a:lnTo>
                  <a:pt x="304" y="213"/>
                </a:lnTo>
                <a:lnTo>
                  <a:pt x="303" y="213"/>
                </a:lnTo>
                <a:lnTo>
                  <a:pt x="303" y="212"/>
                </a:lnTo>
                <a:lnTo>
                  <a:pt x="304" y="212"/>
                </a:lnTo>
                <a:lnTo>
                  <a:pt x="303" y="212"/>
                </a:lnTo>
                <a:lnTo>
                  <a:pt x="303" y="211"/>
                </a:lnTo>
                <a:lnTo>
                  <a:pt x="302" y="211"/>
                </a:lnTo>
                <a:lnTo>
                  <a:pt x="301" y="211"/>
                </a:lnTo>
                <a:lnTo>
                  <a:pt x="302" y="210"/>
                </a:lnTo>
                <a:lnTo>
                  <a:pt x="302" y="209"/>
                </a:lnTo>
                <a:lnTo>
                  <a:pt x="302" y="208"/>
                </a:lnTo>
                <a:lnTo>
                  <a:pt x="303" y="207"/>
                </a:lnTo>
                <a:lnTo>
                  <a:pt x="304" y="207"/>
                </a:lnTo>
                <a:lnTo>
                  <a:pt x="304" y="206"/>
                </a:lnTo>
                <a:lnTo>
                  <a:pt x="305" y="206"/>
                </a:lnTo>
                <a:lnTo>
                  <a:pt x="306" y="208"/>
                </a:lnTo>
                <a:lnTo>
                  <a:pt x="307" y="209"/>
                </a:lnTo>
                <a:lnTo>
                  <a:pt x="308" y="209"/>
                </a:lnTo>
                <a:lnTo>
                  <a:pt x="309" y="208"/>
                </a:lnTo>
                <a:lnTo>
                  <a:pt x="310" y="208"/>
                </a:lnTo>
                <a:lnTo>
                  <a:pt x="310" y="207"/>
                </a:lnTo>
                <a:lnTo>
                  <a:pt x="311" y="207"/>
                </a:lnTo>
                <a:lnTo>
                  <a:pt x="311" y="208"/>
                </a:lnTo>
                <a:lnTo>
                  <a:pt x="311" y="209"/>
                </a:lnTo>
                <a:lnTo>
                  <a:pt x="312" y="209"/>
                </a:lnTo>
                <a:lnTo>
                  <a:pt x="313" y="209"/>
                </a:lnTo>
                <a:lnTo>
                  <a:pt x="313" y="208"/>
                </a:lnTo>
                <a:lnTo>
                  <a:pt x="314" y="207"/>
                </a:lnTo>
                <a:lnTo>
                  <a:pt x="314" y="206"/>
                </a:lnTo>
                <a:lnTo>
                  <a:pt x="313" y="206"/>
                </a:lnTo>
                <a:lnTo>
                  <a:pt x="314" y="206"/>
                </a:lnTo>
                <a:lnTo>
                  <a:pt x="314" y="205"/>
                </a:lnTo>
                <a:lnTo>
                  <a:pt x="315" y="205"/>
                </a:lnTo>
                <a:lnTo>
                  <a:pt x="315" y="204"/>
                </a:lnTo>
                <a:lnTo>
                  <a:pt x="315" y="203"/>
                </a:lnTo>
                <a:lnTo>
                  <a:pt x="315" y="202"/>
                </a:lnTo>
                <a:lnTo>
                  <a:pt x="316" y="202"/>
                </a:lnTo>
                <a:lnTo>
                  <a:pt x="316" y="201"/>
                </a:lnTo>
                <a:lnTo>
                  <a:pt x="316" y="200"/>
                </a:lnTo>
                <a:lnTo>
                  <a:pt x="317" y="199"/>
                </a:lnTo>
                <a:lnTo>
                  <a:pt x="317" y="197"/>
                </a:lnTo>
                <a:lnTo>
                  <a:pt x="317" y="196"/>
                </a:lnTo>
                <a:lnTo>
                  <a:pt x="317" y="195"/>
                </a:lnTo>
                <a:lnTo>
                  <a:pt x="317" y="194"/>
                </a:lnTo>
                <a:lnTo>
                  <a:pt x="317" y="193"/>
                </a:lnTo>
                <a:lnTo>
                  <a:pt x="318" y="193"/>
                </a:lnTo>
                <a:lnTo>
                  <a:pt x="319" y="193"/>
                </a:lnTo>
                <a:lnTo>
                  <a:pt x="320" y="193"/>
                </a:lnTo>
                <a:lnTo>
                  <a:pt x="320" y="194"/>
                </a:lnTo>
                <a:lnTo>
                  <a:pt x="320" y="195"/>
                </a:lnTo>
                <a:lnTo>
                  <a:pt x="320" y="197"/>
                </a:lnTo>
                <a:lnTo>
                  <a:pt x="320" y="198"/>
                </a:lnTo>
                <a:lnTo>
                  <a:pt x="321" y="198"/>
                </a:lnTo>
                <a:lnTo>
                  <a:pt x="322" y="199"/>
                </a:lnTo>
                <a:lnTo>
                  <a:pt x="322" y="200"/>
                </a:lnTo>
                <a:lnTo>
                  <a:pt x="323" y="200"/>
                </a:lnTo>
                <a:lnTo>
                  <a:pt x="324" y="201"/>
                </a:lnTo>
                <a:lnTo>
                  <a:pt x="324" y="202"/>
                </a:lnTo>
                <a:lnTo>
                  <a:pt x="325" y="202"/>
                </a:lnTo>
                <a:lnTo>
                  <a:pt x="325" y="203"/>
                </a:lnTo>
                <a:lnTo>
                  <a:pt x="325" y="204"/>
                </a:lnTo>
                <a:lnTo>
                  <a:pt x="325" y="206"/>
                </a:lnTo>
                <a:lnTo>
                  <a:pt x="326" y="207"/>
                </a:lnTo>
                <a:lnTo>
                  <a:pt x="325" y="208"/>
                </a:lnTo>
                <a:lnTo>
                  <a:pt x="326" y="208"/>
                </a:lnTo>
                <a:lnTo>
                  <a:pt x="326" y="209"/>
                </a:lnTo>
                <a:lnTo>
                  <a:pt x="327" y="210"/>
                </a:lnTo>
                <a:lnTo>
                  <a:pt x="328" y="210"/>
                </a:lnTo>
                <a:lnTo>
                  <a:pt x="329" y="210"/>
                </a:lnTo>
                <a:lnTo>
                  <a:pt x="330" y="210"/>
                </a:lnTo>
                <a:lnTo>
                  <a:pt x="331" y="210"/>
                </a:lnTo>
                <a:lnTo>
                  <a:pt x="332" y="210"/>
                </a:lnTo>
                <a:lnTo>
                  <a:pt x="332" y="211"/>
                </a:lnTo>
                <a:lnTo>
                  <a:pt x="333" y="211"/>
                </a:lnTo>
                <a:lnTo>
                  <a:pt x="334" y="212"/>
                </a:lnTo>
                <a:lnTo>
                  <a:pt x="335" y="212"/>
                </a:lnTo>
                <a:lnTo>
                  <a:pt x="336" y="212"/>
                </a:lnTo>
                <a:lnTo>
                  <a:pt x="336" y="213"/>
                </a:lnTo>
                <a:lnTo>
                  <a:pt x="336" y="214"/>
                </a:lnTo>
                <a:lnTo>
                  <a:pt x="335" y="215"/>
                </a:lnTo>
                <a:lnTo>
                  <a:pt x="335" y="216"/>
                </a:lnTo>
                <a:lnTo>
                  <a:pt x="334" y="216"/>
                </a:lnTo>
                <a:lnTo>
                  <a:pt x="334" y="217"/>
                </a:lnTo>
                <a:lnTo>
                  <a:pt x="335" y="217"/>
                </a:lnTo>
                <a:lnTo>
                  <a:pt x="336" y="217"/>
                </a:lnTo>
                <a:lnTo>
                  <a:pt x="337" y="217"/>
                </a:lnTo>
                <a:lnTo>
                  <a:pt x="338" y="218"/>
                </a:lnTo>
                <a:lnTo>
                  <a:pt x="338" y="217"/>
                </a:lnTo>
                <a:lnTo>
                  <a:pt x="339" y="217"/>
                </a:lnTo>
                <a:lnTo>
                  <a:pt x="339" y="218"/>
                </a:lnTo>
                <a:lnTo>
                  <a:pt x="340" y="218"/>
                </a:lnTo>
                <a:lnTo>
                  <a:pt x="341" y="219"/>
                </a:lnTo>
                <a:lnTo>
                  <a:pt x="341" y="220"/>
                </a:lnTo>
                <a:lnTo>
                  <a:pt x="341" y="221"/>
                </a:lnTo>
                <a:lnTo>
                  <a:pt x="342" y="222"/>
                </a:lnTo>
                <a:lnTo>
                  <a:pt x="343" y="222"/>
                </a:lnTo>
                <a:lnTo>
                  <a:pt x="344" y="222"/>
                </a:lnTo>
                <a:lnTo>
                  <a:pt x="344" y="223"/>
                </a:lnTo>
                <a:lnTo>
                  <a:pt x="344" y="224"/>
                </a:lnTo>
                <a:lnTo>
                  <a:pt x="344" y="225"/>
                </a:lnTo>
                <a:lnTo>
                  <a:pt x="345" y="226"/>
                </a:lnTo>
                <a:lnTo>
                  <a:pt x="345" y="227"/>
                </a:lnTo>
                <a:lnTo>
                  <a:pt x="345" y="228"/>
                </a:lnTo>
                <a:lnTo>
                  <a:pt x="345" y="229"/>
                </a:lnTo>
                <a:lnTo>
                  <a:pt x="345" y="230"/>
                </a:lnTo>
                <a:lnTo>
                  <a:pt x="345" y="231"/>
                </a:lnTo>
                <a:lnTo>
                  <a:pt x="344" y="232"/>
                </a:lnTo>
                <a:lnTo>
                  <a:pt x="345" y="233"/>
                </a:lnTo>
                <a:lnTo>
                  <a:pt x="345" y="234"/>
                </a:lnTo>
                <a:lnTo>
                  <a:pt x="345" y="235"/>
                </a:lnTo>
                <a:lnTo>
                  <a:pt x="346" y="238"/>
                </a:lnTo>
                <a:lnTo>
                  <a:pt x="346" y="239"/>
                </a:lnTo>
                <a:lnTo>
                  <a:pt x="346" y="240"/>
                </a:lnTo>
                <a:lnTo>
                  <a:pt x="347" y="241"/>
                </a:lnTo>
                <a:lnTo>
                  <a:pt x="346" y="242"/>
                </a:lnTo>
                <a:lnTo>
                  <a:pt x="346" y="243"/>
                </a:lnTo>
                <a:lnTo>
                  <a:pt x="347" y="243"/>
                </a:lnTo>
                <a:lnTo>
                  <a:pt x="347" y="244"/>
                </a:lnTo>
                <a:lnTo>
                  <a:pt x="347" y="245"/>
                </a:lnTo>
                <a:lnTo>
                  <a:pt x="346" y="245"/>
                </a:lnTo>
                <a:lnTo>
                  <a:pt x="346" y="246"/>
                </a:lnTo>
                <a:lnTo>
                  <a:pt x="345" y="245"/>
                </a:lnTo>
                <a:lnTo>
                  <a:pt x="344" y="246"/>
                </a:lnTo>
                <a:lnTo>
                  <a:pt x="344" y="247"/>
                </a:lnTo>
                <a:lnTo>
                  <a:pt x="344" y="248"/>
                </a:lnTo>
                <a:lnTo>
                  <a:pt x="343" y="248"/>
                </a:lnTo>
                <a:lnTo>
                  <a:pt x="342" y="248"/>
                </a:lnTo>
                <a:lnTo>
                  <a:pt x="342" y="249"/>
                </a:lnTo>
                <a:lnTo>
                  <a:pt x="342" y="250"/>
                </a:lnTo>
                <a:lnTo>
                  <a:pt x="341" y="250"/>
                </a:lnTo>
                <a:lnTo>
                  <a:pt x="340" y="252"/>
                </a:lnTo>
                <a:lnTo>
                  <a:pt x="341" y="252"/>
                </a:lnTo>
                <a:lnTo>
                  <a:pt x="341" y="253"/>
                </a:lnTo>
                <a:lnTo>
                  <a:pt x="342" y="254"/>
                </a:lnTo>
                <a:lnTo>
                  <a:pt x="342" y="255"/>
                </a:lnTo>
                <a:lnTo>
                  <a:pt x="343" y="256"/>
                </a:lnTo>
                <a:lnTo>
                  <a:pt x="344" y="257"/>
                </a:lnTo>
                <a:lnTo>
                  <a:pt x="345" y="257"/>
                </a:lnTo>
                <a:lnTo>
                  <a:pt x="345" y="258"/>
                </a:lnTo>
                <a:lnTo>
                  <a:pt x="346" y="258"/>
                </a:lnTo>
                <a:lnTo>
                  <a:pt x="347" y="258"/>
                </a:lnTo>
                <a:lnTo>
                  <a:pt x="348" y="258"/>
                </a:lnTo>
                <a:lnTo>
                  <a:pt x="349" y="258"/>
                </a:lnTo>
                <a:lnTo>
                  <a:pt x="349" y="259"/>
                </a:lnTo>
                <a:lnTo>
                  <a:pt x="350" y="259"/>
                </a:lnTo>
                <a:lnTo>
                  <a:pt x="351" y="259"/>
                </a:lnTo>
                <a:lnTo>
                  <a:pt x="352" y="259"/>
                </a:lnTo>
                <a:lnTo>
                  <a:pt x="353" y="259"/>
                </a:lnTo>
                <a:lnTo>
                  <a:pt x="353" y="260"/>
                </a:lnTo>
                <a:lnTo>
                  <a:pt x="353" y="261"/>
                </a:lnTo>
                <a:lnTo>
                  <a:pt x="353" y="262"/>
                </a:lnTo>
                <a:lnTo>
                  <a:pt x="354" y="262"/>
                </a:lnTo>
                <a:lnTo>
                  <a:pt x="355" y="262"/>
                </a:lnTo>
                <a:lnTo>
                  <a:pt x="355" y="263"/>
                </a:lnTo>
                <a:lnTo>
                  <a:pt x="355" y="262"/>
                </a:lnTo>
                <a:lnTo>
                  <a:pt x="356" y="262"/>
                </a:lnTo>
                <a:lnTo>
                  <a:pt x="356" y="261"/>
                </a:lnTo>
                <a:lnTo>
                  <a:pt x="355" y="261"/>
                </a:lnTo>
                <a:lnTo>
                  <a:pt x="356" y="260"/>
                </a:lnTo>
                <a:lnTo>
                  <a:pt x="357" y="260"/>
                </a:lnTo>
                <a:lnTo>
                  <a:pt x="357" y="259"/>
                </a:lnTo>
                <a:lnTo>
                  <a:pt x="357" y="258"/>
                </a:lnTo>
                <a:lnTo>
                  <a:pt x="357" y="257"/>
                </a:lnTo>
                <a:lnTo>
                  <a:pt x="358" y="255"/>
                </a:lnTo>
                <a:lnTo>
                  <a:pt x="358" y="253"/>
                </a:lnTo>
                <a:lnTo>
                  <a:pt x="358" y="252"/>
                </a:lnTo>
                <a:lnTo>
                  <a:pt x="358" y="251"/>
                </a:lnTo>
                <a:lnTo>
                  <a:pt x="358" y="250"/>
                </a:lnTo>
                <a:lnTo>
                  <a:pt x="358" y="249"/>
                </a:lnTo>
                <a:lnTo>
                  <a:pt x="359" y="248"/>
                </a:lnTo>
                <a:lnTo>
                  <a:pt x="359" y="247"/>
                </a:lnTo>
                <a:lnTo>
                  <a:pt x="359" y="246"/>
                </a:lnTo>
                <a:lnTo>
                  <a:pt x="359" y="245"/>
                </a:lnTo>
                <a:lnTo>
                  <a:pt x="360" y="245"/>
                </a:lnTo>
                <a:lnTo>
                  <a:pt x="361" y="245"/>
                </a:lnTo>
                <a:lnTo>
                  <a:pt x="362" y="244"/>
                </a:lnTo>
                <a:lnTo>
                  <a:pt x="362" y="243"/>
                </a:lnTo>
                <a:lnTo>
                  <a:pt x="362" y="242"/>
                </a:lnTo>
                <a:lnTo>
                  <a:pt x="363" y="242"/>
                </a:lnTo>
                <a:lnTo>
                  <a:pt x="364" y="243"/>
                </a:lnTo>
                <a:lnTo>
                  <a:pt x="365" y="243"/>
                </a:lnTo>
                <a:lnTo>
                  <a:pt x="366" y="244"/>
                </a:lnTo>
                <a:lnTo>
                  <a:pt x="367" y="244"/>
                </a:lnTo>
                <a:lnTo>
                  <a:pt x="368" y="244"/>
                </a:lnTo>
                <a:lnTo>
                  <a:pt x="369" y="245"/>
                </a:lnTo>
                <a:lnTo>
                  <a:pt x="370" y="245"/>
                </a:lnTo>
                <a:lnTo>
                  <a:pt x="371" y="245"/>
                </a:lnTo>
                <a:lnTo>
                  <a:pt x="371" y="246"/>
                </a:lnTo>
                <a:lnTo>
                  <a:pt x="372" y="246"/>
                </a:lnTo>
                <a:lnTo>
                  <a:pt x="372" y="245"/>
                </a:lnTo>
                <a:lnTo>
                  <a:pt x="373" y="245"/>
                </a:lnTo>
                <a:lnTo>
                  <a:pt x="375" y="244"/>
                </a:lnTo>
                <a:lnTo>
                  <a:pt x="376" y="243"/>
                </a:lnTo>
                <a:lnTo>
                  <a:pt x="377" y="242"/>
                </a:lnTo>
                <a:lnTo>
                  <a:pt x="378" y="242"/>
                </a:lnTo>
                <a:lnTo>
                  <a:pt x="379" y="242"/>
                </a:lnTo>
                <a:lnTo>
                  <a:pt x="379" y="241"/>
                </a:lnTo>
                <a:lnTo>
                  <a:pt x="380" y="241"/>
                </a:lnTo>
                <a:lnTo>
                  <a:pt x="380" y="242"/>
                </a:lnTo>
                <a:lnTo>
                  <a:pt x="380" y="243"/>
                </a:lnTo>
                <a:lnTo>
                  <a:pt x="379" y="244"/>
                </a:lnTo>
                <a:lnTo>
                  <a:pt x="379" y="245"/>
                </a:lnTo>
                <a:lnTo>
                  <a:pt x="379" y="246"/>
                </a:lnTo>
                <a:lnTo>
                  <a:pt x="378" y="247"/>
                </a:lnTo>
                <a:lnTo>
                  <a:pt x="377" y="249"/>
                </a:lnTo>
                <a:lnTo>
                  <a:pt x="377" y="250"/>
                </a:lnTo>
                <a:lnTo>
                  <a:pt x="378" y="250"/>
                </a:lnTo>
                <a:lnTo>
                  <a:pt x="379" y="250"/>
                </a:lnTo>
                <a:lnTo>
                  <a:pt x="379" y="249"/>
                </a:lnTo>
                <a:lnTo>
                  <a:pt x="379" y="248"/>
                </a:lnTo>
                <a:lnTo>
                  <a:pt x="380" y="247"/>
                </a:lnTo>
                <a:lnTo>
                  <a:pt x="381" y="246"/>
                </a:lnTo>
                <a:lnTo>
                  <a:pt x="381" y="245"/>
                </a:lnTo>
                <a:lnTo>
                  <a:pt x="382" y="245"/>
                </a:lnTo>
                <a:lnTo>
                  <a:pt x="383" y="245"/>
                </a:lnTo>
                <a:lnTo>
                  <a:pt x="383" y="246"/>
                </a:lnTo>
                <a:lnTo>
                  <a:pt x="384" y="247"/>
                </a:lnTo>
                <a:lnTo>
                  <a:pt x="384" y="248"/>
                </a:lnTo>
                <a:lnTo>
                  <a:pt x="385" y="250"/>
                </a:lnTo>
                <a:lnTo>
                  <a:pt x="385" y="251"/>
                </a:lnTo>
                <a:lnTo>
                  <a:pt x="386" y="251"/>
                </a:lnTo>
                <a:lnTo>
                  <a:pt x="386" y="250"/>
                </a:lnTo>
                <a:lnTo>
                  <a:pt x="386" y="249"/>
                </a:lnTo>
                <a:lnTo>
                  <a:pt x="387" y="249"/>
                </a:lnTo>
                <a:lnTo>
                  <a:pt x="387" y="250"/>
                </a:lnTo>
                <a:lnTo>
                  <a:pt x="388" y="250"/>
                </a:lnTo>
                <a:lnTo>
                  <a:pt x="388" y="251"/>
                </a:lnTo>
                <a:lnTo>
                  <a:pt x="388" y="252"/>
                </a:lnTo>
                <a:lnTo>
                  <a:pt x="389" y="254"/>
                </a:lnTo>
                <a:lnTo>
                  <a:pt x="390" y="255"/>
                </a:lnTo>
                <a:lnTo>
                  <a:pt x="390" y="256"/>
                </a:lnTo>
                <a:lnTo>
                  <a:pt x="391" y="256"/>
                </a:lnTo>
                <a:lnTo>
                  <a:pt x="391" y="257"/>
                </a:lnTo>
                <a:lnTo>
                  <a:pt x="392" y="257"/>
                </a:lnTo>
                <a:lnTo>
                  <a:pt x="392" y="258"/>
                </a:lnTo>
                <a:lnTo>
                  <a:pt x="393" y="259"/>
                </a:lnTo>
                <a:lnTo>
                  <a:pt x="393" y="260"/>
                </a:lnTo>
                <a:lnTo>
                  <a:pt x="394" y="260"/>
                </a:lnTo>
                <a:lnTo>
                  <a:pt x="393" y="261"/>
                </a:lnTo>
                <a:lnTo>
                  <a:pt x="392" y="261"/>
                </a:lnTo>
                <a:lnTo>
                  <a:pt x="392" y="262"/>
                </a:lnTo>
                <a:lnTo>
                  <a:pt x="393" y="262"/>
                </a:lnTo>
                <a:lnTo>
                  <a:pt x="393" y="263"/>
                </a:lnTo>
                <a:lnTo>
                  <a:pt x="392" y="263"/>
                </a:lnTo>
                <a:lnTo>
                  <a:pt x="392" y="264"/>
                </a:lnTo>
                <a:lnTo>
                  <a:pt x="393" y="264"/>
                </a:lnTo>
                <a:lnTo>
                  <a:pt x="394" y="264"/>
                </a:lnTo>
                <a:lnTo>
                  <a:pt x="395" y="264"/>
                </a:lnTo>
                <a:lnTo>
                  <a:pt x="395" y="265"/>
                </a:lnTo>
                <a:lnTo>
                  <a:pt x="394" y="266"/>
                </a:lnTo>
                <a:lnTo>
                  <a:pt x="394" y="267"/>
                </a:lnTo>
                <a:lnTo>
                  <a:pt x="395" y="266"/>
                </a:lnTo>
                <a:lnTo>
                  <a:pt x="396" y="266"/>
                </a:lnTo>
                <a:lnTo>
                  <a:pt x="396" y="267"/>
                </a:lnTo>
                <a:lnTo>
                  <a:pt x="395" y="267"/>
                </a:lnTo>
                <a:lnTo>
                  <a:pt x="395" y="268"/>
                </a:lnTo>
                <a:lnTo>
                  <a:pt x="396" y="268"/>
                </a:lnTo>
                <a:lnTo>
                  <a:pt x="397" y="268"/>
                </a:lnTo>
                <a:lnTo>
                  <a:pt x="397" y="269"/>
                </a:lnTo>
                <a:lnTo>
                  <a:pt x="396" y="269"/>
                </a:lnTo>
                <a:lnTo>
                  <a:pt x="396" y="270"/>
                </a:lnTo>
                <a:lnTo>
                  <a:pt x="397" y="270"/>
                </a:lnTo>
                <a:lnTo>
                  <a:pt x="398" y="270"/>
                </a:lnTo>
                <a:lnTo>
                  <a:pt x="398" y="271"/>
                </a:lnTo>
                <a:lnTo>
                  <a:pt x="399" y="270"/>
                </a:lnTo>
                <a:lnTo>
                  <a:pt x="399" y="271"/>
                </a:lnTo>
                <a:lnTo>
                  <a:pt x="400" y="271"/>
                </a:lnTo>
                <a:lnTo>
                  <a:pt x="401" y="272"/>
                </a:lnTo>
                <a:lnTo>
                  <a:pt x="400" y="272"/>
                </a:lnTo>
                <a:lnTo>
                  <a:pt x="400" y="273"/>
                </a:lnTo>
                <a:lnTo>
                  <a:pt x="401" y="273"/>
                </a:lnTo>
                <a:lnTo>
                  <a:pt x="401" y="272"/>
                </a:lnTo>
                <a:lnTo>
                  <a:pt x="402" y="272"/>
                </a:lnTo>
                <a:lnTo>
                  <a:pt x="402" y="273"/>
                </a:lnTo>
                <a:lnTo>
                  <a:pt x="403" y="273"/>
                </a:lnTo>
                <a:lnTo>
                  <a:pt x="404" y="273"/>
                </a:lnTo>
                <a:lnTo>
                  <a:pt x="403" y="274"/>
                </a:lnTo>
                <a:lnTo>
                  <a:pt x="404" y="274"/>
                </a:lnTo>
                <a:lnTo>
                  <a:pt x="405" y="274"/>
                </a:lnTo>
                <a:lnTo>
                  <a:pt x="405" y="275"/>
                </a:lnTo>
                <a:lnTo>
                  <a:pt x="406" y="275"/>
                </a:lnTo>
                <a:lnTo>
                  <a:pt x="407" y="275"/>
                </a:lnTo>
                <a:lnTo>
                  <a:pt x="407" y="276"/>
                </a:lnTo>
                <a:lnTo>
                  <a:pt x="408" y="276"/>
                </a:lnTo>
                <a:lnTo>
                  <a:pt x="409" y="277"/>
                </a:lnTo>
                <a:lnTo>
                  <a:pt x="411" y="278"/>
                </a:lnTo>
                <a:lnTo>
                  <a:pt x="412" y="278"/>
                </a:lnTo>
                <a:lnTo>
                  <a:pt x="411" y="276"/>
                </a:lnTo>
                <a:lnTo>
                  <a:pt x="411" y="275"/>
                </a:lnTo>
                <a:lnTo>
                  <a:pt x="410" y="274"/>
                </a:lnTo>
                <a:lnTo>
                  <a:pt x="411" y="273"/>
                </a:lnTo>
                <a:lnTo>
                  <a:pt x="411" y="272"/>
                </a:lnTo>
                <a:lnTo>
                  <a:pt x="411" y="271"/>
                </a:lnTo>
                <a:lnTo>
                  <a:pt x="411" y="269"/>
                </a:lnTo>
                <a:lnTo>
                  <a:pt x="411" y="268"/>
                </a:lnTo>
                <a:lnTo>
                  <a:pt x="411" y="267"/>
                </a:lnTo>
                <a:lnTo>
                  <a:pt x="411" y="265"/>
                </a:lnTo>
                <a:lnTo>
                  <a:pt x="411" y="264"/>
                </a:lnTo>
                <a:lnTo>
                  <a:pt x="412" y="263"/>
                </a:lnTo>
                <a:lnTo>
                  <a:pt x="413" y="262"/>
                </a:lnTo>
                <a:lnTo>
                  <a:pt x="414" y="262"/>
                </a:lnTo>
                <a:lnTo>
                  <a:pt x="415" y="263"/>
                </a:lnTo>
                <a:lnTo>
                  <a:pt x="416" y="264"/>
                </a:lnTo>
                <a:lnTo>
                  <a:pt x="417" y="265"/>
                </a:lnTo>
                <a:lnTo>
                  <a:pt x="418" y="265"/>
                </a:lnTo>
                <a:lnTo>
                  <a:pt x="418" y="264"/>
                </a:lnTo>
                <a:lnTo>
                  <a:pt x="419" y="263"/>
                </a:lnTo>
                <a:lnTo>
                  <a:pt x="418" y="262"/>
                </a:lnTo>
                <a:lnTo>
                  <a:pt x="418" y="260"/>
                </a:lnTo>
                <a:lnTo>
                  <a:pt x="417" y="259"/>
                </a:lnTo>
                <a:lnTo>
                  <a:pt x="417" y="258"/>
                </a:lnTo>
                <a:lnTo>
                  <a:pt x="416" y="257"/>
                </a:lnTo>
                <a:lnTo>
                  <a:pt x="415" y="256"/>
                </a:lnTo>
                <a:lnTo>
                  <a:pt x="415" y="255"/>
                </a:lnTo>
                <a:lnTo>
                  <a:pt x="415" y="254"/>
                </a:lnTo>
                <a:lnTo>
                  <a:pt x="416" y="254"/>
                </a:lnTo>
                <a:lnTo>
                  <a:pt x="416" y="255"/>
                </a:lnTo>
                <a:lnTo>
                  <a:pt x="417" y="255"/>
                </a:lnTo>
                <a:lnTo>
                  <a:pt x="418" y="255"/>
                </a:lnTo>
                <a:lnTo>
                  <a:pt x="418" y="256"/>
                </a:lnTo>
                <a:lnTo>
                  <a:pt x="419" y="257"/>
                </a:lnTo>
                <a:lnTo>
                  <a:pt x="420" y="257"/>
                </a:lnTo>
                <a:lnTo>
                  <a:pt x="421" y="258"/>
                </a:lnTo>
                <a:lnTo>
                  <a:pt x="422" y="258"/>
                </a:lnTo>
                <a:lnTo>
                  <a:pt x="423" y="258"/>
                </a:lnTo>
                <a:lnTo>
                  <a:pt x="423" y="259"/>
                </a:lnTo>
                <a:lnTo>
                  <a:pt x="424" y="259"/>
                </a:lnTo>
                <a:lnTo>
                  <a:pt x="424" y="258"/>
                </a:lnTo>
                <a:lnTo>
                  <a:pt x="424" y="257"/>
                </a:lnTo>
                <a:lnTo>
                  <a:pt x="425" y="257"/>
                </a:lnTo>
                <a:lnTo>
                  <a:pt x="425" y="258"/>
                </a:lnTo>
                <a:lnTo>
                  <a:pt x="425" y="259"/>
                </a:lnTo>
                <a:lnTo>
                  <a:pt x="425" y="260"/>
                </a:lnTo>
                <a:lnTo>
                  <a:pt x="426" y="260"/>
                </a:lnTo>
                <a:lnTo>
                  <a:pt x="426" y="261"/>
                </a:lnTo>
                <a:lnTo>
                  <a:pt x="427" y="261"/>
                </a:lnTo>
                <a:lnTo>
                  <a:pt x="427" y="260"/>
                </a:lnTo>
                <a:lnTo>
                  <a:pt x="428" y="259"/>
                </a:lnTo>
                <a:lnTo>
                  <a:pt x="429" y="259"/>
                </a:lnTo>
                <a:lnTo>
                  <a:pt x="429" y="258"/>
                </a:lnTo>
                <a:lnTo>
                  <a:pt x="429" y="259"/>
                </a:lnTo>
                <a:lnTo>
                  <a:pt x="430" y="260"/>
                </a:lnTo>
                <a:lnTo>
                  <a:pt x="432" y="260"/>
                </a:lnTo>
                <a:lnTo>
                  <a:pt x="433" y="260"/>
                </a:lnTo>
                <a:lnTo>
                  <a:pt x="434" y="260"/>
                </a:lnTo>
                <a:lnTo>
                  <a:pt x="435" y="260"/>
                </a:lnTo>
                <a:lnTo>
                  <a:pt x="435" y="261"/>
                </a:lnTo>
                <a:lnTo>
                  <a:pt x="436" y="261"/>
                </a:lnTo>
                <a:lnTo>
                  <a:pt x="437" y="262"/>
                </a:lnTo>
                <a:lnTo>
                  <a:pt x="437" y="261"/>
                </a:lnTo>
                <a:lnTo>
                  <a:pt x="438" y="261"/>
                </a:lnTo>
                <a:lnTo>
                  <a:pt x="438" y="262"/>
                </a:lnTo>
                <a:lnTo>
                  <a:pt x="439" y="262"/>
                </a:lnTo>
                <a:lnTo>
                  <a:pt x="439" y="263"/>
                </a:lnTo>
                <a:lnTo>
                  <a:pt x="439" y="262"/>
                </a:lnTo>
                <a:lnTo>
                  <a:pt x="440" y="262"/>
                </a:lnTo>
                <a:lnTo>
                  <a:pt x="440" y="263"/>
                </a:lnTo>
                <a:lnTo>
                  <a:pt x="441" y="264"/>
                </a:lnTo>
                <a:lnTo>
                  <a:pt x="441" y="265"/>
                </a:lnTo>
                <a:lnTo>
                  <a:pt x="442" y="265"/>
                </a:lnTo>
                <a:lnTo>
                  <a:pt x="442" y="264"/>
                </a:lnTo>
                <a:lnTo>
                  <a:pt x="443" y="265"/>
                </a:lnTo>
                <a:lnTo>
                  <a:pt x="444" y="265"/>
                </a:lnTo>
                <a:lnTo>
                  <a:pt x="445" y="267"/>
                </a:lnTo>
                <a:lnTo>
                  <a:pt x="446" y="267"/>
                </a:lnTo>
                <a:lnTo>
                  <a:pt x="447" y="266"/>
                </a:lnTo>
                <a:lnTo>
                  <a:pt x="448" y="265"/>
                </a:lnTo>
                <a:lnTo>
                  <a:pt x="449" y="264"/>
                </a:lnTo>
                <a:lnTo>
                  <a:pt x="450" y="264"/>
                </a:lnTo>
                <a:lnTo>
                  <a:pt x="451" y="264"/>
                </a:lnTo>
                <a:lnTo>
                  <a:pt x="452" y="264"/>
                </a:lnTo>
                <a:lnTo>
                  <a:pt x="453" y="264"/>
                </a:lnTo>
                <a:lnTo>
                  <a:pt x="454" y="264"/>
                </a:lnTo>
                <a:lnTo>
                  <a:pt x="454" y="263"/>
                </a:lnTo>
                <a:lnTo>
                  <a:pt x="455" y="262"/>
                </a:lnTo>
                <a:lnTo>
                  <a:pt x="456" y="262"/>
                </a:lnTo>
                <a:lnTo>
                  <a:pt x="457" y="261"/>
                </a:lnTo>
                <a:lnTo>
                  <a:pt x="457" y="260"/>
                </a:lnTo>
                <a:lnTo>
                  <a:pt x="458" y="259"/>
                </a:lnTo>
                <a:lnTo>
                  <a:pt x="459" y="259"/>
                </a:lnTo>
                <a:lnTo>
                  <a:pt x="460" y="258"/>
                </a:lnTo>
                <a:lnTo>
                  <a:pt x="460" y="257"/>
                </a:lnTo>
                <a:lnTo>
                  <a:pt x="461" y="257"/>
                </a:lnTo>
                <a:lnTo>
                  <a:pt x="462" y="256"/>
                </a:lnTo>
                <a:lnTo>
                  <a:pt x="463" y="256"/>
                </a:lnTo>
                <a:lnTo>
                  <a:pt x="464" y="256"/>
                </a:lnTo>
                <a:lnTo>
                  <a:pt x="464" y="257"/>
                </a:lnTo>
                <a:lnTo>
                  <a:pt x="466" y="258"/>
                </a:lnTo>
                <a:lnTo>
                  <a:pt x="467" y="258"/>
                </a:lnTo>
                <a:lnTo>
                  <a:pt x="468" y="258"/>
                </a:lnTo>
                <a:lnTo>
                  <a:pt x="468" y="257"/>
                </a:lnTo>
                <a:lnTo>
                  <a:pt x="468" y="258"/>
                </a:lnTo>
                <a:lnTo>
                  <a:pt x="468" y="259"/>
                </a:lnTo>
                <a:lnTo>
                  <a:pt x="468" y="260"/>
                </a:lnTo>
                <a:lnTo>
                  <a:pt x="468" y="263"/>
                </a:lnTo>
                <a:lnTo>
                  <a:pt x="469" y="264"/>
                </a:lnTo>
                <a:lnTo>
                  <a:pt x="469" y="263"/>
                </a:lnTo>
                <a:lnTo>
                  <a:pt x="469" y="262"/>
                </a:lnTo>
                <a:lnTo>
                  <a:pt x="469" y="261"/>
                </a:lnTo>
                <a:lnTo>
                  <a:pt x="469" y="260"/>
                </a:lnTo>
                <a:lnTo>
                  <a:pt x="470" y="260"/>
                </a:lnTo>
                <a:lnTo>
                  <a:pt x="470" y="259"/>
                </a:lnTo>
                <a:lnTo>
                  <a:pt x="471" y="259"/>
                </a:lnTo>
                <a:lnTo>
                  <a:pt x="472" y="259"/>
                </a:lnTo>
                <a:lnTo>
                  <a:pt x="473" y="260"/>
                </a:lnTo>
                <a:lnTo>
                  <a:pt x="474" y="260"/>
                </a:lnTo>
                <a:lnTo>
                  <a:pt x="475" y="258"/>
                </a:lnTo>
                <a:lnTo>
                  <a:pt x="476" y="256"/>
                </a:lnTo>
                <a:lnTo>
                  <a:pt x="477" y="256"/>
                </a:lnTo>
                <a:lnTo>
                  <a:pt x="478" y="256"/>
                </a:lnTo>
                <a:lnTo>
                  <a:pt x="479" y="256"/>
                </a:lnTo>
                <a:lnTo>
                  <a:pt x="480" y="254"/>
                </a:lnTo>
                <a:lnTo>
                  <a:pt x="480" y="253"/>
                </a:lnTo>
                <a:lnTo>
                  <a:pt x="480" y="252"/>
                </a:lnTo>
                <a:lnTo>
                  <a:pt x="481" y="252"/>
                </a:lnTo>
                <a:lnTo>
                  <a:pt x="482" y="251"/>
                </a:lnTo>
                <a:lnTo>
                  <a:pt x="482" y="250"/>
                </a:lnTo>
                <a:lnTo>
                  <a:pt x="483" y="249"/>
                </a:lnTo>
                <a:lnTo>
                  <a:pt x="483" y="248"/>
                </a:lnTo>
                <a:lnTo>
                  <a:pt x="483" y="247"/>
                </a:lnTo>
                <a:lnTo>
                  <a:pt x="483" y="246"/>
                </a:lnTo>
                <a:lnTo>
                  <a:pt x="483" y="245"/>
                </a:lnTo>
                <a:lnTo>
                  <a:pt x="483" y="244"/>
                </a:lnTo>
                <a:lnTo>
                  <a:pt x="483" y="243"/>
                </a:lnTo>
                <a:lnTo>
                  <a:pt x="483" y="242"/>
                </a:lnTo>
                <a:lnTo>
                  <a:pt x="484" y="242"/>
                </a:lnTo>
                <a:lnTo>
                  <a:pt x="484" y="241"/>
                </a:lnTo>
                <a:lnTo>
                  <a:pt x="484" y="240"/>
                </a:lnTo>
                <a:lnTo>
                  <a:pt x="483" y="240"/>
                </a:lnTo>
                <a:lnTo>
                  <a:pt x="483" y="239"/>
                </a:lnTo>
                <a:lnTo>
                  <a:pt x="484" y="238"/>
                </a:lnTo>
                <a:lnTo>
                  <a:pt x="484" y="237"/>
                </a:lnTo>
                <a:lnTo>
                  <a:pt x="484" y="236"/>
                </a:lnTo>
                <a:lnTo>
                  <a:pt x="485" y="234"/>
                </a:lnTo>
                <a:lnTo>
                  <a:pt x="484" y="234"/>
                </a:lnTo>
                <a:lnTo>
                  <a:pt x="484" y="233"/>
                </a:lnTo>
                <a:lnTo>
                  <a:pt x="483" y="233"/>
                </a:lnTo>
                <a:lnTo>
                  <a:pt x="483" y="232"/>
                </a:lnTo>
                <a:lnTo>
                  <a:pt x="483" y="231"/>
                </a:lnTo>
                <a:lnTo>
                  <a:pt x="483" y="229"/>
                </a:lnTo>
                <a:lnTo>
                  <a:pt x="482" y="229"/>
                </a:lnTo>
                <a:lnTo>
                  <a:pt x="482" y="228"/>
                </a:lnTo>
                <a:lnTo>
                  <a:pt x="481" y="228"/>
                </a:lnTo>
                <a:lnTo>
                  <a:pt x="481" y="227"/>
                </a:lnTo>
                <a:lnTo>
                  <a:pt x="480" y="226"/>
                </a:lnTo>
                <a:lnTo>
                  <a:pt x="479" y="226"/>
                </a:lnTo>
                <a:lnTo>
                  <a:pt x="479" y="225"/>
                </a:lnTo>
                <a:lnTo>
                  <a:pt x="478" y="225"/>
                </a:lnTo>
                <a:lnTo>
                  <a:pt x="478" y="224"/>
                </a:lnTo>
                <a:lnTo>
                  <a:pt x="477" y="224"/>
                </a:lnTo>
                <a:lnTo>
                  <a:pt x="476" y="224"/>
                </a:lnTo>
                <a:lnTo>
                  <a:pt x="476" y="223"/>
                </a:lnTo>
                <a:lnTo>
                  <a:pt x="475" y="222"/>
                </a:lnTo>
                <a:lnTo>
                  <a:pt x="473" y="222"/>
                </a:lnTo>
                <a:lnTo>
                  <a:pt x="472" y="222"/>
                </a:lnTo>
                <a:lnTo>
                  <a:pt x="471" y="221"/>
                </a:lnTo>
                <a:lnTo>
                  <a:pt x="471" y="220"/>
                </a:lnTo>
                <a:lnTo>
                  <a:pt x="472" y="219"/>
                </a:lnTo>
                <a:lnTo>
                  <a:pt x="472" y="218"/>
                </a:lnTo>
                <a:lnTo>
                  <a:pt x="472" y="217"/>
                </a:lnTo>
                <a:lnTo>
                  <a:pt x="472" y="216"/>
                </a:lnTo>
                <a:lnTo>
                  <a:pt x="472" y="215"/>
                </a:lnTo>
                <a:lnTo>
                  <a:pt x="473" y="214"/>
                </a:lnTo>
                <a:lnTo>
                  <a:pt x="472" y="214"/>
                </a:lnTo>
                <a:lnTo>
                  <a:pt x="472" y="213"/>
                </a:lnTo>
                <a:lnTo>
                  <a:pt x="472" y="212"/>
                </a:lnTo>
                <a:lnTo>
                  <a:pt x="472" y="210"/>
                </a:lnTo>
                <a:lnTo>
                  <a:pt x="472" y="209"/>
                </a:lnTo>
                <a:lnTo>
                  <a:pt x="473" y="209"/>
                </a:lnTo>
                <a:lnTo>
                  <a:pt x="476" y="210"/>
                </a:lnTo>
                <a:lnTo>
                  <a:pt x="477" y="210"/>
                </a:lnTo>
                <a:lnTo>
                  <a:pt x="478" y="210"/>
                </a:lnTo>
                <a:lnTo>
                  <a:pt x="479" y="210"/>
                </a:lnTo>
                <a:lnTo>
                  <a:pt x="479" y="209"/>
                </a:lnTo>
                <a:lnTo>
                  <a:pt x="478" y="208"/>
                </a:lnTo>
                <a:lnTo>
                  <a:pt x="478" y="207"/>
                </a:lnTo>
                <a:lnTo>
                  <a:pt x="478" y="206"/>
                </a:lnTo>
                <a:lnTo>
                  <a:pt x="478" y="205"/>
                </a:lnTo>
                <a:lnTo>
                  <a:pt x="478" y="204"/>
                </a:lnTo>
                <a:lnTo>
                  <a:pt x="479" y="204"/>
                </a:lnTo>
                <a:lnTo>
                  <a:pt x="479" y="203"/>
                </a:lnTo>
                <a:lnTo>
                  <a:pt x="479" y="202"/>
                </a:lnTo>
                <a:lnTo>
                  <a:pt x="479" y="201"/>
                </a:lnTo>
                <a:lnTo>
                  <a:pt x="478" y="201"/>
                </a:lnTo>
                <a:lnTo>
                  <a:pt x="478" y="200"/>
                </a:lnTo>
                <a:lnTo>
                  <a:pt x="477" y="199"/>
                </a:lnTo>
                <a:lnTo>
                  <a:pt x="476" y="199"/>
                </a:lnTo>
                <a:lnTo>
                  <a:pt x="475" y="199"/>
                </a:lnTo>
                <a:lnTo>
                  <a:pt x="474" y="199"/>
                </a:lnTo>
                <a:lnTo>
                  <a:pt x="474" y="198"/>
                </a:lnTo>
                <a:lnTo>
                  <a:pt x="475" y="198"/>
                </a:lnTo>
                <a:lnTo>
                  <a:pt x="475" y="197"/>
                </a:lnTo>
                <a:lnTo>
                  <a:pt x="474" y="195"/>
                </a:lnTo>
                <a:lnTo>
                  <a:pt x="474" y="194"/>
                </a:lnTo>
                <a:lnTo>
                  <a:pt x="475" y="193"/>
                </a:lnTo>
                <a:lnTo>
                  <a:pt x="476" y="193"/>
                </a:lnTo>
                <a:lnTo>
                  <a:pt x="477" y="193"/>
                </a:lnTo>
                <a:lnTo>
                  <a:pt x="478" y="193"/>
                </a:lnTo>
                <a:lnTo>
                  <a:pt x="478" y="192"/>
                </a:lnTo>
                <a:lnTo>
                  <a:pt x="478" y="191"/>
                </a:lnTo>
                <a:lnTo>
                  <a:pt x="478" y="190"/>
                </a:lnTo>
                <a:lnTo>
                  <a:pt x="477" y="189"/>
                </a:lnTo>
                <a:lnTo>
                  <a:pt x="476" y="189"/>
                </a:lnTo>
                <a:lnTo>
                  <a:pt x="476" y="188"/>
                </a:lnTo>
                <a:lnTo>
                  <a:pt x="476" y="187"/>
                </a:lnTo>
                <a:lnTo>
                  <a:pt x="476" y="186"/>
                </a:lnTo>
                <a:lnTo>
                  <a:pt x="477" y="186"/>
                </a:lnTo>
                <a:lnTo>
                  <a:pt x="477" y="185"/>
                </a:lnTo>
                <a:lnTo>
                  <a:pt x="476" y="185"/>
                </a:lnTo>
                <a:lnTo>
                  <a:pt x="476" y="184"/>
                </a:lnTo>
                <a:lnTo>
                  <a:pt x="475" y="184"/>
                </a:lnTo>
                <a:lnTo>
                  <a:pt x="475" y="183"/>
                </a:lnTo>
                <a:lnTo>
                  <a:pt x="475" y="182"/>
                </a:lnTo>
                <a:lnTo>
                  <a:pt x="474" y="182"/>
                </a:lnTo>
                <a:lnTo>
                  <a:pt x="473" y="182"/>
                </a:lnTo>
                <a:lnTo>
                  <a:pt x="473" y="181"/>
                </a:lnTo>
                <a:lnTo>
                  <a:pt x="473" y="180"/>
                </a:lnTo>
                <a:lnTo>
                  <a:pt x="474" y="180"/>
                </a:lnTo>
                <a:lnTo>
                  <a:pt x="474" y="179"/>
                </a:lnTo>
                <a:lnTo>
                  <a:pt x="474" y="178"/>
                </a:lnTo>
                <a:lnTo>
                  <a:pt x="474" y="179"/>
                </a:lnTo>
                <a:lnTo>
                  <a:pt x="473" y="179"/>
                </a:lnTo>
                <a:lnTo>
                  <a:pt x="472" y="178"/>
                </a:lnTo>
                <a:lnTo>
                  <a:pt x="472" y="177"/>
                </a:lnTo>
                <a:lnTo>
                  <a:pt x="473" y="176"/>
                </a:lnTo>
                <a:lnTo>
                  <a:pt x="473" y="175"/>
                </a:lnTo>
                <a:lnTo>
                  <a:pt x="473" y="174"/>
                </a:lnTo>
                <a:lnTo>
                  <a:pt x="473" y="173"/>
                </a:lnTo>
                <a:lnTo>
                  <a:pt x="474" y="173"/>
                </a:lnTo>
                <a:lnTo>
                  <a:pt x="475" y="172"/>
                </a:lnTo>
                <a:lnTo>
                  <a:pt x="476" y="172"/>
                </a:lnTo>
                <a:lnTo>
                  <a:pt x="477" y="172"/>
                </a:lnTo>
                <a:lnTo>
                  <a:pt x="477" y="171"/>
                </a:lnTo>
                <a:lnTo>
                  <a:pt x="477" y="170"/>
                </a:lnTo>
                <a:lnTo>
                  <a:pt x="478" y="169"/>
                </a:lnTo>
                <a:lnTo>
                  <a:pt x="478" y="170"/>
                </a:lnTo>
                <a:lnTo>
                  <a:pt x="479" y="170"/>
                </a:lnTo>
                <a:lnTo>
                  <a:pt x="479" y="168"/>
                </a:lnTo>
                <a:lnTo>
                  <a:pt x="479" y="167"/>
                </a:lnTo>
                <a:lnTo>
                  <a:pt x="480" y="167"/>
                </a:lnTo>
                <a:lnTo>
                  <a:pt x="481" y="166"/>
                </a:lnTo>
                <a:lnTo>
                  <a:pt x="482" y="166"/>
                </a:lnTo>
                <a:lnTo>
                  <a:pt x="483" y="166"/>
                </a:lnTo>
                <a:lnTo>
                  <a:pt x="483" y="167"/>
                </a:lnTo>
                <a:lnTo>
                  <a:pt x="483" y="168"/>
                </a:lnTo>
                <a:lnTo>
                  <a:pt x="483" y="169"/>
                </a:lnTo>
                <a:lnTo>
                  <a:pt x="485" y="169"/>
                </a:lnTo>
                <a:lnTo>
                  <a:pt x="485" y="168"/>
                </a:lnTo>
                <a:lnTo>
                  <a:pt x="485" y="167"/>
                </a:lnTo>
                <a:lnTo>
                  <a:pt x="485" y="166"/>
                </a:lnTo>
                <a:lnTo>
                  <a:pt x="486" y="166"/>
                </a:lnTo>
                <a:lnTo>
                  <a:pt x="486" y="167"/>
                </a:lnTo>
                <a:lnTo>
                  <a:pt x="487" y="167"/>
                </a:lnTo>
                <a:lnTo>
                  <a:pt x="488" y="168"/>
                </a:lnTo>
                <a:lnTo>
                  <a:pt x="490" y="168"/>
                </a:lnTo>
                <a:lnTo>
                  <a:pt x="491" y="167"/>
                </a:lnTo>
                <a:lnTo>
                  <a:pt x="492" y="167"/>
                </a:lnTo>
                <a:lnTo>
                  <a:pt x="492" y="168"/>
                </a:lnTo>
                <a:lnTo>
                  <a:pt x="493" y="168"/>
                </a:lnTo>
                <a:lnTo>
                  <a:pt x="495" y="168"/>
                </a:lnTo>
                <a:lnTo>
                  <a:pt x="495" y="169"/>
                </a:lnTo>
                <a:lnTo>
                  <a:pt x="496" y="170"/>
                </a:lnTo>
                <a:lnTo>
                  <a:pt x="496" y="171"/>
                </a:lnTo>
                <a:lnTo>
                  <a:pt x="497" y="171"/>
                </a:lnTo>
                <a:lnTo>
                  <a:pt x="498" y="171"/>
                </a:lnTo>
                <a:lnTo>
                  <a:pt x="498" y="172"/>
                </a:lnTo>
                <a:lnTo>
                  <a:pt x="499" y="172"/>
                </a:lnTo>
                <a:lnTo>
                  <a:pt x="498" y="173"/>
                </a:lnTo>
                <a:lnTo>
                  <a:pt x="498" y="174"/>
                </a:lnTo>
                <a:lnTo>
                  <a:pt x="499" y="174"/>
                </a:lnTo>
                <a:lnTo>
                  <a:pt x="499" y="175"/>
                </a:lnTo>
                <a:lnTo>
                  <a:pt x="500" y="175"/>
                </a:lnTo>
                <a:lnTo>
                  <a:pt x="500" y="177"/>
                </a:lnTo>
                <a:lnTo>
                  <a:pt x="500" y="178"/>
                </a:lnTo>
                <a:lnTo>
                  <a:pt x="501" y="178"/>
                </a:lnTo>
                <a:lnTo>
                  <a:pt x="502" y="179"/>
                </a:lnTo>
                <a:lnTo>
                  <a:pt x="502" y="180"/>
                </a:lnTo>
                <a:lnTo>
                  <a:pt x="502" y="181"/>
                </a:lnTo>
                <a:lnTo>
                  <a:pt x="502" y="182"/>
                </a:lnTo>
                <a:lnTo>
                  <a:pt x="503" y="182"/>
                </a:lnTo>
                <a:lnTo>
                  <a:pt x="504" y="182"/>
                </a:lnTo>
                <a:lnTo>
                  <a:pt x="504" y="183"/>
                </a:lnTo>
                <a:lnTo>
                  <a:pt x="504" y="184"/>
                </a:lnTo>
                <a:lnTo>
                  <a:pt x="505" y="185"/>
                </a:lnTo>
                <a:lnTo>
                  <a:pt x="506" y="185"/>
                </a:lnTo>
                <a:lnTo>
                  <a:pt x="506" y="184"/>
                </a:lnTo>
                <a:lnTo>
                  <a:pt x="506" y="183"/>
                </a:lnTo>
                <a:lnTo>
                  <a:pt x="506" y="182"/>
                </a:lnTo>
                <a:lnTo>
                  <a:pt x="506" y="181"/>
                </a:lnTo>
                <a:lnTo>
                  <a:pt x="506" y="180"/>
                </a:lnTo>
                <a:lnTo>
                  <a:pt x="507" y="180"/>
                </a:lnTo>
                <a:lnTo>
                  <a:pt x="506" y="179"/>
                </a:lnTo>
                <a:lnTo>
                  <a:pt x="506" y="178"/>
                </a:lnTo>
                <a:lnTo>
                  <a:pt x="506" y="177"/>
                </a:lnTo>
                <a:lnTo>
                  <a:pt x="506" y="176"/>
                </a:lnTo>
                <a:lnTo>
                  <a:pt x="507" y="175"/>
                </a:lnTo>
                <a:lnTo>
                  <a:pt x="507" y="174"/>
                </a:lnTo>
                <a:lnTo>
                  <a:pt x="508" y="174"/>
                </a:lnTo>
                <a:lnTo>
                  <a:pt x="509" y="174"/>
                </a:lnTo>
                <a:lnTo>
                  <a:pt x="510" y="174"/>
                </a:lnTo>
                <a:lnTo>
                  <a:pt x="511" y="174"/>
                </a:lnTo>
                <a:lnTo>
                  <a:pt x="512" y="174"/>
                </a:lnTo>
                <a:lnTo>
                  <a:pt x="513" y="174"/>
                </a:lnTo>
                <a:lnTo>
                  <a:pt x="514" y="174"/>
                </a:lnTo>
                <a:lnTo>
                  <a:pt x="514" y="175"/>
                </a:lnTo>
                <a:lnTo>
                  <a:pt x="514" y="174"/>
                </a:lnTo>
                <a:lnTo>
                  <a:pt x="515" y="174"/>
                </a:lnTo>
                <a:lnTo>
                  <a:pt x="516" y="175"/>
                </a:lnTo>
                <a:lnTo>
                  <a:pt x="517" y="175"/>
                </a:lnTo>
                <a:lnTo>
                  <a:pt x="517" y="174"/>
                </a:lnTo>
                <a:lnTo>
                  <a:pt x="518" y="174"/>
                </a:lnTo>
                <a:lnTo>
                  <a:pt x="519" y="175"/>
                </a:lnTo>
                <a:lnTo>
                  <a:pt x="519" y="176"/>
                </a:lnTo>
                <a:lnTo>
                  <a:pt x="520" y="177"/>
                </a:lnTo>
                <a:lnTo>
                  <a:pt x="520" y="178"/>
                </a:lnTo>
                <a:lnTo>
                  <a:pt x="521" y="178"/>
                </a:lnTo>
                <a:lnTo>
                  <a:pt x="521" y="179"/>
                </a:lnTo>
                <a:lnTo>
                  <a:pt x="521" y="180"/>
                </a:lnTo>
                <a:lnTo>
                  <a:pt x="522" y="180"/>
                </a:lnTo>
                <a:lnTo>
                  <a:pt x="523" y="181"/>
                </a:lnTo>
                <a:lnTo>
                  <a:pt x="523" y="182"/>
                </a:lnTo>
                <a:lnTo>
                  <a:pt x="524" y="182"/>
                </a:lnTo>
                <a:lnTo>
                  <a:pt x="525" y="183"/>
                </a:lnTo>
                <a:lnTo>
                  <a:pt x="526" y="183"/>
                </a:lnTo>
                <a:lnTo>
                  <a:pt x="527" y="184"/>
                </a:lnTo>
                <a:lnTo>
                  <a:pt x="527" y="185"/>
                </a:lnTo>
                <a:lnTo>
                  <a:pt x="529" y="186"/>
                </a:lnTo>
                <a:lnTo>
                  <a:pt x="529" y="187"/>
                </a:lnTo>
                <a:lnTo>
                  <a:pt x="530" y="187"/>
                </a:lnTo>
                <a:lnTo>
                  <a:pt x="530" y="188"/>
                </a:lnTo>
                <a:lnTo>
                  <a:pt x="531" y="189"/>
                </a:lnTo>
                <a:lnTo>
                  <a:pt x="532" y="190"/>
                </a:lnTo>
                <a:lnTo>
                  <a:pt x="532" y="191"/>
                </a:lnTo>
                <a:lnTo>
                  <a:pt x="533" y="191"/>
                </a:lnTo>
                <a:lnTo>
                  <a:pt x="533" y="192"/>
                </a:lnTo>
                <a:lnTo>
                  <a:pt x="534" y="193"/>
                </a:lnTo>
                <a:lnTo>
                  <a:pt x="535" y="193"/>
                </a:lnTo>
                <a:lnTo>
                  <a:pt x="535" y="194"/>
                </a:lnTo>
                <a:lnTo>
                  <a:pt x="536" y="194"/>
                </a:lnTo>
                <a:lnTo>
                  <a:pt x="536" y="193"/>
                </a:lnTo>
                <a:lnTo>
                  <a:pt x="537" y="192"/>
                </a:lnTo>
                <a:lnTo>
                  <a:pt x="538" y="191"/>
                </a:lnTo>
                <a:lnTo>
                  <a:pt x="538" y="190"/>
                </a:lnTo>
                <a:lnTo>
                  <a:pt x="538" y="189"/>
                </a:lnTo>
                <a:lnTo>
                  <a:pt x="539" y="189"/>
                </a:lnTo>
                <a:lnTo>
                  <a:pt x="539" y="186"/>
                </a:lnTo>
                <a:lnTo>
                  <a:pt x="539" y="185"/>
                </a:lnTo>
                <a:lnTo>
                  <a:pt x="540" y="185"/>
                </a:lnTo>
                <a:lnTo>
                  <a:pt x="541" y="184"/>
                </a:lnTo>
                <a:lnTo>
                  <a:pt x="541" y="183"/>
                </a:lnTo>
                <a:lnTo>
                  <a:pt x="542" y="183"/>
                </a:lnTo>
                <a:lnTo>
                  <a:pt x="543" y="182"/>
                </a:lnTo>
                <a:lnTo>
                  <a:pt x="543" y="181"/>
                </a:lnTo>
                <a:lnTo>
                  <a:pt x="542" y="180"/>
                </a:lnTo>
                <a:lnTo>
                  <a:pt x="542" y="179"/>
                </a:lnTo>
                <a:lnTo>
                  <a:pt x="543" y="179"/>
                </a:lnTo>
                <a:lnTo>
                  <a:pt x="545" y="178"/>
                </a:lnTo>
                <a:lnTo>
                  <a:pt x="546" y="177"/>
                </a:lnTo>
                <a:lnTo>
                  <a:pt x="547" y="176"/>
                </a:lnTo>
                <a:lnTo>
                  <a:pt x="548" y="174"/>
                </a:lnTo>
                <a:lnTo>
                  <a:pt x="548" y="173"/>
                </a:lnTo>
                <a:lnTo>
                  <a:pt x="548" y="172"/>
                </a:lnTo>
                <a:lnTo>
                  <a:pt x="548" y="171"/>
                </a:lnTo>
                <a:lnTo>
                  <a:pt x="549" y="170"/>
                </a:lnTo>
                <a:lnTo>
                  <a:pt x="550" y="169"/>
                </a:lnTo>
                <a:lnTo>
                  <a:pt x="550" y="168"/>
                </a:lnTo>
                <a:lnTo>
                  <a:pt x="549" y="167"/>
                </a:lnTo>
                <a:lnTo>
                  <a:pt x="548" y="166"/>
                </a:lnTo>
                <a:lnTo>
                  <a:pt x="547" y="166"/>
                </a:lnTo>
                <a:lnTo>
                  <a:pt x="547" y="165"/>
                </a:lnTo>
                <a:lnTo>
                  <a:pt x="546" y="164"/>
                </a:lnTo>
                <a:lnTo>
                  <a:pt x="545" y="164"/>
                </a:lnTo>
                <a:lnTo>
                  <a:pt x="544" y="164"/>
                </a:lnTo>
                <a:lnTo>
                  <a:pt x="543" y="164"/>
                </a:lnTo>
                <a:lnTo>
                  <a:pt x="542" y="164"/>
                </a:lnTo>
                <a:lnTo>
                  <a:pt x="542" y="163"/>
                </a:lnTo>
                <a:lnTo>
                  <a:pt x="541" y="163"/>
                </a:lnTo>
                <a:lnTo>
                  <a:pt x="540" y="163"/>
                </a:lnTo>
                <a:lnTo>
                  <a:pt x="540" y="162"/>
                </a:lnTo>
                <a:lnTo>
                  <a:pt x="539" y="161"/>
                </a:lnTo>
                <a:lnTo>
                  <a:pt x="539" y="160"/>
                </a:lnTo>
                <a:lnTo>
                  <a:pt x="539" y="159"/>
                </a:lnTo>
                <a:lnTo>
                  <a:pt x="539" y="158"/>
                </a:lnTo>
                <a:lnTo>
                  <a:pt x="539" y="157"/>
                </a:lnTo>
                <a:lnTo>
                  <a:pt x="539" y="156"/>
                </a:lnTo>
                <a:lnTo>
                  <a:pt x="540" y="155"/>
                </a:lnTo>
                <a:lnTo>
                  <a:pt x="540" y="153"/>
                </a:lnTo>
                <a:lnTo>
                  <a:pt x="541" y="152"/>
                </a:lnTo>
                <a:lnTo>
                  <a:pt x="541" y="151"/>
                </a:lnTo>
                <a:lnTo>
                  <a:pt x="542" y="150"/>
                </a:lnTo>
                <a:lnTo>
                  <a:pt x="542" y="149"/>
                </a:lnTo>
                <a:lnTo>
                  <a:pt x="542" y="148"/>
                </a:lnTo>
                <a:lnTo>
                  <a:pt x="543" y="148"/>
                </a:lnTo>
                <a:lnTo>
                  <a:pt x="544" y="147"/>
                </a:lnTo>
                <a:lnTo>
                  <a:pt x="544" y="146"/>
                </a:lnTo>
                <a:lnTo>
                  <a:pt x="545" y="146"/>
                </a:lnTo>
                <a:lnTo>
                  <a:pt x="545" y="145"/>
                </a:lnTo>
                <a:lnTo>
                  <a:pt x="545" y="144"/>
                </a:lnTo>
                <a:lnTo>
                  <a:pt x="545" y="143"/>
                </a:lnTo>
                <a:lnTo>
                  <a:pt x="546" y="143"/>
                </a:lnTo>
                <a:lnTo>
                  <a:pt x="547" y="143"/>
                </a:lnTo>
                <a:lnTo>
                  <a:pt x="548" y="142"/>
                </a:lnTo>
                <a:lnTo>
                  <a:pt x="549" y="142"/>
                </a:lnTo>
                <a:lnTo>
                  <a:pt x="551" y="142"/>
                </a:lnTo>
                <a:lnTo>
                  <a:pt x="554" y="142"/>
                </a:lnTo>
                <a:lnTo>
                  <a:pt x="555" y="141"/>
                </a:lnTo>
                <a:lnTo>
                  <a:pt x="554" y="141"/>
                </a:lnTo>
                <a:lnTo>
                  <a:pt x="554" y="140"/>
                </a:lnTo>
                <a:lnTo>
                  <a:pt x="554" y="139"/>
                </a:lnTo>
                <a:lnTo>
                  <a:pt x="554" y="138"/>
                </a:lnTo>
                <a:lnTo>
                  <a:pt x="554" y="137"/>
                </a:lnTo>
                <a:lnTo>
                  <a:pt x="555" y="135"/>
                </a:lnTo>
                <a:lnTo>
                  <a:pt x="555" y="133"/>
                </a:lnTo>
                <a:lnTo>
                  <a:pt x="555" y="132"/>
                </a:lnTo>
                <a:lnTo>
                  <a:pt x="555" y="131"/>
                </a:lnTo>
                <a:lnTo>
                  <a:pt x="556" y="131"/>
                </a:lnTo>
                <a:lnTo>
                  <a:pt x="556" y="128"/>
                </a:lnTo>
                <a:lnTo>
                  <a:pt x="555" y="128"/>
                </a:lnTo>
                <a:lnTo>
                  <a:pt x="555" y="127"/>
                </a:lnTo>
                <a:lnTo>
                  <a:pt x="556" y="126"/>
                </a:lnTo>
                <a:lnTo>
                  <a:pt x="557" y="125"/>
                </a:lnTo>
                <a:lnTo>
                  <a:pt x="557" y="126"/>
                </a:lnTo>
                <a:lnTo>
                  <a:pt x="557" y="125"/>
                </a:lnTo>
                <a:lnTo>
                  <a:pt x="558" y="125"/>
                </a:lnTo>
                <a:lnTo>
                  <a:pt x="559" y="125"/>
                </a:lnTo>
                <a:lnTo>
                  <a:pt x="559" y="126"/>
                </a:lnTo>
                <a:lnTo>
                  <a:pt x="559" y="127"/>
                </a:lnTo>
                <a:lnTo>
                  <a:pt x="560" y="127"/>
                </a:lnTo>
                <a:lnTo>
                  <a:pt x="560" y="126"/>
                </a:lnTo>
                <a:lnTo>
                  <a:pt x="561" y="126"/>
                </a:lnTo>
                <a:lnTo>
                  <a:pt x="562" y="126"/>
                </a:lnTo>
                <a:lnTo>
                  <a:pt x="563" y="124"/>
                </a:lnTo>
                <a:lnTo>
                  <a:pt x="563" y="123"/>
                </a:lnTo>
                <a:lnTo>
                  <a:pt x="563" y="122"/>
                </a:lnTo>
                <a:lnTo>
                  <a:pt x="563" y="120"/>
                </a:lnTo>
                <a:lnTo>
                  <a:pt x="564" y="120"/>
                </a:lnTo>
                <a:lnTo>
                  <a:pt x="564" y="119"/>
                </a:lnTo>
                <a:lnTo>
                  <a:pt x="564" y="118"/>
                </a:lnTo>
                <a:lnTo>
                  <a:pt x="565" y="119"/>
                </a:lnTo>
                <a:lnTo>
                  <a:pt x="565" y="120"/>
                </a:lnTo>
                <a:lnTo>
                  <a:pt x="566" y="120"/>
                </a:lnTo>
                <a:lnTo>
                  <a:pt x="566" y="121"/>
                </a:lnTo>
                <a:lnTo>
                  <a:pt x="567" y="121"/>
                </a:lnTo>
                <a:lnTo>
                  <a:pt x="568" y="122"/>
                </a:lnTo>
                <a:lnTo>
                  <a:pt x="569" y="122"/>
                </a:lnTo>
                <a:lnTo>
                  <a:pt x="569" y="123"/>
                </a:lnTo>
                <a:lnTo>
                  <a:pt x="569" y="124"/>
                </a:lnTo>
                <a:lnTo>
                  <a:pt x="569" y="125"/>
                </a:lnTo>
                <a:lnTo>
                  <a:pt x="570" y="125"/>
                </a:lnTo>
                <a:lnTo>
                  <a:pt x="571" y="125"/>
                </a:lnTo>
                <a:lnTo>
                  <a:pt x="571" y="126"/>
                </a:lnTo>
                <a:lnTo>
                  <a:pt x="572" y="127"/>
                </a:lnTo>
                <a:lnTo>
                  <a:pt x="572" y="128"/>
                </a:lnTo>
                <a:lnTo>
                  <a:pt x="572" y="129"/>
                </a:lnTo>
                <a:lnTo>
                  <a:pt x="571" y="129"/>
                </a:lnTo>
                <a:lnTo>
                  <a:pt x="571" y="130"/>
                </a:lnTo>
                <a:lnTo>
                  <a:pt x="571" y="131"/>
                </a:lnTo>
                <a:lnTo>
                  <a:pt x="570" y="132"/>
                </a:lnTo>
                <a:lnTo>
                  <a:pt x="571" y="132"/>
                </a:lnTo>
                <a:lnTo>
                  <a:pt x="571" y="133"/>
                </a:lnTo>
                <a:lnTo>
                  <a:pt x="571" y="134"/>
                </a:lnTo>
                <a:lnTo>
                  <a:pt x="571" y="135"/>
                </a:lnTo>
                <a:lnTo>
                  <a:pt x="571" y="136"/>
                </a:lnTo>
                <a:lnTo>
                  <a:pt x="571" y="137"/>
                </a:lnTo>
                <a:lnTo>
                  <a:pt x="572" y="137"/>
                </a:lnTo>
                <a:lnTo>
                  <a:pt x="572" y="138"/>
                </a:lnTo>
                <a:lnTo>
                  <a:pt x="574" y="138"/>
                </a:lnTo>
                <a:lnTo>
                  <a:pt x="574" y="139"/>
                </a:lnTo>
                <a:lnTo>
                  <a:pt x="574" y="140"/>
                </a:lnTo>
                <a:lnTo>
                  <a:pt x="574" y="141"/>
                </a:lnTo>
                <a:lnTo>
                  <a:pt x="574" y="142"/>
                </a:lnTo>
                <a:lnTo>
                  <a:pt x="573" y="142"/>
                </a:lnTo>
                <a:lnTo>
                  <a:pt x="574" y="143"/>
                </a:lnTo>
                <a:lnTo>
                  <a:pt x="575" y="143"/>
                </a:lnTo>
                <a:lnTo>
                  <a:pt x="576" y="143"/>
                </a:lnTo>
                <a:lnTo>
                  <a:pt x="576" y="144"/>
                </a:lnTo>
                <a:lnTo>
                  <a:pt x="575" y="144"/>
                </a:lnTo>
                <a:lnTo>
                  <a:pt x="574" y="144"/>
                </a:lnTo>
                <a:lnTo>
                  <a:pt x="572" y="146"/>
                </a:lnTo>
                <a:lnTo>
                  <a:pt x="573" y="146"/>
                </a:lnTo>
                <a:lnTo>
                  <a:pt x="573" y="147"/>
                </a:lnTo>
                <a:lnTo>
                  <a:pt x="572" y="148"/>
                </a:lnTo>
                <a:lnTo>
                  <a:pt x="572" y="149"/>
                </a:lnTo>
                <a:lnTo>
                  <a:pt x="571" y="149"/>
                </a:lnTo>
                <a:lnTo>
                  <a:pt x="571" y="150"/>
                </a:lnTo>
                <a:lnTo>
                  <a:pt x="570" y="151"/>
                </a:lnTo>
                <a:lnTo>
                  <a:pt x="569" y="151"/>
                </a:lnTo>
                <a:lnTo>
                  <a:pt x="569" y="152"/>
                </a:lnTo>
                <a:lnTo>
                  <a:pt x="568" y="152"/>
                </a:lnTo>
                <a:lnTo>
                  <a:pt x="568" y="154"/>
                </a:lnTo>
                <a:lnTo>
                  <a:pt x="568" y="155"/>
                </a:lnTo>
                <a:lnTo>
                  <a:pt x="568" y="156"/>
                </a:lnTo>
                <a:lnTo>
                  <a:pt x="567" y="156"/>
                </a:lnTo>
                <a:lnTo>
                  <a:pt x="567" y="157"/>
                </a:lnTo>
                <a:lnTo>
                  <a:pt x="567" y="159"/>
                </a:lnTo>
                <a:lnTo>
                  <a:pt x="567" y="160"/>
                </a:lnTo>
                <a:lnTo>
                  <a:pt x="566" y="160"/>
                </a:lnTo>
                <a:lnTo>
                  <a:pt x="566" y="161"/>
                </a:lnTo>
                <a:lnTo>
                  <a:pt x="567" y="161"/>
                </a:lnTo>
                <a:lnTo>
                  <a:pt x="567" y="162"/>
                </a:lnTo>
                <a:lnTo>
                  <a:pt x="567" y="163"/>
                </a:lnTo>
                <a:lnTo>
                  <a:pt x="565" y="163"/>
                </a:lnTo>
                <a:lnTo>
                  <a:pt x="564" y="163"/>
                </a:lnTo>
                <a:lnTo>
                  <a:pt x="564" y="164"/>
                </a:lnTo>
                <a:lnTo>
                  <a:pt x="564" y="165"/>
                </a:lnTo>
                <a:lnTo>
                  <a:pt x="563" y="165"/>
                </a:lnTo>
                <a:lnTo>
                  <a:pt x="562" y="166"/>
                </a:lnTo>
                <a:lnTo>
                  <a:pt x="561" y="166"/>
                </a:lnTo>
                <a:lnTo>
                  <a:pt x="561" y="167"/>
                </a:lnTo>
                <a:lnTo>
                  <a:pt x="561" y="168"/>
                </a:lnTo>
                <a:lnTo>
                  <a:pt x="560" y="169"/>
                </a:lnTo>
                <a:lnTo>
                  <a:pt x="559" y="168"/>
                </a:lnTo>
                <a:lnTo>
                  <a:pt x="559" y="167"/>
                </a:lnTo>
                <a:lnTo>
                  <a:pt x="558" y="166"/>
                </a:lnTo>
                <a:lnTo>
                  <a:pt x="558" y="167"/>
                </a:lnTo>
                <a:lnTo>
                  <a:pt x="557" y="168"/>
                </a:lnTo>
                <a:lnTo>
                  <a:pt x="556" y="167"/>
                </a:lnTo>
                <a:lnTo>
                  <a:pt x="556" y="168"/>
                </a:lnTo>
                <a:lnTo>
                  <a:pt x="556" y="169"/>
                </a:lnTo>
                <a:lnTo>
                  <a:pt x="555" y="169"/>
                </a:lnTo>
                <a:lnTo>
                  <a:pt x="554" y="169"/>
                </a:lnTo>
                <a:lnTo>
                  <a:pt x="553" y="169"/>
                </a:lnTo>
                <a:lnTo>
                  <a:pt x="553" y="170"/>
                </a:lnTo>
                <a:lnTo>
                  <a:pt x="554" y="170"/>
                </a:lnTo>
                <a:lnTo>
                  <a:pt x="554" y="171"/>
                </a:lnTo>
                <a:lnTo>
                  <a:pt x="554" y="172"/>
                </a:lnTo>
                <a:lnTo>
                  <a:pt x="553" y="172"/>
                </a:lnTo>
                <a:lnTo>
                  <a:pt x="554" y="173"/>
                </a:lnTo>
                <a:lnTo>
                  <a:pt x="555" y="175"/>
                </a:lnTo>
                <a:lnTo>
                  <a:pt x="556" y="175"/>
                </a:lnTo>
                <a:lnTo>
                  <a:pt x="557" y="175"/>
                </a:lnTo>
                <a:lnTo>
                  <a:pt x="558" y="176"/>
                </a:lnTo>
                <a:lnTo>
                  <a:pt x="558" y="177"/>
                </a:lnTo>
                <a:lnTo>
                  <a:pt x="559" y="177"/>
                </a:lnTo>
                <a:lnTo>
                  <a:pt x="561" y="178"/>
                </a:lnTo>
                <a:lnTo>
                  <a:pt x="561" y="179"/>
                </a:lnTo>
                <a:lnTo>
                  <a:pt x="561" y="180"/>
                </a:lnTo>
                <a:lnTo>
                  <a:pt x="561" y="181"/>
                </a:lnTo>
                <a:lnTo>
                  <a:pt x="562" y="181"/>
                </a:lnTo>
                <a:lnTo>
                  <a:pt x="562" y="182"/>
                </a:lnTo>
                <a:lnTo>
                  <a:pt x="562" y="183"/>
                </a:lnTo>
                <a:lnTo>
                  <a:pt x="561" y="186"/>
                </a:lnTo>
                <a:lnTo>
                  <a:pt x="561" y="188"/>
                </a:lnTo>
                <a:lnTo>
                  <a:pt x="561" y="189"/>
                </a:lnTo>
                <a:lnTo>
                  <a:pt x="560" y="190"/>
                </a:lnTo>
                <a:lnTo>
                  <a:pt x="559" y="190"/>
                </a:lnTo>
                <a:lnTo>
                  <a:pt x="560" y="192"/>
                </a:lnTo>
                <a:lnTo>
                  <a:pt x="561" y="192"/>
                </a:lnTo>
                <a:lnTo>
                  <a:pt x="562" y="193"/>
                </a:lnTo>
                <a:lnTo>
                  <a:pt x="562" y="194"/>
                </a:lnTo>
                <a:lnTo>
                  <a:pt x="563" y="194"/>
                </a:lnTo>
                <a:lnTo>
                  <a:pt x="564" y="194"/>
                </a:lnTo>
                <a:lnTo>
                  <a:pt x="564" y="195"/>
                </a:lnTo>
                <a:lnTo>
                  <a:pt x="565" y="195"/>
                </a:lnTo>
                <a:lnTo>
                  <a:pt x="566" y="193"/>
                </a:lnTo>
                <a:lnTo>
                  <a:pt x="566" y="192"/>
                </a:lnTo>
                <a:lnTo>
                  <a:pt x="567" y="190"/>
                </a:lnTo>
                <a:lnTo>
                  <a:pt x="568" y="190"/>
                </a:lnTo>
                <a:lnTo>
                  <a:pt x="569" y="189"/>
                </a:lnTo>
                <a:lnTo>
                  <a:pt x="570" y="188"/>
                </a:lnTo>
                <a:lnTo>
                  <a:pt x="571" y="188"/>
                </a:lnTo>
                <a:lnTo>
                  <a:pt x="572" y="187"/>
                </a:lnTo>
                <a:lnTo>
                  <a:pt x="572" y="186"/>
                </a:lnTo>
                <a:lnTo>
                  <a:pt x="573" y="186"/>
                </a:lnTo>
                <a:lnTo>
                  <a:pt x="573" y="184"/>
                </a:lnTo>
                <a:lnTo>
                  <a:pt x="573" y="183"/>
                </a:lnTo>
                <a:lnTo>
                  <a:pt x="573" y="182"/>
                </a:lnTo>
                <a:lnTo>
                  <a:pt x="574" y="182"/>
                </a:lnTo>
                <a:lnTo>
                  <a:pt x="575" y="182"/>
                </a:lnTo>
                <a:lnTo>
                  <a:pt x="577" y="182"/>
                </a:lnTo>
                <a:lnTo>
                  <a:pt x="578" y="182"/>
                </a:lnTo>
                <a:lnTo>
                  <a:pt x="579" y="181"/>
                </a:lnTo>
                <a:lnTo>
                  <a:pt x="579" y="180"/>
                </a:lnTo>
                <a:lnTo>
                  <a:pt x="580" y="180"/>
                </a:lnTo>
                <a:lnTo>
                  <a:pt x="581" y="181"/>
                </a:lnTo>
                <a:lnTo>
                  <a:pt x="581" y="180"/>
                </a:lnTo>
                <a:lnTo>
                  <a:pt x="582" y="180"/>
                </a:lnTo>
                <a:lnTo>
                  <a:pt x="583" y="181"/>
                </a:lnTo>
                <a:lnTo>
                  <a:pt x="584" y="181"/>
                </a:lnTo>
                <a:lnTo>
                  <a:pt x="585" y="182"/>
                </a:lnTo>
                <a:lnTo>
                  <a:pt x="586" y="181"/>
                </a:lnTo>
                <a:lnTo>
                  <a:pt x="587" y="181"/>
                </a:lnTo>
                <a:lnTo>
                  <a:pt x="588" y="182"/>
                </a:lnTo>
                <a:lnTo>
                  <a:pt x="589" y="182"/>
                </a:lnTo>
                <a:lnTo>
                  <a:pt x="590" y="181"/>
                </a:lnTo>
                <a:lnTo>
                  <a:pt x="591" y="181"/>
                </a:lnTo>
                <a:lnTo>
                  <a:pt x="593" y="181"/>
                </a:lnTo>
                <a:lnTo>
                  <a:pt x="593" y="182"/>
                </a:lnTo>
                <a:lnTo>
                  <a:pt x="593" y="181"/>
                </a:lnTo>
                <a:lnTo>
                  <a:pt x="593" y="180"/>
                </a:lnTo>
                <a:lnTo>
                  <a:pt x="594" y="180"/>
                </a:lnTo>
                <a:lnTo>
                  <a:pt x="594" y="179"/>
                </a:lnTo>
                <a:lnTo>
                  <a:pt x="595" y="179"/>
                </a:lnTo>
                <a:lnTo>
                  <a:pt x="595" y="178"/>
                </a:lnTo>
                <a:lnTo>
                  <a:pt x="594" y="178"/>
                </a:lnTo>
                <a:lnTo>
                  <a:pt x="594" y="177"/>
                </a:lnTo>
                <a:lnTo>
                  <a:pt x="595" y="176"/>
                </a:lnTo>
                <a:lnTo>
                  <a:pt x="596" y="175"/>
                </a:lnTo>
                <a:lnTo>
                  <a:pt x="595" y="174"/>
                </a:lnTo>
                <a:lnTo>
                  <a:pt x="596" y="173"/>
                </a:lnTo>
                <a:lnTo>
                  <a:pt x="597" y="172"/>
                </a:lnTo>
                <a:lnTo>
                  <a:pt x="597" y="171"/>
                </a:lnTo>
                <a:lnTo>
                  <a:pt x="596" y="171"/>
                </a:lnTo>
                <a:lnTo>
                  <a:pt x="596" y="170"/>
                </a:lnTo>
                <a:lnTo>
                  <a:pt x="596" y="168"/>
                </a:lnTo>
                <a:lnTo>
                  <a:pt x="597" y="167"/>
                </a:lnTo>
                <a:lnTo>
                  <a:pt x="597" y="166"/>
                </a:lnTo>
                <a:lnTo>
                  <a:pt x="598" y="166"/>
                </a:lnTo>
                <a:lnTo>
                  <a:pt x="598" y="167"/>
                </a:lnTo>
                <a:lnTo>
                  <a:pt x="597" y="167"/>
                </a:lnTo>
                <a:lnTo>
                  <a:pt x="598" y="168"/>
                </a:lnTo>
                <a:lnTo>
                  <a:pt x="599" y="169"/>
                </a:lnTo>
                <a:lnTo>
                  <a:pt x="601" y="170"/>
                </a:lnTo>
                <a:lnTo>
                  <a:pt x="602" y="171"/>
                </a:lnTo>
                <a:lnTo>
                  <a:pt x="602" y="172"/>
                </a:lnTo>
                <a:lnTo>
                  <a:pt x="602" y="173"/>
                </a:lnTo>
                <a:lnTo>
                  <a:pt x="602" y="174"/>
                </a:lnTo>
                <a:lnTo>
                  <a:pt x="603" y="175"/>
                </a:lnTo>
                <a:lnTo>
                  <a:pt x="605" y="176"/>
                </a:lnTo>
                <a:lnTo>
                  <a:pt x="606" y="177"/>
                </a:lnTo>
                <a:lnTo>
                  <a:pt x="607" y="177"/>
                </a:lnTo>
                <a:lnTo>
                  <a:pt x="608" y="178"/>
                </a:lnTo>
                <a:lnTo>
                  <a:pt x="609" y="178"/>
                </a:lnTo>
                <a:lnTo>
                  <a:pt x="609" y="177"/>
                </a:lnTo>
                <a:lnTo>
                  <a:pt x="610" y="176"/>
                </a:lnTo>
                <a:lnTo>
                  <a:pt x="610" y="175"/>
                </a:lnTo>
                <a:lnTo>
                  <a:pt x="609" y="175"/>
                </a:lnTo>
                <a:lnTo>
                  <a:pt x="610" y="174"/>
                </a:lnTo>
                <a:lnTo>
                  <a:pt x="610" y="173"/>
                </a:lnTo>
                <a:lnTo>
                  <a:pt x="609" y="171"/>
                </a:lnTo>
                <a:lnTo>
                  <a:pt x="609" y="170"/>
                </a:lnTo>
                <a:lnTo>
                  <a:pt x="609" y="169"/>
                </a:lnTo>
                <a:lnTo>
                  <a:pt x="609" y="168"/>
                </a:lnTo>
                <a:lnTo>
                  <a:pt x="609" y="167"/>
                </a:lnTo>
                <a:lnTo>
                  <a:pt x="609" y="166"/>
                </a:lnTo>
                <a:lnTo>
                  <a:pt x="608" y="166"/>
                </a:lnTo>
                <a:lnTo>
                  <a:pt x="608" y="165"/>
                </a:lnTo>
                <a:lnTo>
                  <a:pt x="608" y="164"/>
                </a:lnTo>
                <a:lnTo>
                  <a:pt x="609" y="164"/>
                </a:lnTo>
                <a:lnTo>
                  <a:pt x="609" y="163"/>
                </a:lnTo>
                <a:lnTo>
                  <a:pt x="608" y="163"/>
                </a:lnTo>
                <a:lnTo>
                  <a:pt x="608" y="162"/>
                </a:lnTo>
                <a:lnTo>
                  <a:pt x="607" y="162"/>
                </a:lnTo>
                <a:lnTo>
                  <a:pt x="607" y="161"/>
                </a:lnTo>
                <a:lnTo>
                  <a:pt x="607" y="160"/>
                </a:lnTo>
                <a:lnTo>
                  <a:pt x="608" y="160"/>
                </a:lnTo>
                <a:lnTo>
                  <a:pt x="609" y="159"/>
                </a:lnTo>
                <a:lnTo>
                  <a:pt x="609" y="158"/>
                </a:lnTo>
                <a:lnTo>
                  <a:pt x="610" y="158"/>
                </a:lnTo>
                <a:lnTo>
                  <a:pt x="610" y="157"/>
                </a:lnTo>
                <a:lnTo>
                  <a:pt x="611" y="157"/>
                </a:lnTo>
                <a:lnTo>
                  <a:pt x="613" y="155"/>
                </a:lnTo>
                <a:lnTo>
                  <a:pt x="612" y="155"/>
                </a:lnTo>
                <a:lnTo>
                  <a:pt x="612" y="154"/>
                </a:lnTo>
                <a:lnTo>
                  <a:pt x="612" y="153"/>
                </a:lnTo>
                <a:lnTo>
                  <a:pt x="613" y="153"/>
                </a:lnTo>
                <a:lnTo>
                  <a:pt x="613" y="152"/>
                </a:lnTo>
                <a:lnTo>
                  <a:pt x="614" y="152"/>
                </a:lnTo>
                <a:lnTo>
                  <a:pt x="615" y="152"/>
                </a:lnTo>
                <a:lnTo>
                  <a:pt x="616" y="151"/>
                </a:lnTo>
                <a:lnTo>
                  <a:pt x="616" y="150"/>
                </a:lnTo>
                <a:lnTo>
                  <a:pt x="616" y="149"/>
                </a:lnTo>
                <a:lnTo>
                  <a:pt x="617" y="148"/>
                </a:lnTo>
                <a:lnTo>
                  <a:pt x="617" y="147"/>
                </a:lnTo>
                <a:lnTo>
                  <a:pt x="617" y="148"/>
                </a:lnTo>
                <a:lnTo>
                  <a:pt x="617" y="149"/>
                </a:lnTo>
                <a:lnTo>
                  <a:pt x="618" y="150"/>
                </a:lnTo>
                <a:lnTo>
                  <a:pt x="619" y="150"/>
                </a:lnTo>
                <a:lnTo>
                  <a:pt x="620" y="149"/>
                </a:lnTo>
                <a:lnTo>
                  <a:pt x="621" y="149"/>
                </a:lnTo>
                <a:lnTo>
                  <a:pt x="621" y="150"/>
                </a:lnTo>
                <a:lnTo>
                  <a:pt x="622" y="151"/>
                </a:lnTo>
                <a:lnTo>
                  <a:pt x="622" y="152"/>
                </a:lnTo>
                <a:lnTo>
                  <a:pt x="624" y="151"/>
                </a:lnTo>
                <a:lnTo>
                  <a:pt x="625" y="151"/>
                </a:lnTo>
                <a:lnTo>
                  <a:pt x="626" y="150"/>
                </a:lnTo>
                <a:lnTo>
                  <a:pt x="626" y="149"/>
                </a:lnTo>
                <a:lnTo>
                  <a:pt x="627" y="149"/>
                </a:lnTo>
                <a:lnTo>
                  <a:pt x="627" y="150"/>
                </a:lnTo>
                <a:lnTo>
                  <a:pt x="628" y="151"/>
                </a:lnTo>
                <a:lnTo>
                  <a:pt x="628" y="152"/>
                </a:lnTo>
                <a:lnTo>
                  <a:pt x="629" y="153"/>
                </a:lnTo>
                <a:lnTo>
                  <a:pt x="629" y="152"/>
                </a:lnTo>
                <a:lnTo>
                  <a:pt x="630" y="151"/>
                </a:lnTo>
                <a:lnTo>
                  <a:pt x="629" y="151"/>
                </a:lnTo>
                <a:lnTo>
                  <a:pt x="629" y="150"/>
                </a:lnTo>
                <a:lnTo>
                  <a:pt x="629" y="149"/>
                </a:lnTo>
                <a:lnTo>
                  <a:pt x="630" y="149"/>
                </a:lnTo>
                <a:lnTo>
                  <a:pt x="631" y="149"/>
                </a:lnTo>
                <a:lnTo>
                  <a:pt x="631" y="150"/>
                </a:lnTo>
                <a:lnTo>
                  <a:pt x="632" y="151"/>
                </a:lnTo>
                <a:lnTo>
                  <a:pt x="633" y="151"/>
                </a:lnTo>
                <a:lnTo>
                  <a:pt x="633" y="150"/>
                </a:lnTo>
                <a:lnTo>
                  <a:pt x="633" y="149"/>
                </a:lnTo>
                <a:lnTo>
                  <a:pt x="634" y="149"/>
                </a:lnTo>
                <a:lnTo>
                  <a:pt x="634" y="147"/>
                </a:lnTo>
                <a:lnTo>
                  <a:pt x="635" y="147"/>
                </a:lnTo>
                <a:lnTo>
                  <a:pt x="636" y="146"/>
                </a:lnTo>
                <a:lnTo>
                  <a:pt x="637" y="146"/>
                </a:lnTo>
                <a:lnTo>
                  <a:pt x="638" y="146"/>
                </a:lnTo>
                <a:lnTo>
                  <a:pt x="638" y="145"/>
                </a:lnTo>
                <a:lnTo>
                  <a:pt x="638" y="144"/>
                </a:lnTo>
                <a:lnTo>
                  <a:pt x="639" y="143"/>
                </a:lnTo>
                <a:lnTo>
                  <a:pt x="640" y="143"/>
                </a:lnTo>
                <a:lnTo>
                  <a:pt x="641" y="144"/>
                </a:lnTo>
                <a:lnTo>
                  <a:pt x="642" y="144"/>
                </a:lnTo>
                <a:lnTo>
                  <a:pt x="642" y="143"/>
                </a:lnTo>
                <a:lnTo>
                  <a:pt x="641" y="142"/>
                </a:lnTo>
                <a:lnTo>
                  <a:pt x="640" y="142"/>
                </a:lnTo>
                <a:lnTo>
                  <a:pt x="640" y="141"/>
                </a:lnTo>
                <a:lnTo>
                  <a:pt x="641" y="140"/>
                </a:lnTo>
                <a:lnTo>
                  <a:pt x="641" y="141"/>
                </a:lnTo>
                <a:lnTo>
                  <a:pt x="642" y="141"/>
                </a:lnTo>
                <a:lnTo>
                  <a:pt x="642" y="142"/>
                </a:lnTo>
                <a:lnTo>
                  <a:pt x="642" y="143"/>
                </a:lnTo>
                <a:lnTo>
                  <a:pt x="643" y="143"/>
                </a:lnTo>
                <a:lnTo>
                  <a:pt x="643" y="144"/>
                </a:lnTo>
                <a:lnTo>
                  <a:pt x="644" y="144"/>
                </a:lnTo>
                <a:lnTo>
                  <a:pt x="644" y="143"/>
                </a:lnTo>
                <a:lnTo>
                  <a:pt x="644" y="142"/>
                </a:lnTo>
                <a:lnTo>
                  <a:pt x="643" y="142"/>
                </a:lnTo>
                <a:lnTo>
                  <a:pt x="643" y="141"/>
                </a:lnTo>
                <a:lnTo>
                  <a:pt x="642" y="141"/>
                </a:lnTo>
                <a:lnTo>
                  <a:pt x="642" y="140"/>
                </a:lnTo>
                <a:lnTo>
                  <a:pt x="641" y="140"/>
                </a:lnTo>
                <a:lnTo>
                  <a:pt x="641" y="139"/>
                </a:lnTo>
                <a:lnTo>
                  <a:pt x="640" y="139"/>
                </a:lnTo>
                <a:lnTo>
                  <a:pt x="640" y="138"/>
                </a:lnTo>
                <a:lnTo>
                  <a:pt x="641" y="137"/>
                </a:lnTo>
                <a:lnTo>
                  <a:pt x="641" y="136"/>
                </a:lnTo>
                <a:lnTo>
                  <a:pt x="641" y="135"/>
                </a:lnTo>
                <a:lnTo>
                  <a:pt x="641" y="134"/>
                </a:lnTo>
                <a:lnTo>
                  <a:pt x="640" y="134"/>
                </a:lnTo>
                <a:lnTo>
                  <a:pt x="640" y="133"/>
                </a:lnTo>
                <a:lnTo>
                  <a:pt x="639" y="132"/>
                </a:lnTo>
                <a:lnTo>
                  <a:pt x="640" y="131"/>
                </a:lnTo>
                <a:lnTo>
                  <a:pt x="641" y="131"/>
                </a:lnTo>
                <a:lnTo>
                  <a:pt x="641" y="132"/>
                </a:lnTo>
                <a:lnTo>
                  <a:pt x="642" y="132"/>
                </a:lnTo>
                <a:lnTo>
                  <a:pt x="643" y="132"/>
                </a:lnTo>
                <a:lnTo>
                  <a:pt x="643" y="131"/>
                </a:lnTo>
                <a:lnTo>
                  <a:pt x="644" y="131"/>
                </a:lnTo>
                <a:lnTo>
                  <a:pt x="644" y="130"/>
                </a:lnTo>
                <a:lnTo>
                  <a:pt x="643" y="130"/>
                </a:lnTo>
                <a:lnTo>
                  <a:pt x="643" y="129"/>
                </a:lnTo>
                <a:lnTo>
                  <a:pt x="642" y="129"/>
                </a:lnTo>
                <a:lnTo>
                  <a:pt x="641" y="128"/>
                </a:lnTo>
                <a:lnTo>
                  <a:pt x="640" y="127"/>
                </a:lnTo>
                <a:lnTo>
                  <a:pt x="640" y="126"/>
                </a:lnTo>
                <a:lnTo>
                  <a:pt x="640" y="125"/>
                </a:lnTo>
                <a:lnTo>
                  <a:pt x="639" y="125"/>
                </a:lnTo>
                <a:lnTo>
                  <a:pt x="638" y="125"/>
                </a:lnTo>
                <a:lnTo>
                  <a:pt x="637" y="125"/>
                </a:lnTo>
                <a:lnTo>
                  <a:pt x="637" y="124"/>
                </a:lnTo>
                <a:lnTo>
                  <a:pt x="635" y="124"/>
                </a:lnTo>
                <a:lnTo>
                  <a:pt x="634" y="123"/>
                </a:lnTo>
                <a:lnTo>
                  <a:pt x="634" y="122"/>
                </a:lnTo>
                <a:lnTo>
                  <a:pt x="633" y="122"/>
                </a:lnTo>
                <a:lnTo>
                  <a:pt x="632" y="122"/>
                </a:lnTo>
                <a:lnTo>
                  <a:pt x="631" y="121"/>
                </a:lnTo>
                <a:lnTo>
                  <a:pt x="630" y="121"/>
                </a:lnTo>
                <a:lnTo>
                  <a:pt x="629" y="120"/>
                </a:lnTo>
                <a:lnTo>
                  <a:pt x="628" y="120"/>
                </a:lnTo>
                <a:lnTo>
                  <a:pt x="627" y="120"/>
                </a:lnTo>
                <a:lnTo>
                  <a:pt x="627" y="119"/>
                </a:lnTo>
                <a:lnTo>
                  <a:pt x="626" y="118"/>
                </a:lnTo>
                <a:lnTo>
                  <a:pt x="627" y="118"/>
                </a:lnTo>
                <a:lnTo>
                  <a:pt x="627" y="117"/>
                </a:lnTo>
                <a:lnTo>
                  <a:pt x="626" y="117"/>
                </a:lnTo>
                <a:lnTo>
                  <a:pt x="626" y="116"/>
                </a:lnTo>
                <a:lnTo>
                  <a:pt x="626" y="115"/>
                </a:lnTo>
                <a:lnTo>
                  <a:pt x="626" y="114"/>
                </a:lnTo>
                <a:lnTo>
                  <a:pt x="626" y="113"/>
                </a:lnTo>
                <a:lnTo>
                  <a:pt x="625" y="113"/>
                </a:lnTo>
                <a:lnTo>
                  <a:pt x="625" y="112"/>
                </a:lnTo>
                <a:lnTo>
                  <a:pt x="624" y="111"/>
                </a:lnTo>
                <a:lnTo>
                  <a:pt x="624" y="110"/>
                </a:lnTo>
                <a:lnTo>
                  <a:pt x="624" y="109"/>
                </a:lnTo>
                <a:lnTo>
                  <a:pt x="625" y="107"/>
                </a:lnTo>
                <a:lnTo>
                  <a:pt x="626" y="105"/>
                </a:lnTo>
                <a:lnTo>
                  <a:pt x="626" y="103"/>
                </a:lnTo>
                <a:lnTo>
                  <a:pt x="627" y="103"/>
                </a:lnTo>
                <a:lnTo>
                  <a:pt x="627" y="102"/>
                </a:lnTo>
                <a:lnTo>
                  <a:pt x="627" y="101"/>
                </a:lnTo>
                <a:lnTo>
                  <a:pt x="627" y="100"/>
                </a:lnTo>
                <a:lnTo>
                  <a:pt x="626" y="100"/>
                </a:lnTo>
                <a:lnTo>
                  <a:pt x="625" y="100"/>
                </a:lnTo>
                <a:lnTo>
                  <a:pt x="625" y="101"/>
                </a:lnTo>
                <a:lnTo>
                  <a:pt x="624" y="101"/>
                </a:lnTo>
                <a:lnTo>
                  <a:pt x="624" y="102"/>
                </a:lnTo>
                <a:lnTo>
                  <a:pt x="623" y="103"/>
                </a:lnTo>
                <a:lnTo>
                  <a:pt x="623" y="104"/>
                </a:lnTo>
                <a:lnTo>
                  <a:pt x="622" y="104"/>
                </a:lnTo>
                <a:lnTo>
                  <a:pt x="622" y="103"/>
                </a:lnTo>
                <a:lnTo>
                  <a:pt x="621" y="103"/>
                </a:lnTo>
                <a:lnTo>
                  <a:pt x="620" y="102"/>
                </a:lnTo>
                <a:lnTo>
                  <a:pt x="620" y="101"/>
                </a:lnTo>
                <a:lnTo>
                  <a:pt x="621" y="101"/>
                </a:lnTo>
                <a:lnTo>
                  <a:pt x="621" y="100"/>
                </a:lnTo>
                <a:lnTo>
                  <a:pt x="622" y="100"/>
                </a:lnTo>
                <a:lnTo>
                  <a:pt x="623" y="99"/>
                </a:lnTo>
                <a:lnTo>
                  <a:pt x="624" y="98"/>
                </a:lnTo>
                <a:lnTo>
                  <a:pt x="625" y="97"/>
                </a:lnTo>
                <a:lnTo>
                  <a:pt x="625" y="96"/>
                </a:lnTo>
                <a:lnTo>
                  <a:pt x="624" y="95"/>
                </a:lnTo>
                <a:lnTo>
                  <a:pt x="623" y="94"/>
                </a:lnTo>
                <a:lnTo>
                  <a:pt x="623" y="93"/>
                </a:lnTo>
                <a:lnTo>
                  <a:pt x="622" y="93"/>
                </a:lnTo>
                <a:lnTo>
                  <a:pt x="621" y="93"/>
                </a:lnTo>
                <a:lnTo>
                  <a:pt x="621" y="92"/>
                </a:lnTo>
                <a:lnTo>
                  <a:pt x="620" y="92"/>
                </a:lnTo>
                <a:lnTo>
                  <a:pt x="619" y="92"/>
                </a:lnTo>
                <a:lnTo>
                  <a:pt x="616" y="92"/>
                </a:lnTo>
                <a:lnTo>
                  <a:pt x="615" y="92"/>
                </a:lnTo>
                <a:lnTo>
                  <a:pt x="615" y="91"/>
                </a:lnTo>
                <a:lnTo>
                  <a:pt x="615" y="90"/>
                </a:lnTo>
                <a:lnTo>
                  <a:pt x="615" y="89"/>
                </a:lnTo>
                <a:lnTo>
                  <a:pt x="616" y="88"/>
                </a:lnTo>
                <a:lnTo>
                  <a:pt x="617" y="88"/>
                </a:lnTo>
                <a:lnTo>
                  <a:pt x="617" y="87"/>
                </a:lnTo>
                <a:lnTo>
                  <a:pt x="618" y="87"/>
                </a:lnTo>
                <a:lnTo>
                  <a:pt x="618" y="86"/>
                </a:lnTo>
                <a:lnTo>
                  <a:pt x="619" y="85"/>
                </a:lnTo>
                <a:lnTo>
                  <a:pt x="619" y="84"/>
                </a:lnTo>
                <a:lnTo>
                  <a:pt x="618" y="83"/>
                </a:lnTo>
                <a:lnTo>
                  <a:pt x="618" y="82"/>
                </a:lnTo>
                <a:lnTo>
                  <a:pt x="617" y="82"/>
                </a:lnTo>
                <a:lnTo>
                  <a:pt x="617" y="80"/>
                </a:lnTo>
                <a:lnTo>
                  <a:pt x="616" y="80"/>
                </a:lnTo>
                <a:lnTo>
                  <a:pt x="615" y="80"/>
                </a:lnTo>
                <a:lnTo>
                  <a:pt x="615" y="79"/>
                </a:lnTo>
                <a:lnTo>
                  <a:pt x="614" y="79"/>
                </a:lnTo>
                <a:lnTo>
                  <a:pt x="614" y="78"/>
                </a:lnTo>
                <a:lnTo>
                  <a:pt x="614" y="77"/>
                </a:lnTo>
                <a:lnTo>
                  <a:pt x="613" y="76"/>
                </a:lnTo>
                <a:lnTo>
                  <a:pt x="612" y="75"/>
                </a:lnTo>
                <a:lnTo>
                  <a:pt x="612" y="74"/>
                </a:lnTo>
                <a:lnTo>
                  <a:pt x="611" y="74"/>
                </a:lnTo>
                <a:lnTo>
                  <a:pt x="611" y="73"/>
                </a:lnTo>
                <a:lnTo>
                  <a:pt x="610" y="71"/>
                </a:lnTo>
                <a:lnTo>
                  <a:pt x="609" y="70"/>
                </a:lnTo>
                <a:lnTo>
                  <a:pt x="608" y="69"/>
                </a:lnTo>
                <a:lnTo>
                  <a:pt x="607" y="68"/>
                </a:lnTo>
                <a:lnTo>
                  <a:pt x="606" y="67"/>
                </a:lnTo>
                <a:lnTo>
                  <a:pt x="606" y="66"/>
                </a:lnTo>
                <a:lnTo>
                  <a:pt x="605" y="65"/>
                </a:lnTo>
                <a:lnTo>
                  <a:pt x="603" y="64"/>
                </a:lnTo>
                <a:lnTo>
                  <a:pt x="602" y="64"/>
                </a:lnTo>
                <a:lnTo>
                  <a:pt x="603" y="64"/>
                </a:lnTo>
                <a:lnTo>
                  <a:pt x="604" y="63"/>
                </a:lnTo>
                <a:lnTo>
                  <a:pt x="604" y="62"/>
                </a:lnTo>
                <a:lnTo>
                  <a:pt x="605" y="62"/>
                </a:lnTo>
                <a:lnTo>
                  <a:pt x="607" y="61"/>
                </a:lnTo>
                <a:lnTo>
                  <a:pt x="608" y="62"/>
                </a:lnTo>
                <a:lnTo>
                  <a:pt x="609" y="62"/>
                </a:lnTo>
                <a:lnTo>
                  <a:pt x="608" y="63"/>
                </a:lnTo>
                <a:lnTo>
                  <a:pt x="608" y="64"/>
                </a:lnTo>
                <a:lnTo>
                  <a:pt x="609" y="63"/>
                </a:lnTo>
                <a:lnTo>
                  <a:pt x="609" y="62"/>
                </a:lnTo>
                <a:lnTo>
                  <a:pt x="611" y="62"/>
                </a:lnTo>
                <a:lnTo>
                  <a:pt x="611" y="63"/>
                </a:lnTo>
                <a:lnTo>
                  <a:pt x="610" y="63"/>
                </a:lnTo>
                <a:lnTo>
                  <a:pt x="611" y="63"/>
                </a:lnTo>
                <a:lnTo>
                  <a:pt x="611" y="64"/>
                </a:lnTo>
                <a:lnTo>
                  <a:pt x="612" y="64"/>
                </a:lnTo>
                <a:lnTo>
                  <a:pt x="613" y="64"/>
                </a:lnTo>
                <a:lnTo>
                  <a:pt x="612" y="64"/>
                </a:lnTo>
                <a:lnTo>
                  <a:pt x="612" y="65"/>
                </a:lnTo>
                <a:lnTo>
                  <a:pt x="613" y="65"/>
                </a:lnTo>
                <a:lnTo>
                  <a:pt x="614" y="65"/>
                </a:lnTo>
                <a:lnTo>
                  <a:pt x="616" y="65"/>
                </a:lnTo>
                <a:lnTo>
                  <a:pt x="616" y="64"/>
                </a:lnTo>
                <a:lnTo>
                  <a:pt x="615" y="64"/>
                </a:lnTo>
                <a:lnTo>
                  <a:pt x="614" y="64"/>
                </a:lnTo>
                <a:lnTo>
                  <a:pt x="615" y="64"/>
                </a:lnTo>
                <a:lnTo>
                  <a:pt x="616" y="64"/>
                </a:lnTo>
                <a:lnTo>
                  <a:pt x="616" y="63"/>
                </a:lnTo>
                <a:lnTo>
                  <a:pt x="616" y="62"/>
                </a:lnTo>
                <a:lnTo>
                  <a:pt x="617" y="61"/>
                </a:lnTo>
                <a:lnTo>
                  <a:pt x="617" y="62"/>
                </a:lnTo>
                <a:lnTo>
                  <a:pt x="618" y="62"/>
                </a:lnTo>
                <a:lnTo>
                  <a:pt x="618" y="63"/>
                </a:lnTo>
                <a:lnTo>
                  <a:pt x="617" y="63"/>
                </a:lnTo>
                <a:lnTo>
                  <a:pt x="617" y="64"/>
                </a:lnTo>
                <a:lnTo>
                  <a:pt x="618" y="64"/>
                </a:lnTo>
                <a:lnTo>
                  <a:pt x="619" y="64"/>
                </a:lnTo>
                <a:lnTo>
                  <a:pt x="618" y="64"/>
                </a:lnTo>
                <a:lnTo>
                  <a:pt x="618" y="63"/>
                </a:lnTo>
                <a:lnTo>
                  <a:pt x="619" y="61"/>
                </a:lnTo>
                <a:lnTo>
                  <a:pt x="620" y="61"/>
                </a:lnTo>
                <a:lnTo>
                  <a:pt x="621" y="61"/>
                </a:lnTo>
                <a:lnTo>
                  <a:pt x="621" y="62"/>
                </a:lnTo>
                <a:lnTo>
                  <a:pt x="622" y="63"/>
                </a:lnTo>
                <a:lnTo>
                  <a:pt x="623" y="62"/>
                </a:lnTo>
                <a:lnTo>
                  <a:pt x="624" y="62"/>
                </a:lnTo>
                <a:lnTo>
                  <a:pt x="624" y="61"/>
                </a:lnTo>
                <a:lnTo>
                  <a:pt x="624" y="60"/>
                </a:lnTo>
                <a:lnTo>
                  <a:pt x="625" y="60"/>
                </a:lnTo>
                <a:lnTo>
                  <a:pt x="626" y="61"/>
                </a:lnTo>
                <a:lnTo>
                  <a:pt x="625" y="62"/>
                </a:lnTo>
                <a:lnTo>
                  <a:pt x="624" y="64"/>
                </a:lnTo>
                <a:lnTo>
                  <a:pt x="625" y="64"/>
                </a:lnTo>
                <a:lnTo>
                  <a:pt x="626" y="63"/>
                </a:lnTo>
                <a:lnTo>
                  <a:pt x="626" y="62"/>
                </a:lnTo>
                <a:lnTo>
                  <a:pt x="627" y="62"/>
                </a:lnTo>
                <a:lnTo>
                  <a:pt x="627" y="63"/>
                </a:lnTo>
                <a:lnTo>
                  <a:pt x="628" y="63"/>
                </a:lnTo>
                <a:lnTo>
                  <a:pt x="628" y="64"/>
                </a:lnTo>
                <a:lnTo>
                  <a:pt x="629" y="64"/>
                </a:lnTo>
                <a:lnTo>
                  <a:pt x="629" y="63"/>
                </a:lnTo>
                <a:lnTo>
                  <a:pt x="630" y="63"/>
                </a:lnTo>
                <a:lnTo>
                  <a:pt x="631" y="63"/>
                </a:lnTo>
                <a:lnTo>
                  <a:pt x="631" y="64"/>
                </a:lnTo>
                <a:lnTo>
                  <a:pt x="632" y="64"/>
                </a:lnTo>
                <a:lnTo>
                  <a:pt x="632" y="63"/>
                </a:lnTo>
                <a:lnTo>
                  <a:pt x="633" y="63"/>
                </a:lnTo>
                <a:lnTo>
                  <a:pt x="633" y="64"/>
                </a:lnTo>
                <a:lnTo>
                  <a:pt x="634" y="64"/>
                </a:lnTo>
                <a:lnTo>
                  <a:pt x="635" y="64"/>
                </a:lnTo>
                <a:lnTo>
                  <a:pt x="635" y="63"/>
                </a:lnTo>
                <a:lnTo>
                  <a:pt x="635" y="60"/>
                </a:lnTo>
                <a:lnTo>
                  <a:pt x="635" y="59"/>
                </a:lnTo>
                <a:lnTo>
                  <a:pt x="636" y="57"/>
                </a:lnTo>
                <a:lnTo>
                  <a:pt x="637" y="55"/>
                </a:lnTo>
                <a:lnTo>
                  <a:pt x="637" y="54"/>
                </a:lnTo>
                <a:lnTo>
                  <a:pt x="638" y="53"/>
                </a:lnTo>
                <a:lnTo>
                  <a:pt x="639" y="52"/>
                </a:lnTo>
                <a:lnTo>
                  <a:pt x="639" y="51"/>
                </a:lnTo>
                <a:lnTo>
                  <a:pt x="639" y="50"/>
                </a:lnTo>
                <a:lnTo>
                  <a:pt x="639" y="48"/>
                </a:lnTo>
                <a:lnTo>
                  <a:pt x="640" y="48"/>
                </a:lnTo>
                <a:lnTo>
                  <a:pt x="640" y="47"/>
                </a:lnTo>
                <a:lnTo>
                  <a:pt x="641" y="46"/>
                </a:lnTo>
                <a:lnTo>
                  <a:pt x="642" y="47"/>
                </a:lnTo>
                <a:lnTo>
                  <a:pt x="644" y="48"/>
                </a:lnTo>
                <a:lnTo>
                  <a:pt x="644" y="49"/>
                </a:lnTo>
                <a:lnTo>
                  <a:pt x="646" y="48"/>
                </a:lnTo>
                <a:lnTo>
                  <a:pt x="647" y="48"/>
                </a:lnTo>
                <a:lnTo>
                  <a:pt x="648" y="49"/>
                </a:lnTo>
                <a:lnTo>
                  <a:pt x="649" y="48"/>
                </a:lnTo>
                <a:lnTo>
                  <a:pt x="650" y="47"/>
                </a:lnTo>
                <a:lnTo>
                  <a:pt x="651" y="47"/>
                </a:lnTo>
                <a:lnTo>
                  <a:pt x="652" y="47"/>
                </a:lnTo>
                <a:lnTo>
                  <a:pt x="653" y="47"/>
                </a:lnTo>
                <a:lnTo>
                  <a:pt x="654" y="47"/>
                </a:lnTo>
                <a:lnTo>
                  <a:pt x="655" y="47"/>
                </a:lnTo>
                <a:lnTo>
                  <a:pt x="656" y="47"/>
                </a:lnTo>
                <a:lnTo>
                  <a:pt x="656" y="46"/>
                </a:lnTo>
                <a:lnTo>
                  <a:pt x="657" y="46"/>
                </a:lnTo>
                <a:lnTo>
                  <a:pt x="657" y="45"/>
                </a:lnTo>
                <a:lnTo>
                  <a:pt x="658" y="45"/>
                </a:lnTo>
                <a:lnTo>
                  <a:pt x="659" y="45"/>
                </a:lnTo>
                <a:lnTo>
                  <a:pt x="660" y="45"/>
                </a:lnTo>
                <a:lnTo>
                  <a:pt x="661" y="45"/>
                </a:lnTo>
                <a:lnTo>
                  <a:pt x="662" y="45"/>
                </a:lnTo>
                <a:lnTo>
                  <a:pt x="663" y="45"/>
                </a:lnTo>
                <a:lnTo>
                  <a:pt x="663" y="46"/>
                </a:lnTo>
                <a:lnTo>
                  <a:pt x="664" y="46"/>
                </a:lnTo>
                <a:lnTo>
                  <a:pt x="665" y="47"/>
                </a:lnTo>
                <a:lnTo>
                  <a:pt x="666" y="47"/>
                </a:lnTo>
                <a:lnTo>
                  <a:pt x="667" y="48"/>
                </a:lnTo>
                <a:lnTo>
                  <a:pt x="667" y="49"/>
                </a:lnTo>
                <a:lnTo>
                  <a:pt x="668" y="49"/>
                </a:lnTo>
                <a:lnTo>
                  <a:pt x="668" y="48"/>
                </a:lnTo>
                <a:lnTo>
                  <a:pt x="668" y="47"/>
                </a:lnTo>
                <a:lnTo>
                  <a:pt x="668" y="46"/>
                </a:lnTo>
                <a:lnTo>
                  <a:pt x="669" y="46"/>
                </a:lnTo>
                <a:lnTo>
                  <a:pt x="669" y="45"/>
                </a:lnTo>
                <a:lnTo>
                  <a:pt x="668" y="45"/>
                </a:lnTo>
                <a:lnTo>
                  <a:pt x="668" y="44"/>
                </a:lnTo>
                <a:lnTo>
                  <a:pt x="668" y="43"/>
                </a:lnTo>
                <a:lnTo>
                  <a:pt x="668" y="42"/>
                </a:lnTo>
                <a:lnTo>
                  <a:pt x="667" y="42"/>
                </a:lnTo>
                <a:lnTo>
                  <a:pt x="666" y="42"/>
                </a:lnTo>
                <a:lnTo>
                  <a:pt x="666" y="43"/>
                </a:lnTo>
                <a:lnTo>
                  <a:pt x="665" y="43"/>
                </a:lnTo>
                <a:lnTo>
                  <a:pt x="665" y="42"/>
                </a:lnTo>
                <a:lnTo>
                  <a:pt x="665" y="41"/>
                </a:lnTo>
                <a:lnTo>
                  <a:pt x="664" y="40"/>
                </a:lnTo>
                <a:lnTo>
                  <a:pt x="663" y="39"/>
                </a:lnTo>
                <a:lnTo>
                  <a:pt x="662" y="39"/>
                </a:lnTo>
                <a:lnTo>
                  <a:pt x="661" y="38"/>
                </a:lnTo>
                <a:lnTo>
                  <a:pt x="661" y="37"/>
                </a:lnTo>
                <a:lnTo>
                  <a:pt x="662" y="37"/>
                </a:lnTo>
                <a:lnTo>
                  <a:pt x="663" y="36"/>
                </a:lnTo>
                <a:lnTo>
                  <a:pt x="663" y="35"/>
                </a:lnTo>
                <a:lnTo>
                  <a:pt x="664" y="35"/>
                </a:lnTo>
                <a:lnTo>
                  <a:pt x="664" y="36"/>
                </a:lnTo>
                <a:lnTo>
                  <a:pt x="665" y="35"/>
                </a:lnTo>
                <a:lnTo>
                  <a:pt x="665" y="34"/>
                </a:lnTo>
                <a:lnTo>
                  <a:pt x="666" y="34"/>
                </a:lnTo>
                <a:lnTo>
                  <a:pt x="666" y="35"/>
                </a:lnTo>
                <a:lnTo>
                  <a:pt x="667" y="35"/>
                </a:lnTo>
                <a:lnTo>
                  <a:pt x="667" y="34"/>
                </a:lnTo>
                <a:lnTo>
                  <a:pt x="667" y="33"/>
                </a:lnTo>
                <a:lnTo>
                  <a:pt x="667" y="32"/>
                </a:lnTo>
                <a:lnTo>
                  <a:pt x="668" y="33"/>
                </a:lnTo>
                <a:lnTo>
                  <a:pt x="668" y="32"/>
                </a:lnTo>
                <a:lnTo>
                  <a:pt x="668" y="31"/>
                </a:lnTo>
                <a:lnTo>
                  <a:pt x="669" y="31"/>
                </a:lnTo>
                <a:lnTo>
                  <a:pt x="670" y="31"/>
                </a:lnTo>
                <a:lnTo>
                  <a:pt x="671" y="31"/>
                </a:lnTo>
                <a:lnTo>
                  <a:pt x="672" y="30"/>
                </a:lnTo>
                <a:lnTo>
                  <a:pt x="673" y="30"/>
                </a:lnTo>
                <a:lnTo>
                  <a:pt x="673" y="29"/>
                </a:lnTo>
                <a:lnTo>
                  <a:pt x="673" y="28"/>
                </a:lnTo>
                <a:lnTo>
                  <a:pt x="674" y="28"/>
                </a:lnTo>
                <a:lnTo>
                  <a:pt x="675" y="28"/>
                </a:lnTo>
                <a:lnTo>
                  <a:pt x="675" y="27"/>
                </a:lnTo>
                <a:lnTo>
                  <a:pt x="676" y="26"/>
                </a:lnTo>
                <a:lnTo>
                  <a:pt x="677" y="25"/>
                </a:lnTo>
                <a:lnTo>
                  <a:pt x="677" y="24"/>
                </a:lnTo>
                <a:lnTo>
                  <a:pt x="678" y="25"/>
                </a:lnTo>
                <a:lnTo>
                  <a:pt x="679" y="25"/>
                </a:lnTo>
                <a:lnTo>
                  <a:pt x="679" y="24"/>
                </a:lnTo>
                <a:lnTo>
                  <a:pt x="681" y="24"/>
                </a:lnTo>
                <a:lnTo>
                  <a:pt x="682" y="24"/>
                </a:lnTo>
                <a:lnTo>
                  <a:pt x="683" y="24"/>
                </a:lnTo>
                <a:lnTo>
                  <a:pt x="684" y="23"/>
                </a:lnTo>
                <a:lnTo>
                  <a:pt x="684" y="22"/>
                </a:lnTo>
                <a:lnTo>
                  <a:pt x="684" y="21"/>
                </a:lnTo>
                <a:lnTo>
                  <a:pt x="685" y="21"/>
                </a:lnTo>
                <a:lnTo>
                  <a:pt x="685" y="20"/>
                </a:lnTo>
                <a:lnTo>
                  <a:pt x="685" y="19"/>
                </a:lnTo>
                <a:lnTo>
                  <a:pt x="686" y="19"/>
                </a:lnTo>
                <a:lnTo>
                  <a:pt x="687" y="19"/>
                </a:lnTo>
                <a:lnTo>
                  <a:pt x="688" y="19"/>
                </a:lnTo>
                <a:lnTo>
                  <a:pt x="689" y="19"/>
                </a:lnTo>
                <a:lnTo>
                  <a:pt x="690" y="19"/>
                </a:lnTo>
                <a:lnTo>
                  <a:pt x="691" y="19"/>
                </a:lnTo>
                <a:lnTo>
                  <a:pt x="691" y="20"/>
                </a:lnTo>
                <a:lnTo>
                  <a:pt x="693" y="19"/>
                </a:lnTo>
                <a:lnTo>
                  <a:pt x="693" y="18"/>
                </a:lnTo>
                <a:lnTo>
                  <a:pt x="694" y="18"/>
                </a:lnTo>
                <a:lnTo>
                  <a:pt x="694" y="16"/>
                </a:lnTo>
                <a:lnTo>
                  <a:pt x="693" y="15"/>
                </a:lnTo>
                <a:lnTo>
                  <a:pt x="693" y="14"/>
                </a:lnTo>
                <a:lnTo>
                  <a:pt x="695" y="13"/>
                </a:lnTo>
                <a:lnTo>
                  <a:pt x="696" y="13"/>
                </a:lnTo>
                <a:lnTo>
                  <a:pt x="700" y="13"/>
                </a:lnTo>
                <a:lnTo>
                  <a:pt x="700" y="14"/>
                </a:lnTo>
                <a:lnTo>
                  <a:pt x="701" y="14"/>
                </a:lnTo>
                <a:lnTo>
                  <a:pt x="703" y="15"/>
                </a:lnTo>
                <a:lnTo>
                  <a:pt x="704" y="15"/>
                </a:lnTo>
                <a:lnTo>
                  <a:pt x="705" y="16"/>
                </a:lnTo>
                <a:lnTo>
                  <a:pt x="705" y="17"/>
                </a:lnTo>
                <a:lnTo>
                  <a:pt x="704" y="17"/>
                </a:lnTo>
                <a:lnTo>
                  <a:pt x="704" y="18"/>
                </a:lnTo>
                <a:lnTo>
                  <a:pt x="705" y="18"/>
                </a:lnTo>
                <a:lnTo>
                  <a:pt x="706" y="19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1831320" y="5213880"/>
            <a:ext cx="287640" cy="252360"/>
          </a:xfrm>
          <a:custGeom>
            <a:avLst/>
            <a:gdLst/>
            <a:ahLst/>
            <a:rect l="0" t="0" r="r" b="b"/>
            <a:pathLst>
              <a:path w="799" h="701">
                <a:moveTo>
                  <a:pt x="524" y="3"/>
                </a:moveTo>
                <a:lnTo>
                  <a:pt x="524" y="4"/>
                </a:lnTo>
                <a:lnTo>
                  <a:pt x="524" y="5"/>
                </a:lnTo>
                <a:lnTo>
                  <a:pt x="525" y="5"/>
                </a:lnTo>
                <a:lnTo>
                  <a:pt x="525" y="7"/>
                </a:lnTo>
                <a:lnTo>
                  <a:pt x="525" y="8"/>
                </a:lnTo>
                <a:lnTo>
                  <a:pt x="525" y="9"/>
                </a:lnTo>
                <a:lnTo>
                  <a:pt x="525" y="10"/>
                </a:lnTo>
                <a:lnTo>
                  <a:pt x="526" y="11"/>
                </a:lnTo>
                <a:lnTo>
                  <a:pt x="527" y="11"/>
                </a:lnTo>
                <a:lnTo>
                  <a:pt x="528" y="10"/>
                </a:lnTo>
                <a:lnTo>
                  <a:pt x="528" y="9"/>
                </a:lnTo>
                <a:lnTo>
                  <a:pt x="527" y="9"/>
                </a:lnTo>
                <a:lnTo>
                  <a:pt x="528" y="8"/>
                </a:lnTo>
                <a:lnTo>
                  <a:pt x="530" y="7"/>
                </a:lnTo>
                <a:lnTo>
                  <a:pt x="531" y="7"/>
                </a:lnTo>
                <a:lnTo>
                  <a:pt x="531" y="8"/>
                </a:lnTo>
                <a:lnTo>
                  <a:pt x="532" y="9"/>
                </a:lnTo>
                <a:lnTo>
                  <a:pt x="533" y="9"/>
                </a:lnTo>
                <a:lnTo>
                  <a:pt x="534" y="9"/>
                </a:lnTo>
                <a:lnTo>
                  <a:pt x="534" y="8"/>
                </a:lnTo>
                <a:lnTo>
                  <a:pt x="535" y="8"/>
                </a:lnTo>
                <a:lnTo>
                  <a:pt x="535" y="9"/>
                </a:lnTo>
                <a:lnTo>
                  <a:pt x="535" y="10"/>
                </a:lnTo>
                <a:lnTo>
                  <a:pt x="536" y="11"/>
                </a:lnTo>
                <a:lnTo>
                  <a:pt x="537" y="11"/>
                </a:lnTo>
                <a:lnTo>
                  <a:pt x="538" y="11"/>
                </a:lnTo>
                <a:lnTo>
                  <a:pt x="540" y="11"/>
                </a:lnTo>
                <a:lnTo>
                  <a:pt x="541" y="10"/>
                </a:lnTo>
                <a:lnTo>
                  <a:pt x="541" y="9"/>
                </a:lnTo>
                <a:lnTo>
                  <a:pt x="542" y="8"/>
                </a:lnTo>
                <a:lnTo>
                  <a:pt x="542" y="9"/>
                </a:lnTo>
                <a:lnTo>
                  <a:pt x="541" y="9"/>
                </a:lnTo>
                <a:lnTo>
                  <a:pt x="543" y="9"/>
                </a:lnTo>
                <a:lnTo>
                  <a:pt x="543" y="7"/>
                </a:lnTo>
                <a:lnTo>
                  <a:pt x="544" y="6"/>
                </a:lnTo>
                <a:lnTo>
                  <a:pt x="543" y="6"/>
                </a:lnTo>
                <a:lnTo>
                  <a:pt x="543" y="5"/>
                </a:lnTo>
                <a:lnTo>
                  <a:pt x="544" y="5"/>
                </a:lnTo>
                <a:lnTo>
                  <a:pt x="545" y="4"/>
                </a:lnTo>
                <a:lnTo>
                  <a:pt x="546" y="4"/>
                </a:lnTo>
                <a:lnTo>
                  <a:pt x="546" y="3"/>
                </a:lnTo>
                <a:lnTo>
                  <a:pt x="546" y="2"/>
                </a:lnTo>
                <a:lnTo>
                  <a:pt x="547" y="2"/>
                </a:lnTo>
                <a:lnTo>
                  <a:pt x="548" y="3"/>
                </a:lnTo>
                <a:lnTo>
                  <a:pt x="548" y="4"/>
                </a:lnTo>
                <a:lnTo>
                  <a:pt x="549" y="5"/>
                </a:lnTo>
                <a:lnTo>
                  <a:pt x="549" y="6"/>
                </a:lnTo>
                <a:lnTo>
                  <a:pt x="550" y="8"/>
                </a:lnTo>
                <a:lnTo>
                  <a:pt x="551" y="8"/>
                </a:lnTo>
                <a:lnTo>
                  <a:pt x="552" y="9"/>
                </a:lnTo>
                <a:lnTo>
                  <a:pt x="552" y="10"/>
                </a:lnTo>
                <a:lnTo>
                  <a:pt x="553" y="10"/>
                </a:lnTo>
                <a:lnTo>
                  <a:pt x="553" y="11"/>
                </a:lnTo>
                <a:lnTo>
                  <a:pt x="554" y="11"/>
                </a:lnTo>
                <a:lnTo>
                  <a:pt x="555" y="11"/>
                </a:lnTo>
                <a:lnTo>
                  <a:pt x="555" y="12"/>
                </a:lnTo>
                <a:lnTo>
                  <a:pt x="554" y="13"/>
                </a:lnTo>
                <a:lnTo>
                  <a:pt x="554" y="14"/>
                </a:lnTo>
                <a:lnTo>
                  <a:pt x="554" y="15"/>
                </a:lnTo>
                <a:lnTo>
                  <a:pt x="554" y="16"/>
                </a:lnTo>
                <a:lnTo>
                  <a:pt x="554" y="17"/>
                </a:lnTo>
                <a:lnTo>
                  <a:pt x="553" y="18"/>
                </a:lnTo>
                <a:lnTo>
                  <a:pt x="552" y="19"/>
                </a:lnTo>
                <a:lnTo>
                  <a:pt x="552" y="20"/>
                </a:lnTo>
                <a:lnTo>
                  <a:pt x="552" y="23"/>
                </a:lnTo>
                <a:lnTo>
                  <a:pt x="552" y="25"/>
                </a:lnTo>
                <a:lnTo>
                  <a:pt x="552" y="26"/>
                </a:lnTo>
                <a:lnTo>
                  <a:pt x="553" y="26"/>
                </a:lnTo>
                <a:lnTo>
                  <a:pt x="554" y="26"/>
                </a:lnTo>
                <a:lnTo>
                  <a:pt x="555" y="26"/>
                </a:lnTo>
                <a:lnTo>
                  <a:pt x="555" y="27"/>
                </a:lnTo>
                <a:lnTo>
                  <a:pt x="556" y="27"/>
                </a:lnTo>
                <a:lnTo>
                  <a:pt x="557" y="27"/>
                </a:lnTo>
                <a:lnTo>
                  <a:pt x="557" y="31"/>
                </a:lnTo>
                <a:lnTo>
                  <a:pt x="557" y="32"/>
                </a:lnTo>
                <a:lnTo>
                  <a:pt x="556" y="33"/>
                </a:lnTo>
                <a:lnTo>
                  <a:pt x="556" y="34"/>
                </a:lnTo>
                <a:lnTo>
                  <a:pt x="555" y="34"/>
                </a:lnTo>
                <a:lnTo>
                  <a:pt x="555" y="35"/>
                </a:lnTo>
                <a:lnTo>
                  <a:pt x="556" y="35"/>
                </a:lnTo>
                <a:lnTo>
                  <a:pt x="558" y="36"/>
                </a:lnTo>
                <a:lnTo>
                  <a:pt x="559" y="36"/>
                </a:lnTo>
                <a:lnTo>
                  <a:pt x="559" y="37"/>
                </a:lnTo>
                <a:lnTo>
                  <a:pt x="559" y="38"/>
                </a:lnTo>
                <a:lnTo>
                  <a:pt x="560" y="38"/>
                </a:lnTo>
                <a:lnTo>
                  <a:pt x="561" y="38"/>
                </a:lnTo>
                <a:lnTo>
                  <a:pt x="562" y="38"/>
                </a:lnTo>
                <a:lnTo>
                  <a:pt x="563" y="38"/>
                </a:lnTo>
                <a:lnTo>
                  <a:pt x="563" y="39"/>
                </a:lnTo>
                <a:lnTo>
                  <a:pt x="563" y="37"/>
                </a:lnTo>
                <a:lnTo>
                  <a:pt x="563" y="35"/>
                </a:lnTo>
                <a:lnTo>
                  <a:pt x="564" y="35"/>
                </a:lnTo>
                <a:lnTo>
                  <a:pt x="564" y="34"/>
                </a:lnTo>
                <a:lnTo>
                  <a:pt x="565" y="34"/>
                </a:lnTo>
                <a:lnTo>
                  <a:pt x="566" y="33"/>
                </a:lnTo>
                <a:lnTo>
                  <a:pt x="566" y="32"/>
                </a:lnTo>
                <a:lnTo>
                  <a:pt x="565" y="32"/>
                </a:lnTo>
                <a:lnTo>
                  <a:pt x="565" y="31"/>
                </a:lnTo>
                <a:lnTo>
                  <a:pt x="566" y="31"/>
                </a:lnTo>
                <a:lnTo>
                  <a:pt x="567" y="31"/>
                </a:lnTo>
                <a:lnTo>
                  <a:pt x="568" y="31"/>
                </a:lnTo>
                <a:lnTo>
                  <a:pt x="569" y="31"/>
                </a:lnTo>
                <a:lnTo>
                  <a:pt x="570" y="29"/>
                </a:lnTo>
                <a:lnTo>
                  <a:pt x="571" y="28"/>
                </a:lnTo>
                <a:lnTo>
                  <a:pt x="571" y="27"/>
                </a:lnTo>
                <a:lnTo>
                  <a:pt x="571" y="26"/>
                </a:lnTo>
                <a:lnTo>
                  <a:pt x="572" y="26"/>
                </a:lnTo>
                <a:lnTo>
                  <a:pt x="574" y="27"/>
                </a:lnTo>
                <a:lnTo>
                  <a:pt x="578" y="27"/>
                </a:lnTo>
                <a:lnTo>
                  <a:pt x="579" y="26"/>
                </a:lnTo>
                <a:lnTo>
                  <a:pt x="580" y="26"/>
                </a:lnTo>
                <a:lnTo>
                  <a:pt x="581" y="26"/>
                </a:lnTo>
                <a:lnTo>
                  <a:pt x="583" y="26"/>
                </a:lnTo>
                <a:lnTo>
                  <a:pt x="584" y="25"/>
                </a:lnTo>
                <a:lnTo>
                  <a:pt x="584" y="24"/>
                </a:lnTo>
                <a:lnTo>
                  <a:pt x="585" y="24"/>
                </a:lnTo>
                <a:lnTo>
                  <a:pt x="585" y="23"/>
                </a:lnTo>
                <a:lnTo>
                  <a:pt x="586" y="22"/>
                </a:lnTo>
                <a:lnTo>
                  <a:pt x="586" y="21"/>
                </a:lnTo>
                <a:lnTo>
                  <a:pt x="587" y="21"/>
                </a:lnTo>
                <a:lnTo>
                  <a:pt x="587" y="20"/>
                </a:lnTo>
                <a:lnTo>
                  <a:pt x="588" y="20"/>
                </a:lnTo>
                <a:lnTo>
                  <a:pt x="588" y="19"/>
                </a:lnTo>
                <a:lnTo>
                  <a:pt x="589" y="18"/>
                </a:lnTo>
                <a:lnTo>
                  <a:pt x="590" y="19"/>
                </a:lnTo>
                <a:lnTo>
                  <a:pt x="591" y="19"/>
                </a:lnTo>
                <a:lnTo>
                  <a:pt x="592" y="19"/>
                </a:lnTo>
                <a:lnTo>
                  <a:pt x="594" y="20"/>
                </a:lnTo>
                <a:lnTo>
                  <a:pt x="596" y="21"/>
                </a:lnTo>
                <a:lnTo>
                  <a:pt x="597" y="21"/>
                </a:lnTo>
                <a:lnTo>
                  <a:pt x="597" y="22"/>
                </a:lnTo>
                <a:lnTo>
                  <a:pt x="597" y="23"/>
                </a:lnTo>
                <a:lnTo>
                  <a:pt x="599" y="23"/>
                </a:lnTo>
                <a:lnTo>
                  <a:pt x="600" y="23"/>
                </a:lnTo>
                <a:lnTo>
                  <a:pt x="601" y="22"/>
                </a:lnTo>
                <a:lnTo>
                  <a:pt x="602" y="21"/>
                </a:lnTo>
                <a:lnTo>
                  <a:pt x="604" y="20"/>
                </a:lnTo>
                <a:lnTo>
                  <a:pt x="605" y="20"/>
                </a:lnTo>
                <a:lnTo>
                  <a:pt x="606" y="20"/>
                </a:lnTo>
                <a:lnTo>
                  <a:pt x="606" y="21"/>
                </a:lnTo>
                <a:lnTo>
                  <a:pt x="606" y="22"/>
                </a:lnTo>
                <a:lnTo>
                  <a:pt x="607" y="22"/>
                </a:lnTo>
                <a:lnTo>
                  <a:pt x="608" y="22"/>
                </a:lnTo>
                <a:lnTo>
                  <a:pt x="609" y="23"/>
                </a:lnTo>
                <a:lnTo>
                  <a:pt x="610" y="24"/>
                </a:lnTo>
                <a:lnTo>
                  <a:pt x="610" y="25"/>
                </a:lnTo>
                <a:lnTo>
                  <a:pt x="609" y="25"/>
                </a:lnTo>
                <a:lnTo>
                  <a:pt x="609" y="26"/>
                </a:lnTo>
                <a:lnTo>
                  <a:pt x="610" y="27"/>
                </a:lnTo>
                <a:lnTo>
                  <a:pt x="611" y="27"/>
                </a:lnTo>
                <a:lnTo>
                  <a:pt x="612" y="26"/>
                </a:lnTo>
                <a:lnTo>
                  <a:pt x="613" y="25"/>
                </a:lnTo>
                <a:lnTo>
                  <a:pt x="613" y="24"/>
                </a:lnTo>
                <a:lnTo>
                  <a:pt x="614" y="24"/>
                </a:lnTo>
                <a:lnTo>
                  <a:pt x="614" y="23"/>
                </a:lnTo>
                <a:lnTo>
                  <a:pt x="614" y="22"/>
                </a:lnTo>
                <a:lnTo>
                  <a:pt x="614" y="21"/>
                </a:lnTo>
                <a:lnTo>
                  <a:pt x="614" y="20"/>
                </a:lnTo>
                <a:lnTo>
                  <a:pt x="615" y="19"/>
                </a:lnTo>
                <a:lnTo>
                  <a:pt x="615" y="18"/>
                </a:lnTo>
                <a:lnTo>
                  <a:pt x="615" y="17"/>
                </a:lnTo>
                <a:lnTo>
                  <a:pt x="616" y="17"/>
                </a:lnTo>
                <a:lnTo>
                  <a:pt x="617" y="17"/>
                </a:lnTo>
                <a:lnTo>
                  <a:pt x="618" y="17"/>
                </a:lnTo>
                <a:lnTo>
                  <a:pt x="620" y="18"/>
                </a:lnTo>
                <a:lnTo>
                  <a:pt x="619" y="21"/>
                </a:lnTo>
                <a:lnTo>
                  <a:pt x="619" y="23"/>
                </a:lnTo>
                <a:lnTo>
                  <a:pt x="619" y="24"/>
                </a:lnTo>
                <a:lnTo>
                  <a:pt x="619" y="25"/>
                </a:lnTo>
                <a:lnTo>
                  <a:pt x="620" y="27"/>
                </a:lnTo>
                <a:lnTo>
                  <a:pt x="621" y="28"/>
                </a:lnTo>
                <a:lnTo>
                  <a:pt x="620" y="29"/>
                </a:lnTo>
                <a:lnTo>
                  <a:pt x="620" y="30"/>
                </a:lnTo>
                <a:lnTo>
                  <a:pt x="621" y="31"/>
                </a:lnTo>
                <a:lnTo>
                  <a:pt x="621" y="32"/>
                </a:lnTo>
                <a:lnTo>
                  <a:pt x="622" y="34"/>
                </a:lnTo>
                <a:lnTo>
                  <a:pt x="622" y="36"/>
                </a:lnTo>
                <a:lnTo>
                  <a:pt x="622" y="37"/>
                </a:lnTo>
                <a:lnTo>
                  <a:pt x="623" y="37"/>
                </a:lnTo>
                <a:lnTo>
                  <a:pt x="623" y="38"/>
                </a:lnTo>
                <a:lnTo>
                  <a:pt x="624" y="38"/>
                </a:lnTo>
                <a:lnTo>
                  <a:pt x="625" y="38"/>
                </a:lnTo>
                <a:lnTo>
                  <a:pt x="626" y="39"/>
                </a:lnTo>
                <a:lnTo>
                  <a:pt x="626" y="40"/>
                </a:lnTo>
                <a:lnTo>
                  <a:pt x="626" y="41"/>
                </a:lnTo>
                <a:lnTo>
                  <a:pt x="626" y="44"/>
                </a:lnTo>
                <a:lnTo>
                  <a:pt x="627" y="45"/>
                </a:lnTo>
                <a:lnTo>
                  <a:pt x="627" y="46"/>
                </a:lnTo>
                <a:lnTo>
                  <a:pt x="627" y="47"/>
                </a:lnTo>
                <a:lnTo>
                  <a:pt x="627" y="48"/>
                </a:lnTo>
                <a:lnTo>
                  <a:pt x="627" y="49"/>
                </a:lnTo>
                <a:lnTo>
                  <a:pt x="627" y="50"/>
                </a:lnTo>
                <a:lnTo>
                  <a:pt x="627" y="51"/>
                </a:lnTo>
                <a:lnTo>
                  <a:pt x="626" y="51"/>
                </a:lnTo>
                <a:lnTo>
                  <a:pt x="626" y="52"/>
                </a:lnTo>
                <a:lnTo>
                  <a:pt x="627" y="53"/>
                </a:lnTo>
                <a:lnTo>
                  <a:pt x="627" y="54"/>
                </a:lnTo>
                <a:lnTo>
                  <a:pt x="627" y="55"/>
                </a:lnTo>
                <a:lnTo>
                  <a:pt x="628" y="56"/>
                </a:lnTo>
                <a:lnTo>
                  <a:pt x="627" y="57"/>
                </a:lnTo>
                <a:lnTo>
                  <a:pt x="627" y="58"/>
                </a:lnTo>
                <a:lnTo>
                  <a:pt x="628" y="58"/>
                </a:lnTo>
                <a:lnTo>
                  <a:pt x="628" y="59"/>
                </a:lnTo>
                <a:lnTo>
                  <a:pt x="631" y="60"/>
                </a:lnTo>
                <a:lnTo>
                  <a:pt x="632" y="60"/>
                </a:lnTo>
                <a:lnTo>
                  <a:pt x="632" y="62"/>
                </a:lnTo>
                <a:lnTo>
                  <a:pt x="632" y="63"/>
                </a:lnTo>
                <a:lnTo>
                  <a:pt x="632" y="64"/>
                </a:lnTo>
                <a:lnTo>
                  <a:pt x="632" y="65"/>
                </a:lnTo>
                <a:lnTo>
                  <a:pt x="631" y="65"/>
                </a:lnTo>
                <a:lnTo>
                  <a:pt x="630" y="65"/>
                </a:lnTo>
                <a:lnTo>
                  <a:pt x="630" y="66"/>
                </a:lnTo>
                <a:lnTo>
                  <a:pt x="628" y="69"/>
                </a:lnTo>
                <a:lnTo>
                  <a:pt x="628" y="70"/>
                </a:lnTo>
                <a:lnTo>
                  <a:pt x="627" y="70"/>
                </a:lnTo>
                <a:lnTo>
                  <a:pt x="627" y="71"/>
                </a:lnTo>
                <a:lnTo>
                  <a:pt x="627" y="73"/>
                </a:lnTo>
                <a:lnTo>
                  <a:pt x="627" y="74"/>
                </a:lnTo>
                <a:lnTo>
                  <a:pt x="627" y="75"/>
                </a:lnTo>
                <a:lnTo>
                  <a:pt x="627" y="76"/>
                </a:lnTo>
                <a:lnTo>
                  <a:pt x="626" y="77"/>
                </a:lnTo>
                <a:lnTo>
                  <a:pt x="626" y="78"/>
                </a:lnTo>
                <a:lnTo>
                  <a:pt x="625" y="79"/>
                </a:lnTo>
                <a:lnTo>
                  <a:pt x="626" y="80"/>
                </a:lnTo>
                <a:lnTo>
                  <a:pt x="627" y="80"/>
                </a:lnTo>
                <a:lnTo>
                  <a:pt x="627" y="79"/>
                </a:lnTo>
                <a:lnTo>
                  <a:pt x="628" y="79"/>
                </a:lnTo>
                <a:lnTo>
                  <a:pt x="628" y="80"/>
                </a:lnTo>
                <a:lnTo>
                  <a:pt x="629" y="80"/>
                </a:lnTo>
                <a:lnTo>
                  <a:pt x="629" y="81"/>
                </a:lnTo>
                <a:lnTo>
                  <a:pt x="631" y="81"/>
                </a:lnTo>
                <a:lnTo>
                  <a:pt x="632" y="82"/>
                </a:lnTo>
                <a:lnTo>
                  <a:pt x="633" y="83"/>
                </a:lnTo>
                <a:lnTo>
                  <a:pt x="634" y="83"/>
                </a:lnTo>
                <a:lnTo>
                  <a:pt x="636" y="84"/>
                </a:lnTo>
                <a:lnTo>
                  <a:pt x="637" y="84"/>
                </a:lnTo>
                <a:lnTo>
                  <a:pt x="638" y="84"/>
                </a:lnTo>
                <a:lnTo>
                  <a:pt x="638" y="85"/>
                </a:lnTo>
                <a:lnTo>
                  <a:pt x="639" y="85"/>
                </a:lnTo>
                <a:lnTo>
                  <a:pt x="640" y="86"/>
                </a:lnTo>
                <a:lnTo>
                  <a:pt x="641" y="86"/>
                </a:lnTo>
                <a:lnTo>
                  <a:pt x="641" y="85"/>
                </a:lnTo>
                <a:lnTo>
                  <a:pt x="642" y="85"/>
                </a:lnTo>
                <a:lnTo>
                  <a:pt x="644" y="86"/>
                </a:lnTo>
                <a:lnTo>
                  <a:pt x="646" y="86"/>
                </a:lnTo>
                <a:lnTo>
                  <a:pt x="647" y="86"/>
                </a:lnTo>
                <a:lnTo>
                  <a:pt x="648" y="86"/>
                </a:lnTo>
                <a:lnTo>
                  <a:pt x="648" y="85"/>
                </a:lnTo>
                <a:lnTo>
                  <a:pt x="648" y="84"/>
                </a:lnTo>
                <a:lnTo>
                  <a:pt x="649" y="84"/>
                </a:lnTo>
                <a:lnTo>
                  <a:pt x="650" y="84"/>
                </a:lnTo>
                <a:lnTo>
                  <a:pt x="652" y="83"/>
                </a:lnTo>
                <a:lnTo>
                  <a:pt x="652" y="82"/>
                </a:lnTo>
                <a:lnTo>
                  <a:pt x="653" y="82"/>
                </a:lnTo>
                <a:lnTo>
                  <a:pt x="653" y="83"/>
                </a:lnTo>
                <a:lnTo>
                  <a:pt x="654" y="83"/>
                </a:lnTo>
                <a:lnTo>
                  <a:pt x="655" y="83"/>
                </a:lnTo>
                <a:lnTo>
                  <a:pt x="656" y="82"/>
                </a:lnTo>
                <a:lnTo>
                  <a:pt x="656" y="81"/>
                </a:lnTo>
                <a:lnTo>
                  <a:pt x="656" y="80"/>
                </a:lnTo>
                <a:lnTo>
                  <a:pt x="657" y="81"/>
                </a:lnTo>
                <a:lnTo>
                  <a:pt x="658" y="81"/>
                </a:lnTo>
                <a:lnTo>
                  <a:pt x="659" y="83"/>
                </a:lnTo>
                <a:lnTo>
                  <a:pt x="659" y="84"/>
                </a:lnTo>
                <a:lnTo>
                  <a:pt x="660" y="84"/>
                </a:lnTo>
                <a:lnTo>
                  <a:pt x="660" y="83"/>
                </a:lnTo>
                <a:lnTo>
                  <a:pt x="661" y="83"/>
                </a:lnTo>
                <a:lnTo>
                  <a:pt x="661" y="84"/>
                </a:lnTo>
                <a:lnTo>
                  <a:pt x="662" y="84"/>
                </a:lnTo>
                <a:lnTo>
                  <a:pt x="663" y="84"/>
                </a:lnTo>
                <a:lnTo>
                  <a:pt x="664" y="83"/>
                </a:lnTo>
                <a:lnTo>
                  <a:pt x="665" y="83"/>
                </a:lnTo>
                <a:lnTo>
                  <a:pt x="665" y="84"/>
                </a:lnTo>
                <a:lnTo>
                  <a:pt x="665" y="85"/>
                </a:lnTo>
                <a:lnTo>
                  <a:pt x="665" y="86"/>
                </a:lnTo>
                <a:lnTo>
                  <a:pt x="665" y="87"/>
                </a:lnTo>
                <a:lnTo>
                  <a:pt x="664" y="88"/>
                </a:lnTo>
                <a:lnTo>
                  <a:pt x="663" y="89"/>
                </a:lnTo>
                <a:lnTo>
                  <a:pt x="663" y="90"/>
                </a:lnTo>
                <a:lnTo>
                  <a:pt x="662" y="91"/>
                </a:lnTo>
                <a:lnTo>
                  <a:pt x="662" y="92"/>
                </a:lnTo>
                <a:lnTo>
                  <a:pt x="662" y="93"/>
                </a:lnTo>
                <a:lnTo>
                  <a:pt x="662" y="95"/>
                </a:lnTo>
                <a:lnTo>
                  <a:pt x="662" y="96"/>
                </a:lnTo>
                <a:lnTo>
                  <a:pt x="662" y="97"/>
                </a:lnTo>
                <a:lnTo>
                  <a:pt x="663" y="97"/>
                </a:lnTo>
                <a:lnTo>
                  <a:pt x="663" y="98"/>
                </a:lnTo>
                <a:lnTo>
                  <a:pt x="662" y="99"/>
                </a:lnTo>
                <a:lnTo>
                  <a:pt x="661" y="99"/>
                </a:lnTo>
                <a:lnTo>
                  <a:pt x="660" y="99"/>
                </a:lnTo>
                <a:lnTo>
                  <a:pt x="658" y="99"/>
                </a:lnTo>
                <a:lnTo>
                  <a:pt x="658" y="101"/>
                </a:lnTo>
                <a:lnTo>
                  <a:pt x="659" y="103"/>
                </a:lnTo>
                <a:lnTo>
                  <a:pt x="659" y="104"/>
                </a:lnTo>
                <a:lnTo>
                  <a:pt x="659" y="105"/>
                </a:lnTo>
                <a:lnTo>
                  <a:pt x="658" y="105"/>
                </a:lnTo>
                <a:lnTo>
                  <a:pt x="658" y="106"/>
                </a:lnTo>
                <a:lnTo>
                  <a:pt x="659" y="106"/>
                </a:lnTo>
                <a:lnTo>
                  <a:pt x="660" y="107"/>
                </a:lnTo>
                <a:lnTo>
                  <a:pt x="660" y="108"/>
                </a:lnTo>
                <a:lnTo>
                  <a:pt x="660" y="109"/>
                </a:lnTo>
                <a:lnTo>
                  <a:pt x="660" y="110"/>
                </a:lnTo>
                <a:lnTo>
                  <a:pt x="660" y="111"/>
                </a:lnTo>
                <a:lnTo>
                  <a:pt x="661" y="111"/>
                </a:lnTo>
                <a:lnTo>
                  <a:pt x="661" y="113"/>
                </a:lnTo>
                <a:lnTo>
                  <a:pt x="662" y="114"/>
                </a:lnTo>
                <a:lnTo>
                  <a:pt x="663" y="114"/>
                </a:lnTo>
                <a:lnTo>
                  <a:pt x="663" y="115"/>
                </a:lnTo>
                <a:lnTo>
                  <a:pt x="663" y="116"/>
                </a:lnTo>
                <a:lnTo>
                  <a:pt x="663" y="117"/>
                </a:lnTo>
                <a:lnTo>
                  <a:pt x="663" y="118"/>
                </a:lnTo>
                <a:lnTo>
                  <a:pt x="663" y="119"/>
                </a:lnTo>
                <a:lnTo>
                  <a:pt x="662" y="119"/>
                </a:lnTo>
                <a:lnTo>
                  <a:pt x="661" y="119"/>
                </a:lnTo>
                <a:lnTo>
                  <a:pt x="660" y="119"/>
                </a:lnTo>
                <a:lnTo>
                  <a:pt x="660" y="120"/>
                </a:lnTo>
                <a:lnTo>
                  <a:pt x="660" y="121"/>
                </a:lnTo>
                <a:lnTo>
                  <a:pt x="659" y="121"/>
                </a:lnTo>
                <a:lnTo>
                  <a:pt x="659" y="122"/>
                </a:lnTo>
                <a:lnTo>
                  <a:pt x="659" y="123"/>
                </a:lnTo>
                <a:lnTo>
                  <a:pt x="659" y="124"/>
                </a:lnTo>
                <a:lnTo>
                  <a:pt x="659" y="125"/>
                </a:lnTo>
                <a:lnTo>
                  <a:pt x="659" y="126"/>
                </a:lnTo>
                <a:lnTo>
                  <a:pt x="660" y="129"/>
                </a:lnTo>
                <a:lnTo>
                  <a:pt x="662" y="129"/>
                </a:lnTo>
                <a:lnTo>
                  <a:pt x="663" y="129"/>
                </a:lnTo>
                <a:lnTo>
                  <a:pt x="663" y="130"/>
                </a:lnTo>
                <a:lnTo>
                  <a:pt x="663" y="131"/>
                </a:lnTo>
                <a:lnTo>
                  <a:pt x="665" y="131"/>
                </a:lnTo>
                <a:lnTo>
                  <a:pt x="667" y="130"/>
                </a:lnTo>
                <a:lnTo>
                  <a:pt x="668" y="130"/>
                </a:lnTo>
                <a:lnTo>
                  <a:pt x="669" y="130"/>
                </a:lnTo>
                <a:lnTo>
                  <a:pt x="670" y="130"/>
                </a:lnTo>
                <a:lnTo>
                  <a:pt x="671" y="130"/>
                </a:lnTo>
                <a:lnTo>
                  <a:pt x="672" y="129"/>
                </a:lnTo>
                <a:lnTo>
                  <a:pt x="672" y="128"/>
                </a:lnTo>
                <a:lnTo>
                  <a:pt x="673" y="128"/>
                </a:lnTo>
                <a:lnTo>
                  <a:pt x="672" y="128"/>
                </a:lnTo>
                <a:lnTo>
                  <a:pt x="672" y="127"/>
                </a:lnTo>
                <a:lnTo>
                  <a:pt x="671" y="127"/>
                </a:lnTo>
                <a:lnTo>
                  <a:pt x="670" y="127"/>
                </a:lnTo>
                <a:lnTo>
                  <a:pt x="670" y="126"/>
                </a:lnTo>
                <a:lnTo>
                  <a:pt x="670" y="125"/>
                </a:lnTo>
                <a:lnTo>
                  <a:pt x="670" y="124"/>
                </a:lnTo>
                <a:lnTo>
                  <a:pt x="671" y="123"/>
                </a:lnTo>
                <a:lnTo>
                  <a:pt x="671" y="122"/>
                </a:lnTo>
                <a:lnTo>
                  <a:pt x="672" y="121"/>
                </a:lnTo>
                <a:lnTo>
                  <a:pt x="673" y="121"/>
                </a:lnTo>
                <a:lnTo>
                  <a:pt x="674" y="121"/>
                </a:lnTo>
                <a:lnTo>
                  <a:pt x="674" y="120"/>
                </a:lnTo>
                <a:lnTo>
                  <a:pt x="675" y="120"/>
                </a:lnTo>
                <a:lnTo>
                  <a:pt x="675" y="119"/>
                </a:lnTo>
                <a:lnTo>
                  <a:pt x="675" y="118"/>
                </a:lnTo>
                <a:lnTo>
                  <a:pt x="674" y="117"/>
                </a:lnTo>
                <a:lnTo>
                  <a:pt x="674" y="116"/>
                </a:lnTo>
                <a:lnTo>
                  <a:pt x="673" y="116"/>
                </a:lnTo>
                <a:lnTo>
                  <a:pt x="672" y="116"/>
                </a:lnTo>
                <a:lnTo>
                  <a:pt x="672" y="115"/>
                </a:lnTo>
                <a:lnTo>
                  <a:pt x="671" y="115"/>
                </a:lnTo>
                <a:lnTo>
                  <a:pt x="671" y="114"/>
                </a:lnTo>
                <a:lnTo>
                  <a:pt x="671" y="113"/>
                </a:lnTo>
                <a:lnTo>
                  <a:pt x="670" y="113"/>
                </a:lnTo>
                <a:lnTo>
                  <a:pt x="669" y="113"/>
                </a:lnTo>
                <a:lnTo>
                  <a:pt x="667" y="112"/>
                </a:lnTo>
                <a:lnTo>
                  <a:pt x="667" y="111"/>
                </a:lnTo>
                <a:lnTo>
                  <a:pt x="667" y="109"/>
                </a:lnTo>
                <a:lnTo>
                  <a:pt x="668" y="109"/>
                </a:lnTo>
                <a:lnTo>
                  <a:pt x="669" y="109"/>
                </a:lnTo>
                <a:lnTo>
                  <a:pt x="669" y="108"/>
                </a:lnTo>
                <a:lnTo>
                  <a:pt x="670" y="108"/>
                </a:lnTo>
                <a:lnTo>
                  <a:pt x="671" y="108"/>
                </a:lnTo>
                <a:lnTo>
                  <a:pt x="672" y="108"/>
                </a:lnTo>
                <a:lnTo>
                  <a:pt x="673" y="108"/>
                </a:lnTo>
                <a:lnTo>
                  <a:pt x="673" y="107"/>
                </a:lnTo>
                <a:lnTo>
                  <a:pt x="674" y="107"/>
                </a:lnTo>
                <a:lnTo>
                  <a:pt x="675" y="107"/>
                </a:lnTo>
                <a:lnTo>
                  <a:pt x="675" y="106"/>
                </a:lnTo>
                <a:lnTo>
                  <a:pt x="675" y="105"/>
                </a:lnTo>
                <a:lnTo>
                  <a:pt x="676" y="105"/>
                </a:lnTo>
                <a:lnTo>
                  <a:pt x="676" y="104"/>
                </a:lnTo>
                <a:lnTo>
                  <a:pt x="676" y="105"/>
                </a:lnTo>
                <a:lnTo>
                  <a:pt x="677" y="105"/>
                </a:lnTo>
                <a:lnTo>
                  <a:pt x="678" y="105"/>
                </a:lnTo>
                <a:lnTo>
                  <a:pt x="678" y="106"/>
                </a:lnTo>
                <a:lnTo>
                  <a:pt x="678" y="107"/>
                </a:lnTo>
                <a:lnTo>
                  <a:pt x="678" y="108"/>
                </a:lnTo>
                <a:lnTo>
                  <a:pt x="678" y="109"/>
                </a:lnTo>
                <a:lnTo>
                  <a:pt x="679" y="109"/>
                </a:lnTo>
                <a:lnTo>
                  <a:pt x="680" y="109"/>
                </a:lnTo>
                <a:lnTo>
                  <a:pt x="681" y="111"/>
                </a:lnTo>
                <a:lnTo>
                  <a:pt x="681" y="112"/>
                </a:lnTo>
                <a:lnTo>
                  <a:pt x="682" y="112"/>
                </a:lnTo>
                <a:lnTo>
                  <a:pt x="683" y="113"/>
                </a:lnTo>
                <a:lnTo>
                  <a:pt x="684" y="113"/>
                </a:lnTo>
                <a:lnTo>
                  <a:pt x="685" y="114"/>
                </a:lnTo>
                <a:lnTo>
                  <a:pt x="686" y="115"/>
                </a:lnTo>
                <a:lnTo>
                  <a:pt x="685" y="117"/>
                </a:lnTo>
                <a:lnTo>
                  <a:pt x="684" y="118"/>
                </a:lnTo>
                <a:lnTo>
                  <a:pt x="683" y="120"/>
                </a:lnTo>
                <a:lnTo>
                  <a:pt x="683" y="121"/>
                </a:lnTo>
                <a:lnTo>
                  <a:pt x="685" y="122"/>
                </a:lnTo>
                <a:lnTo>
                  <a:pt x="686" y="122"/>
                </a:lnTo>
                <a:lnTo>
                  <a:pt x="686" y="123"/>
                </a:lnTo>
                <a:lnTo>
                  <a:pt x="686" y="124"/>
                </a:lnTo>
                <a:lnTo>
                  <a:pt x="685" y="124"/>
                </a:lnTo>
                <a:lnTo>
                  <a:pt x="685" y="125"/>
                </a:lnTo>
                <a:lnTo>
                  <a:pt x="686" y="126"/>
                </a:lnTo>
                <a:lnTo>
                  <a:pt x="686" y="128"/>
                </a:lnTo>
                <a:lnTo>
                  <a:pt x="685" y="129"/>
                </a:lnTo>
                <a:lnTo>
                  <a:pt x="683" y="130"/>
                </a:lnTo>
                <a:lnTo>
                  <a:pt x="684" y="131"/>
                </a:lnTo>
                <a:lnTo>
                  <a:pt x="685" y="132"/>
                </a:lnTo>
                <a:lnTo>
                  <a:pt x="684" y="133"/>
                </a:lnTo>
                <a:lnTo>
                  <a:pt x="684" y="134"/>
                </a:lnTo>
                <a:lnTo>
                  <a:pt x="683" y="134"/>
                </a:lnTo>
                <a:lnTo>
                  <a:pt x="682" y="135"/>
                </a:lnTo>
                <a:lnTo>
                  <a:pt x="681" y="135"/>
                </a:lnTo>
                <a:lnTo>
                  <a:pt x="681" y="136"/>
                </a:lnTo>
                <a:lnTo>
                  <a:pt x="680" y="136"/>
                </a:lnTo>
                <a:lnTo>
                  <a:pt x="680" y="137"/>
                </a:lnTo>
                <a:lnTo>
                  <a:pt x="679" y="137"/>
                </a:lnTo>
                <a:lnTo>
                  <a:pt x="679" y="138"/>
                </a:lnTo>
                <a:lnTo>
                  <a:pt x="679" y="139"/>
                </a:lnTo>
                <a:lnTo>
                  <a:pt x="679" y="140"/>
                </a:lnTo>
                <a:lnTo>
                  <a:pt x="679" y="141"/>
                </a:lnTo>
                <a:lnTo>
                  <a:pt x="680" y="141"/>
                </a:lnTo>
                <a:lnTo>
                  <a:pt x="681" y="142"/>
                </a:lnTo>
                <a:lnTo>
                  <a:pt x="681" y="143"/>
                </a:lnTo>
                <a:lnTo>
                  <a:pt x="681" y="145"/>
                </a:lnTo>
                <a:lnTo>
                  <a:pt x="681" y="146"/>
                </a:lnTo>
                <a:lnTo>
                  <a:pt x="682" y="146"/>
                </a:lnTo>
                <a:lnTo>
                  <a:pt x="682" y="145"/>
                </a:lnTo>
                <a:lnTo>
                  <a:pt x="683" y="145"/>
                </a:lnTo>
                <a:lnTo>
                  <a:pt x="683" y="146"/>
                </a:lnTo>
                <a:lnTo>
                  <a:pt x="684" y="146"/>
                </a:lnTo>
                <a:lnTo>
                  <a:pt x="684" y="147"/>
                </a:lnTo>
                <a:lnTo>
                  <a:pt x="684" y="148"/>
                </a:lnTo>
                <a:lnTo>
                  <a:pt x="684" y="149"/>
                </a:lnTo>
                <a:lnTo>
                  <a:pt x="684" y="150"/>
                </a:lnTo>
                <a:lnTo>
                  <a:pt x="684" y="151"/>
                </a:lnTo>
                <a:lnTo>
                  <a:pt x="685" y="151"/>
                </a:lnTo>
                <a:lnTo>
                  <a:pt x="685" y="149"/>
                </a:lnTo>
                <a:lnTo>
                  <a:pt x="686" y="149"/>
                </a:lnTo>
                <a:lnTo>
                  <a:pt x="686" y="148"/>
                </a:lnTo>
                <a:lnTo>
                  <a:pt x="686" y="147"/>
                </a:lnTo>
                <a:lnTo>
                  <a:pt x="687" y="147"/>
                </a:lnTo>
                <a:lnTo>
                  <a:pt x="688" y="146"/>
                </a:lnTo>
                <a:lnTo>
                  <a:pt x="689" y="146"/>
                </a:lnTo>
                <a:lnTo>
                  <a:pt x="689" y="145"/>
                </a:lnTo>
                <a:lnTo>
                  <a:pt x="689" y="144"/>
                </a:lnTo>
                <a:lnTo>
                  <a:pt x="690" y="143"/>
                </a:lnTo>
                <a:lnTo>
                  <a:pt x="691" y="143"/>
                </a:lnTo>
                <a:lnTo>
                  <a:pt x="692" y="142"/>
                </a:lnTo>
                <a:lnTo>
                  <a:pt x="692" y="143"/>
                </a:lnTo>
                <a:lnTo>
                  <a:pt x="692" y="144"/>
                </a:lnTo>
                <a:lnTo>
                  <a:pt x="693" y="145"/>
                </a:lnTo>
                <a:lnTo>
                  <a:pt x="693" y="146"/>
                </a:lnTo>
                <a:lnTo>
                  <a:pt x="694" y="146"/>
                </a:lnTo>
                <a:lnTo>
                  <a:pt x="694" y="147"/>
                </a:lnTo>
                <a:lnTo>
                  <a:pt x="694" y="148"/>
                </a:lnTo>
                <a:lnTo>
                  <a:pt x="695" y="148"/>
                </a:lnTo>
                <a:lnTo>
                  <a:pt x="695" y="149"/>
                </a:lnTo>
                <a:lnTo>
                  <a:pt x="697" y="149"/>
                </a:lnTo>
                <a:lnTo>
                  <a:pt x="698" y="148"/>
                </a:lnTo>
                <a:lnTo>
                  <a:pt x="700" y="147"/>
                </a:lnTo>
                <a:lnTo>
                  <a:pt x="701" y="146"/>
                </a:lnTo>
                <a:lnTo>
                  <a:pt x="702" y="146"/>
                </a:lnTo>
                <a:lnTo>
                  <a:pt x="703" y="146"/>
                </a:lnTo>
                <a:lnTo>
                  <a:pt x="704" y="146"/>
                </a:lnTo>
                <a:lnTo>
                  <a:pt x="705" y="146"/>
                </a:lnTo>
                <a:lnTo>
                  <a:pt x="706" y="146"/>
                </a:lnTo>
                <a:lnTo>
                  <a:pt x="706" y="147"/>
                </a:lnTo>
                <a:lnTo>
                  <a:pt x="707" y="148"/>
                </a:lnTo>
                <a:lnTo>
                  <a:pt x="706" y="148"/>
                </a:lnTo>
                <a:lnTo>
                  <a:pt x="706" y="149"/>
                </a:lnTo>
                <a:lnTo>
                  <a:pt x="706" y="150"/>
                </a:lnTo>
                <a:lnTo>
                  <a:pt x="707" y="150"/>
                </a:lnTo>
                <a:lnTo>
                  <a:pt x="708" y="150"/>
                </a:lnTo>
                <a:lnTo>
                  <a:pt x="708" y="151"/>
                </a:lnTo>
                <a:lnTo>
                  <a:pt x="710" y="151"/>
                </a:lnTo>
                <a:lnTo>
                  <a:pt x="711" y="152"/>
                </a:lnTo>
                <a:lnTo>
                  <a:pt x="712" y="152"/>
                </a:lnTo>
                <a:lnTo>
                  <a:pt x="713" y="153"/>
                </a:lnTo>
                <a:lnTo>
                  <a:pt x="714" y="154"/>
                </a:lnTo>
                <a:lnTo>
                  <a:pt x="715" y="154"/>
                </a:lnTo>
                <a:lnTo>
                  <a:pt x="717" y="154"/>
                </a:lnTo>
                <a:lnTo>
                  <a:pt x="718" y="153"/>
                </a:lnTo>
                <a:lnTo>
                  <a:pt x="718" y="151"/>
                </a:lnTo>
                <a:lnTo>
                  <a:pt x="718" y="150"/>
                </a:lnTo>
                <a:lnTo>
                  <a:pt x="717" y="150"/>
                </a:lnTo>
                <a:lnTo>
                  <a:pt x="718" y="149"/>
                </a:lnTo>
                <a:lnTo>
                  <a:pt x="718" y="148"/>
                </a:lnTo>
                <a:lnTo>
                  <a:pt x="718" y="147"/>
                </a:lnTo>
                <a:lnTo>
                  <a:pt x="719" y="146"/>
                </a:lnTo>
                <a:lnTo>
                  <a:pt x="719" y="145"/>
                </a:lnTo>
                <a:lnTo>
                  <a:pt x="721" y="145"/>
                </a:lnTo>
                <a:lnTo>
                  <a:pt x="721" y="146"/>
                </a:lnTo>
                <a:lnTo>
                  <a:pt x="721" y="147"/>
                </a:lnTo>
                <a:lnTo>
                  <a:pt x="721" y="148"/>
                </a:lnTo>
                <a:lnTo>
                  <a:pt x="722" y="148"/>
                </a:lnTo>
                <a:lnTo>
                  <a:pt x="723" y="148"/>
                </a:lnTo>
                <a:lnTo>
                  <a:pt x="724" y="148"/>
                </a:lnTo>
                <a:lnTo>
                  <a:pt x="725" y="149"/>
                </a:lnTo>
                <a:lnTo>
                  <a:pt x="726" y="150"/>
                </a:lnTo>
                <a:lnTo>
                  <a:pt x="727" y="150"/>
                </a:lnTo>
                <a:lnTo>
                  <a:pt x="728" y="149"/>
                </a:lnTo>
                <a:lnTo>
                  <a:pt x="728" y="148"/>
                </a:lnTo>
                <a:lnTo>
                  <a:pt x="729" y="148"/>
                </a:lnTo>
                <a:lnTo>
                  <a:pt x="729" y="146"/>
                </a:lnTo>
                <a:lnTo>
                  <a:pt x="729" y="145"/>
                </a:lnTo>
                <a:lnTo>
                  <a:pt x="728" y="145"/>
                </a:lnTo>
                <a:lnTo>
                  <a:pt x="728" y="144"/>
                </a:lnTo>
                <a:lnTo>
                  <a:pt x="727" y="144"/>
                </a:lnTo>
                <a:lnTo>
                  <a:pt x="727" y="143"/>
                </a:lnTo>
                <a:lnTo>
                  <a:pt x="727" y="142"/>
                </a:lnTo>
                <a:lnTo>
                  <a:pt x="726" y="141"/>
                </a:lnTo>
                <a:lnTo>
                  <a:pt x="726" y="140"/>
                </a:lnTo>
                <a:lnTo>
                  <a:pt x="726" y="139"/>
                </a:lnTo>
                <a:lnTo>
                  <a:pt x="727" y="139"/>
                </a:lnTo>
                <a:lnTo>
                  <a:pt x="728" y="139"/>
                </a:lnTo>
                <a:lnTo>
                  <a:pt x="728" y="138"/>
                </a:lnTo>
                <a:lnTo>
                  <a:pt x="729" y="137"/>
                </a:lnTo>
                <a:lnTo>
                  <a:pt x="730" y="137"/>
                </a:lnTo>
                <a:lnTo>
                  <a:pt x="731" y="136"/>
                </a:lnTo>
                <a:lnTo>
                  <a:pt x="731" y="135"/>
                </a:lnTo>
                <a:lnTo>
                  <a:pt x="731" y="134"/>
                </a:lnTo>
                <a:lnTo>
                  <a:pt x="732" y="133"/>
                </a:lnTo>
                <a:lnTo>
                  <a:pt x="732" y="132"/>
                </a:lnTo>
                <a:lnTo>
                  <a:pt x="733" y="130"/>
                </a:lnTo>
                <a:lnTo>
                  <a:pt x="734" y="129"/>
                </a:lnTo>
                <a:lnTo>
                  <a:pt x="733" y="128"/>
                </a:lnTo>
                <a:lnTo>
                  <a:pt x="733" y="127"/>
                </a:lnTo>
                <a:lnTo>
                  <a:pt x="734" y="126"/>
                </a:lnTo>
                <a:lnTo>
                  <a:pt x="735" y="126"/>
                </a:lnTo>
                <a:lnTo>
                  <a:pt x="735" y="125"/>
                </a:lnTo>
                <a:lnTo>
                  <a:pt x="735" y="124"/>
                </a:lnTo>
                <a:lnTo>
                  <a:pt x="734" y="124"/>
                </a:lnTo>
                <a:lnTo>
                  <a:pt x="733" y="124"/>
                </a:lnTo>
                <a:lnTo>
                  <a:pt x="733" y="123"/>
                </a:lnTo>
                <a:lnTo>
                  <a:pt x="734" y="123"/>
                </a:lnTo>
                <a:lnTo>
                  <a:pt x="734" y="121"/>
                </a:lnTo>
                <a:lnTo>
                  <a:pt x="735" y="121"/>
                </a:lnTo>
                <a:lnTo>
                  <a:pt x="735" y="119"/>
                </a:lnTo>
                <a:lnTo>
                  <a:pt x="735" y="118"/>
                </a:lnTo>
                <a:lnTo>
                  <a:pt x="735" y="117"/>
                </a:lnTo>
                <a:lnTo>
                  <a:pt x="734" y="116"/>
                </a:lnTo>
                <a:lnTo>
                  <a:pt x="734" y="115"/>
                </a:lnTo>
                <a:lnTo>
                  <a:pt x="735" y="115"/>
                </a:lnTo>
                <a:lnTo>
                  <a:pt x="736" y="115"/>
                </a:lnTo>
                <a:lnTo>
                  <a:pt x="736" y="114"/>
                </a:lnTo>
                <a:lnTo>
                  <a:pt x="736" y="113"/>
                </a:lnTo>
                <a:lnTo>
                  <a:pt x="736" y="112"/>
                </a:lnTo>
                <a:lnTo>
                  <a:pt x="737" y="112"/>
                </a:lnTo>
                <a:lnTo>
                  <a:pt x="737" y="113"/>
                </a:lnTo>
                <a:lnTo>
                  <a:pt x="738" y="112"/>
                </a:lnTo>
                <a:lnTo>
                  <a:pt x="738" y="111"/>
                </a:lnTo>
                <a:lnTo>
                  <a:pt x="738" y="110"/>
                </a:lnTo>
                <a:lnTo>
                  <a:pt x="737" y="110"/>
                </a:lnTo>
                <a:lnTo>
                  <a:pt x="739" y="109"/>
                </a:lnTo>
                <a:lnTo>
                  <a:pt x="739" y="108"/>
                </a:lnTo>
                <a:lnTo>
                  <a:pt x="740" y="108"/>
                </a:lnTo>
                <a:lnTo>
                  <a:pt x="739" y="107"/>
                </a:lnTo>
                <a:lnTo>
                  <a:pt x="739" y="106"/>
                </a:lnTo>
                <a:lnTo>
                  <a:pt x="741" y="106"/>
                </a:lnTo>
                <a:lnTo>
                  <a:pt x="742" y="105"/>
                </a:lnTo>
                <a:lnTo>
                  <a:pt x="743" y="105"/>
                </a:lnTo>
                <a:lnTo>
                  <a:pt x="744" y="105"/>
                </a:lnTo>
                <a:lnTo>
                  <a:pt x="745" y="106"/>
                </a:lnTo>
                <a:lnTo>
                  <a:pt x="747" y="104"/>
                </a:lnTo>
                <a:lnTo>
                  <a:pt x="748" y="103"/>
                </a:lnTo>
                <a:lnTo>
                  <a:pt x="749" y="102"/>
                </a:lnTo>
                <a:lnTo>
                  <a:pt x="750" y="102"/>
                </a:lnTo>
                <a:lnTo>
                  <a:pt x="750" y="103"/>
                </a:lnTo>
                <a:lnTo>
                  <a:pt x="750" y="104"/>
                </a:lnTo>
                <a:lnTo>
                  <a:pt x="749" y="104"/>
                </a:lnTo>
                <a:lnTo>
                  <a:pt x="749" y="107"/>
                </a:lnTo>
                <a:lnTo>
                  <a:pt x="749" y="108"/>
                </a:lnTo>
                <a:lnTo>
                  <a:pt x="749" y="109"/>
                </a:lnTo>
                <a:lnTo>
                  <a:pt x="748" y="110"/>
                </a:lnTo>
                <a:lnTo>
                  <a:pt x="748" y="112"/>
                </a:lnTo>
                <a:lnTo>
                  <a:pt x="749" y="115"/>
                </a:lnTo>
                <a:lnTo>
                  <a:pt x="749" y="116"/>
                </a:lnTo>
                <a:lnTo>
                  <a:pt x="750" y="117"/>
                </a:lnTo>
                <a:lnTo>
                  <a:pt x="750" y="118"/>
                </a:lnTo>
                <a:lnTo>
                  <a:pt x="750" y="119"/>
                </a:lnTo>
                <a:lnTo>
                  <a:pt x="751" y="119"/>
                </a:lnTo>
                <a:lnTo>
                  <a:pt x="751" y="120"/>
                </a:lnTo>
                <a:lnTo>
                  <a:pt x="752" y="120"/>
                </a:lnTo>
                <a:lnTo>
                  <a:pt x="753" y="120"/>
                </a:lnTo>
                <a:lnTo>
                  <a:pt x="753" y="121"/>
                </a:lnTo>
                <a:lnTo>
                  <a:pt x="753" y="122"/>
                </a:lnTo>
                <a:lnTo>
                  <a:pt x="752" y="123"/>
                </a:lnTo>
                <a:lnTo>
                  <a:pt x="752" y="124"/>
                </a:lnTo>
                <a:lnTo>
                  <a:pt x="751" y="125"/>
                </a:lnTo>
                <a:lnTo>
                  <a:pt x="750" y="126"/>
                </a:lnTo>
                <a:lnTo>
                  <a:pt x="750" y="127"/>
                </a:lnTo>
                <a:lnTo>
                  <a:pt x="751" y="128"/>
                </a:lnTo>
                <a:lnTo>
                  <a:pt x="751" y="129"/>
                </a:lnTo>
                <a:lnTo>
                  <a:pt x="751" y="130"/>
                </a:lnTo>
                <a:lnTo>
                  <a:pt x="752" y="131"/>
                </a:lnTo>
                <a:lnTo>
                  <a:pt x="752" y="130"/>
                </a:lnTo>
                <a:lnTo>
                  <a:pt x="753" y="131"/>
                </a:lnTo>
                <a:lnTo>
                  <a:pt x="753" y="132"/>
                </a:lnTo>
                <a:lnTo>
                  <a:pt x="754" y="132"/>
                </a:lnTo>
                <a:lnTo>
                  <a:pt x="755" y="133"/>
                </a:lnTo>
                <a:lnTo>
                  <a:pt x="755" y="134"/>
                </a:lnTo>
                <a:lnTo>
                  <a:pt x="754" y="134"/>
                </a:lnTo>
                <a:lnTo>
                  <a:pt x="754" y="135"/>
                </a:lnTo>
                <a:lnTo>
                  <a:pt x="756" y="136"/>
                </a:lnTo>
                <a:lnTo>
                  <a:pt x="757" y="135"/>
                </a:lnTo>
                <a:lnTo>
                  <a:pt x="758" y="134"/>
                </a:lnTo>
                <a:lnTo>
                  <a:pt x="759" y="134"/>
                </a:lnTo>
                <a:lnTo>
                  <a:pt x="759" y="133"/>
                </a:lnTo>
                <a:lnTo>
                  <a:pt x="759" y="132"/>
                </a:lnTo>
                <a:lnTo>
                  <a:pt x="760" y="132"/>
                </a:lnTo>
                <a:lnTo>
                  <a:pt x="761" y="132"/>
                </a:lnTo>
                <a:lnTo>
                  <a:pt x="761" y="133"/>
                </a:lnTo>
                <a:lnTo>
                  <a:pt x="762" y="133"/>
                </a:lnTo>
                <a:lnTo>
                  <a:pt x="763" y="134"/>
                </a:lnTo>
                <a:lnTo>
                  <a:pt x="763" y="135"/>
                </a:lnTo>
                <a:lnTo>
                  <a:pt x="762" y="136"/>
                </a:lnTo>
                <a:lnTo>
                  <a:pt x="762" y="137"/>
                </a:lnTo>
                <a:lnTo>
                  <a:pt x="763" y="137"/>
                </a:lnTo>
                <a:lnTo>
                  <a:pt x="763" y="136"/>
                </a:lnTo>
                <a:lnTo>
                  <a:pt x="764" y="135"/>
                </a:lnTo>
                <a:lnTo>
                  <a:pt x="765" y="135"/>
                </a:lnTo>
                <a:lnTo>
                  <a:pt x="766" y="135"/>
                </a:lnTo>
                <a:lnTo>
                  <a:pt x="767" y="135"/>
                </a:lnTo>
                <a:lnTo>
                  <a:pt x="768" y="135"/>
                </a:lnTo>
                <a:lnTo>
                  <a:pt x="768" y="136"/>
                </a:lnTo>
                <a:lnTo>
                  <a:pt x="767" y="136"/>
                </a:lnTo>
                <a:lnTo>
                  <a:pt x="766" y="137"/>
                </a:lnTo>
                <a:lnTo>
                  <a:pt x="765" y="137"/>
                </a:lnTo>
                <a:lnTo>
                  <a:pt x="764" y="138"/>
                </a:lnTo>
                <a:lnTo>
                  <a:pt x="764" y="139"/>
                </a:lnTo>
                <a:lnTo>
                  <a:pt x="764" y="141"/>
                </a:lnTo>
                <a:lnTo>
                  <a:pt x="763" y="141"/>
                </a:lnTo>
                <a:lnTo>
                  <a:pt x="763" y="142"/>
                </a:lnTo>
                <a:lnTo>
                  <a:pt x="763" y="143"/>
                </a:lnTo>
                <a:lnTo>
                  <a:pt x="762" y="145"/>
                </a:lnTo>
                <a:lnTo>
                  <a:pt x="761" y="145"/>
                </a:lnTo>
                <a:lnTo>
                  <a:pt x="761" y="147"/>
                </a:lnTo>
                <a:lnTo>
                  <a:pt x="761" y="149"/>
                </a:lnTo>
                <a:lnTo>
                  <a:pt x="761" y="150"/>
                </a:lnTo>
                <a:lnTo>
                  <a:pt x="761" y="151"/>
                </a:lnTo>
                <a:lnTo>
                  <a:pt x="762" y="151"/>
                </a:lnTo>
                <a:lnTo>
                  <a:pt x="762" y="152"/>
                </a:lnTo>
                <a:lnTo>
                  <a:pt x="761" y="153"/>
                </a:lnTo>
                <a:lnTo>
                  <a:pt x="760" y="153"/>
                </a:lnTo>
                <a:lnTo>
                  <a:pt x="761" y="154"/>
                </a:lnTo>
                <a:lnTo>
                  <a:pt x="761" y="155"/>
                </a:lnTo>
                <a:lnTo>
                  <a:pt x="761" y="156"/>
                </a:lnTo>
                <a:lnTo>
                  <a:pt x="760" y="157"/>
                </a:lnTo>
                <a:lnTo>
                  <a:pt x="760" y="158"/>
                </a:lnTo>
                <a:lnTo>
                  <a:pt x="760" y="159"/>
                </a:lnTo>
                <a:lnTo>
                  <a:pt x="759" y="160"/>
                </a:lnTo>
                <a:lnTo>
                  <a:pt x="758" y="161"/>
                </a:lnTo>
                <a:lnTo>
                  <a:pt x="758" y="163"/>
                </a:lnTo>
                <a:lnTo>
                  <a:pt x="758" y="164"/>
                </a:lnTo>
                <a:lnTo>
                  <a:pt x="757" y="165"/>
                </a:lnTo>
                <a:lnTo>
                  <a:pt x="757" y="166"/>
                </a:lnTo>
                <a:lnTo>
                  <a:pt x="757" y="167"/>
                </a:lnTo>
                <a:lnTo>
                  <a:pt x="757" y="168"/>
                </a:lnTo>
                <a:lnTo>
                  <a:pt x="757" y="169"/>
                </a:lnTo>
                <a:lnTo>
                  <a:pt x="756" y="169"/>
                </a:lnTo>
                <a:lnTo>
                  <a:pt x="756" y="170"/>
                </a:lnTo>
                <a:lnTo>
                  <a:pt x="756" y="172"/>
                </a:lnTo>
                <a:lnTo>
                  <a:pt x="756" y="173"/>
                </a:lnTo>
                <a:lnTo>
                  <a:pt x="757" y="172"/>
                </a:lnTo>
                <a:lnTo>
                  <a:pt x="758" y="172"/>
                </a:lnTo>
                <a:lnTo>
                  <a:pt x="758" y="171"/>
                </a:lnTo>
                <a:lnTo>
                  <a:pt x="759" y="171"/>
                </a:lnTo>
                <a:lnTo>
                  <a:pt x="760" y="171"/>
                </a:lnTo>
                <a:lnTo>
                  <a:pt x="760" y="170"/>
                </a:lnTo>
                <a:lnTo>
                  <a:pt x="760" y="169"/>
                </a:lnTo>
                <a:lnTo>
                  <a:pt x="761" y="168"/>
                </a:lnTo>
                <a:lnTo>
                  <a:pt x="761" y="167"/>
                </a:lnTo>
                <a:lnTo>
                  <a:pt x="762" y="167"/>
                </a:lnTo>
                <a:lnTo>
                  <a:pt x="763" y="168"/>
                </a:lnTo>
                <a:lnTo>
                  <a:pt x="764" y="168"/>
                </a:lnTo>
                <a:lnTo>
                  <a:pt x="764" y="169"/>
                </a:lnTo>
                <a:lnTo>
                  <a:pt x="765" y="169"/>
                </a:lnTo>
                <a:lnTo>
                  <a:pt x="766" y="170"/>
                </a:lnTo>
                <a:lnTo>
                  <a:pt x="766" y="171"/>
                </a:lnTo>
                <a:lnTo>
                  <a:pt x="767" y="171"/>
                </a:lnTo>
                <a:lnTo>
                  <a:pt x="767" y="172"/>
                </a:lnTo>
                <a:lnTo>
                  <a:pt x="766" y="174"/>
                </a:lnTo>
                <a:lnTo>
                  <a:pt x="765" y="175"/>
                </a:lnTo>
                <a:lnTo>
                  <a:pt x="765" y="176"/>
                </a:lnTo>
                <a:lnTo>
                  <a:pt x="764" y="176"/>
                </a:lnTo>
                <a:lnTo>
                  <a:pt x="763" y="176"/>
                </a:lnTo>
                <a:lnTo>
                  <a:pt x="762" y="176"/>
                </a:lnTo>
                <a:lnTo>
                  <a:pt x="761" y="177"/>
                </a:lnTo>
                <a:lnTo>
                  <a:pt x="760" y="178"/>
                </a:lnTo>
                <a:lnTo>
                  <a:pt x="759" y="178"/>
                </a:lnTo>
                <a:lnTo>
                  <a:pt x="759" y="179"/>
                </a:lnTo>
                <a:lnTo>
                  <a:pt x="760" y="180"/>
                </a:lnTo>
                <a:lnTo>
                  <a:pt x="760" y="181"/>
                </a:lnTo>
                <a:lnTo>
                  <a:pt x="759" y="181"/>
                </a:lnTo>
                <a:lnTo>
                  <a:pt x="759" y="182"/>
                </a:lnTo>
                <a:lnTo>
                  <a:pt x="758" y="182"/>
                </a:lnTo>
                <a:lnTo>
                  <a:pt x="757" y="183"/>
                </a:lnTo>
                <a:lnTo>
                  <a:pt x="757" y="184"/>
                </a:lnTo>
                <a:lnTo>
                  <a:pt x="758" y="186"/>
                </a:lnTo>
                <a:lnTo>
                  <a:pt x="759" y="187"/>
                </a:lnTo>
                <a:lnTo>
                  <a:pt x="759" y="189"/>
                </a:lnTo>
                <a:lnTo>
                  <a:pt x="759" y="190"/>
                </a:lnTo>
                <a:lnTo>
                  <a:pt x="760" y="192"/>
                </a:lnTo>
                <a:lnTo>
                  <a:pt x="760" y="194"/>
                </a:lnTo>
                <a:lnTo>
                  <a:pt x="760" y="196"/>
                </a:lnTo>
                <a:lnTo>
                  <a:pt x="761" y="196"/>
                </a:lnTo>
                <a:lnTo>
                  <a:pt x="761" y="197"/>
                </a:lnTo>
                <a:lnTo>
                  <a:pt x="762" y="197"/>
                </a:lnTo>
                <a:lnTo>
                  <a:pt x="763" y="197"/>
                </a:lnTo>
                <a:lnTo>
                  <a:pt x="762" y="198"/>
                </a:lnTo>
                <a:lnTo>
                  <a:pt x="762" y="197"/>
                </a:lnTo>
                <a:lnTo>
                  <a:pt x="761" y="198"/>
                </a:lnTo>
                <a:lnTo>
                  <a:pt x="760" y="198"/>
                </a:lnTo>
                <a:lnTo>
                  <a:pt x="761" y="198"/>
                </a:lnTo>
                <a:lnTo>
                  <a:pt x="762" y="199"/>
                </a:lnTo>
                <a:lnTo>
                  <a:pt x="763" y="200"/>
                </a:lnTo>
                <a:lnTo>
                  <a:pt x="764" y="201"/>
                </a:lnTo>
                <a:lnTo>
                  <a:pt x="764" y="202"/>
                </a:lnTo>
                <a:lnTo>
                  <a:pt x="763" y="202"/>
                </a:lnTo>
                <a:lnTo>
                  <a:pt x="763" y="203"/>
                </a:lnTo>
                <a:lnTo>
                  <a:pt x="763" y="204"/>
                </a:lnTo>
                <a:lnTo>
                  <a:pt x="763" y="205"/>
                </a:lnTo>
                <a:lnTo>
                  <a:pt x="764" y="205"/>
                </a:lnTo>
                <a:lnTo>
                  <a:pt x="764" y="206"/>
                </a:lnTo>
                <a:lnTo>
                  <a:pt x="763" y="207"/>
                </a:lnTo>
                <a:lnTo>
                  <a:pt x="763" y="208"/>
                </a:lnTo>
                <a:lnTo>
                  <a:pt x="762" y="208"/>
                </a:lnTo>
                <a:lnTo>
                  <a:pt x="762" y="210"/>
                </a:lnTo>
                <a:lnTo>
                  <a:pt x="763" y="211"/>
                </a:lnTo>
                <a:lnTo>
                  <a:pt x="764" y="211"/>
                </a:lnTo>
                <a:lnTo>
                  <a:pt x="765" y="211"/>
                </a:lnTo>
                <a:lnTo>
                  <a:pt x="767" y="214"/>
                </a:lnTo>
                <a:lnTo>
                  <a:pt x="768" y="216"/>
                </a:lnTo>
                <a:lnTo>
                  <a:pt x="769" y="216"/>
                </a:lnTo>
                <a:lnTo>
                  <a:pt x="769" y="217"/>
                </a:lnTo>
                <a:lnTo>
                  <a:pt x="768" y="217"/>
                </a:lnTo>
                <a:lnTo>
                  <a:pt x="768" y="218"/>
                </a:lnTo>
                <a:lnTo>
                  <a:pt x="767" y="218"/>
                </a:lnTo>
                <a:lnTo>
                  <a:pt x="768" y="218"/>
                </a:lnTo>
                <a:lnTo>
                  <a:pt x="769" y="218"/>
                </a:lnTo>
                <a:lnTo>
                  <a:pt x="771" y="219"/>
                </a:lnTo>
                <a:lnTo>
                  <a:pt x="772" y="219"/>
                </a:lnTo>
                <a:lnTo>
                  <a:pt x="772" y="218"/>
                </a:lnTo>
                <a:lnTo>
                  <a:pt x="773" y="218"/>
                </a:lnTo>
                <a:lnTo>
                  <a:pt x="774" y="218"/>
                </a:lnTo>
                <a:lnTo>
                  <a:pt x="774" y="219"/>
                </a:lnTo>
                <a:lnTo>
                  <a:pt x="774" y="220"/>
                </a:lnTo>
                <a:lnTo>
                  <a:pt x="776" y="221"/>
                </a:lnTo>
                <a:lnTo>
                  <a:pt x="777" y="222"/>
                </a:lnTo>
                <a:lnTo>
                  <a:pt x="778" y="222"/>
                </a:lnTo>
                <a:lnTo>
                  <a:pt x="779" y="222"/>
                </a:lnTo>
                <a:lnTo>
                  <a:pt x="779" y="223"/>
                </a:lnTo>
                <a:lnTo>
                  <a:pt x="780" y="223"/>
                </a:lnTo>
                <a:lnTo>
                  <a:pt x="781" y="224"/>
                </a:lnTo>
                <a:lnTo>
                  <a:pt x="781" y="225"/>
                </a:lnTo>
                <a:lnTo>
                  <a:pt x="780" y="225"/>
                </a:lnTo>
                <a:lnTo>
                  <a:pt x="780" y="226"/>
                </a:lnTo>
                <a:lnTo>
                  <a:pt x="780" y="227"/>
                </a:lnTo>
                <a:lnTo>
                  <a:pt x="780" y="228"/>
                </a:lnTo>
                <a:lnTo>
                  <a:pt x="781" y="229"/>
                </a:lnTo>
                <a:lnTo>
                  <a:pt x="781" y="230"/>
                </a:lnTo>
                <a:lnTo>
                  <a:pt x="782" y="230"/>
                </a:lnTo>
                <a:lnTo>
                  <a:pt x="782" y="231"/>
                </a:lnTo>
                <a:lnTo>
                  <a:pt x="782" y="234"/>
                </a:lnTo>
                <a:lnTo>
                  <a:pt x="781" y="235"/>
                </a:lnTo>
                <a:lnTo>
                  <a:pt x="781" y="236"/>
                </a:lnTo>
                <a:lnTo>
                  <a:pt x="781" y="237"/>
                </a:lnTo>
                <a:lnTo>
                  <a:pt x="780" y="237"/>
                </a:lnTo>
                <a:lnTo>
                  <a:pt x="780" y="239"/>
                </a:lnTo>
                <a:lnTo>
                  <a:pt x="780" y="241"/>
                </a:lnTo>
                <a:lnTo>
                  <a:pt x="781" y="242"/>
                </a:lnTo>
                <a:lnTo>
                  <a:pt x="781" y="243"/>
                </a:lnTo>
                <a:lnTo>
                  <a:pt x="780" y="243"/>
                </a:lnTo>
                <a:lnTo>
                  <a:pt x="779" y="242"/>
                </a:lnTo>
                <a:lnTo>
                  <a:pt x="778" y="243"/>
                </a:lnTo>
                <a:lnTo>
                  <a:pt x="778" y="244"/>
                </a:lnTo>
                <a:lnTo>
                  <a:pt x="777" y="244"/>
                </a:lnTo>
                <a:lnTo>
                  <a:pt x="777" y="245"/>
                </a:lnTo>
                <a:lnTo>
                  <a:pt x="776" y="245"/>
                </a:lnTo>
                <a:lnTo>
                  <a:pt x="776" y="244"/>
                </a:lnTo>
                <a:lnTo>
                  <a:pt x="775" y="244"/>
                </a:lnTo>
                <a:lnTo>
                  <a:pt x="775" y="243"/>
                </a:lnTo>
                <a:lnTo>
                  <a:pt x="775" y="244"/>
                </a:lnTo>
                <a:lnTo>
                  <a:pt x="773" y="245"/>
                </a:lnTo>
                <a:lnTo>
                  <a:pt x="772" y="247"/>
                </a:lnTo>
                <a:lnTo>
                  <a:pt x="771" y="247"/>
                </a:lnTo>
                <a:lnTo>
                  <a:pt x="770" y="247"/>
                </a:lnTo>
                <a:lnTo>
                  <a:pt x="769" y="248"/>
                </a:lnTo>
                <a:lnTo>
                  <a:pt x="768" y="250"/>
                </a:lnTo>
                <a:lnTo>
                  <a:pt x="767" y="250"/>
                </a:lnTo>
                <a:lnTo>
                  <a:pt x="766" y="251"/>
                </a:lnTo>
                <a:lnTo>
                  <a:pt x="766" y="252"/>
                </a:lnTo>
                <a:lnTo>
                  <a:pt x="765" y="253"/>
                </a:lnTo>
                <a:lnTo>
                  <a:pt x="764" y="253"/>
                </a:lnTo>
                <a:lnTo>
                  <a:pt x="763" y="254"/>
                </a:lnTo>
                <a:lnTo>
                  <a:pt x="762" y="255"/>
                </a:lnTo>
                <a:lnTo>
                  <a:pt x="762" y="256"/>
                </a:lnTo>
                <a:lnTo>
                  <a:pt x="761" y="256"/>
                </a:lnTo>
                <a:lnTo>
                  <a:pt x="760" y="255"/>
                </a:lnTo>
                <a:lnTo>
                  <a:pt x="760" y="256"/>
                </a:lnTo>
                <a:lnTo>
                  <a:pt x="761" y="258"/>
                </a:lnTo>
                <a:lnTo>
                  <a:pt x="761" y="259"/>
                </a:lnTo>
                <a:lnTo>
                  <a:pt x="761" y="261"/>
                </a:lnTo>
                <a:lnTo>
                  <a:pt x="761" y="262"/>
                </a:lnTo>
                <a:lnTo>
                  <a:pt x="760" y="264"/>
                </a:lnTo>
                <a:lnTo>
                  <a:pt x="760" y="265"/>
                </a:lnTo>
                <a:lnTo>
                  <a:pt x="758" y="264"/>
                </a:lnTo>
                <a:lnTo>
                  <a:pt x="757" y="264"/>
                </a:lnTo>
                <a:lnTo>
                  <a:pt x="756" y="264"/>
                </a:lnTo>
                <a:lnTo>
                  <a:pt x="755" y="264"/>
                </a:lnTo>
                <a:lnTo>
                  <a:pt x="755" y="265"/>
                </a:lnTo>
                <a:lnTo>
                  <a:pt x="754" y="265"/>
                </a:lnTo>
                <a:lnTo>
                  <a:pt x="753" y="265"/>
                </a:lnTo>
                <a:lnTo>
                  <a:pt x="753" y="264"/>
                </a:lnTo>
                <a:lnTo>
                  <a:pt x="754" y="264"/>
                </a:lnTo>
                <a:lnTo>
                  <a:pt x="754" y="263"/>
                </a:lnTo>
                <a:lnTo>
                  <a:pt x="753" y="263"/>
                </a:lnTo>
                <a:lnTo>
                  <a:pt x="750" y="263"/>
                </a:lnTo>
                <a:lnTo>
                  <a:pt x="750" y="260"/>
                </a:lnTo>
                <a:lnTo>
                  <a:pt x="748" y="260"/>
                </a:lnTo>
                <a:lnTo>
                  <a:pt x="748" y="261"/>
                </a:lnTo>
                <a:lnTo>
                  <a:pt x="747" y="262"/>
                </a:lnTo>
                <a:lnTo>
                  <a:pt x="746" y="263"/>
                </a:lnTo>
                <a:lnTo>
                  <a:pt x="745" y="263"/>
                </a:lnTo>
                <a:lnTo>
                  <a:pt x="745" y="264"/>
                </a:lnTo>
                <a:lnTo>
                  <a:pt x="744" y="264"/>
                </a:lnTo>
                <a:lnTo>
                  <a:pt x="743" y="266"/>
                </a:lnTo>
                <a:lnTo>
                  <a:pt x="742" y="266"/>
                </a:lnTo>
                <a:lnTo>
                  <a:pt x="742" y="267"/>
                </a:lnTo>
                <a:lnTo>
                  <a:pt x="741" y="267"/>
                </a:lnTo>
                <a:lnTo>
                  <a:pt x="741" y="266"/>
                </a:lnTo>
                <a:lnTo>
                  <a:pt x="741" y="265"/>
                </a:lnTo>
                <a:lnTo>
                  <a:pt x="742" y="265"/>
                </a:lnTo>
                <a:lnTo>
                  <a:pt x="742" y="264"/>
                </a:lnTo>
                <a:lnTo>
                  <a:pt x="742" y="263"/>
                </a:lnTo>
                <a:lnTo>
                  <a:pt x="741" y="262"/>
                </a:lnTo>
                <a:lnTo>
                  <a:pt x="740" y="261"/>
                </a:lnTo>
                <a:lnTo>
                  <a:pt x="739" y="261"/>
                </a:lnTo>
                <a:lnTo>
                  <a:pt x="739" y="262"/>
                </a:lnTo>
                <a:lnTo>
                  <a:pt x="738" y="263"/>
                </a:lnTo>
                <a:lnTo>
                  <a:pt x="738" y="264"/>
                </a:lnTo>
                <a:lnTo>
                  <a:pt x="737" y="265"/>
                </a:lnTo>
                <a:lnTo>
                  <a:pt x="736" y="265"/>
                </a:lnTo>
                <a:lnTo>
                  <a:pt x="735" y="265"/>
                </a:lnTo>
                <a:lnTo>
                  <a:pt x="735" y="266"/>
                </a:lnTo>
                <a:lnTo>
                  <a:pt x="735" y="267"/>
                </a:lnTo>
                <a:lnTo>
                  <a:pt x="736" y="267"/>
                </a:lnTo>
                <a:lnTo>
                  <a:pt x="737" y="267"/>
                </a:lnTo>
                <a:lnTo>
                  <a:pt x="737" y="266"/>
                </a:lnTo>
                <a:lnTo>
                  <a:pt x="738" y="265"/>
                </a:lnTo>
                <a:lnTo>
                  <a:pt x="738" y="264"/>
                </a:lnTo>
                <a:lnTo>
                  <a:pt x="739" y="264"/>
                </a:lnTo>
                <a:lnTo>
                  <a:pt x="739" y="265"/>
                </a:lnTo>
                <a:lnTo>
                  <a:pt x="740" y="265"/>
                </a:lnTo>
                <a:lnTo>
                  <a:pt x="740" y="266"/>
                </a:lnTo>
                <a:lnTo>
                  <a:pt x="739" y="266"/>
                </a:lnTo>
                <a:lnTo>
                  <a:pt x="738" y="268"/>
                </a:lnTo>
                <a:lnTo>
                  <a:pt x="737" y="268"/>
                </a:lnTo>
                <a:lnTo>
                  <a:pt x="737" y="269"/>
                </a:lnTo>
                <a:lnTo>
                  <a:pt x="736" y="269"/>
                </a:lnTo>
                <a:lnTo>
                  <a:pt x="737" y="270"/>
                </a:lnTo>
                <a:lnTo>
                  <a:pt x="737" y="272"/>
                </a:lnTo>
                <a:lnTo>
                  <a:pt x="736" y="273"/>
                </a:lnTo>
                <a:lnTo>
                  <a:pt x="736" y="274"/>
                </a:lnTo>
                <a:lnTo>
                  <a:pt x="737" y="274"/>
                </a:lnTo>
                <a:lnTo>
                  <a:pt x="736" y="276"/>
                </a:lnTo>
                <a:lnTo>
                  <a:pt x="735" y="276"/>
                </a:lnTo>
                <a:lnTo>
                  <a:pt x="734" y="277"/>
                </a:lnTo>
                <a:lnTo>
                  <a:pt x="735" y="277"/>
                </a:lnTo>
                <a:lnTo>
                  <a:pt x="735" y="278"/>
                </a:lnTo>
                <a:lnTo>
                  <a:pt x="734" y="278"/>
                </a:lnTo>
                <a:lnTo>
                  <a:pt x="734" y="279"/>
                </a:lnTo>
                <a:lnTo>
                  <a:pt x="733" y="279"/>
                </a:lnTo>
                <a:lnTo>
                  <a:pt x="732" y="279"/>
                </a:lnTo>
                <a:lnTo>
                  <a:pt x="731" y="279"/>
                </a:lnTo>
                <a:lnTo>
                  <a:pt x="731" y="280"/>
                </a:lnTo>
                <a:lnTo>
                  <a:pt x="731" y="281"/>
                </a:lnTo>
                <a:lnTo>
                  <a:pt x="730" y="281"/>
                </a:lnTo>
                <a:lnTo>
                  <a:pt x="729" y="280"/>
                </a:lnTo>
                <a:lnTo>
                  <a:pt x="728" y="279"/>
                </a:lnTo>
                <a:lnTo>
                  <a:pt x="727" y="279"/>
                </a:lnTo>
                <a:lnTo>
                  <a:pt x="728" y="280"/>
                </a:lnTo>
                <a:lnTo>
                  <a:pt x="728" y="282"/>
                </a:lnTo>
                <a:lnTo>
                  <a:pt x="729" y="283"/>
                </a:lnTo>
                <a:lnTo>
                  <a:pt x="729" y="284"/>
                </a:lnTo>
                <a:lnTo>
                  <a:pt x="729" y="285"/>
                </a:lnTo>
                <a:lnTo>
                  <a:pt x="728" y="285"/>
                </a:lnTo>
                <a:lnTo>
                  <a:pt x="728" y="286"/>
                </a:lnTo>
                <a:lnTo>
                  <a:pt x="727" y="288"/>
                </a:lnTo>
                <a:lnTo>
                  <a:pt x="726" y="288"/>
                </a:lnTo>
                <a:lnTo>
                  <a:pt x="726" y="287"/>
                </a:lnTo>
                <a:lnTo>
                  <a:pt x="725" y="287"/>
                </a:lnTo>
                <a:lnTo>
                  <a:pt x="724" y="287"/>
                </a:lnTo>
                <a:lnTo>
                  <a:pt x="723" y="289"/>
                </a:lnTo>
                <a:lnTo>
                  <a:pt x="721" y="289"/>
                </a:lnTo>
                <a:lnTo>
                  <a:pt x="720" y="289"/>
                </a:lnTo>
                <a:lnTo>
                  <a:pt x="719" y="289"/>
                </a:lnTo>
                <a:lnTo>
                  <a:pt x="719" y="290"/>
                </a:lnTo>
                <a:lnTo>
                  <a:pt x="720" y="291"/>
                </a:lnTo>
                <a:lnTo>
                  <a:pt x="719" y="292"/>
                </a:lnTo>
                <a:lnTo>
                  <a:pt x="718" y="292"/>
                </a:lnTo>
                <a:lnTo>
                  <a:pt x="718" y="293"/>
                </a:lnTo>
                <a:lnTo>
                  <a:pt x="717" y="293"/>
                </a:lnTo>
                <a:lnTo>
                  <a:pt x="718" y="293"/>
                </a:lnTo>
                <a:lnTo>
                  <a:pt x="718" y="294"/>
                </a:lnTo>
                <a:lnTo>
                  <a:pt x="717" y="294"/>
                </a:lnTo>
                <a:lnTo>
                  <a:pt x="717" y="295"/>
                </a:lnTo>
                <a:lnTo>
                  <a:pt x="715" y="295"/>
                </a:lnTo>
                <a:lnTo>
                  <a:pt x="715" y="296"/>
                </a:lnTo>
                <a:lnTo>
                  <a:pt x="714" y="296"/>
                </a:lnTo>
                <a:lnTo>
                  <a:pt x="714" y="297"/>
                </a:lnTo>
                <a:lnTo>
                  <a:pt x="713" y="297"/>
                </a:lnTo>
                <a:lnTo>
                  <a:pt x="712" y="297"/>
                </a:lnTo>
                <a:lnTo>
                  <a:pt x="709" y="299"/>
                </a:lnTo>
                <a:lnTo>
                  <a:pt x="710" y="299"/>
                </a:lnTo>
                <a:lnTo>
                  <a:pt x="710" y="300"/>
                </a:lnTo>
                <a:lnTo>
                  <a:pt x="711" y="300"/>
                </a:lnTo>
                <a:lnTo>
                  <a:pt x="712" y="300"/>
                </a:lnTo>
                <a:lnTo>
                  <a:pt x="712" y="302"/>
                </a:lnTo>
                <a:lnTo>
                  <a:pt x="712" y="303"/>
                </a:lnTo>
                <a:lnTo>
                  <a:pt x="713" y="305"/>
                </a:lnTo>
                <a:lnTo>
                  <a:pt x="713" y="306"/>
                </a:lnTo>
                <a:lnTo>
                  <a:pt x="712" y="306"/>
                </a:lnTo>
                <a:lnTo>
                  <a:pt x="712" y="307"/>
                </a:lnTo>
                <a:lnTo>
                  <a:pt x="711" y="307"/>
                </a:lnTo>
                <a:lnTo>
                  <a:pt x="711" y="306"/>
                </a:lnTo>
                <a:lnTo>
                  <a:pt x="710" y="310"/>
                </a:lnTo>
                <a:lnTo>
                  <a:pt x="709" y="310"/>
                </a:lnTo>
                <a:lnTo>
                  <a:pt x="709" y="311"/>
                </a:lnTo>
                <a:lnTo>
                  <a:pt x="707" y="312"/>
                </a:lnTo>
                <a:lnTo>
                  <a:pt x="708" y="313"/>
                </a:lnTo>
                <a:lnTo>
                  <a:pt x="707" y="314"/>
                </a:lnTo>
                <a:lnTo>
                  <a:pt x="707" y="315"/>
                </a:lnTo>
                <a:lnTo>
                  <a:pt x="706" y="315"/>
                </a:lnTo>
                <a:lnTo>
                  <a:pt x="706" y="314"/>
                </a:lnTo>
                <a:lnTo>
                  <a:pt x="706" y="313"/>
                </a:lnTo>
                <a:lnTo>
                  <a:pt x="705" y="313"/>
                </a:lnTo>
                <a:lnTo>
                  <a:pt x="704" y="313"/>
                </a:lnTo>
                <a:lnTo>
                  <a:pt x="703" y="314"/>
                </a:lnTo>
                <a:lnTo>
                  <a:pt x="703" y="315"/>
                </a:lnTo>
                <a:lnTo>
                  <a:pt x="702" y="316"/>
                </a:lnTo>
                <a:lnTo>
                  <a:pt x="701" y="317"/>
                </a:lnTo>
                <a:lnTo>
                  <a:pt x="700" y="317"/>
                </a:lnTo>
                <a:lnTo>
                  <a:pt x="699" y="317"/>
                </a:lnTo>
                <a:lnTo>
                  <a:pt x="698" y="317"/>
                </a:lnTo>
                <a:lnTo>
                  <a:pt x="698" y="316"/>
                </a:lnTo>
                <a:lnTo>
                  <a:pt x="697" y="316"/>
                </a:lnTo>
                <a:lnTo>
                  <a:pt x="695" y="318"/>
                </a:lnTo>
                <a:lnTo>
                  <a:pt x="696" y="319"/>
                </a:lnTo>
                <a:lnTo>
                  <a:pt x="697" y="319"/>
                </a:lnTo>
                <a:lnTo>
                  <a:pt x="697" y="320"/>
                </a:lnTo>
                <a:lnTo>
                  <a:pt x="698" y="321"/>
                </a:lnTo>
                <a:lnTo>
                  <a:pt x="700" y="322"/>
                </a:lnTo>
                <a:lnTo>
                  <a:pt x="701" y="322"/>
                </a:lnTo>
                <a:lnTo>
                  <a:pt x="701" y="321"/>
                </a:lnTo>
                <a:lnTo>
                  <a:pt x="702" y="321"/>
                </a:lnTo>
                <a:lnTo>
                  <a:pt x="702" y="322"/>
                </a:lnTo>
                <a:lnTo>
                  <a:pt x="702" y="323"/>
                </a:lnTo>
                <a:lnTo>
                  <a:pt x="703" y="323"/>
                </a:lnTo>
                <a:lnTo>
                  <a:pt x="702" y="323"/>
                </a:lnTo>
                <a:lnTo>
                  <a:pt x="703" y="324"/>
                </a:lnTo>
                <a:lnTo>
                  <a:pt x="703" y="325"/>
                </a:lnTo>
                <a:lnTo>
                  <a:pt x="704" y="326"/>
                </a:lnTo>
                <a:lnTo>
                  <a:pt x="706" y="326"/>
                </a:lnTo>
                <a:lnTo>
                  <a:pt x="706" y="327"/>
                </a:lnTo>
                <a:lnTo>
                  <a:pt x="707" y="328"/>
                </a:lnTo>
                <a:lnTo>
                  <a:pt x="707" y="329"/>
                </a:lnTo>
                <a:lnTo>
                  <a:pt x="706" y="330"/>
                </a:lnTo>
                <a:lnTo>
                  <a:pt x="706" y="331"/>
                </a:lnTo>
                <a:lnTo>
                  <a:pt x="707" y="331"/>
                </a:lnTo>
                <a:lnTo>
                  <a:pt x="708" y="330"/>
                </a:lnTo>
                <a:lnTo>
                  <a:pt x="709" y="329"/>
                </a:lnTo>
                <a:lnTo>
                  <a:pt x="709" y="328"/>
                </a:lnTo>
                <a:lnTo>
                  <a:pt x="710" y="328"/>
                </a:lnTo>
                <a:lnTo>
                  <a:pt x="712" y="328"/>
                </a:lnTo>
                <a:lnTo>
                  <a:pt x="712" y="327"/>
                </a:lnTo>
                <a:lnTo>
                  <a:pt x="711" y="326"/>
                </a:lnTo>
                <a:lnTo>
                  <a:pt x="712" y="326"/>
                </a:lnTo>
                <a:lnTo>
                  <a:pt x="713" y="326"/>
                </a:lnTo>
                <a:lnTo>
                  <a:pt x="713" y="328"/>
                </a:lnTo>
                <a:lnTo>
                  <a:pt x="712" y="328"/>
                </a:lnTo>
                <a:lnTo>
                  <a:pt x="712" y="329"/>
                </a:lnTo>
                <a:lnTo>
                  <a:pt x="713" y="329"/>
                </a:lnTo>
                <a:lnTo>
                  <a:pt x="716" y="328"/>
                </a:lnTo>
                <a:lnTo>
                  <a:pt x="717" y="327"/>
                </a:lnTo>
                <a:lnTo>
                  <a:pt x="717" y="325"/>
                </a:lnTo>
                <a:lnTo>
                  <a:pt x="717" y="324"/>
                </a:lnTo>
                <a:lnTo>
                  <a:pt x="715" y="324"/>
                </a:lnTo>
                <a:lnTo>
                  <a:pt x="715" y="323"/>
                </a:lnTo>
                <a:lnTo>
                  <a:pt x="717" y="322"/>
                </a:lnTo>
                <a:lnTo>
                  <a:pt x="717" y="323"/>
                </a:lnTo>
                <a:lnTo>
                  <a:pt x="718" y="323"/>
                </a:lnTo>
                <a:lnTo>
                  <a:pt x="718" y="322"/>
                </a:lnTo>
                <a:lnTo>
                  <a:pt x="720" y="321"/>
                </a:lnTo>
                <a:lnTo>
                  <a:pt x="720" y="320"/>
                </a:lnTo>
                <a:lnTo>
                  <a:pt x="721" y="319"/>
                </a:lnTo>
                <a:lnTo>
                  <a:pt x="722" y="319"/>
                </a:lnTo>
                <a:lnTo>
                  <a:pt x="723" y="318"/>
                </a:lnTo>
                <a:lnTo>
                  <a:pt x="723" y="319"/>
                </a:lnTo>
                <a:lnTo>
                  <a:pt x="724" y="318"/>
                </a:lnTo>
                <a:lnTo>
                  <a:pt x="725" y="316"/>
                </a:lnTo>
                <a:lnTo>
                  <a:pt x="726" y="314"/>
                </a:lnTo>
                <a:lnTo>
                  <a:pt x="727" y="314"/>
                </a:lnTo>
                <a:lnTo>
                  <a:pt x="727" y="315"/>
                </a:lnTo>
                <a:lnTo>
                  <a:pt x="729" y="315"/>
                </a:lnTo>
                <a:lnTo>
                  <a:pt x="730" y="315"/>
                </a:lnTo>
                <a:lnTo>
                  <a:pt x="730" y="314"/>
                </a:lnTo>
                <a:lnTo>
                  <a:pt x="731" y="313"/>
                </a:lnTo>
                <a:lnTo>
                  <a:pt x="733" y="312"/>
                </a:lnTo>
                <a:lnTo>
                  <a:pt x="734" y="312"/>
                </a:lnTo>
                <a:lnTo>
                  <a:pt x="735" y="312"/>
                </a:lnTo>
                <a:lnTo>
                  <a:pt x="737" y="311"/>
                </a:lnTo>
                <a:lnTo>
                  <a:pt x="739" y="310"/>
                </a:lnTo>
                <a:lnTo>
                  <a:pt x="740" y="310"/>
                </a:lnTo>
                <a:lnTo>
                  <a:pt x="740" y="311"/>
                </a:lnTo>
                <a:lnTo>
                  <a:pt x="740" y="312"/>
                </a:lnTo>
                <a:lnTo>
                  <a:pt x="739" y="313"/>
                </a:lnTo>
                <a:lnTo>
                  <a:pt x="738" y="314"/>
                </a:lnTo>
                <a:lnTo>
                  <a:pt x="737" y="315"/>
                </a:lnTo>
                <a:lnTo>
                  <a:pt x="736" y="318"/>
                </a:lnTo>
                <a:lnTo>
                  <a:pt x="737" y="319"/>
                </a:lnTo>
                <a:lnTo>
                  <a:pt x="740" y="319"/>
                </a:lnTo>
                <a:lnTo>
                  <a:pt x="741" y="319"/>
                </a:lnTo>
                <a:lnTo>
                  <a:pt x="740" y="319"/>
                </a:lnTo>
                <a:lnTo>
                  <a:pt x="740" y="318"/>
                </a:lnTo>
                <a:lnTo>
                  <a:pt x="741" y="318"/>
                </a:lnTo>
                <a:lnTo>
                  <a:pt x="743" y="318"/>
                </a:lnTo>
                <a:lnTo>
                  <a:pt x="744" y="319"/>
                </a:lnTo>
                <a:lnTo>
                  <a:pt x="745" y="319"/>
                </a:lnTo>
                <a:lnTo>
                  <a:pt x="745" y="317"/>
                </a:lnTo>
                <a:lnTo>
                  <a:pt x="747" y="316"/>
                </a:lnTo>
                <a:lnTo>
                  <a:pt x="748" y="316"/>
                </a:lnTo>
                <a:lnTo>
                  <a:pt x="749" y="316"/>
                </a:lnTo>
                <a:lnTo>
                  <a:pt x="749" y="315"/>
                </a:lnTo>
                <a:lnTo>
                  <a:pt x="750" y="314"/>
                </a:lnTo>
                <a:lnTo>
                  <a:pt x="751" y="313"/>
                </a:lnTo>
                <a:lnTo>
                  <a:pt x="751" y="312"/>
                </a:lnTo>
                <a:lnTo>
                  <a:pt x="752" y="310"/>
                </a:lnTo>
                <a:lnTo>
                  <a:pt x="753" y="310"/>
                </a:lnTo>
                <a:lnTo>
                  <a:pt x="753" y="309"/>
                </a:lnTo>
                <a:lnTo>
                  <a:pt x="754" y="308"/>
                </a:lnTo>
                <a:lnTo>
                  <a:pt x="755" y="306"/>
                </a:lnTo>
                <a:lnTo>
                  <a:pt x="756" y="306"/>
                </a:lnTo>
                <a:lnTo>
                  <a:pt x="757" y="306"/>
                </a:lnTo>
                <a:lnTo>
                  <a:pt x="756" y="307"/>
                </a:lnTo>
                <a:lnTo>
                  <a:pt x="757" y="308"/>
                </a:lnTo>
                <a:lnTo>
                  <a:pt x="757" y="309"/>
                </a:lnTo>
                <a:lnTo>
                  <a:pt x="758" y="309"/>
                </a:lnTo>
                <a:lnTo>
                  <a:pt x="759" y="309"/>
                </a:lnTo>
                <a:lnTo>
                  <a:pt x="760" y="309"/>
                </a:lnTo>
                <a:lnTo>
                  <a:pt x="761" y="308"/>
                </a:lnTo>
                <a:lnTo>
                  <a:pt x="763" y="307"/>
                </a:lnTo>
                <a:lnTo>
                  <a:pt x="764" y="307"/>
                </a:lnTo>
                <a:lnTo>
                  <a:pt x="764" y="308"/>
                </a:lnTo>
                <a:lnTo>
                  <a:pt x="765" y="308"/>
                </a:lnTo>
                <a:lnTo>
                  <a:pt x="766" y="307"/>
                </a:lnTo>
                <a:lnTo>
                  <a:pt x="767" y="307"/>
                </a:lnTo>
                <a:lnTo>
                  <a:pt x="767" y="306"/>
                </a:lnTo>
                <a:lnTo>
                  <a:pt x="767" y="305"/>
                </a:lnTo>
                <a:lnTo>
                  <a:pt x="770" y="305"/>
                </a:lnTo>
                <a:lnTo>
                  <a:pt x="771" y="305"/>
                </a:lnTo>
                <a:lnTo>
                  <a:pt x="772" y="306"/>
                </a:lnTo>
                <a:lnTo>
                  <a:pt x="772" y="305"/>
                </a:lnTo>
                <a:lnTo>
                  <a:pt x="773" y="305"/>
                </a:lnTo>
                <a:lnTo>
                  <a:pt x="772" y="305"/>
                </a:lnTo>
                <a:lnTo>
                  <a:pt x="773" y="305"/>
                </a:lnTo>
                <a:lnTo>
                  <a:pt x="773" y="304"/>
                </a:lnTo>
                <a:lnTo>
                  <a:pt x="774" y="305"/>
                </a:lnTo>
                <a:lnTo>
                  <a:pt x="774" y="306"/>
                </a:lnTo>
                <a:lnTo>
                  <a:pt x="775" y="306"/>
                </a:lnTo>
                <a:lnTo>
                  <a:pt x="775" y="305"/>
                </a:lnTo>
                <a:lnTo>
                  <a:pt x="775" y="304"/>
                </a:lnTo>
                <a:lnTo>
                  <a:pt x="775" y="303"/>
                </a:lnTo>
                <a:lnTo>
                  <a:pt x="775" y="304"/>
                </a:lnTo>
                <a:lnTo>
                  <a:pt x="776" y="304"/>
                </a:lnTo>
                <a:lnTo>
                  <a:pt x="776" y="305"/>
                </a:lnTo>
                <a:lnTo>
                  <a:pt x="777" y="304"/>
                </a:lnTo>
                <a:lnTo>
                  <a:pt x="778" y="304"/>
                </a:lnTo>
                <a:lnTo>
                  <a:pt x="778" y="305"/>
                </a:lnTo>
                <a:lnTo>
                  <a:pt x="780" y="309"/>
                </a:lnTo>
                <a:lnTo>
                  <a:pt x="781" y="309"/>
                </a:lnTo>
                <a:lnTo>
                  <a:pt x="782" y="308"/>
                </a:lnTo>
                <a:lnTo>
                  <a:pt x="784" y="308"/>
                </a:lnTo>
                <a:lnTo>
                  <a:pt x="784" y="307"/>
                </a:lnTo>
                <a:lnTo>
                  <a:pt x="785" y="307"/>
                </a:lnTo>
                <a:lnTo>
                  <a:pt x="786" y="307"/>
                </a:lnTo>
                <a:lnTo>
                  <a:pt x="786" y="308"/>
                </a:lnTo>
                <a:lnTo>
                  <a:pt x="785" y="309"/>
                </a:lnTo>
                <a:lnTo>
                  <a:pt x="785" y="310"/>
                </a:lnTo>
                <a:lnTo>
                  <a:pt x="784" y="310"/>
                </a:lnTo>
                <a:lnTo>
                  <a:pt x="784" y="312"/>
                </a:lnTo>
                <a:lnTo>
                  <a:pt x="784" y="313"/>
                </a:lnTo>
                <a:lnTo>
                  <a:pt x="784" y="314"/>
                </a:lnTo>
                <a:lnTo>
                  <a:pt x="784" y="315"/>
                </a:lnTo>
                <a:lnTo>
                  <a:pt x="785" y="315"/>
                </a:lnTo>
                <a:lnTo>
                  <a:pt x="786" y="315"/>
                </a:lnTo>
                <a:lnTo>
                  <a:pt x="787" y="315"/>
                </a:lnTo>
                <a:lnTo>
                  <a:pt x="787" y="316"/>
                </a:lnTo>
                <a:lnTo>
                  <a:pt x="787" y="317"/>
                </a:lnTo>
                <a:lnTo>
                  <a:pt x="786" y="316"/>
                </a:lnTo>
                <a:lnTo>
                  <a:pt x="785" y="316"/>
                </a:lnTo>
                <a:lnTo>
                  <a:pt x="784" y="317"/>
                </a:lnTo>
                <a:lnTo>
                  <a:pt x="785" y="317"/>
                </a:lnTo>
                <a:lnTo>
                  <a:pt x="786" y="318"/>
                </a:lnTo>
                <a:lnTo>
                  <a:pt x="787" y="319"/>
                </a:lnTo>
                <a:lnTo>
                  <a:pt x="788" y="319"/>
                </a:lnTo>
                <a:lnTo>
                  <a:pt x="788" y="318"/>
                </a:lnTo>
                <a:lnTo>
                  <a:pt x="789" y="318"/>
                </a:lnTo>
                <a:lnTo>
                  <a:pt x="788" y="317"/>
                </a:lnTo>
                <a:lnTo>
                  <a:pt x="788" y="316"/>
                </a:lnTo>
                <a:lnTo>
                  <a:pt x="788" y="315"/>
                </a:lnTo>
                <a:lnTo>
                  <a:pt x="789" y="315"/>
                </a:lnTo>
                <a:lnTo>
                  <a:pt x="792" y="316"/>
                </a:lnTo>
                <a:lnTo>
                  <a:pt x="793" y="316"/>
                </a:lnTo>
                <a:lnTo>
                  <a:pt x="793" y="317"/>
                </a:lnTo>
                <a:lnTo>
                  <a:pt x="792" y="317"/>
                </a:lnTo>
                <a:lnTo>
                  <a:pt x="792" y="320"/>
                </a:lnTo>
                <a:lnTo>
                  <a:pt x="793" y="323"/>
                </a:lnTo>
                <a:lnTo>
                  <a:pt x="794" y="323"/>
                </a:lnTo>
                <a:lnTo>
                  <a:pt x="795" y="324"/>
                </a:lnTo>
                <a:lnTo>
                  <a:pt x="795" y="325"/>
                </a:lnTo>
                <a:lnTo>
                  <a:pt x="796" y="325"/>
                </a:lnTo>
                <a:lnTo>
                  <a:pt x="796" y="327"/>
                </a:lnTo>
                <a:lnTo>
                  <a:pt x="796" y="328"/>
                </a:lnTo>
                <a:lnTo>
                  <a:pt x="795" y="328"/>
                </a:lnTo>
                <a:lnTo>
                  <a:pt x="794" y="328"/>
                </a:lnTo>
                <a:lnTo>
                  <a:pt x="794" y="329"/>
                </a:lnTo>
                <a:lnTo>
                  <a:pt x="794" y="330"/>
                </a:lnTo>
                <a:lnTo>
                  <a:pt x="795" y="331"/>
                </a:lnTo>
                <a:lnTo>
                  <a:pt x="796" y="330"/>
                </a:lnTo>
                <a:lnTo>
                  <a:pt x="797" y="333"/>
                </a:lnTo>
                <a:lnTo>
                  <a:pt x="798" y="333"/>
                </a:lnTo>
                <a:lnTo>
                  <a:pt x="798" y="334"/>
                </a:lnTo>
                <a:lnTo>
                  <a:pt x="799" y="334"/>
                </a:lnTo>
                <a:lnTo>
                  <a:pt x="798" y="335"/>
                </a:lnTo>
                <a:lnTo>
                  <a:pt x="796" y="335"/>
                </a:lnTo>
                <a:lnTo>
                  <a:pt x="796" y="336"/>
                </a:lnTo>
                <a:lnTo>
                  <a:pt x="795" y="336"/>
                </a:lnTo>
                <a:lnTo>
                  <a:pt x="795" y="337"/>
                </a:lnTo>
                <a:lnTo>
                  <a:pt x="796" y="337"/>
                </a:lnTo>
                <a:lnTo>
                  <a:pt x="796" y="338"/>
                </a:lnTo>
                <a:lnTo>
                  <a:pt x="793" y="338"/>
                </a:lnTo>
                <a:lnTo>
                  <a:pt x="793" y="337"/>
                </a:lnTo>
                <a:lnTo>
                  <a:pt x="792" y="337"/>
                </a:lnTo>
                <a:lnTo>
                  <a:pt x="792" y="338"/>
                </a:lnTo>
                <a:lnTo>
                  <a:pt x="790" y="339"/>
                </a:lnTo>
                <a:lnTo>
                  <a:pt x="790" y="340"/>
                </a:lnTo>
                <a:lnTo>
                  <a:pt x="789" y="340"/>
                </a:lnTo>
                <a:lnTo>
                  <a:pt x="787" y="341"/>
                </a:lnTo>
                <a:lnTo>
                  <a:pt x="785" y="342"/>
                </a:lnTo>
                <a:lnTo>
                  <a:pt x="784" y="344"/>
                </a:lnTo>
                <a:lnTo>
                  <a:pt x="783" y="344"/>
                </a:lnTo>
                <a:lnTo>
                  <a:pt x="783" y="345"/>
                </a:lnTo>
                <a:lnTo>
                  <a:pt x="782" y="348"/>
                </a:lnTo>
                <a:lnTo>
                  <a:pt x="783" y="348"/>
                </a:lnTo>
                <a:lnTo>
                  <a:pt x="784" y="348"/>
                </a:lnTo>
                <a:lnTo>
                  <a:pt x="785" y="348"/>
                </a:lnTo>
                <a:lnTo>
                  <a:pt x="785" y="347"/>
                </a:lnTo>
                <a:lnTo>
                  <a:pt x="785" y="346"/>
                </a:lnTo>
                <a:lnTo>
                  <a:pt x="786" y="346"/>
                </a:lnTo>
                <a:lnTo>
                  <a:pt x="786" y="345"/>
                </a:lnTo>
                <a:lnTo>
                  <a:pt x="787" y="344"/>
                </a:lnTo>
                <a:lnTo>
                  <a:pt x="787" y="343"/>
                </a:lnTo>
                <a:lnTo>
                  <a:pt x="788" y="343"/>
                </a:lnTo>
                <a:lnTo>
                  <a:pt x="788" y="342"/>
                </a:lnTo>
                <a:lnTo>
                  <a:pt x="788" y="343"/>
                </a:lnTo>
                <a:lnTo>
                  <a:pt x="789" y="343"/>
                </a:lnTo>
                <a:lnTo>
                  <a:pt x="789" y="344"/>
                </a:lnTo>
                <a:lnTo>
                  <a:pt x="790" y="345"/>
                </a:lnTo>
                <a:lnTo>
                  <a:pt x="791" y="345"/>
                </a:lnTo>
                <a:lnTo>
                  <a:pt x="792" y="345"/>
                </a:lnTo>
                <a:lnTo>
                  <a:pt x="793" y="345"/>
                </a:lnTo>
                <a:lnTo>
                  <a:pt x="793" y="346"/>
                </a:lnTo>
                <a:lnTo>
                  <a:pt x="792" y="347"/>
                </a:lnTo>
                <a:lnTo>
                  <a:pt x="792" y="348"/>
                </a:lnTo>
                <a:lnTo>
                  <a:pt x="793" y="348"/>
                </a:lnTo>
                <a:lnTo>
                  <a:pt x="793" y="349"/>
                </a:lnTo>
                <a:lnTo>
                  <a:pt x="793" y="351"/>
                </a:lnTo>
                <a:lnTo>
                  <a:pt x="792" y="352"/>
                </a:lnTo>
                <a:lnTo>
                  <a:pt x="791" y="353"/>
                </a:lnTo>
                <a:lnTo>
                  <a:pt x="791" y="355"/>
                </a:lnTo>
                <a:lnTo>
                  <a:pt x="792" y="356"/>
                </a:lnTo>
                <a:lnTo>
                  <a:pt x="793" y="358"/>
                </a:lnTo>
                <a:lnTo>
                  <a:pt x="795" y="360"/>
                </a:lnTo>
                <a:lnTo>
                  <a:pt x="794" y="361"/>
                </a:lnTo>
                <a:lnTo>
                  <a:pt x="794" y="363"/>
                </a:lnTo>
                <a:lnTo>
                  <a:pt x="795" y="364"/>
                </a:lnTo>
                <a:lnTo>
                  <a:pt x="795" y="365"/>
                </a:lnTo>
                <a:lnTo>
                  <a:pt x="794" y="365"/>
                </a:lnTo>
                <a:lnTo>
                  <a:pt x="793" y="365"/>
                </a:lnTo>
                <a:lnTo>
                  <a:pt x="792" y="365"/>
                </a:lnTo>
                <a:lnTo>
                  <a:pt x="792" y="364"/>
                </a:lnTo>
                <a:lnTo>
                  <a:pt x="792" y="363"/>
                </a:lnTo>
                <a:lnTo>
                  <a:pt x="793" y="363"/>
                </a:lnTo>
                <a:lnTo>
                  <a:pt x="793" y="362"/>
                </a:lnTo>
                <a:lnTo>
                  <a:pt x="791" y="362"/>
                </a:lnTo>
                <a:lnTo>
                  <a:pt x="791" y="363"/>
                </a:lnTo>
                <a:lnTo>
                  <a:pt x="790" y="363"/>
                </a:lnTo>
                <a:lnTo>
                  <a:pt x="789" y="363"/>
                </a:lnTo>
                <a:lnTo>
                  <a:pt x="789" y="362"/>
                </a:lnTo>
                <a:lnTo>
                  <a:pt x="788" y="362"/>
                </a:lnTo>
                <a:lnTo>
                  <a:pt x="787" y="362"/>
                </a:lnTo>
                <a:lnTo>
                  <a:pt x="787" y="363"/>
                </a:lnTo>
                <a:lnTo>
                  <a:pt x="786" y="363"/>
                </a:lnTo>
                <a:lnTo>
                  <a:pt x="784" y="363"/>
                </a:lnTo>
                <a:lnTo>
                  <a:pt x="783" y="365"/>
                </a:lnTo>
                <a:lnTo>
                  <a:pt x="782" y="366"/>
                </a:lnTo>
                <a:lnTo>
                  <a:pt x="780" y="367"/>
                </a:lnTo>
                <a:lnTo>
                  <a:pt x="781" y="367"/>
                </a:lnTo>
                <a:lnTo>
                  <a:pt x="781" y="368"/>
                </a:lnTo>
                <a:lnTo>
                  <a:pt x="781" y="369"/>
                </a:lnTo>
                <a:lnTo>
                  <a:pt x="780" y="370"/>
                </a:lnTo>
                <a:lnTo>
                  <a:pt x="779" y="369"/>
                </a:lnTo>
                <a:lnTo>
                  <a:pt x="778" y="369"/>
                </a:lnTo>
                <a:lnTo>
                  <a:pt x="778" y="368"/>
                </a:lnTo>
                <a:lnTo>
                  <a:pt x="777" y="369"/>
                </a:lnTo>
                <a:lnTo>
                  <a:pt x="776" y="369"/>
                </a:lnTo>
                <a:lnTo>
                  <a:pt x="776" y="370"/>
                </a:lnTo>
                <a:lnTo>
                  <a:pt x="777" y="370"/>
                </a:lnTo>
                <a:lnTo>
                  <a:pt x="778" y="370"/>
                </a:lnTo>
                <a:lnTo>
                  <a:pt x="778" y="371"/>
                </a:lnTo>
                <a:lnTo>
                  <a:pt x="777" y="371"/>
                </a:lnTo>
                <a:lnTo>
                  <a:pt x="775" y="372"/>
                </a:lnTo>
                <a:lnTo>
                  <a:pt x="774" y="373"/>
                </a:lnTo>
                <a:lnTo>
                  <a:pt x="771" y="373"/>
                </a:lnTo>
                <a:lnTo>
                  <a:pt x="769" y="373"/>
                </a:lnTo>
                <a:lnTo>
                  <a:pt x="768" y="372"/>
                </a:lnTo>
                <a:lnTo>
                  <a:pt x="767" y="372"/>
                </a:lnTo>
                <a:lnTo>
                  <a:pt x="766" y="372"/>
                </a:lnTo>
                <a:lnTo>
                  <a:pt x="766" y="373"/>
                </a:lnTo>
                <a:lnTo>
                  <a:pt x="764" y="373"/>
                </a:lnTo>
                <a:lnTo>
                  <a:pt x="764" y="374"/>
                </a:lnTo>
                <a:lnTo>
                  <a:pt x="764" y="375"/>
                </a:lnTo>
                <a:lnTo>
                  <a:pt x="764" y="376"/>
                </a:lnTo>
                <a:lnTo>
                  <a:pt x="765" y="376"/>
                </a:lnTo>
                <a:lnTo>
                  <a:pt x="765" y="377"/>
                </a:lnTo>
                <a:lnTo>
                  <a:pt x="766" y="377"/>
                </a:lnTo>
                <a:lnTo>
                  <a:pt x="766" y="378"/>
                </a:lnTo>
                <a:lnTo>
                  <a:pt x="766" y="379"/>
                </a:lnTo>
                <a:lnTo>
                  <a:pt x="768" y="380"/>
                </a:lnTo>
                <a:lnTo>
                  <a:pt x="769" y="380"/>
                </a:lnTo>
                <a:lnTo>
                  <a:pt x="770" y="380"/>
                </a:lnTo>
                <a:lnTo>
                  <a:pt x="770" y="381"/>
                </a:lnTo>
                <a:lnTo>
                  <a:pt x="771" y="381"/>
                </a:lnTo>
                <a:lnTo>
                  <a:pt x="772" y="380"/>
                </a:lnTo>
                <a:lnTo>
                  <a:pt x="774" y="381"/>
                </a:lnTo>
                <a:lnTo>
                  <a:pt x="774" y="382"/>
                </a:lnTo>
                <a:lnTo>
                  <a:pt x="776" y="384"/>
                </a:lnTo>
                <a:lnTo>
                  <a:pt x="776" y="385"/>
                </a:lnTo>
                <a:lnTo>
                  <a:pt x="777" y="387"/>
                </a:lnTo>
                <a:lnTo>
                  <a:pt x="778" y="388"/>
                </a:lnTo>
                <a:lnTo>
                  <a:pt x="778" y="389"/>
                </a:lnTo>
                <a:lnTo>
                  <a:pt x="778" y="390"/>
                </a:lnTo>
                <a:lnTo>
                  <a:pt x="778" y="392"/>
                </a:lnTo>
                <a:lnTo>
                  <a:pt x="778" y="393"/>
                </a:lnTo>
                <a:lnTo>
                  <a:pt x="779" y="392"/>
                </a:lnTo>
                <a:lnTo>
                  <a:pt x="779" y="394"/>
                </a:lnTo>
                <a:lnTo>
                  <a:pt x="779" y="395"/>
                </a:lnTo>
                <a:lnTo>
                  <a:pt x="780" y="395"/>
                </a:lnTo>
                <a:lnTo>
                  <a:pt x="781" y="395"/>
                </a:lnTo>
                <a:lnTo>
                  <a:pt x="781" y="397"/>
                </a:lnTo>
                <a:lnTo>
                  <a:pt x="781" y="398"/>
                </a:lnTo>
                <a:lnTo>
                  <a:pt x="780" y="398"/>
                </a:lnTo>
                <a:lnTo>
                  <a:pt x="779" y="399"/>
                </a:lnTo>
                <a:lnTo>
                  <a:pt x="778" y="399"/>
                </a:lnTo>
                <a:lnTo>
                  <a:pt x="777" y="400"/>
                </a:lnTo>
                <a:lnTo>
                  <a:pt x="777" y="401"/>
                </a:lnTo>
                <a:lnTo>
                  <a:pt x="777" y="402"/>
                </a:lnTo>
                <a:lnTo>
                  <a:pt x="778" y="402"/>
                </a:lnTo>
                <a:lnTo>
                  <a:pt x="779" y="403"/>
                </a:lnTo>
                <a:lnTo>
                  <a:pt x="778" y="404"/>
                </a:lnTo>
                <a:lnTo>
                  <a:pt x="777" y="405"/>
                </a:lnTo>
                <a:lnTo>
                  <a:pt x="775" y="406"/>
                </a:lnTo>
                <a:lnTo>
                  <a:pt x="775" y="407"/>
                </a:lnTo>
                <a:lnTo>
                  <a:pt x="776" y="408"/>
                </a:lnTo>
                <a:lnTo>
                  <a:pt x="777" y="408"/>
                </a:lnTo>
                <a:lnTo>
                  <a:pt x="778" y="409"/>
                </a:lnTo>
                <a:lnTo>
                  <a:pt x="778" y="410"/>
                </a:lnTo>
                <a:lnTo>
                  <a:pt x="777" y="410"/>
                </a:lnTo>
                <a:lnTo>
                  <a:pt x="775" y="411"/>
                </a:lnTo>
                <a:lnTo>
                  <a:pt x="774" y="411"/>
                </a:lnTo>
                <a:lnTo>
                  <a:pt x="773" y="412"/>
                </a:lnTo>
                <a:lnTo>
                  <a:pt x="773" y="413"/>
                </a:lnTo>
                <a:lnTo>
                  <a:pt x="772" y="413"/>
                </a:lnTo>
                <a:lnTo>
                  <a:pt x="772" y="414"/>
                </a:lnTo>
                <a:lnTo>
                  <a:pt x="771" y="414"/>
                </a:lnTo>
                <a:lnTo>
                  <a:pt x="771" y="415"/>
                </a:lnTo>
                <a:lnTo>
                  <a:pt x="770" y="416"/>
                </a:lnTo>
                <a:lnTo>
                  <a:pt x="770" y="417"/>
                </a:lnTo>
                <a:lnTo>
                  <a:pt x="769" y="417"/>
                </a:lnTo>
                <a:lnTo>
                  <a:pt x="769" y="418"/>
                </a:lnTo>
                <a:lnTo>
                  <a:pt x="769" y="419"/>
                </a:lnTo>
                <a:lnTo>
                  <a:pt x="769" y="420"/>
                </a:lnTo>
                <a:lnTo>
                  <a:pt x="768" y="421"/>
                </a:lnTo>
                <a:lnTo>
                  <a:pt x="767" y="423"/>
                </a:lnTo>
                <a:lnTo>
                  <a:pt x="767" y="424"/>
                </a:lnTo>
                <a:lnTo>
                  <a:pt x="768" y="426"/>
                </a:lnTo>
                <a:lnTo>
                  <a:pt x="767" y="427"/>
                </a:lnTo>
                <a:lnTo>
                  <a:pt x="766" y="427"/>
                </a:lnTo>
                <a:lnTo>
                  <a:pt x="765" y="427"/>
                </a:lnTo>
                <a:lnTo>
                  <a:pt x="764" y="428"/>
                </a:lnTo>
                <a:lnTo>
                  <a:pt x="764" y="429"/>
                </a:lnTo>
                <a:lnTo>
                  <a:pt x="764" y="430"/>
                </a:lnTo>
                <a:lnTo>
                  <a:pt x="765" y="430"/>
                </a:lnTo>
                <a:lnTo>
                  <a:pt x="765" y="432"/>
                </a:lnTo>
                <a:lnTo>
                  <a:pt x="765" y="434"/>
                </a:lnTo>
                <a:lnTo>
                  <a:pt x="766" y="435"/>
                </a:lnTo>
                <a:lnTo>
                  <a:pt x="767" y="435"/>
                </a:lnTo>
                <a:lnTo>
                  <a:pt x="767" y="434"/>
                </a:lnTo>
                <a:lnTo>
                  <a:pt x="768" y="435"/>
                </a:lnTo>
                <a:lnTo>
                  <a:pt x="769" y="435"/>
                </a:lnTo>
                <a:lnTo>
                  <a:pt x="770" y="435"/>
                </a:lnTo>
                <a:lnTo>
                  <a:pt x="771" y="435"/>
                </a:lnTo>
                <a:lnTo>
                  <a:pt x="773" y="437"/>
                </a:lnTo>
                <a:lnTo>
                  <a:pt x="773" y="438"/>
                </a:lnTo>
                <a:lnTo>
                  <a:pt x="773" y="439"/>
                </a:lnTo>
                <a:lnTo>
                  <a:pt x="774" y="439"/>
                </a:lnTo>
                <a:lnTo>
                  <a:pt x="775" y="439"/>
                </a:lnTo>
                <a:lnTo>
                  <a:pt x="775" y="438"/>
                </a:lnTo>
                <a:lnTo>
                  <a:pt x="777" y="438"/>
                </a:lnTo>
                <a:lnTo>
                  <a:pt x="778" y="437"/>
                </a:lnTo>
                <a:lnTo>
                  <a:pt x="780" y="436"/>
                </a:lnTo>
                <a:lnTo>
                  <a:pt x="784" y="435"/>
                </a:lnTo>
                <a:lnTo>
                  <a:pt x="785" y="435"/>
                </a:lnTo>
                <a:lnTo>
                  <a:pt x="786" y="435"/>
                </a:lnTo>
                <a:lnTo>
                  <a:pt x="787" y="434"/>
                </a:lnTo>
                <a:lnTo>
                  <a:pt x="788" y="433"/>
                </a:lnTo>
                <a:lnTo>
                  <a:pt x="787" y="433"/>
                </a:lnTo>
                <a:lnTo>
                  <a:pt x="788" y="432"/>
                </a:lnTo>
                <a:lnTo>
                  <a:pt x="789" y="431"/>
                </a:lnTo>
                <a:lnTo>
                  <a:pt x="790" y="431"/>
                </a:lnTo>
                <a:lnTo>
                  <a:pt x="791" y="432"/>
                </a:lnTo>
                <a:lnTo>
                  <a:pt x="792" y="433"/>
                </a:lnTo>
                <a:lnTo>
                  <a:pt x="791" y="433"/>
                </a:lnTo>
                <a:lnTo>
                  <a:pt x="790" y="434"/>
                </a:lnTo>
                <a:lnTo>
                  <a:pt x="790" y="435"/>
                </a:lnTo>
                <a:lnTo>
                  <a:pt x="789" y="436"/>
                </a:lnTo>
                <a:lnTo>
                  <a:pt x="789" y="437"/>
                </a:lnTo>
                <a:lnTo>
                  <a:pt x="789" y="439"/>
                </a:lnTo>
                <a:lnTo>
                  <a:pt x="788" y="440"/>
                </a:lnTo>
                <a:lnTo>
                  <a:pt x="787" y="441"/>
                </a:lnTo>
                <a:lnTo>
                  <a:pt x="787" y="442"/>
                </a:lnTo>
                <a:lnTo>
                  <a:pt x="788" y="442"/>
                </a:lnTo>
                <a:lnTo>
                  <a:pt x="788" y="443"/>
                </a:lnTo>
                <a:lnTo>
                  <a:pt x="789" y="443"/>
                </a:lnTo>
                <a:lnTo>
                  <a:pt x="789" y="444"/>
                </a:lnTo>
                <a:lnTo>
                  <a:pt x="789" y="445"/>
                </a:lnTo>
                <a:lnTo>
                  <a:pt x="789" y="446"/>
                </a:lnTo>
                <a:lnTo>
                  <a:pt x="789" y="447"/>
                </a:lnTo>
                <a:lnTo>
                  <a:pt x="790" y="447"/>
                </a:lnTo>
                <a:lnTo>
                  <a:pt x="791" y="447"/>
                </a:lnTo>
                <a:lnTo>
                  <a:pt x="791" y="446"/>
                </a:lnTo>
                <a:lnTo>
                  <a:pt x="792" y="447"/>
                </a:lnTo>
                <a:lnTo>
                  <a:pt x="792" y="448"/>
                </a:lnTo>
                <a:lnTo>
                  <a:pt x="792" y="449"/>
                </a:lnTo>
                <a:lnTo>
                  <a:pt x="791" y="449"/>
                </a:lnTo>
                <a:lnTo>
                  <a:pt x="790" y="448"/>
                </a:lnTo>
                <a:lnTo>
                  <a:pt x="790" y="449"/>
                </a:lnTo>
                <a:lnTo>
                  <a:pt x="790" y="450"/>
                </a:lnTo>
                <a:lnTo>
                  <a:pt x="791" y="450"/>
                </a:lnTo>
                <a:lnTo>
                  <a:pt x="791" y="451"/>
                </a:lnTo>
                <a:lnTo>
                  <a:pt x="792" y="452"/>
                </a:lnTo>
                <a:lnTo>
                  <a:pt x="792" y="453"/>
                </a:lnTo>
                <a:lnTo>
                  <a:pt x="792" y="454"/>
                </a:lnTo>
                <a:lnTo>
                  <a:pt x="792" y="455"/>
                </a:lnTo>
                <a:lnTo>
                  <a:pt x="792" y="456"/>
                </a:lnTo>
                <a:lnTo>
                  <a:pt x="793" y="456"/>
                </a:lnTo>
                <a:lnTo>
                  <a:pt x="795" y="456"/>
                </a:lnTo>
                <a:lnTo>
                  <a:pt x="795" y="455"/>
                </a:lnTo>
                <a:lnTo>
                  <a:pt x="796" y="456"/>
                </a:lnTo>
                <a:lnTo>
                  <a:pt x="797" y="458"/>
                </a:lnTo>
                <a:lnTo>
                  <a:pt x="798" y="458"/>
                </a:lnTo>
                <a:lnTo>
                  <a:pt x="798" y="460"/>
                </a:lnTo>
                <a:lnTo>
                  <a:pt x="798" y="461"/>
                </a:lnTo>
                <a:lnTo>
                  <a:pt x="797" y="463"/>
                </a:lnTo>
                <a:lnTo>
                  <a:pt x="796" y="463"/>
                </a:lnTo>
                <a:lnTo>
                  <a:pt x="795" y="463"/>
                </a:lnTo>
                <a:lnTo>
                  <a:pt x="793" y="463"/>
                </a:lnTo>
                <a:lnTo>
                  <a:pt x="792" y="463"/>
                </a:lnTo>
                <a:lnTo>
                  <a:pt x="792" y="464"/>
                </a:lnTo>
                <a:lnTo>
                  <a:pt x="791" y="464"/>
                </a:lnTo>
                <a:lnTo>
                  <a:pt x="790" y="463"/>
                </a:lnTo>
                <a:lnTo>
                  <a:pt x="789" y="463"/>
                </a:lnTo>
                <a:lnTo>
                  <a:pt x="789" y="467"/>
                </a:lnTo>
                <a:lnTo>
                  <a:pt x="790" y="468"/>
                </a:lnTo>
                <a:lnTo>
                  <a:pt x="790" y="469"/>
                </a:lnTo>
                <a:lnTo>
                  <a:pt x="790" y="470"/>
                </a:lnTo>
                <a:lnTo>
                  <a:pt x="791" y="471"/>
                </a:lnTo>
                <a:lnTo>
                  <a:pt x="792" y="471"/>
                </a:lnTo>
                <a:lnTo>
                  <a:pt x="793" y="471"/>
                </a:lnTo>
                <a:lnTo>
                  <a:pt x="794" y="471"/>
                </a:lnTo>
                <a:lnTo>
                  <a:pt x="794" y="472"/>
                </a:lnTo>
                <a:lnTo>
                  <a:pt x="794" y="473"/>
                </a:lnTo>
                <a:lnTo>
                  <a:pt x="794" y="474"/>
                </a:lnTo>
                <a:lnTo>
                  <a:pt x="794" y="476"/>
                </a:lnTo>
                <a:lnTo>
                  <a:pt x="793" y="477"/>
                </a:lnTo>
                <a:lnTo>
                  <a:pt x="793" y="478"/>
                </a:lnTo>
                <a:lnTo>
                  <a:pt x="792" y="478"/>
                </a:lnTo>
                <a:lnTo>
                  <a:pt x="792" y="479"/>
                </a:lnTo>
                <a:lnTo>
                  <a:pt x="791" y="479"/>
                </a:lnTo>
                <a:lnTo>
                  <a:pt x="790" y="480"/>
                </a:lnTo>
                <a:lnTo>
                  <a:pt x="789" y="480"/>
                </a:lnTo>
                <a:lnTo>
                  <a:pt x="788" y="481"/>
                </a:lnTo>
                <a:lnTo>
                  <a:pt x="788" y="482"/>
                </a:lnTo>
                <a:lnTo>
                  <a:pt x="787" y="482"/>
                </a:lnTo>
                <a:lnTo>
                  <a:pt x="787" y="483"/>
                </a:lnTo>
                <a:lnTo>
                  <a:pt x="786" y="483"/>
                </a:lnTo>
                <a:lnTo>
                  <a:pt x="785" y="483"/>
                </a:lnTo>
                <a:lnTo>
                  <a:pt x="784" y="484"/>
                </a:lnTo>
                <a:lnTo>
                  <a:pt x="785" y="484"/>
                </a:lnTo>
                <a:lnTo>
                  <a:pt x="787" y="484"/>
                </a:lnTo>
                <a:lnTo>
                  <a:pt x="789" y="485"/>
                </a:lnTo>
                <a:lnTo>
                  <a:pt x="788" y="489"/>
                </a:lnTo>
                <a:lnTo>
                  <a:pt x="788" y="490"/>
                </a:lnTo>
                <a:lnTo>
                  <a:pt x="788" y="491"/>
                </a:lnTo>
                <a:lnTo>
                  <a:pt x="787" y="492"/>
                </a:lnTo>
                <a:lnTo>
                  <a:pt x="786" y="492"/>
                </a:lnTo>
                <a:lnTo>
                  <a:pt x="785" y="493"/>
                </a:lnTo>
                <a:lnTo>
                  <a:pt x="783" y="493"/>
                </a:lnTo>
                <a:lnTo>
                  <a:pt x="783" y="494"/>
                </a:lnTo>
                <a:lnTo>
                  <a:pt x="783" y="495"/>
                </a:lnTo>
                <a:lnTo>
                  <a:pt x="783" y="496"/>
                </a:lnTo>
                <a:lnTo>
                  <a:pt x="783" y="497"/>
                </a:lnTo>
                <a:lnTo>
                  <a:pt x="783" y="498"/>
                </a:lnTo>
                <a:lnTo>
                  <a:pt x="783" y="499"/>
                </a:lnTo>
                <a:lnTo>
                  <a:pt x="782" y="499"/>
                </a:lnTo>
                <a:lnTo>
                  <a:pt x="781" y="501"/>
                </a:lnTo>
                <a:lnTo>
                  <a:pt x="780" y="502"/>
                </a:lnTo>
                <a:lnTo>
                  <a:pt x="779" y="503"/>
                </a:lnTo>
                <a:lnTo>
                  <a:pt x="778" y="503"/>
                </a:lnTo>
                <a:lnTo>
                  <a:pt x="777" y="503"/>
                </a:lnTo>
                <a:lnTo>
                  <a:pt x="776" y="503"/>
                </a:lnTo>
                <a:lnTo>
                  <a:pt x="776" y="504"/>
                </a:lnTo>
                <a:lnTo>
                  <a:pt x="776" y="506"/>
                </a:lnTo>
                <a:lnTo>
                  <a:pt x="776" y="507"/>
                </a:lnTo>
                <a:lnTo>
                  <a:pt x="776" y="508"/>
                </a:lnTo>
                <a:lnTo>
                  <a:pt x="776" y="509"/>
                </a:lnTo>
                <a:lnTo>
                  <a:pt x="776" y="510"/>
                </a:lnTo>
                <a:lnTo>
                  <a:pt x="776" y="511"/>
                </a:lnTo>
                <a:lnTo>
                  <a:pt x="776" y="512"/>
                </a:lnTo>
                <a:lnTo>
                  <a:pt x="776" y="513"/>
                </a:lnTo>
                <a:lnTo>
                  <a:pt x="776" y="514"/>
                </a:lnTo>
                <a:lnTo>
                  <a:pt x="775" y="514"/>
                </a:lnTo>
                <a:lnTo>
                  <a:pt x="775" y="515"/>
                </a:lnTo>
                <a:lnTo>
                  <a:pt x="776" y="515"/>
                </a:lnTo>
                <a:lnTo>
                  <a:pt x="776" y="516"/>
                </a:lnTo>
                <a:lnTo>
                  <a:pt x="777" y="517"/>
                </a:lnTo>
                <a:lnTo>
                  <a:pt x="777" y="519"/>
                </a:lnTo>
                <a:lnTo>
                  <a:pt x="773" y="519"/>
                </a:lnTo>
                <a:lnTo>
                  <a:pt x="773" y="520"/>
                </a:lnTo>
                <a:lnTo>
                  <a:pt x="773" y="521"/>
                </a:lnTo>
                <a:lnTo>
                  <a:pt x="771" y="522"/>
                </a:lnTo>
                <a:lnTo>
                  <a:pt x="769" y="522"/>
                </a:lnTo>
                <a:lnTo>
                  <a:pt x="767" y="522"/>
                </a:lnTo>
                <a:lnTo>
                  <a:pt x="766" y="522"/>
                </a:lnTo>
                <a:lnTo>
                  <a:pt x="766" y="521"/>
                </a:lnTo>
                <a:lnTo>
                  <a:pt x="764" y="520"/>
                </a:lnTo>
                <a:lnTo>
                  <a:pt x="763" y="519"/>
                </a:lnTo>
                <a:lnTo>
                  <a:pt x="762" y="519"/>
                </a:lnTo>
                <a:lnTo>
                  <a:pt x="761" y="519"/>
                </a:lnTo>
                <a:lnTo>
                  <a:pt x="759" y="519"/>
                </a:lnTo>
                <a:lnTo>
                  <a:pt x="759" y="518"/>
                </a:lnTo>
                <a:lnTo>
                  <a:pt x="759" y="517"/>
                </a:lnTo>
                <a:lnTo>
                  <a:pt x="759" y="515"/>
                </a:lnTo>
                <a:lnTo>
                  <a:pt x="758" y="515"/>
                </a:lnTo>
                <a:lnTo>
                  <a:pt x="757" y="515"/>
                </a:lnTo>
                <a:lnTo>
                  <a:pt x="758" y="514"/>
                </a:lnTo>
                <a:lnTo>
                  <a:pt x="759" y="512"/>
                </a:lnTo>
                <a:lnTo>
                  <a:pt x="758" y="511"/>
                </a:lnTo>
                <a:lnTo>
                  <a:pt x="756" y="510"/>
                </a:lnTo>
                <a:lnTo>
                  <a:pt x="756" y="509"/>
                </a:lnTo>
                <a:lnTo>
                  <a:pt x="755" y="509"/>
                </a:lnTo>
                <a:lnTo>
                  <a:pt x="754" y="509"/>
                </a:lnTo>
                <a:lnTo>
                  <a:pt x="754" y="510"/>
                </a:lnTo>
                <a:lnTo>
                  <a:pt x="753" y="510"/>
                </a:lnTo>
                <a:lnTo>
                  <a:pt x="753" y="511"/>
                </a:lnTo>
                <a:lnTo>
                  <a:pt x="755" y="513"/>
                </a:lnTo>
                <a:lnTo>
                  <a:pt x="757" y="513"/>
                </a:lnTo>
                <a:lnTo>
                  <a:pt x="757" y="514"/>
                </a:lnTo>
                <a:lnTo>
                  <a:pt x="756" y="515"/>
                </a:lnTo>
                <a:lnTo>
                  <a:pt x="755" y="516"/>
                </a:lnTo>
                <a:lnTo>
                  <a:pt x="754" y="516"/>
                </a:lnTo>
                <a:lnTo>
                  <a:pt x="753" y="516"/>
                </a:lnTo>
                <a:lnTo>
                  <a:pt x="752" y="516"/>
                </a:lnTo>
                <a:lnTo>
                  <a:pt x="752" y="517"/>
                </a:lnTo>
                <a:lnTo>
                  <a:pt x="752" y="518"/>
                </a:lnTo>
                <a:lnTo>
                  <a:pt x="752" y="519"/>
                </a:lnTo>
                <a:lnTo>
                  <a:pt x="751" y="519"/>
                </a:lnTo>
                <a:lnTo>
                  <a:pt x="750" y="517"/>
                </a:lnTo>
                <a:lnTo>
                  <a:pt x="749" y="517"/>
                </a:lnTo>
                <a:lnTo>
                  <a:pt x="749" y="516"/>
                </a:lnTo>
                <a:lnTo>
                  <a:pt x="749" y="515"/>
                </a:lnTo>
                <a:lnTo>
                  <a:pt x="750" y="514"/>
                </a:lnTo>
                <a:lnTo>
                  <a:pt x="751" y="513"/>
                </a:lnTo>
                <a:lnTo>
                  <a:pt x="750" y="511"/>
                </a:lnTo>
                <a:lnTo>
                  <a:pt x="749" y="510"/>
                </a:lnTo>
                <a:lnTo>
                  <a:pt x="748" y="509"/>
                </a:lnTo>
                <a:lnTo>
                  <a:pt x="747" y="509"/>
                </a:lnTo>
                <a:lnTo>
                  <a:pt x="746" y="509"/>
                </a:lnTo>
                <a:lnTo>
                  <a:pt x="745" y="510"/>
                </a:lnTo>
                <a:lnTo>
                  <a:pt x="744" y="510"/>
                </a:lnTo>
                <a:lnTo>
                  <a:pt x="743" y="510"/>
                </a:lnTo>
                <a:lnTo>
                  <a:pt x="742" y="512"/>
                </a:lnTo>
                <a:lnTo>
                  <a:pt x="741" y="512"/>
                </a:lnTo>
                <a:lnTo>
                  <a:pt x="741" y="514"/>
                </a:lnTo>
                <a:lnTo>
                  <a:pt x="740" y="514"/>
                </a:lnTo>
                <a:lnTo>
                  <a:pt x="738" y="513"/>
                </a:lnTo>
                <a:lnTo>
                  <a:pt x="738" y="512"/>
                </a:lnTo>
                <a:lnTo>
                  <a:pt x="737" y="512"/>
                </a:lnTo>
                <a:lnTo>
                  <a:pt x="735" y="512"/>
                </a:lnTo>
                <a:lnTo>
                  <a:pt x="734" y="512"/>
                </a:lnTo>
                <a:lnTo>
                  <a:pt x="733" y="512"/>
                </a:lnTo>
                <a:lnTo>
                  <a:pt x="732" y="512"/>
                </a:lnTo>
                <a:lnTo>
                  <a:pt x="730" y="514"/>
                </a:lnTo>
                <a:lnTo>
                  <a:pt x="729" y="514"/>
                </a:lnTo>
                <a:lnTo>
                  <a:pt x="729" y="515"/>
                </a:lnTo>
                <a:lnTo>
                  <a:pt x="730" y="515"/>
                </a:lnTo>
                <a:lnTo>
                  <a:pt x="731" y="516"/>
                </a:lnTo>
                <a:lnTo>
                  <a:pt x="731" y="517"/>
                </a:lnTo>
                <a:lnTo>
                  <a:pt x="730" y="517"/>
                </a:lnTo>
                <a:lnTo>
                  <a:pt x="729" y="517"/>
                </a:lnTo>
                <a:lnTo>
                  <a:pt x="728" y="518"/>
                </a:lnTo>
                <a:lnTo>
                  <a:pt x="728" y="519"/>
                </a:lnTo>
                <a:lnTo>
                  <a:pt x="728" y="520"/>
                </a:lnTo>
                <a:lnTo>
                  <a:pt x="727" y="520"/>
                </a:lnTo>
                <a:lnTo>
                  <a:pt x="726" y="519"/>
                </a:lnTo>
                <a:lnTo>
                  <a:pt x="725" y="520"/>
                </a:lnTo>
                <a:lnTo>
                  <a:pt x="725" y="521"/>
                </a:lnTo>
                <a:lnTo>
                  <a:pt x="726" y="521"/>
                </a:lnTo>
                <a:lnTo>
                  <a:pt x="726" y="522"/>
                </a:lnTo>
                <a:lnTo>
                  <a:pt x="725" y="522"/>
                </a:lnTo>
                <a:lnTo>
                  <a:pt x="724" y="522"/>
                </a:lnTo>
                <a:lnTo>
                  <a:pt x="723" y="522"/>
                </a:lnTo>
                <a:lnTo>
                  <a:pt x="723" y="521"/>
                </a:lnTo>
                <a:lnTo>
                  <a:pt x="724" y="521"/>
                </a:lnTo>
                <a:lnTo>
                  <a:pt x="723" y="521"/>
                </a:lnTo>
                <a:lnTo>
                  <a:pt x="723" y="520"/>
                </a:lnTo>
                <a:lnTo>
                  <a:pt x="722" y="520"/>
                </a:lnTo>
                <a:lnTo>
                  <a:pt x="720" y="522"/>
                </a:lnTo>
                <a:lnTo>
                  <a:pt x="719" y="522"/>
                </a:lnTo>
                <a:lnTo>
                  <a:pt x="717" y="524"/>
                </a:lnTo>
                <a:lnTo>
                  <a:pt x="717" y="525"/>
                </a:lnTo>
                <a:lnTo>
                  <a:pt x="717" y="526"/>
                </a:lnTo>
                <a:lnTo>
                  <a:pt x="717" y="529"/>
                </a:lnTo>
                <a:lnTo>
                  <a:pt x="718" y="529"/>
                </a:lnTo>
                <a:lnTo>
                  <a:pt x="718" y="530"/>
                </a:lnTo>
                <a:lnTo>
                  <a:pt x="719" y="530"/>
                </a:lnTo>
                <a:lnTo>
                  <a:pt x="720" y="530"/>
                </a:lnTo>
                <a:lnTo>
                  <a:pt x="720" y="529"/>
                </a:lnTo>
                <a:lnTo>
                  <a:pt x="722" y="529"/>
                </a:lnTo>
                <a:lnTo>
                  <a:pt x="723" y="530"/>
                </a:lnTo>
                <a:lnTo>
                  <a:pt x="724" y="530"/>
                </a:lnTo>
                <a:lnTo>
                  <a:pt x="726" y="528"/>
                </a:lnTo>
                <a:lnTo>
                  <a:pt x="726" y="527"/>
                </a:lnTo>
                <a:lnTo>
                  <a:pt x="728" y="526"/>
                </a:lnTo>
                <a:lnTo>
                  <a:pt x="728" y="525"/>
                </a:lnTo>
                <a:lnTo>
                  <a:pt x="729" y="525"/>
                </a:lnTo>
                <a:lnTo>
                  <a:pt x="729" y="523"/>
                </a:lnTo>
                <a:lnTo>
                  <a:pt x="730" y="523"/>
                </a:lnTo>
                <a:lnTo>
                  <a:pt x="731" y="523"/>
                </a:lnTo>
                <a:lnTo>
                  <a:pt x="731" y="522"/>
                </a:lnTo>
                <a:lnTo>
                  <a:pt x="731" y="521"/>
                </a:lnTo>
                <a:lnTo>
                  <a:pt x="734" y="521"/>
                </a:lnTo>
                <a:lnTo>
                  <a:pt x="734" y="522"/>
                </a:lnTo>
                <a:lnTo>
                  <a:pt x="735" y="522"/>
                </a:lnTo>
                <a:lnTo>
                  <a:pt x="736" y="522"/>
                </a:lnTo>
                <a:lnTo>
                  <a:pt x="736" y="521"/>
                </a:lnTo>
                <a:lnTo>
                  <a:pt x="737" y="520"/>
                </a:lnTo>
                <a:lnTo>
                  <a:pt x="738" y="519"/>
                </a:lnTo>
                <a:lnTo>
                  <a:pt x="738" y="521"/>
                </a:lnTo>
                <a:lnTo>
                  <a:pt x="738" y="522"/>
                </a:lnTo>
                <a:lnTo>
                  <a:pt x="740" y="522"/>
                </a:lnTo>
                <a:lnTo>
                  <a:pt x="741" y="523"/>
                </a:lnTo>
                <a:lnTo>
                  <a:pt x="741" y="524"/>
                </a:lnTo>
                <a:lnTo>
                  <a:pt x="741" y="525"/>
                </a:lnTo>
                <a:lnTo>
                  <a:pt x="741" y="526"/>
                </a:lnTo>
                <a:lnTo>
                  <a:pt x="741" y="527"/>
                </a:lnTo>
                <a:lnTo>
                  <a:pt x="740" y="527"/>
                </a:lnTo>
                <a:lnTo>
                  <a:pt x="739" y="529"/>
                </a:lnTo>
                <a:lnTo>
                  <a:pt x="738" y="531"/>
                </a:lnTo>
                <a:lnTo>
                  <a:pt x="737" y="534"/>
                </a:lnTo>
                <a:lnTo>
                  <a:pt x="736" y="535"/>
                </a:lnTo>
                <a:lnTo>
                  <a:pt x="736" y="536"/>
                </a:lnTo>
                <a:lnTo>
                  <a:pt x="736" y="537"/>
                </a:lnTo>
                <a:lnTo>
                  <a:pt x="737" y="538"/>
                </a:lnTo>
                <a:lnTo>
                  <a:pt x="738" y="538"/>
                </a:lnTo>
                <a:lnTo>
                  <a:pt x="738" y="539"/>
                </a:lnTo>
                <a:lnTo>
                  <a:pt x="738" y="540"/>
                </a:lnTo>
                <a:lnTo>
                  <a:pt x="737" y="540"/>
                </a:lnTo>
                <a:lnTo>
                  <a:pt x="738" y="541"/>
                </a:lnTo>
                <a:lnTo>
                  <a:pt x="738" y="544"/>
                </a:lnTo>
                <a:lnTo>
                  <a:pt x="738" y="545"/>
                </a:lnTo>
                <a:lnTo>
                  <a:pt x="739" y="547"/>
                </a:lnTo>
                <a:lnTo>
                  <a:pt x="740" y="547"/>
                </a:lnTo>
                <a:lnTo>
                  <a:pt x="741" y="547"/>
                </a:lnTo>
                <a:lnTo>
                  <a:pt x="741" y="548"/>
                </a:lnTo>
                <a:lnTo>
                  <a:pt x="743" y="549"/>
                </a:lnTo>
                <a:lnTo>
                  <a:pt x="744" y="549"/>
                </a:lnTo>
                <a:lnTo>
                  <a:pt x="744" y="550"/>
                </a:lnTo>
                <a:lnTo>
                  <a:pt x="743" y="551"/>
                </a:lnTo>
                <a:lnTo>
                  <a:pt x="742" y="551"/>
                </a:lnTo>
                <a:lnTo>
                  <a:pt x="741" y="551"/>
                </a:lnTo>
                <a:lnTo>
                  <a:pt x="740" y="552"/>
                </a:lnTo>
                <a:lnTo>
                  <a:pt x="740" y="553"/>
                </a:lnTo>
                <a:lnTo>
                  <a:pt x="739" y="553"/>
                </a:lnTo>
                <a:lnTo>
                  <a:pt x="739" y="554"/>
                </a:lnTo>
                <a:lnTo>
                  <a:pt x="738" y="554"/>
                </a:lnTo>
                <a:lnTo>
                  <a:pt x="738" y="553"/>
                </a:lnTo>
                <a:lnTo>
                  <a:pt x="736" y="554"/>
                </a:lnTo>
                <a:lnTo>
                  <a:pt x="736" y="555"/>
                </a:lnTo>
                <a:lnTo>
                  <a:pt x="735" y="555"/>
                </a:lnTo>
                <a:lnTo>
                  <a:pt x="734" y="554"/>
                </a:lnTo>
                <a:lnTo>
                  <a:pt x="733" y="553"/>
                </a:lnTo>
                <a:lnTo>
                  <a:pt x="731" y="552"/>
                </a:lnTo>
                <a:lnTo>
                  <a:pt x="730" y="552"/>
                </a:lnTo>
                <a:lnTo>
                  <a:pt x="728" y="553"/>
                </a:lnTo>
                <a:lnTo>
                  <a:pt x="728" y="552"/>
                </a:lnTo>
                <a:lnTo>
                  <a:pt x="728" y="551"/>
                </a:lnTo>
                <a:lnTo>
                  <a:pt x="728" y="550"/>
                </a:lnTo>
                <a:lnTo>
                  <a:pt x="727" y="550"/>
                </a:lnTo>
                <a:lnTo>
                  <a:pt x="725" y="549"/>
                </a:lnTo>
                <a:lnTo>
                  <a:pt x="723" y="549"/>
                </a:lnTo>
                <a:lnTo>
                  <a:pt x="722" y="550"/>
                </a:lnTo>
                <a:lnTo>
                  <a:pt x="721" y="551"/>
                </a:lnTo>
                <a:lnTo>
                  <a:pt x="719" y="551"/>
                </a:lnTo>
                <a:lnTo>
                  <a:pt x="718" y="552"/>
                </a:lnTo>
                <a:lnTo>
                  <a:pt x="717" y="551"/>
                </a:lnTo>
                <a:lnTo>
                  <a:pt x="717" y="550"/>
                </a:lnTo>
                <a:lnTo>
                  <a:pt x="717" y="549"/>
                </a:lnTo>
                <a:lnTo>
                  <a:pt x="716" y="549"/>
                </a:lnTo>
                <a:lnTo>
                  <a:pt x="714" y="549"/>
                </a:lnTo>
                <a:lnTo>
                  <a:pt x="713" y="550"/>
                </a:lnTo>
                <a:lnTo>
                  <a:pt x="712" y="550"/>
                </a:lnTo>
                <a:lnTo>
                  <a:pt x="712" y="551"/>
                </a:lnTo>
                <a:lnTo>
                  <a:pt x="710" y="551"/>
                </a:lnTo>
                <a:lnTo>
                  <a:pt x="709" y="551"/>
                </a:lnTo>
                <a:lnTo>
                  <a:pt x="708" y="551"/>
                </a:lnTo>
                <a:lnTo>
                  <a:pt x="707" y="552"/>
                </a:lnTo>
                <a:lnTo>
                  <a:pt x="707" y="553"/>
                </a:lnTo>
                <a:lnTo>
                  <a:pt x="707" y="554"/>
                </a:lnTo>
                <a:lnTo>
                  <a:pt x="706" y="554"/>
                </a:lnTo>
                <a:lnTo>
                  <a:pt x="705" y="553"/>
                </a:lnTo>
                <a:lnTo>
                  <a:pt x="705" y="552"/>
                </a:lnTo>
                <a:lnTo>
                  <a:pt x="705" y="551"/>
                </a:lnTo>
                <a:lnTo>
                  <a:pt x="704" y="551"/>
                </a:lnTo>
                <a:lnTo>
                  <a:pt x="704" y="550"/>
                </a:lnTo>
                <a:lnTo>
                  <a:pt x="702" y="550"/>
                </a:lnTo>
                <a:lnTo>
                  <a:pt x="703" y="548"/>
                </a:lnTo>
                <a:lnTo>
                  <a:pt x="704" y="547"/>
                </a:lnTo>
                <a:lnTo>
                  <a:pt x="704" y="545"/>
                </a:lnTo>
                <a:lnTo>
                  <a:pt x="704" y="544"/>
                </a:lnTo>
                <a:lnTo>
                  <a:pt x="704" y="543"/>
                </a:lnTo>
                <a:lnTo>
                  <a:pt x="703" y="543"/>
                </a:lnTo>
                <a:lnTo>
                  <a:pt x="703" y="542"/>
                </a:lnTo>
                <a:lnTo>
                  <a:pt x="702" y="542"/>
                </a:lnTo>
                <a:lnTo>
                  <a:pt x="702" y="541"/>
                </a:lnTo>
                <a:lnTo>
                  <a:pt x="702" y="540"/>
                </a:lnTo>
                <a:lnTo>
                  <a:pt x="703" y="539"/>
                </a:lnTo>
                <a:lnTo>
                  <a:pt x="702" y="538"/>
                </a:lnTo>
                <a:lnTo>
                  <a:pt x="701" y="538"/>
                </a:lnTo>
                <a:lnTo>
                  <a:pt x="700" y="538"/>
                </a:lnTo>
                <a:lnTo>
                  <a:pt x="699" y="538"/>
                </a:lnTo>
                <a:lnTo>
                  <a:pt x="699" y="537"/>
                </a:lnTo>
                <a:lnTo>
                  <a:pt x="698" y="537"/>
                </a:lnTo>
                <a:lnTo>
                  <a:pt x="697" y="537"/>
                </a:lnTo>
                <a:lnTo>
                  <a:pt x="696" y="537"/>
                </a:lnTo>
                <a:lnTo>
                  <a:pt x="695" y="537"/>
                </a:lnTo>
                <a:lnTo>
                  <a:pt x="694" y="537"/>
                </a:lnTo>
                <a:lnTo>
                  <a:pt x="693" y="538"/>
                </a:lnTo>
                <a:lnTo>
                  <a:pt x="692" y="539"/>
                </a:lnTo>
                <a:lnTo>
                  <a:pt x="691" y="539"/>
                </a:lnTo>
                <a:lnTo>
                  <a:pt x="690" y="539"/>
                </a:lnTo>
                <a:lnTo>
                  <a:pt x="689" y="539"/>
                </a:lnTo>
                <a:lnTo>
                  <a:pt x="689" y="541"/>
                </a:lnTo>
                <a:lnTo>
                  <a:pt x="688" y="541"/>
                </a:lnTo>
                <a:lnTo>
                  <a:pt x="689" y="541"/>
                </a:lnTo>
                <a:lnTo>
                  <a:pt x="689" y="542"/>
                </a:lnTo>
                <a:lnTo>
                  <a:pt x="690" y="542"/>
                </a:lnTo>
                <a:lnTo>
                  <a:pt x="690" y="543"/>
                </a:lnTo>
                <a:lnTo>
                  <a:pt x="689" y="543"/>
                </a:lnTo>
                <a:lnTo>
                  <a:pt x="689" y="544"/>
                </a:lnTo>
                <a:lnTo>
                  <a:pt x="689" y="545"/>
                </a:lnTo>
                <a:lnTo>
                  <a:pt x="688" y="545"/>
                </a:lnTo>
                <a:lnTo>
                  <a:pt x="688" y="544"/>
                </a:lnTo>
                <a:lnTo>
                  <a:pt x="687" y="544"/>
                </a:lnTo>
                <a:lnTo>
                  <a:pt x="686" y="545"/>
                </a:lnTo>
                <a:lnTo>
                  <a:pt x="685" y="548"/>
                </a:lnTo>
                <a:lnTo>
                  <a:pt x="686" y="548"/>
                </a:lnTo>
                <a:lnTo>
                  <a:pt x="686" y="549"/>
                </a:lnTo>
                <a:lnTo>
                  <a:pt x="686" y="550"/>
                </a:lnTo>
                <a:lnTo>
                  <a:pt x="686" y="551"/>
                </a:lnTo>
                <a:lnTo>
                  <a:pt x="687" y="551"/>
                </a:lnTo>
                <a:lnTo>
                  <a:pt x="687" y="552"/>
                </a:lnTo>
                <a:lnTo>
                  <a:pt x="688" y="552"/>
                </a:lnTo>
                <a:lnTo>
                  <a:pt x="688" y="553"/>
                </a:lnTo>
                <a:lnTo>
                  <a:pt x="689" y="553"/>
                </a:lnTo>
                <a:lnTo>
                  <a:pt x="689" y="554"/>
                </a:lnTo>
                <a:lnTo>
                  <a:pt x="689" y="553"/>
                </a:lnTo>
                <a:lnTo>
                  <a:pt x="690" y="553"/>
                </a:lnTo>
                <a:lnTo>
                  <a:pt x="690" y="554"/>
                </a:lnTo>
                <a:lnTo>
                  <a:pt x="690" y="555"/>
                </a:lnTo>
                <a:lnTo>
                  <a:pt x="690" y="556"/>
                </a:lnTo>
                <a:lnTo>
                  <a:pt x="689" y="556"/>
                </a:lnTo>
                <a:lnTo>
                  <a:pt x="689" y="555"/>
                </a:lnTo>
                <a:lnTo>
                  <a:pt x="688" y="555"/>
                </a:lnTo>
                <a:lnTo>
                  <a:pt x="687" y="554"/>
                </a:lnTo>
                <a:lnTo>
                  <a:pt x="685" y="555"/>
                </a:lnTo>
                <a:lnTo>
                  <a:pt x="683" y="555"/>
                </a:lnTo>
                <a:lnTo>
                  <a:pt x="683" y="556"/>
                </a:lnTo>
                <a:lnTo>
                  <a:pt x="682" y="556"/>
                </a:lnTo>
                <a:lnTo>
                  <a:pt x="681" y="558"/>
                </a:lnTo>
                <a:lnTo>
                  <a:pt x="681" y="559"/>
                </a:lnTo>
                <a:lnTo>
                  <a:pt x="681" y="560"/>
                </a:lnTo>
                <a:lnTo>
                  <a:pt x="680" y="560"/>
                </a:lnTo>
                <a:lnTo>
                  <a:pt x="680" y="561"/>
                </a:lnTo>
                <a:lnTo>
                  <a:pt x="681" y="562"/>
                </a:lnTo>
                <a:lnTo>
                  <a:pt x="682" y="562"/>
                </a:lnTo>
                <a:lnTo>
                  <a:pt x="682" y="563"/>
                </a:lnTo>
                <a:lnTo>
                  <a:pt x="683" y="564"/>
                </a:lnTo>
                <a:lnTo>
                  <a:pt x="682" y="564"/>
                </a:lnTo>
                <a:lnTo>
                  <a:pt x="681" y="564"/>
                </a:lnTo>
                <a:lnTo>
                  <a:pt x="680" y="563"/>
                </a:lnTo>
                <a:lnTo>
                  <a:pt x="679" y="562"/>
                </a:lnTo>
                <a:lnTo>
                  <a:pt x="679" y="563"/>
                </a:lnTo>
                <a:lnTo>
                  <a:pt x="678" y="567"/>
                </a:lnTo>
                <a:lnTo>
                  <a:pt x="678" y="568"/>
                </a:lnTo>
                <a:lnTo>
                  <a:pt x="678" y="569"/>
                </a:lnTo>
                <a:lnTo>
                  <a:pt x="678" y="570"/>
                </a:lnTo>
                <a:lnTo>
                  <a:pt x="677" y="571"/>
                </a:lnTo>
                <a:lnTo>
                  <a:pt x="677" y="572"/>
                </a:lnTo>
                <a:lnTo>
                  <a:pt x="677" y="573"/>
                </a:lnTo>
                <a:lnTo>
                  <a:pt x="678" y="573"/>
                </a:lnTo>
                <a:lnTo>
                  <a:pt x="679" y="573"/>
                </a:lnTo>
                <a:lnTo>
                  <a:pt x="680" y="573"/>
                </a:lnTo>
                <a:lnTo>
                  <a:pt x="681" y="574"/>
                </a:lnTo>
                <a:lnTo>
                  <a:pt x="681" y="576"/>
                </a:lnTo>
                <a:lnTo>
                  <a:pt x="682" y="577"/>
                </a:lnTo>
                <a:lnTo>
                  <a:pt x="682" y="578"/>
                </a:lnTo>
                <a:lnTo>
                  <a:pt x="682" y="579"/>
                </a:lnTo>
                <a:lnTo>
                  <a:pt x="681" y="579"/>
                </a:lnTo>
                <a:lnTo>
                  <a:pt x="681" y="580"/>
                </a:lnTo>
                <a:lnTo>
                  <a:pt x="682" y="582"/>
                </a:lnTo>
                <a:lnTo>
                  <a:pt x="683" y="584"/>
                </a:lnTo>
                <a:lnTo>
                  <a:pt x="683" y="585"/>
                </a:lnTo>
                <a:lnTo>
                  <a:pt x="682" y="585"/>
                </a:lnTo>
                <a:lnTo>
                  <a:pt x="682" y="588"/>
                </a:lnTo>
                <a:lnTo>
                  <a:pt x="681" y="588"/>
                </a:lnTo>
                <a:lnTo>
                  <a:pt x="678" y="585"/>
                </a:lnTo>
                <a:lnTo>
                  <a:pt x="677" y="584"/>
                </a:lnTo>
                <a:lnTo>
                  <a:pt x="678" y="583"/>
                </a:lnTo>
                <a:lnTo>
                  <a:pt x="678" y="582"/>
                </a:lnTo>
                <a:lnTo>
                  <a:pt x="677" y="580"/>
                </a:lnTo>
                <a:lnTo>
                  <a:pt x="675" y="579"/>
                </a:lnTo>
                <a:lnTo>
                  <a:pt x="674" y="578"/>
                </a:lnTo>
                <a:lnTo>
                  <a:pt x="674" y="577"/>
                </a:lnTo>
                <a:lnTo>
                  <a:pt x="672" y="575"/>
                </a:lnTo>
                <a:lnTo>
                  <a:pt x="671" y="574"/>
                </a:lnTo>
                <a:lnTo>
                  <a:pt x="669" y="573"/>
                </a:lnTo>
                <a:lnTo>
                  <a:pt x="668" y="572"/>
                </a:lnTo>
                <a:lnTo>
                  <a:pt x="667" y="572"/>
                </a:lnTo>
                <a:lnTo>
                  <a:pt x="666" y="572"/>
                </a:lnTo>
                <a:lnTo>
                  <a:pt x="666" y="571"/>
                </a:lnTo>
                <a:lnTo>
                  <a:pt x="667" y="571"/>
                </a:lnTo>
                <a:lnTo>
                  <a:pt x="665" y="568"/>
                </a:lnTo>
                <a:lnTo>
                  <a:pt x="664" y="567"/>
                </a:lnTo>
                <a:lnTo>
                  <a:pt x="663" y="567"/>
                </a:lnTo>
                <a:lnTo>
                  <a:pt x="663" y="566"/>
                </a:lnTo>
                <a:lnTo>
                  <a:pt x="662" y="566"/>
                </a:lnTo>
                <a:lnTo>
                  <a:pt x="660" y="567"/>
                </a:lnTo>
                <a:lnTo>
                  <a:pt x="658" y="567"/>
                </a:lnTo>
                <a:lnTo>
                  <a:pt x="657" y="567"/>
                </a:lnTo>
                <a:lnTo>
                  <a:pt x="657" y="568"/>
                </a:lnTo>
                <a:lnTo>
                  <a:pt x="656" y="568"/>
                </a:lnTo>
                <a:lnTo>
                  <a:pt x="656" y="569"/>
                </a:lnTo>
                <a:lnTo>
                  <a:pt x="656" y="570"/>
                </a:lnTo>
                <a:lnTo>
                  <a:pt x="655" y="570"/>
                </a:lnTo>
                <a:lnTo>
                  <a:pt x="654" y="569"/>
                </a:lnTo>
                <a:lnTo>
                  <a:pt x="653" y="569"/>
                </a:lnTo>
                <a:lnTo>
                  <a:pt x="653" y="568"/>
                </a:lnTo>
                <a:lnTo>
                  <a:pt x="653" y="567"/>
                </a:lnTo>
                <a:lnTo>
                  <a:pt x="653" y="566"/>
                </a:lnTo>
                <a:lnTo>
                  <a:pt x="652" y="565"/>
                </a:lnTo>
                <a:lnTo>
                  <a:pt x="651" y="563"/>
                </a:lnTo>
                <a:lnTo>
                  <a:pt x="651" y="562"/>
                </a:lnTo>
                <a:lnTo>
                  <a:pt x="651" y="561"/>
                </a:lnTo>
                <a:lnTo>
                  <a:pt x="650" y="561"/>
                </a:lnTo>
                <a:lnTo>
                  <a:pt x="648" y="560"/>
                </a:lnTo>
                <a:lnTo>
                  <a:pt x="647" y="559"/>
                </a:lnTo>
                <a:lnTo>
                  <a:pt x="646" y="559"/>
                </a:lnTo>
                <a:lnTo>
                  <a:pt x="645" y="558"/>
                </a:lnTo>
                <a:lnTo>
                  <a:pt x="644" y="557"/>
                </a:lnTo>
                <a:lnTo>
                  <a:pt x="644" y="556"/>
                </a:lnTo>
                <a:lnTo>
                  <a:pt x="644" y="555"/>
                </a:lnTo>
                <a:lnTo>
                  <a:pt x="642" y="555"/>
                </a:lnTo>
                <a:lnTo>
                  <a:pt x="639" y="557"/>
                </a:lnTo>
                <a:lnTo>
                  <a:pt x="638" y="557"/>
                </a:lnTo>
                <a:lnTo>
                  <a:pt x="637" y="558"/>
                </a:lnTo>
                <a:lnTo>
                  <a:pt x="637" y="560"/>
                </a:lnTo>
                <a:lnTo>
                  <a:pt x="636" y="561"/>
                </a:lnTo>
                <a:lnTo>
                  <a:pt x="636" y="562"/>
                </a:lnTo>
                <a:lnTo>
                  <a:pt x="637" y="562"/>
                </a:lnTo>
                <a:lnTo>
                  <a:pt x="637" y="563"/>
                </a:lnTo>
                <a:lnTo>
                  <a:pt x="636" y="563"/>
                </a:lnTo>
                <a:lnTo>
                  <a:pt x="636" y="564"/>
                </a:lnTo>
                <a:lnTo>
                  <a:pt x="635" y="564"/>
                </a:lnTo>
                <a:lnTo>
                  <a:pt x="634" y="564"/>
                </a:lnTo>
                <a:lnTo>
                  <a:pt x="632" y="564"/>
                </a:lnTo>
                <a:lnTo>
                  <a:pt x="632" y="565"/>
                </a:lnTo>
                <a:lnTo>
                  <a:pt x="631" y="565"/>
                </a:lnTo>
                <a:lnTo>
                  <a:pt x="631" y="566"/>
                </a:lnTo>
                <a:lnTo>
                  <a:pt x="630" y="566"/>
                </a:lnTo>
                <a:lnTo>
                  <a:pt x="629" y="567"/>
                </a:lnTo>
                <a:lnTo>
                  <a:pt x="629" y="568"/>
                </a:lnTo>
                <a:lnTo>
                  <a:pt x="629" y="569"/>
                </a:lnTo>
                <a:lnTo>
                  <a:pt x="630" y="570"/>
                </a:lnTo>
                <a:lnTo>
                  <a:pt x="631" y="570"/>
                </a:lnTo>
                <a:lnTo>
                  <a:pt x="631" y="571"/>
                </a:lnTo>
                <a:lnTo>
                  <a:pt x="631" y="572"/>
                </a:lnTo>
                <a:lnTo>
                  <a:pt x="630" y="572"/>
                </a:lnTo>
                <a:lnTo>
                  <a:pt x="629" y="572"/>
                </a:lnTo>
                <a:lnTo>
                  <a:pt x="628" y="572"/>
                </a:lnTo>
                <a:lnTo>
                  <a:pt x="627" y="570"/>
                </a:lnTo>
                <a:lnTo>
                  <a:pt x="627" y="569"/>
                </a:lnTo>
                <a:lnTo>
                  <a:pt x="626" y="568"/>
                </a:lnTo>
                <a:lnTo>
                  <a:pt x="625" y="568"/>
                </a:lnTo>
                <a:lnTo>
                  <a:pt x="625" y="569"/>
                </a:lnTo>
                <a:lnTo>
                  <a:pt x="625" y="568"/>
                </a:lnTo>
                <a:lnTo>
                  <a:pt x="623" y="568"/>
                </a:lnTo>
                <a:lnTo>
                  <a:pt x="621" y="568"/>
                </a:lnTo>
                <a:lnTo>
                  <a:pt x="620" y="569"/>
                </a:lnTo>
                <a:lnTo>
                  <a:pt x="618" y="570"/>
                </a:lnTo>
                <a:lnTo>
                  <a:pt x="618" y="571"/>
                </a:lnTo>
                <a:lnTo>
                  <a:pt x="619" y="572"/>
                </a:lnTo>
                <a:lnTo>
                  <a:pt x="620" y="572"/>
                </a:lnTo>
                <a:lnTo>
                  <a:pt x="620" y="571"/>
                </a:lnTo>
                <a:lnTo>
                  <a:pt x="621" y="572"/>
                </a:lnTo>
                <a:lnTo>
                  <a:pt x="622" y="573"/>
                </a:lnTo>
                <a:lnTo>
                  <a:pt x="622" y="574"/>
                </a:lnTo>
                <a:lnTo>
                  <a:pt x="622" y="575"/>
                </a:lnTo>
                <a:lnTo>
                  <a:pt x="623" y="575"/>
                </a:lnTo>
                <a:lnTo>
                  <a:pt x="623" y="576"/>
                </a:lnTo>
                <a:lnTo>
                  <a:pt x="622" y="577"/>
                </a:lnTo>
                <a:lnTo>
                  <a:pt x="621" y="578"/>
                </a:lnTo>
                <a:lnTo>
                  <a:pt x="618" y="577"/>
                </a:lnTo>
                <a:lnTo>
                  <a:pt x="617" y="577"/>
                </a:lnTo>
                <a:lnTo>
                  <a:pt x="616" y="578"/>
                </a:lnTo>
                <a:lnTo>
                  <a:pt x="617" y="579"/>
                </a:lnTo>
                <a:lnTo>
                  <a:pt x="618" y="579"/>
                </a:lnTo>
                <a:lnTo>
                  <a:pt x="618" y="580"/>
                </a:lnTo>
                <a:lnTo>
                  <a:pt x="618" y="581"/>
                </a:lnTo>
                <a:lnTo>
                  <a:pt x="618" y="583"/>
                </a:lnTo>
                <a:lnTo>
                  <a:pt x="617" y="584"/>
                </a:lnTo>
                <a:lnTo>
                  <a:pt x="617" y="585"/>
                </a:lnTo>
                <a:lnTo>
                  <a:pt x="617" y="586"/>
                </a:lnTo>
                <a:lnTo>
                  <a:pt x="618" y="587"/>
                </a:lnTo>
                <a:lnTo>
                  <a:pt x="619" y="587"/>
                </a:lnTo>
                <a:lnTo>
                  <a:pt x="619" y="588"/>
                </a:lnTo>
                <a:lnTo>
                  <a:pt x="618" y="588"/>
                </a:lnTo>
                <a:lnTo>
                  <a:pt x="618" y="589"/>
                </a:lnTo>
                <a:lnTo>
                  <a:pt x="618" y="590"/>
                </a:lnTo>
                <a:lnTo>
                  <a:pt x="617" y="592"/>
                </a:lnTo>
                <a:lnTo>
                  <a:pt x="616" y="593"/>
                </a:lnTo>
                <a:lnTo>
                  <a:pt x="616" y="594"/>
                </a:lnTo>
                <a:lnTo>
                  <a:pt x="617" y="595"/>
                </a:lnTo>
                <a:lnTo>
                  <a:pt x="617" y="596"/>
                </a:lnTo>
                <a:lnTo>
                  <a:pt x="616" y="597"/>
                </a:lnTo>
                <a:lnTo>
                  <a:pt x="616" y="598"/>
                </a:lnTo>
                <a:lnTo>
                  <a:pt x="616" y="599"/>
                </a:lnTo>
                <a:lnTo>
                  <a:pt x="616" y="600"/>
                </a:lnTo>
                <a:lnTo>
                  <a:pt x="617" y="600"/>
                </a:lnTo>
                <a:lnTo>
                  <a:pt x="616" y="601"/>
                </a:lnTo>
                <a:lnTo>
                  <a:pt x="616" y="602"/>
                </a:lnTo>
                <a:lnTo>
                  <a:pt x="615" y="602"/>
                </a:lnTo>
                <a:lnTo>
                  <a:pt x="614" y="603"/>
                </a:lnTo>
                <a:lnTo>
                  <a:pt x="614" y="604"/>
                </a:lnTo>
                <a:lnTo>
                  <a:pt x="613" y="605"/>
                </a:lnTo>
                <a:lnTo>
                  <a:pt x="612" y="605"/>
                </a:lnTo>
                <a:lnTo>
                  <a:pt x="611" y="606"/>
                </a:lnTo>
                <a:lnTo>
                  <a:pt x="610" y="607"/>
                </a:lnTo>
                <a:lnTo>
                  <a:pt x="609" y="607"/>
                </a:lnTo>
                <a:lnTo>
                  <a:pt x="609" y="608"/>
                </a:lnTo>
                <a:lnTo>
                  <a:pt x="608" y="608"/>
                </a:lnTo>
                <a:lnTo>
                  <a:pt x="608" y="607"/>
                </a:lnTo>
                <a:lnTo>
                  <a:pt x="606" y="607"/>
                </a:lnTo>
                <a:lnTo>
                  <a:pt x="605" y="607"/>
                </a:lnTo>
                <a:lnTo>
                  <a:pt x="604" y="607"/>
                </a:lnTo>
                <a:lnTo>
                  <a:pt x="603" y="607"/>
                </a:lnTo>
                <a:lnTo>
                  <a:pt x="602" y="607"/>
                </a:lnTo>
                <a:lnTo>
                  <a:pt x="601" y="607"/>
                </a:lnTo>
                <a:lnTo>
                  <a:pt x="601" y="608"/>
                </a:lnTo>
                <a:lnTo>
                  <a:pt x="600" y="608"/>
                </a:lnTo>
                <a:lnTo>
                  <a:pt x="599" y="608"/>
                </a:lnTo>
                <a:lnTo>
                  <a:pt x="598" y="608"/>
                </a:lnTo>
                <a:lnTo>
                  <a:pt x="598" y="607"/>
                </a:lnTo>
                <a:lnTo>
                  <a:pt x="597" y="608"/>
                </a:lnTo>
                <a:lnTo>
                  <a:pt x="597" y="609"/>
                </a:lnTo>
                <a:lnTo>
                  <a:pt x="596" y="610"/>
                </a:lnTo>
                <a:lnTo>
                  <a:pt x="595" y="610"/>
                </a:lnTo>
                <a:lnTo>
                  <a:pt x="594" y="610"/>
                </a:lnTo>
                <a:lnTo>
                  <a:pt x="593" y="611"/>
                </a:lnTo>
                <a:lnTo>
                  <a:pt x="593" y="610"/>
                </a:lnTo>
                <a:lnTo>
                  <a:pt x="592" y="610"/>
                </a:lnTo>
                <a:lnTo>
                  <a:pt x="592" y="611"/>
                </a:lnTo>
                <a:lnTo>
                  <a:pt x="591" y="611"/>
                </a:lnTo>
                <a:lnTo>
                  <a:pt x="590" y="612"/>
                </a:lnTo>
                <a:lnTo>
                  <a:pt x="589" y="613"/>
                </a:lnTo>
                <a:lnTo>
                  <a:pt x="588" y="614"/>
                </a:lnTo>
                <a:lnTo>
                  <a:pt x="587" y="614"/>
                </a:lnTo>
                <a:lnTo>
                  <a:pt x="586" y="614"/>
                </a:lnTo>
                <a:lnTo>
                  <a:pt x="585" y="615"/>
                </a:lnTo>
                <a:lnTo>
                  <a:pt x="584" y="615"/>
                </a:lnTo>
                <a:lnTo>
                  <a:pt x="582" y="616"/>
                </a:lnTo>
                <a:lnTo>
                  <a:pt x="581" y="616"/>
                </a:lnTo>
                <a:lnTo>
                  <a:pt x="580" y="616"/>
                </a:lnTo>
                <a:lnTo>
                  <a:pt x="580" y="617"/>
                </a:lnTo>
                <a:lnTo>
                  <a:pt x="580" y="618"/>
                </a:lnTo>
                <a:lnTo>
                  <a:pt x="580" y="619"/>
                </a:lnTo>
                <a:lnTo>
                  <a:pt x="579" y="619"/>
                </a:lnTo>
                <a:lnTo>
                  <a:pt x="578" y="620"/>
                </a:lnTo>
                <a:lnTo>
                  <a:pt x="576" y="620"/>
                </a:lnTo>
                <a:lnTo>
                  <a:pt x="575" y="619"/>
                </a:lnTo>
                <a:lnTo>
                  <a:pt x="574" y="619"/>
                </a:lnTo>
                <a:lnTo>
                  <a:pt x="572" y="619"/>
                </a:lnTo>
                <a:lnTo>
                  <a:pt x="571" y="619"/>
                </a:lnTo>
                <a:lnTo>
                  <a:pt x="570" y="620"/>
                </a:lnTo>
                <a:lnTo>
                  <a:pt x="569" y="620"/>
                </a:lnTo>
                <a:lnTo>
                  <a:pt x="568" y="620"/>
                </a:lnTo>
                <a:lnTo>
                  <a:pt x="568" y="619"/>
                </a:lnTo>
                <a:lnTo>
                  <a:pt x="567" y="620"/>
                </a:lnTo>
                <a:lnTo>
                  <a:pt x="566" y="620"/>
                </a:lnTo>
                <a:lnTo>
                  <a:pt x="565" y="619"/>
                </a:lnTo>
                <a:lnTo>
                  <a:pt x="566" y="619"/>
                </a:lnTo>
                <a:lnTo>
                  <a:pt x="566" y="618"/>
                </a:lnTo>
                <a:lnTo>
                  <a:pt x="567" y="618"/>
                </a:lnTo>
                <a:lnTo>
                  <a:pt x="569" y="617"/>
                </a:lnTo>
                <a:lnTo>
                  <a:pt x="569" y="616"/>
                </a:lnTo>
                <a:lnTo>
                  <a:pt x="569" y="615"/>
                </a:lnTo>
                <a:lnTo>
                  <a:pt x="568" y="615"/>
                </a:lnTo>
                <a:lnTo>
                  <a:pt x="567" y="614"/>
                </a:lnTo>
                <a:lnTo>
                  <a:pt x="568" y="613"/>
                </a:lnTo>
                <a:lnTo>
                  <a:pt x="568" y="612"/>
                </a:lnTo>
                <a:lnTo>
                  <a:pt x="567" y="611"/>
                </a:lnTo>
                <a:lnTo>
                  <a:pt x="566" y="610"/>
                </a:lnTo>
                <a:lnTo>
                  <a:pt x="565" y="610"/>
                </a:lnTo>
                <a:lnTo>
                  <a:pt x="565" y="609"/>
                </a:lnTo>
                <a:lnTo>
                  <a:pt x="565" y="608"/>
                </a:lnTo>
                <a:lnTo>
                  <a:pt x="564" y="608"/>
                </a:lnTo>
                <a:lnTo>
                  <a:pt x="564" y="607"/>
                </a:lnTo>
                <a:lnTo>
                  <a:pt x="565" y="607"/>
                </a:lnTo>
                <a:lnTo>
                  <a:pt x="565" y="605"/>
                </a:lnTo>
                <a:lnTo>
                  <a:pt x="566" y="605"/>
                </a:lnTo>
                <a:lnTo>
                  <a:pt x="565" y="604"/>
                </a:lnTo>
                <a:lnTo>
                  <a:pt x="565" y="603"/>
                </a:lnTo>
                <a:lnTo>
                  <a:pt x="564" y="603"/>
                </a:lnTo>
                <a:lnTo>
                  <a:pt x="564" y="602"/>
                </a:lnTo>
                <a:lnTo>
                  <a:pt x="563" y="602"/>
                </a:lnTo>
                <a:lnTo>
                  <a:pt x="562" y="602"/>
                </a:lnTo>
                <a:lnTo>
                  <a:pt x="562" y="603"/>
                </a:lnTo>
                <a:lnTo>
                  <a:pt x="562" y="604"/>
                </a:lnTo>
                <a:lnTo>
                  <a:pt x="561" y="605"/>
                </a:lnTo>
                <a:lnTo>
                  <a:pt x="560" y="605"/>
                </a:lnTo>
                <a:lnTo>
                  <a:pt x="559" y="605"/>
                </a:lnTo>
                <a:lnTo>
                  <a:pt x="558" y="606"/>
                </a:lnTo>
                <a:lnTo>
                  <a:pt x="558" y="607"/>
                </a:lnTo>
                <a:lnTo>
                  <a:pt x="558" y="608"/>
                </a:lnTo>
                <a:lnTo>
                  <a:pt x="557" y="608"/>
                </a:lnTo>
                <a:lnTo>
                  <a:pt x="556" y="608"/>
                </a:lnTo>
                <a:lnTo>
                  <a:pt x="556" y="609"/>
                </a:lnTo>
                <a:lnTo>
                  <a:pt x="555" y="609"/>
                </a:lnTo>
                <a:lnTo>
                  <a:pt x="555" y="608"/>
                </a:lnTo>
                <a:lnTo>
                  <a:pt x="556" y="608"/>
                </a:lnTo>
                <a:lnTo>
                  <a:pt x="556" y="607"/>
                </a:lnTo>
                <a:lnTo>
                  <a:pt x="556" y="606"/>
                </a:lnTo>
                <a:lnTo>
                  <a:pt x="556" y="605"/>
                </a:lnTo>
                <a:lnTo>
                  <a:pt x="556" y="604"/>
                </a:lnTo>
                <a:lnTo>
                  <a:pt x="556" y="605"/>
                </a:lnTo>
                <a:lnTo>
                  <a:pt x="555" y="605"/>
                </a:lnTo>
                <a:lnTo>
                  <a:pt x="554" y="605"/>
                </a:lnTo>
                <a:lnTo>
                  <a:pt x="554" y="604"/>
                </a:lnTo>
                <a:lnTo>
                  <a:pt x="555" y="604"/>
                </a:lnTo>
                <a:lnTo>
                  <a:pt x="555" y="603"/>
                </a:lnTo>
                <a:lnTo>
                  <a:pt x="554" y="603"/>
                </a:lnTo>
                <a:lnTo>
                  <a:pt x="553" y="603"/>
                </a:lnTo>
                <a:lnTo>
                  <a:pt x="553" y="602"/>
                </a:lnTo>
                <a:lnTo>
                  <a:pt x="552" y="602"/>
                </a:lnTo>
                <a:lnTo>
                  <a:pt x="551" y="601"/>
                </a:lnTo>
                <a:lnTo>
                  <a:pt x="552" y="601"/>
                </a:lnTo>
                <a:lnTo>
                  <a:pt x="553" y="601"/>
                </a:lnTo>
                <a:lnTo>
                  <a:pt x="552" y="600"/>
                </a:lnTo>
                <a:lnTo>
                  <a:pt x="551" y="600"/>
                </a:lnTo>
                <a:lnTo>
                  <a:pt x="551" y="599"/>
                </a:lnTo>
                <a:lnTo>
                  <a:pt x="552" y="599"/>
                </a:lnTo>
                <a:lnTo>
                  <a:pt x="552" y="597"/>
                </a:lnTo>
                <a:lnTo>
                  <a:pt x="552" y="596"/>
                </a:lnTo>
                <a:lnTo>
                  <a:pt x="551" y="595"/>
                </a:lnTo>
                <a:lnTo>
                  <a:pt x="551" y="594"/>
                </a:lnTo>
                <a:lnTo>
                  <a:pt x="550" y="594"/>
                </a:lnTo>
                <a:lnTo>
                  <a:pt x="550" y="593"/>
                </a:lnTo>
                <a:lnTo>
                  <a:pt x="551" y="593"/>
                </a:lnTo>
                <a:lnTo>
                  <a:pt x="552" y="593"/>
                </a:lnTo>
                <a:lnTo>
                  <a:pt x="552" y="592"/>
                </a:lnTo>
                <a:lnTo>
                  <a:pt x="552" y="591"/>
                </a:lnTo>
                <a:lnTo>
                  <a:pt x="551" y="590"/>
                </a:lnTo>
                <a:lnTo>
                  <a:pt x="551" y="591"/>
                </a:lnTo>
                <a:lnTo>
                  <a:pt x="550" y="591"/>
                </a:lnTo>
                <a:lnTo>
                  <a:pt x="549" y="590"/>
                </a:lnTo>
                <a:lnTo>
                  <a:pt x="549" y="591"/>
                </a:lnTo>
                <a:lnTo>
                  <a:pt x="549" y="592"/>
                </a:lnTo>
                <a:lnTo>
                  <a:pt x="548" y="592"/>
                </a:lnTo>
                <a:lnTo>
                  <a:pt x="547" y="593"/>
                </a:lnTo>
                <a:lnTo>
                  <a:pt x="547" y="592"/>
                </a:lnTo>
                <a:lnTo>
                  <a:pt x="546" y="592"/>
                </a:lnTo>
                <a:lnTo>
                  <a:pt x="546" y="593"/>
                </a:lnTo>
                <a:lnTo>
                  <a:pt x="545" y="594"/>
                </a:lnTo>
                <a:lnTo>
                  <a:pt x="546" y="594"/>
                </a:lnTo>
                <a:lnTo>
                  <a:pt x="545" y="594"/>
                </a:lnTo>
                <a:lnTo>
                  <a:pt x="546" y="594"/>
                </a:lnTo>
                <a:lnTo>
                  <a:pt x="546" y="595"/>
                </a:lnTo>
                <a:lnTo>
                  <a:pt x="545" y="596"/>
                </a:lnTo>
                <a:lnTo>
                  <a:pt x="544" y="596"/>
                </a:lnTo>
                <a:lnTo>
                  <a:pt x="545" y="597"/>
                </a:lnTo>
                <a:lnTo>
                  <a:pt x="545" y="598"/>
                </a:lnTo>
                <a:lnTo>
                  <a:pt x="544" y="599"/>
                </a:lnTo>
                <a:lnTo>
                  <a:pt x="544" y="600"/>
                </a:lnTo>
                <a:lnTo>
                  <a:pt x="543" y="600"/>
                </a:lnTo>
                <a:lnTo>
                  <a:pt x="543" y="599"/>
                </a:lnTo>
                <a:lnTo>
                  <a:pt x="542" y="599"/>
                </a:lnTo>
                <a:lnTo>
                  <a:pt x="542" y="600"/>
                </a:lnTo>
                <a:lnTo>
                  <a:pt x="542" y="601"/>
                </a:lnTo>
                <a:lnTo>
                  <a:pt x="541" y="601"/>
                </a:lnTo>
                <a:lnTo>
                  <a:pt x="540" y="600"/>
                </a:lnTo>
                <a:lnTo>
                  <a:pt x="539" y="601"/>
                </a:lnTo>
                <a:lnTo>
                  <a:pt x="535" y="604"/>
                </a:lnTo>
                <a:lnTo>
                  <a:pt x="535" y="605"/>
                </a:lnTo>
                <a:lnTo>
                  <a:pt x="534" y="605"/>
                </a:lnTo>
                <a:lnTo>
                  <a:pt x="533" y="605"/>
                </a:lnTo>
                <a:lnTo>
                  <a:pt x="532" y="606"/>
                </a:lnTo>
                <a:lnTo>
                  <a:pt x="532" y="607"/>
                </a:lnTo>
                <a:lnTo>
                  <a:pt x="531" y="607"/>
                </a:lnTo>
                <a:lnTo>
                  <a:pt x="530" y="607"/>
                </a:lnTo>
                <a:lnTo>
                  <a:pt x="529" y="607"/>
                </a:lnTo>
                <a:lnTo>
                  <a:pt x="525" y="607"/>
                </a:lnTo>
                <a:lnTo>
                  <a:pt x="525" y="606"/>
                </a:lnTo>
                <a:lnTo>
                  <a:pt x="525" y="604"/>
                </a:lnTo>
                <a:lnTo>
                  <a:pt x="525" y="603"/>
                </a:lnTo>
                <a:lnTo>
                  <a:pt x="525" y="602"/>
                </a:lnTo>
                <a:lnTo>
                  <a:pt x="526" y="602"/>
                </a:lnTo>
                <a:lnTo>
                  <a:pt x="526" y="601"/>
                </a:lnTo>
                <a:lnTo>
                  <a:pt x="527" y="600"/>
                </a:lnTo>
                <a:lnTo>
                  <a:pt x="526" y="599"/>
                </a:lnTo>
                <a:lnTo>
                  <a:pt x="527" y="599"/>
                </a:lnTo>
                <a:lnTo>
                  <a:pt x="527" y="598"/>
                </a:lnTo>
                <a:lnTo>
                  <a:pt x="526" y="597"/>
                </a:lnTo>
                <a:lnTo>
                  <a:pt x="527" y="597"/>
                </a:lnTo>
                <a:lnTo>
                  <a:pt x="527" y="596"/>
                </a:lnTo>
                <a:lnTo>
                  <a:pt x="527" y="595"/>
                </a:lnTo>
                <a:lnTo>
                  <a:pt x="526" y="595"/>
                </a:lnTo>
                <a:lnTo>
                  <a:pt x="525" y="595"/>
                </a:lnTo>
                <a:lnTo>
                  <a:pt x="524" y="596"/>
                </a:lnTo>
                <a:lnTo>
                  <a:pt x="523" y="596"/>
                </a:lnTo>
                <a:lnTo>
                  <a:pt x="523" y="597"/>
                </a:lnTo>
                <a:lnTo>
                  <a:pt x="522" y="597"/>
                </a:lnTo>
                <a:lnTo>
                  <a:pt x="522" y="598"/>
                </a:lnTo>
                <a:lnTo>
                  <a:pt x="521" y="598"/>
                </a:lnTo>
                <a:lnTo>
                  <a:pt x="521" y="597"/>
                </a:lnTo>
                <a:lnTo>
                  <a:pt x="520" y="597"/>
                </a:lnTo>
                <a:lnTo>
                  <a:pt x="519" y="596"/>
                </a:lnTo>
                <a:lnTo>
                  <a:pt x="519" y="595"/>
                </a:lnTo>
                <a:lnTo>
                  <a:pt x="519" y="594"/>
                </a:lnTo>
                <a:lnTo>
                  <a:pt x="518" y="594"/>
                </a:lnTo>
                <a:lnTo>
                  <a:pt x="518" y="593"/>
                </a:lnTo>
                <a:lnTo>
                  <a:pt x="518" y="591"/>
                </a:lnTo>
                <a:lnTo>
                  <a:pt x="518" y="590"/>
                </a:lnTo>
                <a:lnTo>
                  <a:pt x="518" y="589"/>
                </a:lnTo>
                <a:lnTo>
                  <a:pt x="517" y="589"/>
                </a:lnTo>
                <a:lnTo>
                  <a:pt x="517" y="588"/>
                </a:lnTo>
                <a:lnTo>
                  <a:pt x="516" y="588"/>
                </a:lnTo>
                <a:lnTo>
                  <a:pt x="515" y="587"/>
                </a:lnTo>
                <a:lnTo>
                  <a:pt x="516" y="587"/>
                </a:lnTo>
                <a:lnTo>
                  <a:pt x="516" y="586"/>
                </a:lnTo>
                <a:lnTo>
                  <a:pt x="517" y="584"/>
                </a:lnTo>
                <a:lnTo>
                  <a:pt x="518" y="582"/>
                </a:lnTo>
                <a:lnTo>
                  <a:pt x="518" y="581"/>
                </a:lnTo>
                <a:lnTo>
                  <a:pt x="517" y="581"/>
                </a:lnTo>
                <a:lnTo>
                  <a:pt x="516" y="581"/>
                </a:lnTo>
                <a:lnTo>
                  <a:pt x="515" y="581"/>
                </a:lnTo>
                <a:lnTo>
                  <a:pt x="514" y="581"/>
                </a:lnTo>
                <a:lnTo>
                  <a:pt x="514" y="580"/>
                </a:lnTo>
                <a:lnTo>
                  <a:pt x="514" y="579"/>
                </a:lnTo>
                <a:lnTo>
                  <a:pt x="513" y="578"/>
                </a:lnTo>
                <a:lnTo>
                  <a:pt x="511" y="578"/>
                </a:lnTo>
                <a:lnTo>
                  <a:pt x="511" y="579"/>
                </a:lnTo>
                <a:lnTo>
                  <a:pt x="509" y="580"/>
                </a:lnTo>
                <a:lnTo>
                  <a:pt x="508" y="580"/>
                </a:lnTo>
                <a:lnTo>
                  <a:pt x="508" y="579"/>
                </a:lnTo>
                <a:lnTo>
                  <a:pt x="507" y="579"/>
                </a:lnTo>
                <a:lnTo>
                  <a:pt x="506" y="579"/>
                </a:lnTo>
                <a:lnTo>
                  <a:pt x="505" y="579"/>
                </a:lnTo>
                <a:lnTo>
                  <a:pt x="504" y="579"/>
                </a:lnTo>
                <a:lnTo>
                  <a:pt x="503" y="578"/>
                </a:lnTo>
                <a:lnTo>
                  <a:pt x="502" y="578"/>
                </a:lnTo>
                <a:lnTo>
                  <a:pt x="502" y="577"/>
                </a:lnTo>
                <a:lnTo>
                  <a:pt x="502" y="575"/>
                </a:lnTo>
                <a:lnTo>
                  <a:pt x="503" y="574"/>
                </a:lnTo>
                <a:lnTo>
                  <a:pt x="504" y="574"/>
                </a:lnTo>
                <a:lnTo>
                  <a:pt x="505" y="573"/>
                </a:lnTo>
                <a:lnTo>
                  <a:pt x="505" y="572"/>
                </a:lnTo>
                <a:lnTo>
                  <a:pt x="505" y="571"/>
                </a:lnTo>
                <a:lnTo>
                  <a:pt x="506" y="570"/>
                </a:lnTo>
                <a:lnTo>
                  <a:pt x="505" y="570"/>
                </a:lnTo>
                <a:lnTo>
                  <a:pt x="505" y="569"/>
                </a:lnTo>
                <a:lnTo>
                  <a:pt x="505" y="568"/>
                </a:lnTo>
                <a:lnTo>
                  <a:pt x="504" y="567"/>
                </a:lnTo>
                <a:lnTo>
                  <a:pt x="504" y="566"/>
                </a:lnTo>
                <a:lnTo>
                  <a:pt x="504" y="565"/>
                </a:lnTo>
                <a:lnTo>
                  <a:pt x="505" y="565"/>
                </a:lnTo>
                <a:lnTo>
                  <a:pt x="505" y="564"/>
                </a:lnTo>
                <a:lnTo>
                  <a:pt x="504" y="564"/>
                </a:lnTo>
                <a:lnTo>
                  <a:pt x="504" y="565"/>
                </a:lnTo>
                <a:lnTo>
                  <a:pt x="504" y="564"/>
                </a:lnTo>
                <a:lnTo>
                  <a:pt x="503" y="564"/>
                </a:lnTo>
                <a:lnTo>
                  <a:pt x="502" y="564"/>
                </a:lnTo>
                <a:lnTo>
                  <a:pt x="501" y="564"/>
                </a:lnTo>
                <a:lnTo>
                  <a:pt x="501" y="563"/>
                </a:lnTo>
                <a:lnTo>
                  <a:pt x="500" y="562"/>
                </a:lnTo>
                <a:lnTo>
                  <a:pt x="499" y="561"/>
                </a:lnTo>
                <a:lnTo>
                  <a:pt x="498" y="560"/>
                </a:lnTo>
                <a:lnTo>
                  <a:pt x="496" y="558"/>
                </a:lnTo>
                <a:lnTo>
                  <a:pt x="494" y="558"/>
                </a:lnTo>
                <a:lnTo>
                  <a:pt x="493" y="558"/>
                </a:lnTo>
                <a:lnTo>
                  <a:pt x="493" y="557"/>
                </a:lnTo>
                <a:lnTo>
                  <a:pt x="491" y="556"/>
                </a:lnTo>
                <a:lnTo>
                  <a:pt x="491" y="555"/>
                </a:lnTo>
                <a:lnTo>
                  <a:pt x="491" y="553"/>
                </a:lnTo>
                <a:lnTo>
                  <a:pt x="491" y="552"/>
                </a:lnTo>
                <a:lnTo>
                  <a:pt x="492" y="551"/>
                </a:lnTo>
                <a:lnTo>
                  <a:pt x="493" y="551"/>
                </a:lnTo>
                <a:lnTo>
                  <a:pt x="491" y="550"/>
                </a:lnTo>
                <a:lnTo>
                  <a:pt x="490" y="550"/>
                </a:lnTo>
                <a:lnTo>
                  <a:pt x="490" y="549"/>
                </a:lnTo>
                <a:lnTo>
                  <a:pt x="489" y="549"/>
                </a:lnTo>
                <a:lnTo>
                  <a:pt x="489" y="548"/>
                </a:lnTo>
                <a:lnTo>
                  <a:pt x="488" y="548"/>
                </a:lnTo>
                <a:lnTo>
                  <a:pt x="487" y="549"/>
                </a:lnTo>
                <a:lnTo>
                  <a:pt x="487" y="550"/>
                </a:lnTo>
                <a:lnTo>
                  <a:pt x="486" y="550"/>
                </a:lnTo>
                <a:lnTo>
                  <a:pt x="485" y="550"/>
                </a:lnTo>
                <a:lnTo>
                  <a:pt x="485" y="552"/>
                </a:lnTo>
                <a:lnTo>
                  <a:pt x="485" y="553"/>
                </a:lnTo>
                <a:lnTo>
                  <a:pt x="484" y="554"/>
                </a:lnTo>
                <a:lnTo>
                  <a:pt x="483" y="553"/>
                </a:lnTo>
                <a:lnTo>
                  <a:pt x="483" y="554"/>
                </a:lnTo>
                <a:lnTo>
                  <a:pt x="481" y="554"/>
                </a:lnTo>
                <a:lnTo>
                  <a:pt x="480" y="555"/>
                </a:lnTo>
                <a:lnTo>
                  <a:pt x="479" y="555"/>
                </a:lnTo>
                <a:lnTo>
                  <a:pt x="478" y="555"/>
                </a:lnTo>
                <a:lnTo>
                  <a:pt x="477" y="555"/>
                </a:lnTo>
                <a:lnTo>
                  <a:pt x="476" y="555"/>
                </a:lnTo>
                <a:lnTo>
                  <a:pt x="475" y="555"/>
                </a:lnTo>
                <a:lnTo>
                  <a:pt x="474" y="555"/>
                </a:lnTo>
                <a:lnTo>
                  <a:pt x="472" y="555"/>
                </a:lnTo>
                <a:lnTo>
                  <a:pt x="471" y="555"/>
                </a:lnTo>
                <a:lnTo>
                  <a:pt x="470" y="555"/>
                </a:lnTo>
                <a:lnTo>
                  <a:pt x="470" y="556"/>
                </a:lnTo>
                <a:lnTo>
                  <a:pt x="469" y="557"/>
                </a:lnTo>
                <a:lnTo>
                  <a:pt x="469" y="556"/>
                </a:lnTo>
                <a:lnTo>
                  <a:pt x="469" y="557"/>
                </a:lnTo>
                <a:lnTo>
                  <a:pt x="469" y="558"/>
                </a:lnTo>
                <a:lnTo>
                  <a:pt x="469" y="559"/>
                </a:lnTo>
                <a:lnTo>
                  <a:pt x="469" y="560"/>
                </a:lnTo>
                <a:lnTo>
                  <a:pt x="470" y="561"/>
                </a:lnTo>
                <a:lnTo>
                  <a:pt x="470" y="562"/>
                </a:lnTo>
                <a:lnTo>
                  <a:pt x="470" y="563"/>
                </a:lnTo>
                <a:lnTo>
                  <a:pt x="469" y="563"/>
                </a:lnTo>
                <a:lnTo>
                  <a:pt x="469" y="564"/>
                </a:lnTo>
                <a:lnTo>
                  <a:pt x="467" y="565"/>
                </a:lnTo>
                <a:lnTo>
                  <a:pt x="466" y="565"/>
                </a:lnTo>
                <a:lnTo>
                  <a:pt x="465" y="565"/>
                </a:lnTo>
                <a:lnTo>
                  <a:pt x="464" y="565"/>
                </a:lnTo>
                <a:lnTo>
                  <a:pt x="463" y="566"/>
                </a:lnTo>
                <a:lnTo>
                  <a:pt x="462" y="566"/>
                </a:lnTo>
                <a:lnTo>
                  <a:pt x="462" y="567"/>
                </a:lnTo>
                <a:lnTo>
                  <a:pt x="462" y="568"/>
                </a:lnTo>
                <a:lnTo>
                  <a:pt x="461" y="568"/>
                </a:lnTo>
                <a:lnTo>
                  <a:pt x="461" y="569"/>
                </a:lnTo>
                <a:lnTo>
                  <a:pt x="461" y="570"/>
                </a:lnTo>
                <a:lnTo>
                  <a:pt x="461" y="571"/>
                </a:lnTo>
                <a:lnTo>
                  <a:pt x="460" y="572"/>
                </a:lnTo>
                <a:lnTo>
                  <a:pt x="460" y="573"/>
                </a:lnTo>
                <a:lnTo>
                  <a:pt x="460" y="574"/>
                </a:lnTo>
                <a:lnTo>
                  <a:pt x="459" y="574"/>
                </a:lnTo>
                <a:lnTo>
                  <a:pt x="458" y="573"/>
                </a:lnTo>
                <a:lnTo>
                  <a:pt x="456" y="574"/>
                </a:lnTo>
                <a:lnTo>
                  <a:pt x="455" y="575"/>
                </a:lnTo>
                <a:lnTo>
                  <a:pt x="456" y="576"/>
                </a:lnTo>
                <a:lnTo>
                  <a:pt x="456" y="577"/>
                </a:lnTo>
                <a:lnTo>
                  <a:pt x="456" y="578"/>
                </a:lnTo>
                <a:lnTo>
                  <a:pt x="456" y="579"/>
                </a:lnTo>
                <a:lnTo>
                  <a:pt x="457" y="579"/>
                </a:lnTo>
                <a:lnTo>
                  <a:pt x="457" y="580"/>
                </a:lnTo>
                <a:lnTo>
                  <a:pt x="457" y="581"/>
                </a:lnTo>
                <a:lnTo>
                  <a:pt x="458" y="582"/>
                </a:lnTo>
                <a:lnTo>
                  <a:pt x="458" y="583"/>
                </a:lnTo>
                <a:lnTo>
                  <a:pt x="457" y="584"/>
                </a:lnTo>
                <a:lnTo>
                  <a:pt x="458" y="584"/>
                </a:lnTo>
                <a:lnTo>
                  <a:pt x="458" y="585"/>
                </a:lnTo>
                <a:lnTo>
                  <a:pt x="458" y="586"/>
                </a:lnTo>
                <a:lnTo>
                  <a:pt x="459" y="586"/>
                </a:lnTo>
                <a:lnTo>
                  <a:pt x="459" y="587"/>
                </a:lnTo>
                <a:lnTo>
                  <a:pt x="460" y="587"/>
                </a:lnTo>
                <a:lnTo>
                  <a:pt x="461" y="587"/>
                </a:lnTo>
                <a:lnTo>
                  <a:pt x="462" y="587"/>
                </a:lnTo>
                <a:lnTo>
                  <a:pt x="462" y="588"/>
                </a:lnTo>
                <a:lnTo>
                  <a:pt x="462" y="589"/>
                </a:lnTo>
                <a:lnTo>
                  <a:pt x="462" y="590"/>
                </a:lnTo>
                <a:lnTo>
                  <a:pt x="462" y="591"/>
                </a:lnTo>
                <a:lnTo>
                  <a:pt x="462" y="592"/>
                </a:lnTo>
                <a:lnTo>
                  <a:pt x="462" y="593"/>
                </a:lnTo>
                <a:lnTo>
                  <a:pt x="462" y="594"/>
                </a:lnTo>
                <a:lnTo>
                  <a:pt x="462" y="595"/>
                </a:lnTo>
                <a:lnTo>
                  <a:pt x="462" y="596"/>
                </a:lnTo>
                <a:lnTo>
                  <a:pt x="462" y="597"/>
                </a:lnTo>
                <a:lnTo>
                  <a:pt x="462" y="598"/>
                </a:lnTo>
                <a:lnTo>
                  <a:pt x="463" y="598"/>
                </a:lnTo>
                <a:lnTo>
                  <a:pt x="463" y="599"/>
                </a:lnTo>
                <a:lnTo>
                  <a:pt x="462" y="599"/>
                </a:lnTo>
                <a:lnTo>
                  <a:pt x="462" y="600"/>
                </a:lnTo>
                <a:lnTo>
                  <a:pt x="461" y="600"/>
                </a:lnTo>
                <a:lnTo>
                  <a:pt x="460" y="600"/>
                </a:lnTo>
                <a:lnTo>
                  <a:pt x="460" y="601"/>
                </a:lnTo>
                <a:lnTo>
                  <a:pt x="459" y="601"/>
                </a:lnTo>
                <a:lnTo>
                  <a:pt x="459" y="602"/>
                </a:lnTo>
                <a:lnTo>
                  <a:pt x="459" y="603"/>
                </a:lnTo>
                <a:lnTo>
                  <a:pt x="461" y="604"/>
                </a:lnTo>
                <a:lnTo>
                  <a:pt x="460" y="604"/>
                </a:lnTo>
                <a:lnTo>
                  <a:pt x="460" y="605"/>
                </a:lnTo>
                <a:lnTo>
                  <a:pt x="459" y="605"/>
                </a:lnTo>
                <a:lnTo>
                  <a:pt x="458" y="605"/>
                </a:lnTo>
                <a:lnTo>
                  <a:pt x="457" y="605"/>
                </a:lnTo>
                <a:lnTo>
                  <a:pt x="456" y="604"/>
                </a:lnTo>
                <a:lnTo>
                  <a:pt x="455" y="604"/>
                </a:lnTo>
                <a:lnTo>
                  <a:pt x="454" y="603"/>
                </a:lnTo>
                <a:lnTo>
                  <a:pt x="453" y="603"/>
                </a:lnTo>
                <a:lnTo>
                  <a:pt x="452" y="603"/>
                </a:lnTo>
                <a:lnTo>
                  <a:pt x="451" y="603"/>
                </a:lnTo>
                <a:lnTo>
                  <a:pt x="450" y="603"/>
                </a:lnTo>
                <a:lnTo>
                  <a:pt x="450" y="604"/>
                </a:lnTo>
                <a:lnTo>
                  <a:pt x="448" y="605"/>
                </a:lnTo>
                <a:lnTo>
                  <a:pt x="448" y="606"/>
                </a:lnTo>
                <a:lnTo>
                  <a:pt x="448" y="607"/>
                </a:lnTo>
                <a:lnTo>
                  <a:pt x="447" y="607"/>
                </a:lnTo>
                <a:lnTo>
                  <a:pt x="447" y="611"/>
                </a:lnTo>
                <a:lnTo>
                  <a:pt x="447" y="612"/>
                </a:lnTo>
                <a:lnTo>
                  <a:pt x="447" y="613"/>
                </a:lnTo>
                <a:lnTo>
                  <a:pt x="446" y="613"/>
                </a:lnTo>
                <a:lnTo>
                  <a:pt x="445" y="613"/>
                </a:lnTo>
                <a:lnTo>
                  <a:pt x="444" y="613"/>
                </a:lnTo>
                <a:lnTo>
                  <a:pt x="443" y="613"/>
                </a:lnTo>
                <a:lnTo>
                  <a:pt x="442" y="613"/>
                </a:lnTo>
                <a:lnTo>
                  <a:pt x="441" y="613"/>
                </a:lnTo>
                <a:lnTo>
                  <a:pt x="440" y="613"/>
                </a:lnTo>
                <a:lnTo>
                  <a:pt x="439" y="613"/>
                </a:lnTo>
                <a:lnTo>
                  <a:pt x="438" y="614"/>
                </a:lnTo>
                <a:lnTo>
                  <a:pt x="437" y="614"/>
                </a:lnTo>
                <a:lnTo>
                  <a:pt x="436" y="615"/>
                </a:lnTo>
                <a:lnTo>
                  <a:pt x="434" y="615"/>
                </a:lnTo>
                <a:lnTo>
                  <a:pt x="432" y="615"/>
                </a:lnTo>
                <a:lnTo>
                  <a:pt x="431" y="615"/>
                </a:lnTo>
                <a:lnTo>
                  <a:pt x="431" y="614"/>
                </a:lnTo>
                <a:lnTo>
                  <a:pt x="430" y="614"/>
                </a:lnTo>
                <a:lnTo>
                  <a:pt x="429" y="614"/>
                </a:lnTo>
                <a:lnTo>
                  <a:pt x="429" y="613"/>
                </a:lnTo>
                <a:lnTo>
                  <a:pt x="429" y="614"/>
                </a:lnTo>
                <a:lnTo>
                  <a:pt x="428" y="614"/>
                </a:lnTo>
                <a:lnTo>
                  <a:pt x="427" y="615"/>
                </a:lnTo>
                <a:lnTo>
                  <a:pt x="426" y="615"/>
                </a:lnTo>
                <a:lnTo>
                  <a:pt x="426" y="616"/>
                </a:lnTo>
                <a:lnTo>
                  <a:pt x="425" y="616"/>
                </a:lnTo>
                <a:lnTo>
                  <a:pt x="425" y="617"/>
                </a:lnTo>
                <a:lnTo>
                  <a:pt x="424" y="617"/>
                </a:lnTo>
                <a:lnTo>
                  <a:pt x="423" y="617"/>
                </a:lnTo>
                <a:lnTo>
                  <a:pt x="422" y="616"/>
                </a:lnTo>
                <a:lnTo>
                  <a:pt x="421" y="615"/>
                </a:lnTo>
                <a:lnTo>
                  <a:pt x="420" y="615"/>
                </a:lnTo>
                <a:lnTo>
                  <a:pt x="420" y="614"/>
                </a:lnTo>
                <a:lnTo>
                  <a:pt x="419" y="614"/>
                </a:lnTo>
                <a:lnTo>
                  <a:pt x="418" y="614"/>
                </a:lnTo>
                <a:lnTo>
                  <a:pt x="418" y="615"/>
                </a:lnTo>
                <a:lnTo>
                  <a:pt x="417" y="615"/>
                </a:lnTo>
                <a:lnTo>
                  <a:pt x="416" y="615"/>
                </a:lnTo>
                <a:lnTo>
                  <a:pt x="416" y="616"/>
                </a:lnTo>
                <a:lnTo>
                  <a:pt x="415" y="616"/>
                </a:lnTo>
                <a:lnTo>
                  <a:pt x="414" y="616"/>
                </a:lnTo>
                <a:lnTo>
                  <a:pt x="413" y="616"/>
                </a:lnTo>
                <a:lnTo>
                  <a:pt x="412" y="617"/>
                </a:lnTo>
                <a:lnTo>
                  <a:pt x="412" y="618"/>
                </a:lnTo>
                <a:lnTo>
                  <a:pt x="412" y="620"/>
                </a:lnTo>
                <a:lnTo>
                  <a:pt x="412" y="621"/>
                </a:lnTo>
                <a:lnTo>
                  <a:pt x="412" y="622"/>
                </a:lnTo>
                <a:lnTo>
                  <a:pt x="410" y="623"/>
                </a:lnTo>
                <a:lnTo>
                  <a:pt x="409" y="624"/>
                </a:lnTo>
                <a:lnTo>
                  <a:pt x="408" y="624"/>
                </a:lnTo>
                <a:lnTo>
                  <a:pt x="408" y="625"/>
                </a:lnTo>
                <a:lnTo>
                  <a:pt x="407" y="625"/>
                </a:lnTo>
                <a:lnTo>
                  <a:pt x="406" y="626"/>
                </a:lnTo>
                <a:lnTo>
                  <a:pt x="406" y="627"/>
                </a:lnTo>
                <a:lnTo>
                  <a:pt x="406" y="628"/>
                </a:lnTo>
                <a:lnTo>
                  <a:pt x="405" y="628"/>
                </a:lnTo>
                <a:lnTo>
                  <a:pt x="405" y="629"/>
                </a:lnTo>
                <a:lnTo>
                  <a:pt x="404" y="629"/>
                </a:lnTo>
                <a:lnTo>
                  <a:pt x="402" y="629"/>
                </a:lnTo>
                <a:lnTo>
                  <a:pt x="401" y="629"/>
                </a:lnTo>
                <a:lnTo>
                  <a:pt x="400" y="629"/>
                </a:lnTo>
                <a:lnTo>
                  <a:pt x="399" y="629"/>
                </a:lnTo>
                <a:lnTo>
                  <a:pt x="399" y="630"/>
                </a:lnTo>
                <a:lnTo>
                  <a:pt x="398" y="631"/>
                </a:lnTo>
                <a:lnTo>
                  <a:pt x="397" y="631"/>
                </a:lnTo>
                <a:lnTo>
                  <a:pt x="396" y="632"/>
                </a:lnTo>
                <a:lnTo>
                  <a:pt x="396" y="633"/>
                </a:lnTo>
                <a:lnTo>
                  <a:pt x="396" y="634"/>
                </a:lnTo>
                <a:lnTo>
                  <a:pt x="395" y="634"/>
                </a:lnTo>
                <a:lnTo>
                  <a:pt x="394" y="634"/>
                </a:lnTo>
                <a:lnTo>
                  <a:pt x="393" y="634"/>
                </a:lnTo>
                <a:lnTo>
                  <a:pt x="391" y="635"/>
                </a:lnTo>
                <a:lnTo>
                  <a:pt x="390" y="635"/>
                </a:lnTo>
                <a:lnTo>
                  <a:pt x="389" y="636"/>
                </a:lnTo>
                <a:lnTo>
                  <a:pt x="388" y="636"/>
                </a:lnTo>
                <a:lnTo>
                  <a:pt x="387" y="636"/>
                </a:lnTo>
                <a:lnTo>
                  <a:pt x="386" y="636"/>
                </a:lnTo>
                <a:lnTo>
                  <a:pt x="386" y="637"/>
                </a:lnTo>
                <a:lnTo>
                  <a:pt x="386" y="638"/>
                </a:lnTo>
                <a:lnTo>
                  <a:pt x="385" y="638"/>
                </a:lnTo>
                <a:lnTo>
                  <a:pt x="385" y="639"/>
                </a:lnTo>
                <a:lnTo>
                  <a:pt x="384" y="639"/>
                </a:lnTo>
                <a:lnTo>
                  <a:pt x="383" y="639"/>
                </a:lnTo>
                <a:lnTo>
                  <a:pt x="383" y="640"/>
                </a:lnTo>
                <a:lnTo>
                  <a:pt x="382" y="640"/>
                </a:lnTo>
                <a:lnTo>
                  <a:pt x="381" y="640"/>
                </a:lnTo>
                <a:lnTo>
                  <a:pt x="380" y="641"/>
                </a:lnTo>
                <a:lnTo>
                  <a:pt x="379" y="641"/>
                </a:lnTo>
                <a:lnTo>
                  <a:pt x="378" y="641"/>
                </a:lnTo>
                <a:lnTo>
                  <a:pt x="377" y="641"/>
                </a:lnTo>
                <a:lnTo>
                  <a:pt x="377" y="642"/>
                </a:lnTo>
                <a:lnTo>
                  <a:pt x="376" y="642"/>
                </a:lnTo>
                <a:lnTo>
                  <a:pt x="375" y="642"/>
                </a:lnTo>
                <a:lnTo>
                  <a:pt x="375" y="643"/>
                </a:lnTo>
                <a:lnTo>
                  <a:pt x="373" y="643"/>
                </a:lnTo>
                <a:lnTo>
                  <a:pt x="373" y="644"/>
                </a:lnTo>
                <a:lnTo>
                  <a:pt x="371" y="644"/>
                </a:lnTo>
                <a:lnTo>
                  <a:pt x="370" y="644"/>
                </a:lnTo>
                <a:lnTo>
                  <a:pt x="368" y="644"/>
                </a:lnTo>
                <a:lnTo>
                  <a:pt x="368" y="645"/>
                </a:lnTo>
                <a:lnTo>
                  <a:pt x="367" y="645"/>
                </a:lnTo>
                <a:lnTo>
                  <a:pt x="367" y="646"/>
                </a:lnTo>
                <a:lnTo>
                  <a:pt x="366" y="646"/>
                </a:lnTo>
                <a:lnTo>
                  <a:pt x="365" y="646"/>
                </a:lnTo>
                <a:lnTo>
                  <a:pt x="364" y="646"/>
                </a:lnTo>
                <a:lnTo>
                  <a:pt x="364" y="645"/>
                </a:lnTo>
                <a:lnTo>
                  <a:pt x="363" y="645"/>
                </a:lnTo>
                <a:lnTo>
                  <a:pt x="361" y="645"/>
                </a:lnTo>
                <a:lnTo>
                  <a:pt x="360" y="646"/>
                </a:lnTo>
                <a:lnTo>
                  <a:pt x="359" y="647"/>
                </a:lnTo>
                <a:lnTo>
                  <a:pt x="358" y="647"/>
                </a:lnTo>
                <a:lnTo>
                  <a:pt x="358" y="646"/>
                </a:lnTo>
                <a:lnTo>
                  <a:pt x="357" y="646"/>
                </a:lnTo>
                <a:lnTo>
                  <a:pt x="356" y="645"/>
                </a:lnTo>
                <a:lnTo>
                  <a:pt x="355" y="645"/>
                </a:lnTo>
                <a:lnTo>
                  <a:pt x="354" y="645"/>
                </a:lnTo>
                <a:lnTo>
                  <a:pt x="353" y="645"/>
                </a:lnTo>
                <a:lnTo>
                  <a:pt x="353" y="646"/>
                </a:lnTo>
                <a:lnTo>
                  <a:pt x="353" y="647"/>
                </a:lnTo>
                <a:lnTo>
                  <a:pt x="352" y="647"/>
                </a:lnTo>
                <a:lnTo>
                  <a:pt x="352" y="648"/>
                </a:lnTo>
                <a:lnTo>
                  <a:pt x="351" y="648"/>
                </a:lnTo>
                <a:lnTo>
                  <a:pt x="351" y="649"/>
                </a:lnTo>
                <a:lnTo>
                  <a:pt x="350" y="649"/>
                </a:lnTo>
                <a:lnTo>
                  <a:pt x="349" y="649"/>
                </a:lnTo>
                <a:lnTo>
                  <a:pt x="348" y="649"/>
                </a:lnTo>
                <a:lnTo>
                  <a:pt x="348" y="648"/>
                </a:lnTo>
                <a:lnTo>
                  <a:pt x="347" y="648"/>
                </a:lnTo>
                <a:lnTo>
                  <a:pt x="346" y="648"/>
                </a:lnTo>
                <a:lnTo>
                  <a:pt x="345" y="649"/>
                </a:lnTo>
                <a:lnTo>
                  <a:pt x="345" y="650"/>
                </a:lnTo>
                <a:lnTo>
                  <a:pt x="345" y="651"/>
                </a:lnTo>
                <a:lnTo>
                  <a:pt x="346" y="651"/>
                </a:lnTo>
                <a:lnTo>
                  <a:pt x="347" y="652"/>
                </a:lnTo>
                <a:lnTo>
                  <a:pt x="347" y="653"/>
                </a:lnTo>
                <a:lnTo>
                  <a:pt x="348" y="653"/>
                </a:lnTo>
                <a:lnTo>
                  <a:pt x="348" y="654"/>
                </a:lnTo>
                <a:lnTo>
                  <a:pt x="349" y="655"/>
                </a:lnTo>
                <a:lnTo>
                  <a:pt x="349" y="656"/>
                </a:lnTo>
                <a:lnTo>
                  <a:pt x="350" y="657"/>
                </a:lnTo>
                <a:lnTo>
                  <a:pt x="351" y="657"/>
                </a:lnTo>
                <a:lnTo>
                  <a:pt x="351" y="658"/>
                </a:lnTo>
                <a:lnTo>
                  <a:pt x="352" y="659"/>
                </a:lnTo>
                <a:lnTo>
                  <a:pt x="352" y="660"/>
                </a:lnTo>
                <a:lnTo>
                  <a:pt x="352" y="661"/>
                </a:lnTo>
                <a:lnTo>
                  <a:pt x="352" y="662"/>
                </a:lnTo>
                <a:lnTo>
                  <a:pt x="353" y="663"/>
                </a:lnTo>
                <a:lnTo>
                  <a:pt x="353" y="664"/>
                </a:lnTo>
                <a:lnTo>
                  <a:pt x="353" y="665"/>
                </a:lnTo>
                <a:lnTo>
                  <a:pt x="353" y="666"/>
                </a:lnTo>
                <a:lnTo>
                  <a:pt x="352" y="666"/>
                </a:lnTo>
                <a:lnTo>
                  <a:pt x="352" y="667"/>
                </a:lnTo>
                <a:lnTo>
                  <a:pt x="352" y="668"/>
                </a:lnTo>
                <a:lnTo>
                  <a:pt x="352" y="669"/>
                </a:lnTo>
                <a:lnTo>
                  <a:pt x="352" y="670"/>
                </a:lnTo>
                <a:lnTo>
                  <a:pt x="351" y="671"/>
                </a:lnTo>
                <a:lnTo>
                  <a:pt x="351" y="672"/>
                </a:lnTo>
                <a:lnTo>
                  <a:pt x="350" y="672"/>
                </a:lnTo>
                <a:lnTo>
                  <a:pt x="350" y="673"/>
                </a:lnTo>
                <a:lnTo>
                  <a:pt x="351" y="673"/>
                </a:lnTo>
                <a:lnTo>
                  <a:pt x="351" y="674"/>
                </a:lnTo>
                <a:lnTo>
                  <a:pt x="350" y="675"/>
                </a:lnTo>
                <a:lnTo>
                  <a:pt x="350" y="676"/>
                </a:lnTo>
                <a:lnTo>
                  <a:pt x="349" y="676"/>
                </a:lnTo>
                <a:lnTo>
                  <a:pt x="349" y="677"/>
                </a:lnTo>
                <a:lnTo>
                  <a:pt x="349" y="678"/>
                </a:lnTo>
                <a:lnTo>
                  <a:pt x="348" y="679"/>
                </a:lnTo>
                <a:lnTo>
                  <a:pt x="347" y="679"/>
                </a:lnTo>
                <a:lnTo>
                  <a:pt x="347" y="678"/>
                </a:lnTo>
                <a:lnTo>
                  <a:pt x="346" y="678"/>
                </a:lnTo>
                <a:lnTo>
                  <a:pt x="345" y="678"/>
                </a:lnTo>
                <a:lnTo>
                  <a:pt x="345" y="679"/>
                </a:lnTo>
                <a:lnTo>
                  <a:pt x="344" y="679"/>
                </a:lnTo>
                <a:lnTo>
                  <a:pt x="344" y="680"/>
                </a:lnTo>
                <a:lnTo>
                  <a:pt x="344" y="681"/>
                </a:lnTo>
                <a:lnTo>
                  <a:pt x="344" y="682"/>
                </a:lnTo>
                <a:lnTo>
                  <a:pt x="344" y="683"/>
                </a:lnTo>
                <a:lnTo>
                  <a:pt x="343" y="683"/>
                </a:lnTo>
                <a:lnTo>
                  <a:pt x="342" y="683"/>
                </a:lnTo>
                <a:lnTo>
                  <a:pt x="341" y="683"/>
                </a:lnTo>
                <a:lnTo>
                  <a:pt x="341" y="684"/>
                </a:lnTo>
                <a:lnTo>
                  <a:pt x="341" y="685"/>
                </a:lnTo>
                <a:lnTo>
                  <a:pt x="340" y="686"/>
                </a:lnTo>
                <a:lnTo>
                  <a:pt x="339" y="686"/>
                </a:lnTo>
                <a:lnTo>
                  <a:pt x="339" y="687"/>
                </a:lnTo>
                <a:lnTo>
                  <a:pt x="337" y="687"/>
                </a:lnTo>
                <a:lnTo>
                  <a:pt x="336" y="687"/>
                </a:lnTo>
                <a:lnTo>
                  <a:pt x="335" y="688"/>
                </a:lnTo>
                <a:lnTo>
                  <a:pt x="334" y="688"/>
                </a:lnTo>
                <a:lnTo>
                  <a:pt x="333" y="689"/>
                </a:lnTo>
                <a:lnTo>
                  <a:pt x="332" y="689"/>
                </a:lnTo>
                <a:lnTo>
                  <a:pt x="332" y="690"/>
                </a:lnTo>
                <a:lnTo>
                  <a:pt x="331" y="690"/>
                </a:lnTo>
                <a:lnTo>
                  <a:pt x="331" y="691"/>
                </a:lnTo>
                <a:lnTo>
                  <a:pt x="332" y="691"/>
                </a:lnTo>
                <a:lnTo>
                  <a:pt x="331" y="692"/>
                </a:lnTo>
                <a:lnTo>
                  <a:pt x="331" y="693"/>
                </a:lnTo>
                <a:lnTo>
                  <a:pt x="331" y="694"/>
                </a:lnTo>
                <a:lnTo>
                  <a:pt x="330" y="694"/>
                </a:lnTo>
                <a:lnTo>
                  <a:pt x="330" y="695"/>
                </a:lnTo>
                <a:lnTo>
                  <a:pt x="329" y="696"/>
                </a:lnTo>
                <a:lnTo>
                  <a:pt x="329" y="697"/>
                </a:lnTo>
                <a:lnTo>
                  <a:pt x="328" y="697"/>
                </a:lnTo>
                <a:lnTo>
                  <a:pt x="328" y="698"/>
                </a:lnTo>
                <a:lnTo>
                  <a:pt x="327" y="698"/>
                </a:lnTo>
                <a:lnTo>
                  <a:pt x="327" y="697"/>
                </a:lnTo>
                <a:lnTo>
                  <a:pt x="326" y="697"/>
                </a:lnTo>
                <a:lnTo>
                  <a:pt x="326" y="696"/>
                </a:lnTo>
                <a:lnTo>
                  <a:pt x="325" y="696"/>
                </a:lnTo>
                <a:lnTo>
                  <a:pt x="325" y="695"/>
                </a:lnTo>
                <a:lnTo>
                  <a:pt x="324" y="695"/>
                </a:lnTo>
                <a:lnTo>
                  <a:pt x="324" y="694"/>
                </a:lnTo>
                <a:lnTo>
                  <a:pt x="323" y="693"/>
                </a:lnTo>
                <a:lnTo>
                  <a:pt x="322" y="693"/>
                </a:lnTo>
                <a:lnTo>
                  <a:pt x="322" y="692"/>
                </a:lnTo>
                <a:lnTo>
                  <a:pt x="321" y="692"/>
                </a:lnTo>
                <a:lnTo>
                  <a:pt x="321" y="691"/>
                </a:lnTo>
                <a:lnTo>
                  <a:pt x="320" y="691"/>
                </a:lnTo>
                <a:lnTo>
                  <a:pt x="320" y="690"/>
                </a:lnTo>
                <a:lnTo>
                  <a:pt x="319" y="690"/>
                </a:lnTo>
                <a:lnTo>
                  <a:pt x="319" y="689"/>
                </a:lnTo>
                <a:lnTo>
                  <a:pt x="318" y="689"/>
                </a:lnTo>
                <a:lnTo>
                  <a:pt x="318" y="688"/>
                </a:lnTo>
                <a:lnTo>
                  <a:pt x="318" y="687"/>
                </a:lnTo>
                <a:lnTo>
                  <a:pt x="318" y="686"/>
                </a:lnTo>
                <a:lnTo>
                  <a:pt x="318" y="685"/>
                </a:lnTo>
                <a:lnTo>
                  <a:pt x="317" y="685"/>
                </a:lnTo>
                <a:lnTo>
                  <a:pt x="317" y="684"/>
                </a:lnTo>
                <a:lnTo>
                  <a:pt x="316" y="684"/>
                </a:lnTo>
                <a:lnTo>
                  <a:pt x="315" y="684"/>
                </a:lnTo>
                <a:lnTo>
                  <a:pt x="314" y="684"/>
                </a:lnTo>
                <a:lnTo>
                  <a:pt x="313" y="684"/>
                </a:lnTo>
                <a:lnTo>
                  <a:pt x="312" y="684"/>
                </a:lnTo>
                <a:lnTo>
                  <a:pt x="311" y="684"/>
                </a:lnTo>
                <a:lnTo>
                  <a:pt x="310" y="684"/>
                </a:lnTo>
                <a:lnTo>
                  <a:pt x="309" y="684"/>
                </a:lnTo>
                <a:lnTo>
                  <a:pt x="309" y="683"/>
                </a:lnTo>
                <a:lnTo>
                  <a:pt x="308" y="683"/>
                </a:lnTo>
                <a:lnTo>
                  <a:pt x="307" y="683"/>
                </a:lnTo>
                <a:lnTo>
                  <a:pt x="306" y="683"/>
                </a:lnTo>
                <a:lnTo>
                  <a:pt x="306" y="684"/>
                </a:lnTo>
                <a:lnTo>
                  <a:pt x="306" y="685"/>
                </a:lnTo>
                <a:lnTo>
                  <a:pt x="305" y="685"/>
                </a:lnTo>
                <a:lnTo>
                  <a:pt x="305" y="686"/>
                </a:lnTo>
                <a:lnTo>
                  <a:pt x="304" y="686"/>
                </a:lnTo>
                <a:lnTo>
                  <a:pt x="303" y="686"/>
                </a:lnTo>
                <a:lnTo>
                  <a:pt x="302" y="687"/>
                </a:lnTo>
                <a:lnTo>
                  <a:pt x="301" y="687"/>
                </a:lnTo>
                <a:lnTo>
                  <a:pt x="301" y="688"/>
                </a:lnTo>
                <a:lnTo>
                  <a:pt x="299" y="688"/>
                </a:lnTo>
                <a:lnTo>
                  <a:pt x="298" y="688"/>
                </a:lnTo>
                <a:lnTo>
                  <a:pt x="298" y="687"/>
                </a:lnTo>
                <a:lnTo>
                  <a:pt x="297" y="687"/>
                </a:lnTo>
                <a:lnTo>
                  <a:pt x="296" y="687"/>
                </a:lnTo>
                <a:lnTo>
                  <a:pt x="296" y="686"/>
                </a:lnTo>
                <a:lnTo>
                  <a:pt x="295" y="686"/>
                </a:lnTo>
                <a:lnTo>
                  <a:pt x="294" y="686"/>
                </a:lnTo>
                <a:lnTo>
                  <a:pt x="294" y="685"/>
                </a:lnTo>
                <a:lnTo>
                  <a:pt x="293" y="685"/>
                </a:lnTo>
                <a:lnTo>
                  <a:pt x="293" y="684"/>
                </a:lnTo>
                <a:lnTo>
                  <a:pt x="293" y="683"/>
                </a:lnTo>
                <a:lnTo>
                  <a:pt x="292" y="683"/>
                </a:lnTo>
                <a:lnTo>
                  <a:pt x="291" y="683"/>
                </a:lnTo>
                <a:lnTo>
                  <a:pt x="291" y="682"/>
                </a:lnTo>
                <a:lnTo>
                  <a:pt x="290" y="682"/>
                </a:lnTo>
                <a:lnTo>
                  <a:pt x="289" y="682"/>
                </a:lnTo>
                <a:lnTo>
                  <a:pt x="289" y="681"/>
                </a:lnTo>
                <a:lnTo>
                  <a:pt x="288" y="681"/>
                </a:lnTo>
                <a:lnTo>
                  <a:pt x="288" y="680"/>
                </a:lnTo>
                <a:lnTo>
                  <a:pt x="287" y="680"/>
                </a:lnTo>
                <a:lnTo>
                  <a:pt x="287" y="679"/>
                </a:lnTo>
                <a:lnTo>
                  <a:pt x="286" y="679"/>
                </a:lnTo>
                <a:lnTo>
                  <a:pt x="286" y="678"/>
                </a:lnTo>
                <a:lnTo>
                  <a:pt x="285" y="678"/>
                </a:lnTo>
                <a:lnTo>
                  <a:pt x="284" y="678"/>
                </a:lnTo>
                <a:lnTo>
                  <a:pt x="284" y="677"/>
                </a:lnTo>
                <a:lnTo>
                  <a:pt x="283" y="677"/>
                </a:lnTo>
                <a:lnTo>
                  <a:pt x="282" y="677"/>
                </a:lnTo>
                <a:lnTo>
                  <a:pt x="281" y="677"/>
                </a:lnTo>
                <a:lnTo>
                  <a:pt x="279" y="677"/>
                </a:lnTo>
                <a:lnTo>
                  <a:pt x="278" y="677"/>
                </a:lnTo>
                <a:lnTo>
                  <a:pt x="277" y="677"/>
                </a:lnTo>
                <a:lnTo>
                  <a:pt x="276" y="677"/>
                </a:lnTo>
                <a:lnTo>
                  <a:pt x="275" y="677"/>
                </a:lnTo>
                <a:lnTo>
                  <a:pt x="274" y="677"/>
                </a:lnTo>
                <a:lnTo>
                  <a:pt x="274" y="676"/>
                </a:lnTo>
                <a:lnTo>
                  <a:pt x="273" y="676"/>
                </a:lnTo>
                <a:lnTo>
                  <a:pt x="272" y="675"/>
                </a:lnTo>
                <a:lnTo>
                  <a:pt x="272" y="674"/>
                </a:lnTo>
                <a:lnTo>
                  <a:pt x="272" y="673"/>
                </a:lnTo>
                <a:lnTo>
                  <a:pt x="271" y="673"/>
                </a:lnTo>
                <a:lnTo>
                  <a:pt x="271" y="672"/>
                </a:lnTo>
                <a:lnTo>
                  <a:pt x="270" y="672"/>
                </a:lnTo>
                <a:lnTo>
                  <a:pt x="269" y="672"/>
                </a:lnTo>
                <a:lnTo>
                  <a:pt x="268" y="672"/>
                </a:lnTo>
                <a:lnTo>
                  <a:pt x="268" y="673"/>
                </a:lnTo>
                <a:lnTo>
                  <a:pt x="267" y="673"/>
                </a:lnTo>
                <a:lnTo>
                  <a:pt x="266" y="673"/>
                </a:lnTo>
                <a:lnTo>
                  <a:pt x="264" y="673"/>
                </a:lnTo>
                <a:lnTo>
                  <a:pt x="262" y="673"/>
                </a:lnTo>
                <a:lnTo>
                  <a:pt x="261" y="673"/>
                </a:lnTo>
                <a:lnTo>
                  <a:pt x="260" y="673"/>
                </a:lnTo>
                <a:lnTo>
                  <a:pt x="259" y="673"/>
                </a:lnTo>
                <a:lnTo>
                  <a:pt x="259" y="672"/>
                </a:lnTo>
                <a:lnTo>
                  <a:pt x="258" y="672"/>
                </a:lnTo>
                <a:lnTo>
                  <a:pt x="257" y="672"/>
                </a:lnTo>
                <a:lnTo>
                  <a:pt x="256" y="672"/>
                </a:lnTo>
                <a:lnTo>
                  <a:pt x="256" y="671"/>
                </a:lnTo>
                <a:lnTo>
                  <a:pt x="255" y="671"/>
                </a:lnTo>
                <a:lnTo>
                  <a:pt x="255" y="670"/>
                </a:lnTo>
                <a:lnTo>
                  <a:pt x="255" y="669"/>
                </a:lnTo>
                <a:lnTo>
                  <a:pt x="255" y="668"/>
                </a:lnTo>
                <a:lnTo>
                  <a:pt x="255" y="667"/>
                </a:lnTo>
                <a:lnTo>
                  <a:pt x="254" y="667"/>
                </a:lnTo>
                <a:lnTo>
                  <a:pt x="254" y="666"/>
                </a:lnTo>
                <a:lnTo>
                  <a:pt x="253" y="666"/>
                </a:lnTo>
                <a:lnTo>
                  <a:pt x="253" y="665"/>
                </a:lnTo>
                <a:lnTo>
                  <a:pt x="252" y="665"/>
                </a:lnTo>
                <a:lnTo>
                  <a:pt x="252" y="664"/>
                </a:lnTo>
                <a:lnTo>
                  <a:pt x="251" y="664"/>
                </a:lnTo>
                <a:lnTo>
                  <a:pt x="251" y="663"/>
                </a:lnTo>
                <a:lnTo>
                  <a:pt x="250" y="663"/>
                </a:lnTo>
                <a:lnTo>
                  <a:pt x="250" y="662"/>
                </a:lnTo>
                <a:lnTo>
                  <a:pt x="250" y="661"/>
                </a:lnTo>
                <a:lnTo>
                  <a:pt x="250" y="660"/>
                </a:lnTo>
                <a:lnTo>
                  <a:pt x="250" y="659"/>
                </a:lnTo>
                <a:lnTo>
                  <a:pt x="250" y="658"/>
                </a:lnTo>
                <a:lnTo>
                  <a:pt x="249" y="658"/>
                </a:lnTo>
                <a:lnTo>
                  <a:pt x="249" y="657"/>
                </a:lnTo>
                <a:lnTo>
                  <a:pt x="249" y="656"/>
                </a:lnTo>
                <a:lnTo>
                  <a:pt x="249" y="655"/>
                </a:lnTo>
                <a:lnTo>
                  <a:pt x="248" y="655"/>
                </a:lnTo>
                <a:lnTo>
                  <a:pt x="247" y="654"/>
                </a:lnTo>
                <a:lnTo>
                  <a:pt x="246" y="654"/>
                </a:lnTo>
                <a:lnTo>
                  <a:pt x="246" y="653"/>
                </a:lnTo>
                <a:lnTo>
                  <a:pt x="245" y="653"/>
                </a:lnTo>
                <a:lnTo>
                  <a:pt x="244" y="653"/>
                </a:lnTo>
                <a:lnTo>
                  <a:pt x="243" y="652"/>
                </a:lnTo>
                <a:lnTo>
                  <a:pt x="242" y="652"/>
                </a:lnTo>
                <a:lnTo>
                  <a:pt x="241" y="652"/>
                </a:lnTo>
                <a:lnTo>
                  <a:pt x="240" y="652"/>
                </a:lnTo>
                <a:lnTo>
                  <a:pt x="239" y="652"/>
                </a:lnTo>
                <a:lnTo>
                  <a:pt x="238" y="652"/>
                </a:lnTo>
                <a:lnTo>
                  <a:pt x="237" y="652"/>
                </a:lnTo>
                <a:lnTo>
                  <a:pt x="236" y="652"/>
                </a:lnTo>
                <a:lnTo>
                  <a:pt x="235" y="653"/>
                </a:lnTo>
                <a:lnTo>
                  <a:pt x="234" y="653"/>
                </a:lnTo>
                <a:lnTo>
                  <a:pt x="234" y="654"/>
                </a:lnTo>
                <a:lnTo>
                  <a:pt x="233" y="654"/>
                </a:lnTo>
                <a:lnTo>
                  <a:pt x="232" y="655"/>
                </a:lnTo>
                <a:lnTo>
                  <a:pt x="229" y="655"/>
                </a:lnTo>
                <a:lnTo>
                  <a:pt x="229" y="654"/>
                </a:lnTo>
                <a:lnTo>
                  <a:pt x="228" y="654"/>
                </a:lnTo>
                <a:lnTo>
                  <a:pt x="227" y="654"/>
                </a:lnTo>
                <a:lnTo>
                  <a:pt x="226" y="654"/>
                </a:lnTo>
                <a:lnTo>
                  <a:pt x="225" y="654"/>
                </a:lnTo>
                <a:lnTo>
                  <a:pt x="224" y="654"/>
                </a:lnTo>
                <a:lnTo>
                  <a:pt x="224" y="653"/>
                </a:lnTo>
                <a:lnTo>
                  <a:pt x="223" y="652"/>
                </a:lnTo>
                <a:lnTo>
                  <a:pt x="223" y="651"/>
                </a:lnTo>
                <a:lnTo>
                  <a:pt x="223" y="650"/>
                </a:lnTo>
                <a:lnTo>
                  <a:pt x="224" y="650"/>
                </a:lnTo>
                <a:lnTo>
                  <a:pt x="224" y="649"/>
                </a:lnTo>
                <a:lnTo>
                  <a:pt x="223" y="649"/>
                </a:lnTo>
                <a:lnTo>
                  <a:pt x="223" y="648"/>
                </a:lnTo>
                <a:lnTo>
                  <a:pt x="222" y="648"/>
                </a:lnTo>
                <a:lnTo>
                  <a:pt x="221" y="649"/>
                </a:lnTo>
                <a:lnTo>
                  <a:pt x="220" y="648"/>
                </a:lnTo>
                <a:lnTo>
                  <a:pt x="220" y="647"/>
                </a:lnTo>
                <a:lnTo>
                  <a:pt x="220" y="646"/>
                </a:lnTo>
                <a:lnTo>
                  <a:pt x="219" y="646"/>
                </a:lnTo>
                <a:lnTo>
                  <a:pt x="218" y="646"/>
                </a:lnTo>
                <a:lnTo>
                  <a:pt x="217" y="646"/>
                </a:lnTo>
                <a:lnTo>
                  <a:pt x="217" y="645"/>
                </a:lnTo>
                <a:lnTo>
                  <a:pt x="217" y="644"/>
                </a:lnTo>
                <a:lnTo>
                  <a:pt x="215" y="644"/>
                </a:lnTo>
                <a:lnTo>
                  <a:pt x="214" y="644"/>
                </a:lnTo>
                <a:lnTo>
                  <a:pt x="213" y="645"/>
                </a:lnTo>
                <a:lnTo>
                  <a:pt x="212" y="645"/>
                </a:lnTo>
                <a:lnTo>
                  <a:pt x="211" y="646"/>
                </a:lnTo>
                <a:lnTo>
                  <a:pt x="211" y="647"/>
                </a:lnTo>
                <a:lnTo>
                  <a:pt x="211" y="648"/>
                </a:lnTo>
                <a:lnTo>
                  <a:pt x="210" y="648"/>
                </a:lnTo>
                <a:lnTo>
                  <a:pt x="210" y="649"/>
                </a:lnTo>
                <a:lnTo>
                  <a:pt x="209" y="649"/>
                </a:lnTo>
                <a:lnTo>
                  <a:pt x="208" y="649"/>
                </a:lnTo>
                <a:lnTo>
                  <a:pt x="208" y="648"/>
                </a:lnTo>
                <a:lnTo>
                  <a:pt x="207" y="648"/>
                </a:lnTo>
                <a:lnTo>
                  <a:pt x="207" y="649"/>
                </a:lnTo>
                <a:lnTo>
                  <a:pt x="206" y="649"/>
                </a:lnTo>
                <a:lnTo>
                  <a:pt x="205" y="650"/>
                </a:lnTo>
                <a:lnTo>
                  <a:pt x="205" y="651"/>
                </a:lnTo>
                <a:lnTo>
                  <a:pt x="205" y="652"/>
                </a:lnTo>
                <a:lnTo>
                  <a:pt x="204" y="652"/>
                </a:lnTo>
                <a:lnTo>
                  <a:pt x="203" y="652"/>
                </a:lnTo>
                <a:lnTo>
                  <a:pt x="202" y="652"/>
                </a:lnTo>
                <a:lnTo>
                  <a:pt x="201" y="653"/>
                </a:lnTo>
                <a:lnTo>
                  <a:pt x="200" y="654"/>
                </a:lnTo>
                <a:lnTo>
                  <a:pt x="200" y="655"/>
                </a:lnTo>
                <a:lnTo>
                  <a:pt x="199" y="655"/>
                </a:lnTo>
                <a:lnTo>
                  <a:pt x="199" y="656"/>
                </a:lnTo>
                <a:lnTo>
                  <a:pt x="198" y="656"/>
                </a:lnTo>
                <a:lnTo>
                  <a:pt x="198" y="657"/>
                </a:lnTo>
                <a:lnTo>
                  <a:pt x="198" y="658"/>
                </a:lnTo>
                <a:lnTo>
                  <a:pt x="197" y="659"/>
                </a:lnTo>
                <a:lnTo>
                  <a:pt x="196" y="660"/>
                </a:lnTo>
                <a:lnTo>
                  <a:pt x="196" y="661"/>
                </a:lnTo>
                <a:lnTo>
                  <a:pt x="195" y="661"/>
                </a:lnTo>
                <a:lnTo>
                  <a:pt x="194" y="662"/>
                </a:lnTo>
                <a:lnTo>
                  <a:pt x="193" y="662"/>
                </a:lnTo>
                <a:lnTo>
                  <a:pt x="193" y="663"/>
                </a:lnTo>
                <a:lnTo>
                  <a:pt x="193" y="664"/>
                </a:lnTo>
                <a:lnTo>
                  <a:pt x="193" y="665"/>
                </a:lnTo>
                <a:lnTo>
                  <a:pt x="193" y="666"/>
                </a:lnTo>
                <a:lnTo>
                  <a:pt x="193" y="667"/>
                </a:lnTo>
                <a:lnTo>
                  <a:pt x="193" y="668"/>
                </a:lnTo>
                <a:lnTo>
                  <a:pt x="193" y="669"/>
                </a:lnTo>
                <a:lnTo>
                  <a:pt x="192" y="669"/>
                </a:lnTo>
                <a:lnTo>
                  <a:pt x="192" y="670"/>
                </a:lnTo>
                <a:lnTo>
                  <a:pt x="191" y="670"/>
                </a:lnTo>
                <a:lnTo>
                  <a:pt x="192" y="670"/>
                </a:lnTo>
                <a:lnTo>
                  <a:pt x="192" y="671"/>
                </a:lnTo>
                <a:lnTo>
                  <a:pt x="191" y="671"/>
                </a:lnTo>
                <a:lnTo>
                  <a:pt x="192" y="671"/>
                </a:lnTo>
                <a:lnTo>
                  <a:pt x="192" y="672"/>
                </a:lnTo>
                <a:lnTo>
                  <a:pt x="192" y="673"/>
                </a:lnTo>
                <a:lnTo>
                  <a:pt x="192" y="674"/>
                </a:lnTo>
                <a:lnTo>
                  <a:pt x="193" y="675"/>
                </a:lnTo>
                <a:lnTo>
                  <a:pt x="192" y="675"/>
                </a:lnTo>
                <a:lnTo>
                  <a:pt x="191" y="675"/>
                </a:lnTo>
                <a:lnTo>
                  <a:pt x="190" y="676"/>
                </a:lnTo>
                <a:lnTo>
                  <a:pt x="189" y="676"/>
                </a:lnTo>
                <a:lnTo>
                  <a:pt x="188" y="676"/>
                </a:lnTo>
                <a:lnTo>
                  <a:pt x="188" y="677"/>
                </a:lnTo>
                <a:lnTo>
                  <a:pt x="187" y="677"/>
                </a:lnTo>
                <a:lnTo>
                  <a:pt x="185" y="678"/>
                </a:lnTo>
                <a:lnTo>
                  <a:pt x="184" y="678"/>
                </a:lnTo>
                <a:lnTo>
                  <a:pt x="182" y="678"/>
                </a:lnTo>
                <a:lnTo>
                  <a:pt x="182" y="679"/>
                </a:lnTo>
                <a:lnTo>
                  <a:pt x="180" y="679"/>
                </a:lnTo>
                <a:lnTo>
                  <a:pt x="179" y="679"/>
                </a:lnTo>
                <a:lnTo>
                  <a:pt x="178" y="679"/>
                </a:lnTo>
                <a:lnTo>
                  <a:pt x="178" y="680"/>
                </a:lnTo>
                <a:lnTo>
                  <a:pt x="177" y="680"/>
                </a:lnTo>
                <a:lnTo>
                  <a:pt x="176" y="680"/>
                </a:lnTo>
                <a:lnTo>
                  <a:pt x="175" y="680"/>
                </a:lnTo>
                <a:lnTo>
                  <a:pt x="174" y="680"/>
                </a:lnTo>
                <a:lnTo>
                  <a:pt x="173" y="681"/>
                </a:lnTo>
                <a:lnTo>
                  <a:pt x="172" y="681"/>
                </a:lnTo>
                <a:lnTo>
                  <a:pt x="172" y="682"/>
                </a:lnTo>
                <a:lnTo>
                  <a:pt x="171" y="682"/>
                </a:lnTo>
                <a:lnTo>
                  <a:pt x="170" y="683"/>
                </a:lnTo>
                <a:lnTo>
                  <a:pt x="169" y="684"/>
                </a:lnTo>
                <a:lnTo>
                  <a:pt x="169" y="685"/>
                </a:lnTo>
                <a:lnTo>
                  <a:pt x="169" y="687"/>
                </a:lnTo>
                <a:lnTo>
                  <a:pt x="169" y="688"/>
                </a:lnTo>
                <a:lnTo>
                  <a:pt x="168" y="689"/>
                </a:lnTo>
                <a:lnTo>
                  <a:pt x="167" y="690"/>
                </a:lnTo>
                <a:lnTo>
                  <a:pt x="167" y="691"/>
                </a:lnTo>
                <a:lnTo>
                  <a:pt x="166" y="691"/>
                </a:lnTo>
                <a:lnTo>
                  <a:pt x="166" y="692"/>
                </a:lnTo>
                <a:lnTo>
                  <a:pt x="165" y="692"/>
                </a:lnTo>
                <a:lnTo>
                  <a:pt x="164" y="692"/>
                </a:lnTo>
                <a:lnTo>
                  <a:pt x="164" y="693"/>
                </a:lnTo>
                <a:lnTo>
                  <a:pt x="163" y="693"/>
                </a:lnTo>
                <a:lnTo>
                  <a:pt x="161" y="693"/>
                </a:lnTo>
                <a:lnTo>
                  <a:pt x="161" y="694"/>
                </a:lnTo>
                <a:lnTo>
                  <a:pt x="160" y="694"/>
                </a:lnTo>
                <a:lnTo>
                  <a:pt x="159" y="694"/>
                </a:lnTo>
                <a:lnTo>
                  <a:pt x="157" y="694"/>
                </a:lnTo>
                <a:lnTo>
                  <a:pt x="156" y="694"/>
                </a:lnTo>
                <a:lnTo>
                  <a:pt x="155" y="695"/>
                </a:lnTo>
                <a:lnTo>
                  <a:pt x="154" y="695"/>
                </a:lnTo>
                <a:lnTo>
                  <a:pt x="154" y="696"/>
                </a:lnTo>
                <a:lnTo>
                  <a:pt x="153" y="696"/>
                </a:lnTo>
                <a:lnTo>
                  <a:pt x="153" y="697"/>
                </a:lnTo>
                <a:lnTo>
                  <a:pt x="153" y="698"/>
                </a:lnTo>
                <a:lnTo>
                  <a:pt x="153" y="699"/>
                </a:lnTo>
                <a:lnTo>
                  <a:pt x="153" y="700"/>
                </a:lnTo>
                <a:lnTo>
                  <a:pt x="152" y="700"/>
                </a:lnTo>
                <a:lnTo>
                  <a:pt x="151" y="701"/>
                </a:lnTo>
                <a:lnTo>
                  <a:pt x="150" y="701"/>
                </a:lnTo>
                <a:lnTo>
                  <a:pt x="149" y="700"/>
                </a:lnTo>
                <a:lnTo>
                  <a:pt x="148" y="700"/>
                </a:lnTo>
                <a:lnTo>
                  <a:pt x="148" y="699"/>
                </a:lnTo>
                <a:lnTo>
                  <a:pt x="147" y="699"/>
                </a:lnTo>
                <a:lnTo>
                  <a:pt x="147" y="698"/>
                </a:lnTo>
                <a:lnTo>
                  <a:pt x="146" y="698"/>
                </a:lnTo>
                <a:lnTo>
                  <a:pt x="147" y="697"/>
                </a:lnTo>
                <a:lnTo>
                  <a:pt x="147" y="696"/>
                </a:lnTo>
                <a:lnTo>
                  <a:pt x="146" y="695"/>
                </a:lnTo>
                <a:lnTo>
                  <a:pt x="144" y="695"/>
                </a:lnTo>
                <a:lnTo>
                  <a:pt x="143" y="695"/>
                </a:lnTo>
                <a:lnTo>
                  <a:pt x="142" y="695"/>
                </a:lnTo>
                <a:lnTo>
                  <a:pt x="141" y="695"/>
                </a:lnTo>
                <a:lnTo>
                  <a:pt x="141" y="694"/>
                </a:lnTo>
                <a:lnTo>
                  <a:pt x="138" y="694"/>
                </a:lnTo>
                <a:lnTo>
                  <a:pt x="137" y="694"/>
                </a:lnTo>
                <a:lnTo>
                  <a:pt x="135" y="692"/>
                </a:lnTo>
                <a:lnTo>
                  <a:pt x="133" y="689"/>
                </a:lnTo>
                <a:lnTo>
                  <a:pt x="133" y="688"/>
                </a:lnTo>
                <a:lnTo>
                  <a:pt x="133" y="687"/>
                </a:lnTo>
                <a:lnTo>
                  <a:pt x="132" y="687"/>
                </a:lnTo>
                <a:lnTo>
                  <a:pt x="132" y="686"/>
                </a:lnTo>
                <a:lnTo>
                  <a:pt x="131" y="686"/>
                </a:lnTo>
                <a:lnTo>
                  <a:pt x="129" y="686"/>
                </a:lnTo>
                <a:lnTo>
                  <a:pt x="128" y="685"/>
                </a:lnTo>
                <a:lnTo>
                  <a:pt x="128" y="684"/>
                </a:lnTo>
                <a:lnTo>
                  <a:pt x="127" y="684"/>
                </a:lnTo>
                <a:lnTo>
                  <a:pt x="126" y="684"/>
                </a:lnTo>
                <a:lnTo>
                  <a:pt x="125" y="684"/>
                </a:lnTo>
                <a:lnTo>
                  <a:pt x="123" y="683"/>
                </a:lnTo>
                <a:lnTo>
                  <a:pt x="123" y="682"/>
                </a:lnTo>
                <a:lnTo>
                  <a:pt x="124" y="681"/>
                </a:lnTo>
                <a:lnTo>
                  <a:pt x="125" y="680"/>
                </a:lnTo>
                <a:lnTo>
                  <a:pt x="125" y="679"/>
                </a:lnTo>
                <a:lnTo>
                  <a:pt x="125" y="678"/>
                </a:lnTo>
                <a:lnTo>
                  <a:pt x="125" y="677"/>
                </a:lnTo>
                <a:lnTo>
                  <a:pt x="126" y="677"/>
                </a:lnTo>
                <a:lnTo>
                  <a:pt x="125" y="676"/>
                </a:lnTo>
                <a:lnTo>
                  <a:pt x="125" y="675"/>
                </a:lnTo>
                <a:lnTo>
                  <a:pt x="124" y="674"/>
                </a:lnTo>
                <a:lnTo>
                  <a:pt x="124" y="673"/>
                </a:lnTo>
                <a:lnTo>
                  <a:pt x="125" y="672"/>
                </a:lnTo>
                <a:lnTo>
                  <a:pt x="125" y="671"/>
                </a:lnTo>
                <a:lnTo>
                  <a:pt x="126" y="670"/>
                </a:lnTo>
                <a:lnTo>
                  <a:pt x="126" y="669"/>
                </a:lnTo>
                <a:lnTo>
                  <a:pt x="127" y="668"/>
                </a:lnTo>
                <a:lnTo>
                  <a:pt x="129" y="666"/>
                </a:lnTo>
                <a:lnTo>
                  <a:pt x="130" y="665"/>
                </a:lnTo>
                <a:lnTo>
                  <a:pt x="130" y="664"/>
                </a:lnTo>
                <a:lnTo>
                  <a:pt x="131" y="662"/>
                </a:lnTo>
                <a:lnTo>
                  <a:pt x="133" y="660"/>
                </a:lnTo>
                <a:lnTo>
                  <a:pt x="134" y="660"/>
                </a:lnTo>
                <a:lnTo>
                  <a:pt x="134" y="659"/>
                </a:lnTo>
                <a:lnTo>
                  <a:pt x="135" y="659"/>
                </a:lnTo>
                <a:lnTo>
                  <a:pt x="136" y="659"/>
                </a:lnTo>
                <a:lnTo>
                  <a:pt x="137" y="658"/>
                </a:lnTo>
                <a:lnTo>
                  <a:pt x="138" y="658"/>
                </a:lnTo>
                <a:lnTo>
                  <a:pt x="138" y="657"/>
                </a:lnTo>
                <a:lnTo>
                  <a:pt x="138" y="656"/>
                </a:lnTo>
                <a:lnTo>
                  <a:pt x="138" y="655"/>
                </a:lnTo>
                <a:lnTo>
                  <a:pt x="139" y="655"/>
                </a:lnTo>
                <a:lnTo>
                  <a:pt x="140" y="654"/>
                </a:lnTo>
                <a:lnTo>
                  <a:pt x="140" y="653"/>
                </a:lnTo>
                <a:lnTo>
                  <a:pt x="140" y="652"/>
                </a:lnTo>
                <a:lnTo>
                  <a:pt x="141" y="652"/>
                </a:lnTo>
                <a:lnTo>
                  <a:pt x="142" y="651"/>
                </a:lnTo>
                <a:lnTo>
                  <a:pt x="142" y="650"/>
                </a:lnTo>
                <a:lnTo>
                  <a:pt x="142" y="649"/>
                </a:lnTo>
                <a:lnTo>
                  <a:pt x="142" y="648"/>
                </a:lnTo>
                <a:lnTo>
                  <a:pt x="143" y="647"/>
                </a:lnTo>
                <a:lnTo>
                  <a:pt x="144" y="647"/>
                </a:lnTo>
                <a:lnTo>
                  <a:pt x="145" y="647"/>
                </a:lnTo>
                <a:lnTo>
                  <a:pt x="145" y="646"/>
                </a:lnTo>
                <a:lnTo>
                  <a:pt x="145" y="645"/>
                </a:lnTo>
                <a:lnTo>
                  <a:pt x="147" y="644"/>
                </a:lnTo>
                <a:lnTo>
                  <a:pt x="148" y="644"/>
                </a:lnTo>
                <a:lnTo>
                  <a:pt x="149" y="644"/>
                </a:lnTo>
                <a:lnTo>
                  <a:pt x="149" y="643"/>
                </a:lnTo>
                <a:lnTo>
                  <a:pt x="148" y="642"/>
                </a:lnTo>
                <a:lnTo>
                  <a:pt x="148" y="641"/>
                </a:lnTo>
                <a:lnTo>
                  <a:pt x="147" y="641"/>
                </a:lnTo>
                <a:lnTo>
                  <a:pt x="147" y="640"/>
                </a:lnTo>
                <a:lnTo>
                  <a:pt x="147" y="638"/>
                </a:lnTo>
                <a:lnTo>
                  <a:pt x="147" y="637"/>
                </a:lnTo>
                <a:lnTo>
                  <a:pt x="146" y="636"/>
                </a:lnTo>
                <a:lnTo>
                  <a:pt x="145" y="636"/>
                </a:lnTo>
                <a:lnTo>
                  <a:pt x="145" y="635"/>
                </a:lnTo>
                <a:lnTo>
                  <a:pt x="144" y="635"/>
                </a:lnTo>
                <a:lnTo>
                  <a:pt x="143" y="634"/>
                </a:lnTo>
                <a:lnTo>
                  <a:pt x="142" y="634"/>
                </a:lnTo>
                <a:lnTo>
                  <a:pt x="141" y="634"/>
                </a:lnTo>
                <a:lnTo>
                  <a:pt x="140" y="634"/>
                </a:lnTo>
                <a:lnTo>
                  <a:pt x="139" y="635"/>
                </a:lnTo>
                <a:lnTo>
                  <a:pt x="138" y="635"/>
                </a:lnTo>
                <a:lnTo>
                  <a:pt x="137" y="635"/>
                </a:lnTo>
                <a:lnTo>
                  <a:pt x="137" y="634"/>
                </a:lnTo>
                <a:lnTo>
                  <a:pt x="136" y="634"/>
                </a:lnTo>
                <a:lnTo>
                  <a:pt x="138" y="634"/>
                </a:lnTo>
                <a:lnTo>
                  <a:pt x="139" y="634"/>
                </a:lnTo>
                <a:lnTo>
                  <a:pt x="141" y="634"/>
                </a:lnTo>
                <a:lnTo>
                  <a:pt x="143" y="633"/>
                </a:lnTo>
                <a:lnTo>
                  <a:pt x="144" y="633"/>
                </a:lnTo>
                <a:lnTo>
                  <a:pt x="144" y="632"/>
                </a:lnTo>
                <a:lnTo>
                  <a:pt x="145" y="631"/>
                </a:lnTo>
                <a:lnTo>
                  <a:pt x="145" y="630"/>
                </a:lnTo>
                <a:lnTo>
                  <a:pt x="145" y="629"/>
                </a:lnTo>
                <a:lnTo>
                  <a:pt x="146" y="628"/>
                </a:lnTo>
                <a:lnTo>
                  <a:pt x="146" y="626"/>
                </a:lnTo>
                <a:lnTo>
                  <a:pt x="146" y="625"/>
                </a:lnTo>
                <a:lnTo>
                  <a:pt x="147" y="624"/>
                </a:lnTo>
                <a:lnTo>
                  <a:pt x="149" y="623"/>
                </a:lnTo>
                <a:lnTo>
                  <a:pt x="149" y="622"/>
                </a:lnTo>
                <a:lnTo>
                  <a:pt x="149" y="620"/>
                </a:lnTo>
                <a:lnTo>
                  <a:pt x="150" y="619"/>
                </a:lnTo>
                <a:lnTo>
                  <a:pt x="151" y="618"/>
                </a:lnTo>
                <a:lnTo>
                  <a:pt x="152" y="617"/>
                </a:lnTo>
                <a:lnTo>
                  <a:pt x="152" y="616"/>
                </a:lnTo>
                <a:lnTo>
                  <a:pt x="151" y="615"/>
                </a:lnTo>
                <a:lnTo>
                  <a:pt x="151" y="614"/>
                </a:lnTo>
                <a:lnTo>
                  <a:pt x="150" y="614"/>
                </a:lnTo>
                <a:lnTo>
                  <a:pt x="151" y="613"/>
                </a:lnTo>
                <a:lnTo>
                  <a:pt x="152" y="613"/>
                </a:lnTo>
                <a:lnTo>
                  <a:pt x="153" y="612"/>
                </a:lnTo>
                <a:lnTo>
                  <a:pt x="154" y="612"/>
                </a:lnTo>
                <a:lnTo>
                  <a:pt x="155" y="612"/>
                </a:lnTo>
                <a:lnTo>
                  <a:pt x="156" y="613"/>
                </a:lnTo>
                <a:lnTo>
                  <a:pt x="157" y="614"/>
                </a:lnTo>
                <a:lnTo>
                  <a:pt x="158" y="616"/>
                </a:lnTo>
                <a:lnTo>
                  <a:pt x="160" y="618"/>
                </a:lnTo>
                <a:lnTo>
                  <a:pt x="161" y="619"/>
                </a:lnTo>
                <a:lnTo>
                  <a:pt x="162" y="619"/>
                </a:lnTo>
                <a:lnTo>
                  <a:pt x="163" y="619"/>
                </a:lnTo>
                <a:lnTo>
                  <a:pt x="163" y="618"/>
                </a:lnTo>
                <a:lnTo>
                  <a:pt x="163" y="617"/>
                </a:lnTo>
                <a:lnTo>
                  <a:pt x="163" y="616"/>
                </a:lnTo>
                <a:lnTo>
                  <a:pt x="162" y="616"/>
                </a:lnTo>
                <a:lnTo>
                  <a:pt x="162" y="615"/>
                </a:lnTo>
                <a:lnTo>
                  <a:pt x="162" y="614"/>
                </a:lnTo>
                <a:lnTo>
                  <a:pt x="163" y="613"/>
                </a:lnTo>
                <a:lnTo>
                  <a:pt x="162" y="612"/>
                </a:lnTo>
                <a:lnTo>
                  <a:pt x="161" y="610"/>
                </a:lnTo>
                <a:lnTo>
                  <a:pt x="162" y="610"/>
                </a:lnTo>
                <a:lnTo>
                  <a:pt x="162" y="609"/>
                </a:lnTo>
                <a:lnTo>
                  <a:pt x="162" y="608"/>
                </a:lnTo>
                <a:lnTo>
                  <a:pt x="163" y="608"/>
                </a:lnTo>
                <a:lnTo>
                  <a:pt x="164" y="608"/>
                </a:lnTo>
                <a:lnTo>
                  <a:pt x="165" y="608"/>
                </a:lnTo>
                <a:lnTo>
                  <a:pt x="164" y="607"/>
                </a:lnTo>
                <a:lnTo>
                  <a:pt x="164" y="605"/>
                </a:lnTo>
                <a:lnTo>
                  <a:pt x="163" y="604"/>
                </a:lnTo>
                <a:lnTo>
                  <a:pt x="163" y="603"/>
                </a:lnTo>
                <a:lnTo>
                  <a:pt x="162" y="603"/>
                </a:lnTo>
                <a:lnTo>
                  <a:pt x="161" y="604"/>
                </a:lnTo>
                <a:lnTo>
                  <a:pt x="160" y="605"/>
                </a:lnTo>
                <a:lnTo>
                  <a:pt x="159" y="605"/>
                </a:lnTo>
                <a:lnTo>
                  <a:pt x="159" y="604"/>
                </a:lnTo>
                <a:lnTo>
                  <a:pt x="158" y="603"/>
                </a:lnTo>
                <a:lnTo>
                  <a:pt x="158" y="602"/>
                </a:lnTo>
                <a:lnTo>
                  <a:pt x="157" y="602"/>
                </a:lnTo>
                <a:lnTo>
                  <a:pt x="156" y="602"/>
                </a:lnTo>
                <a:lnTo>
                  <a:pt x="155" y="602"/>
                </a:lnTo>
                <a:lnTo>
                  <a:pt x="154" y="603"/>
                </a:lnTo>
                <a:lnTo>
                  <a:pt x="154" y="604"/>
                </a:lnTo>
                <a:lnTo>
                  <a:pt x="153" y="603"/>
                </a:lnTo>
                <a:lnTo>
                  <a:pt x="152" y="603"/>
                </a:lnTo>
                <a:lnTo>
                  <a:pt x="151" y="602"/>
                </a:lnTo>
                <a:lnTo>
                  <a:pt x="150" y="602"/>
                </a:lnTo>
                <a:lnTo>
                  <a:pt x="149" y="601"/>
                </a:lnTo>
                <a:lnTo>
                  <a:pt x="148" y="601"/>
                </a:lnTo>
                <a:lnTo>
                  <a:pt x="148" y="600"/>
                </a:lnTo>
                <a:lnTo>
                  <a:pt x="148" y="599"/>
                </a:lnTo>
                <a:lnTo>
                  <a:pt x="148" y="598"/>
                </a:lnTo>
                <a:lnTo>
                  <a:pt x="147" y="599"/>
                </a:lnTo>
                <a:lnTo>
                  <a:pt x="146" y="599"/>
                </a:lnTo>
                <a:lnTo>
                  <a:pt x="146" y="598"/>
                </a:lnTo>
                <a:lnTo>
                  <a:pt x="146" y="599"/>
                </a:lnTo>
                <a:lnTo>
                  <a:pt x="145" y="599"/>
                </a:lnTo>
                <a:lnTo>
                  <a:pt x="144" y="599"/>
                </a:lnTo>
                <a:lnTo>
                  <a:pt x="143" y="599"/>
                </a:lnTo>
                <a:lnTo>
                  <a:pt x="143" y="600"/>
                </a:lnTo>
                <a:lnTo>
                  <a:pt x="142" y="601"/>
                </a:lnTo>
                <a:lnTo>
                  <a:pt x="141" y="600"/>
                </a:lnTo>
                <a:lnTo>
                  <a:pt x="140" y="599"/>
                </a:lnTo>
                <a:lnTo>
                  <a:pt x="139" y="599"/>
                </a:lnTo>
                <a:lnTo>
                  <a:pt x="138" y="598"/>
                </a:lnTo>
                <a:lnTo>
                  <a:pt x="139" y="598"/>
                </a:lnTo>
                <a:lnTo>
                  <a:pt x="140" y="598"/>
                </a:lnTo>
                <a:lnTo>
                  <a:pt x="140" y="597"/>
                </a:lnTo>
                <a:lnTo>
                  <a:pt x="140" y="596"/>
                </a:lnTo>
                <a:lnTo>
                  <a:pt x="139" y="596"/>
                </a:lnTo>
                <a:lnTo>
                  <a:pt x="140" y="595"/>
                </a:lnTo>
                <a:lnTo>
                  <a:pt x="140" y="594"/>
                </a:lnTo>
                <a:lnTo>
                  <a:pt x="140" y="593"/>
                </a:lnTo>
                <a:lnTo>
                  <a:pt x="140" y="592"/>
                </a:lnTo>
                <a:lnTo>
                  <a:pt x="139" y="591"/>
                </a:lnTo>
                <a:lnTo>
                  <a:pt x="139" y="590"/>
                </a:lnTo>
                <a:lnTo>
                  <a:pt x="140" y="590"/>
                </a:lnTo>
                <a:lnTo>
                  <a:pt x="140" y="589"/>
                </a:lnTo>
                <a:lnTo>
                  <a:pt x="139" y="589"/>
                </a:lnTo>
                <a:lnTo>
                  <a:pt x="139" y="588"/>
                </a:lnTo>
                <a:lnTo>
                  <a:pt x="138" y="588"/>
                </a:lnTo>
                <a:lnTo>
                  <a:pt x="137" y="588"/>
                </a:lnTo>
                <a:lnTo>
                  <a:pt x="135" y="588"/>
                </a:lnTo>
                <a:lnTo>
                  <a:pt x="133" y="586"/>
                </a:lnTo>
                <a:lnTo>
                  <a:pt x="132" y="586"/>
                </a:lnTo>
                <a:lnTo>
                  <a:pt x="132" y="585"/>
                </a:lnTo>
                <a:lnTo>
                  <a:pt x="132" y="584"/>
                </a:lnTo>
                <a:lnTo>
                  <a:pt x="130" y="583"/>
                </a:lnTo>
                <a:lnTo>
                  <a:pt x="130" y="582"/>
                </a:lnTo>
                <a:lnTo>
                  <a:pt x="129" y="582"/>
                </a:lnTo>
                <a:lnTo>
                  <a:pt x="128" y="583"/>
                </a:lnTo>
                <a:lnTo>
                  <a:pt x="128" y="584"/>
                </a:lnTo>
                <a:lnTo>
                  <a:pt x="127" y="584"/>
                </a:lnTo>
                <a:lnTo>
                  <a:pt x="126" y="583"/>
                </a:lnTo>
                <a:lnTo>
                  <a:pt x="125" y="582"/>
                </a:lnTo>
                <a:lnTo>
                  <a:pt x="125" y="581"/>
                </a:lnTo>
                <a:lnTo>
                  <a:pt x="126" y="581"/>
                </a:lnTo>
                <a:lnTo>
                  <a:pt x="126" y="580"/>
                </a:lnTo>
                <a:lnTo>
                  <a:pt x="126" y="579"/>
                </a:lnTo>
                <a:lnTo>
                  <a:pt x="126" y="578"/>
                </a:lnTo>
                <a:lnTo>
                  <a:pt x="126" y="577"/>
                </a:lnTo>
                <a:lnTo>
                  <a:pt x="126" y="576"/>
                </a:lnTo>
                <a:lnTo>
                  <a:pt x="126" y="575"/>
                </a:lnTo>
                <a:lnTo>
                  <a:pt x="125" y="575"/>
                </a:lnTo>
                <a:lnTo>
                  <a:pt x="125" y="574"/>
                </a:lnTo>
                <a:lnTo>
                  <a:pt x="126" y="574"/>
                </a:lnTo>
                <a:lnTo>
                  <a:pt x="126" y="573"/>
                </a:lnTo>
                <a:lnTo>
                  <a:pt x="126" y="572"/>
                </a:lnTo>
                <a:lnTo>
                  <a:pt x="127" y="572"/>
                </a:lnTo>
                <a:lnTo>
                  <a:pt x="127" y="571"/>
                </a:lnTo>
                <a:lnTo>
                  <a:pt x="127" y="570"/>
                </a:lnTo>
                <a:lnTo>
                  <a:pt x="127" y="568"/>
                </a:lnTo>
                <a:lnTo>
                  <a:pt x="127" y="566"/>
                </a:lnTo>
                <a:lnTo>
                  <a:pt x="127" y="565"/>
                </a:lnTo>
                <a:lnTo>
                  <a:pt x="127" y="564"/>
                </a:lnTo>
                <a:lnTo>
                  <a:pt x="126" y="563"/>
                </a:lnTo>
                <a:lnTo>
                  <a:pt x="126" y="564"/>
                </a:lnTo>
                <a:lnTo>
                  <a:pt x="126" y="565"/>
                </a:lnTo>
                <a:lnTo>
                  <a:pt x="126" y="566"/>
                </a:lnTo>
                <a:lnTo>
                  <a:pt x="127" y="566"/>
                </a:lnTo>
                <a:lnTo>
                  <a:pt x="126" y="566"/>
                </a:lnTo>
                <a:lnTo>
                  <a:pt x="125" y="565"/>
                </a:lnTo>
                <a:lnTo>
                  <a:pt x="124" y="565"/>
                </a:lnTo>
                <a:lnTo>
                  <a:pt x="123" y="564"/>
                </a:lnTo>
                <a:lnTo>
                  <a:pt x="122" y="564"/>
                </a:lnTo>
                <a:lnTo>
                  <a:pt x="121" y="566"/>
                </a:lnTo>
                <a:lnTo>
                  <a:pt x="120" y="567"/>
                </a:lnTo>
                <a:lnTo>
                  <a:pt x="119" y="567"/>
                </a:lnTo>
                <a:lnTo>
                  <a:pt x="118" y="569"/>
                </a:lnTo>
                <a:lnTo>
                  <a:pt x="117" y="569"/>
                </a:lnTo>
                <a:lnTo>
                  <a:pt x="116" y="569"/>
                </a:lnTo>
                <a:lnTo>
                  <a:pt x="115" y="569"/>
                </a:lnTo>
                <a:lnTo>
                  <a:pt x="114" y="568"/>
                </a:lnTo>
                <a:lnTo>
                  <a:pt x="113" y="568"/>
                </a:lnTo>
                <a:lnTo>
                  <a:pt x="113" y="569"/>
                </a:lnTo>
                <a:lnTo>
                  <a:pt x="113" y="570"/>
                </a:lnTo>
                <a:lnTo>
                  <a:pt x="113" y="571"/>
                </a:lnTo>
                <a:lnTo>
                  <a:pt x="112" y="572"/>
                </a:lnTo>
                <a:lnTo>
                  <a:pt x="111" y="572"/>
                </a:lnTo>
                <a:lnTo>
                  <a:pt x="111" y="571"/>
                </a:lnTo>
                <a:lnTo>
                  <a:pt x="111" y="570"/>
                </a:lnTo>
                <a:lnTo>
                  <a:pt x="110" y="570"/>
                </a:lnTo>
                <a:lnTo>
                  <a:pt x="109" y="569"/>
                </a:lnTo>
                <a:lnTo>
                  <a:pt x="109" y="568"/>
                </a:lnTo>
                <a:lnTo>
                  <a:pt x="109" y="567"/>
                </a:lnTo>
                <a:lnTo>
                  <a:pt x="110" y="567"/>
                </a:lnTo>
                <a:lnTo>
                  <a:pt x="111" y="567"/>
                </a:lnTo>
                <a:lnTo>
                  <a:pt x="111" y="566"/>
                </a:lnTo>
                <a:lnTo>
                  <a:pt x="111" y="565"/>
                </a:lnTo>
                <a:lnTo>
                  <a:pt x="111" y="564"/>
                </a:lnTo>
                <a:lnTo>
                  <a:pt x="111" y="563"/>
                </a:lnTo>
                <a:lnTo>
                  <a:pt x="111" y="562"/>
                </a:lnTo>
                <a:lnTo>
                  <a:pt x="111" y="561"/>
                </a:lnTo>
                <a:lnTo>
                  <a:pt x="110" y="561"/>
                </a:lnTo>
                <a:lnTo>
                  <a:pt x="111" y="560"/>
                </a:lnTo>
                <a:lnTo>
                  <a:pt x="110" y="559"/>
                </a:lnTo>
                <a:lnTo>
                  <a:pt x="110" y="557"/>
                </a:lnTo>
                <a:lnTo>
                  <a:pt x="110" y="556"/>
                </a:lnTo>
                <a:lnTo>
                  <a:pt x="109" y="556"/>
                </a:lnTo>
                <a:lnTo>
                  <a:pt x="109" y="555"/>
                </a:lnTo>
                <a:lnTo>
                  <a:pt x="108" y="555"/>
                </a:lnTo>
                <a:lnTo>
                  <a:pt x="107" y="554"/>
                </a:lnTo>
                <a:lnTo>
                  <a:pt x="106" y="554"/>
                </a:lnTo>
                <a:lnTo>
                  <a:pt x="104" y="554"/>
                </a:lnTo>
                <a:lnTo>
                  <a:pt x="104" y="555"/>
                </a:lnTo>
                <a:lnTo>
                  <a:pt x="103" y="555"/>
                </a:lnTo>
                <a:lnTo>
                  <a:pt x="102" y="555"/>
                </a:lnTo>
                <a:lnTo>
                  <a:pt x="103" y="555"/>
                </a:lnTo>
                <a:lnTo>
                  <a:pt x="102" y="556"/>
                </a:lnTo>
                <a:lnTo>
                  <a:pt x="101" y="556"/>
                </a:lnTo>
                <a:lnTo>
                  <a:pt x="102" y="555"/>
                </a:lnTo>
                <a:lnTo>
                  <a:pt x="102" y="554"/>
                </a:lnTo>
                <a:lnTo>
                  <a:pt x="101" y="553"/>
                </a:lnTo>
                <a:lnTo>
                  <a:pt x="101" y="552"/>
                </a:lnTo>
                <a:lnTo>
                  <a:pt x="101" y="553"/>
                </a:lnTo>
                <a:lnTo>
                  <a:pt x="100" y="553"/>
                </a:lnTo>
                <a:lnTo>
                  <a:pt x="99" y="553"/>
                </a:lnTo>
                <a:lnTo>
                  <a:pt x="98" y="553"/>
                </a:lnTo>
                <a:lnTo>
                  <a:pt x="98" y="552"/>
                </a:lnTo>
                <a:lnTo>
                  <a:pt x="97" y="550"/>
                </a:lnTo>
                <a:lnTo>
                  <a:pt x="96" y="549"/>
                </a:lnTo>
                <a:lnTo>
                  <a:pt x="95" y="549"/>
                </a:lnTo>
                <a:lnTo>
                  <a:pt x="95" y="548"/>
                </a:lnTo>
                <a:lnTo>
                  <a:pt x="96" y="547"/>
                </a:lnTo>
                <a:lnTo>
                  <a:pt x="93" y="544"/>
                </a:lnTo>
                <a:lnTo>
                  <a:pt x="93" y="543"/>
                </a:lnTo>
                <a:lnTo>
                  <a:pt x="95" y="541"/>
                </a:lnTo>
                <a:lnTo>
                  <a:pt x="95" y="538"/>
                </a:lnTo>
                <a:lnTo>
                  <a:pt x="95" y="537"/>
                </a:lnTo>
                <a:lnTo>
                  <a:pt x="96" y="536"/>
                </a:lnTo>
                <a:lnTo>
                  <a:pt x="96" y="535"/>
                </a:lnTo>
                <a:lnTo>
                  <a:pt x="96" y="534"/>
                </a:lnTo>
                <a:lnTo>
                  <a:pt x="95" y="534"/>
                </a:lnTo>
                <a:lnTo>
                  <a:pt x="96" y="533"/>
                </a:lnTo>
                <a:lnTo>
                  <a:pt x="96" y="532"/>
                </a:lnTo>
                <a:lnTo>
                  <a:pt x="96" y="531"/>
                </a:lnTo>
                <a:lnTo>
                  <a:pt x="96" y="530"/>
                </a:lnTo>
                <a:lnTo>
                  <a:pt x="96" y="529"/>
                </a:lnTo>
                <a:lnTo>
                  <a:pt x="96" y="528"/>
                </a:lnTo>
                <a:lnTo>
                  <a:pt x="97" y="527"/>
                </a:lnTo>
                <a:lnTo>
                  <a:pt x="98" y="528"/>
                </a:lnTo>
                <a:lnTo>
                  <a:pt x="98" y="529"/>
                </a:lnTo>
                <a:lnTo>
                  <a:pt x="99" y="529"/>
                </a:lnTo>
                <a:lnTo>
                  <a:pt x="99" y="530"/>
                </a:lnTo>
                <a:lnTo>
                  <a:pt x="100" y="530"/>
                </a:lnTo>
                <a:lnTo>
                  <a:pt x="100" y="531"/>
                </a:lnTo>
                <a:lnTo>
                  <a:pt x="101" y="532"/>
                </a:lnTo>
                <a:lnTo>
                  <a:pt x="102" y="532"/>
                </a:lnTo>
                <a:lnTo>
                  <a:pt x="103" y="532"/>
                </a:lnTo>
                <a:lnTo>
                  <a:pt x="103" y="531"/>
                </a:lnTo>
                <a:lnTo>
                  <a:pt x="104" y="531"/>
                </a:lnTo>
                <a:lnTo>
                  <a:pt x="104" y="530"/>
                </a:lnTo>
                <a:lnTo>
                  <a:pt x="105" y="529"/>
                </a:lnTo>
                <a:lnTo>
                  <a:pt x="105" y="528"/>
                </a:lnTo>
                <a:lnTo>
                  <a:pt x="105" y="527"/>
                </a:lnTo>
                <a:lnTo>
                  <a:pt x="106" y="528"/>
                </a:lnTo>
                <a:lnTo>
                  <a:pt x="106" y="527"/>
                </a:lnTo>
                <a:lnTo>
                  <a:pt x="106" y="526"/>
                </a:lnTo>
                <a:lnTo>
                  <a:pt x="106" y="525"/>
                </a:lnTo>
                <a:lnTo>
                  <a:pt x="107" y="524"/>
                </a:lnTo>
                <a:lnTo>
                  <a:pt x="107" y="523"/>
                </a:lnTo>
                <a:lnTo>
                  <a:pt x="107" y="522"/>
                </a:lnTo>
                <a:lnTo>
                  <a:pt x="108" y="522"/>
                </a:lnTo>
                <a:lnTo>
                  <a:pt x="108" y="521"/>
                </a:lnTo>
                <a:lnTo>
                  <a:pt x="108" y="520"/>
                </a:lnTo>
                <a:lnTo>
                  <a:pt x="109" y="519"/>
                </a:lnTo>
                <a:lnTo>
                  <a:pt x="110" y="519"/>
                </a:lnTo>
                <a:lnTo>
                  <a:pt x="110" y="518"/>
                </a:lnTo>
                <a:lnTo>
                  <a:pt x="110" y="517"/>
                </a:lnTo>
                <a:lnTo>
                  <a:pt x="110" y="515"/>
                </a:lnTo>
                <a:lnTo>
                  <a:pt x="110" y="514"/>
                </a:lnTo>
                <a:lnTo>
                  <a:pt x="111" y="513"/>
                </a:lnTo>
                <a:lnTo>
                  <a:pt x="111" y="512"/>
                </a:lnTo>
                <a:lnTo>
                  <a:pt x="112" y="511"/>
                </a:lnTo>
                <a:lnTo>
                  <a:pt x="112" y="510"/>
                </a:lnTo>
                <a:lnTo>
                  <a:pt x="111" y="509"/>
                </a:lnTo>
                <a:lnTo>
                  <a:pt x="111" y="507"/>
                </a:lnTo>
                <a:lnTo>
                  <a:pt x="110" y="507"/>
                </a:lnTo>
                <a:lnTo>
                  <a:pt x="110" y="508"/>
                </a:lnTo>
                <a:lnTo>
                  <a:pt x="109" y="508"/>
                </a:lnTo>
                <a:lnTo>
                  <a:pt x="109" y="507"/>
                </a:lnTo>
                <a:lnTo>
                  <a:pt x="109" y="506"/>
                </a:lnTo>
                <a:lnTo>
                  <a:pt x="108" y="505"/>
                </a:lnTo>
                <a:lnTo>
                  <a:pt x="108" y="504"/>
                </a:lnTo>
                <a:lnTo>
                  <a:pt x="109" y="504"/>
                </a:lnTo>
                <a:lnTo>
                  <a:pt x="110" y="503"/>
                </a:lnTo>
                <a:lnTo>
                  <a:pt x="111" y="503"/>
                </a:lnTo>
                <a:lnTo>
                  <a:pt x="112" y="502"/>
                </a:lnTo>
                <a:lnTo>
                  <a:pt x="112" y="501"/>
                </a:lnTo>
                <a:lnTo>
                  <a:pt x="113" y="500"/>
                </a:lnTo>
                <a:lnTo>
                  <a:pt x="112" y="500"/>
                </a:lnTo>
                <a:lnTo>
                  <a:pt x="112" y="499"/>
                </a:lnTo>
                <a:lnTo>
                  <a:pt x="112" y="498"/>
                </a:lnTo>
                <a:lnTo>
                  <a:pt x="113" y="497"/>
                </a:lnTo>
                <a:lnTo>
                  <a:pt x="113" y="496"/>
                </a:lnTo>
                <a:lnTo>
                  <a:pt x="114" y="496"/>
                </a:lnTo>
                <a:lnTo>
                  <a:pt x="115" y="495"/>
                </a:lnTo>
                <a:lnTo>
                  <a:pt x="115" y="494"/>
                </a:lnTo>
                <a:lnTo>
                  <a:pt x="115" y="493"/>
                </a:lnTo>
                <a:lnTo>
                  <a:pt x="115" y="492"/>
                </a:lnTo>
                <a:lnTo>
                  <a:pt x="115" y="491"/>
                </a:lnTo>
                <a:lnTo>
                  <a:pt x="115" y="490"/>
                </a:lnTo>
                <a:lnTo>
                  <a:pt x="116" y="490"/>
                </a:lnTo>
                <a:lnTo>
                  <a:pt x="116" y="489"/>
                </a:lnTo>
                <a:lnTo>
                  <a:pt x="115" y="489"/>
                </a:lnTo>
                <a:lnTo>
                  <a:pt x="115" y="488"/>
                </a:lnTo>
                <a:lnTo>
                  <a:pt x="115" y="487"/>
                </a:lnTo>
                <a:lnTo>
                  <a:pt x="116" y="486"/>
                </a:lnTo>
                <a:lnTo>
                  <a:pt x="116" y="484"/>
                </a:lnTo>
                <a:lnTo>
                  <a:pt x="116" y="482"/>
                </a:lnTo>
                <a:lnTo>
                  <a:pt x="115" y="481"/>
                </a:lnTo>
                <a:lnTo>
                  <a:pt x="114" y="480"/>
                </a:lnTo>
                <a:lnTo>
                  <a:pt x="114" y="479"/>
                </a:lnTo>
                <a:lnTo>
                  <a:pt x="115" y="478"/>
                </a:lnTo>
                <a:lnTo>
                  <a:pt x="116" y="478"/>
                </a:lnTo>
                <a:lnTo>
                  <a:pt x="117" y="479"/>
                </a:lnTo>
                <a:lnTo>
                  <a:pt x="118" y="480"/>
                </a:lnTo>
                <a:lnTo>
                  <a:pt x="119" y="480"/>
                </a:lnTo>
                <a:lnTo>
                  <a:pt x="119" y="481"/>
                </a:lnTo>
                <a:lnTo>
                  <a:pt x="120" y="481"/>
                </a:lnTo>
                <a:lnTo>
                  <a:pt x="120" y="480"/>
                </a:lnTo>
                <a:lnTo>
                  <a:pt x="121" y="480"/>
                </a:lnTo>
                <a:lnTo>
                  <a:pt x="121" y="479"/>
                </a:lnTo>
                <a:lnTo>
                  <a:pt x="122" y="479"/>
                </a:lnTo>
                <a:lnTo>
                  <a:pt x="123" y="478"/>
                </a:lnTo>
                <a:lnTo>
                  <a:pt x="124" y="477"/>
                </a:lnTo>
                <a:lnTo>
                  <a:pt x="124" y="476"/>
                </a:lnTo>
                <a:lnTo>
                  <a:pt x="124" y="475"/>
                </a:lnTo>
                <a:lnTo>
                  <a:pt x="124" y="474"/>
                </a:lnTo>
                <a:lnTo>
                  <a:pt x="124" y="473"/>
                </a:lnTo>
                <a:lnTo>
                  <a:pt x="123" y="472"/>
                </a:lnTo>
                <a:lnTo>
                  <a:pt x="123" y="471"/>
                </a:lnTo>
                <a:lnTo>
                  <a:pt x="123" y="470"/>
                </a:lnTo>
                <a:lnTo>
                  <a:pt x="123" y="468"/>
                </a:lnTo>
                <a:lnTo>
                  <a:pt x="123" y="467"/>
                </a:lnTo>
                <a:lnTo>
                  <a:pt x="123" y="466"/>
                </a:lnTo>
                <a:lnTo>
                  <a:pt x="124" y="465"/>
                </a:lnTo>
                <a:lnTo>
                  <a:pt x="125" y="464"/>
                </a:lnTo>
                <a:lnTo>
                  <a:pt x="125" y="463"/>
                </a:lnTo>
                <a:lnTo>
                  <a:pt x="125" y="462"/>
                </a:lnTo>
                <a:lnTo>
                  <a:pt x="126" y="462"/>
                </a:lnTo>
                <a:lnTo>
                  <a:pt x="126" y="461"/>
                </a:lnTo>
                <a:lnTo>
                  <a:pt x="126" y="460"/>
                </a:lnTo>
                <a:lnTo>
                  <a:pt x="126" y="459"/>
                </a:lnTo>
                <a:lnTo>
                  <a:pt x="127" y="459"/>
                </a:lnTo>
                <a:lnTo>
                  <a:pt x="127" y="458"/>
                </a:lnTo>
                <a:lnTo>
                  <a:pt x="127" y="457"/>
                </a:lnTo>
                <a:lnTo>
                  <a:pt x="127" y="456"/>
                </a:lnTo>
                <a:lnTo>
                  <a:pt x="126" y="455"/>
                </a:lnTo>
                <a:lnTo>
                  <a:pt x="126" y="453"/>
                </a:lnTo>
                <a:lnTo>
                  <a:pt x="127" y="452"/>
                </a:lnTo>
                <a:lnTo>
                  <a:pt x="127" y="451"/>
                </a:lnTo>
                <a:lnTo>
                  <a:pt x="128" y="450"/>
                </a:lnTo>
                <a:lnTo>
                  <a:pt x="129" y="449"/>
                </a:lnTo>
                <a:lnTo>
                  <a:pt x="131" y="448"/>
                </a:lnTo>
                <a:lnTo>
                  <a:pt x="131" y="447"/>
                </a:lnTo>
                <a:lnTo>
                  <a:pt x="131" y="446"/>
                </a:lnTo>
                <a:lnTo>
                  <a:pt x="132" y="446"/>
                </a:lnTo>
                <a:lnTo>
                  <a:pt x="132" y="445"/>
                </a:lnTo>
                <a:lnTo>
                  <a:pt x="133" y="444"/>
                </a:lnTo>
                <a:lnTo>
                  <a:pt x="133" y="443"/>
                </a:lnTo>
                <a:lnTo>
                  <a:pt x="134" y="443"/>
                </a:lnTo>
                <a:lnTo>
                  <a:pt x="135" y="443"/>
                </a:lnTo>
                <a:lnTo>
                  <a:pt x="136" y="443"/>
                </a:lnTo>
                <a:lnTo>
                  <a:pt x="136" y="442"/>
                </a:lnTo>
                <a:lnTo>
                  <a:pt x="137" y="442"/>
                </a:lnTo>
                <a:lnTo>
                  <a:pt x="138" y="442"/>
                </a:lnTo>
                <a:lnTo>
                  <a:pt x="140" y="442"/>
                </a:lnTo>
                <a:lnTo>
                  <a:pt x="141" y="441"/>
                </a:lnTo>
                <a:lnTo>
                  <a:pt x="142" y="441"/>
                </a:lnTo>
                <a:lnTo>
                  <a:pt x="142" y="440"/>
                </a:lnTo>
                <a:lnTo>
                  <a:pt x="142" y="438"/>
                </a:lnTo>
                <a:lnTo>
                  <a:pt x="143" y="437"/>
                </a:lnTo>
                <a:lnTo>
                  <a:pt x="144" y="437"/>
                </a:lnTo>
                <a:lnTo>
                  <a:pt x="145" y="437"/>
                </a:lnTo>
                <a:lnTo>
                  <a:pt x="145" y="436"/>
                </a:lnTo>
                <a:lnTo>
                  <a:pt x="145" y="435"/>
                </a:lnTo>
                <a:lnTo>
                  <a:pt x="145" y="434"/>
                </a:lnTo>
                <a:lnTo>
                  <a:pt x="144" y="433"/>
                </a:lnTo>
                <a:lnTo>
                  <a:pt x="143" y="433"/>
                </a:lnTo>
                <a:lnTo>
                  <a:pt x="143" y="432"/>
                </a:lnTo>
                <a:lnTo>
                  <a:pt x="142" y="431"/>
                </a:lnTo>
                <a:lnTo>
                  <a:pt x="143" y="430"/>
                </a:lnTo>
                <a:lnTo>
                  <a:pt x="143" y="429"/>
                </a:lnTo>
                <a:lnTo>
                  <a:pt x="143" y="427"/>
                </a:lnTo>
                <a:lnTo>
                  <a:pt x="143" y="426"/>
                </a:lnTo>
                <a:lnTo>
                  <a:pt x="142" y="426"/>
                </a:lnTo>
                <a:lnTo>
                  <a:pt x="141" y="425"/>
                </a:lnTo>
                <a:lnTo>
                  <a:pt x="140" y="425"/>
                </a:lnTo>
                <a:lnTo>
                  <a:pt x="139" y="425"/>
                </a:lnTo>
                <a:lnTo>
                  <a:pt x="138" y="423"/>
                </a:lnTo>
                <a:lnTo>
                  <a:pt x="138" y="422"/>
                </a:lnTo>
                <a:lnTo>
                  <a:pt x="139" y="421"/>
                </a:lnTo>
                <a:lnTo>
                  <a:pt x="139" y="420"/>
                </a:lnTo>
                <a:lnTo>
                  <a:pt x="139" y="419"/>
                </a:lnTo>
                <a:lnTo>
                  <a:pt x="138" y="418"/>
                </a:lnTo>
                <a:lnTo>
                  <a:pt x="137" y="417"/>
                </a:lnTo>
                <a:lnTo>
                  <a:pt x="136" y="416"/>
                </a:lnTo>
                <a:lnTo>
                  <a:pt x="136" y="415"/>
                </a:lnTo>
                <a:lnTo>
                  <a:pt x="135" y="414"/>
                </a:lnTo>
                <a:lnTo>
                  <a:pt x="135" y="413"/>
                </a:lnTo>
                <a:lnTo>
                  <a:pt x="134" y="413"/>
                </a:lnTo>
                <a:lnTo>
                  <a:pt x="133" y="413"/>
                </a:lnTo>
                <a:lnTo>
                  <a:pt x="131" y="412"/>
                </a:lnTo>
                <a:lnTo>
                  <a:pt x="130" y="412"/>
                </a:lnTo>
                <a:lnTo>
                  <a:pt x="130" y="411"/>
                </a:lnTo>
                <a:lnTo>
                  <a:pt x="130" y="410"/>
                </a:lnTo>
                <a:lnTo>
                  <a:pt x="130" y="409"/>
                </a:lnTo>
                <a:lnTo>
                  <a:pt x="131" y="408"/>
                </a:lnTo>
                <a:lnTo>
                  <a:pt x="131" y="407"/>
                </a:lnTo>
                <a:lnTo>
                  <a:pt x="131" y="406"/>
                </a:lnTo>
                <a:lnTo>
                  <a:pt x="130" y="406"/>
                </a:lnTo>
                <a:lnTo>
                  <a:pt x="130" y="405"/>
                </a:lnTo>
                <a:lnTo>
                  <a:pt x="130" y="404"/>
                </a:lnTo>
                <a:lnTo>
                  <a:pt x="129" y="403"/>
                </a:lnTo>
                <a:lnTo>
                  <a:pt x="128" y="402"/>
                </a:lnTo>
                <a:lnTo>
                  <a:pt x="127" y="403"/>
                </a:lnTo>
                <a:lnTo>
                  <a:pt x="126" y="403"/>
                </a:lnTo>
                <a:lnTo>
                  <a:pt x="125" y="403"/>
                </a:lnTo>
                <a:lnTo>
                  <a:pt x="123" y="403"/>
                </a:lnTo>
                <a:lnTo>
                  <a:pt x="122" y="403"/>
                </a:lnTo>
                <a:lnTo>
                  <a:pt x="121" y="402"/>
                </a:lnTo>
                <a:lnTo>
                  <a:pt x="120" y="403"/>
                </a:lnTo>
                <a:lnTo>
                  <a:pt x="119" y="404"/>
                </a:lnTo>
                <a:lnTo>
                  <a:pt x="118" y="404"/>
                </a:lnTo>
                <a:lnTo>
                  <a:pt x="117" y="403"/>
                </a:lnTo>
                <a:lnTo>
                  <a:pt x="116" y="402"/>
                </a:lnTo>
                <a:lnTo>
                  <a:pt x="115" y="401"/>
                </a:lnTo>
                <a:lnTo>
                  <a:pt x="115" y="400"/>
                </a:lnTo>
                <a:lnTo>
                  <a:pt x="115" y="399"/>
                </a:lnTo>
                <a:lnTo>
                  <a:pt x="115" y="397"/>
                </a:lnTo>
                <a:lnTo>
                  <a:pt x="116" y="396"/>
                </a:lnTo>
                <a:lnTo>
                  <a:pt x="116" y="395"/>
                </a:lnTo>
                <a:lnTo>
                  <a:pt x="116" y="394"/>
                </a:lnTo>
                <a:lnTo>
                  <a:pt x="116" y="393"/>
                </a:lnTo>
                <a:lnTo>
                  <a:pt x="115" y="391"/>
                </a:lnTo>
                <a:lnTo>
                  <a:pt x="114" y="391"/>
                </a:lnTo>
                <a:lnTo>
                  <a:pt x="113" y="390"/>
                </a:lnTo>
                <a:lnTo>
                  <a:pt x="113" y="389"/>
                </a:lnTo>
                <a:lnTo>
                  <a:pt x="113" y="388"/>
                </a:lnTo>
                <a:lnTo>
                  <a:pt x="112" y="386"/>
                </a:lnTo>
                <a:lnTo>
                  <a:pt x="111" y="386"/>
                </a:lnTo>
                <a:lnTo>
                  <a:pt x="110" y="385"/>
                </a:lnTo>
                <a:lnTo>
                  <a:pt x="110" y="384"/>
                </a:lnTo>
                <a:lnTo>
                  <a:pt x="109" y="384"/>
                </a:lnTo>
                <a:lnTo>
                  <a:pt x="108" y="384"/>
                </a:lnTo>
                <a:lnTo>
                  <a:pt x="107" y="384"/>
                </a:lnTo>
                <a:lnTo>
                  <a:pt x="107" y="385"/>
                </a:lnTo>
                <a:lnTo>
                  <a:pt x="107" y="388"/>
                </a:lnTo>
                <a:lnTo>
                  <a:pt x="106" y="388"/>
                </a:lnTo>
                <a:lnTo>
                  <a:pt x="105" y="391"/>
                </a:lnTo>
                <a:lnTo>
                  <a:pt x="105" y="392"/>
                </a:lnTo>
                <a:lnTo>
                  <a:pt x="105" y="393"/>
                </a:lnTo>
                <a:lnTo>
                  <a:pt x="104" y="394"/>
                </a:lnTo>
                <a:lnTo>
                  <a:pt x="103" y="394"/>
                </a:lnTo>
                <a:lnTo>
                  <a:pt x="102" y="395"/>
                </a:lnTo>
                <a:lnTo>
                  <a:pt x="102" y="396"/>
                </a:lnTo>
                <a:lnTo>
                  <a:pt x="101" y="397"/>
                </a:lnTo>
                <a:lnTo>
                  <a:pt x="100" y="398"/>
                </a:lnTo>
                <a:lnTo>
                  <a:pt x="99" y="398"/>
                </a:lnTo>
                <a:lnTo>
                  <a:pt x="98" y="398"/>
                </a:lnTo>
                <a:lnTo>
                  <a:pt x="97" y="398"/>
                </a:lnTo>
                <a:lnTo>
                  <a:pt x="97" y="399"/>
                </a:lnTo>
                <a:lnTo>
                  <a:pt x="96" y="399"/>
                </a:lnTo>
                <a:lnTo>
                  <a:pt x="95" y="399"/>
                </a:lnTo>
                <a:lnTo>
                  <a:pt x="95" y="398"/>
                </a:lnTo>
                <a:lnTo>
                  <a:pt x="95" y="397"/>
                </a:lnTo>
                <a:lnTo>
                  <a:pt x="93" y="397"/>
                </a:lnTo>
                <a:lnTo>
                  <a:pt x="93" y="396"/>
                </a:lnTo>
                <a:lnTo>
                  <a:pt x="92" y="396"/>
                </a:lnTo>
                <a:lnTo>
                  <a:pt x="91" y="396"/>
                </a:lnTo>
                <a:lnTo>
                  <a:pt x="89" y="396"/>
                </a:lnTo>
                <a:lnTo>
                  <a:pt x="89" y="397"/>
                </a:lnTo>
                <a:lnTo>
                  <a:pt x="88" y="398"/>
                </a:lnTo>
                <a:lnTo>
                  <a:pt x="87" y="397"/>
                </a:lnTo>
                <a:lnTo>
                  <a:pt x="87" y="398"/>
                </a:lnTo>
                <a:lnTo>
                  <a:pt x="87" y="397"/>
                </a:lnTo>
                <a:lnTo>
                  <a:pt x="86" y="397"/>
                </a:lnTo>
                <a:lnTo>
                  <a:pt x="85" y="396"/>
                </a:lnTo>
                <a:lnTo>
                  <a:pt x="84" y="397"/>
                </a:lnTo>
                <a:lnTo>
                  <a:pt x="83" y="398"/>
                </a:lnTo>
                <a:lnTo>
                  <a:pt x="83" y="397"/>
                </a:lnTo>
                <a:lnTo>
                  <a:pt x="82" y="397"/>
                </a:lnTo>
                <a:lnTo>
                  <a:pt x="80" y="397"/>
                </a:lnTo>
                <a:lnTo>
                  <a:pt x="79" y="396"/>
                </a:lnTo>
                <a:lnTo>
                  <a:pt x="78" y="396"/>
                </a:lnTo>
                <a:lnTo>
                  <a:pt x="78" y="395"/>
                </a:lnTo>
                <a:lnTo>
                  <a:pt x="77" y="395"/>
                </a:lnTo>
                <a:lnTo>
                  <a:pt x="76" y="395"/>
                </a:lnTo>
                <a:lnTo>
                  <a:pt x="75" y="395"/>
                </a:lnTo>
                <a:lnTo>
                  <a:pt x="75" y="394"/>
                </a:lnTo>
                <a:lnTo>
                  <a:pt x="74" y="394"/>
                </a:lnTo>
                <a:lnTo>
                  <a:pt x="73" y="394"/>
                </a:lnTo>
                <a:lnTo>
                  <a:pt x="72" y="394"/>
                </a:lnTo>
                <a:lnTo>
                  <a:pt x="71" y="394"/>
                </a:lnTo>
                <a:lnTo>
                  <a:pt x="70" y="394"/>
                </a:lnTo>
                <a:lnTo>
                  <a:pt x="69" y="395"/>
                </a:lnTo>
                <a:lnTo>
                  <a:pt x="68" y="396"/>
                </a:lnTo>
                <a:lnTo>
                  <a:pt x="68" y="397"/>
                </a:lnTo>
                <a:lnTo>
                  <a:pt x="67" y="397"/>
                </a:lnTo>
                <a:lnTo>
                  <a:pt x="66" y="399"/>
                </a:lnTo>
                <a:lnTo>
                  <a:pt x="66" y="400"/>
                </a:lnTo>
                <a:lnTo>
                  <a:pt x="65" y="401"/>
                </a:lnTo>
                <a:lnTo>
                  <a:pt x="64" y="402"/>
                </a:lnTo>
                <a:lnTo>
                  <a:pt x="63" y="403"/>
                </a:lnTo>
                <a:lnTo>
                  <a:pt x="62" y="404"/>
                </a:lnTo>
                <a:lnTo>
                  <a:pt x="61" y="406"/>
                </a:lnTo>
                <a:lnTo>
                  <a:pt x="61" y="408"/>
                </a:lnTo>
                <a:lnTo>
                  <a:pt x="62" y="408"/>
                </a:lnTo>
                <a:lnTo>
                  <a:pt x="62" y="409"/>
                </a:lnTo>
                <a:lnTo>
                  <a:pt x="62" y="410"/>
                </a:lnTo>
                <a:lnTo>
                  <a:pt x="62" y="412"/>
                </a:lnTo>
                <a:lnTo>
                  <a:pt x="60" y="414"/>
                </a:lnTo>
                <a:lnTo>
                  <a:pt x="59" y="415"/>
                </a:lnTo>
                <a:lnTo>
                  <a:pt x="59" y="414"/>
                </a:lnTo>
                <a:lnTo>
                  <a:pt x="58" y="414"/>
                </a:lnTo>
                <a:lnTo>
                  <a:pt x="58" y="413"/>
                </a:lnTo>
                <a:lnTo>
                  <a:pt x="57" y="414"/>
                </a:lnTo>
                <a:lnTo>
                  <a:pt x="57" y="413"/>
                </a:lnTo>
                <a:lnTo>
                  <a:pt x="56" y="413"/>
                </a:lnTo>
                <a:lnTo>
                  <a:pt x="55" y="414"/>
                </a:lnTo>
                <a:lnTo>
                  <a:pt x="55" y="413"/>
                </a:lnTo>
                <a:lnTo>
                  <a:pt x="54" y="413"/>
                </a:lnTo>
                <a:lnTo>
                  <a:pt x="53" y="414"/>
                </a:lnTo>
                <a:lnTo>
                  <a:pt x="53" y="413"/>
                </a:lnTo>
                <a:lnTo>
                  <a:pt x="52" y="413"/>
                </a:lnTo>
                <a:lnTo>
                  <a:pt x="52" y="412"/>
                </a:lnTo>
                <a:lnTo>
                  <a:pt x="51" y="412"/>
                </a:lnTo>
                <a:lnTo>
                  <a:pt x="51" y="413"/>
                </a:lnTo>
                <a:lnTo>
                  <a:pt x="50" y="413"/>
                </a:lnTo>
                <a:lnTo>
                  <a:pt x="49" y="413"/>
                </a:lnTo>
                <a:lnTo>
                  <a:pt x="48" y="413"/>
                </a:lnTo>
                <a:lnTo>
                  <a:pt x="47" y="412"/>
                </a:lnTo>
                <a:lnTo>
                  <a:pt x="46" y="412"/>
                </a:lnTo>
                <a:lnTo>
                  <a:pt x="45" y="413"/>
                </a:lnTo>
                <a:lnTo>
                  <a:pt x="44" y="413"/>
                </a:lnTo>
                <a:lnTo>
                  <a:pt x="43" y="413"/>
                </a:lnTo>
                <a:lnTo>
                  <a:pt x="41" y="413"/>
                </a:lnTo>
                <a:lnTo>
                  <a:pt x="40" y="413"/>
                </a:lnTo>
                <a:lnTo>
                  <a:pt x="39" y="413"/>
                </a:lnTo>
                <a:lnTo>
                  <a:pt x="38" y="413"/>
                </a:lnTo>
                <a:lnTo>
                  <a:pt x="36" y="413"/>
                </a:lnTo>
                <a:lnTo>
                  <a:pt x="35" y="413"/>
                </a:lnTo>
                <a:lnTo>
                  <a:pt x="34" y="413"/>
                </a:lnTo>
                <a:lnTo>
                  <a:pt x="33" y="413"/>
                </a:lnTo>
                <a:lnTo>
                  <a:pt x="33" y="412"/>
                </a:lnTo>
                <a:lnTo>
                  <a:pt x="32" y="412"/>
                </a:lnTo>
                <a:lnTo>
                  <a:pt x="32" y="411"/>
                </a:lnTo>
                <a:lnTo>
                  <a:pt x="31" y="410"/>
                </a:lnTo>
                <a:lnTo>
                  <a:pt x="30" y="410"/>
                </a:lnTo>
                <a:lnTo>
                  <a:pt x="30" y="411"/>
                </a:lnTo>
                <a:lnTo>
                  <a:pt x="29" y="411"/>
                </a:lnTo>
                <a:lnTo>
                  <a:pt x="28" y="411"/>
                </a:lnTo>
                <a:lnTo>
                  <a:pt x="27" y="410"/>
                </a:lnTo>
                <a:lnTo>
                  <a:pt x="27" y="409"/>
                </a:lnTo>
                <a:lnTo>
                  <a:pt x="27" y="408"/>
                </a:lnTo>
                <a:lnTo>
                  <a:pt x="27" y="407"/>
                </a:lnTo>
                <a:lnTo>
                  <a:pt x="26" y="406"/>
                </a:lnTo>
                <a:lnTo>
                  <a:pt x="26" y="405"/>
                </a:lnTo>
                <a:lnTo>
                  <a:pt x="25" y="405"/>
                </a:lnTo>
                <a:lnTo>
                  <a:pt x="24" y="405"/>
                </a:lnTo>
                <a:lnTo>
                  <a:pt x="23" y="404"/>
                </a:lnTo>
                <a:lnTo>
                  <a:pt x="22" y="404"/>
                </a:lnTo>
                <a:lnTo>
                  <a:pt x="21" y="403"/>
                </a:lnTo>
                <a:lnTo>
                  <a:pt x="21" y="402"/>
                </a:lnTo>
                <a:lnTo>
                  <a:pt x="21" y="401"/>
                </a:lnTo>
                <a:lnTo>
                  <a:pt x="21" y="400"/>
                </a:lnTo>
                <a:lnTo>
                  <a:pt x="21" y="399"/>
                </a:lnTo>
                <a:lnTo>
                  <a:pt x="20" y="398"/>
                </a:lnTo>
                <a:lnTo>
                  <a:pt x="20" y="397"/>
                </a:lnTo>
                <a:lnTo>
                  <a:pt x="19" y="397"/>
                </a:lnTo>
                <a:lnTo>
                  <a:pt x="19" y="396"/>
                </a:lnTo>
                <a:lnTo>
                  <a:pt x="19" y="395"/>
                </a:lnTo>
                <a:lnTo>
                  <a:pt x="19" y="394"/>
                </a:lnTo>
                <a:lnTo>
                  <a:pt x="20" y="393"/>
                </a:lnTo>
                <a:lnTo>
                  <a:pt x="20" y="391"/>
                </a:lnTo>
                <a:lnTo>
                  <a:pt x="20" y="390"/>
                </a:lnTo>
                <a:lnTo>
                  <a:pt x="20" y="389"/>
                </a:lnTo>
                <a:lnTo>
                  <a:pt x="20" y="388"/>
                </a:lnTo>
                <a:lnTo>
                  <a:pt x="20" y="387"/>
                </a:lnTo>
                <a:lnTo>
                  <a:pt x="20" y="386"/>
                </a:lnTo>
                <a:lnTo>
                  <a:pt x="21" y="385"/>
                </a:lnTo>
                <a:lnTo>
                  <a:pt x="21" y="384"/>
                </a:lnTo>
                <a:lnTo>
                  <a:pt x="22" y="383"/>
                </a:lnTo>
                <a:lnTo>
                  <a:pt x="22" y="382"/>
                </a:lnTo>
                <a:lnTo>
                  <a:pt x="22" y="381"/>
                </a:lnTo>
                <a:lnTo>
                  <a:pt x="22" y="380"/>
                </a:lnTo>
                <a:lnTo>
                  <a:pt x="21" y="380"/>
                </a:lnTo>
                <a:lnTo>
                  <a:pt x="21" y="379"/>
                </a:lnTo>
                <a:lnTo>
                  <a:pt x="20" y="380"/>
                </a:lnTo>
                <a:lnTo>
                  <a:pt x="19" y="381"/>
                </a:lnTo>
                <a:lnTo>
                  <a:pt x="18" y="381"/>
                </a:lnTo>
                <a:lnTo>
                  <a:pt x="17" y="381"/>
                </a:lnTo>
                <a:lnTo>
                  <a:pt x="17" y="380"/>
                </a:lnTo>
                <a:lnTo>
                  <a:pt x="16" y="379"/>
                </a:lnTo>
                <a:lnTo>
                  <a:pt x="16" y="378"/>
                </a:lnTo>
                <a:lnTo>
                  <a:pt x="16" y="377"/>
                </a:lnTo>
                <a:lnTo>
                  <a:pt x="15" y="376"/>
                </a:lnTo>
                <a:lnTo>
                  <a:pt x="15" y="375"/>
                </a:lnTo>
                <a:lnTo>
                  <a:pt x="15" y="374"/>
                </a:lnTo>
                <a:lnTo>
                  <a:pt x="15" y="373"/>
                </a:lnTo>
                <a:lnTo>
                  <a:pt x="14" y="373"/>
                </a:lnTo>
                <a:lnTo>
                  <a:pt x="14" y="372"/>
                </a:lnTo>
                <a:lnTo>
                  <a:pt x="13" y="370"/>
                </a:lnTo>
                <a:lnTo>
                  <a:pt x="13" y="368"/>
                </a:lnTo>
                <a:lnTo>
                  <a:pt x="13" y="367"/>
                </a:lnTo>
                <a:lnTo>
                  <a:pt x="13" y="365"/>
                </a:lnTo>
                <a:lnTo>
                  <a:pt x="14" y="365"/>
                </a:lnTo>
                <a:lnTo>
                  <a:pt x="15" y="365"/>
                </a:lnTo>
                <a:lnTo>
                  <a:pt x="16" y="364"/>
                </a:lnTo>
                <a:lnTo>
                  <a:pt x="16" y="363"/>
                </a:lnTo>
                <a:lnTo>
                  <a:pt x="15" y="362"/>
                </a:lnTo>
                <a:lnTo>
                  <a:pt x="16" y="362"/>
                </a:lnTo>
                <a:lnTo>
                  <a:pt x="16" y="361"/>
                </a:lnTo>
                <a:lnTo>
                  <a:pt x="17" y="361"/>
                </a:lnTo>
                <a:lnTo>
                  <a:pt x="18" y="361"/>
                </a:lnTo>
                <a:lnTo>
                  <a:pt x="20" y="361"/>
                </a:lnTo>
                <a:lnTo>
                  <a:pt x="20" y="360"/>
                </a:lnTo>
                <a:lnTo>
                  <a:pt x="21" y="360"/>
                </a:lnTo>
                <a:lnTo>
                  <a:pt x="22" y="360"/>
                </a:lnTo>
                <a:lnTo>
                  <a:pt x="23" y="359"/>
                </a:lnTo>
                <a:lnTo>
                  <a:pt x="23" y="358"/>
                </a:lnTo>
                <a:lnTo>
                  <a:pt x="22" y="357"/>
                </a:lnTo>
                <a:lnTo>
                  <a:pt x="22" y="356"/>
                </a:lnTo>
                <a:lnTo>
                  <a:pt x="22" y="355"/>
                </a:lnTo>
                <a:lnTo>
                  <a:pt x="21" y="354"/>
                </a:lnTo>
                <a:lnTo>
                  <a:pt x="21" y="353"/>
                </a:lnTo>
                <a:lnTo>
                  <a:pt x="21" y="352"/>
                </a:lnTo>
                <a:lnTo>
                  <a:pt x="22" y="351"/>
                </a:lnTo>
                <a:lnTo>
                  <a:pt x="23" y="350"/>
                </a:lnTo>
                <a:lnTo>
                  <a:pt x="23" y="349"/>
                </a:lnTo>
                <a:lnTo>
                  <a:pt x="23" y="348"/>
                </a:lnTo>
                <a:lnTo>
                  <a:pt x="23" y="347"/>
                </a:lnTo>
                <a:lnTo>
                  <a:pt x="22" y="347"/>
                </a:lnTo>
                <a:lnTo>
                  <a:pt x="21" y="346"/>
                </a:lnTo>
                <a:lnTo>
                  <a:pt x="20" y="345"/>
                </a:lnTo>
                <a:lnTo>
                  <a:pt x="20" y="344"/>
                </a:lnTo>
                <a:lnTo>
                  <a:pt x="19" y="342"/>
                </a:lnTo>
                <a:lnTo>
                  <a:pt x="19" y="341"/>
                </a:lnTo>
                <a:lnTo>
                  <a:pt x="18" y="340"/>
                </a:lnTo>
                <a:lnTo>
                  <a:pt x="17" y="339"/>
                </a:lnTo>
                <a:lnTo>
                  <a:pt x="17" y="338"/>
                </a:lnTo>
                <a:lnTo>
                  <a:pt x="17" y="337"/>
                </a:lnTo>
                <a:lnTo>
                  <a:pt x="17" y="336"/>
                </a:lnTo>
                <a:lnTo>
                  <a:pt x="16" y="336"/>
                </a:lnTo>
                <a:lnTo>
                  <a:pt x="16" y="335"/>
                </a:lnTo>
                <a:lnTo>
                  <a:pt x="15" y="334"/>
                </a:lnTo>
                <a:lnTo>
                  <a:pt x="14" y="334"/>
                </a:lnTo>
                <a:lnTo>
                  <a:pt x="14" y="333"/>
                </a:lnTo>
                <a:lnTo>
                  <a:pt x="14" y="332"/>
                </a:lnTo>
                <a:lnTo>
                  <a:pt x="13" y="332"/>
                </a:lnTo>
                <a:lnTo>
                  <a:pt x="12" y="332"/>
                </a:lnTo>
                <a:lnTo>
                  <a:pt x="11" y="332"/>
                </a:lnTo>
                <a:lnTo>
                  <a:pt x="9" y="332"/>
                </a:lnTo>
                <a:lnTo>
                  <a:pt x="8" y="333"/>
                </a:lnTo>
                <a:lnTo>
                  <a:pt x="8" y="334"/>
                </a:lnTo>
                <a:lnTo>
                  <a:pt x="7" y="334"/>
                </a:lnTo>
                <a:lnTo>
                  <a:pt x="7" y="335"/>
                </a:lnTo>
                <a:lnTo>
                  <a:pt x="7" y="336"/>
                </a:lnTo>
                <a:lnTo>
                  <a:pt x="5" y="337"/>
                </a:lnTo>
                <a:lnTo>
                  <a:pt x="4" y="337"/>
                </a:lnTo>
                <a:lnTo>
                  <a:pt x="3" y="338"/>
                </a:lnTo>
                <a:lnTo>
                  <a:pt x="2" y="338"/>
                </a:lnTo>
                <a:lnTo>
                  <a:pt x="1" y="338"/>
                </a:lnTo>
                <a:lnTo>
                  <a:pt x="1" y="339"/>
                </a:lnTo>
                <a:lnTo>
                  <a:pt x="1" y="338"/>
                </a:lnTo>
                <a:lnTo>
                  <a:pt x="2" y="338"/>
                </a:lnTo>
                <a:lnTo>
                  <a:pt x="3" y="337"/>
                </a:lnTo>
                <a:lnTo>
                  <a:pt x="3" y="336"/>
                </a:lnTo>
                <a:lnTo>
                  <a:pt x="3" y="335"/>
                </a:lnTo>
                <a:lnTo>
                  <a:pt x="3" y="334"/>
                </a:lnTo>
                <a:lnTo>
                  <a:pt x="2" y="334"/>
                </a:lnTo>
                <a:lnTo>
                  <a:pt x="1" y="334"/>
                </a:lnTo>
                <a:lnTo>
                  <a:pt x="1" y="333"/>
                </a:lnTo>
                <a:lnTo>
                  <a:pt x="1" y="332"/>
                </a:lnTo>
                <a:lnTo>
                  <a:pt x="0" y="332"/>
                </a:lnTo>
                <a:lnTo>
                  <a:pt x="1" y="332"/>
                </a:lnTo>
                <a:lnTo>
                  <a:pt x="0" y="331"/>
                </a:lnTo>
                <a:lnTo>
                  <a:pt x="0" y="330"/>
                </a:lnTo>
                <a:lnTo>
                  <a:pt x="1" y="330"/>
                </a:lnTo>
                <a:lnTo>
                  <a:pt x="1" y="329"/>
                </a:lnTo>
                <a:lnTo>
                  <a:pt x="1" y="328"/>
                </a:lnTo>
                <a:lnTo>
                  <a:pt x="1" y="327"/>
                </a:lnTo>
                <a:lnTo>
                  <a:pt x="2" y="327"/>
                </a:lnTo>
                <a:lnTo>
                  <a:pt x="2" y="328"/>
                </a:lnTo>
                <a:lnTo>
                  <a:pt x="3" y="328"/>
                </a:lnTo>
                <a:lnTo>
                  <a:pt x="4" y="329"/>
                </a:lnTo>
                <a:lnTo>
                  <a:pt x="5" y="329"/>
                </a:lnTo>
                <a:lnTo>
                  <a:pt x="5" y="330"/>
                </a:lnTo>
                <a:lnTo>
                  <a:pt x="6" y="330"/>
                </a:lnTo>
                <a:lnTo>
                  <a:pt x="7" y="329"/>
                </a:lnTo>
                <a:lnTo>
                  <a:pt x="7" y="330"/>
                </a:lnTo>
                <a:lnTo>
                  <a:pt x="8" y="330"/>
                </a:lnTo>
                <a:lnTo>
                  <a:pt x="8" y="329"/>
                </a:lnTo>
                <a:lnTo>
                  <a:pt x="8" y="328"/>
                </a:lnTo>
                <a:lnTo>
                  <a:pt x="7" y="328"/>
                </a:lnTo>
                <a:lnTo>
                  <a:pt x="7" y="327"/>
                </a:lnTo>
                <a:lnTo>
                  <a:pt x="7" y="326"/>
                </a:lnTo>
                <a:lnTo>
                  <a:pt x="7" y="325"/>
                </a:lnTo>
                <a:lnTo>
                  <a:pt x="6" y="325"/>
                </a:lnTo>
                <a:lnTo>
                  <a:pt x="6" y="326"/>
                </a:lnTo>
                <a:lnTo>
                  <a:pt x="5" y="326"/>
                </a:lnTo>
                <a:lnTo>
                  <a:pt x="4" y="326"/>
                </a:lnTo>
                <a:lnTo>
                  <a:pt x="4" y="325"/>
                </a:lnTo>
                <a:lnTo>
                  <a:pt x="3" y="325"/>
                </a:lnTo>
                <a:lnTo>
                  <a:pt x="2" y="325"/>
                </a:lnTo>
                <a:lnTo>
                  <a:pt x="2" y="324"/>
                </a:lnTo>
                <a:lnTo>
                  <a:pt x="3" y="323"/>
                </a:lnTo>
                <a:lnTo>
                  <a:pt x="3" y="322"/>
                </a:lnTo>
                <a:lnTo>
                  <a:pt x="4" y="322"/>
                </a:lnTo>
                <a:lnTo>
                  <a:pt x="4" y="321"/>
                </a:lnTo>
                <a:lnTo>
                  <a:pt x="5" y="321"/>
                </a:lnTo>
                <a:lnTo>
                  <a:pt x="6" y="321"/>
                </a:lnTo>
                <a:lnTo>
                  <a:pt x="7" y="320"/>
                </a:lnTo>
                <a:lnTo>
                  <a:pt x="8" y="321"/>
                </a:lnTo>
                <a:lnTo>
                  <a:pt x="8" y="320"/>
                </a:lnTo>
                <a:lnTo>
                  <a:pt x="9" y="320"/>
                </a:lnTo>
                <a:lnTo>
                  <a:pt x="10" y="320"/>
                </a:lnTo>
                <a:lnTo>
                  <a:pt x="11" y="320"/>
                </a:lnTo>
                <a:lnTo>
                  <a:pt x="12" y="320"/>
                </a:lnTo>
                <a:lnTo>
                  <a:pt x="13" y="320"/>
                </a:lnTo>
                <a:lnTo>
                  <a:pt x="13" y="319"/>
                </a:lnTo>
                <a:lnTo>
                  <a:pt x="14" y="319"/>
                </a:lnTo>
                <a:lnTo>
                  <a:pt x="15" y="319"/>
                </a:lnTo>
                <a:lnTo>
                  <a:pt x="14" y="319"/>
                </a:lnTo>
                <a:lnTo>
                  <a:pt x="15" y="318"/>
                </a:lnTo>
                <a:lnTo>
                  <a:pt x="14" y="317"/>
                </a:lnTo>
                <a:lnTo>
                  <a:pt x="14" y="316"/>
                </a:lnTo>
                <a:lnTo>
                  <a:pt x="14" y="315"/>
                </a:lnTo>
                <a:lnTo>
                  <a:pt x="15" y="315"/>
                </a:lnTo>
                <a:lnTo>
                  <a:pt x="15" y="316"/>
                </a:lnTo>
                <a:lnTo>
                  <a:pt x="16" y="315"/>
                </a:lnTo>
                <a:lnTo>
                  <a:pt x="16" y="314"/>
                </a:lnTo>
                <a:lnTo>
                  <a:pt x="17" y="314"/>
                </a:lnTo>
                <a:lnTo>
                  <a:pt x="17" y="313"/>
                </a:lnTo>
                <a:lnTo>
                  <a:pt x="17" y="312"/>
                </a:lnTo>
                <a:lnTo>
                  <a:pt x="18" y="312"/>
                </a:lnTo>
                <a:lnTo>
                  <a:pt x="18" y="311"/>
                </a:lnTo>
                <a:lnTo>
                  <a:pt x="18" y="310"/>
                </a:lnTo>
                <a:lnTo>
                  <a:pt x="19" y="310"/>
                </a:lnTo>
                <a:lnTo>
                  <a:pt x="20" y="309"/>
                </a:lnTo>
                <a:lnTo>
                  <a:pt x="20" y="308"/>
                </a:lnTo>
                <a:lnTo>
                  <a:pt x="21" y="308"/>
                </a:lnTo>
                <a:lnTo>
                  <a:pt x="22" y="307"/>
                </a:lnTo>
                <a:lnTo>
                  <a:pt x="23" y="306"/>
                </a:lnTo>
                <a:lnTo>
                  <a:pt x="23" y="305"/>
                </a:lnTo>
                <a:lnTo>
                  <a:pt x="24" y="305"/>
                </a:lnTo>
                <a:lnTo>
                  <a:pt x="24" y="304"/>
                </a:lnTo>
                <a:lnTo>
                  <a:pt x="25" y="304"/>
                </a:lnTo>
                <a:lnTo>
                  <a:pt x="25" y="303"/>
                </a:lnTo>
                <a:lnTo>
                  <a:pt x="25" y="302"/>
                </a:lnTo>
                <a:lnTo>
                  <a:pt x="25" y="301"/>
                </a:lnTo>
                <a:lnTo>
                  <a:pt x="26" y="302"/>
                </a:lnTo>
                <a:lnTo>
                  <a:pt x="27" y="302"/>
                </a:lnTo>
                <a:lnTo>
                  <a:pt x="27" y="300"/>
                </a:lnTo>
                <a:lnTo>
                  <a:pt x="27" y="299"/>
                </a:lnTo>
                <a:lnTo>
                  <a:pt x="30" y="300"/>
                </a:lnTo>
                <a:lnTo>
                  <a:pt x="31" y="299"/>
                </a:lnTo>
                <a:lnTo>
                  <a:pt x="32" y="299"/>
                </a:lnTo>
                <a:lnTo>
                  <a:pt x="32" y="297"/>
                </a:lnTo>
                <a:lnTo>
                  <a:pt x="33" y="296"/>
                </a:lnTo>
                <a:lnTo>
                  <a:pt x="35" y="297"/>
                </a:lnTo>
                <a:lnTo>
                  <a:pt x="35" y="296"/>
                </a:lnTo>
                <a:lnTo>
                  <a:pt x="36" y="294"/>
                </a:lnTo>
                <a:lnTo>
                  <a:pt x="36" y="293"/>
                </a:lnTo>
                <a:lnTo>
                  <a:pt x="37" y="292"/>
                </a:lnTo>
                <a:lnTo>
                  <a:pt x="37" y="291"/>
                </a:lnTo>
                <a:lnTo>
                  <a:pt x="37" y="290"/>
                </a:lnTo>
                <a:lnTo>
                  <a:pt x="37" y="289"/>
                </a:lnTo>
                <a:lnTo>
                  <a:pt x="38" y="289"/>
                </a:lnTo>
                <a:lnTo>
                  <a:pt x="39" y="289"/>
                </a:lnTo>
                <a:lnTo>
                  <a:pt x="39" y="288"/>
                </a:lnTo>
                <a:lnTo>
                  <a:pt x="40" y="288"/>
                </a:lnTo>
                <a:lnTo>
                  <a:pt x="41" y="288"/>
                </a:lnTo>
                <a:lnTo>
                  <a:pt x="41" y="287"/>
                </a:lnTo>
                <a:lnTo>
                  <a:pt x="41" y="286"/>
                </a:lnTo>
                <a:lnTo>
                  <a:pt x="41" y="285"/>
                </a:lnTo>
                <a:lnTo>
                  <a:pt x="41" y="283"/>
                </a:lnTo>
                <a:lnTo>
                  <a:pt x="41" y="282"/>
                </a:lnTo>
                <a:lnTo>
                  <a:pt x="41" y="281"/>
                </a:lnTo>
                <a:lnTo>
                  <a:pt x="42" y="281"/>
                </a:lnTo>
                <a:lnTo>
                  <a:pt x="42" y="280"/>
                </a:lnTo>
                <a:lnTo>
                  <a:pt x="42" y="279"/>
                </a:lnTo>
                <a:lnTo>
                  <a:pt x="43" y="279"/>
                </a:lnTo>
                <a:lnTo>
                  <a:pt x="43" y="278"/>
                </a:lnTo>
                <a:lnTo>
                  <a:pt x="44" y="277"/>
                </a:lnTo>
                <a:lnTo>
                  <a:pt x="44" y="276"/>
                </a:lnTo>
                <a:lnTo>
                  <a:pt x="44" y="275"/>
                </a:lnTo>
                <a:lnTo>
                  <a:pt x="44" y="274"/>
                </a:lnTo>
                <a:lnTo>
                  <a:pt x="45" y="273"/>
                </a:lnTo>
                <a:lnTo>
                  <a:pt x="46" y="274"/>
                </a:lnTo>
                <a:lnTo>
                  <a:pt x="47" y="274"/>
                </a:lnTo>
                <a:lnTo>
                  <a:pt x="48" y="274"/>
                </a:lnTo>
                <a:lnTo>
                  <a:pt x="48" y="275"/>
                </a:lnTo>
                <a:lnTo>
                  <a:pt x="48" y="276"/>
                </a:lnTo>
                <a:lnTo>
                  <a:pt x="49" y="276"/>
                </a:lnTo>
                <a:lnTo>
                  <a:pt x="50" y="276"/>
                </a:lnTo>
                <a:lnTo>
                  <a:pt x="51" y="276"/>
                </a:lnTo>
                <a:lnTo>
                  <a:pt x="51" y="277"/>
                </a:lnTo>
                <a:lnTo>
                  <a:pt x="52" y="277"/>
                </a:lnTo>
                <a:lnTo>
                  <a:pt x="54" y="275"/>
                </a:lnTo>
                <a:lnTo>
                  <a:pt x="55" y="275"/>
                </a:lnTo>
                <a:lnTo>
                  <a:pt x="56" y="275"/>
                </a:lnTo>
                <a:lnTo>
                  <a:pt x="56" y="276"/>
                </a:lnTo>
                <a:lnTo>
                  <a:pt x="56" y="277"/>
                </a:lnTo>
                <a:lnTo>
                  <a:pt x="56" y="278"/>
                </a:lnTo>
                <a:lnTo>
                  <a:pt x="56" y="279"/>
                </a:lnTo>
                <a:lnTo>
                  <a:pt x="56" y="281"/>
                </a:lnTo>
                <a:lnTo>
                  <a:pt x="56" y="282"/>
                </a:lnTo>
                <a:lnTo>
                  <a:pt x="56" y="283"/>
                </a:lnTo>
                <a:lnTo>
                  <a:pt x="57" y="284"/>
                </a:lnTo>
                <a:lnTo>
                  <a:pt x="59" y="285"/>
                </a:lnTo>
                <a:lnTo>
                  <a:pt x="60" y="285"/>
                </a:lnTo>
                <a:lnTo>
                  <a:pt x="61" y="286"/>
                </a:lnTo>
                <a:lnTo>
                  <a:pt x="62" y="288"/>
                </a:lnTo>
                <a:lnTo>
                  <a:pt x="63" y="288"/>
                </a:lnTo>
                <a:lnTo>
                  <a:pt x="64" y="289"/>
                </a:lnTo>
                <a:lnTo>
                  <a:pt x="64" y="290"/>
                </a:lnTo>
                <a:lnTo>
                  <a:pt x="65" y="290"/>
                </a:lnTo>
                <a:lnTo>
                  <a:pt x="66" y="290"/>
                </a:lnTo>
                <a:lnTo>
                  <a:pt x="67" y="289"/>
                </a:lnTo>
                <a:lnTo>
                  <a:pt x="69" y="289"/>
                </a:lnTo>
                <a:lnTo>
                  <a:pt x="69" y="290"/>
                </a:lnTo>
                <a:lnTo>
                  <a:pt x="71" y="291"/>
                </a:lnTo>
                <a:lnTo>
                  <a:pt x="71" y="292"/>
                </a:lnTo>
                <a:lnTo>
                  <a:pt x="71" y="293"/>
                </a:lnTo>
                <a:lnTo>
                  <a:pt x="71" y="294"/>
                </a:lnTo>
                <a:lnTo>
                  <a:pt x="72" y="295"/>
                </a:lnTo>
                <a:lnTo>
                  <a:pt x="72" y="296"/>
                </a:lnTo>
                <a:lnTo>
                  <a:pt x="73" y="297"/>
                </a:lnTo>
                <a:lnTo>
                  <a:pt x="74" y="298"/>
                </a:lnTo>
                <a:lnTo>
                  <a:pt x="75" y="299"/>
                </a:lnTo>
                <a:lnTo>
                  <a:pt x="76" y="300"/>
                </a:lnTo>
                <a:lnTo>
                  <a:pt x="77" y="300"/>
                </a:lnTo>
                <a:lnTo>
                  <a:pt x="78" y="299"/>
                </a:lnTo>
                <a:lnTo>
                  <a:pt x="79" y="297"/>
                </a:lnTo>
                <a:lnTo>
                  <a:pt x="80" y="297"/>
                </a:lnTo>
                <a:lnTo>
                  <a:pt x="80" y="298"/>
                </a:lnTo>
                <a:lnTo>
                  <a:pt x="82" y="298"/>
                </a:lnTo>
                <a:lnTo>
                  <a:pt x="82" y="297"/>
                </a:lnTo>
                <a:lnTo>
                  <a:pt x="83" y="297"/>
                </a:lnTo>
                <a:lnTo>
                  <a:pt x="82" y="296"/>
                </a:lnTo>
                <a:lnTo>
                  <a:pt x="82" y="295"/>
                </a:lnTo>
                <a:lnTo>
                  <a:pt x="83" y="295"/>
                </a:lnTo>
                <a:lnTo>
                  <a:pt x="84" y="296"/>
                </a:lnTo>
                <a:lnTo>
                  <a:pt x="85" y="296"/>
                </a:lnTo>
                <a:lnTo>
                  <a:pt x="86" y="296"/>
                </a:lnTo>
                <a:lnTo>
                  <a:pt x="87" y="295"/>
                </a:lnTo>
                <a:lnTo>
                  <a:pt x="88" y="294"/>
                </a:lnTo>
                <a:lnTo>
                  <a:pt x="88" y="293"/>
                </a:lnTo>
                <a:lnTo>
                  <a:pt x="86" y="291"/>
                </a:lnTo>
                <a:lnTo>
                  <a:pt x="86" y="290"/>
                </a:lnTo>
                <a:lnTo>
                  <a:pt x="87" y="289"/>
                </a:lnTo>
                <a:lnTo>
                  <a:pt x="88" y="287"/>
                </a:lnTo>
                <a:lnTo>
                  <a:pt x="89" y="286"/>
                </a:lnTo>
                <a:lnTo>
                  <a:pt x="90" y="286"/>
                </a:lnTo>
                <a:lnTo>
                  <a:pt x="92" y="284"/>
                </a:lnTo>
                <a:lnTo>
                  <a:pt x="95" y="281"/>
                </a:lnTo>
                <a:lnTo>
                  <a:pt x="95" y="280"/>
                </a:lnTo>
                <a:lnTo>
                  <a:pt x="96" y="279"/>
                </a:lnTo>
                <a:lnTo>
                  <a:pt x="98" y="278"/>
                </a:lnTo>
                <a:lnTo>
                  <a:pt x="99" y="276"/>
                </a:lnTo>
                <a:lnTo>
                  <a:pt x="100" y="275"/>
                </a:lnTo>
                <a:lnTo>
                  <a:pt x="100" y="274"/>
                </a:lnTo>
                <a:lnTo>
                  <a:pt x="99" y="274"/>
                </a:lnTo>
                <a:lnTo>
                  <a:pt x="100" y="272"/>
                </a:lnTo>
                <a:lnTo>
                  <a:pt x="100" y="271"/>
                </a:lnTo>
                <a:lnTo>
                  <a:pt x="101" y="270"/>
                </a:lnTo>
                <a:lnTo>
                  <a:pt x="103" y="270"/>
                </a:lnTo>
                <a:lnTo>
                  <a:pt x="103" y="269"/>
                </a:lnTo>
                <a:lnTo>
                  <a:pt x="103" y="270"/>
                </a:lnTo>
                <a:lnTo>
                  <a:pt x="104" y="271"/>
                </a:lnTo>
                <a:lnTo>
                  <a:pt x="105" y="270"/>
                </a:lnTo>
                <a:lnTo>
                  <a:pt x="106" y="271"/>
                </a:lnTo>
                <a:lnTo>
                  <a:pt x="108" y="271"/>
                </a:lnTo>
                <a:lnTo>
                  <a:pt x="108" y="272"/>
                </a:lnTo>
                <a:lnTo>
                  <a:pt x="109" y="272"/>
                </a:lnTo>
                <a:lnTo>
                  <a:pt x="109" y="271"/>
                </a:lnTo>
                <a:lnTo>
                  <a:pt x="109" y="272"/>
                </a:lnTo>
                <a:lnTo>
                  <a:pt x="109" y="273"/>
                </a:lnTo>
                <a:lnTo>
                  <a:pt x="110" y="273"/>
                </a:lnTo>
                <a:lnTo>
                  <a:pt x="110" y="274"/>
                </a:lnTo>
                <a:lnTo>
                  <a:pt x="110" y="275"/>
                </a:lnTo>
                <a:lnTo>
                  <a:pt x="111" y="275"/>
                </a:lnTo>
                <a:lnTo>
                  <a:pt x="112" y="275"/>
                </a:lnTo>
                <a:lnTo>
                  <a:pt x="112" y="276"/>
                </a:lnTo>
                <a:lnTo>
                  <a:pt x="116" y="277"/>
                </a:lnTo>
                <a:lnTo>
                  <a:pt x="119" y="278"/>
                </a:lnTo>
                <a:lnTo>
                  <a:pt x="120" y="278"/>
                </a:lnTo>
                <a:lnTo>
                  <a:pt x="121" y="278"/>
                </a:lnTo>
                <a:lnTo>
                  <a:pt x="121" y="279"/>
                </a:lnTo>
                <a:lnTo>
                  <a:pt x="120" y="279"/>
                </a:lnTo>
                <a:lnTo>
                  <a:pt x="120" y="280"/>
                </a:lnTo>
                <a:lnTo>
                  <a:pt x="121" y="280"/>
                </a:lnTo>
                <a:lnTo>
                  <a:pt x="122" y="280"/>
                </a:lnTo>
                <a:lnTo>
                  <a:pt x="123" y="280"/>
                </a:lnTo>
                <a:lnTo>
                  <a:pt x="123" y="281"/>
                </a:lnTo>
                <a:lnTo>
                  <a:pt x="122" y="282"/>
                </a:lnTo>
                <a:lnTo>
                  <a:pt x="125" y="288"/>
                </a:lnTo>
                <a:lnTo>
                  <a:pt x="125" y="289"/>
                </a:lnTo>
                <a:lnTo>
                  <a:pt x="126" y="289"/>
                </a:lnTo>
                <a:lnTo>
                  <a:pt x="126" y="290"/>
                </a:lnTo>
                <a:lnTo>
                  <a:pt x="127" y="290"/>
                </a:lnTo>
                <a:lnTo>
                  <a:pt x="126" y="291"/>
                </a:lnTo>
                <a:lnTo>
                  <a:pt x="127" y="291"/>
                </a:lnTo>
                <a:lnTo>
                  <a:pt x="128" y="291"/>
                </a:lnTo>
                <a:lnTo>
                  <a:pt x="129" y="290"/>
                </a:lnTo>
                <a:lnTo>
                  <a:pt x="130" y="290"/>
                </a:lnTo>
                <a:lnTo>
                  <a:pt x="131" y="290"/>
                </a:lnTo>
                <a:lnTo>
                  <a:pt x="131" y="291"/>
                </a:lnTo>
                <a:lnTo>
                  <a:pt x="132" y="292"/>
                </a:lnTo>
                <a:lnTo>
                  <a:pt x="133" y="293"/>
                </a:lnTo>
                <a:lnTo>
                  <a:pt x="135" y="294"/>
                </a:lnTo>
                <a:lnTo>
                  <a:pt x="136" y="294"/>
                </a:lnTo>
                <a:lnTo>
                  <a:pt x="139" y="292"/>
                </a:lnTo>
                <a:lnTo>
                  <a:pt x="141" y="292"/>
                </a:lnTo>
                <a:lnTo>
                  <a:pt x="142" y="292"/>
                </a:lnTo>
                <a:lnTo>
                  <a:pt x="143" y="292"/>
                </a:lnTo>
                <a:lnTo>
                  <a:pt x="145" y="292"/>
                </a:lnTo>
                <a:lnTo>
                  <a:pt x="146" y="290"/>
                </a:lnTo>
                <a:lnTo>
                  <a:pt x="149" y="289"/>
                </a:lnTo>
                <a:lnTo>
                  <a:pt x="151" y="289"/>
                </a:lnTo>
                <a:lnTo>
                  <a:pt x="152" y="290"/>
                </a:lnTo>
                <a:lnTo>
                  <a:pt x="153" y="289"/>
                </a:lnTo>
                <a:lnTo>
                  <a:pt x="154" y="289"/>
                </a:lnTo>
                <a:lnTo>
                  <a:pt x="155" y="288"/>
                </a:lnTo>
                <a:lnTo>
                  <a:pt x="157" y="290"/>
                </a:lnTo>
                <a:lnTo>
                  <a:pt x="157" y="292"/>
                </a:lnTo>
                <a:lnTo>
                  <a:pt x="158" y="293"/>
                </a:lnTo>
                <a:lnTo>
                  <a:pt x="159" y="292"/>
                </a:lnTo>
                <a:lnTo>
                  <a:pt x="162" y="289"/>
                </a:lnTo>
                <a:lnTo>
                  <a:pt x="162" y="288"/>
                </a:lnTo>
                <a:lnTo>
                  <a:pt x="162" y="287"/>
                </a:lnTo>
                <a:lnTo>
                  <a:pt x="164" y="287"/>
                </a:lnTo>
                <a:lnTo>
                  <a:pt x="165" y="288"/>
                </a:lnTo>
                <a:lnTo>
                  <a:pt x="168" y="290"/>
                </a:lnTo>
                <a:lnTo>
                  <a:pt x="168" y="291"/>
                </a:lnTo>
                <a:lnTo>
                  <a:pt x="168" y="293"/>
                </a:lnTo>
                <a:lnTo>
                  <a:pt x="168" y="294"/>
                </a:lnTo>
                <a:lnTo>
                  <a:pt x="168" y="295"/>
                </a:lnTo>
                <a:lnTo>
                  <a:pt x="170" y="296"/>
                </a:lnTo>
                <a:lnTo>
                  <a:pt x="171" y="297"/>
                </a:lnTo>
                <a:lnTo>
                  <a:pt x="171" y="296"/>
                </a:lnTo>
                <a:lnTo>
                  <a:pt x="172" y="296"/>
                </a:lnTo>
                <a:lnTo>
                  <a:pt x="173" y="296"/>
                </a:lnTo>
                <a:lnTo>
                  <a:pt x="173" y="295"/>
                </a:lnTo>
                <a:lnTo>
                  <a:pt x="174" y="295"/>
                </a:lnTo>
                <a:lnTo>
                  <a:pt x="174" y="294"/>
                </a:lnTo>
                <a:lnTo>
                  <a:pt x="174" y="295"/>
                </a:lnTo>
                <a:lnTo>
                  <a:pt x="175" y="295"/>
                </a:lnTo>
                <a:lnTo>
                  <a:pt x="175" y="294"/>
                </a:lnTo>
                <a:lnTo>
                  <a:pt x="175" y="293"/>
                </a:lnTo>
                <a:lnTo>
                  <a:pt x="176" y="292"/>
                </a:lnTo>
                <a:lnTo>
                  <a:pt x="176" y="291"/>
                </a:lnTo>
                <a:lnTo>
                  <a:pt x="177" y="291"/>
                </a:lnTo>
                <a:lnTo>
                  <a:pt x="178" y="291"/>
                </a:lnTo>
                <a:lnTo>
                  <a:pt x="178" y="290"/>
                </a:lnTo>
                <a:lnTo>
                  <a:pt x="179" y="290"/>
                </a:lnTo>
                <a:lnTo>
                  <a:pt x="180" y="289"/>
                </a:lnTo>
                <a:lnTo>
                  <a:pt x="180" y="288"/>
                </a:lnTo>
                <a:lnTo>
                  <a:pt x="181" y="288"/>
                </a:lnTo>
                <a:lnTo>
                  <a:pt x="182" y="288"/>
                </a:lnTo>
                <a:lnTo>
                  <a:pt x="182" y="287"/>
                </a:lnTo>
                <a:lnTo>
                  <a:pt x="183" y="287"/>
                </a:lnTo>
                <a:lnTo>
                  <a:pt x="183" y="286"/>
                </a:lnTo>
                <a:lnTo>
                  <a:pt x="184" y="287"/>
                </a:lnTo>
                <a:lnTo>
                  <a:pt x="187" y="285"/>
                </a:lnTo>
                <a:lnTo>
                  <a:pt x="189" y="284"/>
                </a:lnTo>
                <a:lnTo>
                  <a:pt x="189" y="283"/>
                </a:lnTo>
                <a:lnTo>
                  <a:pt x="192" y="281"/>
                </a:lnTo>
                <a:lnTo>
                  <a:pt x="192" y="280"/>
                </a:lnTo>
                <a:lnTo>
                  <a:pt x="193" y="280"/>
                </a:lnTo>
                <a:lnTo>
                  <a:pt x="193" y="281"/>
                </a:lnTo>
                <a:lnTo>
                  <a:pt x="194" y="281"/>
                </a:lnTo>
                <a:lnTo>
                  <a:pt x="194" y="280"/>
                </a:lnTo>
                <a:lnTo>
                  <a:pt x="194" y="279"/>
                </a:lnTo>
                <a:lnTo>
                  <a:pt x="195" y="279"/>
                </a:lnTo>
                <a:lnTo>
                  <a:pt x="196" y="278"/>
                </a:lnTo>
                <a:lnTo>
                  <a:pt x="197" y="277"/>
                </a:lnTo>
                <a:lnTo>
                  <a:pt x="198" y="277"/>
                </a:lnTo>
                <a:lnTo>
                  <a:pt x="199" y="277"/>
                </a:lnTo>
                <a:lnTo>
                  <a:pt x="200" y="277"/>
                </a:lnTo>
                <a:lnTo>
                  <a:pt x="201" y="279"/>
                </a:lnTo>
                <a:lnTo>
                  <a:pt x="201" y="278"/>
                </a:lnTo>
                <a:lnTo>
                  <a:pt x="202" y="278"/>
                </a:lnTo>
                <a:lnTo>
                  <a:pt x="203" y="278"/>
                </a:lnTo>
                <a:lnTo>
                  <a:pt x="203" y="277"/>
                </a:lnTo>
                <a:lnTo>
                  <a:pt x="204" y="278"/>
                </a:lnTo>
                <a:lnTo>
                  <a:pt x="205" y="278"/>
                </a:lnTo>
                <a:lnTo>
                  <a:pt x="206" y="278"/>
                </a:lnTo>
                <a:lnTo>
                  <a:pt x="208" y="279"/>
                </a:lnTo>
                <a:lnTo>
                  <a:pt x="208" y="280"/>
                </a:lnTo>
                <a:lnTo>
                  <a:pt x="208" y="279"/>
                </a:lnTo>
                <a:lnTo>
                  <a:pt x="209" y="279"/>
                </a:lnTo>
                <a:lnTo>
                  <a:pt x="210" y="279"/>
                </a:lnTo>
                <a:lnTo>
                  <a:pt x="211" y="280"/>
                </a:lnTo>
                <a:lnTo>
                  <a:pt x="211" y="281"/>
                </a:lnTo>
                <a:lnTo>
                  <a:pt x="212" y="281"/>
                </a:lnTo>
                <a:lnTo>
                  <a:pt x="212" y="283"/>
                </a:lnTo>
                <a:lnTo>
                  <a:pt x="212" y="284"/>
                </a:lnTo>
                <a:lnTo>
                  <a:pt x="212" y="285"/>
                </a:lnTo>
                <a:lnTo>
                  <a:pt x="213" y="284"/>
                </a:lnTo>
                <a:lnTo>
                  <a:pt x="213" y="283"/>
                </a:lnTo>
                <a:lnTo>
                  <a:pt x="214" y="283"/>
                </a:lnTo>
                <a:lnTo>
                  <a:pt x="214" y="282"/>
                </a:lnTo>
                <a:lnTo>
                  <a:pt x="215" y="282"/>
                </a:lnTo>
                <a:lnTo>
                  <a:pt x="216" y="280"/>
                </a:lnTo>
                <a:lnTo>
                  <a:pt x="217" y="279"/>
                </a:lnTo>
                <a:lnTo>
                  <a:pt x="218" y="277"/>
                </a:lnTo>
                <a:lnTo>
                  <a:pt x="218" y="276"/>
                </a:lnTo>
                <a:lnTo>
                  <a:pt x="219" y="275"/>
                </a:lnTo>
                <a:lnTo>
                  <a:pt x="219" y="274"/>
                </a:lnTo>
                <a:lnTo>
                  <a:pt x="218" y="274"/>
                </a:lnTo>
                <a:lnTo>
                  <a:pt x="218" y="273"/>
                </a:lnTo>
                <a:lnTo>
                  <a:pt x="219" y="271"/>
                </a:lnTo>
                <a:lnTo>
                  <a:pt x="219" y="270"/>
                </a:lnTo>
                <a:lnTo>
                  <a:pt x="220" y="270"/>
                </a:lnTo>
                <a:lnTo>
                  <a:pt x="219" y="269"/>
                </a:lnTo>
                <a:lnTo>
                  <a:pt x="219" y="268"/>
                </a:lnTo>
                <a:lnTo>
                  <a:pt x="219" y="267"/>
                </a:lnTo>
                <a:lnTo>
                  <a:pt x="220" y="266"/>
                </a:lnTo>
                <a:lnTo>
                  <a:pt x="221" y="266"/>
                </a:lnTo>
                <a:lnTo>
                  <a:pt x="222" y="264"/>
                </a:lnTo>
                <a:lnTo>
                  <a:pt x="223" y="263"/>
                </a:lnTo>
                <a:lnTo>
                  <a:pt x="223" y="262"/>
                </a:lnTo>
                <a:lnTo>
                  <a:pt x="222" y="262"/>
                </a:lnTo>
                <a:lnTo>
                  <a:pt x="222" y="261"/>
                </a:lnTo>
                <a:lnTo>
                  <a:pt x="222" y="260"/>
                </a:lnTo>
                <a:lnTo>
                  <a:pt x="221" y="258"/>
                </a:lnTo>
                <a:lnTo>
                  <a:pt x="219" y="259"/>
                </a:lnTo>
                <a:lnTo>
                  <a:pt x="219" y="258"/>
                </a:lnTo>
                <a:lnTo>
                  <a:pt x="220" y="257"/>
                </a:lnTo>
                <a:lnTo>
                  <a:pt x="220" y="256"/>
                </a:lnTo>
                <a:lnTo>
                  <a:pt x="221" y="255"/>
                </a:lnTo>
                <a:lnTo>
                  <a:pt x="220" y="254"/>
                </a:lnTo>
                <a:lnTo>
                  <a:pt x="220" y="253"/>
                </a:lnTo>
                <a:lnTo>
                  <a:pt x="221" y="253"/>
                </a:lnTo>
                <a:lnTo>
                  <a:pt x="222" y="252"/>
                </a:lnTo>
                <a:lnTo>
                  <a:pt x="224" y="252"/>
                </a:lnTo>
                <a:lnTo>
                  <a:pt x="226" y="250"/>
                </a:lnTo>
                <a:lnTo>
                  <a:pt x="227" y="249"/>
                </a:lnTo>
                <a:lnTo>
                  <a:pt x="228" y="248"/>
                </a:lnTo>
                <a:lnTo>
                  <a:pt x="228" y="247"/>
                </a:lnTo>
                <a:lnTo>
                  <a:pt x="228" y="246"/>
                </a:lnTo>
                <a:lnTo>
                  <a:pt x="227" y="245"/>
                </a:lnTo>
                <a:lnTo>
                  <a:pt x="228" y="244"/>
                </a:lnTo>
                <a:lnTo>
                  <a:pt x="228" y="243"/>
                </a:lnTo>
                <a:lnTo>
                  <a:pt x="229" y="242"/>
                </a:lnTo>
                <a:lnTo>
                  <a:pt x="229" y="241"/>
                </a:lnTo>
                <a:lnTo>
                  <a:pt x="229" y="240"/>
                </a:lnTo>
                <a:lnTo>
                  <a:pt x="228" y="239"/>
                </a:lnTo>
                <a:lnTo>
                  <a:pt x="228" y="237"/>
                </a:lnTo>
                <a:lnTo>
                  <a:pt x="228" y="235"/>
                </a:lnTo>
                <a:lnTo>
                  <a:pt x="228" y="234"/>
                </a:lnTo>
                <a:lnTo>
                  <a:pt x="229" y="234"/>
                </a:lnTo>
                <a:lnTo>
                  <a:pt x="230" y="233"/>
                </a:lnTo>
                <a:lnTo>
                  <a:pt x="231" y="232"/>
                </a:lnTo>
                <a:lnTo>
                  <a:pt x="231" y="231"/>
                </a:lnTo>
                <a:lnTo>
                  <a:pt x="232" y="231"/>
                </a:lnTo>
                <a:lnTo>
                  <a:pt x="233" y="230"/>
                </a:lnTo>
                <a:lnTo>
                  <a:pt x="234" y="229"/>
                </a:lnTo>
                <a:lnTo>
                  <a:pt x="234" y="228"/>
                </a:lnTo>
                <a:lnTo>
                  <a:pt x="235" y="227"/>
                </a:lnTo>
                <a:lnTo>
                  <a:pt x="236" y="227"/>
                </a:lnTo>
                <a:lnTo>
                  <a:pt x="237" y="227"/>
                </a:lnTo>
                <a:lnTo>
                  <a:pt x="237" y="226"/>
                </a:lnTo>
                <a:lnTo>
                  <a:pt x="238" y="226"/>
                </a:lnTo>
                <a:lnTo>
                  <a:pt x="239" y="226"/>
                </a:lnTo>
                <a:lnTo>
                  <a:pt x="239" y="227"/>
                </a:lnTo>
                <a:lnTo>
                  <a:pt x="240" y="227"/>
                </a:lnTo>
                <a:lnTo>
                  <a:pt x="240" y="226"/>
                </a:lnTo>
                <a:lnTo>
                  <a:pt x="240" y="225"/>
                </a:lnTo>
                <a:lnTo>
                  <a:pt x="242" y="225"/>
                </a:lnTo>
                <a:lnTo>
                  <a:pt x="243" y="225"/>
                </a:lnTo>
                <a:lnTo>
                  <a:pt x="245" y="225"/>
                </a:lnTo>
                <a:lnTo>
                  <a:pt x="246" y="224"/>
                </a:lnTo>
                <a:lnTo>
                  <a:pt x="246" y="223"/>
                </a:lnTo>
                <a:lnTo>
                  <a:pt x="247" y="223"/>
                </a:lnTo>
                <a:lnTo>
                  <a:pt x="248" y="223"/>
                </a:lnTo>
                <a:lnTo>
                  <a:pt x="248" y="224"/>
                </a:lnTo>
                <a:lnTo>
                  <a:pt x="249" y="224"/>
                </a:lnTo>
                <a:lnTo>
                  <a:pt x="250" y="224"/>
                </a:lnTo>
                <a:lnTo>
                  <a:pt x="251" y="223"/>
                </a:lnTo>
                <a:lnTo>
                  <a:pt x="252" y="223"/>
                </a:lnTo>
                <a:lnTo>
                  <a:pt x="253" y="223"/>
                </a:lnTo>
                <a:lnTo>
                  <a:pt x="253" y="224"/>
                </a:lnTo>
                <a:lnTo>
                  <a:pt x="254" y="224"/>
                </a:lnTo>
                <a:lnTo>
                  <a:pt x="255" y="224"/>
                </a:lnTo>
                <a:lnTo>
                  <a:pt x="257" y="225"/>
                </a:lnTo>
                <a:lnTo>
                  <a:pt x="257" y="226"/>
                </a:lnTo>
                <a:lnTo>
                  <a:pt x="258" y="226"/>
                </a:lnTo>
                <a:lnTo>
                  <a:pt x="259" y="226"/>
                </a:lnTo>
                <a:lnTo>
                  <a:pt x="259" y="227"/>
                </a:lnTo>
                <a:lnTo>
                  <a:pt x="260" y="228"/>
                </a:lnTo>
                <a:lnTo>
                  <a:pt x="260" y="229"/>
                </a:lnTo>
                <a:lnTo>
                  <a:pt x="260" y="230"/>
                </a:lnTo>
                <a:lnTo>
                  <a:pt x="261" y="230"/>
                </a:lnTo>
                <a:lnTo>
                  <a:pt x="261" y="231"/>
                </a:lnTo>
                <a:lnTo>
                  <a:pt x="262" y="231"/>
                </a:lnTo>
                <a:lnTo>
                  <a:pt x="263" y="231"/>
                </a:lnTo>
                <a:lnTo>
                  <a:pt x="265" y="231"/>
                </a:lnTo>
                <a:lnTo>
                  <a:pt x="266" y="231"/>
                </a:lnTo>
                <a:lnTo>
                  <a:pt x="266" y="232"/>
                </a:lnTo>
                <a:lnTo>
                  <a:pt x="268" y="232"/>
                </a:lnTo>
                <a:lnTo>
                  <a:pt x="268" y="234"/>
                </a:lnTo>
                <a:lnTo>
                  <a:pt x="269" y="235"/>
                </a:lnTo>
                <a:lnTo>
                  <a:pt x="269" y="236"/>
                </a:lnTo>
                <a:lnTo>
                  <a:pt x="270" y="236"/>
                </a:lnTo>
                <a:lnTo>
                  <a:pt x="271" y="237"/>
                </a:lnTo>
                <a:lnTo>
                  <a:pt x="270" y="238"/>
                </a:lnTo>
                <a:lnTo>
                  <a:pt x="271" y="239"/>
                </a:lnTo>
                <a:lnTo>
                  <a:pt x="271" y="240"/>
                </a:lnTo>
                <a:lnTo>
                  <a:pt x="272" y="240"/>
                </a:lnTo>
                <a:lnTo>
                  <a:pt x="272" y="241"/>
                </a:lnTo>
                <a:lnTo>
                  <a:pt x="273" y="241"/>
                </a:lnTo>
                <a:lnTo>
                  <a:pt x="274" y="239"/>
                </a:lnTo>
                <a:lnTo>
                  <a:pt x="275" y="238"/>
                </a:lnTo>
                <a:lnTo>
                  <a:pt x="275" y="237"/>
                </a:lnTo>
                <a:lnTo>
                  <a:pt x="276" y="237"/>
                </a:lnTo>
                <a:lnTo>
                  <a:pt x="277" y="237"/>
                </a:lnTo>
                <a:lnTo>
                  <a:pt x="278" y="237"/>
                </a:lnTo>
                <a:lnTo>
                  <a:pt x="278" y="238"/>
                </a:lnTo>
                <a:lnTo>
                  <a:pt x="279" y="238"/>
                </a:lnTo>
                <a:lnTo>
                  <a:pt x="281" y="238"/>
                </a:lnTo>
                <a:lnTo>
                  <a:pt x="283" y="237"/>
                </a:lnTo>
                <a:lnTo>
                  <a:pt x="283" y="236"/>
                </a:lnTo>
                <a:lnTo>
                  <a:pt x="283" y="235"/>
                </a:lnTo>
                <a:lnTo>
                  <a:pt x="283" y="234"/>
                </a:lnTo>
                <a:lnTo>
                  <a:pt x="284" y="234"/>
                </a:lnTo>
                <a:lnTo>
                  <a:pt x="284" y="233"/>
                </a:lnTo>
                <a:lnTo>
                  <a:pt x="285" y="233"/>
                </a:lnTo>
                <a:lnTo>
                  <a:pt x="286" y="233"/>
                </a:lnTo>
                <a:lnTo>
                  <a:pt x="287" y="233"/>
                </a:lnTo>
                <a:lnTo>
                  <a:pt x="287" y="232"/>
                </a:lnTo>
                <a:lnTo>
                  <a:pt x="289" y="232"/>
                </a:lnTo>
                <a:lnTo>
                  <a:pt x="290" y="232"/>
                </a:lnTo>
                <a:lnTo>
                  <a:pt x="291" y="232"/>
                </a:lnTo>
                <a:lnTo>
                  <a:pt x="291" y="231"/>
                </a:lnTo>
                <a:lnTo>
                  <a:pt x="292" y="231"/>
                </a:lnTo>
                <a:lnTo>
                  <a:pt x="293" y="232"/>
                </a:lnTo>
                <a:lnTo>
                  <a:pt x="294" y="232"/>
                </a:lnTo>
                <a:lnTo>
                  <a:pt x="296" y="232"/>
                </a:lnTo>
                <a:lnTo>
                  <a:pt x="296" y="233"/>
                </a:lnTo>
                <a:lnTo>
                  <a:pt x="298" y="233"/>
                </a:lnTo>
                <a:lnTo>
                  <a:pt x="299" y="233"/>
                </a:lnTo>
                <a:lnTo>
                  <a:pt x="300" y="233"/>
                </a:lnTo>
                <a:lnTo>
                  <a:pt x="301" y="232"/>
                </a:lnTo>
                <a:lnTo>
                  <a:pt x="302" y="232"/>
                </a:lnTo>
                <a:lnTo>
                  <a:pt x="303" y="230"/>
                </a:lnTo>
                <a:lnTo>
                  <a:pt x="303" y="229"/>
                </a:lnTo>
                <a:lnTo>
                  <a:pt x="304" y="229"/>
                </a:lnTo>
                <a:lnTo>
                  <a:pt x="305" y="228"/>
                </a:lnTo>
                <a:lnTo>
                  <a:pt x="305" y="229"/>
                </a:lnTo>
                <a:lnTo>
                  <a:pt x="306" y="229"/>
                </a:lnTo>
                <a:lnTo>
                  <a:pt x="308" y="227"/>
                </a:lnTo>
                <a:lnTo>
                  <a:pt x="309" y="227"/>
                </a:lnTo>
                <a:lnTo>
                  <a:pt x="310" y="227"/>
                </a:lnTo>
                <a:lnTo>
                  <a:pt x="311" y="229"/>
                </a:lnTo>
                <a:lnTo>
                  <a:pt x="311" y="230"/>
                </a:lnTo>
                <a:lnTo>
                  <a:pt x="312" y="230"/>
                </a:lnTo>
                <a:lnTo>
                  <a:pt x="313" y="229"/>
                </a:lnTo>
                <a:lnTo>
                  <a:pt x="316" y="228"/>
                </a:lnTo>
                <a:lnTo>
                  <a:pt x="318" y="227"/>
                </a:lnTo>
                <a:lnTo>
                  <a:pt x="319" y="227"/>
                </a:lnTo>
                <a:lnTo>
                  <a:pt x="320" y="227"/>
                </a:lnTo>
                <a:lnTo>
                  <a:pt x="321" y="227"/>
                </a:lnTo>
                <a:lnTo>
                  <a:pt x="323" y="227"/>
                </a:lnTo>
                <a:lnTo>
                  <a:pt x="324" y="227"/>
                </a:lnTo>
                <a:lnTo>
                  <a:pt x="325" y="226"/>
                </a:lnTo>
                <a:lnTo>
                  <a:pt x="326" y="226"/>
                </a:lnTo>
                <a:lnTo>
                  <a:pt x="328" y="225"/>
                </a:lnTo>
                <a:lnTo>
                  <a:pt x="329" y="224"/>
                </a:lnTo>
                <a:lnTo>
                  <a:pt x="328" y="223"/>
                </a:lnTo>
                <a:lnTo>
                  <a:pt x="329" y="222"/>
                </a:lnTo>
                <a:lnTo>
                  <a:pt x="330" y="222"/>
                </a:lnTo>
                <a:lnTo>
                  <a:pt x="331" y="222"/>
                </a:lnTo>
                <a:lnTo>
                  <a:pt x="331" y="223"/>
                </a:lnTo>
                <a:lnTo>
                  <a:pt x="332" y="222"/>
                </a:lnTo>
                <a:lnTo>
                  <a:pt x="333" y="222"/>
                </a:lnTo>
                <a:lnTo>
                  <a:pt x="334" y="222"/>
                </a:lnTo>
                <a:lnTo>
                  <a:pt x="335" y="222"/>
                </a:lnTo>
                <a:lnTo>
                  <a:pt x="336" y="222"/>
                </a:lnTo>
                <a:lnTo>
                  <a:pt x="337" y="222"/>
                </a:lnTo>
                <a:lnTo>
                  <a:pt x="338" y="222"/>
                </a:lnTo>
                <a:lnTo>
                  <a:pt x="340" y="223"/>
                </a:lnTo>
                <a:lnTo>
                  <a:pt x="341" y="224"/>
                </a:lnTo>
                <a:lnTo>
                  <a:pt x="342" y="224"/>
                </a:lnTo>
                <a:lnTo>
                  <a:pt x="343" y="224"/>
                </a:lnTo>
                <a:lnTo>
                  <a:pt x="344" y="224"/>
                </a:lnTo>
                <a:lnTo>
                  <a:pt x="344" y="225"/>
                </a:lnTo>
                <a:lnTo>
                  <a:pt x="345" y="225"/>
                </a:lnTo>
                <a:lnTo>
                  <a:pt x="346" y="225"/>
                </a:lnTo>
                <a:lnTo>
                  <a:pt x="346" y="226"/>
                </a:lnTo>
                <a:lnTo>
                  <a:pt x="347" y="225"/>
                </a:lnTo>
                <a:lnTo>
                  <a:pt x="348" y="224"/>
                </a:lnTo>
                <a:lnTo>
                  <a:pt x="349" y="224"/>
                </a:lnTo>
                <a:lnTo>
                  <a:pt x="350" y="224"/>
                </a:lnTo>
                <a:lnTo>
                  <a:pt x="351" y="224"/>
                </a:lnTo>
                <a:lnTo>
                  <a:pt x="351" y="223"/>
                </a:lnTo>
                <a:lnTo>
                  <a:pt x="352" y="223"/>
                </a:lnTo>
                <a:lnTo>
                  <a:pt x="353" y="223"/>
                </a:lnTo>
                <a:lnTo>
                  <a:pt x="354" y="222"/>
                </a:lnTo>
                <a:lnTo>
                  <a:pt x="356" y="222"/>
                </a:lnTo>
                <a:lnTo>
                  <a:pt x="357" y="221"/>
                </a:lnTo>
                <a:lnTo>
                  <a:pt x="358" y="219"/>
                </a:lnTo>
                <a:lnTo>
                  <a:pt x="360" y="218"/>
                </a:lnTo>
                <a:lnTo>
                  <a:pt x="361" y="217"/>
                </a:lnTo>
                <a:lnTo>
                  <a:pt x="362" y="217"/>
                </a:lnTo>
                <a:lnTo>
                  <a:pt x="363" y="217"/>
                </a:lnTo>
                <a:lnTo>
                  <a:pt x="365" y="216"/>
                </a:lnTo>
                <a:lnTo>
                  <a:pt x="366" y="215"/>
                </a:lnTo>
                <a:lnTo>
                  <a:pt x="365" y="214"/>
                </a:lnTo>
                <a:lnTo>
                  <a:pt x="364" y="215"/>
                </a:lnTo>
                <a:lnTo>
                  <a:pt x="363" y="214"/>
                </a:lnTo>
                <a:lnTo>
                  <a:pt x="362" y="214"/>
                </a:lnTo>
                <a:lnTo>
                  <a:pt x="362" y="213"/>
                </a:lnTo>
                <a:lnTo>
                  <a:pt x="363" y="213"/>
                </a:lnTo>
                <a:lnTo>
                  <a:pt x="363" y="212"/>
                </a:lnTo>
                <a:lnTo>
                  <a:pt x="363" y="211"/>
                </a:lnTo>
                <a:lnTo>
                  <a:pt x="364" y="211"/>
                </a:lnTo>
                <a:lnTo>
                  <a:pt x="365" y="210"/>
                </a:lnTo>
                <a:lnTo>
                  <a:pt x="365" y="209"/>
                </a:lnTo>
                <a:lnTo>
                  <a:pt x="366" y="209"/>
                </a:lnTo>
                <a:lnTo>
                  <a:pt x="366" y="208"/>
                </a:lnTo>
                <a:lnTo>
                  <a:pt x="365" y="208"/>
                </a:lnTo>
                <a:lnTo>
                  <a:pt x="365" y="207"/>
                </a:lnTo>
                <a:lnTo>
                  <a:pt x="364" y="207"/>
                </a:lnTo>
                <a:lnTo>
                  <a:pt x="363" y="206"/>
                </a:lnTo>
                <a:lnTo>
                  <a:pt x="364" y="206"/>
                </a:lnTo>
                <a:lnTo>
                  <a:pt x="364" y="205"/>
                </a:lnTo>
                <a:lnTo>
                  <a:pt x="364" y="204"/>
                </a:lnTo>
                <a:lnTo>
                  <a:pt x="363" y="204"/>
                </a:lnTo>
                <a:lnTo>
                  <a:pt x="362" y="204"/>
                </a:lnTo>
                <a:lnTo>
                  <a:pt x="362" y="203"/>
                </a:lnTo>
                <a:lnTo>
                  <a:pt x="361" y="203"/>
                </a:lnTo>
                <a:lnTo>
                  <a:pt x="360" y="203"/>
                </a:lnTo>
                <a:lnTo>
                  <a:pt x="360" y="202"/>
                </a:lnTo>
                <a:lnTo>
                  <a:pt x="361" y="202"/>
                </a:lnTo>
                <a:lnTo>
                  <a:pt x="361" y="201"/>
                </a:lnTo>
                <a:lnTo>
                  <a:pt x="361" y="200"/>
                </a:lnTo>
                <a:lnTo>
                  <a:pt x="361" y="199"/>
                </a:lnTo>
                <a:lnTo>
                  <a:pt x="361" y="198"/>
                </a:lnTo>
                <a:lnTo>
                  <a:pt x="362" y="198"/>
                </a:lnTo>
                <a:lnTo>
                  <a:pt x="362" y="197"/>
                </a:lnTo>
                <a:lnTo>
                  <a:pt x="362" y="196"/>
                </a:lnTo>
                <a:lnTo>
                  <a:pt x="363" y="196"/>
                </a:lnTo>
                <a:lnTo>
                  <a:pt x="363" y="195"/>
                </a:lnTo>
                <a:lnTo>
                  <a:pt x="364" y="195"/>
                </a:lnTo>
                <a:lnTo>
                  <a:pt x="364" y="194"/>
                </a:lnTo>
                <a:lnTo>
                  <a:pt x="363" y="194"/>
                </a:lnTo>
                <a:lnTo>
                  <a:pt x="362" y="194"/>
                </a:lnTo>
                <a:lnTo>
                  <a:pt x="362" y="193"/>
                </a:lnTo>
                <a:lnTo>
                  <a:pt x="362" y="192"/>
                </a:lnTo>
                <a:lnTo>
                  <a:pt x="362" y="191"/>
                </a:lnTo>
                <a:lnTo>
                  <a:pt x="361" y="191"/>
                </a:lnTo>
                <a:lnTo>
                  <a:pt x="361" y="190"/>
                </a:lnTo>
                <a:lnTo>
                  <a:pt x="360" y="190"/>
                </a:lnTo>
                <a:lnTo>
                  <a:pt x="360" y="189"/>
                </a:lnTo>
                <a:lnTo>
                  <a:pt x="359" y="189"/>
                </a:lnTo>
                <a:lnTo>
                  <a:pt x="359" y="188"/>
                </a:lnTo>
                <a:lnTo>
                  <a:pt x="358" y="187"/>
                </a:lnTo>
                <a:lnTo>
                  <a:pt x="357" y="187"/>
                </a:lnTo>
                <a:lnTo>
                  <a:pt x="357" y="188"/>
                </a:lnTo>
                <a:lnTo>
                  <a:pt x="356" y="188"/>
                </a:lnTo>
                <a:lnTo>
                  <a:pt x="355" y="188"/>
                </a:lnTo>
                <a:lnTo>
                  <a:pt x="355" y="187"/>
                </a:lnTo>
                <a:lnTo>
                  <a:pt x="354" y="187"/>
                </a:lnTo>
                <a:lnTo>
                  <a:pt x="353" y="187"/>
                </a:lnTo>
                <a:lnTo>
                  <a:pt x="352" y="187"/>
                </a:lnTo>
                <a:lnTo>
                  <a:pt x="352" y="186"/>
                </a:lnTo>
                <a:lnTo>
                  <a:pt x="352" y="185"/>
                </a:lnTo>
                <a:lnTo>
                  <a:pt x="352" y="184"/>
                </a:lnTo>
                <a:lnTo>
                  <a:pt x="352" y="183"/>
                </a:lnTo>
                <a:lnTo>
                  <a:pt x="353" y="183"/>
                </a:lnTo>
                <a:lnTo>
                  <a:pt x="353" y="182"/>
                </a:lnTo>
                <a:lnTo>
                  <a:pt x="354" y="182"/>
                </a:lnTo>
                <a:lnTo>
                  <a:pt x="354" y="181"/>
                </a:lnTo>
                <a:lnTo>
                  <a:pt x="355" y="181"/>
                </a:lnTo>
                <a:lnTo>
                  <a:pt x="355" y="180"/>
                </a:lnTo>
                <a:lnTo>
                  <a:pt x="355" y="179"/>
                </a:lnTo>
                <a:lnTo>
                  <a:pt x="355" y="178"/>
                </a:lnTo>
                <a:lnTo>
                  <a:pt x="355" y="177"/>
                </a:lnTo>
                <a:lnTo>
                  <a:pt x="354" y="177"/>
                </a:lnTo>
                <a:lnTo>
                  <a:pt x="354" y="176"/>
                </a:lnTo>
                <a:lnTo>
                  <a:pt x="353" y="175"/>
                </a:lnTo>
                <a:lnTo>
                  <a:pt x="353" y="174"/>
                </a:lnTo>
                <a:lnTo>
                  <a:pt x="352" y="174"/>
                </a:lnTo>
                <a:lnTo>
                  <a:pt x="351" y="174"/>
                </a:lnTo>
                <a:lnTo>
                  <a:pt x="351" y="173"/>
                </a:lnTo>
                <a:lnTo>
                  <a:pt x="350" y="173"/>
                </a:lnTo>
                <a:lnTo>
                  <a:pt x="350" y="172"/>
                </a:lnTo>
                <a:lnTo>
                  <a:pt x="350" y="171"/>
                </a:lnTo>
                <a:lnTo>
                  <a:pt x="349" y="171"/>
                </a:lnTo>
                <a:lnTo>
                  <a:pt x="348" y="171"/>
                </a:lnTo>
                <a:lnTo>
                  <a:pt x="348" y="170"/>
                </a:lnTo>
                <a:lnTo>
                  <a:pt x="348" y="168"/>
                </a:lnTo>
                <a:lnTo>
                  <a:pt x="347" y="168"/>
                </a:lnTo>
                <a:lnTo>
                  <a:pt x="346" y="168"/>
                </a:lnTo>
                <a:lnTo>
                  <a:pt x="345" y="168"/>
                </a:lnTo>
                <a:lnTo>
                  <a:pt x="344" y="167"/>
                </a:lnTo>
                <a:lnTo>
                  <a:pt x="344" y="166"/>
                </a:lnTo>
                <a:lnTo>
                  <a:pt x="343" y="166"/>
                </a:lnTo>
                <a:lnTo>
                  <a:pt x="342" y="166"/>
                </a:lnTo>
                <a:lnTo>
                  <a:pt x="341" y="165"/>
                </a:lnTo>
                <a:lnTo>
                  <a:pt x="340" y="164"/>
                </a:lnTo>
                <a:lnTo>
                  <a:pt x="339" y="164"/>
                </a:lnTo>
                <a:lnTo>
                  <a:pt x="338" y="164"/>
                </a:lnTo>
                <a:lnTo>
                  <a:pt x="337" y="163"/>
                </a:lnTo>
                <a:lnTo>
                  <a:pt x="336" y="163"/>
                </a:lnTo>
                <a:lnTo>
                  <a:pt x="335" y="163"/>
                </a:lnTo>
                <a:lnTo>
                  <a:pt x="335" y="164"/>
                </a:lnTo>
                <a:lnTo>
                  <a:pt x="334" y="164"/>
                </a:lnTo>
                <a:lnTo>
                  <a:pt x="332" y="164"/>
                </a:lnTo>
                <a:lnTo>
                  <a:pt x="330" y="165"/>
                </a:lnTo>
                <a:lnTo>
                  <a:pt x="329" y="166"/>
                </a:lnTo>
                <a:lnTo>
                  <a:pt x="328" y="167"/>
                </a:lnTo>
                <a:lnTo>
                  <a:pt x="326" y="168"/>
                </a:lnTo>
                <a:lnTo>
                  <a:pt x="325" y="168"/>
                </a:lnTo>
                <a:lnTo>
                  <a:pt x="324" y="168"/>
                </a:lnTo>
                <a:lnTo>
                  <a:pt x="324" y="169"/>
                </a:lnTo>
                <a:lnTo>
                  <a:pt x="324" y="170"/>
                </a:lnTo>
                <a:lnTo>
                  <a:pt x="324" y="171"/>
                </a:lnTo>
                <a:lnTo>
                  <a:pt x="325" y="171"/>
                </a:lnTo>
                <a:lnTo>
                  <a:pt x="325" y="172"/>
                </a:lnTo>
                <a:lnTo>
                  <a:pt x="323" y="172"/>
                </a:lnTo>
                <a:lnTo>
                  <a:pt x="323" y="171"/>
                </a:lnTo>
                <a:lnTo>
                  <a:pt x="322" y="171"/>
                </a:lnTo>
                <a:lnTo>
                  <a:pt x="322" y="170"/>
                </a:lnTo>
                <a:lnTo>
                  <a:pt x="321" y="170"/>
                </a:lnTo>
                <a:lnTo>
                  <a:pt x="321" y="171"/>
                </a:lnTo>
                <a:lnTo>
                  <a:pt x="320" y="171"/>
                </a:lnTo>
                <a:lnTo>
                  <a:pt x="319" y="171"/>
                </a:lnTo>
                <a:lnTo>
                  <a:pt x="318" y="171"/>
                </a:lnTo>
                <a:lnTo>
                  <a:pt x="318" y="172"/>
                </a:lnTo>
                <a:lnTo>
                  <a:pt x="317" y="172"/>
                </a:lnTo>
                <a:lnTo>
                  <a:pt x="317" y="171"/>
                </a:lnTo>
                <a:lnTo>
                  <a:pt x="316" y="170"/>
                </a:lnTo>
                <a:lnTo>
                  <a:pt x="316" y="169"/>
                </a:lnTo>
                <a:lnTo>
                  <a:pt x="316" y="168"/>
                </a:lnTo>
                <a:lnTo>
                  <a:pt x="315" y="168"/>
                </a:lnTo>
                <a:lnTo>
                  <a:pt x="314" y="167"/>
                </a:lnTo>
                <a:lnTo>
                  <a:pt x="312" y="167"/>
                </a:lnTo>
                <a:lnTo>
                  <a:pt x="312" y="168"/>
                </a:lnTo>
                <a:lnTo>
                  <a:pt x="311" y="169"/>
                </a:lnTo>
                <a:lnTo>
                  <a:pt x="311" y="168"/>
                </a:lnTo>
                <a:lnTo>
                  <a:pt x="310" y="168"/>
                </a:lnTo>
                <a:lnTo>
                  <a:pt x="309" y="168"/>
                </a:lnTo>
                <a:lnTo>
                  <a:pt x="307" y="169"/>
                </a:lnTo>
                <a:lnTo>
                  <a:pt x="307" y="170"/>
                </a:lnTo>
                <a:lnTo>
                  <a:pt x="306" y="170"/>
                </a:lnTo>
                <a:lnTo>
                  <a:pt x="306" y="171"/>
                </a:lnTo>
                <a:lnTo>
                  <a:pt x="304" y="170"/>
                </a:lnTo>
                <a:lnTo>
                  <a:pt x="304" y="169"/>
                </a:lnTo>
                <a:lnTo>
                  <a:pt x="304" y="168"/>
                </a:lnTo>
                <a:lnTo>
                  <a:pt x="304" y="167"/>
                </a:lnTo>
                <a:lnTo>
                  <a:pt x="303" y="167"/>
                </a:lnTo>
                <a:lnTo>
                  <a:pt x="302" y="167"/>
                </a:lnTo>
                <a:lnTo>
                  <a:pt x="302" y="166"/>
                </a:lnTo>
                <a:lnTo>
                  <a:pt x="302" y="165"/>
                </a:lnTo>
                <a:lnTo>
                  <a:pt x="301" y="165"/>
                </a:lnTo>
                <a:lnTo>
                  <a:pt x="301" y="164"/>
                </a:lnTo>
                <a:lnTo>
                  <a:pt x="301" y="163"/>
                </a:lnTo>
                <a:lnTo>
                  <a:pt x="302" y="162"/>
                </a:lnTo>
                <a:lnTo>
                  <a:pt x="302" y="161"/>
                </a:lnTo>
                <a:lnTo>
                  <a:pt x="302" y="160"/>
                </a:lnTo>
                <a:lnTo>
                  <a:pt x="303" y="160"/>
                </a:lnTo>
                <a:lnTo>
                  <a:pt x="303" y="158"/>
                </a:lnTo>
                <a:lnTo>
                  <a:pt x="304" y="157"/>
                </a:lnTo>
                <a:lnTo>
                  <a:pt x="304" y="156"/>
                </a:lnTo>
                <a:lnTo>
                  <a:pt x="305" y="154"/>
                </a:lnTo>
                <a:lnTo>
                  <a:pt x="305" y="153"/>
                </a:lnTo>
                <a:lnTo>
                  <a:pt x="304" y="152"/>
                </a:lnTo>
                <a:lnTo>
                  <a:pt x="303" y="152"/>
                </a:lnTo>
                <a:lnTo>
                  <a:pt x="303" y="151"/>
                </a:lnTo>
                <a:lnTo>
                  <a:pt x="303" y="150"/>
                </a:lnTo>
                <a:lnTo>
                  <a:pt x="302" y="151"/>
                </a:lnTo>
                <a:lnTo>
                  <a:pt x="301" y="151"/>
                </a:lnTo>
                <a:lnTo>
                  <a:pt x="300" y="151"/>
                </a:lnTo>
                <a:lnTo>
                  <a:pt x="299" y="150"/>
                </a:lnTo>
                <a:lnTo>
                  <a:pt x="299" y="149"/>
                </a:lnTo>
                <a:lnTo>
                  <a:pt x="298" y="146"/>
                </a:lnTo>
                <a:lnTo>
                  <a:pt x="297" y="145"/>
                </a:lnTo>
                <a:lnTo>
                  <a:pt x="297" y="144"/>
                </a:lnTo>
                <a:lnTo>
                  <a:pt x="297" y="143"/>
                </a:lnTo>
                <a:lnTo>
                  <a:pt x="296" y="142"/>
                </a:lnTo>
                <a:lnTo>
                  <a:pt x="295" y="142"/>
                </a:lnTo>
                <a:lnTo>
                  <a:pt x="294" y="142"/>
                </a:lnTo>
                <a:lnTo>
                  <a:pt x="293" y="142"/>
                </a:lnTo>
                <a:lnTo>
                  <a:pt x="293" y="141"/>
                </a:lnTo>
                <a:lnTo>
                  <a:pt x="293" y="140"/>
                </a:lnTo>
                <a:lnTo>
                  <a:pt x="292" y="139"/>
                </a:lnTo>
                <a:lnTo>
                  <a:pt x="292" y="138"/>
                </a:lnTo>
                <a:lnTo>
                  <a:pt x="291" y="138"/>
                </a:lnTo>
                <a:lnTo>
                  <a:pt x="290" y="138"/>
                </a:lnTo>
                <a:lnTo>
                  <a:pt x="290" y="139"/>
                </a:lnTo>
                <a:lnTo>
                  <a:pt x="289" y="139"/>
                </a:lnTo>
                <a:lnTo>
                  <a:pt x="289" y="140"/>
                </a:lnTo>
                <a:lnTo>
                  <a:pt x="290" y="141"/>
                </a:lnTo>
                <a:lnTo>
                  <a:pt x="291" y="141"/>
                </a:lnTo>
                <a:lnTo>
                  <a:pt x="290" y="142"/>
                </a:lnTo>
                <a:lnTo>
                  <a:pt x="288" y="142"/>
                </a:lnTo>
                <a:lnTo>
                  <a:pt x="287" y="142"/>
                </a:lnTo>
                <a:lnTo>
                  <a:pt x="285" y="143"/>
                </a:lnTo>
                <a:lnTo>
                  <a:pt x="285" y="144"/>
                </a:lnTo>
                <a:lnTo>
                  <a:pt x="285" y="145"/>
                </a:lnTo>
                <a:lnTo>
                  <a:pt x="285" y="146"/>
                </a:lnTo>
                <a:lnTo>
                  <a:pt x="285" y="147"/>
                </a:lnTo>
                <a:lnTo>
                  <a:pt x="285" y="148"/>
                </a:lnTo>
                <a:lnTo>
                  <a:pt x="284" y="148"/>
                </a:lnTo>
                <a:lnTo>
                  <a:pt x="283" y="147"/>
                </a:lnTo>
                <a:lnTo>
                  <a:pt x="281" y="147"/>
                </a:lnTo>
                <a:lnTo>
                  <a:pt x="279" y="146"/>
                </a:lnTo>
                <a:lnTo>
                  <a:pt x="278" y="145"/>
                </a:lnTo>
                <a:lnTo>
                  <a:pt x="277" y="143"/>
                </a:lnTo>
                <a:lnTo>
                  <a:pt x="277" y="142"/>
                </a:lnTo>
                <a:lnTo>
                  <a:pt x="276" y="142"/>
                </a:lnTo>
                <a:lnTo>
                  <a:pt x="275" y="142"/>
                </a:lnTo>
                <a:lnTo>
                  <a:pt x="274" y="141"/>
                </a:lnTo>
                <a:lnTo>
                  <a:pt x="273" y="141"/>
                </a:lnTo>
                <a:lnTo>
                  <a:pt x="273" y="142"/>
                </a:lnTo>
                <a:lnTo>
                  <a:pt x="272" y="142"/>
                </a:lnTo>
                <a:lnTo>
                  <a:pt x="272" y="140"/>
                </a:lnTo>
                <a:lnTo>
                  <a:pt x="273" y="139"/>
                </a:lnTo>
                <a:lnTo>
                  <a:pt x="273" y="138"/>
                </a:lnTo>
                <a:lnTo>
                  <a:pt x="274" y="137"/>
                </a:lnTo>
                <a:lnTo>
                  <a:pt x="274" y="136"/>
                </a:lnTo>
                <a:lnTo>
                  <a:pt x="274" y="135"/>
                </a:lnTo>
                <a:lnTo>
                  <a:pt x="274" y="134"/>
                </a:lnTo>
                <a:lnTo>
                  <a:pt x="274" y="133"/>
                </a:lnTo>
                <a:lnTo>
                  <a:pt x="274" y="132"/>
                </a:lnTo>
                <a:lnTo>
                  <a:pt x="274" y="131"/>
                </a:lnTo>
                <a:lnTo>
                  <a:pt x="274" y="130"/>
                </a:lnTo>
                <a:lnTo>
                  <a:pt x="273" y="129"/>
                </a:lnTo>
                <a:lnTo>
                  <a:pt x="272" y="129"/>
                </a:lnTo>
                <a:lnTo>
                  <a:pt x="272" y="128"/>
                </a:lnTo>
                <a:lnTo>
                  <a:pt x="273" y="128"/>
                </a:lnTo>
                <a:lnTo>
                  <a:pt x="273" y="127"/>
                </a:lnTo>
                <a:lnTo>
                  <a:pt x="273" y="126"/>
                </a:lnTo>
                <a:lnTo>
                  <a:pt x="273" y="125"/>
                </a:lnTo>
                <a:lnTo>
                  <a:pt x="273" y="124"/>
                </a:lnTo>
                <a:lnTo>
                  <a:pt x="272" y="123"/>
                </a:lnTo>
                <a:lnTo>
                  <a:pt x="271" y="123"/>
                </a:lnTo>
                <a:lnTo>
                  <a:pt x="270" y="123"/>
                </a:lnTo>
                <a:lnTo>
                  <a:pt x="269" y="122"/>
                </a:lnTo>
                <a:lnTo>
                  <a:pt x="268" y="122"/>
                </a:lnTo>
                <a:lnTo>
                  <a:pt x="268" y="121"/>
                </a:lnTo>
                <a:lnTo>
                  <a:pt x="268" y="120"/>
                </a:lnTo>
                <a:lnTo>
                  <a:pt x="269" y="120"/>
                </a:lnTo>
                <a:lnTo>
                  <a:pt x="269" y="119"/>
                </a:lnTo>
                <a:lnTo>
                  <a:pt x="269" y="118"/>
                </a:lnTo>
                <a:lnTo>
                  <a:pt x="268" y="117"/>
                </a:lnTo>
                <a:lnTo>
                  <a:pt x="269" y="116"/>
                </a:lnTo>
                <a:lnTo>
                  <a:pt x="269" y="115"/>
                </a:lnTo>
                <a:lnTo>
                  <a:pt x="270" y="115"/>
                </a:lnTo>
                <a:lnTo>
                  <a:pt x="270" y="114"/>
                </a:lnTo>
                <a:lnTo>
                  <a:pt x="270" y="112"/>
                </a:lnTo>
                <a:lnTo>
                  <a:pt x="270" y="111"/>
                </a:lnTo>
                <a:lnTo>
                  <a:pt x="270" y="110"/>
                </a:lnTo>
                <a:lnTo>
                  <a:pt x="271" y="110"/>
                </a:lnTo>
                <a:lnTo>
                  <a:pt x="272" y="110"/>
                </a:lnTo>
                <a:lnTo>
                  <a:pt x="273" y="110"/>
                </a:lnTo>
                <a:lnTo>
                  <a:pt x="274" y="110"/>
                </a:lnTo>
                <a:lnTo>
                  <a:pt x="275" y="110"/>
                </a:lnTo>
                <a:lnTo>
                  <a:pt x="276" y="109"/>
                </a:lnTo>
                <a:lnTo>
                  <a:pt x="275" y="108"/>
                </a:lnTo>
                <a:lnTo>
                  <a:pt x="276" y="108"/>
                </a:lnTo>
                <a:lnTo>
                  <a:pt x="277" y="108"/>
                </a:lnTo>
                <a:lnTo>
                  <a:pt x="278" y="108"/>
                </a:lnTo>
                <a:lnTo>
                  <a:pt x="278" y="107"/>
                </a:lnTo>
                <a:lnTo>
                  <a:pt x="277" y="106"/>
                </a:lnTo>
                <a:lnTo>
                  <a:pt x="277" y="105"/>
                </a:lnTo>
                <a:lnTo>
                  <a:pt x="278" y="105"/>
                </a:lnTo>
                <a:lnTo>
                  <a:pt x="278" y="104"/>
                </a:lnTo>
                <a:lnTo>
                  <a:pt x="279" y="103"/>
                </a:lnTo>
                <a:lnTo>
                  <a:pt x="279" y="102"/>
                </a:lnTo>
                <a:lnTo>
                  <a:pt x="279" y="100"/>
                </a:lnTo>
                <a:lnTo>
                  <a:pt x="279" y="99"/>
                </a:lnTo>
                <a:lnTo>
                  <a:pt x="280" y="99"/>
                </a:lnTo>
                <a:lnTo>
                  <a:pt x="280" y="100"/>
                </a:lnTo>
                <a:lnTo>
                  <a:pt x="281" y="100"/>
                </a:lnTo>
                <a:lnTo>
                  <a:pt x="282" y="100"/>
                </a:lnTo>
                <a:lnTo>
                  <a:pt x="282" y="99"/>
                </a:lnTo>
                <a:lnTo>
                  <a:pt x="283" y="99"/>
                </a:lnTo>
                <a:lnTo>
                  <a:pt x="283" y="98"/>
                </a:lnTo>
                <a:lnTo>
                  <a:pt x="284" y="97"/>
                </a:lnTo>
                <a:lnTo>
                  <a:pt x="285" y="97"/>
                </a:lnTo>
                <a:lnTo>
                  <a:pt x="285" y="96"/>
                </a:lnTo>
                <a:lnTo>
                  <a:pt x="286" y="95"/>
                </a:lnTo>
                <a:lnTo>
                  <a:pt x="287" y="97"/>
                </a:lnTo>
                <a:lnTo>
                  <a:pt x="287" y="99"/>
                </a:lnTo>
                <a:lnTo>
                  <a:pt x="288" y="99"/>
                </a:lnTo>
                <a:lnTo>
                  <a:pt x="289" y="99"/>
                </a:lnTo>
                <a:lnTo>
                  <a:pt x="290" y="98"/>
                </a:lnTo>
                <a:lnTo>
                  <a:pt x="290" y="97"/>
                </a:lnTo>
                <a:lnTo>
                  <a:pt x="291" y="97"/>
                </a:lnTo>
                <a:lnTo>
                  <a:pt x="291" y="96"/>
                </a:lnTo>
                <a:lnTo>
                  <a:pt x="292" y="97"/>
                </a:lnTo>
                <a:lnTo>
                  <a:pt x="294" y="98"/>
                </a:lnTo>
                <a:lnTo>
                  <a:pt x="295" y="98"/>
                </a:lnTo>
                <a:lnTo>
                  <a:pt x="296" y="98"/>
                </a:lnTo>
                <a:lnTo>
                  <a:pt x="297" y="98"/>
                </a:lnTo>
                <a:lnTo>
                  <a:pt x="298" y="98"/>
                </a:lnTo>
                <a:lnTo>
                  <a:pt x="298" y="97"/>
                </a:lnTo>
                <a:lnTo>
                  <a:pt x="299" y="97"/>
                </a:lnTo>
                <a:lnTo>
                  <a:pt x="300" y="97"/>
                </a:lnTo>
                <a:lnTo>
                  <a:pt x="301" y="98"/>
                </a:lnTo>
                <a:lnTo>
                  <a:pt x="302" y="97"/>
                </a:lnTo>
                <a:lnTo>
                  <a:pt x="303" y="98"/>
                </a:lnTo>
                <a:lnTo>
                  <a:pt x="304" y="99"/>
                </a:lnTo>
                <a:lnTo>
                  <a:pt x="304" y="98"/>
                </a:lnTo>
                <a:lnTo>
                  <a:pt x="305" y="97"/>
                </a:lnTo>
                <a:lnTo>
                  <a:pt x="306" y="98"/>
                </a:lnTo>
                <a:lnTo>
                  <a:pt x="307" y="97"/>
                </a:lnTo>
                <a:lnTo>
                  <a:pt x="307" y="96"/>
                </a:lnTo>
                <a:lnTo>
                  <a:pt x="306" y="95"/>
                </a:lnTo>
                <a:lnTo>
                  <a:pt x="305" y="95"/>
                </a:lnTo>
                <a:lnTo>
                  <a:pt x="305" y="94"/>
                </a:lnTo>
                <a:lnTo>
                  <a:pt x="305" y="92"/>
                </a:lnTo>
                <a:lnTo>
                  <a:pt x="305" y="91"/>
                </a:lnTo>
                <a:lnTo>
                  <a:pt x="305" y="90"/>
                </a:lnTo>
                <a:lnTo>
                  <a:pt x="304" y="90"/>
                </a:lnTo>
                <a:lnTo>
                  <a:pt x="305" y="89"/>
                </a:lnTo>
                <a:lnTo>
                  <a:pt x="305" y="87"/>
                </a:lnTo>
                <a:lnTo>
                  <a:pt x="306" y="87"/>
                </a:lnTo>
                <a:lnTo>
                  <a:pt x="307" y="87"/>
                </a:lnTo>
                <a:lnTo>
                  <a:pt x="308" y="87"/>
                </a:lnTo>
                <a:lnTo>
                  <a:pt x="309" y="86"/>
                </a:lnTo>
                <a:lnTo>
                  <a:pt x="310" y="86"/>
                </a:lnTo>
                <a:lnTo>
                  <a:pt x="310" y="85"/>
                </a:lnTo>
                <a:lnTo>
                  <a:pt x="311" y="85"/>
                </a:lnTo>
                <a:lnTo>
                  <a:pt x="311" y="84"/>
                </a:lnTo>
                <a:lnTo>
                  <a:pt x="310" y="83"/>
                </a:lnTo>
                <a:lnTo>
                  <a:pt x="310" y="82"/>
                </a:lnTo>
                <a:lnTo>
                  <a:pt x="311" y="82"/>
                </a:lnTo>
                <a:lnTo>
                  <a:pt x="311" y="81"/>
                </a:lnTo>
                <a:lnTo>
                  <a:pt x="312" y="81"/>
                </a:lnTo>
                <a:lnTo>
                  <a:pt x="312" y="80"/>
                </a:lnTo>
                <a:lnTo>
                  <a:pt x="313" y="80"/>
                </a:lnTo>
                <a:lnTo>
                  <a:pt x="313" y="79"/>
                </a:lnTo>
                <a:lnTo>
                  <a:pt x="314" y="77"/>
                </a:lnTo>
                <a:lnTo>
                  <a:pt x="314" y="76"/>
                </a:lnTo>
                <a:lnTo>
                  <a:pt x="314" y="75"/>
                </a:lnTo>
                <a:lnTo>
                  <a:pt x="314" y="73"/>
                </a:lnTo>
                <a:lnTo>
                  <a:pt x="315" y="73"/>
                </a:lnTo>
                <a:lnTo>
                  <a:pt x="316" y="74"/>
                </a:lnTo>
                <a:lnTo>
                  <a:pt x="316" y="75"/>
                </a:lnTo>
                <a:lnTo>
                  <a:pt x="318" y="76"/>
                </a:lnTo>
                <a:lnTo>
                  <a:pt x="319" y="76"/>
                </a:lnTo>
                <a:lnTo>
                  <a:pt x="320" y="76"/>
                </a:lnTo>
                <a:lnTo>
                  <a:pt x="321" y="77"/>
                </a:lnTo>
                <a:lnTo>
                  <a:pt x="321" y="78"/>
                </a:lnTo>
                <a:lnTo>
                  <a:pt x="322" y="78"/>
                </a:lnTo>
                <a:lnTo>
                  <a:pt x="322" y="79"/>
                </a:lnTo>
                <a:lnTo>
                  <a:pt x="323" y="80"/>
                </a:lnTo>
                <a:lnTo>
                  <a:pt x="322" y="80"/>
                </a:lnTo>
                <a:lnTo>
                  <a:pt x="322" y="81"/>
                </a:lnTo>
                <a:lnTo>
                  <a:pt x="321" y="81"/>
                </a:lnTo>
                <a:lnTo>
                  <a:pt x="322" y="81"/>
                </a:lnTo>
                <a:lnTo>
                  <a:pt x="323" y="81"/>
                </a:lnTo>
                <a:lnTo>
                  <a:pt x="324" y="81"/>
                </a:lnTo>
                <a:lnTo>
                  <a:pt x="324" y="82"/>
                </a:lnTo>
                <a:lnTo>
                  <a:pt x="323" y="82"/>
                </a:lnTo>
                <a:lnTo>
                  <a:pt x="323" y="83"/>
                </a:lnTo>
                <a:lnTo>
                  <a:pt x="324" y="84"/>
                </a:lnTo>
                <a:lnTo>
                  <a:pt x="325" y="83"/>
                </a:lnTo>
                <a:lnTo>
                  <a:pt x="326" y="84"/>
                </a:lnTo>
                <a:lnTo>
                  <a:pt x="327" y="84"/>
                </a:lnTo>
                <a:lnTo>
                  <a:pt x="327" y="85"/>
                </a:lnTo>
                <a:lnTo>
                  <a:pt x="328" y="85"/>
                </a:lnTo>
                <a:lnTo>
                  <a:pt x="328" y="84"/>
                </a:lnTo>
                <a:lnTo>
                  <a:pt x="329" y="84"/>
                </a:lnTo>
                <a:lnTo>
                  <a:pt x="330" y="85"/>
                </a:lnTo>
                <a:lnTo>
                  <a:pt x="330" y="86"/>
                </a:lnTo>
                <a:lnTo>
                  <a:pt x="331" y="87"/>
                </a:lnTo>
                <a:lnTo>
                  <a:pt x="331" y="88"/>
                </a:lnTo>
                <a:lnTo>
                  <a:pt x="330" y="88"/>
                </a:lnTo>
                <a:lnTo>
                  <a:pt x="331" y="89"/>
                </a:lnTo>
                <a:lnTo>
                  <a:pt x="332" y="90"/>
                </a:lnTo>
                <a:lnTo>
                  <a:pt x="332" y="91"/>
                </a:lnTo>
                <a:lnTo>
                  <a:pt x="333" y="93"/>
                </a:lnTo>
                <a:lnTo>
                  <a:pt x="334" y="93"/>
                </a:lnTo>
                <a:lnTo>
                  <a:pt x="335" y="93"/>
                </a:lnTo>
                <a:lnTo>
                  <a:pt x="335" y="92"/>
                </a:lnTo>
                <a:lnTo>
                  <a:pt x="335" y="91"/>
                </a:lnTo>
                <a:lnTo>
                  <a:pt x="336" y="91"/>
                </a:lnTo>
                <a:lnTo>
                  <a:pt x="338" y="91"/>
                </a:lnTo>
                <a:lnTo>
                  <a:pt x="340" y="91"/>
                </a:lnTo>
                <a:lnTo>
                  <a:pt x="340" y="92"/>
                </a:lnTo>
                <a:lnTo>
                  <a:pt x="341" y="92"/>
                </a:lnTo>
                <a:lnTo>
                  <a:pt x="341" y="93"/>
                </a:lnTo>
                <a:lnTo>
                  <a:pt x="341" y="94"/>
                </a:lnTo>
                <a:lnTo>
                  <a:pt x="341" y="95"/>
                </a:lnTo>
                <a:lnTo>
                  <a:pt x="342" y="95"/>
                </a:lnTo>
                <a:lnTo>
                  <a:pt x="342" y="96"/>
                </a:lnTo>
                <a:lnTo>
                  <a:pt x="343" y="97"/>
                </a:lnTo>
                <a:lnTo>
                  <a:pt x="343" y="98"/>
                </a:lnTo>
                <a:lnTo>
                  <a:pt x="344" y="98"/>
                </a:lnTo>
                <a:lnTo>
                  <a:pt x="343" y="98"/>
                </a:lnTo>
                <a:lnTo>
                  <a:pt x="343" y="99"/>
                </a:lnTo>
                <a:lnTo>
                  <a:pt x="344" y="100"/>
                </a:lnTo>
                <a:lnTo>
                  <a:pt x="344" y="101"/>
                </a:lnTo>
                <a:lnTo>
                  <a:pt x="345" y="101"/>
                </a:lnTo>
                <a:lnTo>
                  <a:pt x="346" y="102"/>
                </a:lnTo>
                <a:lnTo>
                  <a:pt x="347" y="102"/>
                </a:lnTo>
                <a:lnTo>
                  <a:pt x="347" y="101"/>
                </a:lnTo>
                <a:lnTo>
                  <a:pt x="348" y="101"/>
                </a:lnTo>
                <a:lnTo>
                  <a:pt x="348" y="102"/>
                </a:lnTo>
                <a:lnTo>
                  <a:pt x="349" y="102"/>
                </a:lnTo>
                <a:lnTo>
                  <a:pt x="349" y="103"/>
                </a:lnTo>
                <a:lnTo>
                  <a:pt x="350" y="103"/>
                </a:lnTo>
                <a:lnTo>
                  <a:pt x="350" y="104"/>
                </a:lnTo>
                <a:lnTo>
                  <a:pt x="351" y="104"/>
                </a:lnTo>
                <a:lnTo>
                  <a:pt x="352" y="106"/>
                </a:lnTo>
                <a:lnTo>
                  <a:pt x="353" y="106"/>
                </a:lnTo>
                <a:lnTo>
                  <a:pt x="355" y="106"/>
                </a:lnTo>
                <a:lnTo>
                  <a:pt x="355" y="107"/>
                </a:lnTo>
                <a:lnTo>
                  <a:pt x="356" y="107"/>
                </a:lnTo>
                <a:lnTo>
                  <a:pt x="356" y="106"/>
                </a:lnTo>
                <a:lnTo>
                  <a:pt x="357" y="106"/>
                </a:lnTo>
                <a:lnTo>
                  <a:pt x="357" y="107"/>
                </a:lnTo>
                <a:lnTo>
                  <a:pt x="358" y="107"/>
                </a:lnTo>
                <a:lnTo>
                  <a:pt x="358" y="108"/>
                </a:lnTo>
                <a:lnTo>
                  <a:pt x="358" y="109"/>
                </a:lnTo>
                <a:lnTo>
                  <a:pt x="359" y="109"/>
                </a:lnTo>
                <a:lnTo>
                  <a:pt x="359" y="110"/>
                </a:lnTo>
                <a:lnTo>
                  <a:pt x="359" y="111"/>
                </a:lnTo>
                <a:lnTo>
                  <a:pt x="360" y="112"/>
                </a:lnTo>
                <a:lnTo>
                  <a:pt x="361" y="113"/>
                </a:lnTo>
                <a:lnTo>
                  <a:pt x="362" y="115"/>
                </a:lnTo>
                <a:lnTo>
                  <a:pt x="363" y="115"/>
                </a:lnTo>
                <a:lnTo>
                  <a:pt x="365" y="116"/>
                </a:lnTo>
                <a:lnTo>
                  <a:pt x="366" y="115"/>
                </a:lnTo>
                <a:lnTo>
                  <a:pt x="367" y="115"/>
                </a:lnTo>
                <a:lnTo>
                  <a:pt x="368" y="115"/>
                </a:lnTo>
                <a:lnTo>
                  <a:pt x="368" y="116"/>
                </a:lnTo>
                <a:lnTo>
                  <a:pt x="369" y="116"/>
                </a:lnTo>
                <a:lnTo>
                  <a:pt x="369" y="115"/>
                </a:lnTo>
                <a:lnTo>
                  <a:pt x="369" y="114"/>
                </a:lnTo>
                <a:lnTo>
                  <a:pt x="369" y="113"/>
                </a:lnTo>
                <a:lnTo>
                  <a:pt x="369" y="112"/>
                </a:lnTo>
                <a:lnTo>
                  <a:pt x="369" y="111"/>
                </a:lnTo>
                <a:lnTo>
                  <a:pt x="369" y="110"/>
                </a:lnTo>
                <a:lnTo>
                  <a:pt x="369" y="109"/>
                </a:lnTo>
                <a:lnTo>
                  <a:pt x="368" y="108"/>
                </a:lnTo>
                <a:lnTo>
                  <a:pt x="369" y="108"/>
                </a:lnTo>
                <a:lnTo>
                  <a:pt x="370" y="106"/>
                </a:lnTo>
                <a:lnTo>
                  <a:pt x="370" y="105"/>
                </a:lnTo>
                <a:lnTo>
                  <a:pt x="370" y="104"/>
                </a:lnTo>
                <a:lnTo>
                  <a:pt x="370" y="103"/>
                </a:lnTo>
                <a:lnTo>
                  <a:pt x="370" y="102"/>
                </a:lnTo>
                <a:lnTo>
                  <a:pt x="371" y="102"/>
                </a:lnTo>
                <a:lnTo>
                  <a:pt x="372" y="101"/>
                </a:lnTo>
                <a:lnTo>
                  <a:pt x="372" y="102"/>
                </a:lnTo>
                <a:lnTo>
                  <a:pt x="373" y="102"/>
                </a:lnTo>
                <a:lnTo>
                  <a:pt x="374" y="103"/>
                </a:lnTo>
                <a:lnTo>
                  <a:pt x="376" y="104"/>
                </a:lnTo>
                <a:lnTo>
                  <a:pt x="376" y="103"/>
                </a:lnTo>
                <a:lnTo>
                  <a:pt x="377" y="103"/>
                </a:lnTo>
                <a:lnTo>
                  <a:pt x="381" y="106"/>
                </a:lnTo>
                <a:lnTo>
                  <a:pt x="381" y="107"/>
                </a:lnTo>
                <a:lnTo>
                  <a:pt x="382" y="107"/>
                </a:lnTo>
                <a:lnTo>
                  <a:pt x="383" y="107"/>
                </a:lnTo>
                <a:lnTo>
                  <a:pt x="384" y="106"/>
                </a:lnTo>
                <a:lnTo>
                  <a:pt x="385" y="106"/>
                </a:lnTo>
                <a:lnTo>
                  <a:pt x="385" y="107"/>
                </a:lnTo>
                <a:lnTo>
                  <a:pt x="386" y="106"/>
                </a:lnTo>
                <a:lnTo>
                  <a:pt x="386" y="105"/>
                </a:lnTo>
                <a:lnTo>
                  <a:pt x="385" y="104"/>
                </a:lnTo>
                <a:lnTo>
                  <a:pt x="384" y="104"/>
                </a:lnTo>
                <a:lnTo>
                  <a:pt x="383" y="103"/>
                </a:lnTo>
                <a:lnTo>
                  <a:pt x="383" y="102"/>
                </a:lnTo>
                <a:lnTo>
                  <a:pt x="382" y="101"/>
                </a:lnTo>
                <a:lnTo>
                  <a:pt x="382" y="100"/>
                </a:lnTo>
                <a:lnTo>
                  <a:pt x="381" y="100"/>
                </a:lnTo>
                <a:lnTo>
                  <a:pt x="380" y="99"/>
                </a:lnTo>
                <a:lnTo>
                  <a:pt x="381" y="99"/>
                </a:lnTo>
                <a:lnTo>
                  <a:pt x="381" y="98"/>
                </a:lnTo>
                <a:lnTo>
                  <a:pt x="382" y="97"/>
                </a:lnTo>
                <a:lnTo>
                  <a:pt x="383" y="98"/>
                </a:lnTo>
                <a:lnTo>
                  <a:pt x="383" y="99"/>
                </a:lnTo>
                <a:lnTo>
                  <a:pt x="384" y="98"/>
                </a:lnTo>
                <a:lnTo>
                  <a:pt x="384" y="99"/>
                </a:lnTo>
                <a:lnTo>
                  <a:pt x="385" y="100"/>
                </a:lnTo>
                <a:lnTo>
                  <a:pt x="385" y="101"/>
                </a:lnTo>
                <a:lnTo>
                  <a:pt x="386" y="101"/>
                </a:lnTo>
                <a:lnTo>
                  <a:pt x="386" y="102"/>
                </a:lnTo>
                <a:lnTo>
                  <a:pt x="387" y="102"/>
                </a:lnTo>
                <a:lnTo>
                  <a:pt x="388" y="101"/>
                </a:lnTo>
                <a:lnTo>
                  <a:pt x="388" y="100"/>
                </a:lnTo>
                <a:lnTo>
                  <a:pt x="387" y="100"/>
                </a:lnTo>
                <a:lnTo>
                  <a:pt x="386" y="100"/>
                </a:lnTo>
                <a:lnTo>
                  <a:pt x="386" y="99"/>
                </a:lnTo>
                <a:lnTo>
                  <a:pt x="385" y="98"/>
                </a:lnTo>
                <a:lnTo>
                  <a:pt x="384" y="97"/>
                </a:lnTo>
                <a:lnTo>
                  <a:pt x="384" y="96"/>
                </a:lnTo>
                <a:lnTo>
                  <a:pt x="384" y="95"/>
                </a:lnTo>
                <a:lnTo>
                  <a:pt x="384" y="94"/>
                </a:lnTo>
                <a:lnTo>
                  <a:pt x="385" y="94"/>
                </a:lnTo>
                <a:lnTo>
                  <a:pt x="385" y="93"/>
                </a:lnTo>
                <a:lnTo>
                  <a:pt x="386" y="92"/>
                </a:lnTo>
                <a:lnTo>
                  <a:pt x="386" y="90"/>
                </a:lnTo>
                <a:lnTo>
                  <a:pt x="385" y="89"/>
                </a:lnTo>
                <a:lnTo>
                  <a:pt x="385" y="88"/>
                </a:lnTo>
                <a:lnTo>
                  <a:pt x="386" y="88"/>
                </a:lnTo>
                <a:lnTo>
                  <a:pt x="387" y="87"/>
                </a:lnTo>
                <a:lnTo>
                  <a:pt x="388" y="87"/>
                </a:lnTo>
                <a:lnTo>
                  <a:pt x="388" y="86"/>
                </a:lnTo>
                <a:lnTo>
                  <a:pt x="388" y="85"/>
                </a:lnTo>
                <a:lnTo>
                  <a:pt x="388" y="84"/>
                </a:lnTo>
                <a:lnTo>
                  <a:pt x="387" y="84"/>
                </a:lnTo>
                <a:lnTo>
                  <a:pt x="387" y="83"/>
                </a:lnTo>
                <a:lnTo>
                  <a:pt x="386" y="82"/>
                </a:lnTo>
                <a:lnTo>
                  <a:pt x="387" y="82"/>
                </a:lnTo>
                <a:lnTo>
                  <a:pt x="387" y="81"/>
                </a:lnTo>
                <a:lnTo>
                  <a:pt x="386" y="81"/>
                </a:lnTo>
                <a:lnTo>
                  <a:pt x="386" y="80"/>
                </a:lnTo>
                <a:lnTo>
                  <a:pt x="385" y="79"/>
                </a:lnTo>
                <a:lnTo>
                  <a:pt x="384" y="79"/>
                </a:lnTo>
                <a:lnTo>
                  <a:pt x="384" y="78"/>
                </a:lnTo>
                <a:lnTo>
                  <a:pt x="384" y="77"/>
                </a:lnTo>
                <a:lnTo>
                  <a:pt x="384" y="76"/>
                </a:lnTo>
                <a:lnTo>
                  <a:pt x="383" y="75"/>
                </a:lnTo>
                <a:lnTo>
                  <a:pt x="382" y="75"/>
                </a:lnTo>
                <a:lnTo>
                  <a:pt x="382" y="74"/>
                </a:lnTo>
                <a:lnTo>
                  <a:pt x="380" y="73"/>
                </a:lnTo>
                <a:lnTo>
                  <a:pt x="379" y="72"/>
                </a:lnTo>
                <a:lnTo>
                  <a:pt x="379" y="71"/>
                </a:lnTo>
                <a:lnTo>
                  <a:pt x="379" y="70"/>
                </a:lnTo>
                <a:lnTo>
                  <a:pt x="378" y="69"/>
                </a:lnTo>
                <a:lnTo>
                  <a:pt x="378" y="68"/>
                </a:lnTo>
                <a:lnTo>
                  <a:pt x="379" y="67"/>
                </a:lnTo>
                <a:lnTo>
                  <a:pt x="379" y="68"/>
                </a:lnTo>
                <a:lnTo>
                  <a:pt x="380" y="68"/>
                </a:lnTo>
                <a:lnTo>
                  <a:pt x="380" y="67"/>
                </a:lnTo>
                <a:lnTo>
                  <a:pt x="379" y="66"/>
                </a:lnTo>
                <a:lnTo>
                  <a:pt x="378" y="66"/>
                </a:lnTo>
                <a:lnTo>
                  <a:pt x="378" y="64"/>
                </a:lnTo>
                <a:lnTo>
                  <a:pt x="379" y="64"/>
                </a:lnTo>
                <a:lnTo>
                  <a:pt x="380" y="63"/>
                </a:lnTo>
                <a:lnTo>
                  <a:pt x="380" y="62"/>
                </a:lnTo>
                <a:lnTo>
                  <a:pt x="379" y="62"/>
                </a:lnTo>
                <a:lnTo>
                  <a:pt x="380" y="61"/>
                </a:lnTo>
                <a:lnTo>
                  <a:pt x="381" y="61"/>
                </a:lnTo>
                <a:lnTo>
                  <a:pt x="381" y="63"/>
                </a:lnTo>
                <a:lnTo>
                  <a:pt x="382" y="63"/>
                </a:lnTo>
                <a:lnTo>
                  <a:pt x="382" y="64"/>
                </a:lnTo>
                <a:lnTo>
                  <a:pt x="383" y="65"/>
                </a:lnTo>
                <a:lnTo>
                  <a:pt x="383" y="66"/>
                </a:lnTo>
                <a:lnTo>
                  <a:pt x="385" y="67"/>
                </a:lnTo>
                <a:lnTo>
                  <a:pt x="386" y="67"/>
                </a:lnTo>
                <a:lnTo>
                  <a:pt x="387" y="67"/>
                </a:lnTo>
                <a:lnTo>
                  <a:pt x="387" y="68"/>
                </a:lnTo>
                <a:lnTo>
                  <a:pt x="387" y="69"/>
                </a:lnTo>
                <a:lnTo>
                  <a:pt x="388" y="69"/>
                </a:lnTo>
                <a:lnTo>
                  <a:pt x="389" y="69"/>
                </a:lnTo>
                <a:lnTo>
                  <a:pt x="389" y="70"/>
                </a:lnTo>
                <a:lnTo>
                  <a:pt x="389" y="71"/>
                </a:lnTo>
                <a:lnTo>
                  <a:pt x="390" y="71"/>
                </a:lnTo>
                <a:lnTo>
                  <a:pt x="391" y="71"/>
                </a:lnTo>
                <a:lnTo>
                  <a:pt x="392" y="72"/>
                </a:lnTo>
                <a:lnTo>
                  <a:pt x="392" y="73"/>
                </a:lnTo>
                <a:lnTo>
                  <a:pt x="393" y="73"/>
                </a:lnTo>
                <a:lnTo>
                  <a:pt x="393" y="74"/>
                </a:lnTo>
                <a:lnTo>
                  <a:pt x="393" y="75"/>
                </a:lnTo>
                <a:lnTo>
                  <a:pt x="393" y="76"/>
                </a:lnTo>
                <a:lnTo>
                  <a:pt x="392" y="76"/>
                </a:lnTo>
                <a:lnTo>
                  <a:pt x="392" y="78"/>
                </a:lnTo>
                <a:lnTo>
                  <a:pt x="393" y="78"/>
                </a:lnTo>
                <a:lnTo>
                  <a:pt x="393" y="79"/>
                </a:lnTo>
                <a:lnTo>
                  <a:pt x="394" y="81"/>
                </a:lnTo>
                <a:lnTo>
                  <a:pt x="396" y="82"/>
                </a:lnTo>
                <a:lnTo>
                  <a:pt x="397" y="82"/>
                </a:lnTo>
                <a:lnTo>
                  <a:pt x="397" y="83"/>
                </a:lnTo>
                <a:lnTo>
                  <a:pt x="398" y="83"/>
                </a:lnTo>
                <a:lnTo>
                  <a:pt x="399" y="83"/>
                </a:lnTo>
                <a:lnTo>
                  <a:pt x="400" y="84"/>
                </a:lnTo>
                <a:lnTo>
                  <a:pt x="399" y="84"/>
                </a:lnTo>
                <a:lnTo>
                  <a:pt x="399" y="85"/>
                </a:lnTo>
                <a:lnTo>
                  <a:pt x="400" y="85"/>
                </a:lnTo>
                <a:lnTo>
                  <a:pt x="400" y="87"/>
                </a:lnTo>
                <a:lnTo>
                  <a:pt x="401" y="87"/>
                </a:lnTo>
                <a:lnTo>
                  <a:pt x="402" y="88"/>
                </a:lnTo>
                <a:lnTo>
                  <a:pt x="403" y="88"/>
                </a:lnTo>
                <a:lnTo>
                  <a:pt x="403" y="87"/>
                </a:lnTo>
                <a:lnTo>
                  <a:pt x="404" y="87"/>
                </a:lnTo>
                <a:lnTo>
                  <a:pt x="405" y="89"/>
                </a:lnTo>
                <a:lnTo>
                  <a:pt x="404" y="90"/>
                </a:lnTo>
                <a:lnTo>
                  <a:pt x="403" y="90"/>
                </a:lnTo>
                <a:lnTo>
                  <a:pt x="402" y="90"/>
                </a:lnTo>
                <a:lnTo>
                  <a:pt x="401" y="90"/>
                </a:lnTo>
                <a:lnTo>
                  <a:pt x="400" y="90"/>
                </a:lnTo>
                <a:lnTo>
                  <a:pt x="400" y="91"/>
                </a:lnTo>
                <a:lnTo>
                  <a:pt x="401" y="91"/>
                </a:lnTo>
                <a:lnTo>
                  <a:pt x="402" y="92"/>
                </a:lnTo>
                <a:lnTo>
                  <a:pt x="403" y="93"/>
                </a:lnTo>
                <a:lnTo>
                  <a:pt x="403" y="95"/>
                </a:lnTo>
                <a:lnTo>
                  <a:pt x="402" y="96"/>
                </a:lnTo>
                <a:lnTo>
                  <a:pt x="401" y="96"/>
                </a:lnTo>
                <a:lnTo>
                  <a:pt x="400" y="95"/>
                </a:lnTo>
                <a:lnTo>
                  <a:pt x="399" y="95"/>
                </a:lnTo>
                <a:lnTo>
                  <a:pt x="399" y="97"/>
                </a:lnTo>
                <a:lnTo>
                  <a:pt x="399" y="98"/>
                </a:lnTo>
                <a:lnTo>
                  <a:pt x="400" y="100"/>
                </a:lnTo>
                <a:lnTo>
                  <a:pt x="400" y="102"/>
                </a:lnTo>
                <a:lnTo>
                  <a:pt x="400" y="104"/>
                </a:lnTo>
                <a:lnTo>
                  <a:pt x="398" y="106"/>
                </a:lnTo>
                <a:lnTo>
                  <a:pt x="397" y="107"/>
                </a:lnTo>
                <a:lnTo>
                  <a:pt x="397" y="108"/>
                </a:lnTo>
                <a:lnTo>
                  <a:pt x="396" y="108"/>
                </a:lnTo>
                <a:lnTo>
                  <a:pt x="394" y="108"/>
                </a:lnTo>
                <a:lnTo>
                  <a:pt x="394" y="109"/>
                </a:lnTo>
                <a:lnTo>
                  <a:pt x="393" y="110"/>
                </a:lnTo>
                <a:lnTo>
                  <a:pt x="393" y="112"/>
                </a:lnTo>
                <a:lnTo>
                  <a:pt x="394" y="113"/>
                </a:lnTo>
                <a:lnTo>
                  <a:pt x="394" y="114"/>
                </a:lnTo>
                <a:lnTo>
                  <a:pt x="395" y="114"/>
                </a:lnTo>
                <a:lnTo>
                  <a:pt x="395" y="113"/>
                </a:lnTo>
                <a:lnTo>
                  <a:pt x="396" y="113"/>
                </a:lnTo>
                <a:lnTo>
                  <a:pt x="397" y="114"/>
                </a:lnTo>
                <a:lnTo>
                  <a:pt x="397" y="113"/>
                </a:lnTo>
                <a:lnTo>
                  <a:pt x="397" y="112"/>
                </a:lnTo>
                <a:lnTo>
                  <a:pt x="397" y="111"/>
                </a:lnTo>
                <a:lnTo>
                  <a:pt x="396" y="111"/>
                </a:lnTo>
                <a:lnTo>
                  <a:pt x="396" y="110"/>
                </a:lnTo>
                <a:lnTo>
                  <a:pt x="397" y="110"/>
                </a:lnTo>
                <a:lnTo>
                  <a:pt x="398" y="110"/>
                </a:lnTo>
                <a:lnTo>
                  <a:pt x="399" y="111"/>
                </a:lnTo>
                <a:lnTo>
                  <a:pt x="400" y="112"/>
                </a:lnTo>
                <a:lnTo>
                  <a:pt x="401" y="111"/>
                </a:lnTo>
                <a:lnTo>
                  <a:pt x="403" y="111"/>
                </a:lnTo>
                <a:lnTo>
                  <a:pt x="403" y="112"/>
                </a:lnTo>
                <a:lnTo>
                  <a:pt x="402" y="112"/>
                </a:lnTo>
                <a:lnTo>
                  <a:pt x="402" y="113"/>
                </a:lnTo>
                <a:lnTo>
                  <a:pt x="403" y="113"/>
                </a:lnTo>
                <a:lnTo>
                  <a:pt x="403" y="114"/>
                </a:lnTo>
                <a:lnTo>
                  <a:pt x="404" y="115"/>
                </a:lnTo>
                <a:lnTo>
                  <a:pt x="405" y="115"/>
                </a:lnTo>
                <a:lnTo>
                  <a:pt x="406" y="114"/>
                </a:lnTo>
                <a:lnTo>
                  <a:pt x="406" y="113"/>
                </a:lnTo>
                <a:lnTo>
                  <a:pt x="407" y="113"/>
                </a:lnTo>
                <a:lnTo>
                  <a:pt x="407" y="114"/>
                </a:lnTo>
                <a:lnTo>
                  <a:pt x="408" y="114"/>
                </a:lnTo>
                <a:lnTo>
                  <a:pt x="409" y="114"/>
                </a:lnTo>
                <a:lnTo>
                  <a:pt x="410" y="114"/>
                </a:lnTo>
                <a:lnTo>
                  <a:pt x="411" y="115"/>
                </a:lnTo>
                <a:lnTo>
                  <a:pt x="411" y="116"/>
                </a:lnTo>
                <a:lnTo>
                  <a:pt x="410" y="118"/>
                </a:lnTo>
                <a:lnTo>
                  <a:pt x="411" y="118"/>
                </a:lnTo>
                <a:lnTo>
                  <a:pt x="412" y="118"/>
                </a:lnTo>
                <a:lnTo>
                  <a:pt x="413" y="119"/>
                </a:lnTo>
                <a:lnTo>
                  <a:pt x="415" y="118"/>
                </a:lnTo>
                <a:lnTo>
                  <a:pt x="415" y="117"/>
                </a:lnTo>
                <a:lnTo>
                  <a:pt x="417" y="117"/>
                </a:lnTo>
                <a:lnTo>
                  <a:pt x="417" y="116"/>
                </a:lnTo>
                <a:lnTo>
                  <a:pt x="418" y="116"/>
                </a:lnTo>
                <a:lnTo>
                  <a:pt x="418" y="114"/>
                </a:lnTo>
                <a:lnTo>
                  <a:pt x="417" y="114"/>
                </a:lnTo>
                <a:lnTo>
                  <a:pt x="417" y="113"/>
                </a:lnTo>
                <a:lnTo>
                  <a:pt x="417" y="112"/>
                </a:lnTo>
                <a:lnTo>
                  <a:pt x="416" y="111"/>
                </a:lnTo>
                <a:lnTo>
                  <a:pt x="415" y="109"/>
                </a:lnTo>
                <a:lnTo>
                  <a:pt x="415" y="108"/>
                </a:lnTo>
                <a:lnTo>
                  <a:pt x="415" y="107"/>
                </a:lnTo>
                <a:lnTo>
                  <a:pt x="415" y="105"/>
                </a:lnTo>
                <a:lnTo>
                  <a:pt x="415" y="104"/>
                </a:lnTo>
                <a:lnTo>
                  <a:pt x="416" y="103"/>
                </a:lnTo>
                <a:lnTo>
                  <a:pt x="419" y="103"/>
                </a:lnTo>
                <a:lnTo>
                  <a:pt x="420" y="102"/>
                </a:lnTo>
                <a:lnTo>
                  <a:pt x="422" y="102"/>
                </a:lnTo>
                <a:lnTo>
                  <a:pt x="422" y="100"/>
                </a:lnTo>
                <a:lnTo>
                  <a:pt x="421" y="100"/>
                </a:lnTo>
                <a:lnTo>
                  <a:pt x="420" y="99"/>
                </a:lnTo>
                <a:lnTo>
                  <a:pt x="419" y="98"/>
                </a:lnTo>
                <a:lnTo>
                  <a:pt x="419" y="96"/>
                </a:lnTo>
                <a:lnTo>
                  <a:pt x="419" y="95"/>
                </a:lnTo>
                <a:lnTo>
                  <a:pt x="419" y="94"/>
                </a:lnTo>
                <a:lnTo>
                  <a:pt x="420" y="94"/>
                </a:lnTo>
                <a:lnTo>
                  <a:pt x="421" y="93"/>
                </a:lnTo>
                <a:lnTo>
                  <a:pt x="422" y="92"/>
                </a:lnTo>
                <a:lnTo>
                  <a:pt x="422" y="93"/>
                </a:lnTo>
                <a:lnTo>
                  <a:pt x="423" y="93"/>
                </a:lnTo>
                <a:lnTo>
                  <a:pt x="423" y="94"/>
                </a:lnTo>
                <a:lnTo>
                  <a:pt x="423" y="95"/>
                </a:lnTo>
                <a:lnTo>
                  <a:pt x="424" y="96"/>
                </a:lnTo>
                <a:lnTo>
                  <a:pt x="425" y="98"/>
                </a:lnTo>
                <a:lnTo>
                  <a:pt x="426" y="98"/>
                </a:lnTo>
                <a:lnTo>
                  <a:pt x="426" y="97"/>
                </a:lnTo>
                <a:lnTo>
                  <a:pt x="427" y="97"/>
                </a:lnTo>
                <a:lnTo>
                  <a:pt x="427" y="96"/>
                </a:lnTo>
                <a:lnTo>
                  <a:pt x="428" y="96"/>
                </a:lnTo>
                <a:lnTo>
                  <a:pt x="428" y="95"/>
                </a:lnTo>
                <a:lnTo>
                  <a:pt x="429" y="94"/>
                </a:lnTo>
                <a:lnTo>
                  <a:pt x="428" y="94"/>
                </a:lnTo>
                <a:lnTo>
                  <a:pt x="428" y="93"/>
                </a:lnTo>
                <a:lnTo>
                  <a:pt x="432" y="93"/>
                </a:lnTo>
                <a:lnTo>
                  <a:pt x="432" y="92"/>
                </a:lnTo>
                <a:lnTo>
                  <a:pt x="433" y="92"/>
                </a:lnTo>
                <a:lnTo>
                  <a:pt x="433" y="91"/>
                </a:lnTo>
                <a:lnTo>
                  <a:pt x="433" y="90"/>
                </a:lnTo>
                <a:lnTo>
                  <a:pt x="433" y="89"/>
                </a:lnTo>
                <a:lnTo>
                  <a:pt x="433" y="88"/>
                </a:lnTo>
                <a:lnTo>
                  <a:pt x="433" y="87"/>
                </a:lnTo>
                <a:lnTo>
                  <a:pt x="434" y="87"/>
                </a:lnTo>
                <a:lnTo>
                  <a:pt x="434" y="86"/>
                </a:lnTo>
                <a:lnTo>
                  <a:pt x="435" y="82"/>
                </a:lnTo>
                <a:lnTo>
                  <a:pt x="434" y="82"/>
                </a:lnTo>
                <a:lnTo>
                  <a:pt x="433" y="82"/>
                </a:lnTo>
                <a:lnTo>
                  <a:pt x="432" y="82"/>
                </a:lnTo>
                <a:lnTo>
                  <a:pt x="431" y="81"/>
                </a:lnTo>
                <a:lnTo>
                  <a:pt x="431" y="80"/>
                </a:lnTo>
                <a:lnTo>
                  <a:pt x="432" y="80"/>
                </a:lnTo>
                <a:lnTo>
                  <a:pt x="432" y="79"/>
                </a:lnTo>
                <a:lnTo>
                  <a:pt x="431" y="78"/>
                </a:lnTo>
                <a:lnTo>
                  <a:pt x="431" y="77"/>
                </a:lnTo>
                <a:lnTo>
                  <a:pt x="430" y="77"/>
                </a:lnTo>
                <a:lnTo>
                  <a:pt x="430" y="76"/>
                </a:lnTo>
                <a:lnTo>
                  <a:pt x="429" y="76"/>
                </a:lnTo>
                <a:lnTo>
                  <a:pt x="428" y="76"/>
                </a:lnTo>
                <a:lnTo>
                  <a:pt x="428" y="75"/>
                </a:lnTo>
                <a:lnTo>
                  <a:pt x="427" y="75"/>
                </a:lnTo>
                <a:lnTo>
                  <a:pt x="427" y="73"/>
                </a:lnTo>
                <a:lnTo>
                  <a:pt x="427" y="72"/>
                </a:lnTo>
                <a:lnTo>
                  <a:pt x="427" y="71"/>
                </a:lnTo>
                <a:lnTo>
                  <a:pt x="428" y="71"/>
                </a:lnTo>
                <a:lnTo>
                  <a:pt x="428" y="70"/>
                </a:lnTo>
                <a:lnTo>
                  <a:pt x="429" y="69"/>
                </a:lnTo>
                <a:lnTo>
                  <a:pt x="429" y="68"/>
                </a:lnTo>
                <a:lnTo>
                  <a:pt x="431" y="68"/>
                </a:lnTo>
                <a:lnTo>
                  <a:pt x="432" y="68"/>
                </a:lnTo>
                <a:lnTo>
                  <a:pt x="432" y="69"/>
                </a:lnTo>
                <a:lnTo>
                  <a:pt x="432" y="70"/>
                </a:lnTo>
                <a:lnTo>
                  <a:pt x="433" y="69"/>
                </a:lnTo>
                <a:lnTo>
                  <a:pt x="434" y="69"/>
                </a:lnTo>
                <a:lnTo>
                  <a:pt x="434" y="68"/>
                </a:lnTo>
                <a:lnTo>
                  <a:pt x="434" y="67"/>
                </a:lnTo>
                <a:lnTo>
                  <a:pt x="435" y="66"/>
                </a:lnTo>
                <a:lnTo>
                  <a:pt x="436" y="66"/>
                </a:lnTo>
                <a:lnTo>
                  <a:pt x="437" y="66"/>
                </a:lnTo>
                <a:lnTo>
                  <a:pt x="438" y="66"/>
                </a:lnTo>
                <a:lnTo>
                  <a:pt x="439" y="65"/>
                </a:lnTo>
                <a:lnTo>
                  <a:pt x="440" y="64"/>
                </a:lnTo>
                <a:lnTo>
                  <a:pt x="442" y="66"/>
                </a:lnTo>
                <a:lnTo>
                  <a:pt x="442" y="67"/>
                </a:lnTo>
                <a:lnTo>
                  <a:pt x="442" y="68"/>
                </a:lnTo>
                <a:lnTo>
                  <a:pt x="443" y="68"/>
                </a:lnTo>
                <a:lnTo>
                  <a:pt x="443" y="69"/>
                </a:lnTo>
                <a:lnTo>
                  <a:pt x="444" y="71"/>
                </a:lnTo>
                <a:lnTo>
                  <a:pt x="445" y="70"/>
                </a:lnTo>
                <a:lnTo>
                  <a:pt x="446" y="69"/>
                </a:lnTo>
                <a:lnTo>
                  <a:pt x="447" y="69"/>
                </a:lnTo>
                <a:lnTo>
                  <a:pt x="447" y="70"/>
                </a:lnTo>
                <a:lnTo>
                  <a:pt x="449" y="70"/>
                </a:lnTo>
                <a:lnTo>
                  <a:pt x="449" y="69"/>
                </a:lnTo>
                <a:lnTo>
                  <a:pt x="449" y="67"/>
                </a:lnTo>
                <a:lnTo>
                  <a:pt x="448" y="67"/>
                </a:lnTo>
                <a:lnTo>
                  <a:pt x="448" y="66"/>
                </a:lnTo>
                <a:lnTo>
                  <a:pt x="448" y="65"/>
                </a:lnTo>
                <a:lnTo>
                  <a:pt x="447" y="64"/>
                </a:lnTo>
                <a:lnTo>
                  <a:pt x="447" y="63"/>
                </a:lnTo>
                <a:lnTo>
                  <a:pt x="448" y="63"/>
                </a:lnTo>
                <a:lnTo>
                  <a:pt x="448" y="62"/>
                </a:lnTo>
                <a:lnTo>
                  <a:pt x="449" y="61"/>
                </a:lnTo>
                <a:lnTo>
                  <a:pt x="448" y="60"/>
                </a:lnTo>
                <a:lnTo>
                  <a:pt x="448" y="58"/>
                </a:lnTo>
                <a:lnTo>
                  <a:pt x="448" y="57"/>
                </a:lnTo>
                <a:lnTo>
                  <a:pt x="449" y="57"/>
                </a:lnTo>
                <a:lnTo>
                  <a:pt x="450" y="57"/>
                </a:lnTo>
                <a:lnTo>
                  <a:pt x="452" y="56"/>
                </a:lnTo>
                <a:lnTo>
                  <a:pt x="452" y="54"/>
                </a:lnTo>
                <a:lnTo>
                  <a:pt x="452" y="53"/>
                </a:lnTo>
                <a:lnTo>
                  <a:pt x="452" y="52"/>
                </a:lnTo>
                <a:lnTo>
                  <a:pt x="455" y="53"/>
                </a:lnTo>
                <a:lnTo>
                  <a:pt x="455" y="54"/>
                </a:lnTo>
                <a:lnTo>
                  <a:pt x="455" y="55"/>
                </a:lnTo>
                <a:lnTo>
                  <a:pt x="457" y="55"/>
                </a:lnTo>
                <a:lnTo>
                  <a:pt x="456" y="54"/>
                </a:lnTo>
                <a:lnTo>
                  <a:pt x="456" y="53"/>
                </a:lnTo>
                <a:lnTo>
                  <a:pt x="456" y="52"/>
                </a:lnTo>
                <a:lnTo>
                  <a:pt x="457" y="52"/>
                </a:lnTo>
                <a:lnTo>
                  <a:pt x="457" y="51"/>
                </a:lnTo>
                <a:lnTo>
                  <a:pt x="458" y="51"/>
                </a:lnTo>
                <a:lnTo>
                  <a:pt x="459" y="51"/>
                </a:lnTo>
                <a:lnTo>
                  <a:pt x="459" y="52"/>
                </a:lnTo>
                <a:lnTo>
                  <a:pt x="459" y="53"/>
                </a:lnTo>
                <a:lnTo>
                  <a:pt x="458" y="53"/>
                </a:lnTo>
                <a:lnTo>
                  <a:pt x="458" y="54"/>
                </a:lnTo>
                <a:lnTo>
                  <a:pt x="458" y="55"/>
                </a:lnTo>
                <a:lnTo>
                  <a:pt x="457" y="55"/>
                </a:lnTo>
                <a:lnTo>
                  <a:pt x="458" y="55"/>
                </a:lnTo>
                <a:lnTo>
                  <a:pt x="459" y="55"/>
                </a:lnTo>
                <a:lnTo>
                  <a:pt x="461" y="54"/>
                </a:lnTo>
                <a:lnTo>
                  <a:pt x="462" y="52"/>
                </a:lnTo>
                <a:lnTo>
                  <a:pt x="462" y="51"/>
                </a:lnTo>
                <a:lnTo>
                  <a:pt x="464" y="51"/>
                </a:lnTo>
                <a:lnTo>
                  <a:pt x="465" y="51"/>
                </a:lnTo>
                <a:lnTo>
                  <a:pt x="466" y="51"/>
                </a:lnTo>
                <a:lnTo>
                  <a:pt x="468" y="52"/>
                </a:lnTo>
                <a:lnTo>
                  <a:pt x="469" y="52"/>
                </a:lnTo>
                <a:lnTo>
                  <a:pt x="469" y="53"/>
                </a:lnTo>
                <a:lnTo>
                  <a:pt x="470" y="53"/>
                </a:lnTo>
                <a:lnTo>
                  <a:pt x="469" y="53"/>
                </a:lnTo>
                <a:lnTo>
                  <a:pt x="469" y="52"/>
                </a:lnTo>
                <a:lnTo>
                  <a:pt x="470" y="52"/>
                </a:lnTo>
                <a:lnTo>
                  <a:pt x="471" y="52"/>
                </a:lnTo>
                <a:lnTo>
                  <a:pt x="471" y="53"/>
                </a:lnTo>
                <a:lnTo>
                  <a:pt x="472" y="53"/>
                </a:lnTo>
                <a:lnTo>
                  <a:pt x="472" y="52"/>
                </a:lnTo>
                <a:lnTo>
                  <a:pt x="473" y="52"/>
                </a:lnTo>
                <a:lnTo>
                  <a:pt x="474" y="51"/>
                </a:lnTo>
                <a:lnTo>
                  <a:pt x="475" y="51"/>
                </a:lnTo>
                <a:lnTo>
                  <a:pt x="475" y="52"/>
                </a:lnTo>
                <a:lnTo>
                  <a:pt x="475" y="53"/>
                </a:lnTo>
                <a:lnTo>
                  <a:pt x="476" y="54"/>
                </a:lnTo>
                <a:lnTo>
                  <a:pt x="476" y="55"/>
                </a:lnTo>
                <a:lnTo>
                  <a:pt x="476" y="56"/>
                </a:lnTo>
                <a:lnTo>
                  <a:pt x="475" y="58"/>
                </a:lnTo>
                <a:lnTo>
                  <a:pt x="475" y="59"/>
                </a:lnTo>
                <a:lnTo>
                  <a:pt x="477" y="59"/>
                </a:lnTo>
                <a:lnTo>
                  <a:pt x="479" y="59"/>
                </a:lnTo>
                <a:lnTo>
                  <a:pt x="479" y="60"/>
                </a:lnTo>
                <a:lnTo>
                  <a:pt x="478" y="60"/>
                </a:lnTo>
                <a:lnTo>
                  <a:pt x="478" y="61"/>
                </a:lnTo>
                <a:lnTo>
                  <a:pt x="478" y="62"/>
                </a:lnTo>
                <a:lnTo>
                  <a:pt x="477" y="63"/>
                </a:lnTo>
                <a:lnTo>
                  <a:pt x="478" y="64"/>
                </a:lnTo>
                <a:lnTo>
                  <a:pt x="478" y="65"/>
                </a:lnTo>
                <a:lnTo>
                  <a:pt x="478" y="66"/>
                </a:lnTo>
                <a:lnTo>
                  <a:pt x="479" y="66"/>
                </a:lnTo>
                <a:lnTo>
                  <a:pt x="479" y="67"/>
                </a:lnTo>
                <a:lnTo>
                  <a:pt x="478" y="68"/>
                </a:lnTo>
                <a:lnTo>
                  <a:pt x="479" y="69"/>
                </a:lnTo>
                <a:lnTo>
                  <a:pt x="480" y="69"/>
                </a:lnTo>
                <a:lnTo>
                  <a:pt x="482" y="70"/>
                </a:lnTo>
                <a:lnTo>
                  <a:pt x="482" y="71"/>
                </a:lnTo>
                <a:lnTo>
                  <a:pt x="483" y="71"/>
                </a:lnTo>
                <a:lnTo>
                  <a:pt x="483" y="70"/>
                </a:lnTo>
                <a:lnTo>
                  <a:pt x="483" y="69"/>
                </a:lnTo>
                <a:lnTo>
                  <a:pt x="483" y="68"/>
                </a:lnTo>
                <a:lnTo>
                  <a:pt x="483" y="66"/>
                </a:lnTo>
                <a:lnTo>
                  <a:pt x="484" y="66"/>
                </a:lnTo>
                <a:lnTo>
                  <a:pt x="485" y="66"/>
                </a:lnTo>
                <a:lnTo>
                  <a:pt x="485" y="65"/>
                </a:lnTo>
                <a:lnTo>
                  <a:pt x="486" y="65"/>
                </a:lnTo>
                <a:lnTo>
                  <a:pt x="487" y="64"/>
                </a:lnTo>
                <a:lnTo>
                  <a:pt x="488" y="64"/>
                </a:lnTo>
                <a:lnTo>
                  <a:pt x="489" y="64"/>
                </a:lnTo>
                <a:lnTo>
                  <a:pt x="490" y="63"/>
                </a:lnTo>
                <a:lnTo>
                  <a:pt x="491" y="63"/>
                </a:lnTo>
                <a:lnTo>
                  <a:pt x="492" y="63"/>
                </a:lnTo>
                <a:lnTo>
                  <a:pt x="493" y="63"/>
                </a:lnTo>
                <a:lnTo>
                  <a:pt x="494" y="63"/>
                </a:lnTo>
                <a:lnTo>
                  <a:pt x="494" y="62"/>
                </a:lnTo>
                <a:lnTo>
                  <a:pt x="493" y="62"/>
                </a:lnTo>
                <a:lnTo>
                  <a:pt x="494" y="61"/>
                </a:lnTo>
                <a:lnTo>
                  <a:pt x="495" y="61"/>
                </a:lnTo>
                <a:lnTo>
                  <a:pt x="495" y="60"/>
                </a:lnTo>
                <a:lnTo>
                  <a:pt x="495" y="59"/>
                </a:lnTo>
                <a:lnTo>
                  <a:pt x="494" y="59"/>
                </a:lnTo>
                <a:lnTo>
                  <a:pt x="493" y="59"/>
                </a:lnTo>
                <a:lnTo>
                  <a:pt x="493" y="58"/>
                </a:lnTo>
                <a:lnTo>
                  <a:pt x="494" y="58"/>
                </a:lnTo>
                <a:lnTo>
                  <a:pt x="497" y="57"/>
                </a:lnTo>
                <a:lnTo>
                  <a:pt x="498" y="57"/>
                </a:lnTo>
                <a:lnTo>
                  <a:pt x="499" y="57"/>
                </a:lnTo>
                <a:lnTo>
                  <a:pt x="500" y="56"/>
                </a:lnTo>
                <a:lnTo>
                  <a:pt x="501" y="56"/>
                </a:lnTo>
                <a:lnTo>
                  <a:pt x="501" y="55"/>
                </a:lnTo>
                <a:lnTo>
                  <a:pt x="502" y="55"/>
                </a:lnTo>
                <a:lnTo>
                  <a:pt x="502" y="54"/>
                </a:lnTo>
                <a:lnTo>
                  <a:pt x="501" y="54"/>
                </a:lnTo>
                <a:lnTo>
                  <a:pt x="502" y="53"/>
                </a:lnTo>
                <a:lnTo>
                  <a:pt x="502" y="52"/>
                </a:lnTo>
                <a:lnTo>
                  <a:pt x="502" y="51"/>
                </a:lnTo>
                <a:lnTo>
                  <a:pt x="503" y="51"/>
                </a:lnTo>
                <a:lnTo>
                  <a:pt x="504" y="51"/>
                </a:lnTo>
                <a:lnTo>
                  <a:pt x="504" y="50"/>
                </a:lnTo>
                <a:lnTo>
                  <a:pt x="504" y="49"/>
                </a:lnTo>
                <a:lnTo>
                  <a:pt x="504" y="48"/>
                </a:lnTo>
                <a:lnTo>
                  <a:pt x="504" y="47"/>
                </a:lnTo>
                <a:lnTo>
                  <a:pt x="505" y="45"/>
                </a:lnTo>
                <a:lnTo>
                  <a:pt x="506" y="44"/>
                </a:lnTo>
                <a:lnTo>
                  <a:pt x="507" y="42"/>
                </a:lnTo>
                <a:lnTo>
                  <a:pt x="507" y="41"/>
                </a:lnTo>
                <a:lnTo>
                  <a:pt x="507" y="40"/>
                </a:lnTo>
                <a:lnTo>
                  <a:pt x="507" y="41"/>
                </a:lnTo>
                <a:lnTo>
                  <a:pt x="506" y="41"/>
                </a:lnTo>
                <a:lnTo>
                  <a:pt x="505" y="40"/>
                </a:lnTo>
                <a:lnTo>
                  <a:pt x="503" y="40"/>
                </a:lnTo>
                <a:lnTo>
                  <a:pt x="503" y="39"/>
                </a:lnTo>
                <a:lnTo>
                  <a:pt x="502" y="38"/>
                </a:lnTo>
                <a:lnTo>
                  <a:pt x="502" y="37"/>
                </a:lnTo>
                <a:lnTo>
                  <a:pt x="503" y="37"/>
                </a:lnTo>
                <a:lnTo>
                  <a:pt x="502" y="37"/>
                </a:lnTo>
                <a:lnTo>
                  <a:pt x="502" y="36"/>
                </a:lnTo>
                <a:lnTo>
                  <a:pt x="502" y="35"/>
                </a:lnTo>
                <a:lnTo>
                  <a:pt x="501" y="35"/>
                </a:lnTo>
                <a:lnTo>
                  <a:pt x="500" y="35"/>
                </a:lnTo>
                <a:lnTo>
                  <a:pt x="499" y="35"/>
                </a:lnTo>
                <a:lnTo>
                  <a:pt x="498" y="35"/>
                </a:lnTo>
                <a:lnTo>
                  <a:pt x="497" y="34"/>
                </a:lnTo>
                <a:lnTo>
                  <a:pt x="497" y="33"/>
                </a:lnTo>
                <a:lnTo>
                  <a:pt x="497" y="32"/>
                </a:lnTo>
                <a:lnTo>
                  <a:pt x="499" y="30"/>
                </a:lnTo>
                <a:lnTo>
                  <a:pt x="499" y="29"/>
                </a:lnTo>
                <a:lnTo>
                  <a:pt x="500" y="29"/>
                </a:lnTo>
                <a:lnTo>
                  <a:pt x="501" y="28"/>
                </a:lnTo>
                <a:lnTo>
                  <a:pt x="501" y="27"/>
                </a:lnTo>
                <a:lnTo>
                  <a:pt x="501" y="26"/>
                </a:lnTo>
                <a:lnTo>
                  <a:pt x="500" y="25"/>
                </a:lnTo>
                <a:lnTo>
                  <a:pt x="498" y="24"/>
                </a:lnTo>
                <a:lnTo>
                  <a:pt x="498" y="23"/>
                </a:lnTo>
                <a:lnTo>
                  <a:pt x="498" y="21"/>
                </a:lnTo>
                <a:lnTo>
                  <a:pt x="497" y="20"/>
                </a:lnTo>
                <a:lnTo>
                  <a:pt x="498" y="18"/>
                </a:lnTo>
                <a:lnTo>
                  <a:pt x="499" y="19"/>
                </a:lnTo>
                <a:lnTo>
                  <a:pt x="500" y="19"/>
                </a:lnTo>
                <a:lnTo>
                  <a:pt x="500" y="20"/>
                </a:lnTo>
                <a:lnTo>
                  <a:pt x="501" y="20"/>
                </a:lnTo>
                <a:lnTo>
                  <a:pt x="502" y="20"/>
                </a:lnTo>
                <a:lnTo>
                  <a:pt x="502" y="19"/>
                </a:lnTo>
                <a:lnTo>
                  <a:pt x="503" y="19"/>
                </a:lnTo>
                <a:lnTo>
                  <a:pt x="503" y="20"/>
                </a:lnTo>
                <a:lnTo>
                  <a:pt x="503" y="19"/>
                </a:lnTo>
                <a:lnTo>
                  <a:pt x="503" y="18"/>
                </a:lnTo>
                <a:lnTo>
                  <a:pt x="504" y="18"/>
                </a:lnTo>
                <a:lnTo>
                  <a:pt x="504" y="17"/>
                </a:lnTo>
                <a:lnTo>
                  <a:pt x="504" y="16"/>
                </a:lnTo>
                <a:lnTo>
                  <a:pt x="504" y="15"/>
                </a:lnTo>
                <a:lnTo>
                  <a:pt x="505" y="15"/>
                </a:lnTo>
                <a:lnTo>
                  <a:pt x="505" y="14"/>
                </a:lnTo>
                <a:lnTo>
                  <a:pt x="504" y="13"/>
                </a:lnTo>
                <a:lnTo>
                  <a:pt x="503" y="13"/>
                </a:lnTo>
                <a:lnTo>
                  <a:pt x="502" y="13"/>
                </a:lnTo>
                <a:lnTo>
                  <a:pt x="502" y="12"/>
                </a:lnTo>
                <a:lnTo>
                  <a:pt x="502" y="11"/>
                </a:lnTo>
                <a:lnTo>
                  <a:pt x="503" y="9"/>
                </a:lnTo>
                <a:lnTo>
                  <a:pt x="502" y="9"/>
                </a:lnTo>
                <a:lnTo>
                  <a:pt x="502" y="8"/>
                </a:lnTo>
                <a:lnTo>
                  <a:pt x="501" y="7"/>
                </a:lnTo>
                <a:lnTo>
                  <a:pt x="501" y="6"/>
                </a:lnTo>
                <a:lnTo>
                  <a:pt x="501" y="5"/>
                </a:lnTo>
                <a:lnTo>
                  <a:pt x="502" y="5"/>
                </a:lnTo>
                <a:lnTo>
                  <a:pt x="503" y="5"/>
                </a:lnTo>
                <a:lnTo>
                  <a:pt x="504" y="5"/>
                </a:lnTo>
                <a:lnTo>
                  <a:pt x="505" y="5"/>
                </a:lnTo>
                <a:lnTo>
                  <a:pt x="505" y="4"/>
                </a:lnTo>
                <a:lnTo>
                  <a:pt x="506" y="3"/>
                </a:lnTo>
                <a:lnTo>
                  <a:pt x="507" y="3"/>
                </a:lnTo>
                <a:lnTo>
                  <a:pt x="508" y="4"/>
                </a:lnTo>
                <a:lnTo>
                  <a:pt x="509" y="4"/>
                </a:lnTo>
                <a:lnTo>
                  <a:pt x="509" y="6"/>
                </a:lnTo>
                <a:lnTo>
                  <a:pt x="509" y="7"/>
                </a:lnTo>
                <a:lnTo>
                  <a:pt x="510" y="8"/>
                </a:lnTo>
                <a:lnTo>
                  <a:pt x="511" y="8"/>
                </a:lnTo>
                <a:lnTo>
                  <a:pt x="512" y="7"/>
                </a:lnTo>
                <a:lnTo>
                  <a:pt x="513" y="7"/>
                </a:lnTo>
                <a:lnTo>
                  <a:pt x="513" y="6"/>
                </a:lnTo>
                <a:lnTo>
                  <a:pt x="514" y="6"/>
                </a:lnTo>
                <a:lnTo>
                  <a:pt x="515" y="5"/>
                </a:lnTo>
                <a:lnTo>
                  <a:pt x="516" y="4"/>
                </a:lnTo>
                <a:lnTo>
                  <a:pt x="517" y="4"/>
                </a:lnTo>
                <a:lnTo>
                  <a:pt x="518" y="4"/>
                </a:lnTo>
                <a:lnTo>
                  <a:pt x="520" y="2"/>
                </a:lnTo>
                <a:lnTo>
                  <a:pt x="520" y="1"/>
                </a:lnTo>
                <a:lnTo>
                  <a:pt x="521" y="1"/>
                </a:lnTo>
                <a:lnTo>
                  <a:pt x="521" y="0"/>
                </a:lnTo>
                <a:lnTo>
                  <a:pt x="522" y="0"/>
                </a:lnTo>
                <a:lnTo>
                  <a:pt x="523" y="0"/>
                </a:lnTo>
                <a:lnTo>
                  <a:pt x="524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1526040" y="5207040"/>
            <a:ext cx="432720" cy="443160"/>
          </a:xfrm>
          <a:custGeom>
            <a:avLst/>
            <a:gdLst/>
            <a:ahLst/>
            <a:rect l="0" t="0" r="r" b="b"/>
            <a:pathLst>
              <a:path w="1202" h="1231">
                <a:moveTo>
                  <a:pt x="267" y="0"/>
                </a:moveTo>
                <a:lnTo>
                  <a:pt x="267" y="1"/>
                </a:lnTo>
                <a:lnTo>
                  <a:pt x="267" y="2"/>
                </a:lnTo>
                <a:lnTo>
                  <a:pt x="268" y="3"/>
                </a:lnTo>
                <a:lnTo>
                  <a:pt x="268" y="4"/>
                </a:lnTo>
                <a:lnTo>
                  <a:pt x="267" y="4"/>
                </a:lnTo>
                <a:lnTo>
                  <a:pt x="267" y="5"/>
                </a:lnTo>
                <a:lnTo>
                  <a:pt x="267" y="6"/>
                </a:lnTo>
                <a:lnTo>
                  <a:pt x="267" y="12"/>
                </a:lnTo>
                <a:lnTo>
                  <a:pt x="266" y="12"/>
                </a:lnTo>
                <a:lnTo>
                  <a:pt x="266" y="13"/>
                </a:lnTo>
                <a:lnTo>
                  <a:pt x="266" y="14"/>
                </a:lnTo>
                <a:lnTo>
                  <a:pt x="266" y="15"/>
                </a:lnTo>
                <a:lnTo>
                  <a:pt x="266" y="17"/>
                </a:lnTo>
                <a:lnTo>
                  <a:pt x="266" y="18"/>
                </a:lnTo>
                <a:lnTo>
                  <a:pt x="267" y="18"/>
                </a:lnTo>
                <a:lnTo>
                  <a:pt x="266" y="20"/>
                </a:lnTo>
                <a:lnTo>
                  <a:pt x="266" y="22"/>
                </a:lnTo>
                <a:lnTo>
                  <a:pt x="266" y="23"/>
                </a:lnTo>
                <a:lnTo>
                  <a:pt x="266" y="24"/>
                </a:lnTo>
                <a:lnTo>
                  <a:pt x="266" y="26"/>
                </a:lnTo>
                <a:lnTo>
                  <a:pt x="266" y="29"/>
                </a:lnTo>
                <a:lnTo>
                  <a:pt x="267" y="30"/>
                </a:lnTo>
                <a:lnTo>
                  <a:pt x="267" y="31"/>
                </a:lnTo>
                <a:lnTo>
                  <a:pt x="267" y="32"/>
                </a:lnTo>
                <a:lnTo>
                  <a:pt x="266" y="34"/>
                </a:lnTo>
                <a:lnTo>
                  <a:pt x="266" y="37"/>
                </a:lnTo>
                <a:lnTo>
                  <a:pt x="267" y="38"/>
                </a:lnTo>
                <a:lnTo>
                  <a:pt x="266" y="39"/>
                </a:lnTo>
                <a:lnTo>
                  <a:pt x="266" y="40"/>
                </a:lnTo>
                <a:lnTo>
                  <a:pt x="266" y="41"/>
                </a:lnTo>
                <a:lnTo>
                  <a:pt x="267" y="41"/>
                </a:lnTo>
                <a:lnTo>
                  <a:pt x="267" y="42"/>
                </a:lnTo>
                <a:lnTo>
                  <a:pt x="266" y="43"/>
                </a:lnTo>
                <a:lnTo>
                  <a:pt x="266" y="44"/>
                </a:lnTo>
                <a:lnTo>
                  <a:pt x="266" y="45"/>
                </a:lnTo>
                <a:lnTo>
                  <a:pt x="267" y="46"/>
                </a:lnTo>
                <a:lnTo>
                  <a:pt x="266" y="48"/>
                </a:lnTo>
                <a:lnTo>
                  <a:pt x="266" y="49"/>
                </a:lnTo>
                <a:lnTo>
                  <a:pt x="266" y="50"/>
                </a:lnTo>
                <a:lnTo>
                  <a:pt x="265" y="51"/>
                </a:lnTo>
                <a:lnTo>
                  <a:pt x="264" y="51"/>
                </a:lnTo>
                <a:lnTo>
                  <a:pt x="264" y="52"/>
                </a:lnTo>
                <a:lnTo>
                  <a:pt x="264" y="53"/>
                </a:lnTo>
                <a:lnTo>
                  <a:pt x="264" y="54"/>
                </a:lnTo>
                <a:lnTo>
                  <a:pt x="263" y="55"/>
                </a:lnTo>
                <a:lnTo>
                  <a:pt x="262" y="58"/>
                </a:lnTo>
                <a:lnTo>
                  <a:pt x="263" y="58"/>
                </a:lnTo>
                <a:lnTo>
                  <a:pt x="263" y="59"/>
                </a:lnTo>
                <a:lnTo>
                  <a:pt x="263" y="60"/>
                </a:lnTo>
                <a:lnTo>
                  <a:pt x="262" y="62"/>
                </a:lnTo>
                <a:lnTo>
                  <a:pt x="263" y="65"/>
                </a:lnTo>
                <a:lnTo>
                  <a:pt x="264" y="67"/>
                </a:lnTo>
                <a:lnTo>
                  <a:pt x="263" y="69"/>
                </a:lnTo>
                <a:lnTo>
                  <a:pt x="263" y="70"/>
                </a:lnTo>
                <a:lnTo>
                  <a:pt x="264" y="71"/>
                </a:lnTo>
                <a:lnTo>
                  <a:pt x="264" y="73"/>
                </a:lnTo>
                <a:lnTo>
                  <a:pt x="265" y="74"/>
                </a:lnTo>
                <a:lnTo>
                  <a:pt x="265" y="75"/>
                </a:lnTo>
                <a:lnTo>
                  <a:pt x="265" y="76"/>
                </a:lnTo>
                <a:lnTo>
                  <a:pt x="265" y="77"/>
                </a:lnTo>
                <a:lnTo>
                  <a:pt x="265" y="78"/>
                </a:lnTo>
                <a:lnTo>
                  <a:pt x="265" y="79"/>
                </a:lnTo>
                <a:lnTo>
                  <a:pt x="264" y="79"/>
                </a:lnTo>
                <a:lnTo>
                  <a:pt x="264" y="80"/>
                </a:lnTo>
                <a:lnTo>
                  <a:pt x="265" y="82"/>
                </a:lnTo>
                <a:lnTo>
                  <a:pt x="266" y="82"/>
                </a:lnTo>
                <a:lnTo>
                  <a:pt x="266" y="83"/>
                </a:lnTo>
                <a:lnTo>
                  <a:pt x="266" y="84"/>
                </a:lnTo>
                <a:lnTo>
                  <a:pt x="265" y="84"/>
                </a:lnTo>
                <a:lnTo>
                  <a:pt x="266" y="85"/>
                </a:lnTo>
                <a:lnTo>
                  <a:pt x="266" y="86"/>
                </a:lnTo>
                <a:lnTo>
                  <a:pt x="267" y="86"/>
                </a:lnTo>
                <a:lnTo>
                  <a:pt x="266" y="86"/>
                </a:lnTo>
                <a:lnTo>
                  <a:pt x="266" y="88"/>
                </a:lnTo>
                <a:lnTo>
                  <a:pt x="267" y="89"/>
                </a:lnTo>
                <a:lnTo>
                  <a:pt x="268" y="89"/>
                </a:lnTo>
                <a:lnTo>
                  <a:pt x="268" y="90"/>
                </a:lnTo>
                <a:lnTo>
                  <a:pt x="268" y="91"/>
                </a:lnTo>
                <a:lnTo>
                  <a:pt x="268" y="92"/>
                </a:lnTo>
                <a:lnTo>
                  <a:pt x="269" y="92"/>
                </a:lnTo>
                <a:lnTo>
                  <a:pt x="269" y="93"/>
                </a:lnTo>
                <a:lnTo>
                  <a:pt x="269" y="94"/>
                </a:lnTo>
                <a:lnTo>
                  <a:pt x="268" y="95"/>
                </a:lnTo>
                <a:lnTo>
                  <a:pt x="268" y="96"/>
                </a:lnTo>
                <a:lnTo>
                  <a:pt x="270" y="96"/>
                </a:lnTo>
                <a:lnTo>
                  <a:pt x="271" y="97"/>
                </a:lnTo>
                <a:lnTo>
                  <a:pt x="270" y="97"/>
                </a:lnTo>
                <a:lnTo>
                  <a:pt x="270" y="98"/>
                </a:lnTo>
                <a:lnTo>
                  <a:pt x="269" y="99"/>
                </a:lnTo>
                <a:lnTo>
                  <a:pt x="269" y="100"/>
                </a:lnTo>
                <a:lnTo>
                  <a:pt x="269" y="101"/>
                </a:lnTo>
                <a:lnTo>
                  <a:pt x="269" y="102"/>
                </a:lnTo>
                <a:lnTo>
                  <a:pt x="269" y="104"/>
                </a:lnTo>
                <a:lnTo>
                  <a:pt x="270" y="106"/>
                </a:lnTo>
                <a:lnTo>
                  <a:pt x="270" y="107"/>
                </a:lnTo>
                <a:lnTo>
                  <a:pt x="271" y="109"/>
                </a:lnTo>
                <a:lnTo>
                  <a:pt x="271" y="110"/>
                </a:lnTo>
                <a:lnTo>
                  <a:pt x="271" y="111"/>
                </a:lnTo>
                <a:lnTo>
                  <a:pt x="270" y="113"/>
                </a:lnTo>
                <a:lnTo>
                  <a:pt x="270" y="114"/>
                </a:lnTo>
                <a:lnTo>
                  <a:pt x="270" y="115"/>
                </a:lnTo>
                <a:lnTo>
                  <a:pt x="269" y="117"/>
                </a:lnTo>
                <a:lnTo>
                  <a:pt x="270" y="118"/>
                </a:lnTo>
                <a:lnTo>
                  <a:pt x="270" y="119"/>
                </a:lnTo>
                <a:lnTo>
                  <a:pt x="269" y="120"/>
                </a:lnTo>
                <a:lnTo>
                  <a:pt x="267" y="121"/>
                </a:lnTo>
                <a:lnTo>
                  <a:pt x="267" y="122"/>
                </a:lnTo>
                <a:lnTo>
                  <a:pt x="268" y="122"/>
                </a:lnTo>
                <a:lnTo>
                  <a:pt x="268" y="123"/>
                </a:lnTo>
                <a:lnTo>
                  <a:pt x="268" y="124"/>
                </a:lnTo>
                <a:lnTo>
                  <a:pt x="268" y="125"/>
                </a:lnTo>
                <a:lnTo>
                  <a:pt x="269" y="126"/>
                </a:lnTo>
                <a:lnTo>
                  <a:pt x="271" y="128"/>
                </a:lnTo>
                <a:lnTo>
                  <a:pt x="272" y="131"/>
                </a:lnTo>
                <a:lnTo>
                  <a:pt x="273" y="133"/>
                </a:lnTo>
                <a:lnTo>
                  <a:pt x="274" y="133"/>
                </a:lnTo>
                <a:lnTo>
                  <a:pt x="275" y="133"/>
                </a:lnTo>
                <a:lnTo>
                  <a:pt x="275" y="134"/>
                </a:lnTo>
                <a:lnTo>
                  <a:pt x="275" y="135"/>
                </a:lnTo>
                <a:lnTo>
                  <a:pt x="275" y="138"/>
                </a:lnTo>
                <a:lnTo>
                  <a:pt x="276" y="138"/>
                </a:lnTo>
                <a:lnTo>
                  <a:pt x="277" y="140"/>
                </a:lnTo>
                <a:lnTo>
                  <a:pt x="278" y="140"/>
                </a:lnTo>
                <a:lnTo>
                  <a:pt x="279" y="141"/>
                </a:lnTo>
                <a:lnTo>
                  <a:pt x="280" y="141"/>
                </a:lnTo>
                <a:lnTo>
                  <a:pt x="281" y="141"/>
                </a:lnTo>
                <a:lnTo>
                  <a:pt x="281" y="142"/>
                </a:lnTo>
                <a:lnTo>
                  <a:pt x="282" y="142"/>
                </a:lnTo>
                <a:lnTo>
                  <a:pt x="282" y="143"/>
                </a:lnTo>
                <a:lnTo>
                  <a:pt x="282" y="145"/>
                </a:lnTo>
                <a:lnTo>
                  <a:pt x="281" y="146"/>
                </a:lnTo>
                <a:lnTo>
                  <a:pt x="281" y="147"/>
                </a:lnTo>
                <a:lnTo>
                  <a:pt x="281" y="148"/>
                </a:lnTo>
                <a:lnTo>
                  <a:pt x="282" y="148"/>
                </a:lnTo>
                <a:lnTo>
                  <a:pt x="283" y="148"/>
                </a:lnTo>
                <a:lnTo>
                  <a:pt x="284" y="149"/>
                </a:lnTo>
                <a:lnTo>
                  <a:pt x="284" y="150"/>
                </a:lnTo>
                <a:lnTo>
                  <a:pt x="284" y="151"/>
                </a:lnTo>
                <a:lnTo>
                  <a:pt x="284" y="152"/>
                </a:lnTo>
                <a:lnTo>
                  <a:pt x="283" y="152"/>
                </a:lnTo>
                <a:lnTo>
                  <a:pt x="284" y="152"/>
                </a:lnTo>
                <a:lnTo>
                  <a:pt x="285" y="154"/>
                </a:lnTo>
                <a:lnTo>
                  <a:pt x="286" y="155"/>
                </a:lnTo>
                <a:lnTo>
                  <a:pt x="288" y="155"/>
                </a:lnTo>
                <a:lnTo>
                  <a:pt x="288" y="156"/>
                </a:lnTo>
                <a:lnTo>
                  <a:pt x="289" y="156"/>
                </a:lnTo>
                <a:lnTo>
                  <a:pt x="289" y="157"/>
                </a:lnTo>
                <a:lnTo>
                  <a:pt x="290" y="159"/>
                </a:lnTo>
                <a:lnTo>
                  <a:pt x="291" y="159"/>
                </a:lnTo>
                <a:lnTo>
                  <a:pt x="292" y="160"/>
                </a:lnTo>
                <a:lnTo>
                  <a:pt x="294" y="162"/>
                </a:lnTo>
                <a:lnTo>
                  <a:pt x="294" y="163"/>
                </a:lnTo>
                <a:lnTo>
                  <a:pt x="295" y="164"/>
                </a:lnTo>
                <a:lnTo>
                  <a:pt x="295" y="165"/>
                </a:lnTo>
                <a:lnTo>
                  <a:pt x="296" y="163"/>
                </a:lnTo>
                <a:lnTo>
                  <a:pt x="295" y="162"/>
                </a:lnTo>
                <a:lnTo>
                  <a:pt x="294" y="160"/>
                </a:lnTo>
                <a:lnTo>
                  <a:pt x="294" y="157"/>
                </a:lnTo>
                <a:lnTo>
                  <a:pt x="294" y="156"/>
                </a:lnTo>
                <a:lnTo>
                  <a:pt x="294" y="155"/>
                </a:lnTo>
                <a:lnTo>
                  <a:pt x="295" y="152"/>
                </a:lnTo>
                <a:lnTo>
                  <a:pt x="297" y="148"/>
                </a:lnTo>
                <a:lnTo>
                  <a:pt x="298" y="147"/>
                </a:lnTo>
                <a:lnTo>
                  <a:pt x="299" y="147"/>
                </a:lnTo>
                <a:lnTo>
                  <a:pt x="299" y="146"/>
                </a:lnTo>
                <a:lnTo>
                  <a:pt x="299" y="144"/>
                </a:lnTo>
                <a:lnTo>
                  <a:pt x="298" y="143"/>
                </a:lnTo>
                <a:lnTo>
                  <a:pt x="298" y="142"/>
                </a:lnTo>
                <a:lnTo>
                  <a:pt x="297" y="142"/>
                </a:lnTo>
                <a:lnTo>
                  <a:pt x="296" y="139"/>
                </a:lnTo>
                <a:lnTo>
                  <a:pt x="297" y="139"/>
                </a:lnTo>
                <a:lnTo>
                  <a:pt x="298" y="138"/>
                </a:lnTo>
                <a:lnTo>
                  <a:pt x="298" y="137"/>
                </a:lnTo>
                <a:lnTo>
                  <a:pt x="298" y="136"/>
                </a:lnTo>
                <a:lnTo>
                  <a:pt x="298" y="134"/>
                </a:lnTo>
                <a:lnTo>
                  <a:pt x="298" y="133"/>
                </a:lnTo>
                <a:lnTo>
                  <a:pt x="299" y="132"/>
                </a:lnTo>
                <a:lnTo>
                  <a:pt x="300" y="132"/>
                </a:lnTo>
                <a:lnTo>
                  <a:pt x="300" y="131"/>
                </a:lnTo>
                <a:lnTo>
                  <a:pt x="301" y="129"/>
                </a:lnTo>
                <a:lnTo>
                  <a:pt x="302" y="128"/>
                </a:lnTo>
                <a:lnTo>
                  <a:pt x="302" y="127"/>
                </a:lnTo>
                <a:lnTo>
                  <a:pt x="302" y="126"/>
                </a:lnTo>
                <a:lnTo>
                  <a:pt x="302" y="125"/>
                </a:lnTo>
                <a:lnTo>
                  <a:pt x="301" y="124"/>
                </a:lnTo>
                <a:lnTo>
                  <a:pt x="300" y="125"/>
                </a:lnTo>
                <a:lnTo>
                  <a:pt x="300" y="124"/>
                </a:lnTo>
                <a:lnTo>
                  <a:pt x="299" y="124"/>
                </a:lnTo>
                <a:lnTo>
                  <a:pt x="298" y="122"/>
                </a:lnTo>
                <a:lnTo>
                  <a:pt x="298" y="120"/>
                </a:lnTo>
                <a:lnTo>
                  <a:pt x="300" y="120"/>
                </a:lnTo>
                <a:lnTo>
                  <a:pt x="301" y="118"/>
                </a:lnTo>
                <a:lnTo>
                  <a:pt x="300" y="118"/>
                </a:lnTo>
                <a:lnTo>
                  <a:pt x="300" y="116"/>
                </a:lnTo>
                <a:lnTo>
                  <a:pt x="300" y="115"/>
                </a:lnTo>
                <a:lnTo>
                  <a:pt x="299" y="114"/>
                </a:lnTo>
                <a:lnTo>
                  <a:pt x="298" y="113"/>
                </a:lnTo>
                <a:lnTo>
                  <a:pt x="298" y="111"/>
                </a:lnTo>
                <a:lnTo>
                  <a:pt x="298" y="108"/>
                </a:lnTo>
                <a:lnTo>
                  <a:pt x="299" y="107"/>
                </a:lnTo>
                <a:lnTo>
                  <a:pt x="299" y="106"/>
                </a:lnTo>
                <a:lnTo>
                  <a:pt x="299" y="105"/>
                </a:lnTo>
                <a:lnTo>
                  <a:pt x="300" y="104"/>
                </a:lnTo>
                <a:lnTo>
                  <a:pt x="302" y="103"/>
                </a:lnTo>
                <a:lnTo>
                  <a:pt x="304" y="104"/>
                </a:lnTo>
                <a:lnTo>
                  <a:pt x="305" y="104"/>
                </a:lnTo>
                <a:lnTo>
                  <a:pt x="307" y="105"/>
                </a:lnTo>
                <a:lnTo>
                  <a:pt x="307" y="102"/>
                </a:lnTo>
                <a:lnTo>
                  <a:pt x="307" y="101"/>
                </a:lnTo>
                <a:lnTo>
                  <a:pt x="307" y="100"/>
                </a:lnTo>
                <a:lnTo>
                  <a:pt x="308" y="100"/>
                </a:lnTo>
                <a:lnTo>
                  <a:pt x="309" y="100"/>
                </a:lnTo>
                <a:lnTo>
                  <a:pt x="310" y="98"/>
                </a:lnTo>
                <a:lnTo>
                  <a:pt x="311" y="98"/>
                </a:lnTo>
                <a:lnTo>
                  <a:pt x="312" y="97"/>
                </a:lnTo>
                <a:lnTo>
                  <a:pt x="312" y="96"/>
                </a:lnTo>
                <a:lnTo>
                  <a:pt x="312" y="95"/>
                </a:lnTo>
                <a:lnTo>
                  <a:pt x="313" y="94"/>
                </a:lnTo>
                <a:lnTo>
                  <a:pt x="314" y="95"/>
                </a:lnTo>
                <a:lnTo>
                  <a:pt x="315" y="95"/>
                </a:lnTo>
                <a:lnTo>
                  <a:pt x="316" y="95"/>
                </a:lnTo>
                <a:lnTo>
                  <a:pt x="318" y="94"/>
                </a:lnTo>
                <a:lnTo>
                  <a:pt x="318" y="93"/>
                </a:lnTo>
                <a:lnTo>
                  <a:pt x="318" y="90"/>
                </a:lnTo>
                <a:lnTo>
                  <a:pt x="318" y="88"/>
                </a:lnTo>
                <a:lnTo>
                  <a:pt x="318" y="86"/>
                </a:lnTo>
                <a:lnTo>
                  <a:pt x="317" y="86"/>
                </a:lnTo>
                <a:lnTo>
                  <a:pt x="317" y="85"/>
                </a:lnTo>
                <a:lnTo>
                  <a:pt x="318" y="84"/>
                </a:lnTo>
                <a:lnTo>
                  <a:pt x="319" y="84"/>
                </a:lnTo>
                <a:lnTo>
                  <a:pt x="320" y="83"/>
                </a:lnTo>
                <a:lnTo>
                  <a:pt x="320" y="82"/>
                </a:lnTo>
                <a:lnTo>
                  <a:pt x="320" y="81"/>
                </a:lnTo>
                <a:lnTo>
                  <a:pt x="321" y="80"/>
                </a:lnTo>
                <a:lnTo>
                  <a:pt x="322" y="80"/>
                </a:lnTo>
                <a:lnTo>
                  <a:pt x="324" y="80"/>
                </a:lnTo>
                <a:lnTo>
                  <a:pt x="326" y="79"/>
                </a:lnTo>
                <a:lnTo>
                  <a:pt x="327" y="78"/>
                </a:lnTo>
                <a:lnTo>
                  <a:pt x="328" y="77"/>
                </a:lnTo>
                <a:lnTo>
                  <a:pt x="329" y="77"/>
                </a:lnTo>
                <a:lnTo>
                  <a:pt x="328" y="75"/>
                </a:lnTo>
                <a:lnTo>
                  <a:pt x="328" y="72"/>
                </a:lnTo>
                <a:lnTo>
                  <a:pt x="328" y="71"/>
                </a:lnTo>
                <a:lnTo>
                  <a:pt x="328" y="70"/>
                </a:lnTo>
                <a:lnTo>
                  <a:pt x="329" y="69"/>
                </a:lnTo>
                <a:lnTo>
                  <a:pt x="330" y="68"/>
                </a:lnTo>
                <a:lnTo>
                  <a:pt x="330" y="67"/>
                </a:lnTo>
                <a:lnTo>
                  <a:pt x="330" y="66"/>
                </a:lnTo>
                <a:lnTo>
                  <a:pt x="334" y="66"/>
                </a:lnTo>
                <a:lnTo>
                  <a:pt x="335" y="66"/>
                </a:lnTo>
                <a:lnTo>
                  <a:pt x="338" y="67"/>
                </a:lnTo>
                <a:lnTo>
                  <a:pt x="339" y="66"/>
                </a:lnTo>
                <a:lnTo>
                  <a:pt x="340" y="65"/>
                </a:lnTo>
                <a:lnTo>
                  <a:pt x="340" y="63"/>
                </a:lnTo>
                <a:lnTo>
                  <a:pt x="341" y="63"/>
                </a:lnTo>
                <a:lnTo>
                  <a:pt x="342" y="63"/>
                </a:lnTo>
                <a:lnTo>
                  <a:pt x="343" y="62"/>
                </a:lnTo>
                <a:lnTo>
                  <a:pt x="343" y="64"/>
                </a:lnTo>
                <a:lnTo>
                  <a:pt x="343" y="66"/>
                </a:lnTo>
                <a:lnTo>
                  <a:pt x="343" y="67"/>
                </a:lnTo>
                <a:lnTo>
                  <a:pt x="343" y="71"/>
                </a:lnTo>
                <a:lnTo>
                  <a:pt x="343" y="73"/>
                </a:lnTo>
                <a:lnTo>
                  <a:pt x="343" y="75"/>
                </a:lnTo>
                <a:lnTo>
                  <a:pt x="343" y="77"/>
                </a:lnTo>
                <a:lnTo>
                  <a:pt x="344" y="77"/>
                </a:lnTo>
                <a:lnTo>
                  <a:pt x="344" y="78"/>
                </a:lnTo>
                <a:lnTo>
                  <a:pt x="344" y="79"/>
                </a:lnTo>
                <a:lnTo>
                  <a:pt x="344" y="80"/>
                </a:lnTo>
                <a:lnTo>
                  <a:pt x="344" y="81"/>
                </a:lnTo>
                <a:lnTo>
                  <a:pt x="346" y="83"/>
                </a:lnTo>
                <a:lnTo>
                  <a:pt x="347" y="84"/>
                </a:lnTo>
                <a:lnTo>
                  <a:pt x="349" y="84"/>
                </a:lnTo>
                <a:lnTo>
                  <a:pt x="352" y="84"/>
                </a:lnTo>
                <a:lnTo>
                  <a:pt x="353" y="86"/>
                </a:lnTo>
                <a:lnTo>
                  <a:pt x="355" y="89"/>
                </a:lnTo>
                <a:lnTo>
                  <a:pt x="356" y="89"/>
                </a:lnTo>
                <a:lnTo>
                  <a:pt x="357" y="90"/>
                </a:lnTo>
                <a:lnTo>
                  <a:pt x="357" y="91"/>
                </a:lnTo>
                <a:lnTo>
                  <a:pt x="357" y="92"/>
                </a:lnTo>
                <a:lnTo>
                  <a:pt x="356" y="93"/>
                </a:lnTo>
                <a:lnTo>
                  <a:pt x="356" y="96"/>
                </a:lnTo>
                <a:lnTo>
                  <a:pt x="358" y="96"/>
                </a:lnTo>
                <a:lnTo>
                  <a:pt x="358" y="95"/>
                </a:lnTo>
                <a:lnTo>
                  <a:pt x="359" y="94"/>
                </a:lnTo>
                <a:lnTo>
                  <a:pt x="360" y="94"/>
                </a:lnTo>
                <a:lnTo>
                  <a:pt x="361" y="95"/>
                </a:lnTo>
                <a:lnTo>
                  <a:pt x="361" y="97"/>
                </a:lnTo>
                <a:lnTo>
                  <a:pt x="362" y="98"/>
                </a:lnTo>
                <a:lnTo>
                  <a:pt x="362" y="99"/>
                </a:lnTo>
                <a:lnTo>
                  <a:pt x="366" y="100"/>
                </a:lnTo>
                <a:lnTo>
                  <a:pt x="367" y="100"/>
                </a:lnTo>
                <a:lnTo>
                  <a:pt x="367" y="101"/>
                </a:lnTo>
                <a:lnTo>
                  <a:pt x="368" y="102"/>
                </a:lnTo>
                <a:lnTo>
                  <a:pt x="369" y="103"/>
                </a:lnTo>
                <a:lnTo>
                  <a:pt x="371" y="104"/>
                </a:lnTo>
                <a:lnTo>
                  <a:pt x="372" y="106"/>
                </a:lnTo>
                <a:lnTo>
                  <a:pt x="373" y="108"/>
                </a:lnTo>
                <a:lnTo>
                  <a:pt x="373" y="109"/>
                </a:lnTo>
                <a:lnTo>
                  <a:pt x="373" y="110"/>
                </a:lnTo>
                <a:lnTo>
                  <a:pt x="373" y="111"/>
                </a:lnTo>
                <a:lnTo>
                  <a:pt x="374" y="111"/>
                </a:lnTo>
                <a:lnTo>
                  <a:pt x="374" y="110"/>
                </a:lnTo>
                <a:lnTo>
                  <a:pt x="375" y="110"/>
                </a:lnTo>
                <a:lnTo>
                  <a:pt x="376" y="112"/>
                </a:lnTo>
                <a:lnTo>
                  <a:pt x="376" y="114"/>
                </a:lnTo>
                <a:lnTo>
                  <a:pt x="375" y="115"/>
                </a:lnTo>
                <a:lnTo>
                  <a:pt x="375" y="119"/>
                </a:lnTo>
                <a:lnTo>
                  <a:pt x="376" y="121"/>
                </a:lnTo>
                <a:lnTo>
                  <a:pt x="377" y="121"/>
                </a:lnTo>
                <a:lnTo>
                  <a:pt x="378" y="121"/>
                </a:lnTo>
                <a:lnTo>
                  <a:pt x="379" y="122"/>
                </a:lnTo>
                <a:lnTo>
                  <a:pt x="381" y="124"/>
                </a:lnTo>
                <a:lnTo>
                  <a:pt x="382" y="124"/>
                </a:lnTo>
                <a:lnTo>
                  <a:pt x="385" y="124"/>
                </a:lnTo>
                <a:lnTo>
                  <a:pt x="385" y="126"/>
                </a:lnTo>
                <a:lnTo>
                  <a:pt x="385" y="127"/>
                </a:lnTo>
                <a:lnTo>
                  <a:pt x="386" y="128"/>
                </a:lnTo>
                <a:lnTo>
                  <a:pt x="386" y="129"/>
                </a:lnTo>
                <a:lnTo>
                  <a:pt x="384" y="130"/>
                </a:lnTo>
                <a:lnTo>
                  <a:pt x="384" y="131"/>
                </a:lnTo>
                <a:lnTo>
                  <a:pt x="385" y="131"/>
                </a:lnTo>
                <a:lnTo>
                  <a:pt x="385" y="132"/>
                </a:lnTo>
                <a:lnTo>
                  <a:pt x="384" y="134"/>
                </a:lnTo>
                <a:lnTo>
                  <a:pt x="384" y="136"/>
                </a:lnTo>
                <a:lnTo>
                  <a:pt x="385" y="136"/>
                </a:lnTo>
                <a:lnTo>
                  <a:pt x="389" y="137"/>
                </a:lnTo>
                <a:lnTo>
                  <a:pt x="389" y="138"/>
                </a:lnTo>
                <a:lnTo>
                  <a:pt x="392" y="139"/>
                </a:lnTo>
                <a:lnTo>
                  <a:pt x="394" y="139"/>
                </a:lnTo>
                <a:lnTo>
                  <a:pt x="396" y="141"/>
                </a:lnTo>
                <a:lnTo>
                  <a:pt x="396" y="142"/>
                </a:lnTo>
                <a:lnTo>
                  <a:pt x="398" y="143"/>
                </a:lnTo>
                <a:lnTo>
                  <a:pt x="399" y="144"/>
                </a:lnTo>
                <a:lnTo>
                  <a:pt x="398" y="144"/>
                </a:lnTo>
                <a:lnTo>
                  <a:pt x="398" y="145"/>
                </a:lnTo>
                <a:lnTo>
                  <a:pt x="398" y="148"/>
                </a:lnTo>
                <a:lnTo>
                  <a:pt x="397" y="148"/>
                </a:lnTo>
                <a:lnTo>
                  <a:pt x="396" y="148"/>
                </a:lnTo>
                <a:lnTo>
                  <a:pt x="395" y="149"/>
                </a:lnTo>
                <a:lnTo>
                  <a:pt x="395" y="150"/>
                </a:lnTo>
                <a:lnTo>
                  <a:pt x="396" y="151"/>
                </a:lnTo>
                <a:lnTo>
                  <a:pt x="397" y="151"/>
                </a:lnTo>
                <a:lnTo>
                  <a:pt x="399" y="154"/>
                </a:lnTo>
                <a:lnTo>
                  <a:pt x="400" y="155"/>
                </a:lnTo>
                <a:lnTo>
                  <a:pt x="398" y="156"/>
                </a:lnTo>
                <a:lnTo>
                  <a:pt x="397" y="157"/>
                </a:lnTo>
                <a:lnTo>
                  <a:pt x="397" y="158"/>
                </a:lnTo>
                <a:lnTo>
                  <a:pt x="397" y="159"/>
                </a:lnTo>
                <a:lnTo>
                  <a:pt x="396" y="160"/>
                </a:lnTo>
                <a:lnTo>
                  <a:pt x="395" y="161"/>
                </a:lnTo>
                <a:lnTo>
                  <a:pt x="394" y="161"/>
                </a:lnTo>
                <a:lnTo>
                  <a:pt x="393" y="161"/>
                </a:lnTo>
                <a:lnTo>
                  <a:pt x="392" y="161"/>
                </a:lnTo>
                <a:lnTo>
                  <a:pt x="391" y="162"/>
                </a:lnTo>
                <a:lnTo>
                  <a:pt x="390" y="162"/>
                </a:lnTo>
                <a:lnTo>
                  <a:pt x="389" y="162"/>
                </a:lnTo>
                <a:lnTo>
                  <a:pt x="388" y="162"/>
                </a:lnTo>
                <a:lnTo>
                  <a:pt x="388" y="163"/>
                </a:lnTo>
                <a:lnTo>
                  <a:pt x="386" y="165"/>
                </a:lnTo>
                <a:lnTo>
                  <a:pt x="385" y="165"/>
                </a:lnTo>
                <a:lnTo>
                  <a:pt x="385" y="164"/>
                </a:lnTo>
                <a:lnTo>
                  <a:pt x="384" y="163"/>
                </a:lnTo>
                <a:lnTo>
                  <a:pt x="383" y="163"/>
                </a:lnTo>
                <a:lnTo>
                  <a:pt x="381" y="164"/>
                </a:lnTo>
                <a:lnTo>
                  <a:pt x="380" y="164"/>
                </a:lnTo>
                <a:lnTo>
                  <a:pt x="379" y="164"/>
                </a:lnTo>
                <a:lnTo>
                  <a:pt x="378" y="167"/>
                </a:lnTo>
                <a:lnTo>
                  <a:pt x="377" y="168"/>
                </a:lnTo>
                <a:lnTo>
                  <a:pt x="377" y="169"/>
                </a:lnTo>
                <a:lnTo>
                  <a:pt x="377" y="170"/>
                </a:lnTo>
                <a:lnTo>
                  <a:pt x="378" y="172"/>
                </a:lnTo>
                <a:lnTo>
                  <a:pt x="379" y="172"/>
                </a:lnTo>
                <a:lnTo>
                  <a:pt x="380" y="173"/>
                </a:lnTo>
                <a:lnTo>
                  <a:pt x="380" y="174"/>
                </a:lnTo>
                <a:lnTo>
                  <a:pt x="381" y="175"/>
                </a:lnTo>
                <a:lnTo>
                  <a:pt x="381" y="176"/>
                </a:lnTo>
                <a:lnTo>
                  <a:pt x="382" y="179"/>
                </a:lnTo>
                <a:lnTo>
                  <a:pt x="382" y="180"/>
                </a:lnTo>
                <a:lnTo>
                  <a:pt x="382" y="181"/>
                </a:lnTo>
                <a:lnTo>
                  <a:pt x="383" y="181"/>
                </a:lnTo>
                <a:lnTo>
                  <a:pt x="383" y="183"/>
                </a:lnTo>
                <a:lnTo>
                  <a:pt x="383" y="184"/>
                </a:lnTo>
                <a:lnTo>
                  <a:pt x="384" y="185"/>
                </a:lnTo>
                <a:lnTo>
                  <a:pt x="384" y="186"/>
                </a:lnTo>
                <a:lnTo>
                  <a:pt x="385" y="188"/>
                </a:lnTo>
                <a:lnTo>
                  <a:pt x="386" y="188"/>
                </a:lnTo>
                <a:lnTo>
                  <a:pt x="389" y="189"/>
                </a:lnTo>
                <a:lnTo>
                  <a:pt x="389" y="190"/>
                </a:lnTo>
                <a:lnTo>
                  <a:pt x="390" y="190"/>
                </a:lnTo>
                <a:lnTo>
                  <a:pt x="390" y="191"/>
                </a:lnTo>
                <a:lnTo>
                  <a:pt x="391" y="193"/>
                </a:lnTo>
                <a:lnTo>
                  <a:pt x="392" y="194"/>
                </a:lnTo>
                <a:lnTo>
                  <a:pt x="393" y="195"/>
                </a:lnTo>
                <a:lnTo>
                  <a:pt x="395" y="197"/>
                </a:lnTo>
                <a:lnTo>
                  <a:pt x="396" y="199"/>
                </a:lnTo>
                <a:lnTo>
                  <a:pt x="397" y="199"/>
                </a:lnTo>
                <a:lnTo>
                  <a:pt x="397" y="200"/>
                </a:lnTo>
                <a:lnTo>
                  <a:pt x="398" y="200"/>
                </a:lnTo>
                <a:lnTo>
                  <a:pt x="398" y="201"/>
                </a:lnTo>
                <a:lnTo>
                  <a:pt x="399" y="202"/>
                </a:lnTo>
                <a:lnTo>
                  <a:pt x="398" y="203"/>
                </a:lnTo>
                <a:lnTo>
                  <a:pt x="397" y="204"/>
                </a:lnTo>
                <a:lnTo>
                  <a:pt x="396" y="206"/>
                </a:lnTo>
                <a:lnTo>
                  <a:pt x="395" y="207"/>
                </a:lnTo>
                <a:lnTo>
                  <a:pt x="395" y="208"/>
                </a:lnTo>
                <a:lnTo>
                  <a:pt x="396" y="208"/>
                </a:lnTo>
                <a:lnTo>
                  <a:pt x="399" y="210"/>
                </a:lnTo>
                <a:lnTo>
                  <a:pt x="399" y="211"/>
                </a:lnTo>
                <a:lnTo>
                  <a:pt x="400" y="211"/>
                </a:lnTo>
                <a:lnTo>
                  <a:pt x="400" y="212"/>
                </a:lnTo>
                <a:lnTo>
                  <a:pt x="400" y="211"/>
                </a:lnTo>
                <a:lnTo>
                  <a:pt x="402" y="211"/>
                </a:lnTo>
                <a:lnTo>
                  <a:pt x="402" y="212"/>
                </a:lnTo>
                <a:lnTo>
                  <a:pt x="403" y="212"/>
                </a:lnTo>
                <a:lnTo>
                  <a:pt x="403" y="213"/>
                </a:lnTo>
                <a:lnTo>
                  <a:pt x="404" y="213"/>
                </a:lnTo>
                <a:lnTo>
                  <a:pt x="407" y="213"/>
                </a:lnTo>
                <a:lnTo>
                  <a:pt x="408" y="213"/>
                </a:lnTo>
                <a:lnTo>
                  <a:pt x="409" y="213"/>
                </a:lnTo>
                <a:lnTo>
                  <a:pt x="410" y="214"/>
                </a:lnTo>
                <a:lnTo>
                  <a:pt x="411" y="213"/>
                </a:lnTo>
                <a:lnTo>
                  <a:pt x="412" y="213"/>
                </a:lnTo>
                <a:lnTo>
                  <a:pt x="413" y="214"/>
                </a:lnTo>
                <a:lnTo>
                  <a:pt x="413" y="215"/>
                </a:lnTo>
                <a:lnTo>
                  <a:pt x="412" y="216"/>
                </a:lnTo>
                <a:lnTo>
                  <a:pt x="412" y="217"/>
                </a:lnTo>
                <a:lnTo>
                  <a:pt x="413" y="217"/>
                </a:lnTo>
                <a:lnTo>
                  <a:pt x="413" y="219"/>
                </a:lnTo>
                <a:lnTo>
                  <a:pt x="411" y="221"/>
                </a:lnTo>
                <a:lnTo>
                  <a:pt x="410" y="221"/>
                </a:lnTo>
                <a:lnTo>
                  <a:pt x="410" y="222"/>
                </a:lnTo>
                <a:lnTo>
                  <a:pt x="410" y="223"/>
                </a:lnTo>
                <a:lnTo>
                  <a:pt x="410" y="224"/>
                </a:lnTo>
                <a:lnTo>
                  <a:pt x="411" y="225"/>
                </a:lnTo>
                <a:lnTo>
                  <a:pt x="412" y="225"/>
                </a:lnTo>
                <a:lnTo>
                  <a:pt x="412" y="227"/>
                </a:lnTo>
                <a:lnTo>
                  <a:pt x="412" y="229"/>
                </a:lnTo>
                <a:lnTo>
                  <a:pt x="412" y="231"/>
                </a:lnTo>
                <a:lnTo>
                  <a:pt x="412" y="232"/>
                </a:lnTo>
                <a:lnTo>
                  <a:pt x="412" y="233"/>
                </a:lnTo>
                <a:lnTo>
                  <a:pt x="412" y="235"/>
                </a:lnTo>
                <a:lnTo>
                  <a:pt x="413" y="235"/>
                </a:lnTo>
                <a:lnTo>
                  <a:pt x="413" y="236"/>
                </a:lnTo>
                <a:lnTo>
                  <a:pt x="414" y="236"/>
                </a:lnTo>
                <a:lnTo>
                  <a:pt x="415" y="236"/>
                </a:lnTo>
                <a:lnTo>
                  <a:pt x="416" y="235"/>
                </a:lnTo>
                <a:lnTo>
                  <a:pt x="417" y="234"/>
                </a:lnTo>
                <a:lnTo>
                  <a:pt x="417" y="233"/>
                </a:lnTo>
                <a:lnTo>
                  <a:pt x="417" y="232"/>
                </a:lnTo>
                <a:lnTo>
                  <a:pt x="418" y="231"/>
                </a:lnTo>
                <a:lnTo>
                  <a:pt x="419" y="230"/>
                </a:lnTo>
                <a:lnTo>
                  <a:pt x="420" y="230"/>
                </a:lnTo>
                <a:lnTo>
                  <a:pt x="420" y="231"/>
                </a:lnTo>
                <a:lnTo>
                  <a:pt x="421" y="231"/>
                </a:lnTo>
                <a:lnTo>
                  <a:pt x="422" y="229"/>
                </a:lnTo>
                <a:lnTo>
                  <a:pt x="422" y="228"/>
                </a:lnTo>
                <a:lnTo>
                  <a:pt x="422" y="227"/>
                </a:lnTo>
                <a:lnTo>
                  <a:pt x="423" y="227"/>
                </a:lnTo>
                <a:lnTo>
                  <a:pt x="424" y="226"/>
                </a:lnTo>
                <a:lnTo>
                  <a:pt x="426" y="224"/>
                </a:lnTo>
                <a:lnTo>
                  <a:pt x="426" y="222"/>
                </a:lnTo>
                <a:lnTo>
                  <a:pt x="427" y="222"/>
                </a:lnTo>
                <a:lnTo>
                  <a:pt x="427" y="221"/>
                </a:lnTo>
                <a:lnTo>
                  <a:pt x="426" y="221"/>
                </a:lnTo>
                <a:lnTo>
                  <a:pt x="426" y="220"/>
                </a:lnTo>
                <a:lnTo>
                  <a:pt x="427" y="219"/>
                </a:lnTo>
                <a:lnTo>
                  <a:pt x="427" y="218"/>
                </a:lnTo>
                <a:lnTo>
                  <a:pt x="428" y="218"/>
                </a:lnTo>
                <a:lnTo>
                  <a:pt x="429" y="217"/>
                </a:lnTo>
                <a:lnTo>
                  <a:pt x="429" y="216"/>
                </a:lnTo>
                <a:lnTo>
                  <a:pt x="430" y="216"/>
                </a:lnTo>
                <a:lnTo>
                  <a:pt x="429" y="216"/>
                </a:lnTo>
                <a:lnTo>
                  <a:pt x="429" y="215"/>
                </a:lnTo>
                <a:lnTo>
                  <a:pt x="430" y="215"/>
                </a:lnTo>
                <a:lnTo>
                  <a:pt x="431" y="215"/>
                </a:lnTo>
                <a:lnTo>
                  <a:pt x="432" y="215"/>
                </a:lnTo>
                <a:lnTo>
                  <a:pt x="435" y="216"/>
                </a:lnTo>
                <a:lnTo>
                  <a:pt x="436" y="216"/>
                </a:lnTo>
                <a:lnTo>
                  <a:pt x="436" y="217"/>
                </a:lnTo>
                <a:lnTo>
                  <a:pt x="437" y="217"/>
                </a:lnTo>
                <a:lnTo>
                  <a:pt x="437" y="218"/>
                </a:lnTo>
                <a:lnTo>
                  <a:pt x="438" y="218"/>
                </a:lnTo>
                <a:lnTo>
                  <a:pt x="439" y="217"/>
                </a:lnTo>
                <a:lnTo>
                  <a:pt x="439" y="218"/>
                </a:lnTo>
                <a:lnTo>
                  <a:pt x="439" y="220"/>
                </a:lnTo>
                <a:lnTo>
                  <a:pt x="439" y="221"/>
                </a:lnTo>
                <a:lnTo>
                  <a:pt x="440" y="221"/>
                </a:lnTo>
                <a:lnTo>
                  <a:pt x="441" y="222"/>
                </a:lnTo>
                <a:lnTo>
                  <a:pt x="442" y="222"/>
                </a:lnTo>
                <a:lnTo>
                  <a:pt x="443" y="222"/>
                </a:lnTo>
                <a:lnTo>
                  <a:pt x="444" y="223"/>
                </a:lnTo>
                <a:lnTo>
                  <a:pt x="444" y="224"/>
                </a:lnTo>
                <a:lnTo>
                  <a:pt x="445" y="223"/>
                </a:lnTo>
                <a:lnTo>
                  <a:pt x="445" y="222"/>
                </a:lnTo>
                <a:lnTo>
                  <a:pt x="446" y="222"/>
                </a:lnTo>
                <a:lnTo>
                  <a:pt x="448" y="220"/>
                </a:lnTo>
                <a:lnTo>
                  <a:pt x="449" y="219"/>
                </a:lnTo>
                <a:lnTo>
                  <a:pt x="451" y="218"/>
                </a:lnTo>
                <a:lnTo>
                  <a:pt x="453" y="217"/>
                </a:lnTo>
                <a:lnTo>
                  <a:pt x="453" y="216"/>
                </a:lnTo>
                <a:lnTo>
                  <a:pt x="453" y="215"/>
                </a:lnTo>
                <a:lnTo>
                  <a:pt x="453" y="214"/>
                </a:lnTo>
                <a:lnTo>
                  <a:pt x="455" y="211"/>
                </a:lnTo>
                <a:lnTo>
                  <a:pt x="455" y="210"/>
                </a:lnTo>
                <a:lnTo>
                  <a:pt x="456" y="210"/>
                </a:lnTo>
                <a:lnTo>
                  <a:pt x="456" y="209"/>
                </a:lnTo>
                <a:lnTo>
                  <a:pt x="456" y="208"/>
                </a:lnTo>
                <a:lnTo>
                  <a:pt x="457" y="208"/>
                </a:lnTo>
                <a:lnTo>
                  <a:pt x="458" y="209"/>
                </a:lnTo>
                <a:lnTo>
                  <a:pt x="459" y="209"/>
                </a:lnTo>
                <a:lnTo>
                  <a:pt x="460" y="209"/>
                </a:lnTo>
                <a:lnTo>
                  <a:pt x="460" y="208"/>
                </a:lnTo>
                <a:lnTo>
                  <a:pt x="461" y="208"/>
                </a:lnTo>
                <a:lnTo>
                  <a:pt x="463" y="207"/>
                </a:lnTo>
                <a:lnTo>
                  <a:pt x="464" y="210"/>
                </a:lnTo>
                <a:lnTo>
                  <a:pt x="464" y="211"/>
                </a:lnTo>
                <a:lnTo>
                  <a:pt x="465" y="213"/>
                </a:lnTo>
                <a:lnTo>
                  <a:pt x="466" y="213"/>
                </a:lnTo>
                <a:lnTo>
                  <a:pt x="466" y="214"/>
                </a:lnTo>
                <a:lnTo>
                  <a:pt x="465" y="214"/>
                </a:lnTo>
                <a:lnTo>
                  <a:pt x="465" y="215"/>
                </a:lnTo>
                <a:lnTo>
                  <a:pt x="465" y="216"/>
                </a:lnTo>
                <a:lnTo>
                  <a:pt x="466" y="217"/>
                </a:lnTo>
                <a:lnTo>
                  <a:pt x="468" y="218"/>
                </a:lnTo>
                <a:lnTo>
                  <a:pt x="467" y="219"/>
                </a:lnTo>
                <a:lnTo>
                  <a:pt x="466" y="220"/>
                </a:lnTo>
                <a:lnTo>
                  <a:pt x="466" y="221"/>
                </a:lnTo>
                <a:lnTo>
                  <a:pt x="466" y="222"/>
                </a:lnTo>
                <a:lnTo>
                  <a:pt x="465" y="223"/>
                </a:lnTo>
                <a:lnTo>
                  <a:pt x="465" y="224"/>
                </a:lnTo>
                <a:lnTo>
                  <a:pt x="465" y="226"/>
                </a:lnTo>
                <a:lnTo>
                  <a:pt x="466" y="227"/>
                </a:lnTo>
                <a:lnTo>
                  <a:pt x="467" y="228"/>
                </a:lnTo>
                <a:lnTo>
                  <a:pt x="468" y="228"/>
                </a:lnTo>
                <a:lnTo>
                  <a:pt x="469" y="230"/>
                </a:lnTo>
                <a:lnTo>
                  <a:pt x="470" y="230"/>
                </a:lnTo>
                <a:lnTo>
                  <a:pt x="471" y="230"/>
                </a:lnTo>
                <a:lnTo>
                  <a:pt x="471" y="231"/>
                </a:lnTo>
                <a:lnTo>
                  <a:pt x="472" y="231"/>
                </a:lnTo>
                <a:lnTo>
                  <a:pt x="472" y="232"/>
                </a:lnTo>
                <a:lnTo>
                  <a:pt x="474" y="235"/>
                </a:lnTo>
                <a:lnTo>
                  <a:pt x="474" y="236"/>
                </a:lnTo>
                <a:lnTo>
                  <a:pt x="474" y="237"/>
                </a:lnTo>
                <a:lnTo>
                  <a:pt x="474" y="242"/>
                </a:lnTo>
                <a:lnTo>
                  <a:pt x="475" y="243"/>
                </a:lnTo>
                <a:lnTo>
                  <a:pt x="475" y="244"/>
                </a:lnTo>
                <a:lnTo>
                  <a:pt x="476" y="244"/>
                </a:lnTo>
                <a:lnTo>
                  <a:pt x="476" y="245"/>
                </a:lnTo>
                <a:lnTo>
                  <a:pt x="478" y="245"/>
                </a:lnTo>
                <a:lnTo>
                  <a:pt x="479" y="244"/>
                </a:lnTo>
                <a:lnTo>
                  <a:pt x="481" y="245"/>
                </a:lnTo>
                <a:lnTo>
                  <a:pt x="482" y="245"/>
                </a:lnTo>
                <a:lnTo>
                  <a:pt x="483" y="246"/>
                </a:lnTo>
                <a:lnTo>
                  <a:pt x="483" y="247"/>
                </a:lnTo>
                <a:lnTo>
                  <a:pt x="482" y="247"/>
                </a:lnTo>
                <a:lnTo>
                  <a:pt x="482" y="248"/>
                </a:lnTo>
                <a:lnTo>
                  <a:pt x="481" y="248"/>
                </a:lnTo>
                <a:lnTo>
                  <a:pt x="481" y="250"/>
                </a:lnTo>
                <a:lnTo>
                  <a:pt x="482" y="250"/>
                </a:lnTo>
                <a:lnTo>
                  <a:pt x="483" y="250"/>
                </a:lnTo>
                <a:lnTo>
                  <a:pt x="483" y="251"/>
                </a:lnTo>
                <a:lnTo>
                  <a:pt x="484" y="251"/>
                </a:lnTo>
                <a:lnTo>
                  <a:pt x="483" y="251"/>
                </a:lnTo>
                <a:lnTo>
                  <a:pt x="482" y="252"/>
                </a:lnTo>
                <a:lnTo>
                  <a:pt x="481" y="253"/>
                </a:lnTo>
                <a:lnTo>
                  <a:pt x="480" y="255"/>
                </a:lnTo>
                <a:lnTo>
                  <a:pt x="481" y="255"/>
                </a:lnTo>
                <a:lnTo>
                  <a:pt x="483" y="255"/>
                </a:lnTo>
                <a:lnTo>
                  <a:pt x="483" y="254"/>
                </a:lnTo>
                <a:lnTo>
                  <a:pt x="484" y="254"/>
                </a:lnTo>
                <a:lnTo>
                  <a:pt x="484" y="255"/>
                </a:lnTo>
                <a:lnTo>
                  <a:pt x="484" y="256"/>
                </a:lnTo>
                <a:lnTo>
                  <a:pt x="484" y="257"/>
                </a:lnTo>
                <a:lnTo>
                  <a:pt x="484" y="258"/>
                </a:lnTo>
                <a:lnTo>
                  <a:pt x="485" y="258"/>
                </a:lnTo>
                <a:lnTo>
                  <a:pt x="487" y="261"/>
                </a:lnTo>
                <a:lnTo>
                  <a:pt x="487" y="262"/>
                </a:lnTo>
                <a:lnTo>
                  <a:pt x="488" y="264"/>
                </a:lnTo>
                <a:lnTo>
                  <a:pt x="489" y="267"/>
                </a:lnTo>
                <a:lnTo>
                  <a:pt x="490" y="268"/>
                </a:lnTo>
                <a:lnTo>
                  <a:pt x="490" y="269"/>
                </a:lnTo>
                <a:lnTo>
                  <a:pt x="491" y="269"/>
                </a:lnTo>
                <a:lnTo>
                  <a:pt x="491" y="270"/>
                </a:lnTo>
                <a:lnTo>
                  <a:pt x="491" y="271"/>
                </a:lnTo>
                <a:lnTo>
                  <a:pt x="490" y="273"/>
                </a:lnTo>
                <a:lnTo>
                  <a:pt x="490" y="274"/>
                </a:lnTo>
                <a:lnTo>
                  <a:pt x="490" y="276"/>
                </a:lnTo>
                <a:lnTo>
                  <a:pt x="489" y="279"/>
                </a:lnTo>
                <a:lnTo>
                  <a:pt x="489" y="280"/>
                </a:lnTo>
                <a:lnTo>
                  <a:pt x="490" y="279"/>
                </a:lnTo>
                <a:lnTo>
                  <a:pt x="491" y="279"/>
                </a:lnTo>
                <a:lnTo>
                  <a:pt x="491" y="278"/>
                </a:lnTo>
                <a:lnTo>
                  <a:pt x="491" y="277"/>
                </a:lnTo>
                <a:lnTo>
                  <a:pt x="492" y="277"/>
                </a:lnTo>
                <a:lnTo>
                  <a:pt x="494" y="278"/>
                </a:lnTo>
                <a:lnTo>
                  <a:pt x="495" y="279"/>
                </a:lnTo>
                <a:lnTo>
                  <a:pt x="496" y="281"/>
                </a:lnTo>
                <a:lnTo>
                  <a:pt x="496" y="282"/>
                </a:lnTo>
                <a:lnTo>
                  <a:pt x="496" y="283"/>
                </a:lnTo>
                <a:lnTo>
                  <a:pt x="495" y="283"/>
                </a:lnTo>
                <a:lnTo>
                  <a:pt x="495" y="284"/>
                </a:lnTo>
                <a:lnTo>
                  <a:pt x="497" y="288"/>
                </a:lnTo>
                <a:lnTo>
                  <a:pt x="498" y="288"/>
                </a:lnTo>
                <a:lnTo>
                  <a:pt x="499" y="291"/>
                </a:lnTo>
                <a:lnTo>
                  <a:pt x="500" y="291"/>
                </a:lnTo>
                <a:lnTo>
                  <a:pt x="500" y="292"/>
                </a:lnTo>
                <a:lnTo>
                  <a:pt x="501" y="292"/>
                </a:lnTo>
                <a:lnTo>
                  <a:pt x="501" y="293"/>
                </a:lnTo>
                <a:lnTo>
                  <a:pt x="501" y="294"/>
                </a:lnTo>
                <a:lnTo>
                  <a:pt x="501" y="295"/>
                </a:lnTo>
                <a:lnTo>
                  <a:pt x="501" y="296"/>
                </a:lnTo>
                <a:lnTo>
                  <a:pt x="502" y="296"/>
                </a:lnTo>
                <a:lnTo>
                  <a:pt x="503" y="296"/>
                </a:lnTo>
                <a:lnTo>
                  <a:pt x="503" y="297"/>
                </a:lnTo>
                <a:lnTo>
                  <a:pt x="504" y="297"/>
                </a:lnTo>
                <a:lnTo>
                  <a:pt x="504" y="299"/>
                </a:lnTo>
                <a:lnTo>
                  <a:pt x="504" y="300"/>
                </a:lnTo>
                <a:lnTo>
                  <a:pt x="503" y="300"/>
                </a:lnTo>
                <a:lnTo>
                  <a:pt x="503" y="301"/>
                </a:lnTo>
                <a:lnTo>
                  <a:pt x="502" y="302"/>
                </a:lnTo>
                <a:lnTo>
                  <a:pt x="503" y="302"/>
                </a:lnTo>
                <a:lnTo>
                  <a:pt x="504" y="302"/>
                </a:lnTo>
                <a:lnTo>
                  <a:pt x="504" y="303"/>
                </a:lnTo>
                <a:lnTo>
                  <a:pt x="505" y="304"/>
                </a:lnTo>
                <a:lnTo>
                  <a:pt x="505" y="307"/>
                </a:lnTo>
                <a:lnTo>
                  <a:pt x="505" y="308"/>
                </a:lnTo>
                <a:lnTo>
                  <a:pt x="506" y="310"/>
                </a:lnTo>
                <a:lnTo>
                  <a:pt x="506" y="311"/>
                </a:lnTo>
                <a:lnTo>
                  <a:pt x="506" y="312"/>
                </a:lnTo>
                <a:lnTo>
                  <a:pt x="507" y="312"/>
                </a:lnTo>
                <a:lnTo>
                  <a:pt x="507" y="313"/>
                </a:lnTo>
                <a:lnTo>
                  <a:pt x="506" y="313"/>
                </a:lnTo>
                <a:lnTo>
                  <a:pt x="506" y="314"/>
                </a:lnTo>
                <a:lnTo>
                  <a:pt x="506" y="315"/>
                </a:lnTo>
                <a:lnTo>
                  <a:pt x="506" y="316"/>
                </a:lnTo>
                <a:lnTo>
                  <a:pt x="507" y="316"/>
                </a:lnTo>
                <a:lnTo>
                  <a:pt x="507" y="317"/>
                </a:lnTo>
                <a:lnTo>
                  <a:pt x="508" y="317"/>
                </a:lnTo>
                <a:lnTo>
                  <a:pt x="508" y="318"/>
                </a:lnTo>
                <a:lnTo>
                  <a:pt x="508" y="319"/>
                </a:lnTo>
                <a:lnTo>
                  <a:pt x="509" y="319"/>
                </a:lnTo>
                <a:lnTo>
                  <a:pt x="511" y="320"/>
                </a:lnTo>
                <a:lnTo>
                  <a:pt x="512" y="320"/>
                </a:lnTo>
                <a:lnTo>
                  <a:pt x="512" y="319"/>
                </a:lnTo>
                <a:lnTo>
                  <a:pt x="513" y="319"/>
                </a:lnTo>
                <a:lnTo>
                  <a:pt x="514" y="319"/>
                </a:lnTo>
                <a:lnTo>
                  <a:pt x="515" y="318"/>
                </a:lnTo>
                <a:lnTo>
                  <a:pt x="516" y="318"/>
                </a:lnTo>
                <a:lnTo>
                  <a:pt x="517" y="318"/>
                </a:lnTo>
                <a:lnTo>
                  <a:pt x="519" y="319"/>
                </a:lnTo>
                <a:lnTo>
                  <a:pt x="520" y="319"/>
                </a:lnTo>
                <a:lnTo>
                  <a:pt x="520" y="320"/>
                </a:lnTo>
                <a:lnTo>
                  <a:pt x="521" y="320"/>
                </a:lnTo>
                <a:lnTo>
                  <a:pt x="522" y="320"/>
                </a:lnTo>
                <a:lnTo>
                  <a:pt x="523" y="321"/>
                </a:lnTo>
                <a:lnTo>
                  <a:pt x="523" y="323"/>
                </a:lnTo>
                <a:lnTo>
                  <a:pt x="523" y="324"/>
                </a:lnTo>
                <a:lnTo>
                  <a:pt x="523" y="325"/>
                </a:lnTo>
                <a:lnTo>
                  <a:pt x="522" y="326"/>
                </a:lnTo>
                <a:lnTo>
                  <a:pt x="521" y="329"/>
                </a:lnTo>
                <a:lnTo>
                  <a:pt x="521" y="330"/>
                </a:lnTo>
                <a:lnTo>
                  <a:pt x="521" y="331"/>
                </a:lnTo>
                <a:lnTo>
                  <a:pt x="520" y="333"/>
                </a:lnTo>
                <a:lnTo>
                  <a:pt x="519" y="333"/>
                </a:lnTo>
                <a:lnTo>
                  <a:pt x="519" y="334"/>
                </a:lnTo>
                <a:lnTo>
                  <a:pt x="520" y="334"/>
                </a:lnTo>
                <a:lnTo>
                  <a:pt x="520" y="335"/>
                </a:lnTo>
                <a:lnTo>
                  <a:pt x="521" y="335"/>
                </a:lnTo>
                <a:lnTo>
                  <a:pt x="521" y="336"/>
                </a:lnTo>
                <a:lnTo>
                  <a:pt x="521" y="337"/>
                </a:lnTo>
                <a:lnTo>
                  <a:pt x="520" y="338"/>
                </a:lnTo>
                <a:lnTo>
                  <a:pt x="519" y="339"/>
                </a:lnTo>
                <a:lnTo>
                  <a:pt x="519" y="340"/>
                </a:lnTo>
                <a:lnTo>
                  <a:pt x="519" y="341"/>
                </a:lnTo>
                <a:lnTo>
                  <a:pt x="519" y="342"/>
                </a:lnTo>
                <a:lnTo>
                  <a:pt x="519" y="343"/>
                </a:lnTo>
                <a:lnTo>
                  <a:pt x="518" y="343"/>
                </a:lnTo>
                <a:lnTo>
                  <a:pt x="518" y="344"/>
                </a:lnTo>
                <a:lnTo>
                  <a:pt x="518" y="346"/>
                </a:lnTo>
                <a:lnTo>
                  <a:pt x="520" y="348"/>
                </a:lnTo>
                <a:lnTo>
                  <a:pt x="521" y="348"/>
                </a:lnTo>
                <a:lnTo>
                  <a:pt x="523" y="349"/>
                </a:lnTo>
                <a:lnTo>
                  <a:pt x="524" y="349"/>
                </a:lnTo>
                <a:lnTo>
                  <a:pt x="524" y="350"/>
                </a:lnTo>
                <a:lnTo>
                  <a:pt x="525" y="350"/>
                </a:lnTo>
                <a:lnTo>
                  <a:pt x="526" y="351"/>
                </a:lnTo>
                <a:lnTo>
                  <a:pt x="527" y="351"/>
                </a:lnTo>
                <a:lnTo>
                  <a:pt x="528" y="351"/>
                </a:lnTo>
                <a:lnTo>
                  <a:pt x="529" y="352"/>
                </a:lnTo>
                <a:lnTo>
                  <a:pt x="530" y="352"/>
                </a:lnTo>
                <a:lnTo>
                  <a:pt x="530" y="353"/>
                </a:lnTo>
                <a:lnTo>
                  <a:pt x="529" y="354"/>
                </a:lnTo>
                <a:lnTo>
                  <a:pt x="529" y="355"/>
                </a:lnTo>
                <a:lnTo>
                  <a:pt x="529" y="356"/>
                </a:lnTo>
                <a:lnTo>
                  <a:pt x="530" y="357"/>
                </a:lnTo>
                <a:lnTo>
                  <a:pt x="533" y="357"/>
                </a:lnTo>
                <a:lnTo>
                  <a:pt x="534" y="357"/>
                </a:lnTo>
                <a:lnTo>
                  <a:pt x="535" y="357"/>
                </a:lnTo>
                <a:lnTo>
                  <a:pt x="535" y="358"/>
                </a:lnTo>
                <a:lnTo>
                  <a:pt x="534" y="358"/>
                </a:lnTo>
                <a:lnTo>
                  <a:pt x="534" y="359"/>
                </a:lnTo>
                <a:lnTo>
                  <a:pt x="533" y="360"/>
                </a:lnTo>
                <a:lnTo>
                  <a:pt x="533" y="361"/>
                </a:lnTo>
                <a:lnTo>
                  <a:pt x="533" y="362"/>
                </a:lnTo>
                <a:lnTo>
                  <a:pt x="534" y="363"/>
                </a:lnTo>
                <a:lnTo>
                  <a:pt x="534" y="364"/>
                </a:lnTo>
                <a:lnTo>
                  <a:pt x="534" y="365"/>
                </a:lnTo>
                <a:lnTo>
                  <a:pt x="535" y="365"/>
                </a:lnTo>
                <a:lnTo>
                  <a:pt x="536" y="365"/>
                </a:lnTo>
                <a:lnTo>
                  <a:pt x="537" y="365"/>
                </a:lnTo>
                <a:lnTo>
                  <a:pt x="537" y="366"/>
                </a:lnTo>
                <a:lnTo>
                  <a:pt x="538" y="366"/>
                </a:lnTo>
                <a:lnTo>
                  <a:pt x="539" y="366"/>
                </a:lnTo>
                <a:lnTo>
                  <a:pt x="540" y="366"/>
                </a:lnTo>
                <a:lnTo>
                  <a:pt x="540" y="365"/>
                </a:lnTo>
                <a:lnTo>
                  <a:pt x="542" y="366"/>
                </a:lnTo>
                <a:lnTo>
                  <a:pt x="542" y="367"/>
                </a:lnTo>
                <a:lnTo>
                  <a:pt x="542" y="368"/>
                </a:lnTo>
                <a:lnTo>
                  <a:pt x="544" y="368"/>
                </a:lnTo>
                <a:lnTo>
                  <a:pt x="545" y="368"/>
                </a:lnTo>
                <a:lnTo>
                  <a:pt x="546" y="368"/>
                </a:lnTo>
                <a:lnTo>
                  <a:pt x="548" y="368"/>
                </a:lnTo>
                <a:lnTo>
                  <a:pt x="548" y="369"/>
                </a:lnTo>
                <a:lnTo>
                  <a:pt x="548" y="370"/>
                </a:lnTo>
                <a:lnTo>
                  <a:pt x="549" y="371"/>
                </a:lnTo>
                <a:lnTo>
                  <a:pt x="550" y="373"/>
                </a:lnTo>
                <a:lnTo>
                  <a:pt x="551" y="373"/>
                </a:lnTo>
                <a:lnTo>
                  <a:pt x="551" y="374"/>
                </a:lnTo>
                <a:lnTo>
                  <a:pt x="552" y="374"/>
                </a:lnTo>
                <a:lnTo>
                  <a:pt x="552" y="375"/>
                </a:lnTo>
                <a:lnTo>
                  <a:pt x="552" y="376"/>
                </a:lnTo>
                <a:lnTo>
                  <a:pt x="551" y="376"/>
                </a:lnTo>
                <a:lnTo>
                  <a:pt x="551" y="377"/>
                </a:lnTo>
                <a:lnTo>
                  <a:pt x="550" y="379"/>
                </a:lnTo>
                <a:lnTo>
                  <a:pt x="549" y="379"/>
                </a:lnTo>
                <a:lnTo>
                  <a:pt x="549" y="380"/>
                </a:lnTo>
                <a:lnTo>
                  <a:pt x="549" y="381"/>
                </a:lnTo>
                <a:lnTo>
                  <a:pt x="548" y="381"/>
                </a:lnTo>
                <a:lnTo>
                  <a:pt x="549" y="381"/>
                </a:lnTo>
                <a:lnTo>
                  <a:pt x="549" y="382"/>
                </a:lnTo>
                <a:lnTo>
                  <a:pt x="549" y="383"/>
                </a:lnTo>
                <a:lnTo>
                  <a:pt x="549" y="384"/>
                </a:lnTo>
                <a:lnTo>
                  <a:pt x="548" y="384"/>
                </a:lnTo>
                <a:lnTo>
                  <a:pt x="547" y="384"/>
                </a:lnTo>
                <a:lnTo>
                  <a:pt x="547" y="385"/>
                </a:lnTo>
                <a:lnTo>
                  <a:pt x="546" y="385"/>
                </a:lnTo>
                <a:lnTo>
                  <a:pt x="546" y="386"/>
                </a:lnTo>
                <a:lnTo>
                  <a:pt x="547" y="386"/>
                </a:lnTo>
                <a:lnTo>
                  <a:pt x="548" y="387"/>
                </a:lnTo>
                <a:lnTo>
                  <a:pt x="548" y="388"/>
                </a:lnTo>
                <a:lnTo>
                  <a:pt x="549" y="388"/>
                </a:lnTo>
                <a:lnTo>
                  <a:pt x="549" y="389"/>
                </a:lnTo>
                <a:lnTo>
                  <a:pt x="549" y="388"/>
                </a:lnTo>
                <a:lnTo>
                  <a:pt x="550" y="388"/>
                </a:lnTo>
                <a:lnTo>
                  <a:pt x="550" y="389"/>
                </a:lnTo>
                <a:lnTo>
                  <a:pt x="550" y="392"/>
                </a:lnTo>
                <a:lnTo>
                  <a:pt x="550" y="393"/>
                </a:lnTo>
                <a:lnTo>
                  <a:pt x="551" y="393"/>
                </a:lnTo>
                <a:lnTo>
                  <a:pt x="553" y="393"/>
                </a:lnTo>
                <a:lnTo>
                  <a:pt x="554" y="393"/>
                </a:lnTo>
                <a:lnTo>
                  <a:pt x="554" y="392"/>
                </a:lnTo>
                <a:lnTo>
                  <a:pt x="555" y="391"/>
                </a:lnTo>
                <a:lnTo>
                  <a:pt x="556" y="390"/>
                </a:lnTo>
                <a:lnTo>
                  <a:pt x="557" y="391"/>
                </a:lnTo>
                <a:lnTo>
                  <a:pt x="558" y="391"/>
                </a:lnTo>
                <a:lnTo>
                  <a:pt x="558" y="392"/>
                </a:lnTo>
                <a:lnTo>
                  <a:pt x="559" y="392"/>
                </a:lnTo>
                <a:lnTo>
                  <a:pt x="559" y="390"/>
                </a:lnTo>
                <a:lnTo>
                  <a:pt x="560" y="390"/>
                </a:lnTo>
                <a:lnTo>
                  <a:pt x="560" y="389"/>
                </a:lnTo>
                <a:lnTo>
                  <a:pt x="559" y="389"/>
                </a:lnTo>
                <a:lnTo>
                  <a:pt x="559" y="387"/>
                </a:lnTo>
                <a:lnTo>
                  <a:pt x="558" y="387"/>
                </a:lnTo>
                <a:lnTo>
                  <a:pt x="558" y="386"/>
                </a:lnTo>
                <a:lnTo>
                  <a:pt x="558" y="385"/>
                </a:lnTo>
                <a:lnTo>
                  <a:pt x="559" y="384"/>
                </a:lnTo>
                <a:lnTo>
                  <a:pt x="560" y="384"/>
                </a:lnTo>
                <a:lnTo>
                  <a:pt x="561" y="384"/>
                </a:lnTo>
                <a:lnTo>
                  <a:pt x="562" y="384"/>
                </a:lnTo>
                <a:lnTo>
                  <a:pt x="563" y="385"/>
                </a:lnTo>
                <a:lnTo>
                  <a:pt x="564" y="386"/>
                </a:lnTo>
                <a:lnTo>
                  <a:pt x="565" y="386"/>
                </a:lnTo>
                <a:lnTo>
                  <a:pt x="566" y="386"/>
                </a:lnTo>
                <a:lnTo>
                  <a:pt x="567" y="386"/>
                </a:lnTo>
                <a:lnTo>
                  <a:pt x="567" y="387"/>
                </a:lnTo>
                <a:lnTo>
                  <a:pt x="567" y="388"/>
                </a:lnTo>
                <a:lnTo>
                  <a:pt x="566" y="389"/>
                </a:lnTo>
                <a:lnTo>
                  <a:pt x="566" y="388"/>
                </a:lnTo>
                <a:lnTo>
                  <a:pt x="565" y="388"/>
                </a:lnTo>
                <a:lnTo>
                  <a:pt x="564" y="389"/>
                </a:lnTo>
                <a:lnTo>
                  <a:pt x="564" y="390"/>
                </a:lnTo>
                <a:lnTo>
                  <a:pt x="564" y="391"/>
                </a:lnTo>
                <a:lnTo>
                  <a:pt x="565" y="391"/>
                </a:lnTo>
                <a:lnTo>
                  <a:pt x="565" y="392"/>
                </a:lnTo>
                <a:lnTo>
                  <a:pt x="564" y="392"/>
                </a:lnTo>
                <a:lnTo>
                  <a:pt x="561" y="393"/>
                </a:lnTo>
                <a:lnTo>
                  <a:pt x="561" y="394"/>
                </a:lnTo>
                <a:lnTo>
                  <a:pt x="561" y="395"/>
                </a:lnTo>
                <a:lnTo>
                  <a:pt x="559" y="395"/>
                </a:lnTo>
                <a:lnTo>
                  <a:pt x="559" y="396"/>
                </a:lnTo>
                <a:lnTo>
                  <a:pt x="558" y="397"/>
                </a:lnTo>
                <a:lnTo>
                  <a:pt x="559" y="398"/>
                </a:lnTo>
                <a:lnTo>
                  <a:pt x="560" y="399"/>
                </a:lnTo>
                <a:lnTo>
                  <a:pt x="561" y="399"/>
                </a:lnTo>
                <a:lnTo>
                  <a:pt x="562" y="400"/>
                </a:lnTo>
                <a:lnTo>
                  <a:pt x="562" y="401"/>
                </a:lnTo>
                <a:lnTo>
                  <a:pt x="561" y="403"/>
                </a:lnTo>
                <a:lnTo>
                  <a:pt x="559" y="405"/>
                </a:lnTo>
                <a:lnTo>
                  <a:pt x="559" y="406"/>
                </a:lnTo>
                <a:lnTo>
                  <a:pt x="559" y="407"/>
                </a:lnTo>
                <a:lnTo>
                  <a:pt x="560" y="407"/>
                </a:lnTo>
                <a:lnTo>
                  <a:pt x="560" y="408"/>
                </a:lnTo>
                <a:lnTo>
                  <a:pt x="560" y="409"/>
                </a:lnTo>
                <a:lnTo>
                  <a:pt x="559" y="410"/>
                </a:lnTo>
                <a:lnTo>
                  <a:pt x="559" y="411"/>
                </a:lnTo>
                <a:lnTo>
                  <a:pt x="558" y="411"/>
                </a:lnTo>
                <a:lnTo>
                  <a:pt x="557" y="412"/>
                </a:lnTo>
                <a:lnTo>
                  <a:pt x="557" y="411"/>
                </a:lnTo>
                <a:lnTo>
                  <a:pt x="556" y="411"/>
                </a:lnTo>
                <a:lnTo>
                  <a:pt x="555" y="411"/>
                </a:lnTo>
                <a:lnTo>
                  <a:pt x="554" y="411"/>
                </a:lnTo>
                <a:lnTo>
                  <a:pt x="553" y="411"/>
                </a:lnTo>
                <a:lnTo>
                  <a:pt x="552" y="411"/>
                </a:lnTo>
                <a:lnTo>
                  <a:pt x="551" y="410"/>
                </a:lnTo>
                <a:lnTo>
                  <a:pt x="551" y="411"/>
                </a:lnTo>
                <a:lnTo>
                  <a:pt x="550" y="411"/>
                </a:lnTo>
                <a:lnTo>
                  <a:pt x="550" y="412"/>
                </a:lnTo>
                <a:lnTo>
                  <a:pt x="550" y="414"/>
                </a:lnTo>
                <a:lnTo>
                  <a:pt x="550" y="417"/>
                </a:lnTo>
                <a:lnTo>
                  <a:pt x="551" y="418"/>
                </a:lnTo>
                <a:lnTo>
                  <a:pt x="551" y="419"/>
                </a:lnTo>
                <a:lnTo>
                  <a:pt x="550" y="419"/>
                </a:lnTo>
                <a:lnTo>
                  <a:pt x="550" y="420"/>
                </a:lnTo>
                <a:lnTo>
                  <a:pt x="551" y="420"/>
                </a:lnTo>
                <a:lnTo>
                  <a:pt x="552" y="420"/>
                </a:lnTo>
                <a:lnTo>
                  <a:pt x="552" y="419"/>
                </a:lnTo>
                <a:lnTo>
                  <a:pt x="553" y="419"/>
                </a:lnTo>
                <a:lnTo>
                  <a:pt x="553" y="420"/>
                </a:lnTo>
                <a:lnTo>
                  <a:pt x="552" y="420"/>
                </a:lnTo>
                <a:lnTo>
                  <a:pt x="553" y="421"/>
                </a:lnTo>
                <a:lnTo>
                  <a:pt x="553" y="422"/>
                </a:lnTo>
                <a:lnTo>
                  <a:pt x="554" y="422"/>
                </a:lnTo>
                <a:lnTo>
                  <a:pt x="555" y="421"/>
                </a:lnTo>
                <a:lnTo>
                  <a:pt x="556" y="421"/>
                </a:lnTo>
                <a:lnTo>
                  <a:pt x="556" y="422"/>
                </a:lnTo>
                <a:lnTo>
                  <a:pt x="556" y="423"/>
                </a:lnTo>
                <a:lnTo>
                  <a:pt x="556" y="424"/>
                </a:lnTo>
                <a:lnTo>
                  <a:pt x="556" y="425"/>
                </a:lnTo>
                <a:lnTo>
                  <a:pt x="558" y="427"/>
                </a:lnTo>
                <a:lnTo>
                  <a:pt x="560" y="427"/>
                </a:lnTo>
                <a:lnTo>
                  <a:pt x="562" y="427"/>
                </a:lnTo>
                <a:lnTo>
                  <a:pt x="563" y="427"/>
                </a:lnTo>
                <a:lnTo>
                  <a:pt x="564" y="427"/>
                </a:lnTo>
                <a:lnTo>
                  <a:pt x="565" y="427"/>
                </a:lnTo>
                <a:lnTo>
                  <a:pt x="566" y="429"/>
                </a:lnTo>
                <a:lnTo>
                  <a:pt x="567" y="431"/>
                </a:lnTo>
                <a:lnTo>
                  <a:pt x="567" y="432"/>
                </a:lnTo>
                <a:lnTo>
                  <a:pt x="570" y="432"/>
                </a:lnTo>
                <a:lnTo>
                  <a:pt x="570" y="433"/>
                </a:lnTo>
                <a:lnTo>
                  <a:pt x="570" y="434"/>
                </a:lnTo>
                <a:lnTo>
                  <a:pt x="571" y="434"/>
                </a:lnTo>
                <a:lnTo>
                  <a:pt x="573" y="435"/>
                </a:lnTo>
                <a:lnTo>
                  <a:pt x="574" y="436"/>
                </a:lnTo>
                <a:lnTo>
                  <a:pt x="574" y="437"/>
                </a:lnTo>
                <a:lnTo>
                  <a:pt x="575" y="438"/>
                </a:lnTo>
                <a:lnTo>
                  <a:pt x="577" y="439"/>
                </a:lnTo>
                <a:lnTo>
                  <a:pt x="579" y="441"/>
                </a:lnTo>
                <a:lnTo>
                  <a:pt x="581" y="443"/>
                </a:lnTo>
                <a:lnTo>
                  <a:pt x="582" y="443"/>
                </a:lnTo>
                <a:lnTo>
                  <a:pt x="581" y="445"/>
                </a:lnTo>
                <a:lnTo>
                  <a:pt x="581" y="446"/>
                </a:lnTo>
                <a:lnTo>
                  <a:pt x="580" y="447"/>
                </a:lnTo>
                <a:lnTo>
                  <a:pt x="580" y="449"/>
                </a:lnTo>
                <a:lnTo>
                  <a:pt x="581" y="449"/>
                </a:lnTo>
                <a:lnTo>
                  <a:pt x="582" y="449"/>
                </a:lnTo>
                <a:lnTo>
                  <a:pt x="584" y="450"/>
                </a:lnTo>
                <a:lnTo>
                  <a:pt x="585" y="450"/>
                </a:lnTo>
                <a:lnTo>
                  <a:pt x="585" y="451"/>
                </a:lnTo>
                <a:lnTo>
                  <a:pt x="584" y="452"/>
                </a:lnTo>
                <a:lnTo>
                  <a:pt x="584" y="453"/>
                </a:lnTo>
                <a:lnTo>
                  <a:pt x="582" y="453"/>
                </a:lnTo>
                <a:lnTo>
                  <a:pt x="582" y="454"/>
                </a:lnTo>
                <a:lnTo>
                  <a:pt x="581" y="454"/>
                </a:lnTo>
                <a:lnTo>
                  <a:pt x="581" y="455"/>
                </a:lnTo>
                <a:lnTo>
                  <a:pt x="582" y="455"/>
                </a:lnTo>
                <a:lnTo>
                  <a:pt x="583" y="456"/>
                </a:lnTo>
                <a:lnTo>
                  <a:pt x="584" y="456"/>
                </a:lnTo>
                <a:lnTo>
                  <a:pt x="584" y="457"/>
                </a:lnTo>
                <a:lnTo>
                  <a:pt x="583" y="457"/>
                </a:lnTo>
                <a:lnTo>
                  <a:pt x="581" y="456"/>
                </a:lnTo>
                <a:lnTo>
                  <a:pt x="580" y="456"/>
                </a:lnTo>
                <a:lnTo>
                  <a:pt x="580" y="455"/>
                </a:lnTo>
                <a:lnTo>
                  <a:pt x="579" y="455"/>
                </a:lnTo>
                <a:lnTo>
                  <a:pt x="577" y="456"/>
                </a:lnTo>
                <a:lnTo>
                  <a:pt x="576" y="457"/>
                </a:lnTo>
                <a:lnTo>
                  <a:pt x="575" y="459"/>
                </a:lnTo>
                <a:lnTo>
                  <a:pt x="575" y="460"/>
                </a:lnTo>
                <a:lnTo>
                  <a:pt x="574" y="460"/>
                </a:lnTo>
                <a:lnTo>
                  <a:pt x="575" y="460"/>
                </a:lnTo>
                <a:lnTo>
                  <a:pt x="575" y="461"/>
                </a:lnTo>
                <a:lnTo>
                  <a:pt x="576" y="461"/>
                </a:lnTo>
                <a:lnTo>
                  <a:pt x="576" y="463"/>
                </a:lnTo>
                <a:lnTo>
                  <a:pt x="575" y="463"/>
                </a:lnTo>
                <a:lnTo>
                  <a:pt x="577" y="464"/>
                </a:lnTo>
                <a:lnTo>
                  <a:pt x="578" y="465"/>
                </a:lnTo>
                <a:lnTo>
                  <a:pt x="578" y="466"/>
                </a:lnTo>
                <a:lnTo>
                  <a:pt x="578" y="467"/>
                </a:lnTo>
                <a:lnTo>
                  <a:pt x="579" y="468"/>
                </a:lnTo>
                <a:lnTo>
                  <a:pt x="579" y="469"/>
                </a:lnTo>
                <a:lnTo>
                  <a:pt x="580" y="469"/>
                </a:lnTo>
                <a:lnTo>
                  <a:pt x="581" y="469"/>
                </a:lnTo>
                <a:lnTo>
                  <a:pt x="581" y="468"/>
                </a:lnTo>
                <a:lnTo>
                  <a:pt x="582" y="468"/>
                </a:lnTo>
                <a:lnTo>
                  <a:pt x="583" y="468"/>
                </a:lnTo>
                <a:lnTo>
                  <a:pt x="584" y="468"/>
                </a:lnTo>
                <a:lnTo>
                  <a:pt x="585" y="468"/>
                </a:lnTo>
                <a:lnTo>
                  <a:pt x="586" y="468"/>
                </a:lnTo>
                <a:lnTo>
                  <a:pt x="588" y="467"/>
                </a:lnTo>
                <a:lnTo>
                  <a:pt x="588" y="466"/>
                </a:lnTo>
                <a:lnTo>
                  <a:pt x="589" y="468"/>
                </a:lnTo>
                <a:lnTo>
                  <a:pt x="589" y="469"/>
                </a:lnTo>
                <a:lnTo>
                  <a:pt x="590" y="469"/>
                </a:lnTo>
                <a:lnTo>
                  <a:pt x="591" y="470"/>
                </a:lnTo>
                <a:lnTo>
                  <a:pt x="591" y="469"/>
                </a:lnTo>
                <a:lnTo>
                  <a:pt x="592" y="470"/>
                </a:lnTo>
                <a:lnTo>
                  <a:pt x="593" y="470"/>
                </a:lnTo>
                <a:lnTo>
                  <a:pt x="594" y="470"/>
                </a:lnTo>
                <a:lnTo>
                  <a:pt x="594" y="471"/>
                </a:lnTo>
                <a:lnTo>
                  <a:pt x="595" y="471"/>
                </a:lnTo>
                <a:lnTo>
                  <a:pt x="596" y="472"/>
                </a:lnTo>
                <a:lnTo>
                  <a:pt x="597" y="473"/>
                </a:lnTo>
                <a:lnTo>
                  <a:pt x="598" y="475"/>
                </a:lnTo>
                <a:lnTo>
                  <a:pt x="598" y="476"/>
                </a:lnTo>
                <a:lnTo>
                  <a:pt x="599" y="476"/>
                </a:lnTo>
                <a:lnTo>
                  <a:pt x="599" y="477"/>
                </a:lnTo>
                <a:lnTo>
                  <a:pt x="604" y="479"/>
                </a:lnTo>
                <a:lnTo>
                  <a:pt x="604" y="480"/>
                </a:lnTo>
                <a:lnTo>
                  <a:pt x="604" y="481"/>
                </a:lnTo>
                <a:lnTo>
                  <a:pt x="603" y="481"/>
                </a:lnTo>
                <a:lnTo>
                  <a:pt x="602" y="482"/>
                </a:lnTo>
                <a:lnTo>
                  <a:pt x="602" y="487"/>
                </a:lnTo>
                <a:lnTo>
                  <a:pt x="603" y="488"/>
                </a:lnTo>
                <a:lnTo>
                  <a:pt x="604" y="490"/>
                </a:lnTo>
                <a:lnTo>
                  <a:pt x="605" y="491"/>
                </a:lnTo>
                <a:lnTo>
                  <a:pt x="606" y="491"/>
                </a:lnTo>
                <a:lnTo>
                  <a:pt x="607" y="491"/>
                </a:lnTo>
                <a:lnTo>
                  <a:pt x="607" y="492"/>
                </a:lnTo>
                <a:lnTo>
                  <a:pt x="607" y="494"/>
                </a:lnTo>
                <a:lnTo>
                  <a:pt x="607" y="495"/>
                </a:lnTo>
                <a:lnTo>
                  <a:pt x="606" y="495"/>
                </a:lnTo>
                <a:lnTo>
                  <a:pt x="606" y="496"/>
                </a:lnTo>
                <a:lnTo>
                  <a:pt x="607" y="497"/>
                </a:lnTo>
                <a:lnTo>
                  <a:pt x="608" y="496"/>
                </a:lnTo>
                <a:lnTo>
                  <a:pt x="609" y="496"/>
                </a:lnTo>
                <a:lnTo>
                  <a:pt x="610" y="496"/>
                </a:lnTo>
                <a:lnTo>
                  <a:pt x="611" y="496"/>
                </a:lnTo>
                <a:lnTo>
                  <a:pt x="611" y="495"/>
                </a:lnTo>
                <a:lnTo>
                  <a:pt x="612" y="494"/>
                </a:lnTo>
                <a:lnTo>
                  <a:pt x="613" y="493"/>
                </a:lnTo>
                <a:lnTo>
                  <a:pt x="614" y="491"/>
                </a:lnTo>
                <a:lnTo>
                  <a:pt x="614" y="490"/>
                </a:lnTo>
                <a:lnTo>
                  <a:pt x="615" y="489"/>
                </a:lnTo>
                <a:lnTo>
                  <a:pt x="616" y="488"/>
                </a:lnTo>
                <a:lnTo>
                  <a:pt x="618" y="488"/>
                </a:lnTo>
                <a:lnTo>
                  <a:pt x="621" y="489"/>
                </a:lnTo>
                <a:lnTo>
                  <a:pt x="621" y="490"/>
                </a:lnTo>
                <a:lnTo>
                  <a:pt x="623" y="491"/>
                </a:lnTo>
                <a:lnTo>
                  <a:pt x="624" y="491"/>
                </a:lnTo>
                <a:lnTo>
                  <a:pt x="627" y="491"/>
                </a:lnTo>
                <a:lnTo>
                  <a:pt x="628" y="491"/>
                </a:lnTo>
                <a:lnTo>
                  <a:pt x="629" y="491"/>
                </a:lnTo>
                <a:lnTo>
                  <a:pt x="630" y="491"/>
                </a:lnTo>
                <a:lnTo>
                  <a:pt x="631" y="490"/>
                </a:lnTo>
                <a:lnTo>
                  <a:pt x="632" y="490"/>
                </a:lnTo>
                <a:lnTo>
                  <a:pt x="633" y="490"/>
                </a:lnTo>
                <a:lnTo>
                  <a:pt x="633" y="491"/>
                </a:lnTo>
                <a:lnTo>
                  <a:pt x="633" y="492"/>
                </a:lnTo>
                <a:lnTo>
                  <a:pt x="635" y="493"/>
                </a:lnTo>
                <a:lnTo>
                  <a:pt x="637" y="494"/>
                </a:lnTo>
                <a:lnTo>
                  <a:pt x="638" y="495"/>
                </a:lnTo>
                <a:lnTo>
                  <a:pt x="639" y="495"/>
                </a:lnTo>
                <a:lnTo>
                  <a:pt x="640" y="495"/>
                </a:lnTo>
                <a:lnTo>
                  <a:pt x="641" y="495"/>
                </a:lnTo>
                <a:lnTo>
                  <a:pt x="642" y="495"/>
                </a:lnTo>
                <a:lnTo>
                  <a:pt x="643" y="495"/>
                </a:lnTo>
                <a:lnTo>
                  <a:pt x="644" y="494"/>
                </a:lnTo>
                <a:lnTo>
                  <a:pt x="644" y="493"/>
                </a:lnTo>
                <a:lnTo>
                  <a:pt x="645" y="492"/>
                </a:lnTo>
                <a:lnTo>
                  <a:pt x="646" y="492"/>
                </a:lnTo>
                <a:lnTo>
                  <a:pt x="647" y="492"/>
                </a:lnTo>
                <a:lnTo>
                  <a:pt x="647" y="491"/>
                </a:lnTo>
                <a:lnTo>
                  <a:pt x="647" y="490"/>
                </a:lnTo>
                <a:lnTo>
                  <a:pt x="647" y="489"/>
                </a:lnTo>
                <a:lnTo>
                  <a:pt x="648" y="489"/>
                </a:lnTo>
                <a:lnTo>
                  <a:pt x="648" y="488"/>
                </a:lnTo>
                <a:lnTo>
                  <a:pt x="649" y="488"/>
                </a:lnTo>
                <a:lnTo>
                  <a:pt x="649" y="489"/>
                </a:lnTo>
                <a:lnTo>
                  <a:pt x="650" y="489"/>
                </a:lnTo>
                <a:lnTo>
                  <a:pt x="650" y="488"/>
                </a:lnTo>
                <a:lnTo>
                  <a:pt x="650" y="487"/>
                </a:lnTo>
                <a:lnTo>
                  <a:pt x="651" y="486"/>
                </a:lnTo>
                <a:lnTo>
                  <a:pt x="652" y="485"/>
                </a:lnTo>
                <a:lnTo>
                  <a:pt x="652" y="484"/>
                </a:lnTo>
                <a:lnTo>
                  <a:pt x="653" y="483"/>
                </a:lnTo>
                <a:lnTo>
                  <a:pt x="655" y="482"/>
                </a:lnTo>
                <a:lnTo>
                  <a:pt x="655" y="481"/>
                </a:lnTo>
                <a:lnTo>
                  <a:pt x="656" y="481"/>
                </a:lnTo>
                <a:lnTo>
                  <a:pt x="657" y="481"/>
                </a:lnTo>
                <a:lnTo>
                  <a:pt x="659" y="480"/>
                </a:lnTo>
                <a:lnTo>
                  <a:pt x="659" y="479"/>
                </a:lnTo>
                <a:lnTo>
                  <a:pt x="660" y="479"/>
                </a:lnTo>
                <a:lnTo>
                  <a:pt x="661" y="478"/>
                </a:lnTo>
                <a:lnTo>
                  <a:pt x="661" y="477"/>
                </a:lnTo>
                <a:lnTo>
                  <a:pt x="662" y="477"/>
                </a:lnTo>
                <a:lnTo>
                  <a:pt x="662" y="476"/>
                </a:lnTo>
                <a:lnTo>
                  <a:pt x="663" y="476"/>
                </a:lnTo>
                <a:lnTo>
                  <a:pt x="663" y="474"/>
                </a:lnTo>
                <a:lnTo>
                  <a:pt x="663" y="473"/>
                </a:lnTo>
                <a:lnTo>
                  <a:pt x="664" y="472"/>
                </a:lnTo>
                <a:lnTo>
                  <a:pt x="665" y="472"/>
                </a:lnTo>
                <a:lnTo>
                  <a:pt x="666" y="472"/>
                </a:lnTo>
                <a:lnTo>
                  <a:pt x="669" y="472"/>
                </a:lnTo>
                <a:lnTo>
                  <a:pt x="670" y="472"/>
                </a:lnTo>
                <a:lnTo>
                  <a:pt x="670" y="471"/>
                </a:lnTo>
                <a:lnTo>
                  <a:pt x="671" y="471"/>
                </a:lnTo>
                <a:lnTo>
                  <a:pt x="672" y="472"/>
                </a:lnTo>
                <a:lnTo>
                  <a:pt x="672" y="471"/>
                </a:lnTo>
                <a:lnTo>
                  <a:pt x="673" y="471"/>
                </a:lnTo>
                <a:lnTo>
                  <a:pt x="674" y="470"/>
                </a:lnTo>
                <a:lnTo>
                  <a:pt x="675" y="470"/>
                </a:lnTo>
                <a:lnTo>
                  <a:pt x="676" y="469"/>
                </a:lnTo>
                <a:lnTo>
                  <a:pt x="677" y="469"/>
                </a:lnTo>
                <a:lnTo>
                  <a:pt x="678" y="468"/>
                </a:lnTo>
                <a:lnTo>
                  <a:pt x="679" y="467"/>
                </a:lnTo>
                <a:lnTo>
                  <a:pt x="680" y="466"/>
                </a:lnTo>
                <a:lnTo>
                  <a:pt x="681" y="464"/>
                </a:lnTo>
                <a:lnTo>
                  <a:pt x="681" y="463"/>
                </a:lnTo>
                <a:lnTo>
                  <a:pt x="682" y="462"/>
                </a:lnTo>
                <a:lnTo>
                  <a:pt x="683" y="461"/>
                </a:lnTo>
                <a:lnTo>
                  <a:pt x="686" y="461"/>
                </a:lnTo>
                <a:lnTo>
                  <a:pt x="688" y="461"/>
                </a:lnTo>
                <a:lnTo>
                  <a:pt x="689" y="461"/>
                </a:lnTo>
                <a:lnTo>
                  <a:pt x="690" y="461"/>
                </a:lnTo>
                <a:lnTo>
                  <a:pt x="691" y="460"/>
                </a:lnTo>
                <a:lnTo>
                  <a:pt x="692" y="460"/>
                </a:lnTo>
                <a:lnTo>
                  <a:pt x="695" y="459"/>
                </a:lnTo>
                <a:lnTo>
                  <a:pt x="697" y="457"/>
                </a:lnTo>
                <a:lnTo>
                  <a:pt x="698" y="457"/>
                </a:lnTo>
                <a:lnTo>
                  <a:pt x="699" y="457"/>
                </a:lnTo>
                <a:lnTo>
                  <a:pt x="701" y="456"/>
                </a:lnTo>
                <a:lnTo>
                  <a:pt x="702" y="456"/>
                </a:lnTo>
                <a:lnTo>
                  <a:pt x="703" y="456"/>
                </a:lnTo>
                <a:lnTo>
                  <a:pt x="703" y="455"/>
                </a:lnTo>
                <a:lnTo>
                  <a:pt x="704" y="455"/>
                </a:lnTo>
                <a:lnTo>
                  <a:pt x="704" y="454"/>
                </a:lnTo>
                <a:lnTo>
                  <a:pt x="704" y="453"/>
                </a:lnTo>
                <a:lnTo>
                  <a:pt x="704" y="452"/>
                </a:lnTo>
                <a:lnTo>
                  <a:pt x="705" y="452"/>
                </a:lnTo>
                <a:lnTo>
                  <a:pt x="707" y="452"/>
                </a:lnTo>
                <a:lnTo>
                  <a:pt x="708" y="452"/>
                </a:lnTo>
                <a:lnTo>
                  <a:pt x="709" y="453"/>
                </a:lnTo>
                <a:lnTo>
                  <a:pt x="710" y="453"/>
                </a:lnTo>
                <a:lnTo>
                  <a:pt x="710" y="454"/>
                </a:lnTo>
                <a:lnTo>
                  <a:pt x="712" y="455"/>
                </a:lnTo>
                <a:lnTo>
                  <a:pt x="713" y="455"/>
                </a:lnTo>
                <a:lnTo>
                  <a:pt x="714" y="455"/>
                </a:lnTo>
                <a:lnTo>
                  <a:pt x="715" y="456"/>
                </a:lnTo>
                <a:lnTo>
                  <a:pt x="715" y="457"/>
                </a:lnTo>
                <a:lnTo>
                  <a:pt x="716" y="459"/>
                </a:lnTo>
                <a:lnTo>
                  <a:pt x="716" y="460"/>
                </a:lnTo>
                <a:lnTo>
                  <a:pt x="716" y="461"/>
                </a:lnTo>
                <a:lnTo>
                  <a:pt x="715" y="462"/>
                </a:lnTo>
                <a:lnTo>
                  <a:pt x="713" y="464"/>
                </a:lnTo>
                <a:lnTo>
                  <a:pt x="712" y="464"/>
                </a:lnTo>
                <a:lnTo>
                  <a:pt x="712" y="465"/>
                </a:lnTo>
                <a:lnTo>
                  <a:pt x="712" y="466"/>
                </a:lnTo>
                <a:lnTo>
                  <a:pt x="712" y="467"/>
                </a:lnTo>
                <a:lnTo>
                  <a:pt x="712" y="468"/>
                </a:lnTo>
                <a:lnTo>
                  <a:pt x="711" y="468"/>
                </a:lnTo>
                <a:lnTo>
                  <a:pt x="711" y="469"/>
                </a:lnTo>
                <a:lnTo>
                  <a:pt x="712" y="470"/>
                </a:lnTo>
                <a:lnTo>
                  <a:pt x="714" y="470"/>
                </a:lnTo>
                <a:lnTo>
                  <a:pt x="714" y="471"/>
                </a:lnTo>
                <a:lnTo>
                  <a:pt x="715" y="472"/>
                </a:lnTo>
                <a:lnTo>
                  <a:pt x="716" y="472"/>
                </a:lnTo>
                <a:lnTo>
                  <a:pt x="717" y="472"/>
                </a:lnTo>
                <a:lnTo>
                  <a:pt x="718" y="473"/>
                </a:lnTo>
                <a:lnTo>
                  <a:pt x="719" y="474"/>
                </a:lnTo>
                <a:lnTo>
                  <a:pt x="719" y="475"/>
                </a:lnTo>
                <a:lnTo>
                  <a:pt x="720" y="476"/>
                </a:lnTo>
                <a:lnTo>
                  <a:pt x="721" y="476"/>
                </a:lnTo>
                <a:lnTo>
                  <a:pt x="722" y="476"/>
                </a:lnTo>
                <a:lnTo>
                  <a:pt x="723" y="475"/>
                </a:lnTo>
                <a:lnTo>
                  <a:pt x="724" y="475"/>
                </a:lnTo>
                <a:lnTo>
                  <a:pt x="725" y="475"/>
                </a:lnTo>
                <a:lnTo>
                  <a:pt x="726" y="475"/>
                </a:lnTo>
                <a:lnTo>
                  <a:pt x="727" y="473"/>
                </a:lnTo>
                <a:lnTo>
                  <a:pt x="727" y="472"/>
                </a:lnTo>
                <a:lnTo>
                  <a:pt x="727" y="471"/>
                </a:lnTo>
                <a:lnTo>
                  <a:pt x="728" y="470"/>
                </a:lnTo>
                <a:lnTo>
                  <a:pt x="728" y="469"/>
                </a:lnTo>
                <a:lnTo>
                  <a:pt x="730" y="468"/>
                </a:lnTo>
                <a:lnTo>
                  <a:pt x="730" y="467"/>
                </a:lnTo>
                <a:lnTo>
                  <a:pt x="730" y="466"/>
                </a:lnTo>
                <a:lnTo>
                  <a:pt x="731" y="466"/>
                </a:lnTo>
                <a:lnTo>
                  <a:pt x="732" y="466"/>
                </a:lnTo>
                <a:lnTo>
                  <a:pt x="733" y="466"/>
                </a:lnTo>
                <a:lnTo>
                  <a:pt x="733" y="465"/>
                </a:lnTo>
                <a:lnTo>
                  <a:pt x="734" y="464"/>
                </a:lnTo>
                <a:lnTo>
                  <a:pt x="735" y="463"/>
                </a:lnTo>
                <a:lnTo>
                  <a:pt x="736" y="462"/>
                </a:lnTo>
                <a:lnTo>
                  <a:pt x="737" y="462"/>
                </a:lnTo>
                <a:lnTo>
                  <a:pt x="738" y="462"/>
                </a:lnTo>
                <a:lnTo>
                  <a:pt x="739" y="462"/>
                </a:lnTo>
                <a:lnTo>
                  <a:pt x="739" y="461"/>
                </a:lnTo>
                <a:lnTo>
                  <a:pt x="740" y="461"/>
                </a:lnTo>
                <a:lnTo>
                  <a:pt x="742" y="461"/>
                </a:lnTo>
                <a:lnTo>
                  <a:pt x="743" y="461"/>
                </a:lnTo>
                <a:lnTo>
                  <a:pt x="743" y="460"/>
                </a:lnTo>
                <a:lnTo>
                  <a:pt x="744" y="460"/>
                </a:lnTo>
                <a:lnTo>
                  <a:pt x="744" y="459"/>
                </a:lnTo>
                <a:lnTo>
                  <a:pt x="745" y="459"/>
                </a:lnTo>
                <a:lnTo>
                  <a:pt x="745" y="458"/>
                </a:lnTo>
                <a:lnTo>
                  <a:pt x="746" y="457"/>
                </a:lnTo>
                <a:lnTo>
                  <a:pt x="747" y="456"/>
                </a:lnTo>
                <a:lnTo>
                  <a:pt x="748" y="455"/>
                </a:lnTo>
                <a:lnTo>
                  <a:pt x="748" y="454"/>
                </a:lnTo>
                <a:lnTo>
                  <a:pt x="749" y="453"/>
                </a:lnTo>
                <a:lnTo>
                  <a:pt x="749" y="452"/>
                </a:lnTo>
                <a:lnTo>
                  <a:pt x="750" y="453"/>
                </a:lnTo>
                <a:lnTo>
                  <a:pt x="750" y="454"/>
                </a:lnTo>
                <a:lnTo>
                  <a:pt x="750" y="455"/>
                </a:lnTo>
                <a:lnTo>
                  <a:pt x="750" y="456"/>
                </a:lnTo>
                <a:lnTo>
                  <a:pt x="751" y="456"/>
                </a:lnTo>
                <a:lnTo>
                  <a:pt x="752" y="456"/>
                </a:lnTo>
                <a:lnTo>
                  <a:pt x="753" y="456"/>
                </a:lnTo>
                <a:lnTo>
                  <a:pt x="754" y="456"/>
                </a:lnTo>
                <a:lnTo>
                  <a:pt x="755" y="457"/>
                </a:lnTo>
                <a:lnTo>
                  <a:pt x="756" y="457"/>
                </a:lnTo>
                <a:lnTo>
                  <a:pt x="757" y="457"/>
                </a:lnTo>
                <a:lnTo>
                  <a:pt x="757" y="456"/>
                </a:lnTo>
                <a:lnTo>
                  <a:pt x="758" y="456"/>
                </a:lnTo>
                <a:lnTo>
                  <a:pt x="760" y="456"/>
                </a:lnTo>
                <a:lnTo>
                  <a:pt x="761" y="456"/>
                </a:lnTo>
                <a:lnTo>
                  <a:pt x="762" y="456"/>
                </a:lnTo>
                <a:lnTo>
                  <a:pt x="763" y="456"/>
                </a:lnTo>
                <a:lnTo>
                  <a:pt x="764" y="455"/>
                </a:lnTo>
                <a:lnTo>
                  <a:pt x="764" y="454"/>
                </a:lnTo>
                <a:lnTo>
                  <a:pt x="764" y="453"/>
                </a:lnTo>
                <a:lnTo>
                  <a:pt x="764" y="452"/>
                </a:lnTo>
                <a:lnTo>
                  <a:pt x="765" y="452"/>
                </a:lnTo>
                <a:lnTo>
                  <a:pt x="765" y="450"/>
                </a:lnTo>
                <a:lnTo>
                  <a:pt x="764" y="450"/>
                </a:lnTo>
                <a:lnTo>
                  <a:pt x="764" y="449"/>
                </a:lnTo>
                <a:lnTo>
                  <a:pt x="764" y="447"/>
                </a:lnTo>
                <a:lnTo>
                  <a:pt x="764" y="445"/>
                </a:lnTo>
                <a:lnTo>
                  <a:pt x="764" y="443"/>
                </a:lnTo>
                <a:lnTo>
                  <a:pt x="764" y="442"/>
                </a:lnTo>
                <a:lnTo>
                  <a:pt x="765" y="441"/>
                </a:lnTo>
                <a:lnTo>
                  <a:pt x="765" y="440"/>
                </a:lnTo>
                <a:lnTo>
                  <a:pt x="765" y="439"/>
                </a:lnTo>
                <a:lnTo>
                  <a:pt x="765" y="438"/>
                </a:lnTo>
                <a:lnTo>
                  <a:pt x="765" y="437"/>
                </a:lnTo>
                <a:lnTo>
                  <a:pt x="764" y="436"/>
                </a:lnTo>
                <a:lnTo>
                  <a:pt x="764" y="435"/>
                </a:lnTo>
                <a:lnTo>
                  <a:pt x="765" y="435"/>
                </a:lnTo>
                <a:lnTo>
                  <a:pt x="766" y="435"/>
                </a:lnTo>
                <a:lnTo>
                  <a:pt x="767" y="435"/>
                </a:lnTo>
                <a:lnTo>
                  <a:pt x="768" y="435"/>
                </a:lnTo>
                <a:lnTo>
                  <a:pt x="770" y="435"/>
                </a:lnTo>
                <a:lnTo>
                  <a:pt x="770" y="434"/>
                </a:lnTo>
                <a:lnTo>
                  <a:pt x="771" y="433"/>
                </a:lnTo>
                <a:lnTo>
                  <a:pt x="771" y="432"/>
                </a:lnTo>
                <a:lnTo>
                  <a:pt x="771" y="431"/>
                </a:lnTo>
                <a:lnTo>
                  <a:pt x="773" y="430"/>
                </a:lnTo>
                <a:lnTo>
                  <a:pt x="773" y="429"/>
                </a:lnTo>
                <a:lnTo>
                  <a:pt x="773" y="428"/>
                </a:lnTo>
                <a:lnTo>
                  <a:pt x="773" y="427"/>
                </a:lnTo>
                <a:lnTo>
                  <a:pt x="773" y="426"/>
                </a:lnTo>
                <a:lnTo>
                  <a:pt x="773" y="425"/>
                </a:lnTo>
                <a:lnTo>
                  <a:pt x="773" y="424"/>
                </a:lnTo>
                <a:lnTo>
                  <a:pt x="772" y="424"/>
                </a:lnTo>
                <a:lnTo>
                  <a:pt x="771" y="424"/>
                </a:lnTo>
                <a:lnTo>
                  <a:pt x="770" y="423"/>
                </a:lnTo>
                <a:lnTo>
                  <a:pt x="770" y="422"/>
                </a:lnTo>
                <a:lnTo>
                  <a:pt x="770" y="421"/>
                </a:lnTo>
                <a:lnTo>
                  <a:pt x="769" y="420"/>
                </a:lnTo>
                <a:lnTo>
                  <a:pt x="768" y="419"/>
                </a:lnTo>
                <a:lnTo>
                  <a:pt x="768" y="418"/>
                </a:lnTo>
                <a:lnTo>
                  <a:pt x="769" y="418"/>
                </a:lnTo>
                <a:lnTo>
                  <a:pt x="770" y="418"/>
                </a:lnTo>
                <a:lnTo>
                  <a:pt x="770" y="417"/>
                </a:lnTo>
                <a:lnTo>
                  <a:pt x="770" y="416"/>
                </a:lnTo>
                <a:lnTo>
                  <a:pt x="770" y="415"/>
                </a:lnTo>
                <a:lnTo>
                  <a:pt x="770" y="414"/>
                </a:lnTo>
                <a:lnTo>
                  <a:pt x="770" y="413"/>
                </a:lnTo>
                <a:lnTo>
                  <a:pt x="769" y="413"/>
                </a:lnTo>
                <a:lnTo>
                  <a:pt x="769" y="411"/>
                </a:lnTo>
                <a:lnTo>
                  <a:pt x="770" y="411"/>
                </a:lnTo>
                <a:lnTo>
                  <a:pt x="770" y="410"/>
                </a:lnTo>
                <a:lnTo>
                  <a:pt x="770" y="409"/>
                </a:lnTo>
                <a:lnTo>
                  <a:pt x="770" y="408"/>
                </a:lnTo>
                <a:lnTo>
                  <a:pt x="769" y="407"/>
                </a:lnTo>
                <a:lnTo>
                  <a:pt x="768" y="407"/>
                </a:lnTo>
                <a:lnTo>
                  <a:pt x="768" y="406"/>
                </a:lnTo>
                <a:lnTo>
                  <a:pt x="767" y="406"/>
                </a:lnTo>
                <a:lnTo>
                  <a:pt x="767" y="403"/>
                </a:lnTo>
                <a:lnTo>
                  <a:pt x="768" y="402"/>
                </a:lnTo>
                <a:lnTo>
                  <a:pt x="767" y="401"/>
                </a:lnTo>
                <a:lnTo>
                  <a:pt x="767" y="400"/>
                </a:lnTo>
                <a:lnTo>
                  <a:pt x="766" y="400"/>
                </a:lnTo>
                <a:lnTo>
                  <a:pt x="766" y="399"/>
                </a:lnTo>
                <a:lnTo>
                  <a:pt x="766" y="398"/>
                </a:lnTo>
                <a:lnTo>
                  <a:pt x="767" y="397"/>
                </a:lnTo>
                <a:lnTo>
                  <a:pt x="766" y="397"/>
                </a:lnTo>
                <a:lnTo>
                  <a:pt x="766" y="396"/>
                </a:lnTo>
                <a:lnTo>
                  <a:pt x="765" y="396"/>
                </a:lnTo>
                <a:lnTo>
                  <a:pt x="765" y="395"/>
                </a:lnTo>
                <a:lnTo>
                  <a:pt x="765" y="394"/>
                </a:lnTo>
                <a:lnTo>
                  <a:pt x="765" y="393"/>
                </a:lnTo>
                <a:lnTo>
                  <a:pt x="764" y="392"/>
                </a:lnTo>
                <a:lnTo>
                  <a:pt x="765" y="392"/>
                </a:lnTo>
                <a:lnTo>
                  <a:pt x="765" y="391"/>
                </a:lnTo>
                <a:lnTo>
                  <a:pt x="764" y="390"/>
                </a:lnTo>
                <a:lnTo>
                  <a:pt x="764" y="389"/>
                </a:lnTo>
                <a:lnTo>
                  <a:pt x="764" y="388"/>
                </a:lnTo>
                <a:lnTo>
                  <a:pt x="764" y="387"/>
                </a:lnTo>
                <a:lnTo>
                  <a:pt x="764" y="386"/>
                </a:lnTo>
                <a:lnTo>
                  <a:pt x="763" y="385"/>
                </a:lnTo>
                <a:lnTo>
                  <a:pt x="762" y="384"/>
                </a:lnTo>
                <a:lnTo>
                  <a:pt x="762" y="383"/>
                </a:lnTo>
                <a:lnTo>
                  <a:pt x="763" y="383"/>
                </a:lnTo>
                <a:lnTo>
                  <a:pt x="763" y="382"/>
                </a:lnTo>
                <a:lnTo>
                  <a:pt x="762" y="382"/>
                </a:lnTo>
                <a:lnTo>
                  <a:pt x="762" y="381"/>
                </a:lnTo>
                <a:lnTo>
                  <a:pt x="761" y="381"/>
                </a:lnTo>
                <a:lnTo>
                  <a:pt x="760" y="381"/>
                </a:lnTo>
                <a:lnTo>
                  <a:pt x="760" y="380"/>
                </a:lnTo>
                <a:lnTo>
                  <a:pt x="759" y="379"/>
                </a:lnTo>
                <a:lnTo>
                  <a:pt x="759" y="378"/>
                </a:lnTo>
                <a:lnTo>
                  <a:pt x="757" y="377"/>
                </a:lnTo>
                <a:lnTo>
                  <a:pt x="756" y="375"/>
                </a:lnTo>
                <a:lnTo>
                  <a:pt x="756" y="374"/>
                </a:lnTo>
                <a:lnTo>
                  <a:pt x="755" y="373"/>
                </a:lnTo>
                <a:lnTo>
                  <a:pt x="754" y="371"/>
                </a:lnTo>
                <a:lnTo>
                  <a:pt x="753" y="371"/>
                </a:lnTo>
                <a:lnTo>
                  <a:pt x="753" y="370"/>
                </a:lnTo>
                <a:lnTo>
                  <a:pt x="753" y="369"/>
                </a:lnTo>
                <a:lnTo>
                  <a:pt x="753" y="367"/>
                </a:lnTo>
                <a:lnTo>
                  <a:pt x="753" y="366"/>
                </a:lnTo>
                <a:lnTo>
                  <a:pt x="752" y="366"/>
                </a:lnTo>
                <a:lnTo>
                  <a:pt x="752" y="365"/>
                </a:lnTo>
                <a:lnTo>
                  <a:pt x="752" y="364"/>
                </a:lnTo>
                <a:lnTo>
                  <a:pt x="752" y="363"/>
                </a:lnTo>
                <a:lnTo>
                  <a:pt x="752" y="362"/>
                </a:lnTo>
                <a:lnTo>
                  <a:pt x="753" y="362"/>
                </a:lnTo>
                <a:lnTo>
                  <a:pt x="753" y="361"/>
                </a:lnTo>
                <a:lnTo>
                  <a:pt x="753" y="360"/>
                </a:lnTo>
                <a:lnTo>
                  <a:pt x="753" y="359"/>
                </a:lnTo>
                <a:lnTo>
                  <a:pt x="753" y="358"/>
                </a:lnTo>
                <a:lnTo>
                  <a:pt x="753" y="357"/>
                </a:lnTo>
                <a:lnTo>
                  <a:pt x="753" y="356"/>
                </a:lnTo>
                <a:lnTo>
                  <a:pt x="752" y="355"/>
                </a:lnTo>
                <a:lnTo>
                  <a:pt x="751" y="354"/>
                </a:lnTo>
                <a:lnTo>
                  <a:pt x="750" y="353"/>
                </a:lnTo>
                <a:lnTo>
                  <a:pt x="750" y="352"/>
                </a:lnTo>
                <a:lnTo>
                  <a:pt x="751" y="351"/>
                </a:lnTo>
                <a:lnTo>
                  <a:pt x="752" y="349"/>
                </a:lnTo>
                <a:lnTo>
                  <a:pt x="752" y="348"/>
                </a:lnTo>
                <a:lnTo>
                  <a:pt x="752" y="347"/>
                </a:lnTo>
                <a:lnTo>
                  <a:pt x="754" y="346"/>
                </a:lnTo>
                <a:lnTo>
                  <a:pt x="754" y="345"/>
                </a:lnTo>
                <a:lnTo>
                  <a:pt x="754" y="344"/>
                </a:lnTo>
                <a:lnTo>
                  <a:pt x="754" y="343"/>
                </a:lnTo>
                <a:lnTo>
                  <a:pt x="754" y="342"/>
                </a:lnTo>
                <a:lnTo>
                  <a:pt x="755" y="341"/>
                </a:lnTo>
                <a:lnTo>
                  <a:pt x="755" y="340"/>
                </a:lnTo>
                <a:lnTo>
                  <a:pt x="755" y="339"/>
                </a:lnTo>
                <a:lnTo>
                  <a:pt x="756" y="338"/>
                </a:lnTo>
                <a:lnTo>
                  <a:pt x="756" y="336"/>
                </a:lnTo>
                <a:lnTo>
                  <a:pt x="756" y="335"/>
                </a:lnTo>
                <a:lnTo>
                  <a:pt x="755" y="333"/>
                </a:lnTo>
                <a:lnTo>
                  <a:pt x="755" y="331"/>
                </a:lnTo>
                <a:lnTo>
                  <a:pt x="755" y="330"/>
                </a:lnTo>
                <a:lnTo>
                  <a:pt x="755" y="329"/>
                </a:lnTo>
                <a:lnTo>
                  <a:pt x="755" y="328"/>
                </a:lnTo>
                <a:lnTo>
                  <a:pt x="755" y="327"/>
                </a:lnTo>
                <a:lnTo>
                  <a:pt x="755" y="326"/>
                </a:lnTo>
                <a:lnTo>
                  <a:pt x="755" y="325"/>
                </a:lnTo>
                <a:lnTo>
                  <a:pt x="755" y="323"/>
                </a:lnTo>
                <a:lnTo>
                  <a:pt x="755" y="322"/>
                </a:lnTo>
                <a:lnTo>
                  <a:pt x="754" y="321"/>
                </a:lnTo>
                <a:lnTo>
                  <a:pt x="754" y="320"/>
                </a:lnTo>
                <a:lnTo>
                  <a:pt x="753" y="320"/>
                </a:lnTo>
                <a:lnTo>
                  <a:pt x="753" y="319"/>
                </a:lnTo>
                <a:lnTo>
                  <a:pt x="752" y="318"/>
                </a:lnTo>
                <a:lnTo>
                  <a:pt x="752" y="317"/>
                </a:lnTo>
                <a:lnTo>
                  <a:pt x="752" y="316"/>
                </a:lnTo>
                <a:lnTo>
                  <a:pt x="752" y="315"/>
                </a:lnTo>
                <a:lnTo>
                  <a:pt x="753" y="314"/>
                </a:lnTo>
                <a:lnTo>
                  <a:pt x="752" y="313"/>
                </a:lnTo>
                <a:lnTo>
                  <a:pt x="752" y="312"/>
                </a:lnTo>
                <a:lnTo>
                  <a:pt x="753" y="311"/>
                </a:lnTo>
                <a:lnTo>
                  <a:pt x="754" y="311"/>
                </a:lnTo>
                <a:lnTo>
                  <a:pt x="754" y="310"/>
                </a:lnTo>
                <a:lnTo>
                  <a:pt x="754" y="309"/>
                </a:lnTo>
                <a:lnTo>
                  <a:pt x="755" y="309"/>
                </a:lnTo>
                <a:lnTo>
                  <a:pt x="755" y="308"/>
                </a:lnTo>
                <a:lnTo>
                  <a:pt x="755" y="307"/>
                </a:lnTo>
                <a:lnTo>
                  <a:pt x="756" y="306"/>
                </a:lnTo>
                <a:lnTo>
                  <a:pt x="756" y="305"/>
                </a:lnTo>
                <a:lnTo>
                  <a:pt x="756" y="304"/>
                </a:lnTo>
                <a:lnTo>
                  <a:pt x="757" y="304"/>
                </a:lnTo>
                <a:lnTo>
                  <a:pt x="757" y="302"/>
                </a:lnTo>
                <a:lnTo>
                  <a:pt x="758" y="301"/>
                </a:lnTo>
                <a:lnTo>
                  <a:pt x="758" y="300"/>
                </a:lnTo>
                <a:lnTo>
                  <a:pt x="759" y="299"/>
                </a:lnTo>
                <a:lnTo>
                  <a:pt x="760" y="298"/>
                </a:lnTo>
                <a:lnTo>
                  <a:pt x="760" y="297"/>
                </a:lnTo>
                <a:lnTo>
                  <a:pt x="760" y="296"/>
                </a:lnTo>
                <a:lnTo>
                  <a:pt x="761" y="296"/>
                </a:lnTo>
                <a:lnTo>
                  <a:pt x="761" y="295"/>
                </a:lnTo>
                <a:lnTo>
                  <a:pt x="761" y="294"/>
                </a:lnTo>
                <a:lnTo>
                  <a:pt x="762" y="294"/>
                </a:lnTo>
                <a:lnTo>
                  <a:pt x="762" y="295"/>
                </a:lnTo>
                <a:lnTo>
                  <a:pt x="763" y="295"/>
                </a:lnTo>
                <a:lnTo>
                  <a:pt x="763" y="296"/>
                </a:lnTo>
                <a:lnTo>
                  <a:pt x="763" y="297"/>
                </a:lnTo>
                <a:lnTo>
                  <a:pt x="763" y="298"/>
                </a:lnTo>
                <a:lnTo>
                  <a:pt x="764" y="300"/>
                </a:lnTo>
                <a:lnTo>
                  <a:pt x="765" y="300"/>
                </a:lnTo>
                <a:lnTo>
                  <a:pt x="766" y="301"/>
                </a:lnTo>
                <a:lnTo>
                  <a:pt x="767" y="301"/>
                </a:lnTo>
                <a:lnTo>
                  <a:pt x="768" y="301"/>
                </a:lnTo>
                <a:lnTo>
                  <a:pt x="768" y="300"/>
                </a:lnTo>
                <a:lnTo>
                  <a:pt x="769" y="300"/>
                </a:lnTo>
                <a:lnTo>
                  <a:pt x="770" y="300"/>
                </a:lnTo>
                <a:lnTo>
                  <a:pt x="771" y="300"/>
                </a:lnTo>
                <a:lnTo>
                  <a:pt x="772" y="299"/>
                </a:lnTo>
                <a:lnTo>
                  <a:pt x="773" y="298"/>
                </a:lnTo>
                <a:lnTo>
                  <a:pt x="774" y="297"/>
                </a:lnTo>
                <a:lnTo>
                  <a:pt x="775" y="296"/>
                </a:lnTo>
                <a:lnTo>
                  <a:pt x="776" y="295"/>
                </a:lnTo>
                <a:lnTo>
                  <a:pt x="777" y="295"/>
                </a:lnTo>
                <a:lnTo>
                  <a:pt x="778" y="295"/>
                </a:lnTo>
                <a:lnTo>
                  <a:pt x="778" y="296"/>
                </a:lnTo>
                <a:lnTo>
                  <a:pt x="779" y="297"/>
                </a:lnTo>
                <a:lnTo>
                  <a:pt x="780" y="297"/>
                </a:lnTo>
                <a:lnTo>
                  <a:pt x="781" y="297"/>
                </a:lnTo>
                <a:lnTo>
                  <a:pt x="782" y="297"/>
                </a:lnTo>
                <a:lnTo>
                  <a:pt x="783" y="297"/>
                </a:lnTo>
                <a:lnTo>
                  <a:pt x="784" y="296"/>
                </a:lnTo>
                <a:lnTo>
                  <a:pt x="785" y="295"/>
                </a:lnTo>
                <a:lnTo>
                  <a:pt x="786" y="294"/>
                </a:lnTo>
                <a:lnTo>
                  <a:pt x="787" y="294"/>
                </a:lnTo>
                <a:lnTo>
                  <a:pt x="788" y="293"/>
                </a:lnTo>
                <a:lnTo>
                  <a:pt x="788" y="292"/>
                </a:lnTo>
                <a:lnTo>
                  <a:pt x="788" y="290"/>
                </a:lnTo>
                <a:lnTo>
                  <a:pt x="788" y="289"/>
                </a:lnTo>
                <a:lnTo>
                  <a:pt x="789" y="287"/>
                </a:lnTo>
                <a:lnTo>
                  <a:pt x="790" y="285"/>
                </a:lnTo>
                <a:lnTo>
                  <a:pt x="790" y="284"/>
                </a:lnTo>
                <a:lnTo>
                  <a:pt x="791" y="284"/>
                </a:lnTo>
                <a:lnTo>
                  <a:pt x="791" y="283"/>
                </a:lnTo>
                <a:lnTo>
                  <a:pt x="792" y="283"/>
                </a:lnTo>
                <a:lnTo>
                  <a:pt x="792" y="282"/>
                </a:lnTo>
                <a:lnTo>
                  <a:pt x="792" y="281"/>
                </a:lnTo>
                <a:lnTo>
                  <a:pt x="793" y="279"/>
                </a:lnTo>
                <a:lnTo>
                  <a:pt x="794" y="278"/>
                </a:lnTo>
                <a:lnTo>
                  <a:pt x="795" y="278"/>
                </a:lnTo>
                <a:lnTo>
                  <a:pt x="796" y="277"/>
                </a:lnTo>
                <a:lnTo>
                  <a:pt x="797" y="277"/>
                </a:lnTo>
                <a:lnTo>
                  <a:pt x="797" y="276"/>
                </a:lnTo>
                <a:lnTo>
                  <a:pt x="797" y="275"/>
                </a:lnTo>
                <a:lnTo>
                  <a:pt x="797" y="274"/>
                </a:lnTo>
                <a:lnTo>
                  <a:pt x="798" y="274"/>
                </a:lnTo>
                <a:lnTo>
                  <a:pt x="798" y="273"/>
                </a:lnTo>
                <a:lnTo>
                  <a:pt x="798" y="272"/>
                </a:lnTo>
                <a:lnTo>
                  <a:pt x="799" y="272"/>
                </a:lnTo>
                <a:lnTo>
                  <a:pt x="800" y="271"/>
                </a:lnTo>
                <a:lnTo>
                  <a:pt x="801" y="271"/>
                </a:lnTo>
                <a:lnTo>
                  <a:pt x="802" y="272"/>
                </a:lnTo>
                <a:lnTo>
                  <a:pt x="803" y="272"/>
                </a:lnTo>
                <a:lnTo>
                  <a:pt x="804" y="272"/>
                </a:lnTo>
                <a:lnTo>
                  <a:pt x="805" y="273"/>
                </a:lnTo>
                <a:lnTo>
                  <a:pt x="806" y="273"/>
                </a:lnTo>
                <a:lnTo>
                  <a:pt x="807" y="273"/>
                </a:lnTo>
                <a:lnTo>
                  <a:pt x="808" y="272"/>
                </a:lnTo>
                <a:lnTo>
                  <a:pt x="808" y="270"/>
                </a:lnTo>
                <a:lnTo>
                  <a:pt x="808" y="269"/>
                </a:lnTo>
                <a:lnTo>
                  <a:pt x="808" y="268"/>
                </a:lnTo>
                <a:lnTo>
                  <a:pt x="809" y="268"/>
                </a:lnTo>
                <a:lnTo>
                  <a:pt x="809" y="267"/>
                </a:lnTo>
                <a:lnTo>
                  <a:pt x="808" y="266"/>
                </a:lnTo>
                <a:lnTo>
                  <a:pt x="808" y="265"/>
                </a:lnTo>
                <a:lnTo>
                  <a:pt x="807" y="265"/>
                </a:lnTo>
                <a:lnTo>
                  <a:pt x="806" y="264"/>
                </a:lnTo>
                <a:lnTo>
                  <a:pt x="806" y="263"/>
                </a:lnTo>
                <a:lnTo>
                  <a:pt x="806" y="262"/>
                </a:lnTo>
                <a:lnTo>
                  <a:pt x="807" y="262"/>
                </a:lnTo>
                <a:lnTo>
                  <a:pt x="808" y="262"/>
                </a:lnTo>
                <a:lnTo>
                  <a:pt x="809" y="261"/>
                </a:lnTo>
                <a:lnTo>
                  <a:pt x="811" y="259"/>
                </a:lnTo>
                <a:lnTo>
                  <a:pt x="812" y="257"/>
                </a:lnTo>
                <a:lnTo>
                  <a:pt x="813" y="257"/>
                </a:lnTo>
                <a:lnTo>
                  <a:pt x="814" y="256"/>
                </a:lnTo>
                <a:lnTo>
                  <a:pt x="815" y="256"/>
                </a:lnTo>
                <a:lnTo>
                  <a:pt x="815" y="255"/>
                </a:lnTo>
                <a:lnTo>
                  <a:pt x="816" y="255"/>
                </a:lnTo>
                <a:lnTo>
                  <a:pt x="816" y="254"/>
                </a:lnTo>
                <a:lnTo>
                  <a:pt x="817" y="254"/>
                </a:lnTo>
                <a:lnTo>
                  <a:pt x="817" y="253"/>
                </a:lnTo>
                <a:lnTo>
                  <a:pt x="818" y="252"/>
                </a:lnTo>
                <a:lnTo>
                  <a:pt x="818" y="251"/>
                </a:lnTo>
                <a:lnTo>
                  <a:pt x="819" y="250"/>
                </a:lnTo>
                <a:lnTo>
                  <a:pt x="820" y="250"/>
                </a:lnTo>
                <a:lnTo>
                  <a:pt x="821" y="250"/>
                </a:lnTo>
                <a:lnTo>
                  <a:pt x="821" y="251"/>
                </a:lnTo>
                <a:lnTo>
                  <a:pt x="822" y="250"/>
                </a:lnTo>
                <a:lnTo>
                  <a:pt x="823" y="249"/>
                </a:lnTo>
                <a:lnTo>
                  <a:pt x="823" y="248"/>
                </a:lnTo>
                <a:lnTo>
                  <a:pt x="825" y="246"/>
                </a:lnTo>
                <a:lnTo>
                  <a:pt x="825" y="245"/>
                </a:lnTo>
                <a:lnTo>
                  <a:pt x="826" y="245"/>
                </a:lnTo>
                <a:lnTo>
                  <a:pt x="827" y="245"/>
                </a:lnTo>
                <a:lnTo>
                  <a:pt x="828" y="245"/>
                </a:lnTo>
                <a:lnTo>
                  <a:pt x="828" y="244"/>
                </a:lnTo>
                <a:lnTo>
                  <a:pt x="829" y="244"/>
                </a:lnTo>
                <a:lnTo>
                  <a:pt x="829" y="243"/>
                </a:lnTo>
                <a:lnTo>
                  <a:pt x="830" y="242"/>
                </a:lnTo>
                <a:lnTo>
                  <a:pt x="830" y="241"/>
                </a:lnTo>
                <a:lnTo>
                  <a:pt x="830" y="240"/>
                </a:lnTo>
                <a:lnTo>
                  <a:pt x="831" y="240"/>
                </a:lnTo>
                <a:lnTo>
                  <a:pt x="832" y="239"/>
                </a:lnTo>
                <a:lnTo>
                  <a:pt x="833" y="239"/>
                </a:lnTo>
                <a:lnTo>
                  <a:pt x="833" y="238"/>
                </a:lnTo>
                <a:lnTo>
                  <a:pt x="834" y="238"/>
                </a:lnTo>
                <a:lnTo>
                  <a:pt x="836" y="235"/>
                </a:lnTo>
                <a:lnTo>
                  <a:pt x="837" y="233"/>
                </a:lnTo>
                <a:lnTo>
                  <a:pt x="837" y="231"/>
                </a:lnTo>
                <a:lnTo>
                  <a:pt x="837" y="230"/>
                </a:lnTo>
                <a:lnTo>
                  <a:pt x="837" y="229"/>
                </a:lnTo>
                <a:lnTo>
                  <a:pt x="836" y="229"/>
                </a:lnTo>
                <a:lnTo>
                  <a:pt x="836" y="226"/>
                </a:lnTo>
                <a:lnTo>
                  <a:pt x="836" y="225"/>
                </a:lnTo>
                <a:lnTo>
                  <a:pt x="836" y="224"/>
                </a:lnTo>
                <a:lnTo>
                  <a:pt x="836" y="220"/>
                </a:lnTo>
                <a:lnTo>
                  <a:pt x="837" y="220"/>
                </a:lnTo>
                <a:lnTo>
                  <a:pt x="837" y="219"/>
                </a:lnTo>
                <a:lnTo>
                  <a:pt x="838" y="218"/>
                </a:lnTo>
                <a:lnTo>
                  <a:pt x="839" y="217"/>
                </a:lnTo>
                <a:lnTo>
                  <a:pt x="839" y="216"/>
                </a:lnTo>
                <a:lnTo>
                  <a:pt x="840" y="216"/>
                </a:lnTo>
                <a:lnTo>
                  <a:pt x="840" y="215"/>
                </a:lnTo>
                <a:lnTo>
                  <a:pt x="841" y="214"/>
                </a:lnTo>
                <a:lnTo>
                  <a:pt x="842" y="214"/>
                </a:lnTo>
                <a:lnTo>
                  <a:pt x="843" y="214"/>
                </a:lnTo>
                <a:lnTo>
                  <a:pt x="844" y="214"/>
                </a:lnTo>
                <a:lnTo>
                  <a:pt x="844" y="213"/>
                </a:lnTo>
                <a:lnTo>
                  <a:pt x="845" y="212"/>
                </a:lnTo>
                <a:lnTo>
                  <a:pt x="845" y="211"/>
                </a:lnTo>
                <a:lnTo>
                  <a:pt x="845" y="210"/>
                </a:lnTo>
                <a:lnTo>
                  <a:pt x="844" y="210"/>
                </a:lnTo>
                <a:lnTo>
                  <a:pt x="843" y="211"/>
                </a:lnTo>
                <a:lnTo>
                  <a:pt x="842" y="211"/>
                </a:lnTo>
                <a:lnTo>
                  <a:pt x="842" y="212"/>
                </a:lnTo>
                <a:lnTo>
                  <a:pt x="841" y="212"/>
                </a:lnTo>
                <a:lnTo>
                  <a:pt x="840" y="212"/>
                </a:lnTo>
                <a:lnTo>
                  <a:pt x="838" y="212"/>
                </a:lnTo>
                <a:lnTo>
                  <a:pt x="837" y="211"/>
                </a:lnTo>
                <a:lnTo>
                  <a:pt x="837" y="210"/>
                </a:lnTo>
                <a:lnTo>
                  <a:pt x="836" y="209"/>
                </a:lnTo>
                <a:lnTo>
                  <a:pt x="836" y="208"/>
                </a:lnTo>
                <a:lnTo>
                  <a:pt x="836" y="207"/>
                </a:lnTo>
                <a:lnTo>
                  <a:pt x="835" y="206"/>
                </a:lnTo>
                <a:lnTo>
                  <a:pt x="836" y="205"/>
                </a:lnTo>
                <a:lnTo>
                  <a:pt x="836" y="204"/>
                </a:lnTo>
                <a:lnTo>
                  <a:pt x="836" y="203"/>
                </a:lnTo>
                <a:lnTo>
                  <a:pt x="835" y="203"/>
                </a:lnTo>
                <a:lnTo>
                  <a:pt x="835" y="202"/>
                </a:lnTo>
                <a:lnTo>
                  <a:pt x="834" y="202"/>
                </a:lnTo>
                <a:lnTo>
                  <a:pt x="832" y="202"/>
                </a:lnTo>
                <a:lnTo>
                  <a:pt x="832" y="203"/>
                </a:lnTo>
                <a:lnTo>
                  <a:pt x="831" y="203"/>
                </a:lnTo>
                <a:lnTo>
                  <a:pt x="831" y="204"/>
                </a:lnTo>
                <a:lnTo>
                  <a:pt x="831" y="203"/>
                </a:lnTo>
                <a:lnTo>
                  <a:pt x="830" y="203"/>
                </a:lnTo>
                <a:lnTo>
                  <a:pt x="829" y="203"/>
                </a:lnTo>
                <a:lnTo>
                  <a:pt x="829" y="202"/>
                </a:lnTo>
                <a:lnTo>
                  <a:pt x="828" y="202"/>
                </a:lnTo>
                <a:lnTo>
                  <a:pt x="828" y="201"/>
                </a:lnTo>
                <a:lnTo>
                  <a:pt x="827" y="200"/>
                </a:lnTo>
                <a:lnTo>
                  <a:pt x="827" y="199"/>
                </a:lnTo>
                <a:lnTo>
                  <a:pt x="827" y="198"/>
                </a:lnTo>
                <a:lnTo>
                  <a:pt x="827" y="197"/>
                </a:lnTo>
                <a:lnTo>
                  <a:pt x="827" y="196"/>
                </a:lnTo>
                <a:lnTo>
                  <a:pt x="828" y="196"/>
                </a:lnTo>
                <a:lnTo>
                  <a:pt x="828" y="195"/>
                </a:lnTo>
                <a:lnTo>
                  <a:pt x="829" y="195"/>
                </a:lnTo>
                <a:lnTo>
                  <a:pt x="830" y="194"/>
                </a:lnTo>
                <a:lnTo>
                  <a:pt x="831" y="192"/>
                </a:lnTo>
                <a:lnTo>
                  <a:pt x="831" y="191"/>
                </a:lnTo>
                <a:lnTo>
                  <a:pt x="830" y="191"/>
                </a:lnTo>
                <a:lnTo>
                  <a:pt x="830" y="190"/>
                </a:lnTo>
                <a:lnTo>
                  <a:pt x="830" y="189"/>
                </a:lnTo>
                <a:lnTo>
                  <a:pt x="830" y="188"/>
                </a:lnTo>
                <a:lnTo>
                  <a:pt x="831" y="188"/>
                </a:lnTo>
                <a:lnTo>
                  <a:pt x="832" y="188"/>
                </a:lnTo>
                <a:lnTo>
                  <a:pt x="833" y="188"/>
                </a:lnTo>
                <a:lnTo>
                  <a:pt x="833" y="187"/>
                </a:lnTo>
                <a:lnTo>
                  <a:pt x="834" y="187"/>
                </a:lnTo>
                <a:lnTo>
                  <a:pt x="835" y="186"/>
                </a:lnTo>
                <a:lnTo>
                  <a:pt x="836" y="185"/>
                </a:lnTo>
                <a:lnTo>
                  <a:pt x="837" y="185"/>
                </a:lnTo>
                <a:lnTo>
                  <a:pt x="837" y="184"/>
                </a:lnTo>
                <a:lnTo>
                  <a:pt x="838" y="184"/>
                </a:lnTo>
                <a:lnTo>
                  <a:pt x="839" y="183"/>
                </a:lnTo>
                <a:lnTo>
                  <a:pt x="840" y="182"/>
                </a:lnTo>
                <a:lnTo>
                  <a:pt x="841" y="182"/>
                </a:lnTo>
                <a:lnTo>
                  <a:pt x="841" y="181"/>
                </a:lnTo>
                <a:lnTo>
                  <a:pt x="842" y="181"/>
                </a:lnTo>
                <a:lnTo>
                  <a:pt x="842" y="180"/>
                </a:lnTo>
                <a:lnTo>
                  <a:pt x="842" y="179"/>
                </a:lnTo>
                <a:lnTo>
                  <a:pt x="843" y="179"/>
                </a:lnTo>
                <a:lnTo>
                  <a:pt x="843" y="178"/>
                </a:lnTo>
                <a:lnTo>
                  <a:pt x="844" y="178"/>
                </a:lnTo>
                <a:lnTo>
                  <a:pt x="844" y="177"/>
                </a:lnTo>
                <a:lnTo>
                  <a:pt x="845" y="175"/>
                </a:lnTo>
                <a:lnTo>
                  <a:pt x="845" y="173"/>
                </a:lnTo>
                <a:lnTo>
                  <a:pt x="846" y="173"/>
                </a:lnTo>
                <a:lnTo>
                  <a:pt x="846" y="172"/>
                </a:lnTo>
                <a:lnTo>
                  <a:pt x="847" y="172"/>
                </a:lnTo>
                <a:lnTo>
                  <a:pt x="848" y="172"/>
                </a:lnTo>
                <a:lnTo>
                  <a:pt x="850" y="171"/>
                </a:lnTo>
                <a:lnTo>
                  <a:pt x="851" y="171"/>
                </a:lnTo>
                <a:lnTo>
                  <a:pt x="852" y="170"/>
                </a:lnTo>
                <a:lnTo>
                  <a:pt x="853" y="170"/>
                </a:lnTo>
                <a:lnTo>
                  <a:pt x="853" y="169"/>
                </a:lnTo>
                <a:lnTo>
                  <a:pt x="854" y="168"/>
                </a:lnTo>
                <a:lnTo>
                  <a:pt x="855" y="168"/>
                </a:lnTo>
                <a:lnTo>
                  <a:pt x="855" y="167"/>
                </a:lnTo>
                <a:lnTo>
                  <a:pt x="856" y="167"/>
                </a:lnTo>
                <a:lnTo>
                  <a:pt x="856" y="168"/>
                </a:lnTo>
                <a:lnTo>
                  <a:pt x="857" y="169"/>
                </a:lnTo>
                <a:lnTo>
                  <a:pt x="858" y="169"/>
                </a:lnTo>
                <a:lnTo>
                  <a:pt x="859" y="170"/>
                </a:lnTo>
                <a:lnTo>
                  <a:pt x="860" y="171"/>
                </a:lnTo>
                <a:lnTo>
                  <a:pt x="861" y="171"/>
                </a:lnTo>
                <a:lnTo>
                  <a:pt x="861" y="172"/>
                </a:lnTo>
                <a:lnTo>
                  <a:pt x="862" y="172"/>
                </a:lnTo>
                <a:lnTo>
                  <a:pt x="862" y="173"/>
                </a:lnTo>
                <a:lnTo>
                  <a:pt x="863" y="173"/>
                </a:lnTo>
                <a:lnTo>
                  <a:pt x="863" y="174"/>
                </a:lnTo>
                <a:lnTo>
                  <a:pt x="862" y="174"/>
                </a:lnTo>
                <a:lnTo>
                  <a:pt x="862" y="175"/>
                </a:lnTo>
                <a:lnTo>
                  <a:pt x="863" y="176"/>
                </a:lnTo>
                <a:lnTo>
                  <a:pt x="863" y="177"/>
                </a:lnTo>
                <a:lnTo>
                  <a:pt x="864" y="177"/>
                </a:lnTo>
                <a:lnTo>
                  <a:pt x="865" y="177"/>
                </a:lnTo>
                <a:lnTo>
                  <a:pt x="866" y="177"/>
                </a:lnTo>
                <a:lnTo>
                  <a:pt x="866" y="176"/>
                </a:lnTo>
                <a:lnTo>
                  <a:pt x="867" y="175"/>
                </a:lnTo>
                <a:lnTo>
                  <a:pt x="867" y="174"/>
                </a:lnTo>
                <a:lnTo>
                  <a:pt x="867" y="173"/>
                </a:lnTo>
                <a:lnTo>
                  <a:pt x="867" y="172"/>
                </a:lnTo>
                <a:lnTo>
                  <a:pt x="868" y="172"/>
                </a:lnTo>
                <a:lnTo>
                  <a:pt x="869" y="171"/>
                </a:lnTo>
                <a:lnTo>
                  <a:pt x="870" y="171"/>
                </a:lnTo>
                <a:lnTo>
                  <a:pt x="870" y="172"/>
                </a:lnTo>
                <a:lnTo>
                  <a:pt x="871" y="172"/>
                </a:lnTo>
                <a:lnTo>
                  <a:pt x="872" y="172"/>
                </a:lnTo>
                <a:lnTo>
                  <a:pt x="873" y="172"/>
                </a:lnTo>
                <a:lnTo>
                  <a:pt x="874" y="171"/>
                </a:lnTo>
                <a:lnTo>
                  <a:pt x="874" y="170"/>
                </a:lnTo>
                <a:lnTo>
                  <a:pt x="874" y="169"/>
                </a:lnTo>
                <a:lnTo>
                  <a:pt x="875" y="169"/>
                </a:lnTo>
                <a:lnTo>
                  <a:pt x="875" y="168"/>
                </a:lnTo>
                <a:lnTo>
                  <a:pt x="876" y="168"/>
                </a:lnTo>
                <a:lnTo>
                  <a:pt x="877" y="168"/>
                </a:lnTo>
                <a:lnTo>
                  <a:pt x="877" y="167"/>
                </a:lnTo>
                <a:lnTo>
                  <a:pt x="878" y="167"/>
                </a:lnTo>
                <a:lnTo>
                  <a:pt x="879" y="166"/>
                </a:lnTo>
                <a:lnTo>
                  <a:pt x="880" y="164"/>
                </a:lnTo>
                <a:lnTo>
                  <a:pt x="882" y="164"/>
                </a:lnTo>
                <a:lnTo>
                  <a:pt x="883" y="164"/>
                </a:lnTo>
                <a:lnTo>
                  <a:pt x="884" y="163"/>
                </a:lnTo>
                <a:lnTo>
                  <a:pt x="885" y="162"/>
                </a:lnTo>
                <a:lnTo>
                  <a:pt x="886" y="162"/>
                </a:lnTo>
                <a:lnTo>
                  <a:pt x="886" y="161"/>
                </a:lnTo>
                <a:lnTo>
                  <a:pt x="887" y="160"/>
                </a:lnTo>
                <a:lnTo>
                  <a:pt x="887" y="159"/>
                </a:lnTo>
                <a:lnTo>
                  <a:pt x="886" y="158"/>
                </a:lnTo>
                <a:lnTo>
                  <a:pt x="886" y="157"/>
                </a:lnTo>
                <a:lnTo>
                  <a:pt x="885" y="156"/>
                </a:lnTo>
                <a:lnTo>
                  <a:pt x="884" y="155"/>
                </a:lnTo>
                <a:lnTo>
                  <a:pt x="884" y="154"/>
                </a:lnTo>
                <a:lnTo>
                  <a:pt x="884" y="153"/>
                </a:lnTo>
                <a:lnTo>
                  <a:pt x="884" y="151"/>
                </a:lnTo>
                <a:lnTo>
                  <a:pt x="885" y="151"/>
                </a:lnTo>
                <a:lnTo>
                  <a:pt x="885" y="149"/>
                </a:lnTo>
                <a:lnTo>
                  <a:pt x="884" y="148"/>
                </a:lnTo>
                <a:lnTo>
                  <a:pt x="884" y="147"/>
                </a:lnTo>
                <a:lnTo>
                  <a:pt x="884" y="146"/>
                </a:lnTo>
                <a:lnTo>
                  <a:pt x="883" y="145"/>
                </a:lnTo>
                <a:lnTo>
                  <a:pt x="882" y="144"/>
                </a:lnTo>
                <a:lnTo>
                  <a:pt x="881" y="142"/>
                </a:lnTo>
                <a:lnTo>
                  <a:pt x="881" y="141"/>
                </a:lnTo>
                <a:lnTo>
                  <a:pt x="881" y="139"/>
                </a:lnTo>
                <a:lnTo>
                  <a:pt x="881" y="138"/>
                </a:lnTo>
                <a:lnTo>
                  <a:pt x="881" y="137"/>
                </a:lnTo>
                <a:lnTo>
                  <a:pt x="880" y="137"/>
                </a:lnTo>
                <a:lnTo>
                  <a:pt x="880" y="136"/>
                </a:lnTo>
                <a:lnTo>
                  <a:pt x="879" y="135"/>
                </a:lnTo>
                <a:lnTo>
                  <a:pt x="879" y="134"/>
                </a:lnTo>
                <a:lnTo>
                  <a:pt x="879" y="133"/>
                </a:lnTo>
                <a:lnTo>
                  <a:pt x="878" y="132"/>
                </a:lnTo>
                <a:lnTo>
                  <a:pt x="877" y="131"/>
                </a:lnTo>
                <a:lnTo>
                  <a:pt x="876" y="130"/>
                </a:lnTo>
                <a:lnTo>
                  <a:pt x="875" y="128"/>
                </a:lnTo>
                <a:lnTo>
                  <a:pt x="877" y="127"/>
                </a:lnTo>
                <a:lnTo>
                  <a:pt x="877" y="126"/>
                </a:lnTo>
                <a:lnTo>
                  <a:pt x="878" y="125"/>
                </a:lnTo>
                <a:lnTo>
                  <a:pt x="877" y="124"/>
                </a:lnTo>
                <a:lnTo>
                  <a:pt x="877" y="123"/>
                </a:lnTo>
                <a:lnTo>
                  <a:pt x="877" y="122"/>
                </a:lnTo>
                <a:lnTo>
                  <a:pt x="878" y="122"/>
                </a:lnTo>
                <a:lnTo>
                  <a:pt x="878" y="121"/>
                </a:lnTo>
                <a:lnTo>
                  <a:pt x="879" y="121"/>
                </a:lnTo>
                <a:lnTo>
                  <a:pt x="880" y="121"/>
                </a:lnTo>
                <a:lnTo>
                  <a:pt x="880" y="120"/>
                </a:lnTo>
                <a:lnTo>
                  <a:pt x="881" y="120"/>
                </a:lnTo>
                <a:lnTo>
                  <a:pt x="882" y="119"/>
                </a:lnTo>
                <a:lnTo>
                  <a:pt x="882" y="117"/>
                </a:lnTo>
                <a:lnTo>
                  <a:pt x="882" y="116"/>
                </a:lnTo>
                <a:lnTo>
                  <a:pt x="881" y="116"/>
                </a:lnTo>
                <a:lnTo>
                  <a:pt x="881" y="115"/>
                </a:lnTo>
                <a:lnTo>
                  <a:pt x="882" y="115"/>
                </a:lnTo>
                <a:lnTo>
                  <a:pt x="882" y="113"/>
                </a:lnTo>
                <a:lnTo>
                  <a:pt x="882" y="112"/>
                </a:lnTo>
                <a:lnTo>
                  <a:pt x="883" y="112"/>
                </a:lnTo>
                <a:lnTo>
                  <a:pt x="883" y="111"/>
                </a:lnTo>
                <a:lnTo>
                  <a:pt x="883" y="110"/>
                </a:lnTo>
                <a:lnTo>
                  <a:pt x="882" y="110"/>
                </a:lnTo>
                <a:lnTo>
                  <a:pt x="882" y="109"/>
                </a:lnTo>
                <a:lnTo>
                  <a:pt x="883" y="109"/>
                </a:lnTo>
                <a:lnTo>
                  <a:pt x="883" y="108"/>
                </a:lnTo>
                <a:lnTo>
                  <a:pt x="883" y="107"/>
                </a:lnTo>
                <a:lnTo>
                  <a:pt x="884" y="107"/>
                </a:lnTo>
                <a:lnTo>
                  <a:pt x="884" y="106"/>
                </a:lnTo>
                <a:lnTo>
                  <a:pt x="885" y="106"/>
                </a:lnTo>
                <a:lnTo>
                  <a:pt x="886" y="106"/>
                </a:lnTo>
                <a:lnTo>
                  <a:pt x="886" y="107"/>
                </a:lnTo>
                <a:lnTo>
                  <a:pt x="887" y="108"/>
                </a:lnTo>
                <a:lnTo>
                  <a:pt x="887" y="109"/>
                </a:lnTo>
                <a:lnTo>
                  <a:pt x="887" y="110"/>
                </a:lnTo>
                <a:lnTo>
                  <a:pt x="887" y="111"/>
                </a:lnTo>
                <a:lnTo>
                  <a:pt x="887" y="112"/>
                </a:lnTo>
                <a:lnTo>
                  <a:pt x="887" y="113"/>
                </a:lnTo>
                <a:lnTo>
                  <a:pt x="888" y="113"/>
                </a:lnTo>
                <a:lnTo>
                  <a:pt x="889" y="113"/>
                </a:lnTo>
                <a:lnTo>
                  <a:pt x="890" y="113"/>
                </a:lnTo>
                <a:lnTo>
                  <a:pt x="891" y="113"/>
                </a:lnTo>
                <a:lnTo>
                  <a:pt x="891" y="112"/>
                </a:lnTo>
                <a:lnTo>
                  <a:pt x="892" y="112"/>
                </a:lnTo>
                <a:lnTo>
                  <a:pt x="893" y="112"/>
                </a:lnTo>
                <a:lnTo>
                  <a:pt x="894" y="113"/>
                </a:lnTo>
                <a:lnTo>
                  <a:pt x="895" y="113"/>
                </a:lnTo>
                <a:lnTo>
                  <a:pt x="895" y="114"/>
                </a:lnTo>
                <a:lnTo>
                  <a:pt x="895" y="116"/>
                </a:lnTo>
                <a:lnTo>
                  <a:pt x="896" y="116"/>
                </a:lnTo>
                <a:lnTo>
                  <a:pt x="897" y="116"/>
                </a:lnTo>
                <a:lnTo>
                  <a:pt x="898" y="116"/>
                </a:lnTo>
                <a:lnTo>
                  <a:pt x="899" y="116"/>
                </a:lnTo>
                <a:lnTo>
                  <a:pt x="899" y="115"/>
                </a:lnTo>
                <a:lnTo>
                  <a:pt x="901" y="115"/>
                </a:lnTo>
                <a:lnTo>
                  <a:pt x="903" y="115"/>
                </a:lnTo>
                <a:lnTo>
                  <a:pt x="903" y="114"/>
                </a:lnTo>
                <a:lnTo>
                  <a:pt x="904" y="114"/>
                </a:lnTo>
                <a:lnTo>
                  <a:pt x="905" y="114"/>
                </a:lnTo>
                <a:lnTo>
                  <a:pt x="906" y="114"/>
                </a:lnTo>
                <a:lnTo>
                  <a:pt x="907" y="113"/>
                </a:lnTo>
                <a:lnTo>
                  <a:pt x="908" y="113"/>
                </a:lnTo>
                <a:lnTo>
                  <a:pt x="909" y="113"/>
                </a:lnTo>
                <a:lnTo>
                  <a:pt x="910" y="113"/>
                </a:lnTo>
                <a:lnTo>
                  <a:pt x="911" y="113"/>
                </a:lnTo>
                <a:lnTo>
                  <a:pt x="912" y="113"/>
                </a:lnTo>
                <a:lnTo>
                  <a:pt x="913" y="113"/>
                </a:lnTo>
                <a:lnTo>
                  <a:pt x="913" y="114"/>
                </a:lnTo>
                <a:lnTo>
                  <a:pt x="914" y="114"/>
                </a:lnTo>
                <a:lnTo>
                  <a:pt x="914" y="115"/>
                </a:lnTo>
                <a:lnTo>
                  <a:pt x="915" y="116"/>
                </a:lnTo>
                <a:lnTo>
                  <a:pt x="916" y="116"/>
                </a:lnTo>
                <a:lnTo>
                  <a:pt x="917" y="116"/>
                </a:lnTo>
                <a:lnTo>
                  <a:pt x="917" y="115"/>
                </a:lnTo>
                <a:lnTo>
                  <a:pt x="918" y="115"/>
                </a:lnTo>
                <a:lnTo>
                  <a:pt x="918" y="114"/>
                </a:lnTo>
                <a:lnTo>
                  <a:pt x="918" y="113"/>
                </a:lnTo>
                <a:lnTo>
                  <a:pt x="919" y="112"/>
                </a:lnTo>
                <a:lnTo>
                  <a:pt x="920" y="111"/>
                </a:lnTo>
                <a:lnTo>
                  <a:pt x="921" y="111"/>
                </a:lnTo>
                <a:lnTo>
                  <a:pt x="922" y="111"/>
                </a:lnTo>
                <a:lnTo>
                  <a:pt x="923" y="111"/>
                </a:lnTo>
                <a:lnTo>
                  <a:pt x="924" y="111"/>
                </a:lnTo>
                <a:lnTo>
                  <a:pt x="925" y="111"/>
                </a:lnTo>
                <a:lnTo>
                  <a:pt x="925" y="110"/>
                </a:lnTo>
                <a:lnTo>
                  <a:pt x="926" y="110"/>
                </a:lnTo>
                <a:lnTo>
                  <a:pt x="926" y="111"/>
                </a:lnTo>
                <a:lnTo>
                  <a:pt x="927" y="111"/>
                </a:lnTo>
                <a:lnTo>
                  <a:pt x="928" y="111"/>
                </a:lnTo>
                <a:lnTo>
                  <a:pt x="929" y="112"/>
                </a:lnTo>
                <a:lnTo>
                  <a:pt x="931" y="111"/>
                </a:lnTo>
                <a:lnTo>
                  <a:pt x="932" y="111"/>
                </a:lnTo>
                <a:lnTo>
                  <a:pt x="933" y="111"/>
                </a:lnTo>
                <a:lnTo>
                  <a:pt x="934" y="111"/>
                </a:lnTo>
                <a:lnTo>
                  <a:pt x="935" y="111"/>
                </a:lnTo>
                <a:lnTo>
                  <a:pt x="935" y="110"/>
                </a:lnTo>
                <a:lnTo>
                  <a:pt x="935" y="109"/>
                </a:lnTo>
                <a:lnTo>
                  <a:pt x="935" y="108"/>
                </a:lnTo>
                <a:lnTo>
                  <a:pt x="936" y="107"/>
                </a:lnTo>
                <a:lnTo>
                  <a:pt x="937" y="107"/>
                </a:lnTo>
                <a:lnTo>
                  <a:pt x="937" y="108"/>
                </a:lnTo>
                <a:lnTo>
                  <a:pt x="937" y="109"/>
                </a:lnTo>
                <a:lnTo>
                  <a:pt x="938" y="109"/>
                </a:lnTo>
                <a:lnTo>
                  <a:pt x="938" y="110"/>
                </a:lnTo>
                <a:lnTo>
                  <a:pt x="938" y="111"/>
                </a:lnTo>
                <a:lnTo>
                  <a:pt x="939" y="112"/>
                </a:lnTo>
                <a:lnTo>
                  <a:pt x="940" y="112"/>
                </a:lnTo>
                <a:lnTo>
                  <a:pt x="941" y="112"/>
                </a:lnTo>
                <a:lnTo>
                  <a:pt x="943" y="112"/>
                </a:lnTo>
                <a:lnTo>
                  <a:pt x="943" y="113"/>
                </a:lnTo>
                <a:lnTo>
                  <a:pt x="943" y="114"/>
                </a:lnTo>
                <a:lnTo>
                  <a:pt x="943" y="115"/>
                </a:lnTo>
                <a:lnTo>
                  <a:pt x="944" y="115"/>
                </a:lnTo>
                <a:lnTo>
                  <a:pt x="945" y="115"/>
                </a:lnTo>
                <a:lnTo>
                  <a:pt x="946" y="114"/>
                </a:lnTo>
                <a:lnTo>
                  <a:pt x="946" y="113"/>
                </a:lnTo>
                <a:lnTo>
                  <a:pt x="947" y="113"/>
                </a:lnTo>
                <a:lnTo>
                  <a:pt x="947" y="112"/>
                </a:lnTo>
                <a:lnTo>
                  <a:pt x="948" y="111"/>
                </a:lnTo>
                <a:lnTo>
                  <a:pt x="949" y="110"/>
                </a:lnTo>
                <a:lnTo>
                  <a:pt x="950" y="110"/>
                </a:lnTo>
                <a:lnTo>
                  <a:pt x="951" y="110"/>
                </a:lnTo>
                <a:lnTo>
                  <a:pt x="952" y="110"/>
                </a:lnTo>
                <a:lnTo>
                  <a:pt x="953" y="109"/>
                </a:lnTo>
                <a:lnTo>
                  <a:pt x="953" y="110"/>
                </a:lnTo>
                <a:lnTo>
                  <a:pt x="954" y="110"/>
                </a:lnTo>
                <a:lnTo>
                  <a:pt x="954" y="111"/>
                </a:lnTo>
                <a:lnTo>
                  <a:pt x="955" y="111"/>
                </a:lnTo>
                <a:lnTo>
                  <a:pt x="956" y="111"/>
                </a:lnTo>
                <a:lnTo>
                  <a:pt x="957" y="111"/>
                </a:lnTo>
                <a:lnTo>
                  <a:pt x="958" y="112"/>
                </a:lnTo>
                <a:lnTo>
                  <a:pt x="959" y="113"/>
                </a:lnTo>
                <a:lnTo>
                  <a:pt x="960" y="113"/>
                </a:lnTo>
                <a:lnTo>
                  <a:pt x="959" y="113"/>
                </a:lnTo>
                <a:lnTo>
                  <a:pt x="959" y="114"/>
                </a:lnTo>
                <a:lnTo>
                  <a:pt x="959" y="115"/>
                </a:lnTo>
                <a:lnTo>
                  <a:pt x="958" y="116"/>
                </a:lnTo>
                <a:lnTo>
                  <a:pt x="958" y="117"/>
                </a:lnTo>
                <a:lnTo>
                  <a:pt x="958" y="118"/>
                </a:lnTo>
                <a:lnTo>
                  <a:pt x="957" y="117"/>
                </a:lnTo>
                <a:lnTo>
                  <a:pt x="956" y="117"/>
                </a:lnTo>
                <a:lnTo>
                  <a:pt x="954" y="117"/>
                </a:lnTo>
                <a:lnTo>
                  <a:pt x="953" y="118"/>
                </a:lnTo>
                <a:lnTo>
                  <a:pt x="952" y="119"/>
                </a:lnTo>
                <a:lnTo>
                  <a:pt x="951" y="120"/>
                </a:lnTo>
                <a:lnTo>
                  <a:pt x="951" y="121"/>
                </a:lnTo>
                <a:lnTo>
                  <a:pt x="951" y="122"/>
                </a:lnTo>
                <a:lnTo>
                  <a:pt x="951" y="123"/>
                </a:lnTo>
                <a:lnTo>
                  <a:pt x="950" y="123"/>
                </a:lnTo>
                <a:lnTo>
                  <a:pt x="950" y="124"/>
                </a:lnTo>
                <a:lnTo>
                  <a:pt x="949" y="124"/>
                </a:lnTo>
                <a:lnTo>
                  <a:pt x="948" y="124"/>
                </a:lnTo>
                <a:lnTo>
                  <a:pt x="948" y="123"/>
                </a:lnTo>
                <a:lnTo>
                  <a:pt x="947" y="123"/>
                </a:lnTo>
                <a:lnTo>
                  <a:pt x="947" y="124"/>
                </a:lnTo>
                <a:lnTo>
                  <a:pt x="946" y="124"/>
                </a:lnTo>
                <a:lnTo>
                  <a:pt x="946" y="125"/>
                </a:lnTo>
                <a:lnTo>
                  <a:pt x="946" y="126"/>
                </a:lnTo>
                <a:lnTo>
                  <a:pt x="945" y="126"/>
                </a:lnTo>
                <a:lnTo>
                  <a:pt x="944" y="126"/>
                </a:lnTo>
                <a:lnTo>
                  <a:pt x="942" y="126"/>
                </a:lnTo>
                <a:lnTo>
                  <a:pt x="942" y="127"/>
                </a:lnTo>
                <a:lnTo>
                  <a:pt x="941" y="127"/>
                </a:lnTo>
                <a:lnTo>
                  <a:pt x="939" y="127"/>
                </a:lnTo>
                <a:lnTo>
                  <a:pt x="939" y="126"/>
                </a:lnTo>
                <a:lnTo>
                  <a:pt x="938" y="126"/>
                </a:lnTo>
                <a:lnTo>
                  <a:pt x="938" y="127"/>
                </a:lnTo>
                <a:lnTo>
                  <a:pt x="936" y="127"/>
                </a:lnTo>
                <a:lnTo>
                  <a:pt x="936" y="128"/>
                </a:lnTo>
                <a:lnTo>
                  <a:pt x="936" y="130"/>
                </a:lnTo>
                <a:lnTo>
                  <a:pt x="936" y="131"/>
                </a:lnTo>
                <a:lnTo>
                  <a:pt x="937" y="132"/>
                </a:lnTo>
                <a:lnTo>
                  <a:pt x="938" y="132"/>
                </a:lnTo>
                <a:lnTo>
                  <a:pt x="938" y="133"/>
                </a:lnTo>
                <a:lnTo>
                  <a:pt x="938" y="135"/>
                </a:lnTo>
                <a:lnTo>
                  <a:pt x="938" y="136"/>
                </a:lnTo>
                <a:lnTo>
                  <a:pt x="939" y="137"/>
                </a:lnTo>
                <a:lnTo>
                  <a:pt x="938" y="138"/>
                </a:lnTo>
                <a:lnTo>
                  <a:pt x="938" y="139"/>
                </a:lnTo>
                <a:lnTo>
                  <a:pt x="937" y="139"/>
                </a:lnTo>
                <a:lnTo>
                  <a:pt x="937" y="140"/>
                </a:lnTo>
                <a:lnTo>
                  <a:pt x="938" y="141"/>
                </a:lnTo>
                <a:lnTo>
                  <a:pt x="938" y="142"/>
                </a:lnTo>
                <a:lnTo>
                  <a:pt x="938" y="143"/>
                </a:lnTo>
                <a:lnTo>
                  <a:pt x="938" y="144"/>
                </a:lnTo>
                <a:lnTo>
                  <a:pt x="938" y="145"/>
                </a:lnTo>
                <a:lnTo>
                  <a:pt x="937" y="145"/>
                </a:lnTo>
                <a:lnTo>
                  <a:pt x="937" y="146"/>
                </a:lnTo>
                <a:lnTo>
                  <a:pt x="937" y="147"/>
                </a:lnTo>
                <a:lnTo>
                  <a:pt x="937" y="148"/>
                </a:lnTo>
                <a:lnTo>
                  <a:pt x="937" y="149"/>
                </a:lnTo>
                <a:lnTo>
                  <a:pt x="938" y="149"/>
                </a:lnTo>
                <a:lnTo>
                  <a:pt x="939" y="149"/>
                </a:lnTo>
                <a:lnTo>
                  <a:pt x="938" y="150"/>
                </a:lnTo>
                <a:lnTo>
                  <a:pt x="938" y="151"/>
                </a:lnTo>
                <a:lnTo>
                  <a:pt x="939" y="152"/>
                </a:lnTo>
                <a:lnTo>
                  <a:pt x="939" y="153"/>
                </a:lnTo>
                <a:lnTo>
                  <a:pt x="939" y="154"/>
                </a:lnTo>
                <a:lnTo>
                  <a:pt x="940" y="154"/>
                </a:lnTo>
                <a:lnTo>
                  <a:pt x="941" y="156"/>
                </a:lnTo>
                <a:lnTo>
                  <a:pt x="941" y="157"/>
                </a:lnTo>
                <a:lnTo>
                  <a:pt x="942" y="158"/>
                </a:lnTo>
                <a:lnTo>
                  <a:pt x="943" y="158"/>
                </a:lnTo>
                <a:lnTo>
                  <a:pt x="942" y="159"/>
                </a:lnTo>
                <a:lnTo>
                  <a:pt x="941" y="160"/>
                </a:lnTo>
                <a:lnTo>
                  <a:pt x="942" y="161"/>
                </a:lnTo>
                <a:lnTo>
                  <a:pt x="943" y="161"/>
                </a:lnTo>
                <a:lnTo>
                  <a:pt x="943" y="162"/>
                </a:lnTo>
                <a:lnTo>
                  <a:pt x="944" y="161"/>
                </a:lnTo>
                <a:lnTo>
                  <a:pt x="945" y="161"/>
                </a:lnTo>
                <a:lnTo>
                  <a:pt x="946" y="160"/>
                </a:lnTo>
                <a:lnTo>
                  <a:pt x="947" y="159"/>
                </a:lnTo>
                <a:lnTo>
                  <a:pt x="947" y="158"/>
                </a:lnTo>
                <a:lnTo>
                  <a:pt x="948" y="158"/>
                </a:lnTo>
                <a:lnTo>
                  <a:pt x="948" y="157"/>
                </a:lnTo>
                <a:lnTo>
                  <a:pt x="949" y="157"/>
                </a:lnTo>
                <a:lnTo>
                  <a:pt x="950" y="157"/>
                </a:lnTo>
                <a:lnTo>
                  <a:pt x="951" y="157"/>
                </a:lnTo>
                <a:lnTo>
                  <a:pt x="952" y="157"/>
                </a:lnTo>
                <a:lnTo>
                  <a:pt x="953" y="158"/>
                </a:lnTo>
                <a:lnTo>
                  <a:pt x="954" y="159"/>
                </a:lnTo>
                <a:lnTo>
                  <a:pt x="954" y="160"/>
                </a:lnTo>
                <a:lnTo>
                  <a:pt x="954" y="161"/>
                </a:lnTo>
                <a:lnTo>
                  <a:pt x="954" y="162"/>
                </a:lnTo>
                <a:lnTo>
                  <a:pt x="955" y="163"/>
                </a:lnTo>
                <a:lnTo>
                  <a:pt x="955" y="164"/>
                </a:lnTo>
                <a:lnTo>
                  <a:pt x="956" y="164"/>
                </a:lnTo>
                <a:lnTo>
                  <a:pt x="956" y="166"/>
                </a:lnTo>
                <a:lnTo>
                  <a:pt x="956" y="167"/>
                </a:lnTo>
                <a:lnTo>
                  <a:pt x="957" y="167"/>
                </a:lnTo>
                <a:lnTo>
                  <a:pt x="958" y="167"/>
                </a:lnTo>
                <a:lnTo>
                  <a:pt x="959" y="167"/>
                </a:lnTo>
                <a:lnTo>
                  <a:pt x="960" y="167"/>
                </a:lnTo>
                <a:lnTo>
                  <a:pt x="962" y="167"/>
                </a:lnTo>
                <a:lnTo>
                  <a:pt x="962" y="168"/>
                </a:lnTo>
                <a:lnTo>
                  <a:pt x="961" y="168"/>
                </a:lnTo>
                <a:lnTo>
                  <a:pt x="961" y="169"/>
                </a:lnTo>
                <a:lnTo>
                  <a:pt x="962" y="170"/>
                </a:lnTo>
                <a:lnTo>
                  <a:pt x="964" y="171"/>
                </a:lnTo>
                <a:lnTo>
                  <a:pt x="964" y="172"/>
                </a:lnTo>
                <a:lnTo>
                  <a:pt x="963" y="172"/>
                </a:lnTo>
                <a:lnTo>
                  <a:pt x="962" y="173"/>
                </a:lnTo>
                <a:lnTo>
                  <a:pt x="962" y="175"/>
                </a:lnTo>
                <a:lnTo>
                  <a:pt x="961" y="176"/>
                </a:lnTo>
                <a:lnTo>
                  <a:pt x="960" y="176"/>
                </a:lnTo>
                <a:lnTo>
                  <a:pt x="959" y="176"/>
                </a:lnTo>
                <a:lnTo>
                  <a:pt x="958" y="177"/>
                </a:lnTo>
                <a:lnTo>
                  <a:pt x="956" y="177"/>
                </a:lnTo>
                <a:lnTo>
                  <a:pt x="956" y="178"/>
                </a:lnTo>
                <a:lnTo>
                  <a:pt x="956" y="179"/>
                </a:lnTo>
                <a:lnTo>
                  <a:pt x="956" y="180"/>
                </a:lnTo>
                <a:lnTo>
                  <a:pt x="957" y="181"/>
                </a:lnTo>
                <a:lnTo>
                  <a:pt x="958" y="182"/>
                </a:lnTo>
                <a:lnTo>
                  <a:pt x="960" y="183"/>
                </a:lnTo>
                <a:lnTo>
                  <a:pt x="961" y="183"/>
                </a:lnTo>
                <a:lnTo>
                  <a:pt x="962" y="182"/>
                </a:lnTo>
                <a:lnTo>
                  <a:pt x="963" y="182"/>
                </a:lnTo>
                <a:lnTo>
                  <a:pt x="963" y="183"/>
                </a:lnTo>
                <a:lnTo>
                  <a:pt x="962" y="184"/>
                </a:lnTo>
                <a:lnTo>
                  <a:pt x="962" y="185"/>
                </a:lnTo>
                <a:lnTo>
                  <a:pt x="962" y="186"/>
                </a:lnTo>
                <a:lnTo>
                  <a:pt x="961" y="186"/>
                </a:lnTo>
                <a:lnTo>
                  <a:pt x="961" y="187"/>
                </a:lnTo>
                <a:lnTo>
                  <a:pt x="962" y="187"/>
                </a:lnTo>
                <a:lnTo>
                  <a:pt x="962" y="188"/>
                </a:lnTo>
                <a:lnTo>
                  <a:pt x="962" y="189"/>
                </a:lnTo>
                <a:lnTo>
                  <a:pt x="962" y="190"/>
                </a:lnTo>
                <a:lnTo>
                  <a:pt x="962" y="191"/>
                </a:lnTo>
                <a:lnTo>
                  <a:pt x="961" y="191"/>
                </a:lnTo>
                <a:lnTo>
                  <a:pt x="960" y="191"/>
                </a:lnTo>
                <a:lnTo>
                  <a:pt x="960" y="192"/>
                </a:lnTo>
                <a:lnTo>
                  <a:pt x="959" y="193"/>
                </a:lnTo>
                <a:lnTo>
                  <a:pt x="958" y="193"/>
                </a:lnTo>
                <a:lnTo>
                  <a:pt x="957" y="193"/>
                </a:lnTo>
                <a:lnTo>
                  <a:pt x="956" y="194"/>
                </a:lnTo>
                <a:lnTo>
                  <a:pt x="955" y="194"/>
                </a:lnTo>
                <a:lnTo>
                  <a:pt x="955" y="195"/>
                </a:lnTo>
                <a:lnTo>
                  <a:pt x="955" y="196"/>
                </a:lnTo>
                <a:lnTo>
                  <a:pt x="955" y="197"/>
                </a:lnTo>
                <a:lnTo>
                  <a:pt x="955" y="199"/>
                </a:lnTo>
                <a:lnTo>
                  <a:pt x="954" y="199"/>
                </a:lnTo>
                <a:lnTo>
                  <a:pt x="954" y="198"/>
                </a:lnTo>
                <a:lnTo>
                  <a:pt x="953" y="199"/>
                </a:lnTo>
                <a:lnTo>
                  <a:pt x="953" y="200"/>
                </a:lnTo>
                <a:lnTo>
                  <a:pt x="952" y="200"/>
                </a:lnTo>
                <a:lnTo>
                  <a:pt x="951" y="200"/>
                </a:lnTo>
                <a:lnTo>
                  <a:pt x="950" y="200"/>
                </a:lnTo>
                <a:lnTo>
                  <a:pt x="948" y="199"/>
                </a:lnTo>
                <a:lnTo>
                  <a:pt x="947" y="200"/>
                </a:lnTo>
                <a:lnTo>
                  <a:pt x="945" y="200"/>
                </a:lnTo>
                <a:lnTo>
                  <a:pt x="945" y="199"/>
                </a:lnTo>
                <a:lnTo>
                  <a:pt x="943" y="200"/>
                </a:lnTo>
                <a:lnTo>
                  <a:pt x="942" y="201"/>
                </a:lnTo>
                <a:lnTo>
                  <a:pt x="942" y="202"/>
                </a:lnTo>
                <a:lnTo>
                  <a:pt x="943" y="202"/>
                </a:lnTo>
                <a:lnTo>
                  <a:pt x="944" y="203"/>
                </a:lnTo>
                <a:lnTo>
                  <a:pt x="945" y="203"/>
                </a:lnTo>
                <a:lnTo>
                  <a:pt x="946" y="204"/>
                </a:lnTo>
                <a:lnTo>
                  <a:pt x="947" y="204"/>
                </a:lnTo>
                <a:lnTo>
                  <a:pt x="948" y="204"/>
                </a:lnTo>
                <a:lnTo>
                  <a:pt x="948" y="205"/>
                </a:lnTo>
                <a:lnTo>
                  <a:pt x="949" y="205"/>
                </a:lnTo>
                <a:lnTo>
                  <a:pt x="950" y="205"/>
                </a:lnTo>
                <a:lnTo>
                  <a:pt x="951" y="206"/>
                </a:lnTo>
                <a:lnTo>
                  <a:pt x="951" y="207"/>
                </a:lnTo>
                <a:lnTo>
                  <a:pt x="952" y="208"/>
                </a:lnTo>
                <a:lnTo>
                  <a:pt x="953" y="209"/>
                </a:lnTo>
                <a:lnTo>
                  <a:pt x="952" y="210"/>
                </a:lnTo>
                <a:lnTo>
                  <a:pt x="952" y="209"/>
                </a:lnTo>
                <a:lnTo>
                  <a:pt x="952" y="210"/>
                </a:lnTo>
                <a:lnTo>
                  <a:pt x="953" y="211"/>
                </a:lnTo>
                <a:lnTo>
                  <a:pt x="953" y="212"/>
                </a:lnTo>
                <a:lnTo>
                  <a:pt x="954" y="212"/>
                </a:lnTo>
                <a:lnTo>
                  <a:pt x="953" y="212"/>
                </a:lnTo>
                <a:lnTo>
                  <a:pt x="953" y="213"/>
                </a:lnTo>
                <a:lnTo>
                  <a:pt x="954" y="213"/>
                </a:lnTo>
                <a:lnTo>
                  <a:pt x="954" y="214"/>
                </a:lnTo>
                <a:lnTo>
                  <a:pt x="955" y="215"/>
                </a:lnTo>
                <a:lnTo>
                  <a:pt x="956" y="215"/>
                </a:lnTo>
                <a:lnTo>
                  <a:pt x="957" y="215"/>
                </a:lnTo>
                <a:lnTo>
                  <a:pt x="958" y="216"/>
                </a:lnTo>
                <a:lnTo>
                  <a:pt x="958" y="217"/>
                </a:lnTo>
                <a:lnTo>
                  <a:pt x="959" y="218"/>
                </a:lnTo>
                <a:lnTo>
                  <a:pt x="959" y="217"/>
                </a:lnTo>
                <a:lnTo>
                  <a:pt x="960" y="218"/>
                </a:lnTo>
                <a:lnTo>
                  <a:pt x="961" y="219"/>
                </a:lnTo>
                <a:lnTo>
                  <a:pt x="962" y="219"/>
                </a:lnTo>
                <a:lnTo>
                  <a:pt x="962" y="220"/>
                </a:lnTo>
                <a:lnTo>
                  <a:pt x="963" y="220"/>
                </a:lnTo>
                <a:lnTo>
                  <a:pt x="963" y="221"/>
                </a:lnTo>
                <a:lnTo>
                  <a:pt x="964" y="221"/>
                </a:lnTo>
                <a:lnTo>
                  <a:pt x="964" y="222"/>
                </a:lnTo>
                <a:lnTo>
                  <a:pt x="965" y="222"/>
                </a:lnTo>
                <a:lnTo>
                  <a:pt x="965" y="223"/>
                </a:lnTo>
                <a:lnTo>
                  <a:pt x="966" y="223"/>
                </a:lnTo>
                <a:lnTo>
                  <a:pt x="967" y="223"/>
                </a:lnTo>
                <a:lnTo>
                  <a:pt x="967" y="224"/>
                </a:lnTo>
                <a:lnTo>
                  <a:pt x="968" y="224"/>
                </a:lnTo>
                <a:lnTo>
                  <a:pt x="969" y="225"/>
                </a:lnTo>
                <a:lnTo>
                  <a:pt x="969" y="226"/>
                </a:lnTo>
                <a:lnTo>
                  <a:pt x="970" y="227"/>
                </a:lnTo>
                <a:lnTo>
                  <a:pt x="970" y="226"/>
                </a:lnTo>
                <a:lnTo>
                  <a:pt x="971" y="226"/>
                </a:lnTo>
                <a:lnTo>
                  <a:pt x="972" y="225"/>
                </a:lnTo>
                <a:lnTo>
                  <a:pt x="973" y="225"/>
                </a:lnTo>
                <a:lnTo>
                  <a:pt x="974" y="225"/>
                </a:lnTo>
                <a:lnTo>
                  <a:pt x="974" y="226"/>
                </a:lnTo>
                <a:lnTo>
                  <a:pt x="975" y="226"/>
                </a:lnTo>
                <a:lnTo>
                  <a:pt x="975" y="227"/>
                </a:lnTo>
                <a:lnTo>
                  <a:pt x="976" y="227"/>
                </a:lnTo>
                <a:lnTo>
                  <a:pt x="976" y="228"/>
                </a:lnTo>
                <a:lnTo>
                  <a:pt x="976" y="229"/>
                </a:lnTo>
                <a:lnTo>
                  <a:pt x="976" y="230"/>
                </a:lnTo>
                <a:lnTo>
                  <a:pt x="976" y="231"/>
                </a:lnTo>
                <a:lnTo>
                  <a:pt x="977" y="230"/>
                </a:lnTo>
                <a:lnTo>
                  <a:pt x="977" y="231"/>
                </a:lnTo>
                <a:lnTo>
                  <a:pt x="978" y="231"/>
                </a:lnTo>
                <a:lnTo>
                  <a:pt x="977" y="232"/>
                </a:lnTo>
                <a:lnTo>
                  <a:pt x="978" y="232"/>
                </a:lnTo>
                <a:lnTo>
                  <a:pt x="979" y="232"/>
                </a:lnTo>
                <a:lnTo>
                  <a:pt x="980" y="232"/>
                </a:lnTo>
                <a:lnTo>
                  <a:pt x="980" y="231"/>
                </a:lnTo>
                <a:lnTo>
                  <a:pt x="981" y="231"/>
                </a:lnTo>
                <a:lnTo>
                  <a:pt x="982" y="231"/>
                </a:lnTo>
                <a:lnTo>
                  <a:pt x="982" y="230"/>
                </a:lnTo>
                <a:lnTo>
                  <a:pt x="983" y="230"/>
                </a:lnTo>
                <a:lnTo>
                  <a:pt x="984" y="230"/>
                </a:lnTo>
                <a:lnTo>
                  <a:pt x="985" y="230"/>
                </a:lnTo>
                <a:lnTo>
                  <a:pt x="986" y="230"/>
                </a:lnTo>
                <a:lnTo>
                  <a:pt x="986" y="231"/>
                </a:lnTo>
                <a:lnTo>
                  <a:pt x="987" y="230"/>
                </a:lnTo>
                <a:lnTo>
                  <a:pt x="988" y="230"/>
                </a:lnTo>
                <a:lnTo>
                  <a:pt x="989" y="229"/>
                </a:lnTo>
                <a:lnTo>
                  <a:pt x="990" y="228"/>
                </a:lnTo>
                <a:lnTo>
                  <a:pt x="991" y="227"/>
                </a:lnTo>
                <a:lnTo>
                  <a:pt x="992" y="227"/>
                </a:lnTo>
                <a:lnTo>
                  <a:pt x="992" y="226"/>
                </a:lnTo>
                <a:lnTo>
                  <a:pt x="993" y="226"/>
                </a:lnTo>
                <a:lnTo>
                  <a:pt x="994" y="226"/>
                </a:lnTo>
                <a:lnTo>
                  <a:pt x="996" y="225"/>
                </a:lnTo>
                <a:lnTo>
                  <a:pt x="998" y="224"/>
                </a:lnTo>
                <a:lnTo>
                  <a:pt x="999" y="224"/>
                </a:lnTo>
                <a:lnTo>
                  <a:pt x="1000" y="224"/>
                </a:lnTo>
                <a:lnTo>
                  <a:pt x="1001" y="223"/>
                </a:lnTo>
                <a:lnTo>
                  <a:pt x="1002" y="223"/>
                </a:lnTo>
                <a:lnTo>
                  <a:pt x="1002" y="224"/>
                </a:lnTo>
                <a:lnTo>
                  <a:pt x="1002" y="225"/>
                </a:lnTo>
                <a:lnTo>
                  <a:pt x="1001" y="225"/>
                </a:lnTo>
                <a:lnTo>
                  <a:pt x="1002" y="225"/>
                </a:lnTo>
                <a:lnTo>
                  <a:pt x="1002" y="226"/>
                </a:lnTo>
                <a:lnTo>
                  <a:pt x="1003" y="226"/>
                </a:lnTo>
                <a:lnTo>
                  <a:pt x="1004" y="226"/>
                </a:lnTo>
                <a:lnTo>
                  <a:pt x="1005" y="225"/>
                </a:lnTo>
                <a:lnTo>
                  <a:pt x="1004" y="225"/>
                </a:lnTo>
                <a:lnTo>
                  <a:pt x="1005" y="225"/>
                </a:lnTo>
                <a:lnTo>
                  <a:pt x="1006" y="225"/>
                </a:lnTo>
                <a:lnTo>
                  <a:pt x="1007" y="224"/>
                </a:lnTo>
                <a:lnTo>
                  <a:pt x="1008" y="223"/>
                </a:lnTo>
                <a:lnTo>
                  <a:pt x="1008" y="224"/>
                </a:lnTo>
                <a:lnTo>
                  <a:pt x="1009" y="223"/>
                </a:lnTo>
                <a:lnTo>
                  <a:pt x="1010" y="223"/>
                </a:lnTo>
                <a:lnTo>
                  <a:pt x="1011" y="224"/>
                </a:lnTo>
                <a:lnTo>
                  <a:pt x="1012" y="223"/>
                </a:lnTo>
                <a:lnTo>
                  <a:pt x="1013" y="223"/>
                </a:lnTo>
                <a:lnTo>
                  <a:pt x="1014" y="223"/>
                </a:lnTo>
                <a:lnTo>
                  <a:pt x="1015" y="223"/>
                </a:lnTo>
                <a:lnTo>
                  <a:pt x="1016" y="223"/>
                </a:lnTo>
                <a:lnTo>
                  <a:pt x="1017" y="223"/>
                </a:lnTo>
                <a:lnTo>
                  <a:pt x="1018" y="222"/>
                </a:lnTo>
                <a:lnTo>
                  <a:pt x="1019" y="222"/>
                </a:lnTo>
                <a:lnTo>
                  <a:pt x="1020" y="222"/>
                </a:lnTo>
                <a:lnTo>
                  <a:pt x="1020" y="221"/>
                </a:lnTo>
                <a:lnTo>
                  <a:pt x="1020" y="220"/>
                </a:lnTo>
                <a:lnTo>
                  <a:pt x="1020" y="219"/>
                </a:lnTo>
                <a:lnTo>
                  <a:pt x="1020" y="218"/>
                </a:lnTo>
                <a:lnTo>
                  <a:pt x="1021" y="218"/>
                </a:lnTo>
                <a:lnTo>
                  <a:pt x="1022" y="218"/>
                </a:lnTo>
                <a:lnTo>
                  <a:pt x="1023" y="218"/>
                </a:lnTo>
                <a:lnTo>
                  <a:pt x="1024" y="218"/>
                </a:lnTo>
                <a:lnTo>
                  <a:pt x="1024" y="217"/>
                </a:lnTo>
                <a:lnTo>
                  <a:pt x="1024" y="216"/>
                </a:lnTo>
                <a:lnTo>
                  <a:pt x="1023" y="216"/>
                </a:lnTo>
                <a:lnTo>
                  <a:pt x="1022" y="216"/>
                </a:lnTo>
                <a:lnTo>
                  <a:pt x="1022" y="214"/>
                </a:lnTo>
                <a:lnTo>
                  <a:pt x="1023" y="213"/>
                </a:lnTo>
                <a:lnTo>
                  <a:pt x="1024" y="213"/>
                </a:lnTo>
                <a:lnTo>
                  <a:pt x="1024" y="212"/>
                </a:lnTo>
                <a:lnTo>
                  <a:pt x="1025" y="212"/>
                </a:lnTo>
                <a:lnTo>
                  <a:pt x="1025" y="211"/>
                </a:lnTo>
                <a:lnTo>
                  <a:pt x="1025" y="210"/>
                </a:lnTo>
                <a:lnTo>
                  <a:pt x="1027" y="211"/>
                </a:lnTo>
                <a:lnTo>
                  <a:pt x="1028" y="211"/>
                </a:lnTo>
                <a:lnTo>
                  <a:pt x="1028" y="210"/>
                </a:lnTo>
                <a:lnTo>
                  <a:pt x="1028" y="209"/>
                </a:lnTo>
                <a:lnTo>
                  <a:pt x="1029" y="208"/>
                </a:lnTo>
                <a:lnTo>
                  <a:pt x="1029" y="207"/>
                </a:lnTo>
                <a:lnTo>
                  <a:pt x="1030" y="207"/>
                </a:lnTo>
                <a:lnTo>
                  <a:pt x="1030" y="206"/>
                </a:lnTo>
                <a:lnTo>
                  <a:pt x="1031" y="206"/>
                </a:lnTo>
                <a:lnTo>
                  <a:pt x="1031" y="205"/>
                </a:lnTo>
                <a:lnTo>
                  <a:pt x="1031" y="204"/>
                </a:lnTo>
                <a:lnTo>
                  <a:pt x="1031" y="203"/>
                </a:lnTo>
                <a:lnTo>
                  <a:pt x="1031" y="202"/>
                </a:lnTo>
                <a:lnTo>
                  <a:pt x="1031" y="201"/>
                </a:lnTo>
                <a:lnTo>
                  <a:pt x="1032" y="200"/>
                </a:lnTo>
                <a:lnTo>
                  <a:pt x="1032" y="199"/>
                </a:lnTo>
                <a:lnTo>
                  <a:pt x="1031" y="199"/>
                </a:lnTo>
                <a:lnTo>
                  <a:pt x="1032" y="199"/>
                </a:lnTo>
                <a:lnTo>
                  <a:pt x="1033" y="199"/>
                </a:lnTo>
                <a:lnTo>
                  <a:pt x="1033" y="198"/>
                </a:lnTo>
                <a:lnTo>
                  <a:pt x="1034" y="198"/>
                </a:lnTo>
                <a:lnTo>
                  <a:pt x="1035" y="198"/>
                </a:lnTo>
                <a:lnTo>
                  <a:pt x="1035" y="199"/>
                </a:lnTo>
                <a:lnTo>
                  <a:pt x="1035" y="198"/>
                </a:lnTo>
                <a:lnTo>
                  <a:pt x="1036" y="198"/>
                </a:lnTo>
                <a:lnTo>
                  <a:pt x="1037" y="198"/>
                </a:lnTo>
                <a:lnTo>
                  <a:pt x="1037" y="197"/>
                </a:lnTo>
                <a:lnTo>
                  <a:pt x="1038" y="197"/>
                </a:lnTo>
                <a:lnTo>
                  <a:pt x="1039" y="197"/>
                </a:lnTo>
                <a:lnTo>
                  <a:pt x="1039" y="196"/>
                </a:lnTo>
                <a:lnTo>
                  <a:pt x="1040" y="195"/>
                </a:lnTo>
                <a:lnTo>
                  <a:pt x="1040" y="194"/>
                </a:lnTo>
                <a:lnTo>
                  <a:pt x="1041" y="193"/>
                </a:lnTo>
                <a:lnTo>
                  <a:pt x="1042" y="193"/>
                </a:lnTo>
                <a:lnTo>
                  <a:pt x="1042" y="194"/>
                </a:lnTo>
                <a:lnTo>
                  <a:pt x="1042" y="193"/>
                </a:lnTo>
                <a:lnTo>
                  <a:pt x="1043" y="193"/>
                </a:lnTo>
                <a:lnTo>
                  <a:pt x="1043" y="194"/>
                </a:lnTo>
                <a:lnTo>
                  <a:pt x="1043" y="195"/>
                </a:lnTo>
                <a:lnTo>
                  <a:pt x="1044" y="195"/>
                </a:lnTo>
                <a:lnTo>
                  <a:pt x="1045" y="195"/>
                </a:lnTo>
                <a:lnTo>
                  <a:pt x="1045" y="196"/>
                </a:lnTo>
                <a:lnTo>
                  <a:pt x="1045" y="195"/>
                </a:lnTo>
                <a:lnTo>
                  <a:pt x="1046" y="195"/>
                </a:lnTo>
                <a:lnTo>
                  <a:pt x="1047" y="195"/>
                </a:lnTo>
                <a:lnTo>
                  <a:pt x="1047" y="196"/>
                </a:lnTo>
                <a:lnTo>
                  <a:pt x="1048" y="196"/>
                </a:lnTo>
                <a:lnTo>
                  <a:pt x="1049" y="196"/>
                </a:lnTo>
                <a:lnTo>
                  <a:pt x="1050" y="196"/>
                </a:lnTo>
                <a:lnTo>
                  <a:pt x="1050" y="197"/>
                </a:lnTo>
                <a:lnTo>
                  <a:pt x="1051" y="197"/>
                </a:lnTo>
                <a:lnTo>
                  <a:pt x="1051" y="198"/>
                </a:lnTo>
                <a:lnTo>
                  <a:pt x="1052" y="198"/>
                </a:lnTo>
                <a:lnTo>
                  <a:pt x="1054" y="198"/>
                </a:lnTo>
                <a:lnTo>
                  <a:pt x="1055" y="198"/>
                </a:lnTo>
                <a:lnTo>
                  <a:pt x="1056" y="198"/>
                </a:lnTo>
                <a:lnTo>
                  <a:pt x="1057" y="198"/>
                </a:lnTo>
                <a:lnTo>
                  <a:pt x="1058" y="198"/>
                </a:lnTo>
                <a:lnTo>
                  <a:pt x="1059" y="198"/>
                </a:lnTo>
                <a:lnTo>
                  <a:pt x="1059" y="199"/>
                </a:lnTo>
                <a:lnTo>
                  <a:pt x="1059" y="200"/>
                </a:lnTo>
                <a:lnTo>
                  <a:pt x="1059" y="201"/>
                </a:lnTo>
                <a:lnTo>
                  <a:pt x="1059" y="202"/>
                </a:lnTo>
                <a:lnTo>
                  <a:pt x="1059" y="203"/>
                </a:lnTo>
                <a:lnTo>
                  <a:pt x="1058" y="203"/>
                </a:lnTo>
                <a:lnTo>
                  <a:pt x="1058" y="204"/>
                </a:lnTo>
                <a:lnTo>
                  <a:pt x="1057" y="204"/>
                </a:lnTo>
                <a:lnTo>
                  <a:pt x="1057" y="205"/>
                </a:lnTo>
                <a:lnTo>
                  <a:pt x="1057" y="206"/>
                </a:lnTo>
                <a:lnTo>
                  <a:pt x="1058" y="206"/>
                </a:lnTo>
                <a:lnTo>
                  <a:pt x="1058" y="207"/>
                </a:lnTo>
                <a:lnTo>
                  <a:pt x="1058" y="208"/>
                </a:lnTo>
                <a:lnTo>
                  <a:pt x="1059" y="208"/>
                </a:lnTo>
                <a:lnTo>
                  <a:pt x="1059" y="209"/>
                </a:lnTo>
                <a:lnTo>
                  <a:pt x="1060" y="209"/>
                </a:lnTo>
                <a:lnTo>
                  <a:pt x="1061" y="209"/>
                </a:lnTo>
                <a:lnTo>
                  <a:pt x="1062" y="209"/>
                </a:lnTo>
                <a:lnTo>
                  <a:pt x="1063" y="210"/>
                </a:lnTo>
                <a:lnTo>
                  <a:pt x="1064" y="210"/>
                </a:lnTo>
                <a:lnTo>
                  <a:pt x="1065" y="209"/>
                </a:lnTo>
                <a:lnTo>
                  <a:pt x="1065" y="208"/>
                </a:lnTo>
                <a:lnTo>
                  <a:pt x="1066" y="208"/>
                </a:lnTo>
                <a:lnTo>
                  <a:pt x="1067" y="207"/>
                </a:lnTo>
                <a:lnTo>
                  <a:pt x="1068" y="207"/>
                </a:lnTo>
                <a:lnTo>
                  <a:pt x="1067" y="208"/>
                </a:lnTo>
                <a:lnTo>
                  <a:pt x="1068" y="208"/>
                </a:lnTo>
                <a:lnTo>
                  <a:pt x="1069" y="208"/>
                </a:lnTo>
                <a:lnTo>
                  <a:pt x="1070" y="208"/>
                </a:lnTo>
                <a:lnTo>
                  <a:pt x="1071" y="209"/>
                </a:lnTo>
                <a:lnTo>
                  <a:pt x="1071" y="210"/>
                </a:lnTo>
                <a:lnTo>
                  <a:pt x="1071" y="211"/>
                </a:lnTo>
                <a:lnTo>
                  <a:pt x="1071" y="212"/>
                </a:lnTo>
                <a:lnTo>
                  <a:pt x="1071" y="213"/>
                </a:lnTo>
                <a:lnTo>
                  <a:pt x="1072" y="213"/>
                </a:lnTo>
                <a:lnTo>
                  <a:pt x="1072" y="214"/>
                </a:lnTo>
                <a:lnTo>
                  <a:pt x="1072" y="215"/>
                </a:lnTo>
                <a:lnTo>
                  <a:pt x="1072" y="216"/>
                </a:lnTo>
                <a:lnTo>
                  <a:pt x="1072" y="217"/>
                </a:lnTo>
                <a:lnTo>
                  <a:pt x="1072" y="218"/>
                </a:lnTo>
                <a:lnTo>
                  <a:pt x="1072" y="219"/>
                </a:lnTo>
                <a:lnTo>
                  <a:pt x="1071" y="220"/>
                </a:lnTo>
                <a:lnTo>
                  <a:pt x="1071" y="221"/>
                </a:lnTo>
                <a:lnTo>
                  <a:pt x="1070" y="221"/>
                </a:lnTo>
                <a:lnTo>
                  <a:pt x="1070" y="222"/>
                </a:lnTo>
                <a:lnTo>
                  <a:pt x="1069" y="221"/>
                </a:lnTo>
                <a:lnTo>
                  <a:pt x="1068" y="221"/>
                </a:lnTo>
                <a:lnTo>
                  <a:pt x="1068" y="222"/>
                </a:lnTo>
                <a:lnTo>
                  <a:pt x="1067" y="222"/>
                </a:lnTo>
                <a:lnTo>
                  <a:pt x="1067" y="223"/>
                </a:lnTo>
                <a:lnTo>
                  <a:pt x="1066" y="223"/>
                </a:lnTo>
                <a:lnTo>
                  <a:pt x="1066" y="224"/>
                </a:lnTo>
                <a:lnTo>
                  <a:pt x="1066" y="225"/>
                </a:lnTo>
                <a:lnTo>
                  <a:pt x="1066" y="226"/>
                </a:lnTo>
                <a:lnTo>
                  <a:pt x="1067" y="226"/>
                </a:lnTo>
                <a:lnTo>
                  <a:pt x="1067" y="227"/>
                </a:lnTo>
                <a:lnTo>
                  <a:pt x="1067" y="228"/>
                </a:lnTo>
                <a:lnTo>
                  <a:pt x="1067" y="229"/>
                </a:lnTo>
                <a:lnTo>
                  <a:pt x="1068" y="230"/>
                </a:lnTo>
                <a:lnTo>
                  <a:pt x="1067" y="230"/>
                </a:lnTo>
                <a:lnTo>
                  <a:pt x="1067" y="231"/>
                </a:lnTo>
                <a:lnTo>
                  <a:pt x="1068" y="231"/>
                </a:lnTo>
                <a:lnTo>
                  <a:pt x="1068" y="232"/>
                </a:lnTo>
                <a:lnTo>
                  <a:pt x="1067" y="233"/>
                </a:lnTo>
                <a:lnTo>
                  <a:pt x="1067" y="234"/>
                </a:lnTo>
                <a:lnTo>
                  <a:pt x="1066" y="234"/>
                </a:lnTo>
                <a:lnTo>
                  <a:pt x="1067" y="235"/>
                </a:lnTo>
                <a:lnTo>
                  <a:pt x="1068" y="235"/>
                </a:lnTo>
                <a:lnTo>
                  <a:pt x="1069" y="234"/>
                </a:lnTo>
                <a:lnTo>
                  <a:pt x="1070" y="235"/>
                </a:lnTo>
                <a:lnTo>
                  <a:pt x="1071" y="236"/>
                </a:lnTo>
                <a:lnTo>
                  <a:pt x="1072" y="236"/>
                </a:lnTo>
                <a:lnTo>
                  <a:pt x="1073" y="236"/>
                </a:lnTo>
                <a:lnTo>
                  <a:pt x="1075" y="236"/>
                </a:lnTo>
                <a:lnTo>
                  <a:pt x="1076" y="236"/>
                </a:lnTo>
                <a:lnTo>
                  <a:pt x="1077" y="236"/>
                </a:lnTo>
                <a:lnTo>
                  <a:pt x="1077" y="237"/>
                </a:lnTo>
                <a:lnTo>
                  <a:pt x="1076" y="237"/>
                </a:lnTo>
                <a:lnTo>
                  <a:pt x="1075" y="237"/>
                </a:lnTo>
                <a:lnTo>
                  <a:pt x="1074" y="237"/>
                </a:lnTo>
                <a:lnTo>
                  <a:pt x="1073" y="237"/>
                </a:lnTo>
                <a:lnTo>
                  <a:pt x="1073" y="238"/>
                </a:lnTo>
                <a:lnTo>
                  <a:pt x="1073" y="239"/>
                </a:lnTo>
                <a:lnTo>
                  <a:pt x="1072" y="239"/>
                </a:lnTo>
                <a:lnTo>
                  <a:pt x="1071" y="239"/>
                </a:lnTo>
                <a:lnTo>
                  <a:pt x="1071" y="240"/>
                </a:lnTo>
                <a:lnTo>
                  <a:pt x="1071" y="241"/>
                </a:lnTo>
                <a:lnTo>
                  <a:pt x="1072" y="242"/>
                </a:lnTo>
                <a:lnTo>
                  <a:pt x="1073" y="242"/>
                </a:lnTo>
                <a:lnTo>
                  <a:pt x="1073" y="243"/>
                </a:lnTo>
                <a:lnTo>
                  <a:pt x="1074" y="243"/>
                </a:lnTo>
                <a:lnTo>
                  <a:pt x="1074" y="244"/>
                </a:lnTo>
                <a:lnTo>
                  <a:pt x="1073" y="244"/>
                </a:lnTo>
                <a:lnTo>
                  <a:pt x="1073" y="245"/>
                </a:lnTo>
                <a:lnTo>
                  <a:pt x="1074" y="246"/>
                </a:lnTo>
                <a:lnTo>
                  <a:pt x="1073" y="247"/>
                </a:lnTo>
                <a:lnTo>
                  <a:pt x="1073" y="248"/>
                </a:lnTo>
                <a:lnTo>
                  <a:pt x="1073" y="249"/>
                </a:lnTo>
                <a:lnTo>
                  <a:pt x="1074" y="249"/>
                </a:lnTo>
                <a:lnTo>
                  <a:pt x="1074" y="251"/>
                </a:lnTo>
                <a:lnTo>
                  <a:pt x="1073" y="251"/>
                </a:lnTo>
                <a:lnTo>
                  <a:pt x="1073" y="252"/>
                </a:lnTo>
                <a:lnTo>
                  <a:pt x="1074" y="252"/>
                </a:lnTo>
                <a:lnTo>
                  <a:pt x="1075" y="252"/>
                </a:lnTo>
                <a:lnTo>
                  <a:pt x="1076" y="253"/>
                </a:lnTo>
                <a:lnTo>
                  <a:pt x="1075" y="253"/>
                </a:lnTo>
                <a:lnTo>
                  <a:pt x="1075" y="254"/>
                </a:lnTo>
                <a:lnTo>
                  <a:pt x="1075" y="256"/>
                </a:lnTo>
                <a:lnTo>
                  <a:pt x="1075" y="258"/>
                </a:lnTo>
                <a:lnTo>
                  <a:pt x="1076" y="259"/>
                </a:lnTo>
                <a:lnTo>
                  <a:pt x="1076" y="260"/>
                </a:lnTo>
                <a:lnTo>
                  <a:pt x="1076" y="261"/>
                </a:lnTo>
                <a:lnTo>
                  <a:pt x="1075" y="262"/>
                </a:lnTo>
                <a:lnTo>
                  <a:pt x="1075" y="263"/>
                </a:lnTo>
                <a:lnTo>
                  <a:pt x="1074" y="264"/>
                </a:lnTo>
                <a:lnTo>
                  <a:pt x="1075" y="265"/>
                </a:lnTo>
                <a:lnTo>
                  <a:pt x="1075" y="266"/>
                </a:lnTo>
                <a:lnTo>
                  <a:pt x="1075" y="267"/>
                </a:lnTo>
                <a:lnTo>
                  <a:pt x="1074" y="268"/>
                </a:lnTo>
                <a:lnTo>
                  <a:pt x="1073" y="269"/>
                </a:lnTo>
                <a:lnTo>
                  <a:pt x="1071" y="271"/>
                </a:lnTo>
                <a:lnTo>
                  <a:pt x="1069" y="271"/>
                </a:lnTo>
                <a:lnTo>
                  <a:pt x="1068" y="272"/>
                </a:lnTo>
                <a:lnTo>
                  <a:pt x="1067" y="272"/>
                </a:lnTo>
                <a:lnTo>
                  <a:pt x="1067" y="273"/>
                </a:lnTo>
                <a:lnTo>
                  <a:pt x="1068" y="274"/>
                </a:lnTo>
                <a:lnTo>
                  <a:pt x="1067" y="275"/>
                </a:lnTo>
                <a:lnTo>
                  <a:pt x="1067" y="276"/>
                </a:lnTo>
                <a:lnTo>
                  <a:pt x="1066" y="277"/>
                </a:lnTo>
                <a:lnTo>
                  <a:pt x="1066" y="278"/>
                </a:lnTo>
                <a:lnTo>
                  <a:pt x="1068" y="277"/>
                </a:lnTo>
                <a:lnTo>
                  <a:pt x="1069" y="279"/>
                </a:lnTo>
                <a:lnTo>
                  <a:pt x="1069" y="280"/>
                </a:lnTo>
                <a:lnTo>
                  <a:pt x="1069" y="281"/>
                </a:lnTo>
                <a:lnTo>
                  <a:pt x="1070" y="281"/>
                </a:lnTo>
                <a:lnTo>
                  <a:pt x="1070" y="282"/>
                </a:lnTo>
                <a:lnTo>
                  <a:pt x="1069" y="283"/>
                </a:lnTo>
                <a:lnTo>
                  <a:pt x="1068" y="285"/>
                </a:lnTo>
                <a:lnTo>
                  <a:pt x="1067" y="285"/>
                </a:lnTo>
                <a:lnTo>
                  <a:pt x="1066" y="286"/>
                </a:lnTo>
                <a:lnTo>
                  <a:pt x="1066" y="287"/>
                </a:lnTo>
                <a:lnTo>
                  <a:pt x="1066" y="288"/>
                </a:lnTo>
                <a:lnTo>
                  <a:pt x="1067" y="289"/>
                </a:lnTo>
                <a:lnTo>
                  <a:pt x="1066" y="289"/>
                </a:lnTo>
                <a:lnTo>
                  <a:pt x="1066" y="290"/>
                </a:lnTo>
                <a:lnTo>
                  <a:pt x="1065" y="292"/>
                </a:lnTo>
                <a:lnTo>
                  <a:pt x="1065" y="293"/>
                </a:lnTo>
                <a:lnTo>
                  <a:pt x="1066" y="293"/>
                </a:lnTo>
                <a:lnTo>
                  <a:pt x="1066" y="294"/>
                </a:lnTo>
                <a:lnTo>
                  <a:pt x="1065" y="295"/>
                </a:lnTo>
                <a:lnTo>
                  <a:pt x="1065" y="296"/>
                </a:lnTo>
                <a:lnTo>
                  <a:pt x="1064" y="298"/>
                </a:lnTo>
                <a:lnTo>
                  <a:pt x="1063" y="299"/>
                </a:lnTo>
                <a:lnTo>
                  <a:pt x="1062" y="301"/>
                </a:lnTo>
                <a:lnTo>
                  <a:pt x="1061" y="301"/>
                </a:lnTo>
                <a:lnTo>
                  <a:pt x="1061" y="302"/>
                </a:lnTo>
                <a:lnTo>
                  <a:pt x="1060" y="302"/>
                </a:lnTo>
                <a:lnTo>
                  <a:pt x="1060" y="303"/>
                </a:lnTo>
                <a:lnTo>
                  <a:pt x="1059" y="304"/>
                </a:lnTo>
                <a:lnTo>
                  <a:pt x="1059" y="303"/>
                </a:lnTo>
                <a:lnTo>
                  <a:pt x="1059" y="302"/>
                </a:lnTo>
                <a:lnTo>
                  <a:pt x="1059" y="300"/>
                </a:lnTo>
                <a:lnTo>
                  <a:pt x="1058" y="300"/>
                </a:lnTo>
                <a:lnTo>
                  <a:pt x="1058" y="299"/>
                </a:lnTo>
                <a:lnTo>
                  <a:pt x="1057" y="298"/>
                </a:lnTo>
                <a:lnTo>
                  <a:pt x="1056" y="298"/>
                </a:lnTo>
                <a:lnTo>
                  <a:pt x="1055" y="298"/>
                </a:lnTo>
                <a:lnTo>
                  <a:pt x="1055" y="299"/>
                </a:lnTo>
                <a:lnTo>
                  <a:pt x="1055" y="298"/>
                </a:lnTo>
                <a:lnTo>
                  <a:pt x="1053" y="297"/>
                </a:lnTo>
                <a:lnTo>
                  <a:pt x="1052" y="297"/>
                </a:lnTo>
                <a:lnTo>
                  <a:pt x="1051" y="297"/>
                </a:lnTo>
                <a:lnTo>
                  <a:pt x="1050" y="296"/>
                </a:lnTo>
                <a:lnTo>
                  <a:pt x="1050" y="297"/>
                </a:lnTo>
                <a:lnTo>
                  <a:pt x="1049" y="297"/>
                </a:lnTo>
                <a:lnTo>
                  <a:pt x="1048" y="297"/>
                </a:lnTo>
                <a:lnTo>
                  <a:pt x="1048" y="298"/>
                </a:lnTo>
                <a:lnTo>
                  <a:pt x="1047" y="296"/>
                </a:lnTo>
                <a:lnTo>
                  <a:pt x="1046" y="296"/>
                </a:lnTo>
                <a:lnTo>
                  <a:pt x="1045" y="296"/>
                </a:lnTo>
                <a:lnTo>
                  <a:pt x="1044" y="296"/>
                </a:lnTo>
                <a:lnTo>
                  <a:pt x="1043" y="297"/>
                </a:lnTo>
                <a:lnTo>
                  <a:pt x="1042" y="298"/>
                </a:lnTo>
                <a:lnTo>
                  <a:pt x="1041" y="298"/>
                </a:lnTo>
                <a:lnTo>
                  <a:pt x="1041" y="299"/>
                </a:lnTo>
                <a:lnTo>
                  <a:pt x="1041" y="300"/>
                </a:lnTo>
                <a:lnTo>
                  <a:pt x="1040" y="300"/>
                </a:lnTo>
                <a:lnTo>
                  <a:pt x="1040" y="299"/>
                </a:lnTo>
                <a:lnTo>
                  <a:pt x="1039" y="299"/>
                </a:lnTo>
                <a:lnTo>
                  <a:pt x="1039" y="300"/>
                </a:lnTo>
                <a:lnTo>
                  <a:pt x="1036" y="302"/>
                </a:lnTo>
                <a:lnTo>
                  <a:pt x="1036" y="303"/>
                </a:lnTo>
                <a:lnTo>
                  <a:pt x="1034" y="304"/>
                </a:lnTo>
                <a:lnTo>
                  <a:pt x="1031" y="306"/>
                </a:lnTo>
                <a:lnTo>
                  <a:pt x="1030" y="305"/>
                </a:lnTo>
                <a:lnTo>
                  <a:pt x="1030" y="306"/>
                </a:lnTo>
                <a:lnTo>
                  <a:pt x="1029" y="306"/>
                </a:lnTo>
                <a:lnTo>
                  <a:pt x="1029" y="307"/>
                </a:lnTo>
                <a:lnTo>
                  <a:pt x="1028" y="307"/>
                </a:lnTo>
                <a:lnTo>
                  <a:pt x="1027" y="307"/>
                </a:lnTo>
                <a:lnTo>
                  <a:pt x="1027" y="308"/>
                </a:lnTo>
                <a:lnTo>
                  <a:pt x="1026" y="309"/>
                </a:lnTo>
                <a:lnTo>
                  <a:pt x="1025" y="309"/>
                </a:lnTo>
                <a:lnTo>
                  <a:pt x="1025" y="310"/>
                </a:lnTo>
                <a:lnTo>
                  <a:pt x="1024" y="310"/>
                </a:lnTo>
                <a:lnTo>
                  <a:pt x="1023" y="310"/>
                </a:lnTo>
                <a:lnTo>
                  <a:pt x="1023" y="311"/>
                </a:lnTo>
                <a:lnTo>
                  <a:pt x="1022" y="312"/>
                </a:lnTo>
                <a:lnTo>
                  <a:pt x="1022" y="313"/>
                </a:lnTo>
                <a:lnTo>
                  <a:pt x="1022" y="314"/>
                </a:lnTo>
                <a:lnTo>
                  <a:pt x="1021" y="314"/>
                </a:lnTo>
                <a:lnTo>
                  <a:pt x="1021" y="313"/>
                </a:lnTo>
                <a:lnTo>
                  <a:pt x="1021" y="314"/>
                </a:lnTo>
                <a:lnTo>
                  <a:pt x="1020" y="314"/>
                </a:lnTo>
                <a:lnTo>
                  <a:pt x="1020" y="315"/>
                </a:lnTo>
                <a:lnTo>
                  <a:pt x="1019" y="315"/>
                </a:lnTo>
                <a:lnTo>
                  <a:pt x="1018" y="315"/>
                </a:lnTo>
                <a:lnTo>
                  <a:pt x="1018" y="316"/>
                </a:lnTo>
                <a:lnTo>
                  <a:pt x="1017" y="315"/>
                </a:lnTo>
                <a:lnTo>
                  <a:pt x="1015" y="314"/>
                </a:lnTo>
                <a:lnTo>
                  <a:pt x="1015" y="313"/>
                </a:lnTo>
                <a:lnTo>
                  <a:pt x="1015" y="312"/>
                </a:lnTo>
                <a:lnTo>
                  <a:pt x="1015" y="310"/>
                </a:lnTo>
                <a:lnTo>
                  <a:pt x="1015" y="309"/>
                </a:lnTo>
                <a:lnTo>
                  <a:pt x="1012" y="307"/>
                </a:lnTo>
                <a:lnTo>
                  <a:pt x="1011" y="306"/>
                </a:lnTo>
                <a:lnTo>
                  <a:pt x="1009" y="306"/>
                </a:lnTo>
                <a:lnTo>
                  <a:pt x="1009" y="307"/>
                </a:lnTo>
                <a:lnTo>
                  <a:pt x="1009" y="308"/>
                </a:lnTo>
                <a:lnTo>
                  <a:pt x="1006" y="311"/>
                </a:lnTo>
                <a:lnTo>
                  <a:pt x="1005" y="312"/>
                </a:lnTo>
                <a:lnTo>
                  <a:pt x="1004" y="311"/>
                </a:lnTo>
                <a:lnTo>
                  <a:pt x="1004" y="309"/>
                </a:lnTo>
                <a:lnTo>
                  <a:pt x="1002" y="307"/>
                </a:lnTo>
                <a:lnTo>
                  <a:pt x="1001" y="308"/>
                </a:lnTo>
                <a:lnTo>
                  <a:pt x="1000" y="308"/>
                </a:lnTo>
                <a:lnTo>
                  <a:pt x="999" y="309"/>
                </a:lnTo>
                <a:lnTo>
                  <a:pt x="998" y="308"/>
                </a:lnTo>
                <a:lnTo>
                  <a:pt x="996" y="308"/>
                </a:lnTo>
                <a:lnTo>
                  <a:pt x="993" y="309"/>
                </a:lnTo>
                <a:lnTo>
                  <a:pt x="992" y="311"/>
                </a:lnTo>
                <a:lnTo>
                  <a:pt x="990" y="311"/>
                </a:lnTo>
                <a:lnTo>
                  <a:pt x="989" y="311"/>
                </a:lnTo>
                <a:lnTo>
                  <a:pt x="988" y="311"/>
                </a:lnTo>
                <a:lnTo>
                  <a:pt x="986" y="311"/>
                </a:lnTo>
                <a:lnTo>
                  <a:pt x="983" y="313"/>
                </a:lnTo>
                <a:lnTo>
                  <a:pt x="982" y="313"/>
                </a:lnTo>
                <a:lnTo>
                  <a:pt x="980" y="312"/>
                </a:lnTo>
                <a:lnTo>
                  <a:pt x="979" y="311"/>
                </a:lnTo>
                <a:lnTo>
                  <a:pt x="978" y="310"/>
                </a:lnTo>
                <a:lnTo>
                  <a:pt x="978" y="309"/>
                </a:lnTo>
                <a:lnTo>
                  <a:pt x="977" y="309"/>
                </a:lnTo>
                <a:lnTo>
                  <a:pt x="976" y="309"/>
                </a:lnTo>
                <a:lnTo>
                  <a:pt x="975" y="310"/>
                </a:lnTo>
                <a:lnTo>
                  <a:pt x="974" y="310"/>
                </a:lnTo>
                <a:lnTo>
                  <a:pt x="973" y="310"/>
                </a:lnTo>
                <a:lnTo>
                  <a:pt x="974" y="309"/>
                </a:lnTo>
                <a:lnTo>
                  <a:pt x="973" y="309"/>
                </a:lnTo>
                <a:lnTo>
                  <a:pt x="973" y="308"/>
                </a:lnTo>
                <a:lnTo>
                  <a:pt x="972" y="308"/>
                </a:lnTo>
                <a:lnTo>
                  <a:pt x="972" y="307"/>
                </a:lnTo>
                <a:lnTo>
                  <a:pt x="969" y="301"/>
                </a:lnTo>
                <a:lnTo>
                  <a:pt x="970" y="300"/>
                </a:lnTo>
                <a:lnTo>
                  <a:pt x="970" y="299"/>
                </a:lnTo>
                <a:lnTo>
                  <a:pt x="969" y="299"/>
                </a:lnTo>
                <a:lnTo>
                  <a:pt x="968" y="299"/>
                </a:lnTo>
                <a:lnTo>
                  <a:pt x="967" y="299"/>
                </a:lnTo>
                <a:lnTo>
                  <a:pt x="967" y="298"/>
                </a:lnTo>
                <a:lnTo>
                  <a:pt x="968" y="298"/>
                </a:lnTo>
                <a:lnTo>
                  <a:pt x="968" y="297"/>
                </a:lnTo>
                <a:lnTo>
                  <a:pt x="967" y="297"/>
                </a:lnTo>
                <a:lnTo>
                  <a:pt x="966" y="297"/>
                </a:lnTo>
                <a:lnTo>
                  <a:pt x="963" y="296"/>
                </a:lnTo>
                <a:lnTo>
                  <a:pt x="959" y="295"/>
                </a:lnTo>
                <a:lnTo>
                  <a:pt x="959" y="294"/>
                </a:lnTo>
                <a:lnTo>
                  <a:pt x="958" y="294"/>
                </a:lnTo>
                <a:lnTo>
                  <a:pt x="957" y="294"/>
                </a:lnTo>
                <a:lnTo>
                  <a:pt x="957" y="293"/>
                </a:lnTo>
                <a:lnTo>
                  <a:pt x="957" y="292"/>
                </a:lnTo>
                <a:lnTo>
                  <a:pt x="956" y="292"/>
                </a:lnTo>
                <a:lnTo>
                  <a:pt x="956" y="291"/>
                </a:lnTo>
                <a:lnTo>
                  <a:pt x="956" y="290"/>
                </a:lnTo>
                <a:lnTo>
                  <a:pt x="956" y="291"/>
                </a:lnTo>
                <a:lnTo>
                  <a:pt x="955" y="291"/>
                </a:lnTo>
                <a:lnTo>
                  <a:pt x="955" y="290"/>
                </a:lnTo>
                <a:lnTo>
                  <a:pt x="953" y="290"/>
                </a:lnTo>
                <a:lnTo>
                  <a:pt x="952" y="289"/>
                </a:lnTo>
                <a:lnTo>
                  <a:pt x="951" y="290"/>
                </a:lnTo>
                <a:lnTo>
                  <a:pt x="950" y="289"/>
                </a:lnTo>
                <a:lnTo>
                  <a:pt x="950" y="288"/>
                </a:lnTo>
                <a:lnTo>
                  <a:pt x="950" y="289"/>
                </a:lnTo>
                <a:lnTo>
                  <a:pt x="948" y="289"/>
                </a:lnTo>
                <a:lnTo>
                  <a:pt x="947" y="290"/>
                </a:lnTo>
                <a:lnTo>
                  <a:pt x="947" y="291"/>
                </a:lnTo>
                <a:lnTo>
                  <a:pt x="946" y="293"/>
                </a:lnTo>
                <a:lnTo>
                  <a:pt x="947" y="293"/>
                </a:lnTo>
                <a:lnTo>
                  <a:pt x="947" y="294"/>
                </a:lnTo>
                <a:lnTo>
                  <a:pt x="946" y="295"/>
                </a:lnTo>
                <a:lnTo>
                  <a:pt x="945" y="297"/>
                </a:lnTo>
                <a:lnTo>
                  <a:pt x="943" y="298"/>
                </a:lnTo>
                <a:lnTo>
                  <a:pt x="942" y="299"/>
                </a:lnTo>
                <a:lnTo>
                  <a:pt x="942" y="300"/>
                </a:lnTo>
                <a:lnTo>
                  <a:pt x="940" y="303"/>
                </a:lnTo>
                <a:lnTo>
                  <a:pt x="938" y="305"/>
                </a:lnTo>
                <a:lnTo>
                  <a:pt x="937" y="305"/>
                </a:lnTo>
                <a:lnTo>
                  <a:pt x="936" y="306"/>
                </a:lnTo>
                <a:lnTo>
                  <a:pt x="935" y="308"/>
                </a:lnTo>
                <a:lnTo>
                  <a:pt x="934" y="309"/>
                </a:lnTo>
                <a:lnTo>
                  <a:pt x="934" y="310"/>
                </a:lnTo>
                <a:lnTo>
                  <a:pt x="936" y="312"/>
                </a:lnTo>
                <a:lnTo>
                  <a:pt x="936" y="313"/>
                </a:lnTo>
                <a:lnTo>
                  <a:pt x="935" y="314"/>
                </a:lnTo>
                <a:lnTo>
                  <a:pt x="934" y="315"/>
                </a:lnTo>
                <a:lnTo>
                  <a:pt x="933" y="315"/>
                </a:lnTo>
                <a:lnTo>
                  <a:pt x="932" y="315"/>
                </a:lnTo>
                <a:lnTo>
                  <a:pt x="931" y="314"/>
                </a:lnTo>
                <a:lnTo>
                  <a:pt x="930" y="314"/>
                </a:lnTo>
                <a:lnTo>
                  <a:pt x="930" y="315"/>
                </a:lnTo>
                <a:lnTo>
                  <a:pt x="931" y="316"/>
                </a:lnTo>
                <a:lnTo>
                  <a:pt x="930" y="316"/>
                </a:lnTo>
                <a:lnTo>
                  <a:pt x="930" y="317"/>
                </a:lnTo>
                <a:lnTo>
                  <a:pt x="928" y="317"/>
                </a:lnTo>
                <a:lnTo>
                  <a:pt x="928" y="316"/>
                </a:lnTo>
                <a:lnTo>
                  <a:pt x="927" y="316"/>
                </a:lnTo>
                <a:lnTo>
                  <a:pt x="926" y="318"/>
                </a:lnTo>
                <a:lnTo>
                  <a:pt x="925" y="319"/>
                </a:lnTo>
                <a:lnTo>
                  <a:pt x="924" y="319"/>
                </a:lnTo>
                <a:lnTo>
                  <a:pt x="923" y="318"/>
                </a:lnTo>
                <a:lnTo>
                  <a:pt x="922" y="317"/>
                </a:lnTo>
                <a:lnTo>
                  <a:pt x="921" y="316"/>
                </a:lnTo>
                <a:lnTo>
                  <a:pt x="920" y="315"/>
                </a:lnTo>
                <a:lnTo>
                  <a:pt x="920" y="314"/>
                </a:lnTo>
                <a:lnTo>
                  <a:pt x="919" y="313"/>
                </a:lnTo>
                <a:lnTo>
                  <a:pt x="919" y="312"/>
                </a:lnTo>
                <a:lnTo>
                  <a:pt x="919" y="311"/>
                </a:lnTo>
                <a:lnTo>
                  <a:pt x="919" y="310"/>
                </a:lnTo>
                <a:lnTo>
                  <a:pt x="917" y="309"/>
                </a:lnTo>
                <a:lnTo>
                  <a:pt x="917" y="308"/>
                </a:lnTo>
                <a:lnTo>
                  <a:pt x="915" y="308"/>
                </a:lnTo>
                <a:lnTo>
                  <a:pt x="914" y="309"/>
                </a:lnTo>
                <a:lnTo>
                  <a:pt x="913" y="309"/>
                </a:lnTo>
                <a:lnTo>
                  <a:pt x="912" y="309"/>
                </a:lnTo>
                <a:lnTo>
                  <a:pt x="912" y="308"/>
                </a:lnTo>
                <a:lnTo>
                  <a:pt x="911" y="307"/>
                </a:lnTo>
                <a:lnTo>
                  <a:pt x="910" y="307"/>
                </a:lnTo>
                <a:lnTo>
                  <a:pt x="909" y="305"/>
                </a:lnTo>
                <a:lnTo>
                  <a:pt x="908" y="304"/>
                </a:lnTo>
                <a:lnTo>
                  <a:pt x="907" y="304"/>
                </a:lnTo>
                <a:lnTo>
                  <a:pt x="905" y="303"/>
                </a:lnTo>
                <a:lnTo>
                  <a:pt x="904" y="302"/>
                </a:lnTo>
                <a:lnTo>
                  <a:pt x="904" y="301"/>
                </a:lnTo>
                <a:lnTo>
                  <a:pt x="904" y="300"/>
                </a:lnTo>
                <a:lnTo>
                  <a:pt x="904" y="298"/>
                </a:lnTo>
                <a:lnTo>
                  <a:pt x="904" y="297"/>
                </a:lnTo>
                <a:lnTo>
                  <a:pt x="904" y="296"/>
                </a:lnTo>
                <a:lnTo>
                  <a:pt x="904" y="295"/>
                </a:lnTo>
                <a:lnTo>
                  <a:pt x="904" y="294"/>
                </a:lnTo>
                <a:lnTo>
                  <a:pt x="903" y="294"/>
                </a:lnTo>
                <a:lnTo>
                  <a:pt x="902" y="294"/>
                </a:lnTo>
                <a:lnTo>
                  <a:pt x="900" y="296"/>
                </a:lnTo>
                <a:lnTo>
                  <a:pt x="899" y="296"/>
                </a:lnTo>
                <a:lnTo>
                  <a:pt x="899" y="295"/>
                </a:lnTo>
                <a:lnTo>
                  <a:pt x="898" y="295"/>
                </a:lnTo>
                <a:lnTo>
                  <a:pt x="897" y="295"/>
                </a:lnTo>
                <a:lnTo>
                  <a:pt x="896" y="295"/>
                </a:lnTo>
                <a:lnTo>
                  <a:pt x="896" y="294"/>
                </a:lnTo>
                <a:lnTo>
                  <a:pt x="896" y="293"/>
                </a:lnTo>
                <a:lnTo>
                  <a:pt x="895" y="293"/>
                </a:lnTo>
                <a:lnTo>
                  <a:pt x="894" y="293"/>
                </a:lnTo>
                <a:lnTo>
                  <a:pt x="893" y="292"/>
                </a:lnTo>
                <a:lnTo>
                  <a:pt x="892" y="293"/>
                </a:lnTo>
                <a:lnTo>
                  <a:pt x="892" y="294"/>
                </a:lnTo>
                <a:lnTo>
                  <a:pt x="892" y="295"/>
                </a:lnTo>
                <a:lnTo>
                  <a:pt x="892" y="296"/>
                </a:lnTo>
                <a:lnTo>
                  <a:pt x="891" y="297"/>
                </a:lnTo>
                <a:lnTo>
                  <a:pt x="891" y="298"/>
                </a:lnTo>
                <a:lnTo>
                  <a:pt x="890" y="298"/>
                </a:lnTo>
                <a:lnTo>
                  <a:pt x="890" y="299"/>
                </a:lnTo>
                <a:lnTo>
                  <a:pt x="890" y="300"/>
                </a:lnTo>
                <a:lnTo>
                  <a:pt x="889" y="300"/>
                </a:lnTo>
                <a:lnTo>
                  <a:pt x="889" y="301"/>
                </a:lnTo>
                <a:lnTo>
                  <a:pt x="889" y="302"/>
                </a:lnTo>
                <a:lnTo>
                  <a:pt x="889" y="304"/>
                </a:lnTo>
                <a:lnTo>
                  <a:pt x="889" y="305"/>
                </a:lnTo>
                <a:lnTo>
                  <a:pt x="889" y="306"/>
                </a:lnTo>
                <a:lnTo>
                  <a:pt x="889" y="307"/>
                </a:lnTo>
                <a:lnTo>
                  <a:pt x="888" y="307"/>
                </a:lnTo>
                <a:lnTo>
                  <a:pt x="887" y="307"/>
                </a:lnTo>
                <a:lnTo>
                  <a:pt x="887" y="308"/>
                </a:lnTo>
                <a:lnTo>
                  <a:pt x="886" y="308"/>
                </a:lnTo>
                <a:lnTo>
                  <a:pt x="885" y="308"/>
                </a:lnTo>
                <a:lnTo>
                  <a:pt x="885" y="309"/>
                </a:lnTo>
                <a:lnTo>
                  <a:pt x="885" y="310"/>
                </a:lnTo>
                <a:lnTo>
                  <a:pt x="885" y="311"/>
                </a:lnTo>
                <a:lnTo>
                  <a:pt x="884" y="312"/>
                </a:lnTo>
                <a:lnTo>
                  <a:pt x="884" y="313"/>
                </a:lnTo>
                <a:lnTo>
                  <a:pt x="883" y="315"/>
                </a:lnTo>
                <a:lnTo>
                  <a:pt x="883" y="316"/>
                </a:lnTo>
                <a:lnTo>
                  <a:pt x="881" y="315"/>
                </a:lnTo>
                <a:lnTo>
                  <a:pt x="880" y="316"/>
                </a:lnTo>
                <a:lnTo>
                  <a:pt x="880" y="318"/>
                </a:lnTo>
                <a:lnTo>
                  <a:pt x="879" y="318"/>
                </a:lnTo>
                <a:lnTo>
                  <a:pt x="878" y="319"/>
                </a:lnTo>
                <a:lnTo>
                  <a:pt x="875" y="318"/>
                </a:lnTo>
                <a:lnTo>
                  <a:pt x="875" y="319"/>
                </a:lnTo>
                <a:lnTo>
                  <a:pt x="875" y="321"/>
                </a:lnTo>
                <a:lnTo>
                  <a:pt x="874" y="321"/>
                </a:lnTo>
                <a:lnTo>
                  <a:pt x="873" y="320"/>
                </a:lnTo>
                <a:lnTo>
                  <a:pt x="873" y="321"/>
                </a:lnTo>
                <a:lnTo>
                  <a:pt x="873" y="322"/>
                </a:lnTo>
                <a:lnTo>
                  <a:pt x="873" y="323"/>
                </a:lnTo>
                <a:lnTo>
                  <a:pt x="872" y="323"/>
                </a:lnTo>
                <a:lnTo>
                  <a:pt x="872" y="324"/>
                </a:lnTo>
                <a:lnTo>
                  <a:pt x="871" y="324"/>
                </a:lnTo>
                <a:lnTo>
                  <a:pt x="871" y="325"/>
                </a:lnTo>
                <a:lnTo>
                  <a:pt x="870" y="326"/>
                </a:lnTo>
                <a:lnTo>
                  <a:pt x="869" y="327"/>
                </a:lnTo>
                <a:lnTo>
                  <a:pt x="868" y="327"/>
                </a:lnTo>
                <a:lnTo>
                  <a:pt x="868" y="328"/>
                </a:lnTo>
                <a:lnTo>
                  <a:pt x="867" y="329"/>
                </a:lnTo>
                <a:lnTo>
                  <a:pt x="866" y="329"/>
                </a:lnTo>
                <a:lnTo>
                  <a:pt x="866" y="330"/>
                </a:lnTo>
                <a:lnTo>
                  <a:pt x="866" y="331"/>
                </a:lnTo>
                <a:lnTo>
                  <a:pt x="865" y="331"/>
                </a:lnTo>
                <a:lnTo>
                  <a:pt x="865" y="332"/>
                </a:lnTo>
                <a:lnTo>
                  <a:pt x="865" y="333"/>
                </a:lnTo>
                <a:lnTo>
                  <a:pt x="864" y="333"/>
                </a:lnTo>
                <a:lnTo>
                  <a:pt x="864" y="334"/>
                </a:lnTo>
                <a:lnTo>
                  <a:pt x="863" y="335"/>
                </a:lnTo>
                <a:lnTo>
                  <a:pt x="863" y="334"/>
                </a:lnTo>
                <a:lnTo>
                  <a:pt x="862" y="334"/>
                </a:lnTo>
                <a:lnTo>
                  <a:pt x="862" y="335"/>
                </a:lnTo>
                <a:lnTo>
                  <a:pt x="862" y="336"/>
                </a:lnTo>
                <a:lnTo>
                  <a:pt x="863" y="337"/>
                </a:lnTo>
                <a:lnTo>
                  <a:pt x="862" y="338"/>
                </a:lnTo>
                <a:lnTo>
                  <a:pt x="863" y="338"/>
                </a:lnTo>
                <a:lnTo>
                  <a:pt x="862" y="338"/>
                </a:lnTo>
                <a:lnTo>
                  <a:pt x="861" y="338"/>
                </a:lnTo>
                <a:lnTo>
                  <a:pt x="861" y="339"/>
                </a:lnTo>
                <a:lnTo>
                  <a:pt x="860" y="339"/>
                </a:lnTo>
                <a:lnTo>
                  <a:pt x="859" y="339"/>
                </a:lnTo>
                <a:lnTo>
                  <a:pt x="858" y="339"/>
                </a:lnTo>
                <a:lnTo>
                  <a:pt x="857" y="339"/>
                </a:lnTo>
                <a:lnTo>
                  <a:pt x="856" y="339"/>
                </a:lnTo>
                <a:lnTo>
                  <a:pt x="856" y="340"/>
                </a:lnTo>
                <a:lnTo>
                  <a:pt x="855" y="339"/>
                </a:lnTo>
                <a:lnTo>
                  <a:pt x="854" y="340"/>
                </a:lnTo>
                <a:lnTo>
                  <a:pt x="853" y="340"/>
                </a:lnTo>
                <a:lnTo>
                  <a:pt x="852" y="340"/>
                </a:lnTo>
                <a:lnTo>
                  <a:pt x="852" y="341"/>
                </a:lnTo>
                <a:lnTo>
                  <a:pt x="851" y="341"/>
                </a:lnTo>
                <a:lnTo>
                  <a:pt x="851" y="342"/>
                </a:lnTo>
                <a:lnTo>
                  <a:pt x="850" y="343"/>
                </a:lnTo>
                <a:lnTo>
                  <a:pt x="850" y="344"/>
                </a:lnTo>
                <a:lnTo>
                  <a:pt x="851" y="344"/>
                </a:lnTo>
                <a:lnTo>
                  <a:pt x="852" y="344"/>
                </a:lnTo>
                <a:lnTo>
                  <a:pt x="852" y="345"/>
                </a:lnTo>
                <a:lnTo>
                  <a:pt x="853" y="345"/>
                </a:lnTo>
                <a:lnTo>
                  <a:pt x="854" y="345"/>
                </a:lnTo>
                <a:lnTo>
                  <a:pt x="854" y="344"/>
                </a:lnTo>
                <a:lnTo>
                  <a:pt x="855" y="344"/>
                </a:lnTo>
                <a:lnTo>
                  <a:pt x="855" y="345"/>
                </a:lnTo>
                <a:lnTo>
                  <a:pt x="855" y="346"/>
                </a:lnTo>
                <a:lnTo>
                  <a:pt x="855" y="347"/>
                </a:lnTo>
                <a:lnTo>
                  <a:pt x="856" y="347"/>
                </a:lnTo>
                <a:lnTo>
                  <a:pt x="856" y="348"/>
                </a:lnTo>
                <a:lnTo>
                  <a:pt x="856" y="349"/>
                </a:lnTo>
                <a:lnTo>
                  <a:pt x="855" y="349"/>
                </a:lnTo>
                <a:lnTo>
                  <a:pt x="855" y="348"/>
                </a:lnTo>
                <a:lnTo>
                  <a:pt x="854" y="349"/>
                </a:lnTo>
                <a:lnTo>
                  <a:pt x="853" y="349"/>
                </a:lnTo>
                <a:lnTo>
                  <a:pt x="853" y="348"/>
                </a:lnTo>
                <a:lnTo>
                  <a:pt x="852" y="348"/>
                </a:lnTo>
                <a:lnTo>
                  <a:pt x="851" y="347"/>
                </a:lnTo>
                <a:lnTo>
                  <a:pt x="850" y="347"/>
                </a:lnTo>
                <a:lnTo>
                  <a:pt x="850" y="346"/>
                </a:lnTo>
                <a:lnTo>
                  <a:pt x="849" y="346"/>
                </a:lnTo>
                <a:lnTo>
                  <a:pt x="849" y="347"/>
                </a:lnTo>
                <a:lnTo>
                  <a:pt x="849" y="348"/>
                </a:lnTo>
                <a:lnTo>
                  <a:pt x="849" y="349"/>
                </a:lnTo>
                <a:lnTo>
                  <a:pt x="848" y="349"/>
                </a:lnTo>
                <a:lnTo>
                  <a:pt x="848" y="350"/>
                </a:lnTo>
                <a:lnTo>
                  <a:pt x="849" y="351"/>
                </a:lnTo>
                <a:lnTo>
                  <a:pt x="848" y="351"/>
                </a:lnTo>
                <a:lnTo>
                  <a:pt x="849" y="351"/>
                </a:lnTo>
                <a:lnTo>
                  <a:pt x="849" y="352"/>
                </a:lnTo>
                <a:lnTo>
                  <a:pt x="849" y="353"/>
                </a:lnTo>
                <a:lnTo>
                  <a:pt x="850" y="353"/>
                </a:lnTo>
                <a:lnTo>
                  <a:pt x="851" y="353"/>
                </a:lnTo>
                <a:lnTo>
                  <a:pt x="851" y="354"/>
                </a:lnTo>
                <a:lnTo>
                  <a:pt x="851" y="355"/>
                </a:lnTo>
                <a:lnTo>
                  <a:pt x="851" y="356"/>
                </a:lnTo>
                <a:lnTo>
                  <a:pt x="850" y="357"/>
                </a:lnTo>
                <a:lnTo>
                  <a:pt x="849" y="357"/>
                </a:lnTo>
                <a:lnTo>
                  <a:pt x="849" y="358"/>
                </a:lnTo>
                <a:lnTo>
                  <a:pt x="849" y="357"/>
                </a:lnTo>
                <a:lnTo>
                  <a:pt x="850" y="357"/>
                </a:lnTo>
                <a:lnTo>
                  <a:pt x="851" y="357"/>
                </a:lnTo>
                <a:lnTo>
                  <a:pt x="852" y="356"/>
                </a:lnTo>
                <a:lnTo>
                  <a:pt x="853" y="356"/>
                </a:lnTo>
                <a:lnTo>
                  <a:pt x="855" y="355"/>
                </a:lnTo>
                <a:lnTo>
                  <a:pt x="855" y="354"/>
                </a:lnTo>
                <a:lnTo>
                  <a:pt x="855" y="353"/>
                </a:lnTo>
                <a:lnTo>
                  <a:pt x="856" y="353"/>
                </a:lnTo>
                <a:lnTo>
                  <a:pt x="856" y="352"/>
                </a:lnTo>
                <a:lnTo>
                  <a:pt x="857" y="351"/>
                </a:lnTo>
                <a:lnTo>
                  <a:pt x="859" y="351"/>
                </a:lnTo>
                <a:lnTo>
                  <a:pt x="860" y="351"/>
                </a:lnTo>
                <a:lnTo>
                  <a:pt x="861" y="351"/>
                </a:lnTo>
                <a:lnTo>
                  <a:pt x="862" y="351"/>
                </a:lnTo>
                <a:lnTo>
                  <a:pt x="862" y="352"/>
                </a:lnTo>
                <a:lnTo>
                  <a:pt x="862" y="353"/>
                </a:lnTo>
                <a:lnTo>
                  <a:pt x="863" y="353"/>
                </a:lnTo>
                <a:lnTo>
                  <a:pt x="864" y="354"/>
                </a:lnTo>
                <a:lnTo>
                  <a:pt x="864" y="355"/>
                </a:lnTo>
                <a:lnTo>
                  <a:pt x="865" y="355"/>
                </a:lnTo>
                <a:lnTo>
                  <a:pt x="865" y="356"/>
                </a:lnTo>
                <a:lnTo>
                  <a:pt x="865" y="357"/>
                </a:lnTo>
                <a:lnTo>
                  <a:pt x="865" y="358"/>
                </a:lnTo>
                <a:lnTo>
                  <a:pt x="866" y="359"/>
                </a:lnTo>
                <a:lnTo>
                  <a:pt x="867" y="360"/>
                </a:lnTo>
                <a:lnTo>
                  <a:pt x="867" y="361"/>
                </a:lnTo>
                <a:lnTo>
                  <a:pt x="868" y="363"/>
                </a:lnTo>
                <a:lnTo>
                  <a:pt x="868" y="364"/>
                </a:lnTo>
                <a:lnTo>
                  <a:pt x="869" y="365"/>
                </a:lnTo>
                <a:lnTo>
                  <a:pt x="870" y="366"/>
                </a:lnTo>
                <a:lnTo>
                  <a:pt x="871" y="366"/>
                </a:lnTo>
                <a:lnTo>
                  <a:pt x="871" y="367"/>
                </a:lnTo>
                <a:lnTo>
                  <a:pt x="871" y="368"/>
                </a:lnTo>
                <a:lnTo>
                  <a:pt x="871" y="369"/>
                </a:lnTo>
                <a:lnTo>
                  <a:pt x="870" y="370"/>
                </a:lnTo>
                <a:lnTo>
                  <a:pt x="869" y="371"/>
                </a:lnTo>
                <a:lnTo>
                  <a:pt x="869" y="372"/>
                </a:lnTo>
                <a:lnTo>
                  <a:pt x="869" y="373"/>
                </a:lnTo>
                <a:lnTo>
                  <a:pt x="870" y="374"/>
                </a:lnTo>
                <a:lnTo>
                  <a:pt x="870" y="375"/>
                </a:lnTo>
                <a:lnTo>
                  <a:pt x="870" y="376"/>
                </a:lnTo>
                <a:lnTo>
                  <a:pt x="871" y="377"/>
                </a:lnTo>
                <a:lnTo>
                  <a:pt x="871" y="378"/>
                </a:lnTo>
                <a:lnTo>
                  <a:pt x="870" y="379"/>
                </a:lnTo>
                <a:lnTo>
                  <a:pt x="869" y="379"/>
                </a:lnTo>
                <a:lnTo>
                  <a:pt x="868" y="379"/>
                </a:lnTo>
                <a:lnTo>
                  <a:pt x="868" y="380"/>
                </a:lnTo>
                <a:lnTo>
                  <a:pt x="866" y="380"/>
                </a:lnTo>
                <a:lnTo>
                  <a:pt x="865" y="380"/>
                </a:lnTo>
                <a:lnTo>
                  <a:pt x="864" y="380"/>
                </a:lnTo>
                <a:lnTo>
                  <a:pt x="864" y="381"/>
                </a:lnTo>
                <a:lnTo>
                  <a:pt x="863" y="381"/>
                </a:lnTo>
                <a:lnTo>
                  <a:pt x="864" y="382"/>
                </a:lnTo>
                <a:lnTo>
                  <a:pt x="864" y="383"/>
                </a:lnTo>
                <a:lnTo>
                  <a:pt x="863" y="384"/>
                </a:lnTo>
                <a:lnTo>
                  <a:pt x="862" y="384"/>
                </a:lnTo>
                <a:lnTo>
                  <a:pt x="861" y="384"/>
                </a:lnTo>
                <a:lnTo>
                  <a:pt x="861" y="386"/>
                </a:lnTo>
                <a:lnTo>
                  <a:pt x="861" y="387"/>
                </a:lnTo>
                <a:lnTo>
                  <a:pt x="861" y="389"/>
                </a:lnTo>
                <a:lnTo>
                  <a:pt x="862" y="391"/>
                </a:lnTo>
                <a:lnTo>
                  <a:pt x="862" y="392"/>
                </a:lnTo>
                <a:lnTo>
                  <a:pt x="863" y="392"/>
                </a:lnTo>
                <a:lnTo>
                  <a:pt x="863" y="393"/>
                </a:lnTo>
                <a:lnTo>
                  <a:pt x="863" y="394"/>
                </a:lnTo>
                <a:lnTo>
                  <a:pt x="863" y="395"/>
                </a:lnTo>
                <a:lnTo>
                  <a:pt x="864" y="396"/>
                </a:lnTo>
                <a:lnTo>
                  <a:pt x="864" y="397"/>
                </a:lnTo>
                <a:lnTo>
                  <a:pt x="864" y="398"/>
                </a:lnTo>
                <a:lnTo>
                  <a:pt x="865" y="399"/>
                </a:lnTo>
                <a:lnTo>
                  <a:pt x="865" y="400"/>
                </a:lnTo>
                <a:lnTo>
                  <a:pt x="866" y="400"/>
                </a:lnTo>
                <a:lnTo>
                  <a:pt x="867" y="400"/>
                </a:lnTo>
                <a:lnTo>
                  <a:pt x="868" y="399"/>
                </a:lnTo>
                <a:lnTo>
                  <a:pt x="869" y="398"/>
                </a:lnTo>
                <a:lnTo>
                  <a:pt x="869" y="399"/>
                </a:lnTo>
                <a:lnTo>
                  <a:pt x="870" y="399"/>
                </a:lnTo>
                <a:lnTo>
                  <a:pt x="870" y="400"/>
                </a:lnTo>
                <a:lnTo>
                  <a:pt x="870" y="401"/>
                </a:lnTo>
                <a:lnTo>
                  <a:pt x="870" y="402"/>
                </a:lnTo>
                <a:lnTo>
                  <a:pt x="869" y="403"/>
                </a:lnTo>
                <a:lnTo>
                  <a:pt x="869" y="404"/>
                </a:lnTo>
                <a:lnTo>
                  <a:pt x="868" y="405"/>
                </a:lnTo>
                <a:lnTo>
                  <a:pt x="868" y="406"/>
                </a:lnTo>
                <a:lnTo>
                  <a:pt x="868" y="407"/>
                </a:lnTo>
                <a:lnTo>
                  <a:pt x="868" y="408"/>
                </a:lnTo>
                <a:lnTo>
                  <a:pt x="868" y="409"/>
                </a:lnTo>
                <a:lnTo>
                  <a:pt x="868" y="410"/>
                </a:lnTo>
                <a:lnTo>
                  <a:pt x="868" y="412"/>
                </a:lnTo>
                <a:lnTo>
                  <a:pt x="867" y="413"/>
                </a:lnTo>
                <a:lnTo>
                  <a:pt x="867" y="414"/>
                </a:lnTo>
                <a:lnTo>
                  <a:pt x="867" y="415"/>
                </a:lnTo>
                <a:lnTo>
                  <a:pt x="867" y="416"/>
                </a:lnTo>
                <a:lnTo>
                  <a:pt x="868" y="416"/>
                </a:lnTo>
                <a:lnTo>
                  <a:pt x="868" y="417"/>
                </a:lnTo>
                <a:lnTo>
                  <a:pt x="869" y="418"/>
                </a:lnTo>
                <a:lnTo>
                  <a:pt x="869" y="419"/>
                </a:lnTo>
                <a:lnTo>
                  <a:pt x="869" y="420"/>
                </a:lnTo>
                <a:lnTo>
                  <a:pt x="869" y="421"/>
                </a:lnTo>
                <a:lnTo>
                  <a:pt x="869" y="422"/>
                </a:lnTo>
                <a:lnTo>
                  <a:pt x="870" y="423"/>
                </a:lnTo>
                <a:lnTo>
                  <a:pt x="871" y="423"/>
                </a:lnTo>
                <a:lnTo>
                  <a:pt x="872" y="424"/>
                </a:lnTo>
                <a:lnTo>
                  <a:pt x="873" y="424"/>
                </a:lnTo>
                <a:lnTo>
                  <a:pt x="874" y="424"/>
                </a:lnTo>
                <a:lnTo>
                  <a:pt x="874" y="425"/>
                </a:lnTo>
                <a:lnTo>
                  <a:pt x="875" y="426"/>
                </a:lnTo>
                <a:lnTo>
                  <a:pt x="875" y="427"/>
                </a:lnTo>
                <a:lnTo>
                  <a:pt x="875" y="428"/>
                </a:lnTo>
                <a:lnTo>
                  <a:pt x="875" y="429"/>
                </a:lnTo>
                <a:lnTo>
                  <a:pt x="876" y="430"/>
                </a:lnTo>
                <a:lnTo>
                  <a:pt x="877" y="430"/>
                </a:lnTo>
                <a:lnTo>
                  <a:pt x="878" y="430"/>
                </a:lnTo>
                <a:lnTo>
                  <a:pt x="878" y="429"/>
                </a:lnTo>
                <a:lnTo>
                  <a:pt x="879" y="429"/>
                </a:lnTo>
                <a:lnTo>
                  <a:pt x="880" y="430"/>
                </a:lnTo>
                <a:lnTo>
                  <a:pt x="880" y="431"/>
                </a:lnTo>
                <a:lnTo>
                  <a:pt x="881" y="431"/>
                </a:lnTo>
                <a:lnTo>
                  <a:pt x="881" y="432"/>
                </a:lnTo>
                <a:lnTo>
                  <a:pt x="882" y="432"/>
                </a:lnTo>
                <a:lnTo>
                  <a:pt x="883" y="432"/>
                </a:lnTo>
                <a:lnTo>
                  <a:pt x="884" y="432"/>
                </a:lnTo>
                <a:lnTo>
                  <a:pt x="886" y="432"/>
                </a:lnTo>
                <a:lnTo>
                  <a:pt x="887" y="432"/>
                </a:lnTo>
                <a:lnTo>
                  <a:pt x="888" y="432"/>
                </a:lnTo>
                <a:lnTo>
                  <a:pt x="889" y="432"/>
                </a:lnTo>
                <a:lnTo>
                  <a:pt x="891" y="432"/>
                </a:lnTo>
                <a:lnTo>
                  <a:pt x="892" y="432"/>
                </a:lnTo>
                <a:lnTo>
                  <a:pt x="893" y="432"/>
                </a:lnTo>
                <a:lnTo>
                  <a:pt x="894" y="431"/>
                </a:lnTo>
                <a:lnTo>
                  <a:pt x="895" y="431"/>
                </a:lnTo>
                <a:lnTo>
                  <a:pt x="896" y="432"/>
                </a:lnTo>
                <a:lnTo>
                  <a:pt x="897" y="432"/>
                </a:lnTo>
                <a:lnTo>
                  <a:pt x="898" y="432"/>
                </a:lnTo>
                <a:lnTo>
                  <a:pt x="899" y="432"/>
                </a:lnTo>
                <a:lnTo>
                  <a:pt x="899" y="431"/>
                </a:lnTo>
                <a:lnTo>
                  <a:pt x="900" y="431"/>
                </a:lnTo>
                <a:lnTo>
                  <a:pt x="900" y="432"/>
                </a:lnTo>
                <a:lnTo>
                  <a:pt x="901" y="432"/>
                </a:lnTo>
                <a:lnTo>
                  <a:pt x="901" y="433"/>
                </a:lnTo>
                <a:lnTo>
                  <a:pt x="902" y="432"/>
                </a:lnTo>
                <a:lnTo>
                  <a:pt x="903" y="432"/>
                </a:lnTo>
                <a:lnTo>
                  <a:pt x="903" y="433"/>
                </a:lnTo>
                <a:lnTo>
                  <a:pt x="904" y="432"/>
                </a:lnTo>
                <a:lnTo>
                  <a:pt x="905" y="432"/>
                </a:lnTo>
                <a:lnTo>
                  <a:pt x="905" y="433"/>
                </a:lnTo>
                <a:lnTo>
                  <a:pt x="906" y="432"/>
                </a:lnTo>
                <a:lnTo>
                  <a:pt x="906" y="433"/>
                </a:lnTo>
                <a:lnTo>
                  <a:pt x="907" y="433"/>
                </a:lnTo>
                <a:lnTo>
                  <a:pt x="907" y="434"/>
                </a:lnTo>
                <a:lnTo>
                  <a:pt x="908" y="433"/>
                </a:lnTo>
                <a:lnTo>
                  <a:pt x="910" y="431"/>
                </a:lnTo>
                <a:lnTo>
                  <a:pt x="910" y="429"/>
                </a:lnTo>
                <a:lnTo>
                  <a:pt x="910" y="428"/>
                </a:lnTo>
                <a:lnTo>
                  <a:pt x="910" y="427"/>
                </a:lnTo>
                <a:lnTo>
                  <a:pt x="909" y="427"/>
                </a:lnTo>
                <a:lnTo>
                  <a:pt x="909" y="425"/>
                </a:lnTo>
                <a:lnTo>
                  <a:pt x="910" y="423"/>
                </a:lnTo>
                <a:lnTo>
                  <a:pt x="911" y="422"/>
                </a:lnTo>
                <a:lnTo>
                  <a:pt x="912" y="421"/>
                </a:lnTo>
                <a:lnTo>
                  <a:pt x="913" y="420"/>
                </a:lnTo>
                <a:lnTo>
                  <a:pt x="914" y="419"/>
                </a:lnTo>
                <a:lnTo>
                  <a:pt x="914" y="418"/>
                </a:lnTo>
                <a:lnTo>
                  <a:pt x="915" y="416"/>
                </a:lnTo>
                <a:lnTo>
                  <a:pt x="916" y="416"/>
                </a:lnTo>
                <a:lnTo>
                  <a:pt x="916" y="415"/>
                </a:lnTo>
                <a:lnTo>
                  <a:pt x="917" y="414"/>
                </a:lnTo>
                <a:lnTo>
                  <a:pt x="918" y="413"/>
                </a:lnTo>
                <a:lnTo>
                  <a:pt x="919" y="413"/>
                </a:lnTo>
                <a:lnTo>
                  <a:pt x="920" y="413"/>
                </a:lnTo>
                <a:lnTo>
                  <a:pt x="921" y="413"/>
                </a:lnTo>
                <a:lnTo>
                  <a:pt x="922" y="413"/>
                </a:lnTo>
                <a:lnTo>
                  <a:pt x="923" y="413"/>
                </a:lnTo>
                <a:lnTo>
                  <a:pt x="923" y="414"/>
                </a:lnTo>
                <a:lnTo>
                  <a:pt x="924" y="414"/>
                </a:lnTo>
                <a:lnTo>
                  <a:pt x="925" y="414"/>
                </a:lnTo>
                <a:lnTo>
                  <a:pt x="926" y="414"/>
                </a:lnTo>
                <a:lnTo>
                  <a:pt x="926" y="415"/>
                </a:lnTo>
                <a:lnTo>
                  <a:pt x="927" y="415"/>
                </a:lnTo>
                <a:lnTo>
                  <a:pt x="928" y="416"/>
                </a:lnTo>
                <a:lnTo>
                  <a:pt x="930" y="416"/>
                </a:lnTo>
                <a:lnTo>
                  <a:pt x="931" y="416"/>
                </a:lnTo>
                <a:lnTo>
                  <a:pt x="931" y="417"/>
                </a:lnTo>
                <a:lnTo>
                  <a:pt x="932" y="416"/>
                </a:lnTo>
                <a:lnTo>
                  <a:pt x="933" y="415"/>
                </a:lnTo>
                <a:lnTo>
                  <a:pt x="934" y="416"/>
                </a:lnTo>
                <a:lnTo>
                  <a:pt x="935" y="416"/>
                </a:lnTo>
                <a:lnTo>
                  <a:pt x="935" y="417"/>
                </a:lnTo>
                <a:lnTo>
                  <a:pt x="935" y="416"/>
                </a:lnTo>
                <a:lnTo>
                  <a:pt x="936" y="417"/>
                </a:lnTo>
                <a:lnTo>
                  <a:pt x="937" y="416"/>
                </a:lnTo>
                <a:lnTo>
                  <a:pt x="937" y="415"/>
                </a:lnTo>
                <a:lnTo>
                  <a:pt x="939" y="415"/>
                </a:lnTo>
                <a:lnTo>
                  <a:pt x="940" y="415"/>
                </a:lnTo>
                <a:lnTo>
                  <a:pt x="941" y="415"/>
                </a:lnTo>
                <a:lnTo>
                  <a:pt x="941" y="416"/>
                </a:lnTo>
                <a:lnTo>
                  <a:pt x="942" y="416"/>
                </a:lnTo>
                <a:lnTo>
                  <a:pt x="942" y="417"/>
                </a:lnTo>
                <a:lnTo>
                  <a:pt x="942" y="418"/>
                </a:lnTo>
                <a:lnTo>
                  <a:pt x="943" y="418"/>
                </a:lnTo>
                <a:lnTo>
                  <a:pt x="944" y="418"/>
                </a:lnTo>
                <a:lnTo>
                  <a:pt x="944" y="417"/>
                </a:lnTo>
                <a:lnTo>
                  <a:pt x="945" y="417"/>
                </a:lnTo>
                <a:lnTo>
                  <a:pt x="946" y="417"/>
                </a:lnTo>
                <a:lnTo>
                  <a:pt x="947" y="417"/>
                </a:lnTo>
                <a:lnTo>
                  <a:pt x="948" y="416"/>
                </a:lnTo>
                <a:lnTo>
                  <a:pt x="949" y="415"/>
                </a:lnTo>
                <a:lnTo>
                  <a:pt x="949" y="414"/>
                </a:lnTo>
                <a:lnTo>
                  <a:pt x="950" y="413"/>
                </a:lnTo>
                <a:lnTo>
                  <a:pt x="951" y="413"/>
                </a:lnTo>
                <a:lnTo>
                  <a:pt x="952" y="412"/>
                </a:lnTo>
                <a:lnTo>
                  <a:pt x="952" y="411"/>
                </a:lnTo>
                <a:lnTo>
                  <a:pt x="952" y="410"/>
                </a:lnTo>
                <a:lnTo>
                  <a:pt x="953" y="407"/>
                </a:lnTo>
                <a:lnTo>
                  <a:pt x="954" y="407"/>
                </a:lnTo>
                <a:lnTo>
                  <a:pt x="954" y="404"/>
                </a:lnTo>
                <a:lnTo>
                  <a:pt x="954" y="403"/>
                </a:lnTo>
                <a:lnTo>
                  <a:pt x="955" y="403"/>
                </a:lnTo>
                <a:lnTo>
                  <a:pt x="956" y="403"/>
                </a:lnTo>
                <a:lnTo>
                  <a:pt x="957" y="403"/>
                </a:lnTo>
                <a:lnTo>
                  <a:pt x="957" y="404"/>
                </a:lnTo>
                <a:lnTo>
                  <a:pt x="958" y="405"/>
                </a:lnTo>
                <a:lnTo>
                  <a:pt x="959" y="405"/>
                </a:lnTo>
                <a:lnTo>
                  <a:pt x="960" y="407"/>
                </a:lnTo>
                <a:lnTo>
                  <a:pt x="960" y="408"/>
                </a:lnTo>
                <a:lnTo>
                  <a:pt x="960" y="409"/>
                </a:lnTo>
                <a:lnTo>
                  <a:pt x="961" y="410"/>
                </a:lnTo>
                <a:lnTo>
                  <a:pt x="962" y="410"/>
                </a:lnTo>
                <a:lnTo>
                  <a:pt x="963" y="412"/>
                </a:lnTo>
                <a:lnTo>
                  <a:pt x="963" y="413"/>
                </a:lnTo>
                <a:lnTo>
                  <a:pt x="963" y="414"/>
                </a:lnTo>
                <a:lnTo>
                  <a:pt x="963" y="415"/>
                </a:lnTo>
                <a:lnTo>
                  <a:pt x="962" y="416"/>
                </a:lnTo>
                <a:lnTo>
                  <a:pt x="962" y="418"/>
                </a:lnTo>
                <a:lnTo>
                  <a:pt x="962" y="419"/>
                </a:lnTo>
                <a:lnTo>
                  <a:pt x="962" y="420"/>
                </a:lnTo>
                <a:lnTo>
                  <a:pt x="963" y="421"/>
                </a:lnTo>
                <a:lnTo>
                  <a:pt x="964" y="422"/>
                </a:lnTo>
                <a:lnTo>
                  <a:pt x="965" y="423"/>
                </a:lnTo>
                <a:lnTo>
                  <a:pt x="966" y="423"/>
                </a:lnTo>
                <a:lnTo>
                  <a:pt x="967" y="422"/>
                </a:lnTo>
                <a:lnTo>
                  <a:pt x="968" y="421"/>
                </a:lnTo>
                <a:lnTo>
                  <a:pt x="969" y="422"/>
                </a:lnTo>
                <a:lnTo>
                  <a:pt x="970" y="422"/>
                </a:lnTo>
                <a:lnTo>
                  <a:pt x="972" y="422"/>
                </a:lnTo>
                <a:lnTo>
                  <a:pt x="973" y="422"/>
                </a:lnTo>
                <a:lnTo>
                  <a:pt x="974" y="422"/>
                </a:lnTo>
                <a:lnTo>
                  <a:pt x="975" y="421"/>
                </a:lnTo>
                <a:lnTo>
                  <a:pt x="976" y="422"/>
                </a:lnTo>
                <a:lnTo>
                  <a:pt x="977" y="423"/>
                </a:lnTo>
                <a:lnTo>
                  <a:pt x="977" y="424"/>
                </a:lnTo>
                <a:lnTo>
                  <a:pt x="977" y="425"/>
                </a:lnTo>
                <a:lnTo>
                  <a:pt x="978" y="425"/>
                </a:lnTo>
                <a:lnTo>
                  <a:pt x="978" y="426"/>
                </a:lnTo>
                <a:lnTo>
                  <a:pt x="978" y="427"/>
                </a:lnTo>
                <a:lnTo>
                  <a:pt x="977" y="428"/>
                </a:lnTo>
                <a:lnTo>
                  <a:pt x="977" y="429"/>
                </a:lnTo>
                <a:lnTo>
                  <a:pt x="977" y="430"/>
                </a:lnTo>
                <a:lnTo>
                  <a:pt x="977" y="431"/>
                </a:lnTo>
                <a:lnTo>
                  <a:pt x="978" y="431"/>
                </a:lnTo>
                <a:lnTo>
                  <a:pt x="980" y="432"/>
                </a:lnTo>
                <a:lnTo>
                  <a:pt x="981" y="432"/>
                </a:lnTo>
                <a:lnTo>
                  <a:pt x="982" y="432"/>
                </a:lnTo>
                <a:lnTo>
                  <a:pt x="982" y="433"/>
                </a:lnTo>
                <a:lnTo>
                  <a:pt x="983" y="434"/>
                </a:lnTo>
                <a:lnTo>
                  <a:pt x="983" y="435"/>
                </a:lnTo>
                <a:lnTo>
                  <a:pt x="984" y="436"/>
                </a:lnTo>
                <a:lnTo>
                  <a:pt x="985" y="437"/>
                </a:lnTo>
                <a:lnTo>
                  <a:pt x="986" y="438"/>
                </a:lnTo>
                <a:lnTo>
                  <a:pt x="986" y="439"/>
                </a:lnTo>
                <a:lnTo>
                  <a:pt x="986" y="440"/>
                </a:lnTo>
                <a:lnTo>
                  <a:pt x="985" y="441"/>
                </a:lnTo>
                <a:lnTo>
                  <a:pt x="985" y="442"/>
                </a:lnTo>
                <a:lnTo>
                  <a:pt x="986" y="444"/>
                </a:lnTo>
                <a:lnTo>
                  <a:pt x="987" y="444"/>
                </a:lnTo>
                <a:lnTo>
                  <a:pt x="988" y="444"/>
                </a:lnTo>
                <a:lnTo>
                  <a:pt x="989" y="445"/>
                </a:lnTo>
                <a:lnTo>
                  <a:pt x="990" y="445"/>
                </a:lnTo>
                <a:lnTo>
                  <a:pt x="990" y="446"/>
                </a:lnTo>
                <a:lnTo>
                  <a:pt x="990" y="448"/>
                </a:lnTo>
                <a:lnTo>
                  <a:pt x="990" y="449"/>
                </a:lnTo>
                <a:lnTo>
                  <a:pt x="989" y="450"/>
                </a:lnTo>
                <a:lnTo>
                  <a:pt x="990" y="451"/>
                </a:lnTo>
                <a:lnTo>
                  <a:pt x="990" y="452"/>
                </a:lnTo>
                <a:lnTo>
                  <a:pt x="991" y="452"/>
                </a:lnTo>
                <a:lnTo>
                  <a:pt x="992" y="453"/>
                </a:lnTo>
                <a:lnTo>
                  <a:pt x="992" y="454"/>
                </a:lnTo>
                <a:lnTo>
                  <a:pt x="992" y="455"/>
                </a:lnTo>
                <a:lnTo>
                  <a:pt x="992" y="456"/>
                </a:lnTo>
                <a:lnTo>
                  <a:pt x="991" y="456"/>
                </a:lnTo>
                <a:lnTo>
                  <a:pt x="990" y="456"/>
                </a:lnTo>
                <a:lnTo>
                  <a:pt x="989" y="457"/>
                </a:lnTo>
                <a:lnTo>
                  <a:pt x="989" y="459"/>
                </a:lnTo>
                <a:lnTo>
                  <a:pt x="989" y="460"/>
                </a:lnTo>
                <a:lnTo>
                  <a:pt x="988" y="460"/>
                </a:lnTo>
                <a:lnTo>
                  <a:pt x="987" y="461"/>
                </a:lnTo>
                <a:lnTo>
                  <a:pt x="985" y="461"/>
                </a:lnTo>
                <a:lnTo>
                  <a:pt x="984" y="461"/>
                </a:lnTo>
                <a:lnTo>
                  <a:pt x="983" y="461"/>
                </a:lnTo>
                <a:lnTo>
                  <a:pt x="983" y="462"/>
                </a:lnTo>
                <a:lnTo>
                  <a:pt x="982" y="462"/>
                </a:lnTo>
                <a:lnTo>
                  <a:pt x="981" y="462"/>
                </a:lnTo>
                <a:lnTo>
                  <a:pt x="980" y="462"/>
                </a:lnTo>
                <a:lnTo>
                  <a:pt x="980" y="463"/>
                </a:lnTo>
                <a:lnTo>
                  <a:pt x="979" y="464"/>
                </a:lnTo>
                <a:lnTo>
                  <a:pt x="979" y="465"/>
                </a:lnTo>
                <a:lnTo>
                  <a:pt x="978" y="465"/>
                </a:lnTo>
                <a:lnTo>
                  <a:pt x="978" y="466"/>
                </a:lnTo>
                <a:lnTo>
                  <a:pt x="978" y="467"/>
                </a:lnTo>
                <a:lnTo>
                  <a:pt x="976" y="468"/>
                </a:lnTo>
                <a:lnTo>
                  <a:pt x="975" y="469"/>
                </a:lnTo>
                <a:lnTo>
                  <a:pt x="974" y="470"/>
                </a:lnTo>
                <a:lnTo>
                  <a:pt x="974" y="471"/>
                </a:lnTo>
                <a:lnTo>
                  <a:pt x="973" y="472"/>
                </a:lnTo>
                <a:lnTo>
                  <a:pt x="973" y="474"/>
                </a:lnTo>
                <a:lnTo>
                  <a:pt x="974" y="475"/>
                </a:lnTo>
                <a:lnTo>
                  <a:pt x="974" y="476"/>
                </a:lnTo>
                <a:lnTo>
                  <a:pt x="974" y="477"/>
                </a:lnTo>
                <a:lnTo>
                  <a:pt x="974" y="478"/>
                </a:lnTo>
                <a:lnTo>
                  <a:pt x="973" y="478"/>
                </a:lnTo>
                <a:lnTo>
                  <a:pt x="973" y="479"/>
                </a:lnTo>
                <a:lnTo>
                  <a:pt x="973" y="480"/>
                </a:lnTo>
                <a:lnTo>
                  <a:pt x="973" y="481"/>
                </a:lnTo>
                <a:lnTo>
                  <a:pt x="972" y="481"/>
                </a:lnTo>
                <a:lnTo>
                  <a:pt x="972" y="482"/>
                </a:lnTo>
                <a:lnTo>
                  <a:pt x="972" y="483"/>
                </a:lnTo>
                <a:lnTo>
                  <a:pt x="971" y="484"/>
                </a:lnTo>
                <a:lnTo>
                  <a:pt x="970" y="485"/>
                </a:lnTo>
                <a:lnTo>
                  <a:pt x="970" y="486"/>
                </a:lnTo>
                <a:lnTo>
                  <a:pt x="970" y="487"/>
                </a:lnTo>
                <a:lnTo>
                  <a:pt x="970" y="489"/>
                </a:lnTo>
                <a:lnTo>
                  <a:pt x="970" y="490"/>
                </a:lnTo>
                <a:lnTo>
                  <a:pt x="970" y="491"/>
                </a:lnTo>
                <a:lnTo>
                  <a:pt x="971" y="492"/>
                </a:lnTo>
                <a:lnTo>
                  <a:pt x="971" y="493"/>
                </a:lnTo>
                <a:lnTo>
                  <a:pt x="971" y="494"/>
                </a:lnTo>
                <a:lnTo>
                  <a:pt x="971" y="495"/>
                </a:lnTo>
                <a:lnTo>
                  <a:pt x="971" y="496"/>
                </a:lnTo>
                <a:lnTo>
                  <a:pt x="970" y="497"/>
                </a:lnTo>
                <a:lnTo>
                  <a:pt x="969" y="498"/>
                </a:lnTo>
                <a:lnTo>
                  <a:pt x="968" y="498"/>
                </a:lnTo>
                <a:lnTo>
                  <a:pt x="968" y="499"/>
                </a:lnTo>
                <a:lnTo>
                  <a:pt x="967" y="499"/>
                </a:lnTo>
                <a:lnTo>
                  <a:pt x="967" y="500"/>
                </a:lnTo>
                <a:lnTo>
                  <a:pt x="966" y="500"/>
                </a:lnTo>
                <a:lnTo>
                  <a:pt x="966" y="499"/>
                </a:lnTo>
                <a:lnTo>
                  <a:pt x="965" y="499"/>
                </a:lnTo>
                <a:lnTo>
                  <a:pt x="964" y="498"/>
                </a:lnTo>
                <a:lnTo>
                  <a:pt x="963" y="497"/>
                </a:lnTo>
                <a:lnTo>
                  <a:pt x="962" y="497"/>
                </a:lnTo>
                <a:lnTo>
                  <a:pt x="961" y="498"/>
                </a:lnTo>
                <a:lnTo>
                  <a:pt x="961" y="499"/>
                </a:lnTo>
                <a:lnTo>
                  <a:pt x="962" y="500"/>
                </a:lnTo>
                <a:lnTo>
                  <a:pt x="963" y="501"/>
                </a:lnTo>
                <a:lnTo>
                  <a:pt x="963" y="503"/>
                </a:lnTo>
                <a:lnTo>
                  <a:pt x="963" y="505"/>
                </a:lnTo>
                <a:lnTo>
                  <a:pt x="962" y="506"/>
                </a:lnTo>
                <a:lnTo>
                  <a:pt x="962" y="507"/>
                </a:lnTo>
                <a:lnTo>
                  <a:pt x="962" y="508"/>
                </a:lnTo>
                <a:lnTo>
                  <a:pt x="963" y="508"/>
                </a:lnTo>
                <a:lnTo>
                  <a:pt x="963" y="509"/>
                </a:lnTo>
                <a:lnTo>
                  <a:pt x="962" y="509"/>
                </a:lnTo>
                <a:lnTo>
                  <a:pt x="962" y="510"/>
                </a:lnTo>
                <a:lnTo>
                  <a:pt x="962" y="511"/>
                </a:lnTo>
                <a:lnTo>
                  <a:pt x="962" y="512"/>
                </a:lnTo>
                <a:lnTo>
                  <a:pt x="962" y="513"/>
                </a:lnTo>
                <a:lnTo>
                  <a:pt x="962" y="514"/>
                </a:lnTo>
                <a:lnTo>
                  <a:pt x="961" y="515"/>
                </a:lnTo>
                <a:lnTo>
                  <a:pt x="960" y="515"/>
                </a:lnTo>
                <a:lnTo>
                  <a:pt x="960" y="516"/>
                </a:lnTo>
                <a:lnTo>
                  <a:pt x="959" y="517"/>
                </a:lnTo>
                <a:lnTo>
                  <a:pt x="959" y="518"/>
                </a:lnTo>
                <a:lnTo>
                  <a:pt x="959" y="519"/>
                </a:lnTo>
                <a:lnTo>
                  <a:pt x="960" y="519"/>
                </a:lnTo>
                <a:lnTo>
                  <a:pt x="959" y="520"/>
                </a:lnTo>
                <a:lnTo>
                  <a:pt x="959" y="521"/>
                </a:lnTo>
                <a:lnTo>
                  <a:pt x="958" y="522"/>
                </a:lnTo>
                <a:lnTo>
                  <a:pt x="957" y="522"/>
                </a:lnTo>
                <a:lnTo>
                  <a:pt x="956" y="523"/>
                </a:lnTo>
                <a:lnTo>
                  <a:pt x="955" y="523"/>
                </a:lnTo>
                <a:lnTo>
                  <a:pt x="955" y="524"/>
                </a:lnTo>
                <a:lnTo>
                  <a:pt x="956" y="525"/>
                </a:lnTo>
                <a:lnTo>
                  <a:pt x="956" y="526"/>
                </a:lnTo>
                <a:lnTo>
                  <a:pt x="956" y="527"/>
                </a:lnTo>
                <a:lnTo>
                  <a:pt x="957" y="527"/>
                </a:lnTo>
                <a:lnTo>
                  <a:pt x="957" y="526"/>
                </a:lnTo>
                <a:lnTo>
                  <a:pt x="958" y="526"/>
                </a:lnTo>
                <a:lnTo>
                  <a:pt x="958" y="528"/>
                </a:lnTo>
                <a:lnTo>
                  <a:pt x="959" y="529"/>
                </a:lnTo>
                <a:lnTo>
                  <a:pt x="959" y="530"/>
                </a:lnTo>
                <a:lnTo>
                  <a:pt x="958" y="531"/>
                </a:lnTo>
                <a:lnTo>
                  <a:pt x="958" y="532"/>
                </a:lnTo>
                <a:lnTo>
                  <a:pt x="957" y="533"/>
                </a:lnTo>
                <a:lnTo>
                  <a:pt x="957" y="534"/>
                </a:lnTo>
                <a:lnTo>
                  <a:pt x="957" y="536"/>
                </a:lnTo>
                <a:lnTo>
                  <a:pt x="957" y="537"/>
                </a:lnTo>
                <a:lnTo>
                  <a:pt x="957" y="538"/>
                </a:lnTo>
                <a:lnTo>
                  <a:pt x="956" y="538"/>
                </a:lnTo>
                <a:lnTo>
                  <a:pt x="955" y="539"/>
                </a:lnTo>
                <a:lnTo>
                  <a:pt x="955" y="540"/>
                </a:lnTo>
                <a:lnTo>
                  <a:pt x="955" y="541"/>
                </a:lnTo>
                <a:lnTo>
                  <a:pt x="954" y="541"/>
                </a:lnTo>
                <a:lnTo>
                  <a:pt x="954" y="542"/>
                </a:lnTo>
                <a:lnTo>
                  <a:pt x="954" y="543"/>
                </a:lnTo>
                <a:lnTo>
                  <a:pt x="953" y="544"/>
                </a:lnTo>
                <a:lnTo>
                  <a:pt x="953" y="545"/>
                </a:lnTo>
                <a:lnTo>
                  <a:pt x="953" y="546"/>
                </a:lnTo>
                <a:lnTo>
                  <a:pt x="953" y="547"/>
                </a:lnTo>
                <a:lnTo>
                  <a:pt x="952" y="546"/>
                </a:lnTo>
                <a:lnTo>
                  <a:pt x="952" y="547"/>
                </a:lnTo>
                <a:lnTo>
                  <a:pt x="952" y="548"/>
                </a:lnTo>
                <a:lnTo>
                  <a:pt x="951" y="549"/>
                </a:lnTo>
                <a:lnTo>
                  <a:pt x="951" y="550"/>
                </a:lnTo>
                <a:lnTo>
                  <a:pt x="950" y="550"/>
                </a:lnTo>
                <a:lnTo>
                  <a:pt x="950" y="551"/>
                </a:lnTo>
                <a:lnTo>
                  <a:pt x="949" y="551"/>
                </a:lnTo>
                <a:lnTo>
                  <a:pt x="948" y="551"/>
                </a:lnTo>
                <a:lnTo>
                  <a:pt x="947" y="550"/>
                </a:lnTo>
                <a:lnTo>
                  <a:pt x="947" y="549"/>
                </a:lnTo>
                <a:lnTo>
                  <a:pt x="946" y="549"/>
                </a:lnTo>
                <a:lnTo>
                  <a:pt x="946" y="548"/>
                </a:lnTo>
                <a:lnTo>
                  <a:pt x="945" y="548"/>
                </a:lnTo>
                <a:lnTo>
                  <a:pt x="945" y="547"/>
                </a:lnTo>
                <a:lnTo>
                  <a:pt x="944" y="546"/>
                </a:lnTo>
                <a:lnTo>
                  <a:pt x="943" y="547"/>
                </a:lnTo>
                <a:lnTo>
                  <a:pt x="943" y="548"/>
                </a:lnTo>
                <a:lnTo>
                  <a:pt x="943" y="549"/>
                </a:lnTo>
                <a:lnTo>
                  <a:pt x="943" y="550"/>
                </a:lnTo>
                <a:lnTo>
                  <a:pt x="943" y="551"/>
                </a:lnTo>
                <a:lnTo>
                  <a:pt x="943" y="552"/>
                </a:lnTo>
                <a:lnTo>
                  <a:pt x="942" y="553"/>
                </a:lnTo>
                <a:lnTo>
                  <a:pt x="943" y="553"/>
                </a:lnTo>
                <a:lnTo>
                  <a:pt x="943" y="554"/>
                </a:lnTo>
                <a:lnTo>
                  <a:pt x="943" y="555"/>
                </a:lnTo>
                <a:lnTo>
                  <a:pt x="942" y="556"/>
                </a:lnTo>
                <a:lnTo>
                  <a:pt x="942" y="557"/>
                </a:lnTo>
                <a:lnTo>
                  <a:pt x="942" y="560"/>
                </a:lnTo>
                <a:lnTo>
                  <a:pt x="941" y="562"/>
                </a:lnTo>
                <a:lnTo>
                  <a:pt x="941" y="563"/>
                </a:lnTo>
                <a:lnTo>
                  <a:pt x="943" y="565"/>
                </a:lnTo>
                <a:lnTo>
                  <a:pt x="942" y="566"/>
                </a:lnTo>
                <a:lnTo>
                  <a:pt x="942" y="567"/>
                </a:lnTo>
                <a:lnTo>
                  <a:pt x="943" y="567"/>
                </a:lnTo>
                <a:lnTo>
                  <a:pt x="944" y="568"/>
                </a:lnTo>
                <a:lnTo>
                  <a:pt x="945" y="570"/>
                </a:lnTo>
                <a:lnTo>
                  <a:pt x="945" y="571"/>
                </a:lnTo>
                <a:lnTo>
                  <a:pt x="946" y="571"/>
                </a:lnTo>
                <a:lnTo>
                  <a:pt x="947" y="571"/>
                </a:lnTo>
                <a:lnTo>
                  <a:pt x="948" y="571"/>
                </a:lnTo>
                <a:lnTo>
                  <a:pt x="948" y="570"/>
                </a:lnTo>
                <a:lnTo>
                  <a:pt x="948" y="571"/>
                </a:lnTo>
                <a:lnTo>
                  <a:pt x="949" y="572"/>
                </a:lnTo>
                <a:lnTo>
                  <a:pt x="949" y="573"/>
                </a:lnTo>
                <a:lnTo>
                  <a:pt x="948" y="574"/>
                </a:lnTo>
                <a:lnTo>
                  <a:pt x="949" y="574"/>
                </a:lnTo>
                <a:lnTo>
                  <a:pt x="950" y="573"/>
                </a:lnTo>
                <a:lnTo>
                  <a:pt x="949" y="573"/>
                </a:lnTo>
                <a:lnTo>
                  <a:pt x="950" y="573"/>
                </a:lnTo>
                <a:lnTo>
                  <a:pt x="951" y="573"/>
                </a:lnTo>
                <a:lnTo>
                  <a:pt x="951" y="572"/>
                </a:lnTo>
                <a:lnTo>
                  <a:pt x="953" y="572"/>
                </a:lnTo>
                <a:lnTo>
                  <a:pt x="954" y="572"/>
                </a:lnTo>
                <a:lnTo>
                  <a:pt x="955" y="573"/>
                </a:lnTo>
                <a:lnTo>
                  <a:pt x="956" y="573"/>
                </a:lnTo>
                <a:lnTo>
                  <a:pt x="956" y="574"/>
                </a:lnTo>
                <a:lnTo>
                  <a:pt x="957" y="574"/>
                </a:lnTo>
                <a:lnTo>
                  <a:pt x="957" y="575"/>
                </a:lnTo>
                <a:lnTo>
                  <a:pt x="957" y="577"/>
                </a:lnTo>
                <a:lnTo>
                  <a:pt x="958" y="578"/>
                </a:lnTo>
                <a:lnTo>
                  <a:pt x="957" y="579"/>
                </a:lnTo>
                <a:lnTo>
                  <a:pt x="958" y="579"/>
                </a:lnTo>
                <a:lnTo>
                  <a:pt x="958" y="580"/>
                </a:lnTo>
                <a:lnTo>
                  <a:pt x="958" y="581"/>
                </a:lnTo>
                <a:lnTo>
                  <a:pt x="958" y="582"/>
                </a:lnTo>
                <a:lnTo>
                  <a:pt x="958" y="583"/>
                </a:lnTo>
                <a:lnTo>
                  <a:pt x="958" y="584"/>
                </a:lnTo>
                <a:lnTo>
                  <a:pt x="958" y="585"/>
                </a:lnTo>
                <a:lnTo>
                  <a:pt x="957" y="585"/>
                </a:lnTo>
                <a:lnTo>
                  <a:pt x="956" y="585"/>
                </a:lnTo>
                <a:lnTo>
                  <a:pt x="956" y="586"/>
                </a:lnTo>
                <a:lnTo>
                  <a:pt x="956" y="587"/>
                </a:lnTo>
                <a:lnTo>
                  <a:pt x="957" y="588"/>
                </a:lnTo>
                <a:lnTo>
                  <a:pt x="958" y="588"/>
                </a:lnTo>
                <a:lnTo>
                  <a:pt x="958" y="589"/>
                </a:lnTo>
                <a:lnTo>
                  <a:pt x="958" y="590"/>
                </a:lnTo>
                <a:lnTo>
                  <a:pt x="959" y="590"/>
                </a:lnTo>
                <a:lnTo>
                  <a:pt x="960" y="589"/>
                </a:lnTo>
                <a:lnTo>
                  <a:pt x="960" y="588"/>
                </a:lnTo>
                <a:lnTo>
                  <a:pt x="960" y="587"/>
                </a:lnTo>
                <a:lnTo>
                  <a:pt x="960" y="586"/>
                </a:lnTo>
                <a:lnTo>
                  <a:pt x="961" y="586"/>
                </a:lnTo>
                <a:lnTo>
                  <a:pt x="962" y="587"/>
                </a:lnTo>
                <a:lnTo>
                  <a:pt x="963" y="587"/>
                </a:lnTo>
                <a:lnTo>
                  <a:pt x="964" y="587"/>
                </a:lnTo>
                <a:lnTo>
                  <a:pt x="965" y="587"/>
                </a:lnTo>
                <a:lnTo>
                  <a:pt x="966" y="585"/>
                </a:lnTo>
                <a:lnTo>
                  <a:pt x="967" y="585"/>
                </a:lnTo>
                <a:lnTo>
                  <a:pt x="968" y="584"/>
                </a:lnTo>
                <a:lnTo>
                  <a:pt x="969" y="582"/>
                </a:lnTo>
                <a:lnTo>
                  <a:pt x="970" y="582"/>
                </a:lnTo>
                <a:lnTo>
                  <a:pt x="971" y="583"/>
                </a:lnTo>
                <a:lnTo>
                  <a:pt x="972" y="583"/>
                </a:lnTo>
                <a:lnTo>
                  <a:pt x="973" y="584"/>
                </a:lnTo>
                <a:lnTo>
                  <a:pt x="974" y="584"/>
                </a:lnTo>
                <a:lnTo>
                  <a:pt x="973" y="584"/>
                </a:lnTo>
                <a:lnTo>
                  <a:pt x="973" y="583"/>
                </a:lnTo>
                <a:lnTo>
                  <a:pt x="973" y="582"/>
                </a:lnTo>
                <a:lnTo>
                  <a:pt x="973" y="581"/>
                </a:lnTo>
                <a:lnTo>
                  <a:pt x="974" y="582"/>
                </a:lnTo>
                <a:lnTo>
                  <a:pt x="974" y="583"/>
                </a:lnTo>
                <a:lnTo>
                  <a:pt x="974" y="584"/>
                </a:lnTo>
                <a:lnTo>
                  <a:pt x="974" y="586"/>
                </a:lnTo>
                <a:lnTo>
                  <a:pt x="974" y="588"/>
                </a:lnTo>
                <a:lnTo>
                  <a:pt x="974" y="589"/>
                </a:lnTo>
                <a:lnTo>
                  <a:pt x="974" y="590"/>
                </a:lnTo>
                <a:lnTo>
                  <a:pt x="973" y="590"/>
                </a:lnTo>
                <a:lnTo>
                  <a:pt x="973" y="591"/>
                </a:lnTo>
                <a:lnTo>
                  <a:pt x="973" y="592"/>
                </a:lnTo>
                <a:lnTo>
                  <a:pt x="972" y="592"/>
                </a:lnTo>
                <a:lnTo>
                  <a:pt x="972" y="593"/>
                </a:lnTo>
                <a:lnTo>
                  <a:pt x="973" y="593"/>
                </a:lnTo>
                <a:lnTo>
                  <a:pt x="973" y="594"/>
                </a:lnTo>
                <a:lnTo>
                  <a:pt x="973" y="595"/>
                </a:lnTo>
                <a:lnTo>
                  <a:pt x="973" y="596"/>
                </a:lnTo>
                <a:lnTo>
                  <a:pt x="973" y="597"/>
                </a:lnTo>
                <a:lnTo>
                  <a:pt x="973" y="598"/>
                </a:lnTo>
                <a:lnTo>
                  <a:pt x="973" y="599"/>
                </a:lnTo>
                <a:lnTo>
                  <a:pt x="972" y="599"/>
                </a:lnTo>
                <a:lnTo>
                  <a:pt x="972" y="600"/>
                </a:lnTo>
                <a:lnTo>
                  <a:pt x="973" y="601"/>
                </a:lnTo>
                <a:lnTo>
                  <a:pt x="974" y="602"/>
                </a:lnTo>
                <a:lnTo>
                  <a:pt x="975" y="602"/>
                </a:lnTo>
                <a:lnTo>
                  <a:pt x="975" y="601"/>
                </a:lnTo>
                <a:lnTo>
                  <a:pt x="976" y="600"/>
                </a:lnTo>
                <a:lnTo>
                  <a:pt x="977" y="600"/>
                </a:lnTo>
                <a:lnTo>
                  <a:pt x="977" y="601"/>
                </a:lnTo>
                <a:lnTo>
                  <a:pt x="979" y="602"/>
                </a:lnTo>
                <a:lnTo>
                  <a:pt x="979" y="603"/>
                </a:lnTo>
                <a:lnTo>
                  <a:pt x="979" y="604"/>
                </a:lnTo>
                <a:lnTo>
                  <a:pt x="980" y="604"/>
                </a:lnTo>
                <a:lnTo>
                  <a:pt x="982" y="606"/>
                </a:lnTo>
                <a:lnTo>
                  <a:pt x="984" y="606"/>
                </a:lnTo>
                <a:lnTo>
                  <a:pt x="985" y="606"/>
                </a:lnTo>
                <a:lnTo>
                  <a:pt x="986" y="606"/>
                </a:lnTo>
                <a:lnTo>
                  <a:pt x="986" y="607"/>
                </a:lnTo>
                <a:lnTo>
                  <a:pt x="987" y="607"/>
                </a:lnTo>
                <a:lnTo>
                  <a:pt x="987" y="608"/>
                </a:lnTo>
                <a:lnTo>
                  <a:pt x="986" y="608"/>
                </a:lnTo>
                <a:lnTo>
                  <a:pt x="986" y="609"/>
                </a:lnTo>
                <a:lnTo>
                  <a:pt x="987" y="610"/>
                </a:lnTo>
                <a:lnTo>
                  <a:pt x="987" y="611"/>
                </a:lnTo>
                <a:lnTo>
                  <a:pt x="987" y="612"/>
                </a:lnTo>
                <a:lnTo>
                  <a:pt x="987" y="613"/>
                </a:lnTo>
                <a:lnTo>
                  <a:pt x="986" y="614"/>
                </a:lnTo>
                <a:lnTo>
                  <a:pt x="987" y="614"/>
                </a:lnTo>
                <a:lnTo>
                  <a:pt x="987" y="615"/>
                </a:lnTo>
                <a:lnTo>
                  <a:pt x="987" y="616"/>
                </a:lnTo>
                <a:lnTo>
                  <a:pt x="986" y="616"/>
                </a:lnTo>
                <a:lnTo>
                  <a:pt x="985" y="616"/>
                </a:lnTo>
                <a:lnTo>
                  <a:pt x="986" y="617"/>
                </a:lnTo>
                <a:lnTo>
                  <a:pt x="987" y="617"/>
                </a:lnTo>
                <a:lnTo>
                  <a:pt x="988" y="618"/>
                </a:lnTo>
                <a:lnTo>
                  <a:pt x="989" y="619"/>
                </a:lnTo>
                <a:lnTo>
                  <a:pt x="990" y="618"/>
                </a:lnTo>
                <a:lnTo>
                  <a:pt x="990" y="617"/>
                </a:lnTo>
                <a:lnTo>
                  <a:pt x="991" y="617"/>
                </a:lnTo>
                <a:lnTo>
                  <a:pt x="992" y="617"/>
                </a:lnTo>
                <a:lnTo>
                  <a:pt x="993" y="617"/>
                </a:lnTo>
                <a:lnTo>
                  <a:pt x="993" y="616"/>
                </a:lnTo>
                <a:lnTo>
                  <a:pt x="993" y="617"/>
                </a:lnTo>
                <a:lnTo>
                  <a:pt x="994" y="617"/>
                </a:lnTo>
                <a:lnTo>
                  <a:pt x="995" y="616"/>
                </a:lnTo>
                <a:lnTo>
                  <a:pt x="995" y="617"/>
                </a:lnTo>
                <a:lnTo>
                  <a:pt x="995" y="618"/>
                </a:lnTo>
                <a:lnTo>
                  <a:pt x="995" y="619"/>
                </a:lnTo>
                <a:lnTo>
                  <a:pt x="996" y="619"/>
                </a:lnTo>
                <a:lnTo>
                  <a:pt x="997" y="620"/>
                </a:lnTo>
                <a:lnTo>
                  <a:pt x="998" y="620"/>
                </a:lnTo>
                <a:lnTo>
                  <a:pt x="999" y="621"/>
                </a:lnTo>
                <a:lnTo>
                  <a:pt x="1000" y="621"/>
                </a:lnTo>
                <a:lnTo>
                  <a:pt x="1001" y="622"/>
                </a:lnTo>
                <a:lnTo>
                  <a:pt x="1001" y="621"/>
                </a:lnTo>
                <a:lnTo>
                  <a:pt x="1002" y="620"/>
                </a:lnTo>
                <a:lnTo>
                  <a:pt x="1003" y="620"/>
                </a:lnTo>
                <a:lnTo>
                  <a:pt x="1004" y="620"/>
                </a:lnTo>
                <a:lnTo>
                  <a:pt x="1005" y="620"/>
                </a:lnTo>
                <a:lnTo>
                  <a:pt x="1005" y="621"/>
                </a:lnTo>
                <a:lnTo>
                  <a:pt x="1006" y="622"/>
                </a:lnTo>
                <a:lnTo>
                  <a:pt x="1006" y="623"/>
                </a:lnTo>
                <a:lnTo>
                  <a:pt x="1007" y="623"/>
                </a:lnTo>
                <a:lnTo>
                  <a:pt x="1008" y="622"/>
                </a:lnTo>
                <a:lnTo>
                  <a:pt x="1009" y="621"/>
                </a:lnTo>
                <a:lnTo>
                  <a:pt x="1010" y="621"/>
                </a:lnTo>
                <a:lnTo>
                  <a:pt x="1010" y="622"/>
                </a:lnTo>
                <a:lnTo>
                  <a:pt x="1011" y="623"/>
                </a:lnTo>
                <a:lnTo>
                  <a:pt x="1011" y="625"/>
                </a:lnTo>
                <a:lnTo>
                  <a:pt x="1012" y="626"/>
                </a:lnTo>
                <a:lnTo>
                  <a:pt x="1011" y="626"/>
                </a:lnTo>
                <a:lnTo>
                  <a:pt x="1010" y="626"/>
                </a:lnTo>
                <a:lnTo>
                  <a:pt x="1009" y="626"/>
                </a:lnTo>
                <a:lnTo>
                  <a:pt x="1009" y="627"/>
                </a:lnTo>
                <a:lnTo>
                  <a:pt x="1009" y="628"/>
                </a:lnTo>
                <a:lnTo>
                  <a:pt x="1008" y="628"/>
                </a:lnTo>
                <a:lnTo>
                  <a:pt x="1009" y="630"/>
                </a:lnTo>
                <a:lnTo>
                  <a:pt x="1010" y="631"/>
                </a:lnTo>
                <a:lnTo>
                  <a:pt x="1009" y="632"/>
                </a:lnTo>
                <a:lnTo>
                  <a:pt x="1009" y="633"/>
                </a:lnTo>
                <a:lnTo>
                  <a:pt x="1009" y="634"/>
                </a:lnTo>
                <a:lnTo>
                  <a:pt x="1010" y="634"/>
                </a:lnTo>
                <a:lnTo>
                  <a:pt x="1010" y="635"/>
                </a:lnTo>
                <a:lnTo>
                  <a:pt x="1010" y="636"/>
                </a:lnTo>
                <a:lnTo>
                  <a:pt x="1010" y="637"/>
                </a:lnTo>
                <a:lnTo>
                  <a:pt x="1009" y="637"/>
                </a:lnTo>
                <a:lnTo>
                  <a:pt x="1008" y="637"/>
                </a:lnTo>
                <a:lnTo>
                  <a:pt x="1007" y="636"/>
                </a:lnTo>
                <a:lnTo>
                  <a:pt x="1005" y="634"/>
                </a:lnTo>
                <a:lnTo>
                  <a:pt x="1004" y="632"/>
                </a:lnTo>
                <a:lnTo>
                  <a:pt x="1003" y="631"/>
                </a:lnTo>
                <a:lnTo>
                  <a:pt x="1002" y="630"/>
                </a:lnTo>
                <a:lnTo>
                  <a:pt x="1001" y="630"/>
                </a:lnTo>
                <a:lnTo>
                  <a:pt x="1000" y="630"/>
                </a:lnTo>
                <a:lnTo>
                  <a:pt x="999" y="631"/>
                </a:lnTo>
                <a:lnTo>
                  <a:pt x="998" y="631"/>
                </a:lnTo>
                <a:lnTo>
                  <a:pt x="997" y="632"/>
                </a:lnTo>
                <a:lnTo>
                  <a:pt x="998" y="632"/>
                </a:lnTo>
                <a:lnTo>
                  <a:pt x="998" y="633"/>
                </a:lnTo>
                <a:lnTo>
                  <a:pt x="999" y="634"/>
                </a:lnTo>
                <a:lnTo>
                  <a:pt x="999" y="635"/>
                </a:lnTo>
                <a:lnTo>
                  <a:pt x="998" y="636"/>
                </a:lnTo>
                <a:lnTo>
                  <a:pt x="997" y="637"/>
                </a:lnTo>
                <a:lnTo>
                  <a:pt x="996" y="638"/>
                </a:lnTo>
                <a:lnTo>
                  <a:pt x="996" y="640"/>
                </a:lnTo>
                <a:lnTo>
                  <a:pt x="996" y="641"/>
                </a:lnTo>
                <a:lnTo>
                  <a:pt x="994" y="642"/>
                </a:lnTo>
                <a:lnTo>
                  <a:pt x="993" y="643"/>
                </a:lnTo>
                <a:lnTo>
                  <a:pt x="993" y="644"/>
                </a:lnTo>
                <a:lnTo>
                  <a:pt x="993" y="646"/>
                </a:lnTo>
                <a:lnTo>
                  <a:pt x="992" y="647"/>
                </a:lnTo>
                <a:lnTo>
                  <a:pt x="992" y="648"/>
                </a:lnTo>
                <a:lnTo>
                  <a:pt x="992" y="649"/>
                </a:lnTo>
                <a:lnTo>
                  <a:pt x="991" y="650"/>
                </a:lnTo>
                <a:lnTo>
                  <a:pt x="991" y="651"/>
                </a:lnTo>
                <a:lnTo>
                  <a:pt x="990" y="651"/>
                </a:lnTo>
                <a:lnTo>
                  <a:pt x="988" y="652"/>
                </a:lnTo>
                <a:lnTo>
                  <a:pt x="986" y="652"/>
                </a:lnTo>
                <a:lnTo>
                  <a:pt x="985" y="652"/>
                </a:lnTo>
                <a:lnTo>
                  <a:pt x="983" y="652"/>
                </a:lnTo>
                <a:lnTo>
                  <a:pt x="984" y="652"/>
                </a:lnTo>
                <a:lnTo>
                  <a:pt x="984" y="653"/>
                </a:lnTo>
                <a:lnTo>
                  <a:pt x="985" y="653"/>
                </a:lnTo>
                <a:lnTo>
                  <a:pt x="986" y="653"/>
                </a:lnTo>
                <a:lnTo>
                  <a:pt x="987" y="652"/>
                </a:lnTo>
                <a:lnTo>
                  <a:pt x="988" y="652"/>
                </a:lnTo>
                <a:lnTo>
                  <a:pt x="989" y="652"/>
                </a:lnTo>
                <a:lnTo>
                  <a:pt x="990" y="652"/>
                </a:lnTo>
                <a:lnTo>
                  <a:pt x="991" y="653"/>
                </a:lnTo>
                <a:lnTo>
                  <a:pt x="992" y="653"/>
                </a:lnTo>
                <a:lnTo>
                  <a:pt x="992" y="654"/>
                </a:lnTo>
                <a:lnTo>
                  <a:pt x="993" y="654"/>
                </a:lnTo>
                <a:lnTo>
                  <a:pt x="994" y="655"/>
                </a:lnTo>
                <a:lnTo>
                  <a:pt x="994" y="656"/>
                </a:lnTo>
                <a:lnTo>
                  <a:pt x="994" y="658"/>
                </a:lnTo>
                <a:lnTo>
                  <a:pt x="994" y="659"/>
                </a:lnTo>
                <a:lnTo>
                  <a:pt x="995" y="659"/>
                </a:lnTo>
                <a:lnTo>
                  <a:pt x="995" y="660"/>
                </a:lnTo>
                <a:lnTo>
                  <a:pt x="996" y="661"/>
                </a:lnTo>
                <a:lnTo>
                  <a:pt x="996" y="662"/>
                </a:lnTo>
                <a:lnTo>
                  <a:pt x="995" y="662"/>
                </a:lnTo>
                <a:lnTo>
                  <a:pt x="994" y="662"/>
                </a:lnTo>
                <a:lnTo>
                  <a:pt x="992" y="663"/>
                </a:lnTo>
                <a:lnTo>
                  <a:pt x="992" y="664"/>
                </a:lnTo>
                <a:lnTo>
                  <a:pt x="992" y="665"/>
                </a:lnTo>
                <a:lnTo>
                  <a:pt x="991" y="665"/>
                </a:lnTo>
                <a:lnTo>
                  <a:pt x="990" y="665"/>
                </a:lnTo>
                <a:lnTo>
                  <a:pt x="989" y="666"/>
                </a:lnTo>
                <a:lnTo>
                  <a:pt x="989" y="667"/>
                </a:lnTo>
                <a:lnTo>
                  <a:pt x="989" y="668"/>
                </a:lnTo>
                <a:lnTo>
                  <a:pt x="989" y="669"/>
                </a:lnTo>
                <a:lnTo>
                  <a:pt x="988" y="670"/>
                </a:lnTo>
                <a:lnTo>
                  <a:pt x="987" y="670"/>
                </a:lnTo>
                <a:lnTo>
                  <a:pt x="987" y="671"/>
                </a:lnTo>
                <a:lnTo>
                  <a:pt x="987" y="672"/>
                </a:lnTo>
                <a:lnTo>
                  <a:pt x="986" y="673"/>
                </a:lnTo>
                <a:lnTo>
                  <a:pt x="985" y="673"/>
                </a:lnTo>
                <a:lnTo>
                  <a:pt x="985" y="674"/>
                </a:lnTo>
                <a:lnTo>
                  <a:pt x="985" y="675"/>
                </a:lnTo>
                <a:lnTo>
                  <a:pt x="985" y="676"/>
                </a:lnTo>
                <a:lnTo>
                  <a:pt x="984" y="676"/>
                </a:lnTo>
                <a:lnTo>
                  <a:pt x="983" y="677"/>
                </a:lnTo>
                <a:lnTo>
                  <a:pt x="982" y="677"/>
                </a:lnTo>
                <a:lnTo>
                  <a:pt x="981" y="677"/>
                </a:lnTo>
                <a:lnTo>
                  <a:pt x="981" y="678"/>
                </a:lnTo>
                <a:lnTo>
                  <a:pt x="980" y="678"/>
                </a:lnTo>
                <a:lnTo>
                  <a:pt x="978" y="680"/>
                </a:lnTo>
                <a:lnTo>
                  <a:pt x="977" y="682"/>
                </a:lnTo>
                <a:lnTo>
                  <a:pt x="977" y="683"/>
                </a:lnTo>
                <a:lnTo>
                  <a:pt x="976" y="684"/>
                </a:lnTo>
                <a:lnTo>
                  <a:pt x="974" y="686"/>
                </a:lnTo>
                <a:lnTo>
                  <a:pt x="973" y="687"/>
                </a:lnTo>
                <a:lnTo>
                  <a:pt x="973" y="688"/>
                </a:lnTo>
                <a:lnTo>
                  <a:pt x="972" y="689"/>
                </a:lnTo>
                <a:lnTo>
                  <a:pt x="972" y="690"/>
                </a:lnTo>
                <a:lnTo>
                  <a:pt x="971" y="691"/>
                </a:lnTo>
                <a:lnTo>
                  <a:pt x="971" y="692"/>
                </a:lnTo>
                <a:lnTo>
                  <a:pt x="972" y="693"/>
                </a:lnTo>
                <a:lnTo>
                  <a:pt x="972" y="694"/>
                </a:lnTo>
                <a:lnTo>
                  <a:pt x="973" y="695"/>
                </a:lnTo>
                <a:lnTo>
                  <a:pt x="972" y="695"/>
                </a:lnTo>
                <a:lnTo>
                  <a:pt x="972" y="696"/>
                </a:lnTo>
                <a:lnTo>
                  <a:pt x="972" y="697"/>
                </a:lnTo>
                <a:lnTo>
                  <a:pt x="972" y="698"/>
                </a:lnTo>
                <a:lnTo>
                  <a:pt x="971" y="699"/>
                </a:lnTo>
                <a:lnTo>
                  <a:pt x="970" y="700"/>
                </a:lnTo>
                <a:lnTo>
                  <a:pt x="970" y="701"/>
                </a:lnTo>
                <a:lnTo>
                  <a:pt x="969" y="702"/>
                </a:lnTo>
                <a:lnTo>
                  <a:pt x="969" y="703"/>
                </a:lnTo>
                <a:lnTo>
                  <a:pt x="968" y="704"/>
                </a:lnTo>
                <a:lnTo>
                  <a:pt x="968" y="706"/>
                </a:lnTo>
                <a:lnTo>
                  <a:pt x="967" y="707"/>
                </a:lnTo>
                <a:lnTo>
                  <a:pt x="967" y="708"/>
                </a:lnTo>
                <a:lnTo>
                  <a:pt x="967" y="709"/>
                </a:lnTo>
                <a:lnTo>
                  <a:pt x="966" y="711"/>
                </a:lnTo>
                <a:lnTo>
                  <a:pt x="965" y="712"/>
                </a:lnTo>
                <a:lnTo>
                  <a:pt x="965" y="713"/>
                </a:lnTo>
                <a:lnTo>
                  <a:pt x="964" y="713"/>
                </a:lnTo>
                <a:lnTo>
                  <a:pt x="963" y="713"/>
                </a:lnTo>
                <a:lnTo>
                  <a:pt x="963" y="714"/>
                </a:lnTo>
                <a:lnTo>
                  <a:pt x="962" y="714"/>
                </a:lnTo>
                <a:lnTo>
                  <a:pt x="962" y="715"/>
                </a:lnTo>
                <a:lnTo>
                  <a:pt x="961" y="715"/>
                </a:lnTo>
                <a:lnTo>
                  <a:pt x="960" y="714"/>
                </a:lnTo>
                <a:lnTo>
                  <a:pt x="959" y="714"/>
                </a:lnTo>
                <a:lnTo>
                  <a:pt x="959" y="715"/>
                </a:lnTo>
                <a:lnTo>
                  <a:pt x="960" y="715"/>
                </a:lnTo>
                <a:lnTo>
                  <a:pt x="960" y="716"/>
                </a:lnTo>
                <a:lnTo>
                  <a:pt x="961" y="716"/>
                </a:lnTo>
                <a:lnTo>
                  <a:pt x="962" y="716"/>
                </a:lnTo>
                <a:lnTo>
                  <a:pt x="963" y="716"/>
                </a:lnTo>
                <a:lnTo>
                  <a:pt x="963" y="715"/>
                </a:lnTo>
                <a:lnTo>
                  <a:pt x="963" y="714"/>
                </a:lnTo>
                <a:lnTo>
                  <a:pt x="964" y="714"/>
                </a:lnTo>
                <a:lnTo>
                  <a:pt x="965" y="716"/>
                </a:lnTo>
                <a:lnTo>
                  <a:pt x="966" y="716"/>
                </a:lnTo>
                <a:lnTo>
                  <a:pt x="967" y="717"/>
                </a:lnTo>
                <a:lnTo>
                  <a:pt x="967" y="719"/>
                </a:lnTo>
                <a:lnTo>
                  <a:pt x="966" y="722"/>
                </a:lnTo>
                <a:lnTo>
                  <a:pt x="966" y="723"/>
                </a:lnTo>
                <a:lnTo>
                  <a:pt x="967" y="723"/>
                </a:lnTo>
                <a:lnTo>
                  <a:pt x="967" y="724"/>
                </a:lnTo>
                <a:lnTo>
                  <a:pt x="967" y="725"/>
                </a:lnTo>
                <a:lnTo>
                  <a:pt x="968" y="726"/>
                </a:lnTo>
                <a:lnTo>
                  <a:pt x="968" y="727"/>
                </a:lnTo>
                <a:lnTo>
                  <a:pt x="968" y="728"/>
                </a:lnTo>
                <a:lnTo>
                  <a:pt x="968" y="729"/>
                </a:lnTo>
                <a:lnTo>
                  <a:pt x="969" y="731"/>
                </a:lnTo>
                <a:lnTo>
                  <a:pt x="970" y="731"/>
                </a:lnTo>
                <a:lnTo>
                  <a:pt x="970" y="732"/>
                </a:lnTo>
                <a:lnTo>
                  <a:pt x="970" y="731"/>
                </a:lnTo>
                <a:lnTo>
                  <a:pt x="971" y="731"/>
                </a:lnTo>
                <a:lnTo>
                  <a:pt x="971" y="732"/>
                </a:lnTo>
                <a:lnTo>
                  <a:pt x="972" y="732"/>
                </a:lnTo>
                <a:lnTo>
                  <a:pt x="972" y="733"/>
                </a:lnTo>
                <a:lnTo>
                  <a:pt x="973" y="733"/>
                </a:lnTo>
                <a:lnTo>
                  <a:pt x="973" y="734"/>
                </a:lnTo>
                <a:lnTo>
                  <a:pt x="973" y="735"/>
                </a:lnTo>
                <a:lnTo>
                  <a:pt x="972" y="735"/>
                </a:lnTo>
                <a:lnTo>
                  <a:pt x="972" y="736"/>
                </a:lnTo>
                <a:lnTo>
                  <a:pt x="973" y="737"/>
                </a:lnTo>
                <a:lnTo>
                  <a:pt x="972" y="738"/>
                </a:lnTo>
                <a:lnTo>
                  <a:pt x="973" y="739"/>
                </a:lnTo>
                <a:lnTo>
                  <a:pt x="974" y="740"/>
                </a:lnTo>
                <a:lnTo>
                  <a:pt x="975" y="740"/>
                </a:lnTo>
                <a:lnTo>
                  <a:pt x="975" y="741"/>
                </a:lnTo>
                <a:lnTo>
                  <a:pt x="975" y="742"/>
                </a:lnTo>
                <a:lnTo>
                  <a:pt x="976" y="743"/>
                </a:lnTo>
                <a:lnTo>
                  <a:pt x="976" y="744"/>
                </a:lnTo>
                <a:lnTo>
                  <a:pt x="976" y="745"/>
                </a:lnTo>
                <a:lnTo>
                  <a:pt x="976" y="746"/>
                </a:lnTo>
                <a:lnTo>
                  <a:pt x="976" y="747"/>
                </a:lnTo>
                <a:lnTo>
                  <a:pt x="976" y="748"/>
                </a:lnTo>
                <a:lnTo>
                  <a:pt x="977" y="748"/>
                </a:lnTo>
                <a:lnTo>
                  <a:pt x="977" y="749"/>
                </a:lnTo>
                <a:lnTo>
                  <a:pt x="977" y="748"/>
                </a:lnTo>
                <a:lnTo>
                  <a:pt x="978" y="748"/>
                </a:lnTo>
                <a:lnTo>
                  <a:pt x="979" y="748"/>
                </a:lnTo>
                <a:lnTo>
                  <a:pt x="980" y="748"/>
                </a:lnTo>
                <a:lnTo>
                  <a:pt x="982" y="748"/>
                </a:lnTo>
                <a:lnTo>
                  <a:pt x="982" y="749"/>
                </a:lnTo>
                <a:lnTo>
                  <a:pt x="983" y="749"/>
                </a:lnTo>
                <a:lnTo>
                  <a:pt x="983" y="750"/>
                </a:lnTo>
                <a:lnTo>
                  <a:pt x="983" y="751"/>
                </a:lnTo>
                <a:lnTo>
                  <a:pt x="984" y="751"/>
                </a:lnTo>
                <a:lnTo>
                  <a:pt x="983" y="751"/>
                </a:lnTo>
                <a:lnTo>
                  <a:pt x="983" y="752"/>
                </a:lnTo>
                <a:lnTo>
                  <a:pt x="982" y="752"/>
                </a:lnTo>
                <a:lnTo>
                  <a:pt x="982" y="753"/>
                </a:lnTo>
                <a:lnTo>
                  <a:pt x="982" y="754"/>
                </a:lnTo>
                <a:lnTo>
                  <a:pt x="981" y="754"/>
                </a:lnTo>
                <a:lnTo>
                  <a:pt x="981" y="755"/>
                </a:lnTo>
                <a:lnTo>
                  <a:pt x="982" y="755"/>
                </a:lnTo>
                <a:lnTo>
                  <a:pt x="983" y="755"/>
                </a:lnTo>
                <a:lnTo>
                  <a:pt x="983" y="756"/>
                </a:lnTo>
                <a:lnTo>
                  <a:pt x="984" y="756"/>
                </a:lnTo>
                <a:lnTo>
                  <a:pt x="985" y="756"/>
                </a:lnTo>
                <a:lnTo>
                  <a:pt x="986" y="756"/>
                </a:lnTo>
                <a:lnTo>
                  <a:pt x="987" y="757"/>
                </a:lnTo>
                <a:lnTo>
                  <a:pt x="988" y="758"/>
                </a:lnTo>
                <a:lnTo>
                  <a:pt x="988" y="759"/>
                </a:lnTo>
                <a:lnTo>
                  <a:pt x="989" y="759"/>
                </a:lnTo>
                <a:lnTo>
                  <a:pt x="990" y="760"/>
                </a:lnTo>
                <a:lnTo>
                  <a:pt x="990" y="761"/>
                </a:lnTo>
                <a:lnTo>
                  <a:pt x="991" y="761"/>
                </a:lnTo>
                <a:lnTo>
                  <a:pt x="991" y="762"/>
                </a:lnTo>
                <a:lnTo>
                  <a:pt x="992" y="762"/>
                </a:lnTo>
                <a:lnTo>
                  <a:pt x="992" y="763"/>
                </a:lnTo>
                <a:lnTo>
                  <a:pt x="993" y="763"/>
                </a:lnTo>
                <a:lnTo>
                  <a:pt x="993" y="764"/>
                </a:lnTo>
                <a:lnTo>
                  <a:pt x="994" y="764"/>
                </a:lnTo>
                <a:lnTo>
                  <a:pt x="994" y="763"/>
                </a:lnTo>
                <a:lnTo>
                  <a:pt x="995" y="763"/>
                </a:lnTo>
                <a:lnTo>
                  <a:pt x="996" y="762"/>
                </a:lnTo>
                <a:lnTo>
                  <a:pt x="996" y="761"/>
                </a:lnTo>
                <a:lnTo>
                  <a:pt x="997" y="761"/>
                </a:lnTo>
                <a:lnTo>
                  <a:pt x="997" y="760"/>
                </a:lnTo>
                <a:lnTo>
                  <a:pt x="997" y="759"/>
                </a:lnTo>
                <a:lnTo>
                  <a:pt x="996" y="759"/>
                </a:lnTo>
                <a:lnTo>
                  <a:pt x="996" y="758"/>
                </a:lnTo>
                <a:lnTo>
                  <a:pt x="995" y="758"/>
                </a:lnTo>
                <a:lnTo>
                  <a:pt x="995" y="757"/>
                </a:lnTo>
                <a:lnTo>
                  <a:pt x="996" y="757"/>
                </a:lnTo>
                <a:lnTo>
                  <a:pt x="996" y="756"/>
                </a:lnTo>
                <a:lnTo>
                  <a:pt x="996" y="755"/>
                </a:lnTo>
                <a:lnTo>
                  <a:pt x="995" y="755"/>
                </a:lnTo>
                <a:lnTo>
                  <a:pt x="995" y="754"/>
                </a:lnTo>
                <a:lnTo>
                  <a:pt x="995" y="753"/>
                </a:lnTo>
                <a:lnTo>
                  <a:pt x="995" y="752"/>
                </a:lnTo>
                <a:lnTo>
                  <a:pt x="995" y="751"/>
                </a:lnTo>
                <a:lnTo>
                  <a:pt x="995" y="750"/>
                </a:lnTo>
                <a:lnTo>
                  <a:pt x="995" y="749"/>
                </a:lnTo>
                <a:lnTo>
                  <a:pt x="994" y="749"/>
                </a:lnTo>
                <a:lnTo>
                  <a:pt x="994" y="748"/>
                </a:lnTo>
                <a:lnTo>
                  <a:pt x="995" y="747"/>
                </a:lnTo>
                <a:lnTo>
                  <a:pt x="995" y="746"/>
                </a:lnTo>
                <a:lnTo>
                  <a:pt x="996" y="745"/>
                </a:lnTo>
                <a:lnTo>
                  <a:pt x="997" y="745"/>
                </a:lnTo>
                <a:lnTo>
                  <a:pt x="997" y="744"/>
                </a:lnTo>
                <a:lnTo>
                  <a:pt x="998" y="744"/>
                </a:lnTo>
                <a:lnTo>
                  <a:pt x="998" y="745"/>
                </a:lnTo>
                <a:lnTo>
                  <a:pt x="1000" y="746"/>
                </a:lnTo>
                <a:lnTo>
                  <a:pt x="1001" y="746"/>
                </a:lnTo>
                <a:lnTo>
                  <a:pt x="1001" y="743"/>
                </a:lnTo>
                <a:lnTo>
                  <a:pt x="1002" y="743"/>
                </a:lnTo>
                <a:lnTo>
                  <a:pt x="1003" y="742"/>
                </a:lnTo>
                <a:lnTo>
                  <a:pt x="1003" y="743"/>
                </a:lnTo>
                <a:lnTo>
                  <a:pt x="1004" y="743"/>
                </a:lnTo>
                <a:lnTo>
                  <a:pt x="1004" y="744"/>
                </a:lnTo>
                <a:lnTo>
                  <a:pt x="1004" y="745"/>
                </a:lnTo>
                <a:lnTo>
                  <a:pt x="1005" y="745"/>
                </a:lnTo>
                <a:lnTo>
                  <a:pt x="1006" y="745"/>
                </a:lnTo>
                <a:lnTo>
                  <a:pt x="1007" y="745"/>
                </a:lnTo>
                <a:lnTo>
                  <a:pt x="1008" y="745"/>
                </a:lnTo>
                <a:lnTo>
                  <a:pt x="1009" y="746"/>
                </a:lnTo>
                <a:lnTo>
                  <a:pt x="1010" y="746"/>
                </a:lnTo>
                <a:lnTo>
                  <a:pt x="1010" y="745"/>
                </a:lnTo>
                <a:lnTo>
                  <a:pt x="1011" y="745"/>
                </a:lnTo>
                <a:lnTo>
                  <a:pt x="1012" y="744"/>
                </a:lnTo>
                <a:lnTo>
                  <a:pt x="1014" y="744"/>
                </a:lnTo>
                <a:lnTo>
                  <a:pt x="1014" y="745"/>
                </a:lnTo>
                <a:lnTo>
                  <a:pt x="1014" y="746"/>
                </a:lnTo>
                <a:lnTo>
                  <a:pt x="1015" y="746"/>
                </a:lnTo>
                <a:lnTo>
                  <a:pt x="1016" y="746"/>
                </a:lnTo>
                <a:lnTo>
                  <a:pt x="1016" y="747"/>
                </a:lnTo>
                <a:lnTo>
                  <a:pt x="1017" y="747"/>
                </a:lnTo>
                <a:lnTo>
                  <a:pt x="1018" y="747"/>
                </a:lnTo>
                <a:lnTo>
                  <a:pt x="1019" y="747"/>
                </a:lnTo>
                <a:lnTo>
                  <a:pt x="1020" y="747"/>
                </a:lnTo>
                <a:lnTo>
                  <a:pt x="1021" y="747"/>
                </a:lnTo>
                <a:lnTo>
                  <a:pt x="1023" y="748"/>
                </a:lnTo>
                <a:lnTo>
                  <a:pt x="1024" y="748"/>
                </a:lnTo>
                <a:lnTo>
                  <a:pt x="1025" y="750"/>
                </a:lnTo>
                <a:lnTo>
                  <a:pt x="1024" y="750"/>
                </a:lnTo>
                <a:lnTo>
                  <a:pt x="1025" y="750"/>
                </a:lnTo>
                <a:lnTo>
                  <a:pt x="1026" y="750"/>
                </a:lnTo>
                <a:lnTo>
                  <a:pt x="1027" y="750"/>
                </a:lnTo>
                <a:lnTo>
                  <a:pt x="1029" y="750"/>
                </a:lnTo>
                <a:lnTo>
                  <a:pt x="1030" y="750"/>
                </a:lnTo>
                <a:lnTo>
                  <a:pt x="1031" y="750"/>
                </a:lnTo>
                <a:lnTo>
                  <a:pt x="1033" y="748"/>
                </a:lnTo>
                <a:lnTo>
                  <a:pt x="1034" y="747"/>
                </a:lnTo>
                <a:lnTo>
                  <a:pt x="1035" y="747"/>
                </a:lnTo>
                <a:lnTo>
                  <a:pt x="1037" y="746"/>
                </a:lnTo>
                <a:lnTo>
                  <a:pt x="1038" y="746"/>
                </a:lnTo>
                <a:lnTo>
                  <a:pt x="1039" y="746"/>
                </a:lnTo>
                <a:lnTo>
                  <a:pt x="1040" y="745"/>
                </a:lnTo>
                <a:lnTo>
                  <a:pt x="1041" y="745"/>
                </a:lnTo>
                <a:lnTo>
                  <a:pt x="1042" y="745"/>
                </a:lnTo>
                <a:lnTo>
                  <a:pt x="1042" y="746"/>
                </a:lnTo>
                <a:lnTo>
                  <a:pt x="1042" y="747"/>
                </a:lnTo>
                <a:lnTo>
                  <a:pt x="1043" y="747"/>
                </a:lnTo>
                <a:lnTo>
                  <a:pt x="1044" y="747"/>
                </a:lnTo>
                <a:lnTo>
                  <a:pt x="1045" y="747"/>
                </a:lnTo>
                <a:lnTo>
                  <a:pt x="1046" y="748"/>
                </a:lnTo>
                <a:lnTo>
                  <a:pt x="1048" y="748"/>
                </a:lnTo>
                <a:lnTo>
                  <a:pt x="1049" y="749"/>
                </a:lnTo>
                <a:lnTo>
                  <a:pt x="1050" y="749"/>
                </a:lnTo>
                <a:lnTo>
                  <a:pt x="1050" y="750"/>
                </a:lnTo>
                <a:lnTo>
                  <a:pt x="1049" y="751"/>
                </a:lnTo>
                <a:lnTo>
                  <a:pt x="1050" y="752"/>
                </a:lnTo>
                <a:lnTo>
                  <a:pt x="1050" y="753"/>
                </a:lnTo>
                <a:lnTo>
                  <a:pt x="1049" y="753"/>
                </a:lnTo>
                <a:lnTo>
                  <a:pt x="1048" y="753"/>
                </a:lnTo>
                <a:lnTo>
                  <a:pt x="1048" y="754"/>
                </a:lnTo>
                <a:lnTo>
                  <a:pt x="1049" y="754"/>
                </a:lnTo>
                <a:lnTo>
                  <a:pt x="1050" y="755"/>
                </a:lnTo>
                <a:lnTo>
                  <a:pt x="1050" y="756"/>
                </a:lnTo>
                <a:lnTo>
                  <a:pt x="1050" y="757"/>
                </a:lnTo>
                <a:lnTo>
                  <a:pt x="1051" y="757"/>
                </a:lnTo>
                <a:lnTo>
                  <a:pt x="1052" y="756"/>
                </a:lnTo>
                <a:lnTo>
                  <a:pt x="1053" y="756"/>
                </a:lnTo>
                <a:lnTo>
                  <a:pt x="1054" y="756"/>
                </a:lnTo>
                <a:lnTo>
                  <a:pt x="1055" y="756"/>
                </a:lnTo>
                <a:lnTo>
                  <a:pt x="1055" y="757"/>
                </a:lnTo>
                <a:lnTo>
                  <a:pt x="1056" y="757"/>
                </a:lnTo>
                <a:lnTo>
                  <a:pt x="1056" y="758"/>
                </a:lnTo>
                <a:lnTo>
                  <a:pt x="1057" y="758"/>
                </a:lnTo>
                <a:lnTo>
                  <a:pt x="1058" y="758"/>
                </a:lnTo>
                <a:lnTo>
                  <a:pt x="1058" y="759"/>
                </a:lnTo>
                <a:lnTo>
                  <a:pt x="1058" y="760"/>
                </a:lnTo>
                <a:lnTo>
                  <a:pt x="1059" y="760"/>
                </a:lnTo>
                <a:lnTo>
                  <a:pt x="1060" y="760"/>
                </a:lnTo>
                <a:lnTo>
                  <a:pt x="1061" y="760"/>
                </a:lnTo>
                <a:lnTo>
                  <a:pt x="1062" y="761"/>
                </a:lnTo>
                <a:lnTo>
                  <a:pt x="1062" y="762"/>
                </a:lnTo>
                <a:lnTo>
                  <a:pt x="1062" y="763"/>
                </a:lnTo>
                <a:lnTo>
                  <a:pt x="1060" y="764"/>
                </a:lnTo>
                <a:lnTo>
                  <a:pt x="1060" y="765"/>
                </a:lnTo>
                <a:lnTo>
                  <a:pt x="1059" y="765"/>
                </a:lnTo>
                <a:lnTo>
                  <a:pt x="1059" y="766"/>
                </a:lnTo>
                <a:lnTo>
                  <a:pt x="1059" y="767"/>
                </a:lnTo>
                <a:lnTo>
                  <a:pt x="1059" y="768"/>
                </a:lnTo>
                <a:lnTo>
                  <a:pt x="1058" y="768"/>
                </a:lnTo>
                <a:lnTo>
                  <a:pt x="1057" y="768"/>
                </a:lnTo>
                <a:lnTo>
                  <a:pt x="1057" y="769"/>
                </a:lnTo>
                <a:lnTo>
                  <a:pt x="1058" y="769"/>
                </a:lnTo>
                <a:lnTo>
                  <a:pt x="1058" y="770"/>
                </a:lnTo>
                <a:lnTo>
                  <a:pt x="1059" y="771"/>
                </a:lnTo>
                <a:lnTo>
                  <a:pt x="1060" y="772"/>
                </a:lnTo>
                <a:lnTo>
                  <a:pt x="1059" y="773"/>
                </a:lnTo>
                <a:lnTo>
                  <a:pt x="1060" y="774"/>
                </a:lnTo>
                <a:lnTo>
                  <a:pt x="1061" y="773"/>
                </a:lnTo>
                <a:lnTo>
                  <a:pt x="1062" y="773"/>
                </a:lnTo>
                <a:lnTo>
                  <a:pt x="1063" y="774"/>
                </a:lnTo>
                <a:lnTo>
                  <a:pt x="1063" y="775"/>
                </a:lnTo>
                <a:lnTo>
                  <a:pt x="1063" y="776"/>
                </a:lnTo>
                <a:lnTo>
                  <a:pt x="1064" y="778"/>
                </a:lnTo>
                <a:lnTo>
                  <a:pt x="1064" y="779"/>
                </a:lnTo>
                <a:lnTo>
                  <a:pt x="1065" y="779"/>
                </a:lnTo>
                <a:lnTo>
                  <a:pt x="1066" y="779"/>
                </a:lnTo>
                <a:lnTo>
                  <a:pt x="1066" y="778"/>
                </a:lnTo>
                <a:lnTo>
                  <a:pt x="1067" y="778"/>
                </a:lnTo>
                <a:lnTo>
                  <a:pt x="1067" y="779"/>
                </a:lnTo>
                <a:lnTo>
                  <a:pt x="1067" y="780"/>
                </a:lnTo>
                <a:lnTo>
                  <a:pt x="1068" y="780"/>
                </a:lnTo>
                <a:lnTo>
                  <a:pt x="1069" y="781"/>
                </a:lnTo>
                <a:lnTo>
                  <a:pt x="1068" y="781"/>
                </a:lnTo>
                <a:lnTo>
                  <a:pt x="1068" y="782"/>
                </a:lnTo>
                <a:lnTo>
                  <a:pt x="1067" y="784"/>
                </a:lnTo>
                <a:lnTo>
                  <a:pt x="1067" y="785"/>
                </a:lnTo>
                <a:lnTo>
                  <a:pt x="1066" y="785"/>
                </a:lnTo>
                <a:lnTo>
                  <a:pt x="1066" y="786"/>
                </a:lnTo>
                <a:lnTo>
                  <a:pt x="1066" y="787"/>
                </a:lnTo>
                <a:lnTo>
                  <a:pt x="1065" y="787"/>
                </a:lnTo>
                <a:lnTo>
                  <a:pt x="1064" y="788"/>
                </a:lnTo>
                <a:lnTo>
                  <a:pt x="1064" y="786"/>
                </a:lnTo>
                <a:lnTo>
                  <a:pt x="1063" y="786"/>
                </a:lnTo>
                <a:lnTo>
                  <a:pt x="1063" y="787"/>
                </a:lnTo>
                <a:lnTo>
                  <a:pt x="1062" y="787"/>
                </a:lnTo>
                <a:lnTo>
                  <a:pt x="1062" y="786"/>
                </a:lnTo>
                <a:lnTo>
                  <a:pt x="1060" y="786"/>
                </a:lnTo>
                <a:lnTo>
                  <a:pt x="1060" y="787"/>
                </a:lnTo>
                <a:lnTo>
                  <a:pt x="1060" y="788"/>
                </a:lnTo>
                <a:lnTo>
                  <a:pt x="1059" y="788"/>
                </a:lnTo>
                <a:lnTo>
                  <a:pt x="1059" y="789"/>
                </a:lnTo>
                <a:lnTo>
                  <a:pt x="1060" y="789"/>
                </a:lnTo>
                <a:lnTo>
                  <a:pt x="1060" y="790"/>
                </a:lnTo>
                <a:lnTo>
                  <a:pt x="1060" y="791"/>
                </a:lnTo>
                <a:lnTo>
                  <a:pt x="1060" y="792"/>
                </a:lnTo>
                <a:lnTo>
                  <a:pt x="1061" y="792"/>
                </a:lnTo>
                <a:lnTo>
                  <a:pt x="1062" y="793"/>
                </a:lnTo>
                <a:lnTo>
                  <a:pt x="1062" y="794"/>
                </a:lnTo>
                <a:lnTo>
                  <a:pt x="1063" y="796"/>
                </a:lnTo>
                <a:lnTo>
                  <a:pt x="1064" y="797"/>
                </a:lnTo>
                <a:lnTo>
                  <a:pt x="1066" y="798"/>
                </a:lnTo>
                <a:lnTo>
                  <a:pt x="1067" y="800"/>
                </a:lnTo>
                <a:lnTo>
                  <a:pt x="1069" y="800"/>
                </a:lnTo>
                <a:lnTo>
                  <a:pt x="1069" y="801"/>
                </a:lnTo>
                <a:lnTo>
                  <a:pt x="1070" y="802"/>
                </a:lnTo>
                <a:lnTo>
                  <a:pt x="1071" y="802"/>
                </a:lnTo>
                <a:lnTo>
                  <a:pt x="1072" y="802"/>
                </a:lnTo>
                <a:lnTo>
                  <a:pt x="1073" y="802"/>
                </a:lnTo>
                <a:lnTo>
                  <a:pt x="1074" y="802"/>
                </a:lnTo>
                <a:lnTo>
                  <a:pt x="1074" y="801"/>
                </a:lnTo>
                <a:lnTo>
                  <a:pt x="1075" y="800"/>
                </a:lnTo>
                <a:lnTo>
                  <a:pt x="1075" y="799"/>
                </a:lnTo>
                <a:lnTo>
                  <a:pt x="1074" y="799"/>
                </a:lnTo>
                <a:lnTo>
                  <a:pt x="1074" y="798"/>
                </a:lnTo>
                <a:lnTo>
                  <a:pt x="1073" y="798"/>
                </a:lnTo>
                <a:lnTo>
                  <a:pt x="1072" y="797"/>
                </a:lnTo>
                <a:lnTo>
                  <a:pt x="1073" y="796"/>
                </a:lnTo>
                <a:lnTo>
                  <a:pt x="1074" y="796"/>
                </a:lnTo>
                <a:lnTo>
                  <a:pt x="1074" y="797"/>
                </a:lnTo>
                <a:lnTo>
                  <a:pt x="1074" y="796"/>
                </a:lnTo>
                <a:lnTo>
                  <a:pt x="1075" y="796"/>
                </a:lnTo>
                <a:lnTo>
                  <a:pt x="1075" y="795"/>
                </a:lnTo>
                <a:lnTo>
                  <a:pt x="1075" y="794"/>
                </a:lnTo>
                <a:lnTo>
                  <a:pt x="1076" y="794"/>
                </a:lnTo>
                <a:lnTo>
                  <a:pt x="1076" y="795"/>
                </a:lnTo>
                <a:lnTo>
                  <a:pt x="1077" y="795"/>
                </a:lnTo>
                <a:lnTo>
                  <a:pt x="1077" y="794"/>
                </a:lnTo>
                <a:lnTo>
                  <a:pt x="1078" y="794"/>
                </a:lnTo>
                <a:lnTo>
                  <a:pt x="1079" y="794"/>
                </a:lnTo>
                <a:lnTo>
                  <a:pt x="1080" y="794"/>
                </a:lnTo>
                <a:lnTo>
                  <a:pt x="1080" y="795"/>
                </a:lnTo>
                <a:lnTo>
                  <a:pt x="1080" y="796"/>
                </a:lnTo>
                <a:lnTo>
                  <a:pt x="1081" y="797"/>
                </a:lnTo>
                <a:lnTo>
                  <a:pt x="1082" y="797"/>
                </a:lnTo>
                <a:lnTo>
                  <a:pt x="1083" y="797"/>
                </a:lnTo>
                <a:lnTo>
                  <a:pt x="1083" y="798"/>
                </a:lnTo>
                <a:lnTo>
                  <a:pt x="1083" y="799"/>
                </a:lnTo>
                <a:lnTo>
                  <a:pt x="1084" y="799"/>
                </a:lnTo>
                <a:lnTo>
                  <a:pt x="1085" y="799"/>
                </a:lnTo>
                <a:lnTo>
                  <a:pt x="1085" y="800"/>
                </a:lnTo>
                <a:lnTo>
                  <a:pt x="1087" y="800"/>
                </a:lnTo>
                <a:lnTo>
                  <a:pt x="1087" y="801"/>
                </a:lnTo>
                <a:lnTo>
                  <a:pt x="1088" y="802"/>
                </a:lnTo>
                <a:lnTo>
                  <a:pt x="1089" y="802"/>
                </a:lnTo>
                <a:lnTo>
                  <a:pt x="1089" y="801"/>
                </a:lnTo>
                <a:lnTo>
                  <a:pt x="1090" y="802"/>
                </a:lnTo>
                <a:lnTo>
                  <a:pt x="1090" y="803"/>
                </a:lnTo>
                <a:lnTo>
                  <a:pt x="1090" y="804"/>
                </a:lnTo>
                <a:lnTo>
                  <a:pt x="1091" y="805"/>
                </a:lnTo>
                <a:lnTo>
                  <a:pt x="1091" y="806"/>
                </a:lnTo>
                <a:lnTo>
                  <a:pt x="1092" y="806"/>
                </a:lnTo>
                <a:lnTo>
                  <a:pt x="1092" y="807"/>
                </a:lnTo>
                <a:lnTo>
                  <a:pt x="1093" y="807"/>
                </a:lnTo>
                <a:lnTo>
                  <a:pt x="1094" y="807"/>
                </a:lnTo>
                <a:lnTo>
                  <a:pt x="1095" y="806"/>
                </a:lnTo>
                <a:lnTo>
                  <a:pt x="1096" y="806"/>
                </a:lnTo>
                <a:lnTo>
                  <a:pt x="1097" y="807"/>
                </a:lnTo>
                <a:lnTo>
                  <a:pt x="1098" y="807"/>
                </a:lnTo>
                <a:lnTo>
                  <a:pt x="1099" y="807"/>
                </a:lnTo>
                <a:lnTo>
                  <a:pt x="1100" y="807"/>
                </a:lnTo>
                <a:lnTo>
                  <a:pt x="1100" y="808"/>
                </a:lnTo>
                <a:lnTo>
                  <a:pt x="1102" y="808"/>
                </a:lnTo>
                <a:lnTo>
                  <a:pt x="1103" y="809"/>
                </a:lnTo>
                <a:lnTo>
                  <a:pt x="1103" y="808"/>
                </a:lnTo>
                <a:lnTo>
                  <a:pt x="1104" y="808"/>
                </a:lnTo>
                <a:lnTo>
                  <a:pt x="1104" y="807"/>
                </a:lnTo>
                <a:lnTo>
                  <a:pt x="1105" y="807"/>
                </a:lnTo>
                <a:lnTo>
                  <a:pt x="1106" y="807"/>
                </a:lnTo>
                <a:lnTo>
                  <a:pt x="1105" y="807"/>
                </a:lnTo>
                <a:lnTo>
                  <a:pt x="1105" y="806"/>
                </a:lnTo>
                <a:lnTo>
                  <a:pt x="1105" y="805"/>
                </a:lnTo>
                <a:lnTo>
                  <a:pt x="1105" y="804"/>
                </a:lnTo>
                <a:lnTo>
                  <a:pt x="1105" y="803"/>
                </a:lnTo>
                <a:lnTo>
                  <a:pt x="1105" y="802"/>
                </a:lnTo>
                <a:lnTo>
                  <a:pt x="1106" y="801"/>
                </a:lnTo>
                <a:lnTo>
                  <a:pt x="1106" y="800"/>
                </a:lnTo>
                <a:lnTo>
                  <a:pt x="1106" y="799"/>
                </a:lnTo>
                <a:lnTo>
                  <a:pt x="1106" y="798"/>
                </a:lnTo>
                <a:lnTo>
                  <a:pt x="1106" y="797"/>
                </a:lnTo>
                <a:lnTo>
                  <a:pt x="1107" y="796"/>
                </a:lnTo>
                <a:lnTo>
                  <a:pt x="1107" y="795"/>
                </a:lnTo>
                <a:lnTo>
                  <a:pt x="1108" y="794"/>
                </a:lnTo>
                <a:lnTo>
                  <a:pt x="1108" y="793"/>
                </a:lnTo>
                <a:lnTo>
                  <a:pt x="1108" y="792"/>
                </a:lnTo>
                <a:lnTo>
                  <a:pt x="1109" y="792"/>
                </a:lnTo>
                <a:lnTo>
                  <a:pt x="1110" y="792"/>
                </a:lnTo>
                <a:lnTo>
                  <a:pt x="1110" y="793"/>
                </a:lnTo>
                <a:lnTo>
                  <a:pt x="1111" y="792"/>
                </a:lnTo>
                <a:lnTo>
                  <a:pt x="1112" y="792"/>
                </a:lnTo>
                <a:lnTo>
                  <a:pt x="1113" y="791"/>
                </a:lnTo>
                <a:lnTo>
                  <a:pt x="1115" y="791"/>
                </a:lnTo>
                <a:lnTo>
                  <a:pt x="1115" y="792"/>
                </a:lnTo>
                <a:lnTo>
                  <a:pt x="1116" y="792"/>
                </a:lnTo>
                <a:lnTo>
                  <a:pt x="1116" y="791"/>
                </a:lnTo>
                <a:lnTo>
                  <a:pt x="1117" y="791"/>
                </a:lnTo>
                <a:lnTo>
                  <a:pt x="1117" y="790"/>
                </a:lnTo>
                <a:lnTo>
                  <a:pt x="1118" y="790"/>
                </a:lnTo>
                <a:lnTo>
                  <a:pt x="1119" y="791"/>
                </a:lnTo>
                <a:lnTo>
                  <a:pt x="1120" y="791"/>
                </a:lnTo>
                <a:lnTo>
                  <a:pt x="1121" y="792"/>
                </a:lnTo>
                <a:lnTo>
                  <a:pt x="1122" y="792"/>
                </a:lnTo>
                <a:lnTo>
                  <a:pt x="1122" y="794"/>
                </a:lnTo>
                <a:lnTo>
                  <a:pt x="1122" y="795"/>
                </a:lnTo>
                <a:lnTo>
                  <a:pt x="1122" y="796"/>
                </a:lnTo>
                <a:lnTo>
                  <a:pt x="1123" y="796"/>
                </a:lnTo>
                <a:lnTo>
                  <a:pt x="1123" y="795"/>
                </a:lnTo>
                <a:lnTo>
                  <a:pt x="1123" y="796"/>
                </a:lnTo>
                <a:lnTo>
                  <a:pt x="1122" y="796"/>
                </a:lnTo>
                <a:lnTo>
                  <a:pt x="1122" y="798"/>
                </a:lnTo>
                <a:lnTo>
                  <a:pt x="1123" y="798"/>
                </a:lnTo>
                <a:lnTo>
                  <a:pt x="1124" y="798"/>
                </a:lnTo>
                <a:lnTo>
                  <a:pt x="1124" y="799"/>
                </a:lnTo>
                <a:lnTo>
                  <a:pt x="1123" y="800"/>
                </a:lnTo>
                <a:lnTo>
                  <a:pt x="1124" y="801"/>
                </a:lnTo>
                <a:lnTo>
                  <a:pt x="1123" y="802"/>
                </a:lnTo>
                <a:lnTo>
                  <a:pt x="1123" y="803"/>
                </a:lnTo>
                <a:lnTo>
                  <a:pt x="1124" y="805"/>
                </a:lnTo>
                <a:lnTo>
                  <a:pt x="1124" y="806"/>
                </a:lnTo>
                <a:lnTo>
                  <a:pt x="1125" y="807"/>
                </a:lnTo>
                <a:lnTo>
                  <a:pt x="1125" y="806"/>
                </a:lnTo>
                <a:lnTo>
                  <a:pt x="1126" y="806"/>
                </a:lnTo>
                <a:lnTo>
                  <a:pt x="1125" y="806"/>
                </a:lnTo>
                <a:lnTo>
                  <a:pt x="1126" y="805"/>
                </a:lnTo>
                <a:lnTo>
                  <a:pt x="1127" y="806"/>
                </a:lnTo>
                <a:lnTo>
                  <a:pt x="1128" y="805"/>
                </a:lnTo>
                <a:lnTo>
                  <a:pt x="1129" y="805"/>
                </a:lnTo>
                <a:lnTo>
                  <a:pt x="1130" y="803"/>
                </a:lnTo>
                <a:lnTo>
                  <a:pt x="1131" y="802"/>
                </a:lnTo>
                <a:lnTo>
                  <a:pt x="1132" y="802"/>
                </a:lnTo>
                <a:lnTo>
                  <a:pt x="1132" y="801"/>
                </a:lnTo>
                <a:lnTo>
                  <a:pt x="1133" y="801"/>
                </a:lnTo>
                <a:lnTo>
                  <a:pt x="1133" y="802"/>
                </a:lnTo>
                <a:lnTo>
                  <a:pt x="1134" y="802"/>
                </a:lnTo>
                <a:lnTo>
                  <a:pt x="1135" y="802"/>
                </a:lnTo>
                <a:lnTo>
                  <a:pt x="1136" y="802"/>
                </a:lnTo>
                <a:lnTo>
                  <a:pt x="1137" y="803"/>
                </a:lnTo>
                <a:lnTo>
                  <a:pt x="1138" y="802"/>
                </a:lnTo>
                <a:lnTo>
                  <a:pt x="1138" y="801"/>
                </a:lnTo>
                <a:lnTo>
                  <a:pt x="1139" y="800"/>
                </a:lnTo>
                <a:lnTo>
                  <a:pt x="1140" y="800"/>
                </a:lnTo>
                <a:lnTo>
                  <a:pt x="1141" y="801"/>
                </a:lnTo>
                <a:lnTo>
                  <a:pt x="1142" y="801"/>
                </a:lnTo>
                <a:lnTo>
                  <a:pt x="1144" y="801"/>
                </a:lnTo>
                <a:lnTo>
                  <a:pt x="1145" y="802"/>
                </a:lnTo>
                <a:lnTo>
                  <a:pt x="1146" y="803"/>
                </a:lnTo>
                <a:lnTo>
                  <a:pt x="1145" y="803"/>
                </a:lnTo>
                <a:lnTo>
                  <a:pt x="1145" y="804"/>
                </a:lnTo>
                <a:lnTo>
                  <a:pt x="1144" y="805"/>
                </a:lnTo>
                <a:lnTo>
                  <a:pt x="1144" y="806"/>
                </a:lnTo>
                <a:lnTo>
                  <a:pt x="1145" y="807"/>
                </a:lnTo>
                <a:lnTo>
                  <a:pt x="1146" y="807"/>
                </a:lnTo>
                <a:lnTo>
                  <a:pt x="1147" y="807"/>
                </a:lnTo>
                <a:lnTo>
                  <a:pt x="1149" y="806"/>
                </a:lnTo>
                <a:lnTo>
                  <a:pt x="1149" y="807"/>
                </a:lnTo>
                <a:lnTo>
                  <a:pt x="1150" y="806"/>
                </a:lnTo>
                <a:lnTo>
                  <a:pt x="1151" y="806"/>
                </a:lnTo>
                <a:lnTo>
                  <a:pt x="1152" y="805"/>
                </a:lnTo>
                <a:lnTo>
                  <a:pt x="1152" y="804"/>
                </a:lnTo>
                <a:lnTo>
                  <a:pt x="1152" y="803"/>
                </a:lnTo>
                <a:lnTo>
                  <a:pt x="1152" y="802"/>
                </a:lnTo>
                <a:lnTo>
                  <a:pt x="1153" y="802"/>
                </a:lnTo>
                <a:lnTo>
                  <a:pt x="1154" y="803"/>
                </a:lnTo>
                <a:lnTo>
                  <a:pt x="1156" y="803"/>
                </a:lnTo>
                <a:lnTo>
                  <a:pt x="1156" y="804"/>
                </a:lnTo>
                <a:lnTo>
                  <a:pt x="1157" y="804"/>
                </a:lnTo>
                <a:lnTo>
                  <a:pt x="1158" y="804"/>
                </a:lnTo>
                <a:lnTo>
                  <a:pt x="1158" y="805"/>
                </a:lnTo>
                <a:lnTo>
                  <a:pt x="1159" y="805"/>
                </a:lnTo>
                <a:lnTo>
                  <a:pt x="1159" y="804"/>
                </a:lnTo>
                <a:lnTo>
                  <a:pt x="1160" y="801"/>
                </a:lnTo>
                <a:lnTo>
                  <a:pt x="1160" y="800"/>
                </a:lnTo>
                <a:lnTo>
                  <a:pt x="1159" y="799"/>
                </a:lnTo>
                <a:lnTo>
                  <a:pt x="1159" y="798"/>
                </a:lnTo>
                <a:lnTo>
                  <a:pt x="1159" y="796"/>
                </a:lnTo>
                <a:lnTo>
                  <a:pt x="1160" y="794"/>
                </a:lnTo>
                <a:lnTo>
                  <a:pt x="1163" y="793"/>
                </a:lnTo>
                <a:lnTo>
                  <a:pt x="1165" y="793"/>
                </a:lnTo>
                <a:lnTo>
                  <a:pt x="1166" y="793"/>
                </a:lnTo>
                <a:lnTo>
                  <a:pt x="1168" y="794"/>
                </a:lnTo>
                <a:lnTo>
                  <a:pt x="1171" y="793"/>
                </a:lnTo>
                <a:lnTo>
                  <a:pt x="1172" y="793"/>
                </a:lnTo>
                <a:lnTo>
                  <a:pt x="1173" y="793"/>
                </a:lnTo>
                <a:lnTo>
                  <a:pt x="1174" y="793"/>
                </a:lnTo>
                <a:lnTo>
                  <a:pt x="1175" y="795"/>
                </a:lnTo>
                <a:lnTo>
                  <a:pt x="1176" y="796"/>
                </a:lnTo>
                <a:lnTo>
                  <a:pt x="1177" y="795"/>
                </a:lnTo>
                <a:lnTo>
                  <a:pt x="1179" y="796"/>
                </a:lnTo>
                <a:lnTo>
                  <a:pt x="1180" y="796"/>
                </a:lnTo>
                <a:lnTo>
                  <a:pt x="1180" y="797"/>
                </a:lnTo>
                <a:lnTo>
                  <a:pt x="1181" y="797"/>
                </a:lnTo>
                <a:lnTo>
                  <a:pt x="1181" y="798"/>
                </a:lnTo>
                <a:lnTo>
                  <a:pt x="1181" y="800"/>
                </a:lnTo>
                <a:lnTo>
                  <a:pt x="1182" y="801"/>
                </a:lnTo>
                <a:lnTo>
                  <a:pt x="1181" y="802"/>
                </a:lnTo>
                <a:lnTo>
                  <a:pt x="1181" y="803"/>
                </a:lnTo>
                <a:lnTo>
                  <a:pt x="1182" y="804"/>
                </a:lnTo>
                <a:lnTo>
                  <a:pt x="1183" y="804"/>
                </a:lnTo>
                <a:lnTo>
                  <a:pt x="1184" y="805"/>
                </a:lnTo>
                <a:lnTo>
                  <a:pt x="1184" y="806"/>
                </a:lnTo>
                <a:lnTo>
                  <a:pt x="1185" y="806"/>
                </a:lnTo>
                <a:lnTo>
                  <a:pt x="1185" y="807"/>
                </a:lnTo>
                <a:lnTo>
                  <a:pt x="1185" y="806"/>
                </a:lnTo>
                <a:lnTo>
                  <a:pt x="1186" y="806"/>
                </a:lnTo>
                <a:lnTo>
                  <a:pt x="1186" y="805"/>
                </a:lnTo>
                <a:lnTo>
                  <a:pt x="1186" y="806"/>
                </a:lnTo>
                <a:lnTo>
                  <a:pt x="1187" y="806"/>
                </a:lnTo>
                <a:lnTo>
                  <a:pt x="1187" y="807"/>
                </a:lnTo>
                <a:lnTo>
                  <a:pt x="1188" y="807"/>
                </a:lnTo>
                <a:lnTo>
                  <a:pt x="1187" y="810"/>
                </a:lnTo>
                <a:lnTo>
                  <a:pt x="1187" y="811"/>
                </a:lnTo>
                <a:lnTo>
                  <a:pt x="1186" y="811"/>
                </a:lnTo>
                <a:lnTo>
                  <a:pt x="1185" y="811"/>
                </a:lnTo>
                <a:lnTo>
                  <a:pt x="1185" y="812"/>
                </a:lnTo>
                <a:lnTo>
                  <a:pt x="1186" y="812"/>
                </a:lnTo>
                <a:lnTo>
                  <a:pt x="1187" y="812"/>
                </a:lnTo>
                <a:lnTo>
                  <a:pt x="1188" y="812"/>
                </a:lnTo>
                <a:lnTo>
                  <a:pt x="1188" y="813"/>
                </a:lnTo>
                <a:lnTo>
                  <a:pt x="1189" y="814"/>
                </a:lnTo>
                <a:lnTo>
                  <a:pt x="1189" y="815"/>
                </a:lnTo>
                <a:lnTo>
                  <a:pt x="1190" y="815"/>
                </a:lnTo>
                <a:lnTo>
                  <a:pt x="1190" y="816"/>
                </a:lnTo>
                <a:lnTo>
                  <a:pt x="1191" y="816"/>
                </a:lnTo>
                <a:lnTo>
                  <a:pt x="1192" y="816"/>
                </a:lnTo>
                <a:lnTo>
                  <a:pt x="1193" y="816"/>
                </a:lnTo>
                <a:lnTo>
                  <a:pt x="1193" y="817"/>
                </a:lnTo>
                <a:lnTo>
                  <a:pt x="1194" y="818"/>
                </a:lnTo>
                <a:lnTo>
                  <a:pt x="1193" y="818"/>
                </a:lnTo>
                <a:lnTo>
                  <a:pt x="1193" y="820"/>
                </a:lnTo>
                <a:lnTo>
                  <a:pt x="1194" y="822"/>
                </a:lnTo>
                <a:lnTo>
                  <a:pt x="1194" y="823"/>
                </a:lnTo>
                <a:lnTo>
                  <a:pt x="1195" y="823"/>
                </a:lnTo>
                <a:lnTo>
                  <a:pt x="1196" y="824"/>
                </a:lnTo>
                <a:lnTo>
                  <a:pt x="1196" y="825"/>
                </a:lnTo>
                <a:lnTo>
                  <a:pt x="1196" y="826"/>
                </a:lnTo>
                <a:lnTo>
                  <a:pt x="1197" y="827"/>
                </a:lnTo>
                <a:lnTo>
                  <a:pt x="1197" y="828"/>
                </a:lnTo>
                <a:lnTo>
                  <a:pt x="1198" y="828"/>
                </a:lnTo>
                <a:lnTo>
                  <a:pt x="1199" y="828"/>
                </a:lnTo>
                <a:lnTo>
                  <a:pt x="1200" y="828"/>
                </a:lnTo>
                <a:lnTo>
                  <a:pt x="1201" y="828"/>
                </a:lnTo>
                <a:lnTo>
                  <a:pt x="1202" y="828"/>
                </a:lnTo>
                <a:lnTo>
                  <a:pt x="1202" y="829"/>
                </a:lnTo>
                <a:lnTo>
                  <a:pt x="1202" y="830"/>
                </a:lnTo>
                <a:lnTo>
                  <a:pt x="1202" y="831"/>
                </a:lnTo>
                <a:lnTo>
                  <a:pt x="1201" y="831"/>
                </a:lnTo>
                <a:lnTo>
                  <a:pt x="1201" y="832"/>
                </a:lnTo>
                <a:lnTo>
                  <a:pt x="1200" y="831"/>
                </a:lnTo>
                <a:lnTo>
                  <a:pt x="1199" y="831"/>
                </a:lnTo>
                <a:lnTo>
                  <a:pt x="1198" y="831"/>
                </a:lnTo>
                <a:lnTo>
                  <a:pt x="1199" y="832"/>
                </a:lnTo>
                <a:lnTo>
                  <a:pt x="1199" y="833"/>
                </a:lnTo>
                <a:lnTo>
                  <a:pt x="1199" y="834"/>
                </a:lnTo>
                <a:lnTo>
                  <a:pt x="1200" y="834"/>
                </a:lnTo>
                <a:lnTo>
                  <a:pt x="1202" y="835"/>
                </a:lnTo>
                <a:lnTo>
                  <a:pt x="1202" y="836"/>
                </a:lnTo>
                <a:lnTo>
                  <a:pt x="1201" y="837"/>
                </a:lnTo>
                <a:lnTo>
                  <a:pt x="1200" y="838"/>
                </a:lnTo>
                <a:lnTo>
                  <a:pt x="1199" y="838"/>
                </a:lnTo>
                <a:lnTo>
                  <a:pt x="1198" y="838"/>
                </a:lnTo>
                <a:lnTo>
                  <a:pt x="1197" y="838"/>
                </a:lnTo>
                <a:lnTo>
                  <a:pt x="1196" y="838"/>
                </a:lnTo>
                <a:lnTo>
                  <a:pt x="1195" y="839"/>
                </a:lnTo>
                <a:lnTo>
                  <a:pt x="1194" y="839"/>
                </a:lnTo>
                <a:lnTo>
                  <a:pt x="1194" y="840"/>
                </a:lnTo>
                <a:lnTo>
                  <a:pt x="1193" y="840"/>
                </a:lnTo>
                <a:lnTo>
                  <a:pt x="1193" y="841"/>
                </a:lnTo>
                <a:lnTo>
                  <a:pt x="1194" y="841"/>
                </a:lnTo>
                <a:lnTo>
                  <a:pt x="1194" y="842"/>
                </a:lnTo>
                <a:lnTo>
                  <a:pt x="1194" y="843"/>
                </a:lnTo>
                <a:lnTo>
                  <a:pt x="1194" y="844"/>
                </a:lnTo>
                <a:lnTo>
                  <a:pt x="1195" y="844"/>
                </a:lnTo>
                <a:lnTo>
                  <a:pt x="1195" y="845"/>
                </a:lnTo>
                <a:lnTo>
                  <a:pt x="1195" y="847"/>
                </a:lnTo>
                <a:lnTo>
                  <a:pt x="1195" y="848"/>
                </a:lnTo>
                <a:lnTo>
                  <a:pt x="1195" y="850"/>
                </a:lnTo>
                <a:lnTo>
                  <a:pt x="1195" y="851"/>
                </a:lnTo>
                <a:lnTo>
                  <a:pt x="1196" y="851"/>
                </a:lnTo>
                <a:lnTo>
                  <a:pt x="1196" y="852"/>
                </a:lnTo>
                <a:lnTo>
                  <a:pt x="1197" y="852"/>
                </a:lnTo>
                <a:lnTo>
                  <a:pt x="1197" y="853"/>
                </a:lnTo>
                <a:lnTo>
                  <a:pt x="1197" y="854"/>
                </a:lnTo>
                <a:lnTo>
                  <a:pt x="1196" y="854"/>
                </a:lnTo>
                <a:lnTo>
                  <a:pt x="1196" y="855"/>
                </a:lnTo>
                <a:lnTo>
                  <a:pt x="1197" y="856"/>
                </a:lnTo>
                <a:lnTo>
                  <a:pt x="1196" y="856"/>
                </a:lnTo>
                <a:lnTo>
                  <a:pt x="1196" y="857"/>
                </a:lnTo>
                <a:lnTo>
                  <a:pt x="1196" y="858"/>
                </a:lnTo>
                <a:lnTo>
                  <a:pt x="1196" y="859"/>
                </a:lnTo>
                <a:lnTo>
                  <a:pt x="1196" y="861"/>
                </a:lnTo>
                <a:lnTo>
                  <a:pt x="1196" y="862"/>
                </a:lnTo>
                <a:lnTo>
                  <a:pt x="1196" y="863"/>
                </a:lnTo>
                <a:lnTo>
                  <a:pt x="1195" y="863"/>
                </a:lnTo>
                <a:lnTo>
                  <a:pt x="1194" y="864"/>
                </a:lnTo>
                <a:lnTo>
                  <a:pt x="1195" y="864"/>
                </a:lnTo>
                <a:lnTo>
                  <a:pt x="1195" y="865"/>
                </a:lnTo>
                <a:lnTo>
                  <a:pt x="1195" y="866"/>
                </a:lnTo>
                <a:lnTo>
                  <a:pt x="1194" y="868"/>
                </a:lnTo>
                <a:lnTo>
                  <a:pt x="1193" y="868"/>
                </a:lnTo>
                <a:lnTo>
                  <a:pt x="1192" y="869"/>
                </a:lnTo>
                <a:lnTo>
                  <a:pt x="1191" y="870"/>
                </a:lnTo>
                <a:lnTo>
                  <a:pt x="1191" y="871"/>
                </a:lnTo>
                <a:lnTo>
                  <a:pt x="1192" y="872"/>
                </a:lnTo>
                <a:lnTo>
                  <a:pt x="1192" y="873"/>
                </a:lnTo>
                <a:lnTo>
                  <a:pt x="1194" y="874"/>
                </a:lnTo>
                <a:lnTo>
                  <a:pt x="1195" y="874"/>
                </a:lnTo>
                <a:lnTo>
                  <a:pt x="1194" y="875"/>
                </a:lnTo>
                <a:lnTo>
                  <a:pt x="1193" y="876"/>
                </a:lnTo>
                <a:lnTo>
                  <a:pt x="1192" y="876"/>
                </a:lnTo>
                <a:lnTo>
                  <a:pt x="1192" y="877"/>
                </a:lnTo>
                <a:lnTo>
                  <a:pt x="1193" y="877"/>
                </a:lnTo>
                <a:lnTo>
                  <a:pt x="1192" y="879"/>
                </a:lnTo>
                <a:lnTo>
                  <a:pt x="1191" y="880"/>
                </a:lnTo>
                <a:lnTo>
                  <a:pt x="1190" y="880"/>
                </a:lnTo>
                <a:lnTo>
                  <a:pt x="1190" y="881"/>
                </a:lnTo>
                <a:lnTo>
                  <a:pt x="1188" y="882"/>
                </a:lnTo>
                <a:lnTo>
                  <a:pt x="1188" y="881"/>
                </a:lnTo>
                <a:lnTo>
                  <a:pt x="1187" y="881"/>
                </a:lnTo>
                <a:lnTo>
                  <a:pt x="1187" y="882"/>
                </a:lnTo>
                <a:lnTo>
                  <a:pt x="1186" y="882"/>
                </a:lnTo>
                <a:lnTo>
                  <a:pt x="1187" y="882"/>
                </a:lnTo>
                <a:lnTo>
                  <a:pt x="1187" y="883"/>
                </a:lnTo>
                <a:lnTo>
                  <a:pt x="1186" y="883"/>
                </a:lnTo>
                <a:lnTo>
                  <a:pt x="1186" y="884"/>
                </a:lnTo>
                <a:lnTo>
                  <a:pt x="1185" y="884"/>
                </a:lnTo>
                <a:lnTo>
                  <a:pt x="1185" y="885"/>
                </a:lnTo>
                <a:lnTo>
                  <a:pt x="1186" y="885"/>
                </a:lnTo>
                <a:lnTo>
                  <a:pt x="1185" y="885"/>
                </a:lnTo>
                <a:lnTo>
                  <a:pt x="1185" y="886"/>
                </a:lnTo>
                <a:lnTo>
                  <a:pt x="1185" y="887"/>
                </a:lnTo>
                <a:lnTo>
                  <a:pt x="1184" y="887"/>
                </a:lnTo>
                <a:lnTo>
                  <a:pt x="1183" y="887"/>
                </a:lnTo>
                <a:lnTo>
                  <a:pt x="1183" y="888"/>
                </a:lnTo>
                <a:lnTo>
                  <a:pt x="1182" y="888"/>
                </a:lnTo>
                <a:lnTo>
                  <a:pt x="1181" y="888"/>
                </a:lnTo>
                <a:lnTo>
                  <a:pt x="1181" y="887"/>
                </a:lnTo>
                <a:lnTo>
                  <a:pt x="1180" y="887"/>
                </a:lnTo>
                <a:lnTo>
                  <a:pt x="1180" y="888"/>
                </a:lnTo>
                <a:lnTo>
                  <a:pt x="1180" y="889"/>
                </a:lnTo>
                <a:lnTo>
                  <a:pt x="1179" y="889"/>
                </a:lnTo>
                <a:lnTo>
                  <a:pt x="1178" y="889"/>
                </a:lnTo>
                <a:lnTo>
                  <a:pt x="1178" y="890"/>
                </a:lnTo>
                <a:lnTo>
                  <a:pt x="1178" y="891"/>
                </a:lnTo>
                <a:lnTo>
                  <a:pt x="1177" y="891"/>
                </a:lnTo>
                <a:lnTo>
                  <a:pt x="1177" y="892"/>
                </a:lnTo>
                <a:lnTo>
                  <a:pt x="1177" y="893"/>
                </a:lnTo>
                <a:lnTo>
                  <a:pt x="1176" y="893"/>
                </a:lnTo>
                <a:lnTo>
                  <a:pt x="1175" y="893"/>
                </a:lnTo>
                <a:lnTo>
                  <a:pt x="1174" y="893"/>
                </a:lnTo>
                <a:lnTo>
                  <a:pt x="1173" y="892"/>
                </a:lnTo>
                <a:lnTo>
                  <a:pt x="1173" y="891"/>
                </a:lnTo>
                <a:lnTo>
                  <a:pt x="1174" y="891"/>
                </a:lnTo>
                <a:lnTo>
                  <a:pt x="1175" y="891"/>
                </a:lnTo>
                <a:lnTo>
                  <a:pt x="1175" y="890"/>
                </a:lnTo>
                <a:lnTo>
                  <a:pt x="1175" y="889"/>
                </a:lnTo>
                <a:lnTo>
                  <a:pt x="1174" y="888"/>
                </a:lnTo>
                <a:lnTo>
                  <a:pt x="1174" y="887"/>
                </a:lnTo>
                <a:lnTo>
                  <a:pt x="1173" y="887"/>
                </a:lnTo>
                <a:lnTo>
                  <a:pt x="1172" y="887"/>
                </a:lnTo>
                <a:lnTo>
                  <a:pt x="1171" y="887"/>
                </a:lnTo>
                <a:lnTo>
                  <a:pt x="1171" y="886"/>
                </a:lnTo>
                <a:lnTo>
                  <a:pt x="1170" y="886"/>
                </a:lnTo>
                <a:lnTo>
                  <a:pt x="1170" y="887"/>
                </a:lnTo>
                <a:lnTo>
                  <a:pt x="1169" y="887"/>
                </a:lnTo>
                <a:lnTo>
                  <a:pt x="1168" y="887"/>
                </a:lnTo>
                <a:lnTo>
                  <a:pt x="1167" y="886"/>
                </a:lnTo>
                <a:lnTo>
                  <a:pt x="1166" y="885"/>
                </a:lnTo>
                <a:lnTo>
                  <a:pt x="1165" y="885"/>
                </a:lnTo>
                <a:lnTo>
                  <a:pt x="1164" y="885"/>
                </a:lnTo>
                <a:lnTo>
                  <a:pt x="1163" y="885"/>
                </a:lnTo>
                <a:lnTo>
                  <a:pt x="1163" y="886"/>
                </a:lnTo>
                <a:lnTo>
                  <a:pt x="1161" y="886"/>
                </a:lnTo>
                <a:lnTo>
                  <a:pt x="1160" y="885"/>
                </a:lnTo>
                <a:lnTo>
                  <a:pt x="1161" y="885"/>
                </a:lnTo>
                <a:lnTo>
                  <a:pt x="1161" y="883"/>
                </a:lnTo>
                <a:lnTo>
                  <a:pt x="1160" y="883"/>
                </a:lnTo>
                <a:lnTo>
                  <a:pt x="1159" y="881"/>
                </a:lnTo>
                <a:lnTo>
                  <a:pt x="1158" y="881"/>
                </a:lnTo>
                <a:lnTo>
                  <a:pt x="1157" y="881"/>
                </a:lnTo>
                <a:lnTo>
                  <a:pt x="1156" y="881"/>
                </a:lnTo>
                <a:lnTo>
                  <a:pt x="1155" y="881"/>
                </a:lnTo>
                <a:lnTo>
                  <a:pt x="1154" y="882"/>
                </a:lnTo>
                <a:lnTo>
                  <a:pt x="1153" y="882"/>
                </a:lnTo>
                <a:lnTo>
                  <a:pt x="1154" y="881"/>
                </a:lnTo>
                <a:lnTo>
                  <a:pt x="1153" y="881"/>
                </a:lnTo>
                <a:lnTo>
                  <a:pt x="1152" y="882"/>
                </a:lnTo>
                <a:lnTo>
                  <a:pt x="1151" y="882"/>
                </a:lnTo>
                <a:lnTo>
                  <a:pt x="1151" y="883"/>
                </a:lnTo>
                <a:lnTo>
                  <a:pt x="1150" y="883"/>
                </a:lnTo>
                <a:lnTo>
                  <a:pt x="1149" y="884"/>
                </a:lnTo>
                <a:lnTo>
                  <a:pt x="1149" y="885"/>
                </a:lnTo>
                <a:lnTo>
                  <a:pt x="1148" y="885"/>
                </a:lnTo>
                <a:lnTo>
                  <a:pt x="1148" y="886"/>
                </a:lnTo>
                <a:lnTo>
                  <a:pt x="1149" y="887"/>
                </a:lnTo>
                <a:lnTo>
                  <a:pt x="1149" y="888"/>
                </a:lnTo>
                <a:lnTo>
                  <a:pt x="1148" y="888"/>
                </a:lnTo>
                <a:lnTo>
                  <a:pt x="1149" y="888"/>
                </a:lnTo>
                <a:lnTo>
                  <a:pt x="1149" y="889"/>
                </a:lnTo>
                <a:lnTo>
                  <a:pt x="1148" y="890"/>
                </a:lnTo>
                <a:lnTo>
                  <a:pt x="1148" y="891"/>
                </a:lnTo>
                <a:lnTo>
                  <a:pt x="1147" y="891"/>
                </a:lnTo>
                <a:lnTo>
                  <a:pt x="1147" y="890"/>
                </a:lnTo>
                <a:lnTo>
                  <a:pt x="1146" y="890"/>
                </a:lnTo>
                <a:lnTo>
                  <a:pt x="1145" y="890"/>
                </a:lnTo>
                <a:lnTo>
                  <a:pt x="1144" y="891"/>
                </a:lnTo>
                <a:lnTo>
                  <a:pt x="1143" y="891"/>
                </a:lnTo>
                <a:lnTo>
                  <a:pt x="1143" y="892"/>
                </a:lnTo>
                <a:lnTo>
                  <a:pt x="1142" y="892"/>
                </a:lnTo>
                <a:lnTo>
                  <a:pt x="1142" y="891"/>
                </a:lnTo>
                <a:lnTo>
                  <a:pt x="1141" y="892"/>
                </a:lnTo>
                <a:lnTo>
                  <a:pt x="1140" y="892"/>
                </a:lnTo>
                <a:lnTo>
                  <a:pt x="1140" y="893"/>
                </a:lnTo>
                <a:lnTo>
                  <a:pt x="1140" y="894"/>
                </a:lnTo>
                <a:lnTo>
                  <a:pt x="1139" y="895"/>
                </a:lnTo>
                <a:lnTo>
                  <a:pt x="1139" y="896"/>
                </a:lnTo>
                <a:lnTo>
                  <a:pt x="1138" y="896"/>
                </a:lnTo>
                <a:lnTo>
                  <a:pt x="1137" y="896"/>
                </a:lnTo>
                <a:lnTo>
                  <a:pt x="1136" y="897"/>
                </a:lnTo>
                <a:lnTo>
                  <a:pt x="1135" y="898"/>
                </a:lnTo>
                <a:lnTo>
                  <a:pt x="1135" y="899"/>
                </a:lnTo>
                <a:lnTo>
                  <a:pt x="1134" y="900"/>
                </a:lnTo>
                <a:lnTo>
                  <a:pt x="1133" y="900"/>
                </a:lnTo>
                <a:lnTo>
                  <a:pt x="1132" y="901"/>
                </a:lnTo>
                <a:lnTo>
                  <a:pt x="1131" y="901"/>
                </a:lnTo>
                <a:lnTo>
                  <a:pt x="1130" y="900"/>
                </a:lnTo>
                <a:lnTo>
                  <a:pt x="1129" y="900"/>
                </a:lnTo>
                <a:lnTo>
                  <a:pt x="1128" y="900"/>
                </a:lnTo>
                <a:lnTo>
                  <a:pt x="1128" y="901"/>
                </a:lnTo>
                <a:lnTo>
                  <a:pt x="1127" y="901"/>
                </a:lnTo>
                <a:lnTo>
                  <a:pt x="1127" y="900"/>
                </a:lnTo>
                <a:lnTo>
                  <a:pt x="1126" y="900"/>
                </a:lnTo>
                <a:lnTo>
                  <a:pt x="1124" y="900"/>
                </a:lnTo>
                <a:lnTo>
                  <a:pt x="1123" y="900"/>
                </a:lnTo>
                <a:lnTo>
                  <a:pt x="1122" y="900"/>
                </a:lnTo>
                <a:lnTo>
                  <a:pt x="1122" y="901"/>
                </a:lnTo>
                <a:lnTo>
                  <a:pt x="1123" y="901"/>
                </a:lnTo>
                <a:lnTo>
                  <a:pt x="1124" y="901"/>
                </a:lnTo>
                <a:lnTo>
                  <a:pt x="1125" y="901"/>
                </a:lnTo>
                <a:lnTo>
                  <a:pt x="1126" y="902"/>
                </a:lnTo>
                <a:lnTo>
                  <a:pt x="1127" y="902"/>
                </a:lnTo>
                <a:lnTo>
                  <a:pt x="1128" y="902"/>
                </a:lnTo>
                <a:lnTo>
                  <a:pt x="1128" y="903"/>
                </a:lnTo>
                <a:lnTo>
                  <a:pt x="1129" y="903"/>
                </a:lnTo>
                <a:lnTo>
                  <a:pt x="1129" y="904"/>
                </a:lnTo>
                <a:lnTo>
                  <a:pt x="1129" y="905"/>
                </a:lnTo>
                <a:lnTo>
                  <a:pt x="1130" y="905"/>
                </a:lnTo>
                <a:lnTo>
                  <a:pt x="1131" y="905"/>
                </a:lnTo>
                <a:lnTo>
                  <a:pt x="1131" y="906"/>
                </a:lnTo>
                <a:lnTo>
                  <a:pt x="1132" y="906"/>
                </a:lnTo>
                <a:lnTo>
                  <a:pt x="1131" y="907"/>
                </a:lnTo>
                <a:lnTo>
                  <a:pt x="1130" y="908"/>
                </a:lnTo>
                <a:lnTo>
                  <a:pt x="1129" y="907"/>
                </a:lnTo>
                <a:lnTo>
                  <a:pt x="1128" y="907"/>
                </a:lnTo>
                <a:lnTo>
                  <a:pt x="1128" y="908"/>
                </a:lnTo>
                <a:lnTo>
                  <a:pt x="1129" y="908"/>
                </a:lnTo>
                <a:lnTo>
                  <a:pt x="1130" y="908"/>
                </a:lnTo>
                <a:lnTo>
                  <a:pt x="1131" y="909"/>
                </a:lnTo>
                <a:lnTo>
                  <a:pt x="1132" y="910"/>
                </a:lnTo>
                <a:lnTo>
                  <a:pt x="1132" y="911"/>
                </a:lnTo>
                <a:lnTo>
                  <a:pt x="1132" y="913"/>
                </a:lnTo>
                <a:lnTo>
                  <a:pt x="1130" y="913"/>
                </a:lnTo>
                <a:lnTo>
                  <a:pt x="1130" y="914"/>
                </a:lnTo>
                <a:lnTo>
                  <a:pt x="1130" y="913"/>
                </a:lnTo>
                <a:lnTo>
                  <a:pt x="1129" y="913"/>
                </a:lnTo>
                <a:lnTo>
                  <a:pt x="1128" y="913"/>
                </a:lnTo>
                <a:lnTo>
                  <a:pt x="1128" y="911"/>
                </a:lnTo>
                <a:lnTo>
                  <a:pt x="1129" y="911"/>
                </a:lnTo>
                <a:lnTo>
                  <a:pt x="1129" y="910"/>
                </a:lnTo>
                <a:lnTo>
                  <a:pt x="1128" y="909"/>
                </a:lnTo>
                <a:lnTo>
                  <a:pt x="1126" y="909"/>
                </a:lnTo>
                <a:lnTo>
                  <a:pt x="1125" y="909"/>
                </a:lnTo>
                <a:lnTo>
                  <a:pt x="1125" y="910"/>
                </a:lnTo>
                <a:lnTo>
                  <a:pt x="1124" y="910"/>
                </a:lnTo>
                <a:lnTo>
                  <a:pt x="1123" y="911"/>
                </a:lnTo>
                <a:lnTo>
                  <a:pt x="1122" y="913"/>
                </a:lnTo>
                <a:lnTo>
                  <a:pt x="1121" y="913"/>
                </a:lnTo>
                <a:lnTo>
                  <a:pt x="1120" y="913"/>
                </a:lnTo>
                <a:lnTo>
                  <a:pt x="1120" y="914"/>
                </a:lnTo>
                <a:lnTo>
                  <a:pt x="1120" y="915"/>
                </a:lnTo>
                <a:lnTo>
                  <a:pt x="1118" y="915"/>
                </a:lnTo>
                <a:lnTo>
                  <a:pt x="1117" y="915"/>
                </a:lnTo>
                <a:lnTo>
                  <a:pt x="1117" y="916"/>
                </a:lnTo>
                <a:lnTo>
                  <a:pt x="1117" y="917"/>
                </a:lnTo>
                <a:lnTo>
                  <a:pt x="1116" y="918"/>
                </a:lnTo>
                <a:lnTo>
                  <a:pt x="1115" y="919"/>
                </a:lnTo>
                <a:lnTo>
                  <a:pt x="1115" y="920"/>
                </a:lnTo>
                <a:lnTo>
                  <a:pt x="1114" y="920"/>
                </a:lnTo>
                <a:lnTo>
                  <a:pt x="1114" y="921"/>
                </a:lnTo>
                <a:lnTo>
                  <a:pt x="1114" y="922"/>
                </a:lnTo>
                <a:lnTo>
                  <a:pt x="1114" y="923"/>
                </a:lnTo>
                <a:lnTo>
                  <a:pt x="1113" y="924"/>
                </a:lnTo>
                <a:lnTo>
                  <a:pt x="1112" y="925"/>
                </a:lnTo>
                <a:lnTo>
                  <a:pt x="1111" y="925"/>
                </a:lnTo>
                <a:lnTo>
                  <a:pt x="1109" y="925"/>
                </a:lnTo>
                <a:lnTo>
                  <a:pt x="1109" y="927"/>
                </a:lnTo>
                <a:lnTo>
                  <a:pt x="1109" y="928"/>
                </a:lnTo>
                <a:lnTo>
                  <a:pt x="1109" y="929"/>
                </a:lnTo>
                <a:lnTo>
                  <a:pt x="1110" y="930"/>
                </a:lnTo>
                <a:lnTo>
                  <a:pt x="1111" y="931"/>
                </a:lnTo>
                <a:lnTo>
                  <a:pt x="1111" y="932"/>
                </a:lnTo>
                <a:lnTo>
                  <a:pt x="1112" y="932"/>
                </a:lnTo>
                <a:lnTo>
                  <a:pt x="1111" y="932"/>
                </a:lnTo>
                <a:lnTo>
                  <a:pt x="1111" y="933"/>
                </a:lnTo>
                <a:lnTo>
                  <a:pt x="1110" y="933"/>
                </a:lnTo>
                <a:lnTo>
                  <a:pt x="1110" y="934"/>
                </a:lnTo>
                <a:lnTo>
                  <a:pt x="1109" y="934"/>
                </a:lnTo>
                <a:lnTo>
                  <a:pt x="1108" y="934"/>
                </a:lnTo>
                <a:lnTo>
                  <a:pt x="1108" y="933"/>
                </a:lnTo>
                <a:lnTo>
                  <a:pt x="1107" y="933"/>
                </a:lnTo>
                <a:lnTo>
                  <a:pt x="1106" y="933"/>
                </a:lnTo>
                <a:lnTo>
                  <a:pt x="1106" y="932"/>
                </a:lnTo>
                <a:lnTo>
                  <a:pt x="1105" y="932"/>
                </a:lnTo>
                <a:lnTo>
                  <a:pt x="1105" y="931"/>
                </a:lnTo>
                <a:lnTo>
                  <a:pt x="1104" y="931"/>
                </a:lnTo>
                <a:lnTo>
                  <a:pt x="1104" y="930"/>
                </a:lnTo>
                <a:lnTo>
                  <a:pt x="1104" y="929"/>
                </a:lnTo>
                <a:lnTo>
                  <a:pt x="1104" y="928"/>
                </a:lnTo>
                <a:lnTo>
                  <a:pt x="1104" y="927"/>
                </a:lnTo>
                <a:lnTo>
                  <a:pt x="1103" y="927"/>
                </a:lnTo>
                <a:lnTo>
                  <a:pt x="1103" y="926"/>
                </a:lnTo>
                <a:lnTo>
                  <a:pt x="1102" y="926"/>
                </a:lnTo>
                <a:lnTo>
                  <a:pt x="1102" y="925"/>
                </a:lnTo>
                <a:lnTo>
                  <a:pt x="1101" y="925"/>
                </a:lnTo>
                <a:lnTo>
                  <a:pt x="1101" y="924"/>
                </a:lnTo>
                <a:lnTo>
                  <a:pt x="1101" y="923"/>
                </a:lnTo>
                <a:lnTo>
                  <a:pt x="1100" y="923"/>
                </a:lnTo>
                <a:lnTo>
                  <a:pt x="1100" y="922"/>
                </a:lnTo>
                <a:lnTo>
                  <a:pt x="1099" y="922"/>
                </a:lnTo>
                <a:lnTo>
                  <a:pt x="1099" y="921"/>
                </a:lnTo>
                <a:lnTo>
                  <a:pt x="1098" y="921"/>
                </a:lnTo>
                <a:lnTo>
                  <a:pt x="1098" y="920"/>
                </a:lnTo>
                <a:lnTo>
                  <a:pt x="1097" y="920"/>
                </a:lnTo>
                <a:lnTo>
                  <a:pt x="1097" y="919"/>
                </a:lnTo>
                <a:lnTo>
                  <a:pt x="1097" y="918"/>
                </a:lnTo>
                <a:lnTo>
                  <a:pt x="1097" y="917"/>
                </a:lnTo>
                <a:lnTo>
                  <a:pt x="1096" y="917"/>
                </a:lnTo>
                <a:lnTo>
                  <a:pt x="1095" y="917"/>
                </a:lnTo>
                <a:lnTo>
                  <a:pt x="1095" y="918"/>
                </a:lnTo>
                <a:lnTo>
                  <a:pt x="1095" y="919"/>
                </a:lnTo>
                <a:lnTo>
                  <a:pt x="1094" y="919"/>
                </a:lnTo>
                <a:lnTo>
                  <a:pt x="1094" y="920"/>
                </a:lnTo>
                <a:lnTo>
                  <a:pt x="1093" y="920"/>
                </a:lnTo>
                <a:lnTo>
                  <a:pt x="1093" y="919"/>
                </a:lnTo>
                <a:lnTo>
                  <a:pt x="1092" y="919"/>
                </a:lnTo>
                <a:lnTo>
                  <a:pt x="1092" y="918"/>
                </a:lnTo>
                <a:lnTo>
                  <a:pt x="1091" y="918"/>
                </a:lnTo>
                <a:lnTo>
                  <a:pt x="1090" y="917"/>
                </a:lnTo>
                <a:lnTo>
                  <a:pt x="1090" y="916"/>
                </a:lnTo>
                <a:lnTo>
                  <a:pt x="1089" y="915"/>
                </a:lnTo>
                <a:lnTo>
                  <a:pt x="1089" y="916"/>
                </a:lnTo>
                <a:lnTo>
                  <a:pt x="1088" y="916"/>
                </a:lnTo>
                <a:lnTo>
                  <a:pt x="1088" y="915"/>
                </a:lnTo>
                <a:lnTo>
                  <a:pt x="1087" y="915"/>
                </a:lnTo>
                <a:lnTo>
                  <a:pt x="1087" y="914"/>
                </a:lnTo>
                <a:lnTo>
                  <a:pt x="1086" y="914"/>
                </a:lnTo>
                <a:lnTo>
                  <a:pt x="1086" y="913"/>
                </a:lnTo>
                <a:lnTo>
                  <a:pt x="1086" y="911"/>
                </a:lnTo>
                <a:lnTo>
                  <a:pt x="1085" y="911"/>
                </a:lnTo>
                <a:lnTo>
                  <a:pt x="1085" y="910"/>
                </a:lnTo>
                <a:lnTo>
                  <a:pt x="1084" y="910"/>
                </a:lnTo>
                <a:lnTo>
                  <a:pt x="1084" y="909"/>
                </a:lnTo>
                <a:lnTo>
                  <a:pt x="1084" y="908"/>
                </a:lnTo>
                <a:lnTo>
                  <a:pt x="1084" y="907"/>
                </a:lnTo>
                <a:lnTo>
                  <a:pt x="1084" y="906"/>
                </a:lnTo>
                <a:lnTo>
                  <a:pt x="1083" y="906"/>
                </a:lnTo>
                <a:lnTo>
                  <a:pt x="1083" y="905"/>
                </a:lnTo>
                <a:lnTo>
                  <a:pt x="1082" y="905"/>
                </a:lnTo>
                <a:lnTo>
                  <a:pt x="1082" y="904"/>
                </a:lnTo>
                <a:lnTo>
                  <a:pt x="1081" y="904"/>
                </a:lnTo>
                <a:lnTo>
                  <a:pt x="1081" y="903"/>
                </a:lnTo>
                <a:lnTo>
                  <a:pt x="1080" y="903"/>
                </a:lnTo>
                <a:lnTo>
                  <a:pt x="1079" y="904"/>
                </a:lnTo>
                <a:lnTo>
                  <a:pt x="1078" y="904"/>
                </a:lnTo>
                <a:lnTo>
                  <a:pt x="1077" y="905"/>
                </a:lnTo>
                <a:lnTo>
                  <a:pt x="1077" y="906"/>
                </a:lnTo>
                <a:lnTo>
                  <a:pt x="1077" y="907"/>
                </a:lnTo>
                <a:lnTo>
                  <a:pt x="1076" y="907"/>
                </a:lnTo>
                <a:lnTo>
                  <a:pt x="1076" y="908"/>
                </a:lnTo>
                <a:lnTo>
                  <a:pt x="1075" y="908"/>
                </a:lnTo>
                <a:lnTo>
                  <a:pt x="1075" y="909"/>
                </a:lnTo>
                <a:lnTo>
                  <a:pt x="1075" y="910"/>
                </a:lnTo>
                <a:lnTo>
                  <a:pt x="1074" y="910"/>
                </a:lnTo>
                <a:lnTo>
                  <a:pt x="1074" y="911"/>
                </a:lnTo>
                <a:lnTo>
                  <a:pt x="1073" y="911"/>
                </a:lnTo>
                <a:lnTo>
                  <a:pt x="1073" y="910"/>
                </a:lnTo>
                <a:lnTo>
                  <a:pt x="1072" y="910"/>
                </a:lnTo>
                <a:lnTo>
                  <a:pt x="1071" y="910"/>
                </a:lnTo>
                <a:lnTo>
                  <a:pt x="1071" y="911"/>
                </a:lnTo>
                <a:lnTo>
                  <a:pt x="1070" y="911"/>
                </a:lnTo>
                <a:lnTo>
                  <a:pt x="1070" y="913"/>
                </a:lnTo>
                <a:lnTo>
                  <a:pt x="1071" y="913"/>
                </a:lnTo>
                <a:lnTo>
                  <a:pt x="1071" y="914"/>
                </a:lnTo>
                <a:lnTo>
                  <a:pt x="1071" y="915"/>
                </a:lnTo>
                <a:lnTo>
                  <a:pt x="1071" y="916"/>
                </a:lnTo>
                <a:lnTo>
                  <a:pt x="1070" y="916"/>
                </a:lnTo>
                <a:lnTo>
                  <a:pt x="1070" y="917"/>
                </a:lnTo>
                <a:lnTo>
                  <a:pt x="1070" y="918"/>
                </a:lnTo>
                <a:lnTo>
                  <a:pt x="1070" y="919"/>
                </a:lnTo>
                <a:lnTo>
                  <a:pt x="1069" y="919"/>
                </a:lnTo>
                <a:lnTo>
                  <a:pt x="1068" y="919"/>
                </a:lnTo>
                <a:lnTo>
                  <a:pt x="1068" y="920"/>
                </a:lnTo>
                <a:lnTo>
                  <a:pt x="1069" y="920"/>
                </a:lnTo>
                <a:lnTo>
                  <a:pt x="1069" y="921"/>
                </a:lnTo>
                <a:lnTo>
                  <a:pt x="1068" y="921"/>
                </a:lnTo>
                <a:lnTo>
                  <a:pt x="1068" y="922"/>
                </a:lnTo>
                <a:lnTo>
                  <a:pt x="1068" y="923"/>
                </a:lnTo>
                <a:lnTo>
                  <a:pt x="1067" y="923"/>
                </a:lnTo>
                <a:lnTo>
                  <a:pt x="1067" y="922"/>
                </a:lnTo>
                <a:lnTo>
                  <a:pt x="1066" y="922"/>
                </a:lnTo>
                <a:lnTo>
                  <a:pt x="1065" y="922"/>
                </a:lnTo>
                <a:lnTo>
                  <a:pt x="1064" y="922"/>
                </a:lnTo>
                <a:lnTo>
                  <a:pt x="1065" y="922"/>
                </a:lnTo>
                <a:lnTo>
                  <a:pt x="1064" y="922"/>
                </a:lnTo>
                <a:lnTo>
                  <a:pt x="1063" y="922"/>
                </a:lnTo>
                <a:lnTo>
                  <a:pt x="1063" y="921"/>
                </a:lnTo>
                <a:lnTo>
                  <a:pt x="1063" y="920"/>
                </a:lnTo>
                <a:lnTo>
                  <a:pt x="1062" y="920"/>
                </a:lnTo>
                <a:lnTo>
                  <a:pt x="1062" y="921"/>
                </a:lnTo>
                <a:lnTo>
                  <a:pt x="1062" y="920"/>
                </a:lnTo>
                <a:lnTo>
                  <a:pt x="1062" y="921"/>
                </a:lnTo>
                <a:lnTo>
                  <a:pt x="1061" y="921"/>
                </a:lnTo>
                <a:lnTo>
                  <a:pt x="1061" y="920"/>
                </a:lnTo>
                <a:lnTo>
                  <a:pt x="1060" y="920"/>
                </a:lnTo>
                <a:lnTo>
                  <a:pt x="1060" y="919"/>
                </a:lnTo>
                <a:lnTo>
                  <a:pt x="1059" y="919"/>
                </a:lnTo>
                <a:lnTo>
                  <a:pt x="1059" y="920"/>
                </a:lnTo>
                <a:lnTo>
                  <a:pt x="1059" y="921"/>
                </a:lnTo>
                <a:lnTo>
                  <a:pt x="1058" y="921"/>
                </a:lnTo>
                <a:lnTo>
                  <a:pt x="1058" y="922"/>
                </a:lnTo>
                <a:lnTo>
                  <a:pt x="1057" y="922"/>
                </a:lnTo>
                <a:lnTo>
                  <a:pt x="1057" y="923"/>
                </a:lnTo>
                <a:lnTo>
                  <a:pt x="1056" y="923"/>
                </a:lnTo>
                <a:lnTo>
                  <a:pt x="1055" y="923"/>
                </a:lnTo>
                <a:lnTo>
                  <a:pt x="1054" y="923"/>
                </a:lnTo>
                <a:lnTo>
                  <a:pt x="1054" y="924"/>
                </a:lnTo>
                <a:lnTo>
                  <a:pt x="1053" y="924"/>
                </a:lnTo>
                <a:lnTo>
                  <a:pt x="1052" y="924"/>
                </a:lnTo>
                <a:lnTo>
                  <a:pt x="1052" y="925"/>
                </a:lnTo>
                <a:lnTo>
                  <a:pt x="1051" y="925"/>
                </a:lnTo>
                <a:lnTo>
                  <a:pt x="1051" y="926"/>
                </a:lnTo>
                <a:lnTo>
                  <a:pt x="1051" y="925"/>
                </a:lnTo>
                <a:lnTo>
                  <a:pt x="1050" y="925"/>
                </a:lnTo>
                <a:lnTo>
                  <a:pt x="1050" y="926"/>
                </a:lnTo>
                <a:lnTo>
                  <a:pt x="1050" y="925"/>
                </a:lnTo>
                <a:lnTo>
                  <a:pt x="1049" y="925"/>
                </a:lnTo>
                <a:lnTo>
                  <a:pt x="1049" y="924"/>
                </a:lnTo>
                <a:lnTo>
                  <a:pt x="1049" y="923"/>
                </a:lnTo>
                <a:lnTo>
                  <a:pt x="1048" y="923"/>
                </a:lnTo>
                <a:lnTo>
                  <a:pt x="1047" y="923"/>
                </a:lnTo>
                <a:lnTo>
                  <a:pt x="1047" y="922"/>
                </a:lnTo>
                <a:lnTo>
                  <a:pt x="1046" y="922"/>
                </a:lnTo>
                <a:lnTo>
                  <a:pt x="1046" y="923"/>
                </a:lnTo>
                <a:lnTo>
                  <a:pt x="1045" y="923"/>
                </a:lnTo>
                <a:lnTo>
                  <a:pt x="1045" y="924"/>
                </a:lnTo>
                <a:lnTo>
                  <a:pt x="1044" y="924"/>
                </a:lnTo>
                <a:lnTo>
                  <a:pt x="1043" y="924"/>
                </a:lnTo>
                <a:lnTo>
                  <a:pt x="1043" y="925"/>
                </a:lnTo>
                <a:lnTo>
                  <a:pt x="1042" y="925"/>
                </a:lnTo>
                <a:lnTo>
                  <a:pt x="1042" y="926"/>
                </a:lnTo>
                <a:lnTo>
                  <a:pt x="1042" y="927"/>
                </a:lnTo>
                <a:lnTo>
                  <a:pt x="1041" y="927"/>
                </a:lnTo>
                <a:lnTo>
                  <a:pt x="1041" y="928"/>
                </a:lnTo>
                <a:lnTo>
                  <a:pt x="1040" y="928"/>
                </a:lnTo>
                <a:lnTo>
                  <a:pt x="1039" y="928"/>
                </a:lnTo>
                <a:lnTo>
                  <a:pt x="1039" y="929"/>
                </a:lnTo>
                <a:lnTo>
                  <a:pt x="1039" y="930"/>
                </a:lnTo>
                <a:lnTo>
                  <a:pt x="1038" y="930"/>
                </a:lnTo>
                <a:lnTo>
                  <a:pt x="1037" y="930"/>
                </a:lnTo>
                <a:lnTo>
                  <a:pt x="1036" y="930"/>
                </a:lnTo>
                <a:lnTo>
                  <a:pt x="1035" y="930"/>
                </a:lnTo>
                <a:lnTo>
                  <a:pt x="1035" y="931"/>
                </a:lnTo>
                <a:lnTo>
                  <a:pt x="1035" y="932"/>
                </a:lnTo>
                <a:lnTo>
                  <a:pt x="1034" y="932"/>
                </a:lnTo>
                <a:lnTo>
                  <a:pt x="1033" y="932"/>
                </a:lnTo>
                <a:lnTo>
                  <a:pt x="1032" y="932"/>
                </a:lnTo>
                <a:lnTo>
                  <a:pt x="1031" y="932"/>
                </a:lnTo>
                <a:lnTo>
                  <a:pt x="1030" y="932"/>
                </a:lnTo>
                <a:lnTo>
                  <a:pt x="1030" y="933"/>
                </a:lnTo>
                <a:lnTo>
                  <a:pt x="1029" y="933"/>
                </a:lnTo>
                <a:lnTo>
                  <a:pt x="1029" y="934"/>
                </a:lnTo>
                <a:lnTo>
                  <a:pt x="1029" y="935"/>
                </a:lnTo>
                <a:lnTo>
                  <a:pt x="1029" y="936"/>
                </a:lnTo>
                <a:lnTo>
                  <a:pt x="1028" y="936"/>
                </a:lnTo>
                <a:lnTo>
                  <a:pt x="1028" y="937"/>
                </a:lnTo>
                <a:lnTo>
                  <a:pt x="1028" y="938"/>
                </a:lnTo>
                <a:lnTo>
                  <a:pt x="1028" y="939"/>
                </a:lnTo>
                <a:lnTo>
                  <a:pt x="1028" y="940"/>
                </a:lnTo>
                <a:lnTo>
                  <a:pt x="1027" y="940"/>
                </a:lnTo>
                <a:lnTo>
                  <a:pt x="1027" y="939"/>
                </a:lnTo>
                <a:lnTo>
                  <a:pt x="1026" y="939"/>
                </a:lnTo>
                <a:lnTo>
                  <a:pt x="1025" y="939"/>
                </a:lnTo>
                <a:lnTo>
                  <a:pt x="1025" y="938"/>
                </a:lnTo>
                <a:lnTo>
                  <a:pt x="1024" y="938"/>
                </a:lnTo>
                <a:lnTo>
                  <a:pt x="1024" y="937"/>
                </a:lnTo>
                <a:lnTo>
                  <a:pt x="1023" y="937"/>
                </a:lnTo>
                <a:lnTo>
                  <a:pt x="1024" y="937"/>
                </a:lnTo>
                <a:lnTo>
                  <a:pt x="1024" y="936"/>
                </a:lnTo>
                <a:lnTo>
                  <a:pt x="1023" y="936"/>
                </a:lnTo>
                <a:lnTo>
                  <a:pt x="1022" y="935"/>
                </a:lnTo>
                <a:lnTo>
                  <a:pt x="1022" y="936"/>
                </a:lnTo>
                <a:lnTo>
                  <a:pt x="1021" y="936"/>
                </a:lnTo>
                <a:lnTo>
                  <a:pt x="1020" y="936"/>
                </a:lnTo>
                <a:lnTo>
                  <a:pt x="1019" y="936"/>
                </a:lnTo>
                <a:lnTo>
                  <a:pt x="1019" y="937"/>
                </a:lnTo>
                <a:lnTo>
                  <a:pt x="1019" y="938"/>
                </a:lnTo>
                <a:lnTo>
                  <a:pt x="1019" y="939"/>
                </a:lnTo>
                <a:lnTo>
                  <a:pt x="1019" y="940"/>
                </a:lnTo>
                <a:lnTo>
                  <a:pt x="1018" y="940"/>
                </a:lnTo>
                <a:lnTo>
                  <a:pt x="1019" y="940"/>
                </a:lnTo>
                <a:lnTo>
                  <a:pt x="1019" y="941"/>
                </a:lnTo>
                <a:lnTo>
                  <a:pt x="1018" y="941"/>
                </a:lnTo>
                <a:lnTo>
                  <a:pt x="1018" y="942"/>
                </a:lnTo>
                <a:lnTo>
                  <a:pt x="1018" y="943"/>
                </a:lnTo>
                <a:lnTo>
                  <a:pt x="1018" y="944"/>
                </a:lnTo>
                <a:lnTo>
                  <a:pt x="1017" y="944"/>
                </a:lnTo>
                <a:lnTo>
                  <a:pt x="1016" y="944"/>
                </a:lnTo>
                <a:lnTo>
                  <a:pt x="1016" y="943"/>
                </a:lnTo>
                <a:lnTo>
                  <a:pt x="1015" y="943"/>
                </a:lnTo>
                <a:lnTo>
                  <a:pt x="1015" y="944"/>
                </a:lnTo>
                <a:lnTo>
                  <a:pt x="1014" y="944"/>
                </a:lnTo>
                <a:lnTo>
                  <a:pt x="1014" y="945"/>
                </a:lnTo>
                <a:lnTo>
                  <a:pt x="1013" y="945"/>
                </a:lnTo>
                <a:lnTo>
                  <a:pt x="1013" y="944"/>
                </a:lnTo>
                <a:lnTo>
                  <a:pt x="1013" y="946"/>
                </a:lnTo>
                <a:lnTo>
                  <a:pt x="1013" y="945"/>
                </a:lnTo>
                <a:lnTo>
                  <a:pt x="1012" y="945"/>
                </a:lnTo>
                <a:lnTo>
                  <a:pt x="1011" y="945"/>
                </a:lnTo>
                <a:lnTo>
                  <a:pt x="1011" y="946"/>
                </a:lnTo>
                <a:lnTo>
                  <a:pt x="1010" y="946"/>
                </a:lnTo>
                <a:lnTo>
                  <a:pt x="1010" y="945"/>
                </a:lnTo>
                <a:lnTo>
                  <a:pt x="1009" y="945"/>
                </a:lnTo>
                <a:lnTo>
                  <a:pt x="1008" y="945"/>
                </a:lnTo>
                <a:lnTo>
                  <a:pt x="1007" y="945"/>
                </a:lnTo>
                <a:lnTo>
                  <a:pt x="1007" y="946"/>
                </a:lnTo>
                <a:lnTo>
                  <a:pt x="1008" y="946"/>
                </a:lnTo>
                <a:lnTo>
                  <a:pt x="1008" y="947"/>
                </a:lnTo>
                <a:lnTo>
                  <a:pt x="1008" y="948"/>
                </a:lnTo>
                <a:lnTo>
                  <a:pt x="1008" y="949"/>
                </a:lnTo>
                <a:lnTo>
                  <a:pt x="1008" y="950"/>
                </a:lnTo>
                <a:lnTo>
                  <a:pt x="1009" y="950"/>
                </a:lnTo>
                <a:lnTo>
                  <a:pt x="1009" y="951"/>
                </a:lnTo>
                <a:lnTo>
                  <a:pt x="1010" y="951"/>
                </a:lnTo>
                <a:lnTo>
                  <a:pt x="1009" y="951"/>
                </a:lnTo>
                <a:lnTo>
                  <a:pt x="1009" y="952"/>
                </a:lnTo>
                <a:lnTo>
                  <a:pt x="1009" y="953"/>
                </a:lnTo>
                <a:lnTo>
                  <a:pt x="1009" y="954"/>
                </a:lnTo>
                <a:lnTo>
                  <a:pt x="1010" y="954"/>
                </a:lnTo>
                <a:lnTo>
                  <a:pt x="1010" y="955"/>
                </a:lnTo>
                <a:lnTo>
                  <a:pt x="1010" y="956"/>
                </a:lnTo>
                <a:lnTo>
                  <a:pt x="1010" y="957"/>
                </a:lnTo>
                <a:lnTo>
                  <a:pt x="1011" y="957"/>
                </a:lnTo>
                <a:lnTo>
                  <a:pt x="1011" y="958"/>
                </a:lnTo>
                <a:lnTo>
                  <a:pt x="1011" y="960"/>
                </a:lnTo>
                <a:lnTo>
                  <a:pt x="1011" y="961"/>
                </a:lnTo>
                <a:lnTo>
                  <a:pt x="1012" y="962"/>
                </a:lnTo>
                <a:lnTo>
                  <a:pt x="1011" y="962"/>
                </a:lnTo>
                <a:lnTo>
                  <a:pt x="1011" y="963"/>
                </a:lnTo>
                <a:lnTo>
                  <a:pt x="1012" y="963"/>
                </a:lnTo>
                <a:lnTo>
                  <a:pt x="1012" y="964"/>
                </a:lnTo>
                <a:lnTo>
                  <a:pt x="1013" y="964"/>
                </a:lnTo>
                <a:lnTo>
                  <a:pt x="1012" y="964"/>
                </a:lnTo>
                <a:lnTo>
                  <a:pt x="1012" y="965"/>
                </a:lnTo>
                <a:lnTo>
                  <a:pt x="1013" y="965"/>
                </a:lnTo>
                <a:lnTo>
                  <a:pt x="1013" y="964"/>
                </a:lnTo>
                <a:lnTo>
                  <a:pt x="1013" y="965"/>
                </a:lnTo>
                <a:lnTo>
                  <a:pt x="1014" y="965"/>
                </a:lnTo>
                <a:lnTo>
                  <a:pt x="1014" y="966"/>
                </a:lnTo>
                <a:lnTo>
                  <a:pt x="1015" y="966"/>
                </a:lnTo>
                <a:lnTo>
                  <a:pt x="1015" y="965"/>
                </a:lnTo>
                <a:lnTo>
                  <a:pt x="1015" y="966"/>
                </a:lnTo>
                <a:lnTo>
                  <a:pt x="1016" y="965"/>
                </a:lnTo>
                <a:lnTo>
                  <a:pt x="1016" y="966"/>
                </a:lnTo>
                <a:lnTo>
                  <a:pt x="1016" y="967"/>
                </a:lnTo>
                <a:lnTo>
                  <a:pt x="1016" y="968"/>
                </a:lnTo>
                <a:lnTo>
                  <a:pt x="1016" y="969"/>
                </a:lnTo>
                <a:lnTo>
                  <a:pt x="1016" y="970"/>
                </a:lnTo>
                <a:lnTo>
                  <a:pt x="1016" y="971"/>
                </a:lnTo>
                <a:lnTo>
                  <a:pt x="1015" y="971"/>
                </a:lnTo>
                <a:lnTo>
                  <a:pt x="1014" y="972"/>
                </a:lnTo>
                <a:lnTo>
                  <a:pt x="1013" y="972"/>
                </a:lnTo>
                <a:lnTo>
                  <a:pt x="1013" y="973"/>
                </a:lnTo>
                <a:lnTo>
                  <a:pt x="1013" y="974"/>
                </a:lnTo>
                <a:lnTo>
                  <a:pt x="1012" y="974"/>
                </a:lnTo>
                <a:lnTo>
                  <a:pt x="1010" y="974"/>
                </a:lnTo>
                <a:lnTo>
                  <a:pt x="1009" y="974"/>
                </a:lnTo>
                <a:lnTo>
                  <a:pt x="1008" y="974"/>
                </a:lnTo>
                <a:lnTo>
                  <a:pt x="1008" y="975"/>
                </a:lnTo>
                <a:lnTo>
                  <a:pt x="1007" y="975"/>
                </a:lnTo>
                <a:lnTo>
                  <a:pt x="1007" y="976"/>
                </a:lnTo>
                <a:lnTo>
                  <a:pt x="1006" y="976"/>
                </a:lnTo>
                <a:lnTo>
                  <a:pt x="1006" y="977"/>
                </a:lnTo>
                <a:lnTo>
                  <a:pt x="1005" y="977"/>
                </a:lnTo>
                <a:lnTo>
                  <a:pt x="1005" y="976"/>
                </a:lnTo>
                <a:lnTo>
                  <a:pt x="1004" y="976"/>
                </a:lnTo>
                <a:lnTo>
                  <a:pt x="1004" y="977"/>
                </a:lnTo>
                <a:lnTo>
                  <a:pt x="1003" y="977"/>
                </a:lnTo>
                <a:lnTo>
                  <a:pt x="1003" y="978"/>
                </a:lnTo>
                <a:lnTo>
                  <a:pt x="1003" y="979"/>
                </a:lnTo>
                <a:lnTo>
                  <a:pt x="1002" y="979"/>
                </a:lnTo>
                <a:lnTo>
                  <a:pt x="1002" y="980"/>
                </a:lnTo>
                <a:lnTo>
                  <a:pt x="1002" y="981"/>
                </a:lnTo>
                <a:lnTo>
                  <a:pt x="1002" y="982"/>
                </a:lnTo>
                <a:lnTo>
                  <a:pt x="1001" y="982"/>
                </a:lnTo>
                <a:lnTo>
                  <a:pt x="1001" y="983"/>
                </a:lnTo>
                <a:lnTo>
                  <a:pt x="1001" y="984"/>
                </a:lnTo>
                <a:lnTo>
                  <a:pt x="1000" y="984"/>
                </a:lnTo>
                <a:lnTo>
                  <a:pt x="1000" y="983"/>
                </a:lnTo>
                <a:lnTo>
                  <a:pt x="999" y="983"/>
                </a:lnTo>
                <a:lnTo>
                  <a:pt x="998" y="983"/>
                </a:lnTo>
                <a:lnTo>
                  <a:pt x="998" y="984"/>
                </a:lnTo>
                <a:lnTo>
                  <a:pt x="997" y="984"/>
                </a:lnTo>
                <a:lnTo>
                  <a:pt x="997" y="985"/>
                </a:lnTo>
                <a:lnTo>
                  <a:pt x="996" y="985"/>
                </a:lnTo>
                <a:lnTo>
                  <a:pt x="997" y="985"/>
                </a:lnTo>
                <a:lnTo>
                  <a:pt x="997" y="986"/>
                </a:lnTo>
                <a:lnTo>
                  <a:pt x="998" y="986"/>
                </a:lnTo>
                <a:lnTo>
                  <a:pt x="998" y="987"/>
                </a:lnTo>
                <a:lnTo>
                  <a:pt x="998" y="988"/>
                </a:lnTo>
                <a:lnTo>
                  <a:pt x="998" y="989"/>
                </a:lnTo>
                <a:lnTo>
                  <a:pt x="997" y="989"/>
                </a:lnTo>
                <a:lnTo>
                  <a:pt x="996" y="989"/>
                </a:lnTo>
                <a:lnTo>
                  <a:pt x="995" y="989"/>
                </a:lnTo>
                <a:lnTo>
                  <a:pt x="995" y="988"/>
                </a:lnTo>
                <a:lnTo>
                  <a:pt x="994" y="988"/>
                </a:lnTo>
                <a:lnTo>
                  <a:pt x="993" y="988"/>
                </a:lnTo>
                <a:lnTo>
                  <a:pt x="992" y="988"/>
                </a:lnTo>
                <a:lnTo>
                  <a:pt x="992" y="989"/>
                </a:lnTo>
                <a:lnTo>
                  <a:pt x="992" y="988"/>
                </a:lnTo>
                <a:lnTo>
                  <a:pt x="992" y="989"/>
                </a:lnTo>
                <a:lnTo>
                  <a:pt x="991" y="989"/>
                </a:lnTo>
                <a:lnTo>
                  <a:pt x="990" y="989"/>
                </a:lnTo>
                <a:lnTo>
                  <a:pt x="989" y="989"/>
                </a:lnTo>
                <a:lnTo>
                  <a:pt x="988" y="989"/>
                </a:lnTo>
                <a:lnTo>
                  <a:pt x="988" y="988"/>
                </a:lnTo>
                <a:lnTo>
                  <a:pt x="987" y="988"/>
                </a:lnTo>
                <a:lnTo>
                  <a:pt x="987" y="987"/>
                </a:lnTo>
                <a:lnTo>
                  <a:pt x="986" y="987"/>
                </a:lnTo>
                <a:lnTo>
                  <a:pt x="985" y="987"/>
                </a:lnTo>
                <a:lnTo>
                  <a:pt x="984" y="987"/>
                </a:lnTo>
                <a:lnTo>
                  <a:pt x="983" y="987"/>
                </a:lnTo>
                <a:lnTo>
                  <a:pt x="983" y="986"/>
                </a:lnTo>
                <a:lnTo>
                  <a:pt x="983" y="985"/>
                </a:lnTo>
                <a:lnTo>
                  <a:pt x="982" y="985"/>
                </a:lnTo>
                <a:lnTo>
                  <a:pt x="982" y="986"/>
                </a:lnTo>
                <a:lnTo>
                  <a:pt x="982" y="987"/>
                </a:lnTo>
                <a:lnTo>
                  <a:pt x="982" y="988"/>
                </a:lnTo>
                <a:lnTo>
                  <a:pt x="982" y="989"/>
                </a:lnTo>
                <a:lnTo>
                  <a:pt x="982" y="988"/>
                </a:lnTo>
                <a:lnTo>
                  <a:pt x="981" y="988"/>
                </a:lnTo>
                <a:lnTo>
                  <a:pt x="981" y="989"/>
                </a:lnTo>
                <a:lnTo>
                  <a:pt x="981" y="990"/>
                </a:lnTo>
                <a:lnTo>
                  <a:pt x="981" y="989"/>
                </a:lnTo>
                <a:lnTo>
                  <a:pt x="980" y="989"/>
                </a:lnTo>
                <a:lnTo>
                  <a:pt x="979" y="989"/>
                </a:lnTo>
                <a:lnTo>
                  <a:pt x="979" y="990"/>
                </a:lnTo>
                <a:lnTo>
                  <a:pt x="979" y="989"/>
                </a:lnTo>
                <a:lnTo>
                  <a:pt x="979" y="988"/>
                </a:lnTo>
                <a:lnTo>
                  <a:pt x="980" y="988"/>
                </a:lnTo>
                <a:lnTo>
                  <a:pt x="980" y="987"/>
                </a:lnTo>
                <a:lnTo>
                  <a:pt x="979" y="987"/>
                </a:lnTo>
                <a:lnTo>
                  <a:pt x="979" y="986"/>
                </a:lnTo>
                <a:lnTo>
                  <a:pt x="979" y="985"/>
                </a:lnTo>
                <a:lnTo>
                  <a:pt x="978" y="985"/>
                </a:lnTo>
                <a:lnTo>
                  <a:pt x="978" y="984"/>
                </a:lnTo>
                <a:lnTo>
                  <a:pt x="977" y="984"/>
                </a:lnTo>
                <a:lnTo>
                  <a:pt x="976" y="984"/>
                </a:lnTo>
                <a:lnTo>
                  <a:pt x="976" y="985"/>
                </a:lnTo>
                <a:lnTo>
                  <a:pt x="975" y="985"/>
                </a:lnTo>
                <a:lnTo>
                  <a:pt x="974" y="985"/>
                </a:lnTo>
                <a:lnTo>
                  <a:pt x="974" y="986"/>
                </a:lnTo>
                <a:lnTo>
                  <a:pt x="973" y="986"/>
                </a:lnTo>
                <a:lnTo>
                  <a:pt x="972" y="986"/>
                </a:lnTo>
                <a:lnTo>
                  <a:pt x="971" y="986"/>
                </a:lnTo>
                <a:lnTo>
                  <a:pt x="972" y="987"/>
                </a:lnTo>
                <a:lnTo>
                  <a:pt x="973" y="987"/>
                </a:lnTo>
                <a:lnTo>
                  <a:pt x="972" y="987"/>
                </a:lnTo>
                <a:lnTo>
                  <a:pt x="971" y="988"/>
                </a:lnTo>
                <a:lnTo>
                  <a:pt x="970" y="988"/>
                </a:lnTo>
                <a:lnTo>
                  <a:pt x="970" y="989"/>
                </a:lnTo>
                <a:lnTo>
                  <a:pt x="969" y="989"/>
                </a:lnTo>
                <a:lnTo>
                  <a:pt x="969" y="990"/>
                </a:lnTo>
                <a:lnTo>
                  <a:pt x="968" y="990"/>
                </a:lnTo>
                <a:lnTo>
                  <a:pt x="968" y="991"/>
                </a:lnTo>
                <a:lnTo>
                  <a:pt x="969" y="991"/>
                </a:lnTo>
                <a:lnTo>
                  <a:pt x="968" y="991"/>
                </a:lnTo>
                <a:lnTo>
                  <a:pt x="968" y="992"/>
                </a:lnTo>
                <a:lnTo>
                  <a:pt x="967" y="992"/>
                </a:lnTo>
                <a:lnTo>
                  <a:pt x="967" y="993"/>
                </a:lnTo>
                <a:lnTo>
                  <a:pt x="967" y="994"/>
                </a:lnTo>
                <a:lnTo>
                  <a:pt x="966" y="994"/>
                </a:lnTo>
                <a:lnTo>
                  <a:pt x="965" y="994"/>
                </a:lnTo>
                <a:lnTo>
                  <a:pt x="965" y="995"/>
                </a:lnTo>
                <a:lnTo>
                  <a:pt x="964" y="995"/>
                </a:lnTo>
                <a:lnTo>
                  <a:pt x="964" y="996"/>
                </a:lnTo>
                <a:lnTo>
                  <a:pt x="963" y="996"/>
                </a:lnTo>
                <a:lnTo>
                  <a:pt x="963" y="997"/>
                </a:lnTo>
                <a:lnTo>
                  <a:pt x="962" y="997"/>
                </a:lnTo>
                <a:lnTo>
                  <a:pt x="962" y="998"/>
                </a:lnTo>
                <a:lnTo>
                  <a:pt x="961" y="998"/>
                </a:lnTo>
                <a:lnTo>
                  <a:pt x="960" y="999"/>
                </a:lnTo>
                <a:lnTo>
                  <a:pt x="959" y="999"/>
                </a:lnTo>
                <a:lnTo>
                  <a:pt x="958" y="999"/>
                </a:lnTo>
                <a:lnTo>
                  <a:pt x="958" y="1000"/>
                </a:lnTo>
                <a:lnTo>
                  <a:pt x="957" y="1000"/>
                </a:lnTo>
                <a:lnTo>
                  <a:pt x="956" y="1000"/>
                </a:lnTo>
                <a:lnTo>
                  <a:pt x="955" y="1001"/>
                </a:lnTo>
                <a:lnTo>
                  <a:pt x="954" y="1001"/>
                </a:lnTo>
                <a:lnTo>
                  <a:pt x="954" y="1002"/>
                </a:lnTo>
                <a:lnTo>
                  <a:pt x="953" y="1002"/>
                </a:lnTo>
                <a:lnTo>
                  <a:pt x="953" y="1003"/>
                </a:lnTo>
                <a:lnTo>
                  <a:pt x="952" y="1003"/>
                </a:lnTo>
                <a:lnTo>
                  <a:pt x="952" y="1004"/>
                </a:lnTo>
                <a:lnTo>
                  <a:pt x="952" y="1005"/>
                </a:lnTo>
                <a:lnTo>
                  <a:pt x="951" y="1005"/>
                </a:lnTo>
                <a:lnTo>
                  <a:pt x="952" y="1005"/>
                </a:lnTo>
                <a:lnTo>
                  <a:pt x="951" y="1005"/>
                </a:lnTo>
                <a:lnTo>
                  <a:pt x="951" y="1006"/>
                </a:lnTo>
                <a:lnTo>
                  <a:pt x="951" y="1005"/>
                </a:lnTo>
                <a:lnTo>
                  <a:pt x="951" y="1006"/>
                </a:lnTo>
                <a:lnTo>
                  <a:pt x="951" y="1007"/>
                </a:lnTo>
                <a:lnTo>
                  <a:pt x="950" y="1007"/>
                </a:lnTo>
                <a:lnTo>
                  <a:pt x="950" y="1006"/>
                </a:lnTo>
                <a:lnTo>
                  <a:pt x="949" y="1006"/>
                </a:lnTo>
                <a:lnTo>
                  <a:pt x="949" y="1007"/>
                </a:lnTo>
                <a:lnTo>
                  <a:pt x="948" y="1007"/>
                </a:lnTo>
                <a:lnTo>
                  <a:pt x="948" y="1008"/>
                </a:lnTo>
                <a:lnTo>
                  <a:pt x="947" y="1008"/>
                </a:lnTo>
                <a:lnTo>
                  <a:pt x="947" y="1009"/>
                </a:lnTo>
                <a:lnTo>
                  <a:pt x="946" y="1008"/>
                </a:lnTo>
                <a:lnTo>
                  <a:pt x="945" y="1008"/>
                </a:lnTo>
                <a:lnTo>
                  <a:pt x="944" y="1008"/>
                </a:lnTo>
                <a:lnTo>
                  <a:pt x="944" y="1007"/>
                </a:lnTo>
                <a:lnTo>
                  <a:pt x="944" y="1006"/>
                </a:lnTo>
                <a:lnTo>
                  <a:pt x="943" y="1006"/>
                </a:lnTo>
                <a:lnTo>
                  <a:pt x="943" y="1005"/>
                </a:lnTo>
                <a:lnTo>
                  <a:pt x="943" y="1004"/>
                </a:lnTo>
                <a:lnTo>
                  <a:pt x="942" y="1004"/>
                </a:lnTo>
                <a:lnTo>
                  <a:pt x="942" y="1003"/>
                </a:lnTo>
                <a:lnTo>
                  <a:pt x="941" y="1003"/>
                </a:lnTo>
                <a:lnTo>
                  <a:pt x="941" y="1002"/>
                </a:lnTo>
                <a:lnTo>
                  <a:pt x="940" y="1002"/>
                </a:lnTo>
                <a:lnTo>
                  <a:pt x="939" y="1002"/>
                </a:lnTo>
                <a:lnTo>
                  <a:pt x="938" y="1002"/>
                </a:lnTo>
                <a:lnTo>
                  <a:pt x="937" y="1002"/>
                </a:lnTo>
                <a:lnTo>
                  <a:pt x="936" y="1002"/>
                </a:lnTo>
                <a:lnTo>
                  <a:pt x="936" y="1001"/>
                </a:lnTo>
                <a:lnTo>
                  <a:pt x="935" y="1001"/>
                </a:lnTo>
                <a:lnTo>
                  <a:pt x="934" y="1001"/>
                </a:lnTo>
                <a:lnTo>
                  <a:pt x="934" y="1000"/>
                </a:lnTo>
                <a:lnTo>
                  <a:pt x="934" y="1001"/>
                </a:lnTo>
                <a:lnTo>
                  <a:pt x="933" y="1001"/>
                </a:lnTo>
                <a:lnTo>
                  <a:pt x="933" y="1000"/>
                </a:lnTo>
                <a:lnTo>
                  <a:pt x="933" y="999"/>
                </a:lnTo>
                <a:lnTo>
                  <a:pt x="932" y="999"/>
                </a:lnTo>
                <a:lnTo>
                  <a:pt x="932" y="998"/>
                </a:lnTo>
                <a:lnTo>
                  <a:pt x="931" y="997"/>
                </a:lnTo>
                <a:lnTo>
                  <a:pt x="931" y="996"/>
                </a:lnTo>
                <a:lnTo>
                  <a:pt x="931" y="995"/>
                </a:lnTo>
                <a:lnTo>
                  <a:pt x="931" y="994"/>
                </a:lnTo>
                <a:lnTo>
                  <a:pt x="931" y="993"/>
                </a:lnTo>
                <a:lnTo>
                  <a:pt x="932" y="993"/>
                </a:lnTo>
                <a:lnTo>
                  <a:pt x="932" y="992"/>
                </a:lnTo>
                <a:lnTo>
                  <a:pt x="932" y="991"/>
                </a:lnTo>
                <a:lnTo>
                  <a:pt x="932" y="990"/>
                </a:lnTo>
                <a:lnTo>
                  <a:pt x="933" y="990"/>
                </a:lnTo>
                <a:lnTo>
                  <a:pt x="932" y="990"/>
                </a:lnTo>
                <a:lnTo>
                  <a:pt x="932" y="989"/>
                </a:lnTo>
                <a:lnTo>
                  <a:pt x="932" y="988"/>
                </a:lnTo>
                <a:lnTo>
                  <a:pt x="933" y="988"/>
                </a:lnTo>
                <a:lnTo>
                  <a:pt x="933" y="987"/>
                </a:lnTo>
                <a:lnTo>
                  <a:pt x="932" y="987"/>
                </a:lnTo>
                <a:lnTo>
                  <a:pt x="933" y="987"/>
                </a:lnTo>
                <a:lnTo>
                  <a:pt x="932" y="987"/>
                </a:lnTo>
                <a:lnTo>
                  <a:pt x="932" y="986"/>
                </a:lnTo>
                <a:lnTo>
                  <a:pt x="933" y="986"/>
                </a:lnTo>
                <a:lnTo>
                  <a:pt x="932" y="986"/>
                </a:lnTo>
                <a:lnTo>
                  <a:pt x="932" y="985"/>
                </a:lnTo>
                <a:lnTo>
                  <a:pt x="931" y="985"/>
                </a:lnTo>
                <a:lnTo>
                  <a:pt x="930" y="985"/>
                </a:lnTo>
                <a:lnTo>
                  <a:pt x="930" y="986"/>
                </a:lnTo>
                <a:lnTo>
                  <a:pt x="929" y="986"/>
                </a:lnTo>
                <a:lnTo>
                  <a:pt x="929" y="985"/>
                </a:lnTo>
                <a:lnTo>
                  <a:pt x="929" y="986"/>
                </a:lnTo>
                <a:lnTo>
                  <a:pt x="928" y="986"/>
                </a:lnTo>
                <a:lnTo>
                  <a:pt x="927" y="986"/>
                </a:lnTo>
                <a:lnTo>
                  <a:pt x="927" y="987"/>
                </a:lnTo>
                <a:lnTo>
                  <a:pt x="926" y="987"/>
                </a:lnTo>
                <a:lnTo>
                  <a:pt x="925" y="987"/>
                </a:lnTo>
                <a:lnTo>
                  <a:pt x="924" y="987"/>
                </a:lnTo>
                <a:lnTo>
                  <a:pt x="923" y="988"/>
                </a:lnTo>
                <a:lnTo>
                  <a:pt x="922" y="988"/>
                </a:lnTo>
                <a:lnTo>
                  <a:pt x="922" y="989"/>
                </a:lnTo>
                <a:lnTo>
                  <a:pt x="922" y="988"/>
                </a:lnTo>
                <a:lnTo>
                  <a:pt x="921" y="988"/>
                </a:lnTo>
                <a:lnTo>
                  <a:pt x="920" y="988"/>
                </a:lnTo>
                <a:lnTo>
                  <a:pt x="920" y="989"/>
                </a:lnTo>
                <a:lnTo>
                  <a:pt x="919" y="989"/>
                </a:lnTo>
                <a:lnTo>
                  <a:pt x="919" y="988"/>
                </a:lnTo>
                <a:lnTo>
                  <a:pt x="918" y="988"/>
                </a:lnTo>
                <a:lnTo>
                  <a:pt x="918" y="989"/>
                </a:lnTo>
                <a:lnTo>
                  <a:pt x="917" y="989"/>
                </a:lnTo>
                <a:lnTo>
                  <a:pt x="917" y="990"/>
                </a:lnTo>
                <a:lnTo>
                  <a:pt x="916" y="990"/>
                </a:lnTo>
                <a:lnTo>
                  <a:pt x="915" y="990"/>
                </a:lnTo>
                <a:lnTo>
                  <a:pt x="915" y="991"/>
                </a:lnTo>
                <a:lnTo>
                  <a:pt x="914" y="991"/>
                </a:lnTo>
                <a:lnTo>
                  <a:pt x="914" y="990"/>
                </a:lnTo>
                <a:lnTo>
                  <a:pt x="913" y="990"/>
                </a:lnTo>
                <a:lnTo>
                  <a:pt x="912" y="990"/>
                </a:lnTo>
                <a:lnTo>
                  <a:pt x="911" y="990"/>
                </a:lnTo>
                <a:lnTo>
                  <a:pt x="910" y="991"/>
                </a:lnTo>
                <a:lnTo>
                  <a:pt x="909" y="991"/>
                </a:lnTo>
                <a:lnTo>
                  <a:pt x="909" y="992"/>
                </a:lnTo>
                <a:lnTo>
                  <a:pt x="909" y="993"/>
                </a:lnTo>
                <a:lnTo>
                  <a:pt x="908" y="993"/>
                </a:lnTo>
                <a:lnTo>
                  <a:pt x="908" y="994"/>
                </a:lnTo>
                <a:lnTo>
                  <a:pt x="908" y="995"/>
                </a:lnTo>
                <a:lnTo>
                  <a:pt x="907" y="995"/>
                </a:lnTo>
                <a:lnTo>
                  <a:pt x="907" y="996"/>
                </a:lnTo>
                <a:lnTo>
                  <a:pt x="906" y="996"/>
                </a:lnTo>
                <a:lnTo>
                  <a:pt x="906" y="997"/>
                </a:lnTo>
                <a:lnTo>
                  <a:pt x="906" y="996"/>
                </a:lnTo>
                <a:lnTo>
                  <a:pt x="906" y="997"/>
                </a:lnTo>
                <a:lnTo>
                  <a:pt x="905" y="997"/>
                </a:lnTo>
                <a:lnTo>
                  <a:pt x="905" y="998"/>
                </a:lnTo>
                <a:lnTo>
                  <a:pt x="904" y="998"/>
                </a:lnTo>
                <a:lnTo>
                  <a:pt x="904" y="999"/>
                </a:lnTo>
                <a:lnTo>
                  <a:pt x="903" y="999"/>
                </a:lnTo>
                <a:lnTo>
                  <a:pt x="903" y="1000"/>
                </a:lnTo>
                <a:lnTo>
                  <a:pt x="902" y="1000"/>
                </a:lnTo>
                <a:lnTo>
                  <a:pt x="902" y="1001"/>
                </a:lnTo>
                <a:lnTo>
                  <a:pt x="901" y="1001"/>
                </a:lnTo>
                <a:lnTo>
                  <a:pt x="901" y="1002"/>
                </a:lnTo>
                <a:lnTo>
                  <a:pt x="901" y="1003"/>
                </a:lnTo>
                <a:lnTo>
                  <a:pt x="900" y="1003"/>
                </a:lnTo>
                <a:lnTo>
                  <a:pt x="900" y="1004"/>
                </a:lnTo>
                <a:lnTo>
                  <a:pt x="900" y="1005"/>
                </a:lnTo>
                <a:lnTo>
                  <a:pt x="900" y="1006"/>
                </a:lnTo>
                <a:lnTo>
                  <a:pt x="899" y="1006"/>
                </a:lnTo>
                <a:lnTo>
                  <a:pt x="899" y="1007"/>
                </a:lnTo>
                <a:lnTo>
                  <a:pt x="899" y="1008"/>
                </a:lnTo>
                <a:lnTo>
                  <a:pt x="899" y="1009"/>
                </a:lnTo>
                <a:lnTo>
                  <a:pt x="900" y="1009"/>
                </a:lnTo>
                <a:lnTo>
                  <a:pt x="900" y="1010"/>
                </a:lnTo>
                <a:lnTo>
                  <a:pt x="900" y="1011"/>
                </a:lnTo>
                <a:lnTo>
                  <a:pt x="899" y="1011"/>
                </a:lnTo>
                <a:lnTo>
                  <a:pt x="899" y="1012"/>
                </a:lnTo>
                <a:lnTo>
                  <a:pt x="899" y="1013"/>
                </a:lnTo>
                <a:lnTo>
                  <a:pt x="899" y="1014"/>
                </a:lnTo>
                <a:lnTo>
                  <a:pt x="899" y="1015"/>
                </a:lnTo>
                <a:lnTo>
                  <a:pt x="899" y="1016"/>
                </a:lnTo>
                <a:lnTo>
                  <a:pt x="899" y="1017"/>
                </a:lnTo>
                <a:lnTo>
                  <a:pt x="899" y="1018"/>
                </a:lnTo>
                <a:lnTo>
                  <a:pt x="898" y="1018"/>
                </a:lnTo>
                <a:lnTo>
                  <a:pt x="898" y="1019"/>
                </a:lnTo>
                <a:lnTo>
                  <a:pt x="898" y="1020"/>
                </a:lnTo>
                <a:lnTo>
                  <a:pt x="898" y="1021"/>
                </a:lnTo>
                <a:lnTo>
                  <a:pt x="897" y="1021"/>
                </a:lnTo>
                <a:lnTo>
                  <a:pt x="898" y="1021"/>
                </a:lnTo>
                <a:lnTo>
                  <a:pt x="897" y="1021"/>
                </a:lnTo>
                <a:lnTo>
                  <a:pt x="898" y="1021"/>
                </a:lnTo>
                <a:lnTo>
                  <a:pt x="897" y="1021"/>
                </a:lnTo>
                <a:lnTo>
                  <a:pt x="897" y="1022"/>
                </a:lnTo>
                <a:lnTo>
                  <a:pt x="897" y="1023"/>
                </a:lnTo>
                <a:lnTo>
                  <a:pt x="896" y="1023"/>
                </a:lnTo>
                <a:lnTo>
                  <a:pt x="897" y="1023"/>
                </a:lnTo>
                <a:lnTo>
                  <a:pt x="897" y="1024"/>
                </a:lnTo>
                <a:lnTo>
                  <a:pt x="896" y="1024"/>
                </a:lnTo>
                <a:lnTo>
                  <a:pt x="896" y="1025"/>
                </a:lnTo>
                <a:lnTo>
                  <a:pt x="896" y="1024"/>
                </a:lnTo>
                <a:lnTo>
                  <a:pt x="896" y="1025"/>
                </a:lnTo>
                <a:lnTo>
                  <a:pt x="895" y="1025"/>
                </a:lnTo>
                <a:lnTo>
                  <a:pt x="896" y="1025"/>
                </a:lnTo>
                <a:lnTo>
                  <a:pt x="896" y="1026"/>
                </a:lnTo>
                <a:lnTo>
                  <a:pt x="897" y="1026"/>
                </a:lnTo>
                <a:lnTo>
                  <a:pt x="896" y="1026"/>
                </a:lnTo>
                <a:lnTo>
                  <a:pt x="897" y="1026"/>
                </a:lnTo>
                <a:lnTo>
                  <a:pt x="897" y="1027"/>
                </a:lnTo>
                <a:lnTo>
                  <a:pt x="896" y="1027"/>
                </a:lnTo>
                <a:lnTo>
                  <a:pt x="896" y="1028"/>
                </a:lnTo>
                <a:lnTo>
                  <a:pt x="897" y="1029"/>
                </a:lnTo>
                <a:lnTo>
                  <a:pt x="896" y="1029"/>
                </a:lnTo>
                <a:lnTo>
                  <a:pt x="896" y="1030"/>
                </a:lnTo>
                <a:lnTo>
                  <a:pt x="897" y="1030"/>
                </a:lnTo>
                <a:lnTo>
                  <a:pt x="896" y="1030"/>
                </a:lnTo>
                <a:lnTo>
                  <a:pt x="895" y="1030"/>
                </a:lnTo>
                <a:lnTo>
                  <a:pt x="895" y="1031"/>
                </a:lnTo>
                <a:lnTo>
                  <a:pt x="896" y="1031"/>
                </a:lnTo>
                <a:lnTo>
                  <a:pt x="896" y="1032"/>
                </a:lnTo>
                <a:lnTo>
                  <a:pt x="896" y="1033"/>
                </a:lnTo>
                <a:lnTo>
                  <a:pt x="895" y="1033"/>
                </a:lnTo>
                <a:lnTo>
                  <a:pt x="895" y="1034"/>
                </a:lnTo>
                <a:lnTo>
                  <a:pt x="895" y="1033"/>
                </a:lnTo>
                <a:lnTo>
                  <a:pt x="894" y="1033"/>
                </a:lnTo>
                <a:lnTo>
                  <a:pt x="893" y="1033"/>
                </a:lnTo>
                <a:lnTo>
                  <a:pt x="893" y="1034"/>
                </a:lnTo>
                <a:lnTo>
                  <a:pt x="892" y="1034"/>
                </a:lnTo>
                <a:lnTo>
                  <a:pt x="892" y="1035"/>
                </a:lnTo>
                <a:lnTo>
                  <a:pt x="891" y="1035"/>
                </a:lnTo>
                <a:lnTo>
                  <a:pt x="890" y="1035"/>
                </a:lnTo>
                <a:lnTo>
                  <a:pt x="890" y="1034"/>
                </a:lnTo>
                <a:lnTo>
                  <a:pt x="890" y="1035"/>
                </a:lnTo>
                <a:lnTo>
                  <a:pt x="889" y="1035"/>
                </a:lnTo>
                <a:lnTo>
                  <a:pt x="888" y="1035"/>
                </a:lnTo>
                <a:lnTo>
                  <a:pt x="888" y="1034"/>
                </a:lnTo>
                <a:lnTo>
                  <a:pt x="887" y="1034"/>
                </a:lnTo>
                <a:lnTo>
                  <a:pt x="887" y="1033"/>
                </a:lnTo>
                <a:lnTo>
                  <a:pt x="887" y="1032"/>
                </a:lnTo>
                <a:lnTo>
                  <a:pt x="885" y="1032"/>
                </a:lnTo>
                <a:lnTo>
                  <a:pt x="885" y="1031"/>
                </a:lnTo>
                <a:lnTo>
                  <a:pt x="884" y="1031"/>
                </a:lnTo>
                <a:lnTo>
                  <a:pt x="884" y="1030"/>
                </a:lnTo>
                <a:lnTo>
                  <a:pt x="884" y="1031"/>
                </a:lnTo>
                <a:lnTo>
                  <a:pt x="883" y="1031"/>
                </a:lnTo>
                <a:lnTo>
                  <a:pt x="882" y="1031"/>
                </a:lnTo>
                <a:lnTo>
                  <a:pt x="882" y="1030"/>
                </a:lnTo>
                <a:lnTo>
                  <a:pt x="883" y="1030"/>
                </a:lnTo>
                <a:lnTo>
                  <a:pt x="883" y="1029"/>
                </a:lnTo>
                <a:lnTo>
                  <a:pt x="882" y="1029"/>
                </a:lnTo>
                <a:lnTo>
                  <a:pt x="881" y="1028"/>
                </a:lnTo>
                <a:lnTo>
                  <a:pt x="880" y="1027"/>
                </a:lnTo>
                <a:lnTo>
                  <a:pt x="880" y="1026"/>
                </a:lnTo>
                <a:lnTo>
                  <a:pt x="879" y="1026"/>
                </a:lnTo>
                <a:lnTo>
                  <a:pt x="878" y="1026"/>
                </a:lnTo>
                <a:lnTo>
                  <a:pt x="877" y="1026"/>
                </a:lnTo>
                <a:lnTo>
                  <a:pt x="876" y="1025"/>
                </a:lnTo>
                <a:lnTo>
                  <a:pt x="876" y="1024"/>
                </a:lnTo>
                <a:lnTo>
                  <a:pt x="875" y="1023"/>
                </a:lnTo>
                <a:lnTo>
                  <a:pt x="874" y="1022"/>
                </a:lnTo>
                <a:lnTo>
                  <a:pt x="873" y="1022"/>
                </a:lnTo>
                <a:lnTo>
                  <a:pt x="873" y="1021"/>
                </a:lnTo>
                <a:lnTo>
                  <a:pt x="872" y="1021"/>
                </a:lnTo>
                <a:lnTo>
                  <a:pt x="872" y="1020"/>
                </a:lnTo>
                <a:lnTo>
                  <a:pt x="871" y="1020"/>
                </a:lnTo>
                <a:lnTo>
                  <a:pt x="871" y="1019"/>
                </a:lnTo>
                <a:lnTo>
                  <a:pt x="870" y="1019"/>
                </a:lnTo>
                <a:lnTo>
                  <a:pt x="870" y="1018"/>
                </a:lnTo>
                <a:lnTo>
                  <a:pt x="869" y="1017"/>
                </a:lnTo>
                <a:lnTo>
                  <a:pt x="869" y="1016"/>
                </a:lnTo>
                <a:lnTo>
                  <a:pt x="869" y="1015"/>
                </a:lnTo>
                <a:lnTo>
                  <a:pt x="868" y="1015"/>
                </a:lnTo>
                <a:lnTo>
                  <a:pt x="868" y="1014"/>
                </a:lnTo>
                <a:lnTo>
                  <a:pt x="867" y="1014"/>
                </a:lnTo>
                <a:lnTo>
                  <a:pt x="867" y="1013"/>
                </a:lnTo>
                <a:lnTo>
                  <a:pt x="866" y="1013"/>
                </a:lnTo>
                <a:lnTo>
                  <a:pt x="866" y="1012"/>
                </a:lnTo>
                <a:lnTo>
                  <a:pt x="865" y="1012"/>
                </a:lnTo>
                <a:lnTo>
                  <a:pt x="865" y="1011"/>
                </a:lnTo>
                <a:lnTo>
                  <a:pt x="864" y="1011"/>
                </a:lnTo>
                <a:lnTo>
                  <a:pt x="864" y="1010"/>
                </a:lnTo>
                <a:lnTo>
                  <a:pt x="864" y="1009"/>
                </a:lnTo>
                <a:lnTo>
                  <a:pt x="863" y="1009"/>
                </a:lnTo>
                <a:lnTo>
                  <a:pt x="863" y="1008"/>
                </a:lnTo>
                <a:lnTo>
                  <a:pt x="862" y="1008"/>
                </a:lnTo>
                <a:lnTo>
                  <a:pt x="862" y="1007"/>
                </a:lnTo>
                <a:lnTo>
                  <a:pt x="861" y="1007"/>
                </a:lnTo>
                <a:lnTo>
                  <a:pt x="861" y="1008"/>
                </a:lnTo>
                <a:lnTo>
                  <a:pt x="860" y="1008"/>
                </a:lnTo>
                <a:lnTo>
                  <a:pt x="860" y="1007"/>
                </a:lnTo>
                <a:lnTo>
                  <a:pt x="859" y="1007"/>
                </a:lnTo>
                <a:lnTo>
                  <a:pt x="859" y="1006"/>
                </a:lnTo>
                <a:lnTo>
                  <a:pt x="858" y="1006"/>
                </a:lnTo>
                <a:lnTo>
                  <a:pt x="858" y="1005"/>
                </a:lnTo>
                <a:lnTo>
                  <a:pt x="858" y="1004"/>
                </a:lnTo>
                <a:lnTo>
                  <a:pt x="857" y="1004"/>
                </a:lnTo>
                <a:lnTo>
                  <a:pt x="857" y="1003"/>
                </a:lnTo>
                <a:lnTo>
                  <a:pt x="856" y="1003"/>
                </a:lnTo>
                <a:lnTo>
                  <a:pt x="856" y="1002"/>
                </a:lnTo>
                <a:lnTo>
                  <a:pt x="855" y="1001"/>
                </a:lnTo>
                <a:lnTo>
                  <a:pt x="854" y="1001"/>
                </a:lnTo>
                <a:lnTo>
                  <a:pt x="854" y="1000"/>
                </a:lnTo>
                <a:lnTo>
                  <a:pt x="853" y="999"/>
                </a:lnTo>
                <a:lnTo>
                  <a:pt x="852" y="999"/>
                </a:lnTo>
                <a:lnTo>
                  <a:pt x="851" y="999"/>
                </a:lnTo>
                <a:lnTo>
                  <a:pt x="851" y="998"/>
                </a:lnTo>
                <a:lnTo>
                  <a:pt x="850" y="998"/>
                </a:lnTo>
                <a:lnTo>
                  <a:pt x="850" y="997"/>
                </a:lnTo>
                <a:lnTo>
                  <a:pt x="850" y="996"/>
                </a:lnTo>
                <a:lnTo>
                  <a:pt x="849" y="996"/>
                </a:lnTo>
                <a:lnTo>
                  <a:pt x="848" y="996"/>
                </a:lnTo>
                <a:lnTo>
                  <a:pt x="848" y="995"/>
                </a:lnTo>
                <a:lnTo>
                  <a:pt x="848" y="994"/>
                </a:lnTo>
                <a:lnTo>
                  <a:pt x="848" y="993"/>
                </a:lnTo>
                <a:lnTo>
                  <a:pt x="847" y="993"/>
                </a:lnTo>
                <a:lnTo>
                  <a:pt x="847" y="992"/>
                </a:lnTo>
                <a:lnTo>
                  <a:pt x="846" y="992"/>
                </a:lnTo>
                <a:lnTo>
                  <a:pt x="845" y="992"/>
                </a:lnTo>
                <a:lnTo>
                  <a:pt x="844" y="992"/>
                </a:lnTo>
                <a:lnTo>
                  <a:pt x="845" y="992"/>
                </a:lnTo>
                <a:lnTo>
                  <a:pt x="845" y="991"/>
                </a:lnTo>
                <a:lnTo>
                  <a:pt x="844" y="991"/>
                </a:lnTo>
                <a:lnTo>
                  <a:pt x="844" y="992"/>
                </a:lnTo>
                <a:lnTo>
                  <a:pt x="844" y="993"/>
                </a:lnTo>
                <a:lnTo>
                  <a:pt x="843" y="993"/>
                </a:lnTo>
                <a:lnTo>
                  <a:pt x="843" y="992"/>
                </a:lnTo>
                <a:lnTo>
                  <a:pt x="843" y="993"/>
                </a:lnTo>
                <a:lnTo>
                  <a:pt x="842" y="993"/>
                </a:lnTo>
                <a:lnTo>
                  <a:pt x="841" y="993"/>
                </a:lnTo>
                <a:lnTo>
                  <a:pt x="841" y="994"/>
                </a:lnTo>
                <a:lnTo>
                  <a:pt x="842" y="994"/>
                </a:lnTo>
                <a:lnTo>
                  <a:pt x="842" y="995"/>
                </a:lnTo>
                <a:lnTo>
                  <a:pt x="841" y="995"/>
                </a:lnTo>
                <a:lnTo>
                  <a:pt x="841" y="996"/>
                </a:lnTo>
                <a:lnTo>
                  <a:pt x="840" y="996"/>
                </a:lnTo>
                <a:lnTo>
                  <a:pt x="840" y="997"/>
                </a:lnTo>
                <a:lnTo>
                  <a:pt x="840" y="998"/>
                </a:lnTo>
                <a:lnTo>
                  <a:pt x="839" y="998"/>
                </a:lnTo>
                <a:lnTo>
                  <a:pt x="838" y="998"/>
                </a:lnTo>
                <a:lnTo>
                  <a:pt x="838" y="999"/>
                </a:lnTo>
                <a:lnTo>
                  <a:pt x="838" y="1000"/>
                </a:lnTo>
                <a:lnTo>
                  <a:pt x="837" y="1000"/>
                </a:lnTo>
                <a:lnTo>
                  <a:pt x="837" y="1001"/>
                </a:lnTo>
                <a:lnTo>
                  <a:pt x="836" y="1001"/>
                </a:lnTo>
                <a:lnTo>
                  <a:pt x="836" y="1002"/>
                </a:lnTo>
                <a:lnTo>
                  <a:pt x="835" y="1002"/>
                </a:lnTo>
                <a:lnTo>
                  <a:pt x="835" y="1003"/>
                </a:lnTo>
                <a:lnTo>
                  <a:pt x="835" y="1004"/>
                </a:lnTo>
                <a:lnTo>
                  <a:pt x="834" y="1004"/>
                </a:lnTo>
                <a:lnTo>
                  <a:pt x="834" y="1005"/>
                </a:lnTo>
                <a:lnTo>
                  <a:pt x="833" y="1005"/>
                </a:lnTo>
                <a:lnTo>
                  <a:pt x="834" y="1005"/>
                </a:lnTo>
                <a:lnTo>
                  <a:pt x="833" y="1005"/>
                </a:lnTo>
                <a:lnTo>
                  <a:pt x="833" y="1006"/>
                </a:lnTo>
                <a:lnTo>
                  <a:pt x="833" y="1007"/>
                </a:lnTo>
                <a:lnTo>
                  <a:pt x="834" y="1007"/>
                </a:lnTo>
                <a:lnTo>
                  <a:pt x="834" y="1008"/>
                </a:lnTo>
                <a:lnTo>
                  <a:pt x="834" y="1009"/>
                </a:lnTo>
                <a:lnTo>
                  <a:pt x="835" y="1009"/>
                </a:lnTo>
                <a:lnTo>
                  <a:pt x="835" y="1010"/>
                </a:lnTo>
                <a:lnTo>
                  <a:pt x="836" y="1010"/>
                </a:lnTo>
                <a:lnTo>
                  <a:pt x="835" y="1010"/>
                </a:lnTo>
                <a:lnTo>
                  <a:pt x="836" y="1011"/>
                </a:lnTo>
                <a:lnTo>
                  <a:pt x="835" y="1011"/>
                </a:lnTo>
                <a:lnTo>
                  <a:pt x="835" y="1012"/>
                </a:lnTo>
                <a:lnTo>
                  <a:pt x="835" y="1013"/>
                </a:lnTo>
                <a:lnTo>
                  <a:pt x="834" y="1013"/>
                </a:lnTo>
                <a:lnTo>
                  <a:pt x="834" y="1014"/>
                </a:lnTo>
                <a:lnTo>
                  <a:pt x="833" y="1014"/>
                </a:lnTo>
                <a:lnTo>
                  <a:pt x="833" y="1015"/>
                </a:lnTo>
                <a:lnTo>
                  <a:pt x="832" y="1015"/>
                </a:lnTo>
                <a:lnTo>
                  <a:pt x="832" y="1016"/>
                </a:lnTo>
                <a:lnTo>
                  <a:pt x="831" y="1017"/>
                </a:lnTo>
                <a:lnTo>
                  <a:pt x="831" y="1018"/>
                </a:lnTo>
                <a:lnTo>
                  <a:pt x="831" y="1019"/>
                </a:lnTo>
                <a:lnTo>
                  <a:pt x="830" y="1019"/>
                </a:lnTo>
                <a:lnTo>
                  <a:pt x="830" y="1020"/>
                </a:lnTo>
                <a:lnTo>
                  <a:pt x="829" y="1020"/>
                </a:lnTo>
                <a:lnTo>
                  <a:pt x="829" y="1021"/>
                </a:lnTo>
                <a:lnTo>
                  <a:pt x="828" y="1021"/>
                </a:lnTo>
                <a:lnTo>
                  <a:pt x="827" y="1021"/>
                </a:lnTo>
                <a:lnTo>
                  <a:pt x="827" y="1020"/>
                </a:lnTo>
                <a:lnTo>
                  <a:pt x="826" y="1020"/>
                </a:lnTo>
                <a:lnTo>
                  <a:pt x="825" y="1020"/>
                </a:lnTo>
                <a:lnTo>
                  <a:pt x="825" y="1019"/>
                </a:lnTo>
                <a:lnTo>
                  <a:pt x="825" y="1018"/>
                </a:lnTo>
                <a:lnTo>
                  <a:pt x="824" y="1018"/>
                </a:lnTo>
                <a:lnTo>
                  <a:pt x="823" y="1018"/>
                </a:lnTo>
                <a:lnTo>
                  <a:pt x="823" y="1017"/>
                </a:lnTo>
                <a:lnTo>
                  <a:pt x="822" y="1017"/>
                </a:lnTo>
                <a:lnTo>
                  <a:pt x="822" y="1016"/>
                </a:lnTo>
                <a:lnTo>
                  <a:pt x="821" y="1016"/>
                </a:lnTo>
                <a:lnTo>
                  <a:pt x="821" y="1015"/>
                </a:lnTo>
                <a:lnTo>
                  <a:pt x="821" y="1014"/>
                </a:lnTo>
                <a:lnTo>
                  <a:pt x="820" y="1014"/>
                </a:lnTo>
                <a:lnTo>
                  <a:pt x="820" y="1013"/>
                </a:lnTo>
                <a:lnTo>
                  <a:pt x="819" y="1013"/>
                </a:lnTo>
                <a:lnTo>
                  <a:pt x="819" y="1012"/>
                </a:lnTo>
                <a:lnTo>
                  <a:pt x="818" y="1012"/>
                </a:lnTo>
                <a:lnTo>
                  <a:pt x="818" y="1011"/>
                </a:lnTo>
                <a:lnTo>
                  <a:pt x="818" y="1010"/>
                </a:lnTo>
                <a:lnTo>
                  <a:pt x="819" y="1010"/>
                </a:lnTo>
                <a:lnTo>
                  <a:pt x="819" y="1009"/>
                </a:lnTo>
                <a:lnTo>
                  <a:pt x="818" y="1009"/>
                </a:lnTo>
                <a:lnTo>
                  <a:pt x="819" y="1009"/>
                </a:lnTo>
                <a:lnTo>
                  <a:pt x="819" y="1008"/>
                </a:lnTo>
                <a:lnTo>
                  <a:pt x="818" y="1008"/>
                </a:lnTo>
                <a:lnTo>
                  <a:pt x="818" y="1007"/>
                </a:lnTo>
                <a:lnTo>
                  <a:pt x="817" y="1007"/>
                </a:lnTo>
                <a:lnTo>
                  <a:pt x="816" y="1007"/>
                </a:lnTo>
                <a:lnTo>
                  <a:pt x="816" y="1006"/>
                </a:lnTo>
                <a:lnTo>
                  <a:pt x="815" y="1006"/>
                </a:lnTo>
                <a:lnTo>
                  <a:pt x="815" y="1005"/>
                </a:lnTo>
                <a:lnTo>
                  <a:pt x="815" y="1004"/>
                </a:lnTo>
                <a:lnTo>
                  <a:pt x="815" y="1003"/>
                </a:lnTo>
                <a:lnTo>
                  <a:pt x="814" y="1003"/>
                </a:lnTo>
                <a:lnTo>
                  <a:pt x="814" y="1002"/>
                </a:lnTo>
                <a:lnTo>
                  <a:pt x="815" y="1002"/>
                </a:lnTo>
                <a:lnTo>
                  <a:pt x="815" y="1001"/>
                </a:lnTo>
                <a:lnTo>
                  <a:pt x="814" y="1001"/>
                </a:lnTo>
                <a:lnTo>
                  <a:pt x="814" y="1000"/>
                </a:lnTo>
                <a:lnTo>
                  <a:pt x="815" y="1000"/>
                </a:lnTo>
                <a:lnTo>
                  <a:pt x="816" y="1000"/>
                </a:lnTo>
                <a:lnTo>
                  <a:pt x="816" y="999"/>
                </a:lnTo>
                <a:lnTo>
                  <a:pt x="817" y="999"/>
                </a:lnTo>
                <a:lnTo>
                  <a:pt x="816" y="999"/>
                </a:lnTo>
                <a:lnTo>
                  <a:pt x="816" y="998"/>
                </a:lnTo>
                <a:lnTo>
                  <a:pt x="816" y="997"/>
                </a:lnTo>
                <a:lnTo>
                  <a:pt x="815" y="997"/>
                </a:lnTo>
                <a:lnTo>
                  <a:pt x="815" y="996"/>
                </a:lnTo>
                <a:lnTo>
                  <a:pt x="814" y="996"/>
                </a:lnTo>
                <a:lnTo>
                  <a:pt x="813" y="996"/>
                </a:lnTo>
                <a:lnTo>
                  <a:pt x="813" y="995"/>
                </a:lnTo>
                <a:lnTo>
                  <a:pt x="813" y="994"/>
                </a:lnTo>
                <a:lnTo>
                  <a:pt x="812" y="994"/>
                </a:lnTo>
                <a:lnTo>
                  <a:pt x="811" y="994"/>
                </a:lnTo>
                <a:lnTo>
                  <a:pt x="811" y="993"/>
                </a:lnTo>
                <a:lnTo>
                  <a:pt x="810" y="993"/>
                </a:lnTo>
                <a:lnTo>
                  <a:pt x="809" y="993"/>
                </a:lnTo>
                <a:lnTo>
                  <a:pt x="809" y="992"/>
                </a:lnTo>
                <a:lnTo>
                  <a:pt x="808" y="992"/>
                </a:lnTo>
                <a:lnTo>
                  <a:pt x="808" y="991"/>
                </a:lnTo>
                <a:lnTo>
                  <a:pt x="807" y="991"/>
                </a:lnTo>
                <a:lnTo>
                  <a:pt x="807" y="990"/>
                </a:lnTo>
                <a:lnTo>
                  <a:pt x="806" y="990"/>
                </a:lnTo>
                <a:lnTo>
                  <a:pt x="805" y="990"/>
                </a:lnTo>
                <a:lnTo>
                  <a:pt x="804" y="990"/>
                </a:lnTo>
                <a:lnTo>
                  <a:pt x="803" y="990"/>
                </a:lnTo>
                <a:lnTo>
                  <a:pt x="803" y="989"/>
                </a:lnTo>
                <a:lnTo>
                  <a:pt x="801" y="989"/>
                </a:lnTo>
                <a:lnTo>
                  <a:pt x="800" y="989"/>
                </a:lnTo>
                <a:lnTo>
                  <a:pt x="799" y="989"/>
                </a:lnTo>
                <a:lnTo>
                  <a:pt x="799" y="990"/>
                </a:lnTo>
                <a:lnTo>
                  <a:pt x="799" y="991"/>
                </a:lnTo>
                <a:lnTo>
                  <a:pt x="799" y="992"/>
                </a:lnTo>
                <a:lnTo>
                  <a:pt x="799" y="993"/>
                </a:lnTo>
                <a:lnTo>
                  <a:pt x="799" y="994"/>
                </a:lnTo>
                <a:lnTo>
                  <a:pt x="799" y="993"/>
                </a:lnTo>
                <a:lnTo>
                  <a:pt x="798" y="993"/>
                </a:lnTo>
                <a:lnTo>
                  <a:pt x="798" y="994"/>
                </a:lnTo>
                <a:lnTo>
                  <a:pt x="799" y="994"/>
                </a:lnTo>
                <a:lnTo>
                  <a:pt x="798" y="994"/>
                </a:lnTo>
                <a:lnTo>
                  <a:pt x="798" y="995"/>
                </a:lnTo>
                <a:lnTo>
                  <a:pt x="798" y="996"/>
                </a:lnTo>
                <a:lnTo>
                  <a:pt x="797" y="996"/>
                </a:lnTo>
                <a:lnTo>
                  <a:pt x="797" y="997"/>
                </a:lnTo>
                <a:lnTo>
                  <a:pt x="796" y="997"/>
                </a:lnTo>
                <a:lnTo>
                  <a:pt x="796" y="998"/>
                </a:lnTo>
                <a:lnTo>
                  <a:pt x="795" y="998"/>
                </a:lnTo>
                <a:lnTo>
                  <a:pt x="795" y="999"/>
                </a:lnTo>
                <a:lnTo>
                  <a:pt x="794" y="999"/>
                </a:lnTo>
                <a:lnTo>
                  <a:pt x="794" y="1000"/>
                </a:lnTo>
                <a:lnTo>
                  <a:pt x="795" y="1000"/>
                </a:lnTo>
                <a:lnTo>
                  <a:pt x="794" y="1000"/>
                </a:lnTo>
                <a:lnTo>
                  <a:pt x="795" y="1000"/>
                </a:lnTo>
                <a:lnTo>
                  <a:pt x="794" y="1000"/>
                </a:lnTo>
                <a:lnTo>
                  <a:pt x="794" y="1001"/>
                </a:lnTo>
                <a:lnTo>
                  <a:pt x="795" y="1001"/>
                </a:lnTo>
                <a:lnTo>
                  <a:pt x="795" y="1002"/>
                </a:lnTo>
                <a:lnTo>
                  <a:pt x="795" y="1003"/>
                </a:lnTo>
                <a:lnTo>
                  <a:pt x="794" y="1003"/>
                </a:lnTo>
                <a:lnTo>
                  <a:pt x="795" y="1003"/>
                </a:lnTo>
                <a:lnTo>
                  <a:pt x="795" y="1004"/>
                </a:lnTo>
                <a:lnTo>
                  <a:pt x="794" y="1004"/>
                </a:lnTo>
                <a:lnTo>
                  <a:pt x="794" y="1005"/>
                </a:lnTo>
                <a:lnTo>
                  <a:pt x="794" y="1006"/>
                </a:lnTo>
                <a:lnTo>
                  <a:pt x="794" y="1007"/>
                </a:lnTo>
                <a:lnTo>
                  <a:pt x="793" y="1008"/>
                </a:lnTo>
                <a:lnTo>
                  <a:pt x="792" y="1008"/>
                </a:lnTo>
                <a:lnTo>
                  <a:pt x="792" y="1009"/>
                </a:lnTo>
                <a:lnTo>
                  <a:pt x="791" y="1009"/>
                </a:lnTo>
                <a:lnTo>
                  <a:pt x="790" y="1009"/>
                </a:lnTo>
                <a:lnTo>
                  <a:pt x="789" y="1009"/>
                </a:lnTo>
                <a:lnTo>
                  <a:pt x="789" y="1010"/>
                </a:lnTo>
                <a:lnTo>
                  <a:pt x="788" y="1010"/>
                </a:lnTo>
                <a:lnTo>
                  <a:pt x="788" y="1011"/>
                </a:lnTo>
                <a:lnTo>
                  <a:pt x="787" y="1011"/>
                </a:lnTo>
                <a:lnTo>
                  <a:pt x="787" y="1012"/>
                </a:lnTo>
                <a:lnTo>
                  <a:pt x="786" y="1012"/>
                </a:lnTo>
                <a:lnTo>
                  <a:pt x="786" y="1013"/>
                </a:lnTo>
                <a:lnTo>
                  <a:pt x="785" y="1013"/>
                </a:lnTo>
                <a:lnTo>
                  <a:pt x="784" y="1013"/>
                </a:lnTo>
                <a:lnTo>
                  <a:pt x="783" y="1013"/>
                </a:lnTo>
                <a:lnTo>
                  <a:pt x="782" y="1013"/>
                </a:lnTo>
                <a:lnTo>
                  <a:pt x="782" y="1012"/>
                </a:lnTo>
                <a:lnTo>
                  <a:pt x="781" y="1012"/>
                </a:lnTo>
                <a:lnTo>
                  <a:pt x="781" y="1013"/>
                </a:lnTo>
                <a:lnTo>
                  <a:pt x="780" y="1013"/>
                </a:lnTo>
                <a:lnTo>
                  <a:pt x="780" y="1014"/>
                </a:lnTo>
                <a:lnTo>
                  <a:pt x="780" y="1015"/>
                </a:lnTo>
                <a:lnTo>
                  <a:pt x="779" y="1015"/>
                </a:lnTo>
                <a:lnTo>
                  <a:pt x="779" y="1016"/>
                </a:lnTo>
                <a:lnTo>
                  <a:pt x="778" y="1016"/>
                </a:lnTo>
                <a:lnTo>
                  <a:pt x="778" y="1017"/>
                </a:lnTo>
                <a:lnTo>
                  <a:pt x="777" y="1018"/>
                </a:lnTo>
                <a:lnTo>
                  <a:pt x="777" y="1019"/>
                </a:lnTo>
                <a:lnTo>
                  <a:pt x="777" y="1020"/>
                </a:lnTo>
                <a:lnTo>
                  <a:pt x="776" y="1020"/>
                </a:lnTo>
                <a:lnTo>
                  <a:pt x="776" y="1021"/>
                </a:lnTo>
                <a:lnTo>
                  <a:pt x="777" y="1021"/>
                </a:lnTo>
                <a:lnTo>
                  <a:pt x="777" y="1022"/>
                </a:lnTo>
                <a:lnTo>
                  <a:pt x="777" y="1023"/>
                </a:lnTo>
                <a:lnTo>
                  <a:pt x="778" y="1023"/>
                </a:lnTo>
                <a:lnTo>
                  <a:pt x="778" y="1024"/>
                </a:lnTo>
                <a:lnTo>
                  <a:pt x="779" y="1025"/>
                </a:lnTo>
                <a:lnTo>
                  <a:pt x="780" y="1026"/>
                </a:lnTo>
                <a:lnTo>
                  <a:pt x="779" y="1026"/>
                </a:lnTo>
                <a:lnTo>
                  <a:pt x="778" y="1027"/>
                </a:lnTo>
                <a:lnTo>
                  <a:pt x="777" y="1027"/>
                </a:lnTo>
                <a:lnTo>
                  <a:pt x="777" y="1028"/>
                </a:lnTo>
                <a:lnTo>
                  <a:pt x="776" y="1028"/>
                </a:lnTo>
                <a:lnTo>
                  <a:pt x="776" y="1029"/>
                </a:lnTo>
                <a:lnTo>
                  <a:pt x="776" y="1028"/>
                </a:lnTo>
                <a:lnTo>
                  <a:pt x="775" y="1028"/>
                </a:lnTo>
                <a:lnTo>
                  <a:pt x="774" y="1028"/>
                </a:lnTo>
                <a:lnTo>
                  <a:pt x="773" y="1028"/>
                </a:lnTo>
                <a:lnTo>
                  <a:pt x="773" y="1029"/>
                </a:lnTo>
                <a:lnTo>
                  <a:pt x="773" y="1030"/>
                </a:lnTo>
                <a:lnTo>
                  <a:pt x="772" y="1030"/>
                </a:lnTo>
                <a:lnTo>
                  <a:pt x="771" y="1030"/>
                </a:lnTo>
                <a:lnTo>
                  <a:pt x="771" y="1031"/>
                </a:lnTo>
                <a:lnTo>
                  <a:pt x="771" y="1032"/>
                </a:lnTo>
                <a:lnTo>
                  <a:pt x="770" y="1032"/>
                </a:lnTo>
                <a:lnTo>
                  <a:pt x="769" y="1032"/>
                </a:lnTo>
                <a:lnTo>
                  <a:pt x="767" y="1032"/>
                </a:lnTo>
                <a:lnTo>
                  <a:pt x="766" y="1032"/>
                </a:lnTo>
                <a:lnTo>
                  <a:pt x="766" y="1033"/>
                </a:lnTo>
                <a:lnTo>
                  <a:pt x="766" y="1032"/>
                </a:lnTo>
                <a:lnTo>
                  <a:pt x="765" y="1033"/>
                </a:lnTo>
                <a:lnTo>
                  <a:pt x="765" y="1034"/>
                </a:lnTo>
                <a:lnTo>
                  <a:pt x="764" y="1034"/>
                </a:lnTo>
                <a:lnTo>
                  <a:pt x="764" y="1035"/>
                </a:lnTo>
                <a:lnTo>
                  <a:pt x="764" y="1036"/>
                </a:lnTo>
                <a:lnTo>
                  <a:pt x="764" y="1037"/>
                </a:lnTo>
                <a:lnTo>
                  <a:pt x="764" y="1038"/>
                </a:lnTo>
                <a:lnTo>
                  <a:pt x="763" y="1038"/>
                </a:lnTo>
                <a:lnTo>
                  <a:pt x="764" y="1038"/>
                </a:lnTo>
                <a:lnTo>
                  <a:pt x="765" y="1038"/>
                </a:lnTo>
                <a:lnTo>
                  <a:pt x="765" y="1039"/>
                </a:lnTo>
                <a:lnTo>
                  <a:pt x="765" y="1040"/>
                </a:lnTo>
                <a:lnTo>
                  <a:pt x="765" y="1041"/>
                </a:lnTo>
                <a:lnTo>
                  <a:pt x="765" y="1042"/>
                </a:lnTo>
                <a:lnTo>
                  <a:pt x="764" y="1042"/>
                </a:lnTo>
                <a:lnTo>
                  <a:pt x="763" y="1042"/>
                </a:lnTo>
                <a:lnTo>
                  <a:pt x="762" y="1042"/>
                </a:lnTo>
                <a:lnTo>
                  <a:pt x="762" y="1041"/>
                </a:lnTo>
                <a:lnTo>
                  <a:pt x="761" y="1041"/>
                </a:lnTo>
                <a:lnTo>
                  <a:pt x="761" y="1042"/>
                </a:lnTo>
                <a:lnTo>
                  <a:pt x="760" y="1042"/>
                </a:lnTo>
                <a:lnTo>
                  <a:pt x="759" y="1042"/>
                </a:lnTo>
                <a:lnTo>
                  <a:pt x="758" y="1042"/>
                </a:lnTo>
                <a:lnTo>
                  <a:pt x="758" y="1043"/>
                </a:lnTo>
                <a:lnTo>
                  <a:pt x="758" y="1042"/>
                </a:lnTo>
                <a:lnTo>
                  <a:pt x="757" y="1042"/>
                </a:lnTo>
                <a:lnTo>
                  <a:pt x="756" y="1042"/>
                </a:lnTo>
                <a:lnTo>
                  <a:pt x="757" y="1042"/>
                </a:lnTo>
                <a:lnTo>
                  <a:pt x="757" y="1041"/>
                </a:lnTo>
                <a:lnTo>
                  <a:pt x="756" y="1041"/>
                </a:lnTo>
                <a:lnTo>
                  <a:pt x="755" y="1041"/>
                </a:lnTo>
                <a:lnTo>
                  <a:pt x="755" y="1040"/>
                </a:lnTo>
                <a:lnTo>
                  <a:pt x="754" y="1040"/>
                </a:lnTo>
                <a:lnTo>
                  <a:pt x="753" y="1040"/>
                </a:lnTo>
                <a:lnTo>
                  <a:pt x="753" y="1039"/>
                </a:lnTo>
                <a:lnTo>
                  <a:pt x="753" y="1040"/>
                </a:lnTo>
                <a:lnTo>
                  <a:pt x="752" y="1039"/>
                </a:lnTo>
                <a:lnTo>
                  <a:pt x="752" y="1038"/>
                </a:lnTo>
                <a:lnTo>
                  <a:pt x="753" y="1038"/>
                </a:lnTo>
                <a:lnTo>
                  <a:pt x="752" y="1038"/>
                </a:lnTo>
                <a:lnTo>
                  <a:pt x="752" y="1037"/>
                </a:lnTo>
                <a:lnTo>
                  <a:pt x="751" y="1037"/>
                </a:lnTo>
                <a:lnTo>
                  <a:pt x="750" y="1037"/>
                </a:lnTo>
                <a:lnTo>
                  <a:pt x="749" y="1037"/>
                </a:lnTo>
                <a:lnTo>
                  <a:pt x="748" y="1037"/>
                </a:lnTo>
                <a:lnTo>
                  <a:pt x="748" y="1036"/>
                </a:lnTo>
                <a:lnTo>
                  <a:pt x="747" y="1036"/>
                </a:lnTo>
                <a:lnTo>
                  <a:pt x="746" y="1036"/>
                </a:lnTo>
                <a:lnTo>
                  <a:pt x="745" y="1036"/>
                </a:lnTo>
                <a:lnTo>
                  <a:pt x="744" y="1036"/>
                </a:lnTo>
                <a:lnTo>
                  <a:pt x="743" y="1036"/>
                </a:lnTo>
                <a:lnTo>
                  <a:pt x="743" y="1035"/>
                </a:lnTo>
                <a:lnTo>
                  <a:pt x="743" y="1034"/>
                </a:lnTo>
                <a:lnTo>
                  <a:pt x="743" y="1033"/>
                </a:lnTo>
                <a:lnTo>
                  <a:pt x="742" y="1033"/>
                </a:lnTo>
                <a:lnTo>
                  <a:pt x="742" y="1032"/>
                </a:lnTo>
                <a:lnTo>
                  <a:pt x="741" y="1032"/>
                </a:lnTo>
                <a:lnTo>
                  <a:pt x="741" y="1031"/>
                </a:lnTo>
                <a:lnTo>
                  <a:pt x="741" y="1030"/>
                </a:lnTo>
                <a:lnTo>
                  <a:pt x="740" y="1030"/>
                </a:lnTo>
                <a:lnTo>
                  <a:pt x="740" y="1029"/>
                </a:lnTo>
                <a:lnTo>
                  <a:pt x="739" y="1029"/>
                </a:lnTo>
                <a:lnTo>
                  <a:pt x="738" y="1028"/>
                </a:lnTo>
                <a:lnTo>
                  <a:pt x="739" y="1028"/>
                </a:lnTo>
                <a:lnTo>
                  <a:pt x="739" y="1027"/>
                </a:lnTo>
                <a:lnTo>
                  <a:pt x="739" y="1026"/>
                </a:lnTo>
                <a:lnTo>
                  <a:pt x="738" y="1026"/>
                </a:lnTo>
                <a:lnTo>
                  <a:pt x="737" y="1026"/>
                </a:lnTo>
                <a:lnTo>
                  <a:pt x="737" y="1025"/>
                </a:lnTo>
                <a:lnTo>
                  <a:pt x="737" y="1024"/>
                </a:lnTo>
                <a:lnTo>
                  <a:pt x="737" y="1023"/>
                </a:lnTo>
                <a:lnTo>
                  <a:pt x="736" y="1023"/>
                </a:lnTo>
                <a:lnTo>
                  <a:pt x="736" y="1022"/>
                </a:lnTo>
                <a:lnTo>
                  <a:pt x="736" y="1021"/>
                </a:lnTo>
                <a:lnTo>
                  <a:pt x="737" y="1021"/>
                </a:lnTo>
                <a:lnTo>
                  <a:pt x="737" y="1020"/>
                </a:lnTo>
                <a:lnTo>
                  <a:pt x="736" y="1020"/>
                </a:lnTo>
                <a:lnTo>
                  <a:pt x="736" y="1019"/>
                </a:lnTo>
                <a:lnTo>
                  <a:pt x="735" y="1019"/>
                </a:lnTo>
                <a:lnTo>
                  <a:pt x="735" y="1018"/>
                </a:lnTo>
                <a:lnTo>
                  <a:pt x="735" y="1017"/>
                </a:lnTo>
                <a:lnTo>
                  <a:pt x="734" y="1017"/>
                </a:lnTo>
                <a:lnTo>
                  <a:pt x="734" y="1018"/>
                </a:lnTo>
                <a:lnTo>
                  <a:pt x="734" y="1017"/>
                </a:lnTo>
                <a:lnTo>
                  <a:pt x="733" y="1017"/>
                </a:lnTo>
                <a:lnTo>
                  <a:pt x="732" y="1017"/>
                </a:lnTo>
                <a:lnTo>
                  <a:pt x="732" y="1016"/>
                </a:lnTo>
                <a:lnTo>
                  <a:pt x="731" y="1016"/>
                </a:lnTo>
                <a:lnTo>
                  <a:pt x="731" y="1015"/>
                </a:lnTo>
                <a:lnTo>
                  <a:pt x="730" y="1015"/>
                </a:lnTo>
                <a:lnTo>
                  <a:pt x="729" y="1015"/>
                </a:lnTo>
                <a:lnTo>
                  <a:pt x="728" y="1015"/>
                </a:lnTo>
                <a:lnTo>
                  <a:pt x="727" y="1015"/>
                </a:lnTo>
                <a:lnTo>
                  <a:pt x="726" y="1015"/>
                </a:lnTo>
                <a:lnTo>
                  <a:pt x="725" y="1015"/>
                </a:lnTo>
                <a:lnTo>
                  <a:pt x="724" y="1015"/>
                </a:lnTo>
                <a:lnTo>
                  <a:pt x="724" y="1014"/>
                </a:lnTo>
                <a:lnTo>
                  <a:pt x="724" y="1013"/>
                </a:lnTo>
                <a:lnTo>
                  <a:pt x="723" y="1013"/>
                </a:lnTo>
                <a:lnTo>
                  <a:pt x="724" y="1013"/>
                </a:lnTo>
                <a:lnTo>
                  <a:pt x="724" y="1012"/>
                </a:lnTo>
                <a:lnTo>
                  <a:pt x="723" y="1012"/>
                </a:lnTo>
                <a:lnTo>
                  <a:pt x="723" y="1011"/>
                </a:lnTo>
                <a:lnTo>
                  <a:pt x="723" y="1012"/>
                </a:lnTo>
                <a:lnTo>
                  <a:pt x="723" y="1011"/>
                </a:lnTo>
                <a:lnTo>
                  <a:pt x="722" y="1011"/>
                </a:lnTo>
                <a:lnTo>
                  <a:pt x="721" y="1011"/>
                </a:lnTo>
                <a:lnTo>
                  <a:pt x="720" y="1011"/>
                </a:lnTo>
                <a:lnTo>
                  <a:pt x="720" y="1010"/>
                </a:lnTo>
                <a:lnTo>
                  <a:pt x="719" y="1010"/>
                </a:lnTo>
                <a:lnTo>
                  <a:pt x="719" y="1009"/>
                </a:lnTo>
                <a:lnTo>
                  <a:pt x="720" y="1009"/>
                </a:lnTo>
                <a:lnTo>
                  <a:pt x="719" y="1009"/>
                </a:lnTo>
                <a:lnTo>
                  <a:pt x="719" y="1008"/>
                </a:lnTo>
                <a:lnTo>
                  <a:pt x="718" y="1008"/>
                </a:lnTo>
                <a:lnTo>
                  <a:pt x="717" y="1008"/>
                </a:lnTo>
                <a:lnTo>
                  <a:pt x="716" y="1008"/>
                </a:lnTo>
                <a:lnTo>
                  <a:pt x="716" y="1007"/>
                </a:lnTo>
                <a:lnTo>
                  <a:pt x="715" y="1007"/>
                </a:lnTo>
                <a:lnTo>
                  <a:pt x="714" y="1007"/>
                </a:lnTo>
                <a:lnTo>
                  <a:pt x="714" y="1006"/>
                </a:lnTo>
                <a:lnTo>
                  <a:pt x="713" y="1006"/>
                </a:lnTo>
                <a:lnTo>
                  <a:pt x="714" y="1006"/>
                </a:lnTo>
                <a:lnTo>
                  <a:pt x="713" y="1006"/>
                </a:lnTo>
                <a:lnTo>
                  <a:pt x="713" y="1005"/>
                </a:lnTo>
                <a:lnTo>
                  <a:pt x="713" y="1004"/>
                </a:lnTo>
                <a:lnTo>
                  <a:pt x="712" y="1004"/>
                </a:lnTo>
                <a:lnTo>
                  <a:pt x="712" y="1003"/>
                </a:lnTo>
                <a:lnTo>
                  <a:pt x="711" y="1003"/>
                </a:lnTo>
                <a:lnTo>
                  <a:pt x="710" y="1003"/>
                </a:lnTo>
                <a:lnTo>
                  <a:pt x="709" y="1003"/>
                </a:lnTo>
                <a:lnTo>
                  <a:pt x="708" y="1003"/>
                </a:lnTo>
                <a:lnTo>
                  <a:pt x="708" y="1004"/>
                </a:lnTo>
                <a:lnTo>
                  <a:pt x="707" y="1004"/>
                </a:lnTo>
                <a:lnTo>
                  <a:pt x="706" y="1004"/>
                </a:lnTo>
                <a:lnTo>
                  <a:pt x="706" y="1005"/>
                </a:lnTo>
                <a:lnTo>
                  <a:pt x="706" y="1004"/>
                </a:lnTo>
                <a:lnTo>
                  <a:pt x="705" y="1004"/>
                </a:lnTo>
                <a:lnTo>
                  <a:pt x="705" y="1003"/>
                </a:lnTo>
                <a:lnTo>
                  <a:pt x="704" y="1003"/>
                </a:lnTo>
                <a:lnTo>
                  <a:pt x="704" y="1002"/>
                </a:lnTo>
                <a:lnTo>
                  <a:pt x="703" y="1002"/>
                </a:lnTo>
                <a:lnTo>
                  <a:pt x="702" y="1002"/>
                </a:lnTo>
                <a:lnTo>
                  <a:pt x="702" y="1001"/>
                </a:lnTo>
                <a:lnTo>
                  <a:pt x="702" y="1000"/>
                </a:lnTo>
                <a:lnTo>
                  <a:pt x="701" y="1000"/>
                </a:lnTo>
                <a:lnTo>
                  <a:pt x="700" y="999"/>
                </a:lnTo>
                <a:lnTo>
                  <a:pt x="699" y="999"/>
                </a:lnTo>
                <a:lnTo>
                  <a:pt x="699" y="998"/>
                </a:lnTo>
                <a:lnTo>
                  <a:pt x="698" y="998"/>
                </a:lnTo>
                <a:lnTo>
                  <a:pt x="698" y="999"/>
                </a:lnTo>
                <a:lnTo>
                  <a:pt x="697" y="999"/>
                </a:lnTo>
                <a:lnTo>
                  <a:pt x="696" y="999"/>
                </a:lnTo>
                <a:lnTo>
                  <a:pt x="696" y="1000"/>
                </a:lnTo>
                <a:lnTo>
                  <a:pt x="696" y="1001"/>
                </a:lnTo>
                <a:lnTo>
                  <a:pt x="696" y="1002"/>
                </a:lnTo>
                <a:lnTo>
                  <a:pt x="695" y="1002"/>
                </a:lnTo>
                <a:lnTo>
                  <a:pt x="694" y="1002"/>
                </a:lnTo>
                <a:lnTo>
                  <a:pt x="694" y="1001"/>
                </a:lnTo>
                <a:lnTo>
                  <a:pt x="693" y="1001"/>
                </a:lnTo>
                <a:lnTo>
                  <a:pt x="693" y="1000"/>
                </a:lnTo>
                <a:lnTo>
                  <a:pt x="693" y="999"/>
                </a:lnTo>
                <a:lnTo>
                  <a:pt x="692" y="998"/>
                </a:lnTo>
                <a:lnTo>
                  <a:pt x="691" y="998"/>
                </a:lnTo>
                <a:lnTo>
                  <a:pt x="691" y="997"/>
                </a:lnTo>
                <a:lnTo>
                  <a:pt x="691" y="996"/>
                </a:lnTo>
                <a:lnTo>
                  <a:pt x="690" y="996"/>
                </a:lnTo>
                <a:lnTo>
                  <a:pt x="690" y="995"/>
                </a:lnTo>
                <a:lnTo>
                  <a:pt x="689" y="995"/>
                </a:lnTo>
                <a:lnTo>
                  <a:pt x="689" y="994"/>
                </a:lnTo>
                <a:lnTo>
                  <a:pt x="688" y="994"/>
                </a:lnTo>
                <a:lnTo>
                  <a:pt x="688" y="993"/>
                </a:lnTo>
                <a:lnTo>
                  <a:pt x="687" y="993"/>
                </a:lnTo>
                <a:lnTo>
                  <a:pt x="687" y="992"/>
                </a:lnTo>
                <a:lnTo>
                  <a:pt x="686" y="992"/>
                </a:lnTo>
                <a:lnTo>
                  <a:pt x="686" y="991"/>
                </a:lnTo>
                <a:lnTo>
                  <a:pt x="685" y="991"/>
                </a:lnTo>
                <a:lnTo>
                  <a:pt x="684" y="991"/>
                </a:lnTo>
                <a:lnTo>
                  <a:pt x="683" y="991"/>
                </a:lnTo>
                <a:lnTo>
                  <a:pt x="682" y="991"/>
                </a:lnTo>
                <a:lnTo>
                  <a:pt x="682" y="992"/>
                </a:lnTo>
                <a:lnTo>
                  <a:pt x="681" y="992"/>
                </a:lnTo>
                <a:lnTo>
                  <a:pt x="680" y="992"/>
                </a:lnTo>
                <a:lnTo>
                  <a:pt x="679" y="992"/>
                </a:lnTo>
                <a:lnTo>
                  <a:pt x="679" y="993"/>
                </a:lnTo>
                <a:lnTo>
                  <a:pt x="678" y="993"/>
                </a:lnTo>
                <a:lnTo>
                  <a:pt x="678" y="994"/>
                </a:lnTo>
                <a:lnTo>
                  <a:pt x="677" y="994"/>
                </a:lnTo>
                <a:lnTo>
                  <a:pt x="677" y="995"/>
                </a:lnTo>
                <a:lnTo>
                  <a:pt x="678" y="995"/>
                </a:lnTo>
                <a:lnTo>
                  <a:pt x="678" y="996"/>
                </a:lnTo>
                <a:lnTo>
                  <a:pt x="677" y="996"/>
                </a:lnTo>
                <a:lnTo>
                  <a:pt x="678" y="997"/>
                </a:lnTo>
                <a:lnTo>
                  <a:pt x="678" y="998"/>
                </a:lnTo>
                <a:lnTo>
                  <a:pt x="677" y="998"/>
                </a:lnTo>
                <a:lnTo>
                  <a:pt x="676" y="999"/>
                </a:lnTo>
                <a:lnTo>
                  <a:pt x="676" y="1000"/>
                </a:lnTo>
                <a:lnTo>
                  <a:pt x="676" y="1001"/>
                </a:lnTo>
                <a:lnTo>
                  <a:pt x="675" y="1001"/>
                </a:lnTo>
                <a:lnTo>
                  <a:pt x="675" y="1002"/>
                </a:lnTo>
                <a:lnTo>
                  <a:pt x="674" y="1003"/>
                </a:lnTo>
                <a:lnTo>
                  <a:pt x="673" y="1003"/>
                </a:lnTo>
                <a:lnTo>
                  <a:pt x="673" y="1004"/>
                </a:lnTo>
                <a:lnTo>
                  <a:pt x="673" y="1003"/>
                </a:lnTo>
                <a:lnTo>
                  <a:pt x="673" y="1004"/>
                </a:lnTo>
                <a:lnTo>
                  <a:pt x="672" y="1004"/>
                </a:lnTo>
                <a:lnTo>
                  <a:pt x="672" y="1005"/>
                </a:lnTo>
                <a:lnTo>
                  <a:pt x="671" y="1005"/>
                </a:lnTo>
                <a:lnTo>
                  <a:pt x="671" y="1004"/>
                </a:lnTo>
                <a:lnTo>
                  <a:pt x="671" y="1005"/>
                </a:lnTo>
                <a:lnTo>
                  <a:pt x="671" y="1004"/>
                </a:lnTo>
                <a:lnTo>
                  <a:pt x="670" y="1004"/>
                </a:lnTo>
                <a:lnTo>
                  <a:pt x="669" y="1004"/>
                </a:lnTo>
                <a:lnTo>
                  <a:pt x="668" y="1004"/>
                </a:lnTo>
                <a:lnTo>
                  <a:pt x="668" y="1005"/>
                </a:lnTo>
                <a:lnTo>
                  <a:pt x="668" y="1006"/>
                </a:lnTo>
                <a:lnTo>
                  <a:pt x="668" y="1007"/>
                </a:lnTo>
                <a:lnTo>
                  <a:pt x="668" y="1008"/>
                </a:lnTo>
                <a:lnTo>
                  <a:pt x="669" y="1008"/>
                </a:lnTo>
                <a:lnTo>
                  <a:pt x="669" y="1009"/>
                </a:lnTo>
                <a:lnTo>
                  <a:pt x="670" y="1009"/>
                </a:lnTo>
                <a:lnTo>
                  <a:pt x="670" y="1010"/>
                </a:lnTo>
                <a:lnTo>
                  <a:pt x="670" y="1011"/>
                </a:lnTo>
                <a:lnTo>
                  <a:pt x="671" y="1011"/>
                </a:lnTo>
                <a:lnTo>
                  <a:pt x="672" y="1011"/>
                </a:lnTo>
                <a:lnTo>
                  <a:pt x="673" y="1012"/>
                </a:lnTo>
                <a:lnTo>
                  <a:pt x="672" y="1012"/>
                </a:lnTo>
                <a:lnTo>
                  <a:pt x="671" y="1012"/>
                </a:lnTo>
                <a:lnTo>
                  <a:pt x="670" y="1012"/>
                </a:lnTo>
                <a:lnTo>
                  <a:pt x="670" y="1013"/>
                </a:lnTo>
                <a:lnTo>
                  <a:pt x="669" y="1013"/>
                </a:lnTo>
                <a:lnTo>
                  <a:pt x="669" y="1014"/>
                </a:lnTo>
                <a:lnTo>
                  <a:pt x="668" y="1015"/>
                </a:lnTo>
                <a:lnTo>
                  <a:pt x="668" y="1016"/>
                </a:lnTo>
                <a:lnTo>
                  <a:pt x="667" y="1016"/>
                </a:lnTo>
                <a:lnTo>
                  <a:pt x="667" y="1017"/>
                </a:lnTo>
                <a:lnTo>
                  <a:pt x="666" y="1017"/>
                </a:lnTo>
                <a:lnTo>
                  <a:pt x="666" y="1018"/>
                </a:lnTo>
                <a:lnTo>
                  <a:pt x="665" y="1018"/>
                </a:lnTo>
                <a:lnTo>
                  <a:pt x="664" y="1018"/>
                </a:lnTo>
                <a:lnTo>
                  <a:pt x="663" y="1018"/>
                </a:lnTo>
                <a:lnTo>
                  <a:pt x="663" y="1019"/>
                </a:lnTo>
                <a:lnTo>
                  <a:pt x="663" y="1018"/>
                </a:lnTo>
                <a:lnTo>
                  <a:pt x="662" y="1018"/>
                </a:lnTo>
                <a:lnTo>
                  <a:pt x="662" y="1019"/>
                </a:lnTo>
                <a:lnTo>
                  <a:pt x="662" y="1020"/>
                </a:lnTo>
                <a:lnTo>
                  <a:pt x="662" y="1021"/>
                </a:lnTo>
                <a:lnTo>
                  <a:pt x="663" y="1021"/>
                </a:lnTo>
                <a:lnTo>
                  <a:pt x="663" y="1022"/>
                </a:lnTo>
                <a:lnTo>
                  <a:pt x="662" y="1022"/>
                </a:lnTo>
                <a:lnTo>
                  <a:pt x="662" y="1023"/>
                </a:lnTo>
                <a:lnTo>
                  <a:pt x="661" y="1023"/>
                </a:lnTo>
                <a:lnTo>
                  <a:pt x="660" y="1023"/>
                </a:lnTo>
                <a:lnTo>
                  <a:pt x="659" y="1023"/>
                </a:lnTo>
                <a:lnTo>
                  <a:pt x="658" y="1023"/>
                </a:lnTo>
                <a:lnTo>
                  <a:pt x="658" y="1024"/>
                </a:lnTo>
                <a:lnTo>
                  <a:pt x="659" y="1024"/>
                </a:lnTo>
                <a:lnTo>
                  <a:pt x="658" y="1024"/>
                </a:lnTo>
                <a:lnTo>
                  <a:pt x="658" y="1025"/>
                </a:lnTo>
                <a:lnTo>
                  <a:pt x="658" y="1024"/>
                </a:lnTo>
                <a:lnTo>
                  <a:pt x="659" y="1024"/>
                </a:lnTo>
                <a:lnTo>
                  <a:pt x="659" y="1025"/>
                </a:lnTo>
                <a:lnTo>
                  <a:pt x="658" y="1025"/>
                </a:lnTo>
                <a:lnTo>
                  <a:pt x="657" y="1025"/>
                </a:lnTo>
                <a:lnTo>
                  <a:pt x="657" y="1026"/>
                </a:lnTo>
                <a:lnTo>
                  <a:pt x="656" y="1026"/>
                </a:lnTo>
                <a:lnTo>
                  <a:pt x="656" y="1027"/>
                </a:lnTo>
                <a:lnTo>
                  <a:pt x="655" y="1027"/>
                </a:lnTo>
                <a:lnTo>
                  <a:pt x="655" y="1028"/>
                </a:lnTo>
                <a:lnTo>
                  <a:pt x="655" y="1029"/>
                </a:lnTo>
                <a:lnTo>
                  <a:pt x="654" y="1029"/>
                </a:lnTo>
                <a:lnTo>
                  <a:pt x="654" y="1030"/>
                </a:lnTo>
                <a:lnTo>
                  <a:pt x="654" y="1031"/>
                </a:lnTo>
                <a:lnTo>
                  <a:pt x="653" y="1031"/>
                </a:lnTo>
                <a:lnTo>
                  <a:pt x="654" y="1031"/>
                </a:lnTo>
                <a:lnTo>
                  <a:pt x="653" y="1031"/>
                </a:lnTo>
                <a:lnTo>
                  <a:pt x="652" y="1031"/>
                </a:lnTo>
                <a:lnTo>
                  <a:pt x="652" y="1032"/>
                </a:lnTo>
                <a:lnTo>
                  <a:pt x="652" y="1033"/>
                </a:lnTo>
                <a:lnTo>
                  <a:pt x="652" y="1034"/>
                </a:lnTo>
                <a:lnTo>
                  <a:pt x="652" y="1035"/>
                </a:lnTo>
                <a:lnTo>
                  <a:pt x="651" y="1035"/>
                </a:lnTo>
                <a:lnTo>
                  <a:pt x="651" y="1034"/>
                </a:lnTo>
                <a:lnTo>
                  <a:pt x="651" y="1035"/>
                </a:lnTo>
                <a:lnTo>
                  <a:pt x="650" y="1035"/>
                </a:lnTo>
                <a:lnTo>
                  <a:pt x="650" y="1036"/>
                </a:lnTo>
                <a:lnTo>
                  <a:pt x="650" y="1037"/>
                </a:lnTo>
                <a:lnTo>
                  <a:pt x="649" y="1037"/>
                </a:lnTo>
                <a:lnTo>
                  <a:pt x="648" y="1037"/>
                </a:lnTo>
                <a:lnTo>
                  <a:pt x="648" y="1038"/>
                </a:lnTo>
                <a:lnTo>
                  <a:pt x="649" y="1038"/>
                </a:lnTo>
                <a:lnTo>
                  <a:pt x="649" y="1039"/>
                </a:lnTo>
                <a:lnTo>
                  <a:pt x="649" y="1040"/>
                </a:lnTo>
                <a:lnTo>
                  <a:pt x="650" y="1041"/>
                </a:lnTo>
                <a:lnTo>
                  <a:pt x="650" y="1042"/>
                </a:lnTo>
                <a:lnTo>
                  <a:pt x="650" y="1043"/>
                </a:lnTo>
                <a:lnTo>
                  <a:pt x="650" y="1044"/>
                </a:lnTo>
                <a:lnTo>
                  <a:pt x="649" y="1044"/>
                </a:lnTo>
                <a:lnTo>
                  <a:pt x="648" y="1044"/>
                </a:lnTo>
                <a:lnTo>
                  <a:pt x="648" y="1043"/>
                </a:lnTo>
                <a:lnTo>
                  <a:pt x="647" y="1043"/>
                </a:lnTo>
                <a:lnTo>
                  <a:pt x="646" y="1043"/>
                </a:lnTo>
                <a:lnTo>
                  <a:pt x="646" y="1042"/>
                </a:lnTo>
                <a:lnTo>
                  <a:pt x="645" y="1042"/>
                </a:lnTo>
                <a:lnTo>
                  <a:pt x="644" y="1042"/>
                </a:lnTo>
                <a:lnTo>
                  <a:pt x="644" y="1043"/>
                </a:lnTo>
                <a:lnTo>
                  <a:pt x="644" y="1042"/>
                </a:lnTo>
                <a:lnTo>
                  <a:pt x="643" y="1042"/>
                </a:lnTo>
                <a:lnTo>
                  <a:pt x="642" y="1042"/>
                </a:lnTo>
                <a:lnTo>
                  <a:pt x="641" y="1042"/>
                </a:lnTo>
                <a:lnTo>
                  <a:pt x="640" y="1042"/>
                </a:lnTo>
                <a:lnTo>
                  <a:pt x="640" y="1041"/>
                </a:lnTo>
                <a:lnTo>
                  <a:pt x="639" y="1041"/>
                </a:lnTo>
                <a:lnTo>
                  <a:pt x="638" y="1041"/>
                </a:lnTo>
                <a:lnTo>
                  <a:pt x="637" y="1041"/>
                </a:lnTo>
                <a:lnTo>
                  <a:pt x="637" y="1042"/>
                </a:lnTo>
                <a:lnTo>
                  <a:pt x="636" y="1042"/>
                </a:lnTo>
                <a:lnTo>
                  <a:pt x="635" y="1042"/>
                </a:lnTo>
                <a:lnTo>
                  <a:pt x="634" y="1042"/>
                </a:lnTo>
                <a:lnTo>
                  <a:pt x="634" y="1044"/>
                </a:lnTo>
                <a:lnTo>
                  <a:pt x="634" y="1045"/>
                </a:lnTo>
                <a:lnTo>
                  <a:pt x="633" y="1045"/>
                </a:lnTo>
                <a:lnTo>
                  <a:pt x="633" y="1046"/>
                </a:lnTo>
                <a:lnTo>
                  <a:pt x="632" y="1046"/>
                </a:lnTo>
                <a:lnTo>
                  <a:pt x="632" y="1045"/>
                </a:lnTo>
                <a:lnTo>
                  <a:pt x="631" y="1045"/>
                </a:lnTo>
                <a:lnTo>
                  <a:pt x="631" y="1044"/>
                </a:lnTo>
                <a:lnTo>
                  <a:pt x="631" y="1043"/>
                </a:lnTo>
                <a:lnTo>
                  <a:pt x="630" y="1043"/>
                </a:lnTo>
                <a:lnTo>
                  <a:pt x="631" y="1043"/>
                </a:lnTo>
                <a:lnTo>
                  <a:pt x="631" y="1042"/>
                </a:lnTo>
                <a:lnTo>
                  <a:pt x="630" y="1042"/>
                </a:lnTo>
                <a:lnTo>
                  <a:pt x="631" y="1042"/>
                </a:lnTo>
                <a:lnTo>
                  <a:pt x="631" y="1041"/>
                </a:lnTo>
                <a:lnTo>
                  <a:pt x="630" y="1041"/>
                </a:lnTo>
                <a:lnTo>
                  <a:pt x="630" y="1040"/>
                </a:lnTo>
                <a:lnTo>
                  <a:pt x="629" y="1040"/>
                </a:lnTo>
                <a:lnTo>
                  <a:pt x="628" y="1040"/>
                </a:lnTo>
                <a:lnTo>
                  <a:pt x="627" y="1040"/>
                </a:lnTo>
                <a:lnTo>
                  <a:pt x="627" y="1039"/>
                </a:lnTo>
                <a:lnTo>
                  <a:pt x="626" y="1039"/>
                </a:lnTo>
                <a:lnTo>
                  <a:pt x="625" y="1039"/>
                </a:lnTo>
                <a:lnTo>
                  <a:pt x="625" y="1040"/>
                </a:lnTo>
                <a:lnTo>
                  <a:pt x="625" y="1039"/>
                </a:lnTo>
                <a:lnTo>
                  <a:pt x="624" y="1039"/>
                </a:lnTo>
                <a:lnTo>
                  <a:pt x="623" y="1039"/>
                </a:lnTo>
                <a:lnTo>
                  <a:pt x="622" y="1039"/>
                </a:lnTo>
                <a:lnTo>
                  <a:pt x="622" y="1038"/>
                </a:lnTo>
                <a:lnTo>
                  <a:pt x="621" y="1038"/>
                </a:lnTo>
                <a:lnTo>
                  <a:pt x="620" y="1038"/>
                </a:lnTo>
                <a:lnTo>
                  <a:pt x="620" y="1037"/>
                </a:lnTo>
                <a:lnTo>
                  <a:pt x="619" y="1037"/>
                </a:lnTo>
                <a:lnTo>
                  <a:pt x="618" y="1037"/>
                </a:lnTo>
                <a:lnTo>
                  <a:pt x="617" y="1037"/>
                </a:lnTo>
                <a:lnTo>
                  <a:pt x="616" y="1037"/>
                </a:lnTo>
                <a:lnTo>
                  <a:pt x="616" y="1038"/>
                </a:lnTo>
                <a:lnTo>
                  <a:pt x="615" y="1038"/>
                </a:lnTo>
                <a:lnTo>
                  <a:pt x="615" y="1039"/>
                </a:lnTo>
                <a:lnTo>
                  <a:pt x="614" y="1039"/>
                </a:lnTo>
                <a:lnTo>
                  <a:pt x="613" y="1039"/>
                </a:lnTo>
                <a:lnTo>
                  <a:pt x="612" y="1039"/>
                </a:lnTo>
                <a:lnTo>
                  <a:pt x="613" y="1040"/>
                </a:lnTo>
                <a:lnTo>
                  <a:pt x="612" y="1040"/>
                </a:lnTo>
                <a:lnTo>
                  <a:pt x="612" y="1041"/>
                </a:lnTo>
                <a:lnTo>
                  <a:pt x="611" y="1041"/>
                </a:lnTo>
                <a:lnTo>
                  <a:pt x="610" y="1041"/>
                </a:lnTo>
                <a:lnTo>
                  <a:pt x="609" y="1041"/>
                </a:lnTo>
                <a:lnTo>
                  <a:pt x="608" y="1041"/>
                </a:lnTo>
                <a:lnTo>
                  <a:pt x="607" y="1041"/>
                </a:lnTo>
                <a:lnTo>
                  <a:pt x="607" y="1040"/>
                </a:lnTo>
                <a:lnTo>
                  <a:pt x="606" y="1040"/>
                </a:lnTo>
                <a:lnTo>
                  <a:pt x="606" y="1039"/>
                </a:lnTo>
                <a:lnTo>
                  <a:pt x="605" y="1039"/>
                </a:lnTo>
                <a:lnTo>
                  <a:pt x="604" y="1039"/>
                </a:lnTo>
                <a:lnTo>
                  <a:pt x="604" y="1040"/>
                </a:lnTo>
                <a:lnTo>
                  <a:pt x="604" y="1039"/>
                </a:lnTo>
                <a:lnTo>
                  <a:pt x="603" y="1039"/>
                </a:lnTo>
                <a:lnTo>
                  <a:pt x="603" y="1040"/>
                </a:lnTo>
                <a:lnTo>
                  <a:pt x="603" y="1039"/>
                </a:lnTo>
                <a:lnTo>
                  <a:pt x="602" y="1039"/>
                </a:lnTo>
                <a:lnTo>
                  <a:pt x="601" y="1039"/>
                </a:lnTo>
                <a:lnTo>
                  <a:pt x="600" y="1039"/>
                </a:lnTo>
                <a:lnTo>
                  <a:pt x="600" y="1040"/>
                </a:lnTo>
                <a:lnTo>
                  <a:pt x="600" y="1041"/>
                </a:lnTo>
                <a:lnTo>
                  <a:pt x="601" y="1041"/>
                </a:lnTo>
                <a:lnTo>
                  <a:pt x="601" y="1042"/>
                </a:lnTo>
                <a:lnTo>
                  <a:pt x="600" y="1042"/>
                </a:lnTo>
                <a:lnTo>
                  <a:pt x="600" y="1043"/>
                </a:lnTo>
                <a:lnTo>
                  <a:pt x="600" y="1044"/>
                </a:lnTo>
                <a:lnTo>
                  <a:pt x="600" y="1045"/>
                </a:lnTo>
                <a:lnTo>
                  <a:pt x="600" y="1046"/>
                </a:lnTo>
                <a:lnTo>
                  <a:pt x="599" y="1046"/>
                </a:lnTo>
                <a:lnTo>
                  <a:pt x="599" y="1047"/>
                </a:lnTo>
                <a:lnTo>
                  <a:pt x="598" y="1047"/>
                </a:lnTo>
                <a:lnTo>
                  <a:pt x="598" y="1048"/>
                </a:lnTo>
                <a:lnTo>
                  <a:pt x="598" y="1047"/>
                </a:lnTo>
                <a:lnTo>
                  <a:pt x="597" y="1047"/>
                </a:lnTo>
                <a:lnTo>
                  <a:pt x="597" y="1046"/>
                </a:lnTo>
                <a:lnTo>
                  <a:pt x="597" y="1047"/>
                </a:lnTo>
                <a:lnTo>
                  <a:pt x="596" y="1047"/>
                </a:lnTo>
                <a:lnTo>
                  <a:pt x="595" y="1047"/>
                </a:lnTo>
                <a:lnTo>
                  <a:pt x="595" y="1046"/>
                </a:lnTo>
                <a:lnTo>
                  <a:pt x="594" y="1046"/>
                </a:lnTo>
                <a:lnTo>
                  <a:pt x="593" y="1046"/>
                </a:lnTo>
                <a:lnTo>
                  <a:pt x="593" y="1045"/>
                </a:lnTo>
                <a:lnTo>
                  <a:pt x="592" y="1045"/>
                </a:lnTo>
                <a:lnTo>
                  <a:pt x="592" y="1044"/>
                </a:lnTo>
                <a:lnTo>
                  <a:pt x="591" y="1044"/>
                </a:lnTo>
                <a:lnTo>
                  <a:pt x="591" y="1043"/>
                </a:lnTo>
                <a:lnTo>
                  <a:pt x="590" y="1043"/>
                </a:lnTo>
                <a:lnTo>
                  <a:pt x="590" y="1042"/>
                </a:lnTo>
                <a:lnTo>
                  <a:pt x="589" y="1042"/>
                </a:lnTo>
                <a:lnTo>
                  <a:pt x="589" y="1041"/>
                </a:lnTo>
                <a:lnTo>
                  <a:pt x="588" y="1041"/>
                </a:lnTo>
                <a:lnTo>
                  <a:pt x="588" y="1040"/>
                </a:lnTo>
                <a:lnTo>
                  <a:pt x="588" y="1039"/>
                </a:lnTo>
                <a:lnTo>
                  <a:pt x="588" y="1038"/>
                </a:lnTo>
                <a:lnTo>
                  <a:pt x="588" y="1037"/>
                </a:lnTo>
                <a:lnTo>
                  <a:pt x="588" y="1036"/>
                </a:lnTo>
                <a:lnTo>
                  <a:pt x="588" y="1035"/>
                </a:lnTo>
                <a:lnTo>
                  <a:pt x="587" y="1035"/>
                </a:lnTo>
                <a:lnTo>
                  <a:pt x="586" y="1035"/>
                </a:lnTo>
                <a:lnTo>
                  <a:pt x="586" y="1034"/>
                </a:lnTo>
                <a:lnTo>
                  <a:pt x="586" y="1033"/>
                </a:lnTo>
                <a:lnTo>
                  <a:pt x="586" y="1032"/>
                </a:lnTo>
                <a:lnTo>
                  <a:pt x="585" y="1032"/>
                </a:lnTo>
                <a:lnTo>
                  <a:pt x="584" y="1032"/>
                </a:lnTo>
                <a:lnTo>
                  <a:pt x="584" y="1031"/>
                </a:lnTo>
                <a:lnTo>
                  <a:pt x="583" y="1031"/>
                </a:lnTo>
                <a:lnTo>
                  <a:pt x="583" y="1030"/>
                </a:lnTo>
                <a:lnTo>
                  <a:pt x="583" y="1029"/>
                </a:lnTo>
                <a:lnTo>
                  <a:pt x="582" y="1029"/>
                </a:lnTo>
                <a:lnTo>
                  <a:pt x="581" y="1029"/>
                </a:lnTo>
                <a:lnTo>
                  <a:pt x="580" y="1029"/>
                </a:lnTo>
                <a:lnTo>
                  <a:pt x="580" y="1028"/>
                </a:lnTo>
                <a:lnTo>
                  <a:pt x="579" y="1028"/>
                </a:lnTo>
                <a:lnTo>
                  <a:pt x="579" y="1029"/>
                </a:lnTo>
                <a:lnTo>
                  <a:pt x="578" y="1029"/>
                </a:lnTo>
                <a:lnTo>
                  <a:pt x="578" y="1030"/>
                </a:lnTo>
                <a:lnTo>
                  <a:pt x="577" y="1030"/>
                </a:lnTo>
                <a:lnTo>
                  <a:pt x="576" y="1030"/>
                </a:lnTo>
                <a:lnTo>
                  <a:pt x="576" y="1029"/>
                </a:lnTo>
                <a:lnTo>
                  <a:pt x="576" y="1030"/>
                </a:lnTo>
                <a:lnTo>
                  <a:pt x="575" y="1030"/>
                </a:lnTo>
                <a:lnTo>
                  <a:pt x="575" y="1031"/>
                </a:lnTo>
                <a:lnTo>
                  <a:pt x="574" y="1031"/>
                </a:lnTo>
                <a:lnTo>
                  <a:pt x="574" y="1032"/>
                </a:lnTo>
                <a:lnTo>
                  <a:pt x="573" y="1032"/>
                </a:lnTo>
                <a:lnTo>
                  <a:pt x="572" y="1032"/>
                </a:lnTo>
                <a:lnTo>
                  <a:pt x="572" y="1033"/>
                </a:lnTo>
                <a:lnTo>
                  <a:pt x="571" y="1033"/>
                </a:lnTo>
                <a:lnTo>
                  <a:pt x="570" y="1033"/>
                </a:lnTo>
                <a:lnTo>
                  <a:pt x="569" y="1033"/>
                </a:lnTo>
                <a:lnTo>
                  <a:pt x="568" y="1033"/>
                </a:lnTo>
                <a:lnTo>
                  <a:pt x="568" y="1032"/>
                </a:lnTo>
                <a:lnTo>
                  <a:pt x="568" y="1033"/>
                </a:lnTo>
                <a:lnTo>
                  <a:pt x="568" y="1032"/>
                </a:lnTo>
                <a:lnTo>
                  <a:pt x="568" y="1033"/>
                </a:lnTo>
                <a:lnTo>
                  <a:pt x="567" y="1033"/>
                </a:lnTo>
                <a:lnTo>
                  <a:pt x="567" y="1034"/>
                </a:lnTo>
                <a:lnTo>
                  <a:pt x="568" y="1035"/>
                </a:lnTo>
                <a:lnTo>
                  <a:pt x="567" y="1035"/>
                </a:lnTo>
                <a:lnTo>
                  <a:pt x="566" y="1035"/>
                </a:lnTo>
                <a:lnTo>
                  <a:pt x="566" y="1036"/>
                </a:lnTo>
                <a:lnTo>
                  <a:pt x="566" y="1037"/>
                </a:lnTo>
                <a:lnTo>
                  <a:pt x="566" y="1038"/>
                </a:lnTo>
                <a:lnTo>
                  <a:pt x="566" y="1039"/>
                </a:lnTo>
                <a:lnTo>
                  <a:pt x="565" y="1039"/>
                </a:lnTo>
                <a:lnTo>
                  <a:pt x="565" y="1040"/>
                </a:lnTo>
                <a:lnTo>
                  <a:pt x="566" y="1040"/>
                </a:lnTo>
                <a:lnTo>
                  <a:pt x="566" y="1041"/>
                </a:lnTo>
                <a:lnTo>
                  <a:pt x="565" y="1041"/>
                </a:lnTo>
                <a:lnTo>
                  <a:pt x="564" y="1041"/>
                </a:lnTo>
                <a:lnTo>
                  <a:pt x="564" y="1042"/>
                </a:lnTo>
                <a:lnTo>
                  <a:pt x="563" y="1042"/>
                </a:lnTo>
                <a:lnTo>
                  <a:pt x="563" y="1043"/>
                </a:lnTo>
                <a:lnTo>
                  <a:pt x="563" y="1044"/>
                </a:lnTo>
                <a:lnTo>
                  <a:pt x="564" y="1044"/>
                </a:lnTo>
                <a:lnTo>
                  <a:pt x="564" y="1045"/>
                </a:lnTo>
                <a:lnTo>
                  <a:pt x="565" y="1045"/>
                </a:lnTo>
                <a:lnTo>
                  <a:pt x="565" y="1046"/>
                </a:lnTo>
                <a:lnTo>
                  <a:pt x="566" y="1046"/>
                </a:lnTo>
                <a:lnTo>
                  <a:pt x="566" y="1047"/>
                </a:lnTo>
                <a:lnTo>
                  <a:pt x="566" y="1048"/>
                </a:lnTo>
                <a:lnTo>
                  <a:pt x="565" y="1049"/>
                </a:lnTo>
                <a:lnTo>
                  <a:pt x="564" y="1049"/>
                </a:lnTo>
                <a:lnTo>
                  <a:pt x="563" y="1049"/>
                </a:lnTo>
                <a:lnTo>
                  <a:pt x="563" y="1050"/>
                </a:lnTo>
                <a:lnTo>
                  <a:pt x="562" y="1050"/>
                </a:lnTo>
                <a:lnTo>
                  <a:pt x="562" y="1051"/>
                </a:lnTo>
                <a:lnTo>
                  <a:pt x="563" y="1051"/>
                </a:lnTo>
                <a:lnTo>
                  <a:pt x="563" y="1052"/>
                </a:lnTo>
                <a:lnTo>
                  <a:pt x="563" y="1053"/>
                </a:lnTo>
                <a:lnTo>
                  <a:pt x="563" y="1054"/>
                </a:lnTo>
                <a:lnTo>
                  <a:pt x="563" y="1055"/>
                </a:lnTo>
                <a:lnTo>
                  <a:pt x="562" y="1055"/>
                </a:lnTo>
                <a:lnTo>
                  <a:pt x="562" y="1056"/>
                </a:lnTo>
                <a:lnTo>
                  <a:pt x="561" y="1056"/>
                </a:lnTo>
                <a:lnTo>
                  <a:pt x="560" y="1056"/>
                </a:lnTo>
                <a:lnTo>
                  <a:pt x="560" y="1057"/>
                </a:lnTo>
                <a:lnTo>
                  <a:pt x="560" y="1058"/>
                </a:lnTo>
                <a:lnTo>
                  <a:pt x="559" y="1058"/>
                </a:lnTo>
                <a:lnTo>
                  <a:pt x="559" y="1059"/>
                </a:lnTo>
                <a:lnTo>
                  <a:pt x="560" y="1059"/>
                </a:lnTo>
                <a:lnTo>
                  <a:pt x="560" y="1060"/>
                </a:lnTo>
                <a:lnTo>
                  <a:pt x="560" y="1061"/>
                </a:lnTo>
                <a:lnTo>
                  <a:pt x="559" y="1062"/>
                </a:lnTo>
                <a:lnTo>
                  <a:pt x="558" y="1062"/>
                </a:lnTo>
                <a:lnTo>
                  <a:pt x="557" y="1062"/>
                </a:lnTo>
                <a:lnTo>
                  <a:pt x="556" y="1063"/>
                </a:lnTo>
                <a:lnTo>
                  <a:pt x="555" y="1063"/>
                </a:lnTo>
                <a:lnTo>
                  <a:pt x="554" y="1063"/>
                </a:lnTo>
                <a:lnTo>
                  <a:pt x="553" y="1063"/>
                </a:lnTo>
                <a:lnTo>
                  <a:pt x="553" y="1062"/>
                </a:lnTo>
                <a:lnTo>
                  <a:pt x="552" y="1062"/>
                </a:lnTo>
                <a:lnTo>
                  <a:pt x="551" y="1062"/>
                </a:lnTo>
                <a:lnTo>
                  <a:pt x="551" y="1063"/>
                </a:lnTo>
                <a:lnTo>
                  <a:pt x="551" y="1064"/>
                </a:lnTo>
                <a:lnTo>
                  <a:pt x="550" y="1064"/>
                </a:lnTo>
                <a:lnTo>
                  <a:pt x="550" y="1065"/>
                </a:lnTo>
                <a:lnTo>
                  <a:pt x="549" y="1065"/>
                </a:lnTo>
                <a:lnTo>
                  <a:pt x="549" y="1066"/>
                </a:lnTo>
                <a:lnTo>
                  <a:pt x="548" y="1066"/>
                </a:lnTo>
                <a:lnTo>
                  <a:pt x="548" y="1067"/>
                </a:lnTo>
                <a:lnTo>
                  <a:pt x="549" y="1067"/>
                </a:lnTo>
                <a:lnTo>
                  <a:pt x="549" y="1068"/>
                </a:lnTo>
                <a:lnTo>
                  <a:pt x="548" y="1068"/>
                </a:lnTo>
                <a:lnTo>
                  <a:pt x="549" y="1068"/>
                </a:lnTo>
                <a:lnTo>
                  <a:pt x="549" y="1069"/>
                </a:lnTo>
                <a:lnTo>
                  <a:pt x="549" y="1070"/>
                </a:lnTo>
                <a:lnTo>
                  <a:pt x="550" y="1070"/>
                </a:lnTo>
                <a:lnTo>
                  <a:pt x="551" y="1070"/>
                </a:lnTo>
                <a:lnTo>
                  <a:pt x="551" y="1071"/>
                </a:lnTo>
                <a:lnTo>
                  <a:pt x="551" y="1072"/>
                </a:lnTo>
                <a:lnTo>
                  <a:pt x="551" y="1073"/>
                </a:lnTo>
                <a:lnTo>
                  <a:pt x="551" y="1074"/>
                </a:lnTo>
                <a:lnTo>
                  <a:pt x="552" y="1074"/>
                </a:lnTo>
                <a:lnTo>
                  <a:pt x="552" y="1075"/>
                </a:lnTo>
                <a:lnTo>
                  <a:pt x="553" y="1075"/>
                </a:lnTo>
                <a:lnTo>
                  <a:pt x="553" y="1076"/>
                </a:lnTo>
                <a:lnTo>
                  <a:pt x="554" y="1076"/>
                </a:lnTo>
                <a:lnTo>
                  <a:pt x="553" y="1076"/>
                </a:lnTo>
                <a:lnTo>
                  <a:pt x="554" y="1076"/>
                </a:lnTo>
                <a:lnTo>
                  <a:pt x="554" y="1077"/>
                </a:lnTo>
                <a:lnTo>
                  <a:pt x="553" y="1077"/>
                </a:lnTo>
                <a:lnTo>
                  <a:pt x="553" y="1078"/>
                </a:lnTo>
                <a:lnTo>
                  <a:pt x="554" y="1078"/>
                </a:lnTo>
                <a:lnTo>
                  <a:pt x="554" y="1079"/>
                </a:lnTo>
                <a:lnTo>
                  <a:pt x="555" y="1079"/>
                </a:lnTo>
                <a:lnTo>
                  <a:pt x="555" y="1080"/>
                </a:lnTo>
                <a:lnTo>
                  <a:pt x="556" y="1080"/>
                </a:lnTo>
                <a:lnTo>
                  <a:pt x="555" y="1080"/>
                </a:lnTo>
                <a:lnTo>
                  <a:pt x="555" y="1081"/>
                </a:lnTo>
                <a:lnTo>
                  <a:pt x="554" y="1081"/>
                </a:lnTo>
                <a:lnTo>
                  <a:pt x="555" y="1081"/>
                </a:lnTo>
                <a:lnTo>
                  <a:pt x="555" y="1082"/>
                </a:lnTo>
                <a:lnTo>
                  <a:pt x="555" y="1083"/>
                </a:lnTo>
                <a:lnTo>
                  <a:pt x="555" y="1084"/>
                </a:lnTo>
                <a:lnTo>
                  <a:pt x="556" y="1084"/>
                </a:lnTo>
                <a:lnTo>
                  <a:pt x="555" y="1084"/>
                </a:lnTo>
                <a:lnTo>
                  <a:pt x="554" y="1084"/>
                </a:lnTo>
                <a:lnTo>
                  <a:pt x="553" y="1084"/>
                </a:lnTo>
                <a:lnTo>
                  <a:pt x="552" y="1084"/>
                </a:lnTo>
                <a:lnTo>
                  <a:pt x="551" y="1084"/>
                </a:lnTo>
                <a:lnTo>
                  <a:pt x="551" y="1085"/>
                </a:lnTo>
                <a:lnTo>
                  <a:pt x="551" y="1086"/>
                </a:lnTo>
                <a:lnTo>
                  <a:pt x="552" y="1086"/>
                </a:lnTo>
                <a:lnTo>
                  <a:pt x="552" y="1087"/>
                </a:lnTo>
                <a:lnTo>
                  <a:pt x="551" y="1088"/>
                </a:lnTo>
                <a:lnTo>
                  <a:pt x="552" y="1088"/>
                </a:lnTo>
                <a:lnTo>
                  <a:pt x="553" y="1088"/>
                </a:lnTo>
                <a:lnTo>
                  <a:pt x="553" y="1089"/>
                </a:lnTo>
                <a:lnTo>
                  <a:pt x="553" y="1090"/>
                </a:lnTo>
                <a:lnTo>
                  <a:pt x="554" y="1090"/>
                </a:lnTo>
                <a:lnTo>
                  <a:pt x="554" y="1091"/>
                </a:lnTo>
                <a:lnTo>
                  <a:pt x="554" y="1092"/>
                </a:lnTo>
                <a:lnTo>
                  <a:pt x="554" y="1093"/>
                </a:lnTo>
                <a:lnTo>
                  <a:pt x="554" y="1094"/>
                </a:lnTo>
                <a:lnTo>
                  <a:pt x="555" y="1094"/>
                </a:lnTo>
                <a:lnTo>
                  <a:pt x="556" y="1094"/>
                </a:lnTo>
                <a:lnTo>
                  <a:pt x="556" y="1095"/>
                </a:lnTo>
                <a:lnTo>
                  <a:pt x="556" y="1096"/>
                </a:lnTo>
                <a:lnTo>
                  <a:pt x="556" y="1097"/>
                </a:lnTo>
                <a:lnTo>
                  <a:pt x="556" y="1098"/>
                </a:lnTo>
                <a:lnTo>
                  <a:pt x="556" y="1099"/>
                </a:lnTo>
                <a:lnTo>
                  <a:pt x="557" y="1099"/>
                </a:lnTo>
                <a:lnTo>
                  <a:pt x="557" y="1100"/>
                </a:lnTo>
                <a:lnTo>
                  <a:pt x="558" y="1100"/>
                </a:lnTo>
                <a:lnTo>
                  <a:pt x="558" y="1101"/>
                </a:lnTo>
                <a:lnTo>
                  <a:pt x="559" y="1101"/>
                </a:lnTo>
                <a:lnTo>
                  <a:pt x="559" y="1102"/>
                </a:lnTo>
                <a:lnTo>
                  <a:pt x="558" y="1102"/>
                </a:lnTo>
                <a:lnTo>
                  <a:pt x="557" y="1102"/>
                </a:lnTo>
                <a:lnTo>
                  <a:pt x="557" y="1103"/>
                </a:lnTo>
                <a:lnTo>
                  <a:pt x="557" y="1104"/>
                </a:lnTo>
                <a:lnTo>
                  <a:pt x="556" y="1104"/>
                </a:lnTo>
                <a:lnTo>
                  <a:pt x="556" y="1105"/>
                </a:lnTo>
                <a:lnTo>
                  <a:pt x="557" y="1105"/>
                </a:lnTo>
                <a:lnTo>
                  <a:pt x="556" y="1105"/>
                </a:lnTo>
                <a:lnTo>
                  <a:pt x="556" y="1106"/>
                </a:lnTo>
                <a:lnTo>
                  <a:pt x="556" y="1107"/>
                </a:lnTo>
                <a:lnTo>
                  <a:pt x="555" y="1107"/>
                </a:lnTo>
                <a:lnTo>
                  <a:pt x="554" y="1107"/>
                </a:lnTo>
                <a:lnTo>
                  <a:pt x="554" y="1108"/>
                </a:lnTo>
                <a:lnTo>
                  <a:pt x="555" y="1108"/>
                </a:lnTo>
                <a:lnTo>
                  <a:pt x="555" y="1107"/>
                </a:lnTo>
                <a:lnTo>
                  <a:pt x="556" y="1107"/>
                </a:lnTo>
                <a:lnTo>
                  <a:pt x="556" y="1108"/>
                </a:lnTo>
                <a:lnTo>
                  <a:pt x="557" y="1108"/>
                </a:lnTo>
                <a:lnTo>
                  <a:pt x="558" y="1108"/>
                </a:lnTo>
                <a:lnTo>
                  <a:pt x="558" y="1109"/>
                </a:lnTo>
                <a:lnTo>
                  <a:pt x="558" y="1110"/>
                </a:lnTo>
                <a:lnTo>
                  <a:pt x="559" y="1110"/>
                </a:lnTo>
                <a:lnTo>
                  <a:pt x="560" y="1110"/>
                </a:lnTo>
                <a:lnTo>
                  <a:pt x="561" y="1110"/>
                </a:lnTo>
                <a:lnTo>
                  <a:pt x="562" y="1111"/>
                </a:lnTo>
                <a:lnTo>
                  <a:pt x="562" y="1112"/>
                </a:lnTo>
                <a:lnTo>
                  <a:pt x="563" y="1112"/>
                </a:lnTo>
                <a:lnTo>
                  <a:pt x="563" y="1113"/>
                </a:lnTo>
                <a:lnTo>
                  <a:pt x="564" y="1113"/>
                </a:lnTo>
                <a:lnTo>
                  <a:pt x="565" y="1113"/>
                </a:lnTo>
                <a:lnTo>
                  <a:pt x="565" y="1112"/>
                </a:lnTo>
                <a:lnTo>
                  <a:pt x="566" y="1112"/>
                </a:lnTo>
                <a:lnTo>
                  <a:pt x="566" y="1111"/>
                </a:lnTo>
                <a:lnTo>
                  <a:pt x="567" y="1111"/>
                </a:lnTo>
                <a:lnTo>
                  <a:pt x="567" y="1112"/>
                </a:lnTo>
                <a:lnTo>
                  <a:pt x="567" y="1111"/>
                </a:lnTo>
                <a:lnTo>
                  <a:pt x="568" y="1111"/>
                </a:lnTo>
                <a:lnTo>
                  <a:pt x="568" y="1112"/>
                </a:lnTo>
                <a:lnTo>
                  <a:pt x="568" y="1113"/>
                </a:lnTo>
                <a:lnTo>
                  <a:pt x="568" y="1114"/>
                </a:lnTo>
                <a:lnTo>
                  <a:pt x="569" y="1114"/>
                </a:lnTo>
                <a:lnTo>
                  <a:pt x="569" y="1115"/>
                </a:lnTo>
                <a:lnTo>
                  <a:pt x="569" y="1116"/>
                </a:lnTo>
                <a:lnTo>
                  <a:pt x="568" y="1116"/>
                </a:lnTo>
                <a:lnTo>
                  <a:pt x="568" y="1117"/>
                </a:lnTo>
                <a:lnTo>
                  <a:pt x="568" y="1118"/>
                </a:lnTo>
                <a:lnTo>
                  <a:pt x="567" y="1118"/>
                </a:lnTo>
                <a:lnTo>
                  <a:pt x="568" y="1118"/>
                </a:lnTo>
                <a:lnTo>
                  <a:pt x="568" y="1119"/>
                </a:lnTo>
                <a:lnTo>
                  <a:pt x="569" y="1119"/>
                </a:lnTo>
                <a:lnTo>
                  <a:pt x="569" y="1120"/>
                </a:lnTo>
                <a:lnTo>
                  <a:pt x="569" y="1121"/>
                </a:lnTo>
                <a:lnTo>
                  <a:pt x="570" y="1121"/>
                </a:lnTo>
                <a:lnTo>
                  <a:pt x="571" y="1121"/>
                </a:lnTo>
                <a:lnTo>
                  <a:pt x="572" y="1121"/>
                </a:lnTo>
                <a:lnTo>
                  <a:pt x="572" y="1122"/>
                </a:lnTo>
                <a:lnTo>
                  <a:pt x="573" y="1122"/>
                </a:lnTo>
                <a:lnTo>
                  <a:pt x="573" y="1123"/>
                </a:lnTo>
                <a:lnTo>
                  <a:pt x="573" y="1124"/>
                </a:lnTo>
                <a:lnTo>
                  <a:pt x="573" y="1125"/>
                </a:lnTo>
                <a:lnTo>
                  <a:pt x="573" y="1126"/>
                </a:lnTo>
                <a:lnTo>
                  <a:pt x="573" y="1127"/>
                </a:lnTo>
                <a:lnTo>
                  <a:pt x="574" y="1127"/>
                </a:lnTo>
                <a:lnTo>
                  <a:pt x="575" y="1127"/>
                </a:lnTo>
                <a:lnTo>
                  <a:pt x="575" y="1128"/>
                </a:lnTo>
                <a:lnTo>
                  <a:pt x="576" y="1128"/>
                </a:lnTo>
                <a:lnTo>
                  <a:pt x="577" y="1128"/>
                </a:lnTo>
                <a:lnTo>
                  <a:pt x="578" y="1128"/>
                </a:lnTo>
                <a:lnTo>
                  <a:pt x="578" y="1129"/>
                </a:lnTo>
                <a:lnTo>
                  <a:pt x="578" y="1130"/>
                </a:lnTo>
                <a:lnTo>
                  <a:pt x="579" y="1130"/>
                </a:lnTo>
                <a:lnTo>
                  <a:pt x="580" y="1130"/>
                </a:lnTo>
                <a:lnTo>
                  <a:pt x="579" y="1130"/>
                </a:lnTo>
                <a:lnTo>
                  <a:pt x="579" y="1131"/>
                </a:lnTo>
                <a:lnTo>
                  <a:pt x="578" y="1131"/>
                </a:lnTo>
                <a:lnTo>
                  <a:pt x="578" y="1132"/>
                </a:lnTo>
                <a:lnTo>
                  <a:pt x="577" y="1132"/>
                </a:lnTo>
                <a:lnTo>
                  <a:pt x="577" y="1133"/>
                </a:lnTo>
                <a:lnTo>
                  <a:pt x="577" y="1134"/>
                </a:lnTo>
                <a:lnTo>
                  <a:pt x="577" y="1135"/>
                </a:lnTo>
                <a:lnTo>
                  <a:pt x="576" y="1135"/>
                </a:lnTo>
                <a:lnTo>
                  <a:pt x="576" y="1136"/>
                </a:lnTo>
                <a:lnTo>
                  <a:pt x="575" y="1136"/>
                </a:lnTo>
                <a:lnTo>
                  <a:pt x="575" y="1137"/>
                </a:lnTo>
                <a:lnTo>
                  <a:pt x="575" y="1138"/>
                </a:lnTo>
                <a:lnTo>
                  <a:pt x="576" y="1138"/>
                </a:lnTo>
                <a:lnTo>
                  <a:pt x="576" y="1139"/>
                </a:lnTo>
                <a:lnTo>
                  <a:pt x="575" y="1139"/>
                </a:lnTo>
                <a:lnTo>
                  <a:pt x="575" y="1140"/>
                </a:lnTo>
                <a:lnTo>
                  <a:pt x="574" y="1140"/>
                </a:lnTo>
                <a:lnTo>
                  <a:pt x="574" y="1141"/>
                </a:lnTo>
                <a:lnTo>
                  <a:pt x="573" y="1141"/>
                </a:lnTo>
                <a:lnTo>
                  <a:pt x="573" y="1142"/>
                </a:lnTo>
                <a:lnTo>
                  <a:pt x="574" y="1142"/>
                </a:lnTo>
                <a:lnTo>
                  <a:pt x="573" y="1142"/>
                </a:lnTo>
                <a:lnTo>
                  <a:pt x="574" y="1142"/>
                </a:lnTo>
                <a:lnTo>
                  <a:pt x="573" y="1142"/>
                </a:lnTo>
                <a:lnTo>
                  <a:pt x="573" y="1143"/>
                </a:lnTo>
                <a:lnTo>
                  <a:pt x="574" y="1143"/>
                </a:lnTo>
                <a:lnTo>
                  <a:pt x="574" y="1144"/>
                </a:lnTo>
                <a:lnTo>
                  <a:pt x="573" y="1144"/>
                </a:lnTo>
                <a:lnTo>
                  <a:pt x="574" y="1144"/>
                </a:lnTo>
                <a:lnTo>
                  <a:pt x="574" y="1145"/>
                </a:lnTo>
                <a:lnTo>
                  <a:pt x="575" y="1145"/>
                </a:lnTo>
                <a:lnTo>
                  <a:pt x="576" y="1145"/>
                </a:lnTo>
                <a:lnTo>
                  <a:pt x="576" y="1146"/>
                </a:lnTo>
                <a:lnTo>
                  <a:pt x="577" y="1146"/>
                </a:lnTo>
                <a:lnTo>
                  <a:pt x="577" y="1147"/>
                </a:lnTo>
                <a:lnTo>
                  <a:pt x="577" y="1148"/>
                </a:lnTo>
                <a:lnTo>
                  <a:pt x="577" y="1149"/>
                </a:lnTo>
                <a:lnTo>
                  <a:pt x="577" y="1150"/>
                </a:lnTo>
                <a:lnTo>
                  <a:pt x="577" y="1151"/>
                </a:lnTo>
                <a:lnTo>
                  <a:pt x="577" y="1152"/>
                </a:lnTo>
                <a:lnTo>
                  <a:pt x="577" y="1153"/>
                </a:lnTo>
                <a:lnTo>
                  <a:pt x="577" y="1154"/>
                </a:lnTo>
                <a:lnTo>
                  <a:pt x="576" y="1154"/>
                </a:lnTo>
                <a:lnTo>
                  <a:pt x="576" y="1155"/>
                </a:lnTo>
                <a:lnTo>
                  <a:pt x="577" y="1155"/>
                </a:lnTo>
                <a:lnTo>
                  <a:pt x="578" y="1155"/>
                </a:lnTo>
                <a:lnTo>
                  <a:pt x="578" y="1156"/>
                </a:lnTo>
                <a:lnTo>
                  <a:pt x="578" y="1157"/>
                </a:lnTo>
                <a:lnTo>
                  <a:pt x="578" y="1158"/>
                </a:lnTo>
                <a:lnTo>
                  <a:pt x="579" y="1158"/>
                </a:lnTo>
                <a:lnTo>
                  <a:pt x="579" y="1157"/>
                </a:lnTo>
                <a:lnTo>
                  <a:pt x="580" y="1157"/>
                </a:lnTo>
                <a:lnTo>
                  <a:pt x="581" y="1157"/>
                </a:lnTo>
                <a:lnTo>
                  <a:pt x="582" y="1157"/>
                </a:lnTo>
                <a:lnTo>
                  <a:pt x="582" y="1156"/>
                </a:lnTo>
                <a:lnTo>
                  <a:pt x="582" y="1157"/>
                </a:lnTo>
                <a:lnTo>
                  <a:pt x="582" y="1158"/>
                </a:lnTo>
                <a:lnTo>
                  <a:pt x="582" y="1159"/>
                </a:lnTo>
                <a:lnTo>
                  <a:pt x="583" y="1160"/>
                </a:lnTo>
                <a:lnTo>
                  <a:pt x="583" y="1159"/>
                </a:lnTo>
                <a:lnTo>
                  <a:pt x="584" y="1159"/>
                </a:lnTo>
                <a:lnTo>
                  <a:pt x="585" y="1159"/>
                </a:lnTo>
                <a:lnTo>
                  <a:pt x="585" y="1160"/>
                </a:lnTo>
                <a:lnTo>
                  <a:pt x="586" y="1160"/>
                </a:lnTo>
                <a:lnTo>
                  <a:pt x="585" y="1160"/>
                </a:lnTo>
                <a:lnTo>
                  <a:pt x="585" y="1161"/>
                </a:lnTo>
                <a:lnTo>
                  <a:pt x="586" y="1161"/>
                </a:lnTo>
                <a:lnTo>
                  <a:pt x="585" y="1161"/>
                </a:lnTo>
                <a:lnTo>
                  <a:pt x="585" y="1162"/>
                </a:lnTo>
                <a:lnTo>
                  <a:pt x="584" y="1162"/>
                </a:lnTo>
                <a:lnTo>
                  <a:pt x="584" y="1163"/>
                </a:lnTo>
                <a:lnTo>
                  <a:pt x="584" y="1164"/>
                </a:lnTo>
                <a:lnTo>
                  <a:pt x="584" y="1165"/>
                </a:lnTo>
                <a:lnTo>
                  <a:pt x="583" y="1165"/>
                </a:lnTo>
                <a:lnTo>
                  <a:pt x="582" y="1165"/>
                </a:lnTo>
                <a:lnTo>
                  <a:pt x="582" y="1166"/>
                </a:lnTo>
                <a:lnTo>
                  <a:pt x="581" y="1166"/>
                </a:lnTo>
                <a:lnTo>
                  <a:pt x="582" y="1166"/>
                </a:lnTo>
                <a:lnTo>
                  <a:pt x="581" y="1166"/>
                </a:lnTo>
                <a:lnTo>
                  <a:pt x="582" y="1166"/>
                </a:lnTo>
                <a:lnTo>
                  <a:pt x="581" y="1166"/>
                </a:lnTo>
                <a:lnTo>
                  <a:pt x="581" y="1167"/>
                </a:lnTo>
                <a:lnTo>
                  <a:pt x="580" y="1167"/>
                </a:lnTo>
                <a:lnTo>
                  <a:pt x="579" y="1167"/>
                </a:lnTo>
                <a:lnTo>
                  <a:pt x="579" y="1166"/>
                </a:lnTo>
                <a:lnTo>
                  <a:pt x="579" y="1167"/>
                </a:lnTo>
                <a:lnTo>
                  <a:pt x="578" y="1167"/>
                </a:lnTo>
                <a:lnTo>
                  <a:pt x="578" y="1166"/>
                </a:lnTo>
                <a:lnTo>
                  <a:pt x="577" y="1166"/>
                </a:lnTo>
                <a:lnTo>
                  <a:pt x="576" y="1166"/>
                </a:lnTo>
                <a:lnTo>
                  <a:pt x="576" y="1165"/>
                </a:lnTo>
                <a:lnTo>
                  <a:pt x="575" y="1165"/>
                </a:lnTo>
                <a:lnTo>
                  <a:pt x="575" y="1166"/>
                </a:lnTo>
                <a:lnTo>
                  <a:pt x="574" y="1166"/>
                </a:lnTo>
                <a:lnTo>
                  <a:pt x="573" y="1166"/>
                </a:lnTo>
                <a:lnTo>
                  <a:pt x="573" y="1167"/>
                </a:lnTo>
                <a:lnTo>
                  <a:pt x="573" y="1168"/>
                </a:lnTo>
                <a:lnTo>
                  <a:pt x="574" y="1169"/>
                </a:lnTo>
                <a:lnTo>
                  <a:pt x="575" y="1169"/>
                </a:lnTo>
                <a:lnTo>
                  <a:pt x="575" y="1170"/>
                </a:lnTo>
                <a:lnTo>
                  <a:pt x="574" y="1170"/>
                </a:lnTo>
                <a:lnTo>
                  <a:pt x="574" y="1171"/>
                </a:lnTo>
                <a:lnTo>
                  <a:pt x="574" y="1172"/>
                </a:lnTo>
                <a:lnTo>
                  <a:pt x="574" y="1173"/>
                </a:lnTo>
                <a:lnTo>
                  <a:pt x="574" y="1174"/>
                </a:lnTo>
                <a:lnTo>
                  <a:pt x="575" y="1174"/>
                </a:lnTo>
                <a:lnTo>
                  <a:pt x="576" y="1174"/>
                </a:lnTo>
                <a:lnTo>
                  <a:pt x="576" y="1175"/>
                </a:lnTo>
                <a:lnTo>
                  <a:pt x="577" y="1175"/>
                </a:lnTo>
                <a:lnTo>
                  <a:pt x="577" y="1176"/>
                </a:lnTo>
                <a:lnTo>
                  <a:pt x="576" y="1176"/>
                </a:lnTo>
                <a:lnTo>
                  <a:pt x="575" y="1176"/>
                </a:lnTo>
                <a:lnTo>
                  <a:pt x="575" y="1177"/>
                </a:lnTo>
                <a:lnTo>
                  <a:pt x="575" y="1178"/>
                </a:lnTo>
                <a:lnTo>
                  <a:pt x="574" y="1178"/>
                </a:lnTo>
                <a:lnTo>
                  <a:pt x="573" y="1178"/>
                </a:lnTo>
                <a:lnTo>
                  <a:pt x="573" y="1179"/>
                </a:lnTo>
                <a:lnTo>
                  <a:pt x="572" y="1180"/>
                </a:lnTo>
                <a:lnTo>
                  <a:pt x="572" y="1179"/>
                </a:lnTo>
                <a:lnTo>
                  <a:pt x="572" y="1180"/>
                </a:lnTo>
                <a:lnTo>
                  <a:pt x="571" y="1180"/>
                </a:lnTo>
                <a:lnTo>
                  <a:pt x="571" y="1181"/>
                </a:lnTo>
                <a:lnTo>
                  <a:pt x="572" y="1181"/>
                </a:lnTo>
                <a:lnTo>
                  <a:pt x="572" y="1182"/>
                </a:lnTo>
                <a:lnTo>
                  <a:pt x="572" y="1183"/>
                </a:lnTo>
                <a:lnTo>
                  <a:pt x="572" y="1184"/>
                </a:lnTo>
                <a:lnTo>
                  <a:pt x="571" y="1184"/>
                </a:lnTo>
                <a:lnTo>
                  <a:pt x="572" y="1184"/>
                </a:lnTo>
                <a:lnTo>
                  <a:pt x="572" y="1185"/>
                </a:lnTo>
                <a:lnTo>
                  <a:pt x="573" y="1185"/>
                </a:lnTo>
                <a:lnTo>
                  <a:pt x="573" y="1186"/>
                </a:lnTo>
                <a:lnTo>
                  <a:pt x="573" y="1187"/>
                </a:lnTo>
                <a:lnTo>
                  <a:pt x="573" y="1188"/>
                </a:lnTo>
                <a:lnTo>
                  <a:pt x="572" y="1188"/>
                </a:lnTo>
                <a:lnTo>
                  <a:pt x="572" y="1189"/>
                </a:lnTo>
                <a:lnTo>
                  <a:pt x="573" y="1190"/>
                </a:lnTo>
                <a:lnTo>
                  <a:pt x="573" y="1191"/>
                </a:lnTo>
                <a:lnTo>
                  <a:pt x="573" y="1192"/>
                </a:lnTo>
                <a:lnTo>
                  <a:pt x="572" y="1192"/>
                </a:lnTo>
                <a:lnTo>
                  <a:pt x="572" y="1191"/>
                </a:lnTo>
                <a:lnTo>
                  <a:pt x="571" y="1191"/>
                </a:lnTo>
                <a:lnTo>
                  <a:pt x="571" y="1192"/>
                </a:lnTo>
                <a:lnTo>
                  <a:pt x="571" y="1193"/>
                </a:lnTo>
                <a:lnTo>
                  <a:pt x="571" y="1194"/>
                </a:lnTo>
                <a:lnTo>
                  <a:pt x="571" y="1195"/>
                </a:lnTo>
                <a:lnTo>
                  <a:pt x="571" y="1196"/>
                </a:lnTo>
                <a:lnTo>
                  <a:pt x="571" y="1197"/>
                </a:lnTo>
                <a:lnTo>
                  <a:pt x="570" y="1197"/>
                </a:lnTo>
                <a:lnTo>
                  <a:pt x="571" y="1197"/>
                </a:lnTo>
                <a:lnTo>
                  <a:pt x="571" y="1198"/>
                </a:lnTo>
                <a:lnTo>
                  <a:pt x="570" y="1198"/>
                </a:lnTo>
                <a:lnTo>
                  <a:pt x="570" y="1199"/>
                </a:lnTo>
                <a:lnTo>
                  <a:pt x="569" y="1199"/>
                </a:lnTo>
                <a:lnTo>
                  <a:pt x="569" y="1200"/>
                </a:lnTo>
                <a:lnTo>
                  <a:pt x="569" y="1201"/>
                </a:lnTo>
                <a:lnTo>
                  <a:pt x="569" y="1202"/>
                </a:lnTo>
                <a:lnTo>
                  <a:pt x="570" y="1202"/>
                </a:lnTo>
                <a:lnTo>
                  <a:pt x="569" y="1202"/>
                </a:lnTo>
                <a:lnTo>
                  <a:pt x="570" y="1202"/>
                </a:lnTo>
                <a:lnTo>
                  <a:pt x="570" y="1203"/>
                </a:lnTo>
                <a:lnTo>
                  <a:pt x="569" y="1203"/>
                </a:lnTo>
                <a:lnTo>
                  <a:pt x="570" y="1203"/>
                </a:lnTo>
                <a:lnTo>
                  <a:pt x="570" y="1204"/>
                </a:lnTo>
                <a:lnTo>
                  <a:pt x="570" y="1205"/>
                </a:lnTo>
                <a:lnTo>
                  <a:pt x="571" y="1205"/>
                </a:lnTo>
                <a:lnTo>
                  <a:pt x="571" y="1206"/>
                </a:lnTo>
                <a:lnTo>
                  <a:pt x="570" y="1206"/>
                </a:lnTo>
                <a:lnTo>
                  <a:pt x="571" y="1206"/>
                </a:lnTo>
                <a:lnTo>
                  <a:pt x="571" y="1207"/>
                </a:lnTo>
                <a:lnTo>
                  <a:pt x="572" y="1207"/>
                </a:lnTo>
                <a:lnTo>
                  <a:pt x="572" y="1208"/>
                </a:lnTo>
                <a:lnTo>
                  <a:pt x="573" y="1209"/>
                </a:lnTo>
                <a:lnTo>
                  <a:pt x="574" y="1209"/>
                </a:lnTo>
                <a:lnTo>
                  <a:pt x="574" y="1210"/>
                </a:lnTo>
                <a:lnTo>
                  <a:pt x="574" y="1209"/>
                </a:lnTo>
                <a:lnTo>
                  <a:pt x="575" y="1209"/>
                </a:lnTo>
                <a:lnTo>
                  <a:pt x="576" y="1209"/>
                </a:lnTo>
                <a:lnTo>
                  <a:pt x="577" y="1209"/>
                </a:lnTo>
                <a:lnTo>
                  <a:pt x="577" y="1210"/>
                </a:lnTo>
                <a:lnTo>
                  <a:pt x="577" y="1209"/>
                </a:lnTo>
                <a:lnTo>
                  <a:pt x="577" y="1210"/>
                </a:lnTo>
                <a:lnTo>
                  <a:pt x="578" y="1210"/>
                </a:lnTo>
                <a:lnTo>
                  <a:pt x="578" y="1209"/>
                </a:lnTo>
                <a:lnTo>
                  <a:pt x="579" y="1209"/>
                </a:lnTo>
                <a:lnTo>
                  <a:pt x="579" y="1210"/>
                </a:lnTo>
                <a:lnTo>
                  <a:pt x="579" y="1211"/>
                </a:lnTo>
                <a:lnTo>
                  <a:pt x="579" y="1212"/>
                </a:lnTo>
                <a:lnTo>
                  <a:pt x="579" y="1213"/>
                </a:lnTo>
                <a:lnTo>
                  <a:pt x="580" y="1213"/>
                </a:lnTo>
                <a:lnTo>
                  <a:pt x="580" y="1214"/>
                </a:lnTo>
                <a:lnTo>
                  <a:pt x="581" y="1214"/>
                </a:lnTo>
                <a:lnTo>
                  <a:pt x="582" y="1214"/>
                </a:lnTo>
                <a:lnTo>
                  <a:pt x="583" y="1214"/>
                </a:lnTo>
                <a:lnTo>
                  <a:pt x="584" y="1214"/>
                </a:lnTo>
                <a:lnTo>
                  <a:pt x="584" y="1215"/>
                </a:lnTo>
                <a:lnTo>
                  <a:pt x="585" y="1215"/>
                </a:lnTo>
                <a:lnTo>
                  <a:pt x="585" y="1216"/>
                </a:lnTo>
                <a:lnTo>
                  <a:pt x="584" y="1216"/>
                </a:lnTo>
                <a:lnTo>
                  <a:pt x="585" y="1216"/>
                </a:lnTo>
                <a:lnTo>
                  <a:pt x="584" y="1216"/>
                </a:lnTo>
                <a:lnTo>
                  <a:pt x="584" y="1217"/>
                </a:lnTo>
                <a:lnTo>
                  <a:pt x="584" y="1218"/>
                </a:lnTo>
                <a:lnTo>
                  <a:pt x="584" y="1219"/>
                </a:lnTo>
                <a:lnTo>
                  <a:pt x="584" y="1220"/>
                </a:lnTo>
                <a:lnTo>
                  <a:pt x="584" y="1221"/>
                </a:lnTo>
                <a:lnTo>
                  <a:pt x="584" y="1222"/>
                </a:lnTo>
                <a:lnTo>
                  <a:pt x="583" y="1222"/>
                </a:lnTo>
                <a:lnTo>
                  <a:pt x="582" y="1222"/>
                </a:lnTo>
                <a:lnTo>
                  <a:pt x="582" y="1221"/>
                </a:lnTo>
                <a:lnTo>
                  <a:pt x="581" y="1221"/>
                </a:lnTo>
                <a:lnTo>
                  <a:pt x="580" y="1221"/>
                </a:lnTo>
                <a:lnTo>
                  <a:pt x="579" y="1221"/>
                </a:lnTo>
                <a:lnTo>
                  <a:pt x="579" y="1222"/>
                </a:lnTo>
                <a:lnTo>
                  <a:pt x="578" y="1222"/>
                </a:lnTo>
                <a:lnTo>
                  <a:pt x="578" y="1223"/>
                </a:lnTo>
                <a:lnTo>
                  <a:pt x="577" y="1223"/>
                </a:lnTo>
                <a:lnTo>
                  <a:pt x="577" y="1224"/>
                </a:lnTo>
                <a:lnTo>
                  <a:pt x="576" y="1224"/>
                </a:lnTo>
                <a:lnTo>
                  <a:pt x="576" y="1225"/>
                </a:lnTo>
                <a:lnTo>
                  <a:pt x="577" y="1225"/>
                </a:lnTo>
                <a:lnTo>
                  <a:pt x="577" y="1226"/>
                </a:lnTo>
                <a:lnTo>
                  <a:pt x="576" y="1226"/>
                </a:lnTo>
                <a:lnTo>
                  <a:pt x="576" y="1227"/>
                </a:lnTo>
                <a:lnTo>
                  <a:pt x="576" y="1228"/>
                </a:lnTo>
                <a:lnTo>
                  <a:pt x="575" y="1228"/>
                </a:lnTo>
                <a:lnTo>
                  <a:pt x="574" y="1228"/>
                </a:lnTo>
                <a:lnTo>
                  <a:pt x="574" y="1229"/>
                </a:lnTo>
                <a:lnTo>
                  <a:pt x="573" y="1229"/>
                </a:lnTo>
                <a:lnTo>
                  <a:pt x="573" y="1230"/>
                </a:lnTo>
                <a:lnTo>
                  <a:pt x="573" y="1231"/>
                </a:lnTo>
                <a:lnTo>
                  <a:pt x="572" y="1231"/>
                </a:lnTo>
                <a:lnTo>
                  <a:pt x="571" y="1231"/>
                </a:lnTo>
                <a:lnTo>
                  <a:pt x="570" y="1231"/>
                </a:lnTo>
                <a:lnTo>
                  <a:pt x="569" y="1231"/>
                </a:lnTo>
                <a:lnTo>
                  <a:pt x="568" y="1231"/>
                </a:lnTo>
                <a:lnTo>
                  <a:pt x="567" y="1231"/>
                </a:lnTo>
                <a:lnTo>
                  <a:pt x="566" y="1231"/>
                </a:lnTo>
                <a:lnTo>
                  <a:pt x="566" y="1230"/>
                </a:lnTo>
                <a:lnTo>
                  <a:pt x="565" y="1230"/>
                </a:lnTo>
                <a:lnTo>
                  <a:pt x="564" y="1230"/>
                </a:lnTo>
                <a:lnTo>
                  <a:pt x="563" y="1230"/>
                </a:lnTo>
                <a:lnTo>
                  <a:pt x="563" y="1229"/>
                </a:lnTo>
                <a:lnTo>
                  <a:pt x="564" y="1229"/>
                </a:lnTo>
                <a:lnTo>
                  <a:pt x="564" y="1228"/>
                </a:lnTo>
                <a:lnTo>
                  <a:pt x="564" y="1227"/>
                </a:lnTo>
                <a:lnTo>
                  <a:pt x="564" y="1226"/>
                </a:lnTo>
                <a:lnTo>
                  <a:pt x="563" y="1226"/>
                </a:lnTo>
                <a:lnTo>
                  <a:pt x="563" y="1225"/>
                </a:lnTo>
                <a:lnTo>
                  <a:pt x="562" y="1225"/>
                </a:lnTo>
                <a:lnTo>
                  <a:pt x="562" y="1224"/>
                </a:lnTo>
                <a:lnTo>
                  <a:pt x="561" y="1224"/>
                </a:lnTo>
                <a:lnTo>
                  <a:pt x="562" y="1224"/>
                </a:lnTo>
                <a:lnTo>
                  <a:pt x="561" y="1224"/>
                </a:lnTo>
                <a:lnTo>
                  <a:pt x="561" y="1223"/>
                </a:lnTo>
                <a:lnTo>
                  <a:pt x="561" y="1222"/>
                </a:lnTo>
                <a:lnTo>
                  <a:pt x="560" y="1222"/>
                </a:lnTo>
                <a:lnTo>
                  <a:pt x="559" y="1222"/>
                </a:lnTo>
                <a:lnTo>
                  <a:pt x="558" y="1222"/>
                </a:lnTo>
                <a:lnTo>
                  <a:pt x="557" y="1222"/>
                </a:lnTo>
                <a:lnTo>
                  <a:pt x="557" y="1223"/>
                </a:lnTo>
                <a:lnTo>
                  <a:pt x="556" y="1223"/>
                </a:lnTo>
                <a:lnTo>
                  <a:pt x="556" y="1222"/>
                </a:lnTo>
                <a:lnTo>
                  <a:pt x="556" y="1223"/>
                </a:lnTo>
                <a:lnTo>
                  <a:pt x="556" y="1222"/>
                </a:lnTo>
                <a:lnTo>
                  <a:pt x="556" y="1223"/>
                </a:lnTo>
                <a:lnTo>
                  <a:pt x="556" y="1222"/>
                </a:lnTo>
                <a:lnTo>
                  <a:pt x="555" y="1222"/>
                </a:lnTo>
                <a:lnTo>
                  <a:pt x="554" y="1222"/>
                </a:lnTo>
                <a:lnTo>
                  <a:pt x="554" y="1223"/>
                </a:lnTo>
                <a:lnTo>
                  <a:pt x="553" y="1224"/>
                </a:lnTo>
                <a:lnTo>
                  <a:pt x="553" y="1225"/>
                </a:lnTo>
                <a:lnTo>
                  <a:pt x="552" y="1225"/>
                </a:lnTo>
                <a:lnTo>
                  <a:pt x="551" y="1225"/>
                </a:lnTo>
                <a:lnTo>
                  <a:pt x="551" y="1226"/>
                </a:lnTo>
                <a:lnTo>
                  <a:pt x="551" y="1225"/>
                </a:lnTo>
                <a:lnTo>
                  <a:pt x="550" y="1225"/>
                </a:lnTo>
                <a:lnTo>
                  <a:pt x="549" y="1225"/>
                </a:lnTo>
                <a:lnTo>
                  <a:pt x="549" y="1224"/>
                </a:lnTo>
                <a:lnTo>
                  <a:pt x="548" y="1224"/>
                </a:lnTo>
                <a:lnTo>
                  <a:pt x="548" y="1223"/>
                </a:lnTo>
                <a:lnTo>
                  <a:pt x="549" y="1223"/>
                </a:lnTo>
                <a:lnTo>
                  <a:pt x="549" y="1222"/>
                </a:lnTo>
                <a:lnTo>
                  <a:pt x="549" y="1221"/>
                </a:lnTo>
                <a:lnTo>
                  <a:pt x="550" y="1221"/>
                </a:lnTo>
                <a:lnTo>
                  <a:pt x="550" y="1220"/>
                </a:lnTo>
                <a:lnTo>
                  <a:pt x="551" y="1220"/>
                </a:lnTo>
                <a:lnTo>
                  <a:pt x="550" y="1220"/>
                </a:lnTo>
                <a:lnTo>
                  <a:pt x="550" y="1219"/>
                </a:lnTo>
                <a:lnTo>
                  <a:pt x="551" y="1219"/>
                </a:lnTo>
                <a:lnTo>
                  <a:pt x="551" y="1218"/>
                </a:lnTo>
                <a:lnTo>
                  <a:pt x="552" y="1218"/>
                </a:lnTo>
                <a:lnTo>
                  <a:pt x="552" y="1217"/>
                </a:lnTo>
                <a:lnTo>
                  <a:pt x="551" y="1217"/>
                </a:lnTo>
                <a:lnTo>
                  <a:pt x="551" y="1216"/>
                </a:lnTo>
                <a:lnTo>
                  <a:pt x="550" y="1216"/>
                </a:lnTo>
                <a:lnTo>
                  <a:pt x="549" y="1216"/>
                </a:lnTo>
                <a:lnTo>
                  <a:pt x="549" y="1217"/>
                </a:lnTo>
                <a:lnTo>
                  <a:pt x="548" y="1217"/>
                </a:lnTo>
                <a:lnTo>
                  <a:pt x="548" y="1216"/>
                </a:lnTo>
                <a:lnTo>
                  <a:pt x="547" y="1216"/>
                </a:lnTo>
                <a:lnTo>
                  <a:pt x="547" y="1215"/>
                </a:lnTo>
                <a:lnTo>
                  <a:pt x="546" y="1215"/>
                </a:lnTo>
                <a:lnTo>
                  <a:pt x="545" y="1215"/>
                </a:lnTo>
                <a:lnTo>
                  <a:pt x="544" y="1215"/>
                </a:lnTo>
                <a:lnTo>
                  <a:pt x="544" y="1214"/>
                </a:lnTo>
                <a:lnTo>
                  <a:pt x="543" y="1214"/>
                </a:lnTo>
                <a:lnTo>
                  <a:pt x="542" y="1214"/>
                </a:lnTo>
                <a:lnTo>
                  <a:pt x="541" y="1214"/>
                </a:lnTo>
                <a:lnTo>
                  <a:pt x="541" y="1213"/>
                </a:lnTo>
                <a:lnTo>
                  <a:pt x="540" y="1213"/>
                </a:lnTo>
                <a:lnTo>
                  <a:pt x="540" y="1214"/>
                </a:lnTo>
                <a:lnTo>
                  <a:pt x="539" y="1214"/>
                </a:lnTo>
                <a:lnTo>
                  <a:pt x="538" y="1214"/>
                </a:lnTo>
                <a:lnTo>
                  <a:pt x="537" y="1214"/>
                </a:lnTo>
                <a:lnTo>
                  <a:pt x="536" y="1214"/>
                </a:lnTo>
                <a:lnTo>
                  <a:pt x="535" y="1214"/>
                </a:lnTo>
                <a:lnTo>
                  <a:pt x="534" y="1214"/>
                </a:lnTo>
                <a:lnTo>
                  <a:pt x="533" y="1214"/>
                </a:lnTo>
                <a:lnTo>
                  <a:pt x="533" y="1215"/>
                </a:lnTo>
                <a:lnTo>
                  <a:pt x="532" y="1215"/>
                </a:lnTo>
                <a:lnTo>
                  <a:pt x="532" y="1216"/>
                </a:lnTo>
                <a:lnTo>
                  <a:pt x="532" y="1215"/>
                </a:lnTo>
                <a:lnTo>
                  <a:pt x="531" y="1215"/>
                </a:lnTo>
                <a:lnTo>
                  <a:pt x="531" y="1216"/>
                </a:lnTo>
                <a:lnTo>
                  <a:pt x="530" y="1216"/>
                </a:lnTo>
                <a:lnTo>
                  <a:pt x="530" y="1217"/>
                </a:lnTo>
                <a:lnTo>
                  <a:pt x="529" y="1217"/>
                </a:lnTo>
                <a:lnTo>
                  <a:pt x="528" y="1217"/>
                </a:lnTo>
                <a:lnTo>
                  <a:pt x="527" y="1217"/>
                </a:lnTo>
                <a:lnTo>
                  <a:pt x="527" y="1216"/>
                </a:lnTo>
                <a:lnTo>
                  <a:pt x="526" y="1216"/>
                </a:lnTo>
                <a:lnTo>
                  <a:pt x="526" y="1217"/>
                </a:lnTo>
                <a:lnTo>
                  <a:pt x="526" y="1216"/>
                </a:lnTo>
                <a:lnTo>
                  <a:pt x="525" y="1216"/>
                </a:lnTo>
                <a:lnTo>
                  <a:pt x="525" y="1217"/>
                </a:lnTo>
                <a:lnTo>
                  <a:pt x="524" y="1217"/>
                </a:lnTo>
                <a:lnTo>
                  <a:pt x="523" y="1217"/>
                </a:lnTo>
                <a:lnTo>
                  <a:pt x="522" y="1217"/>
                </a:lnTo>
                <a:lnTo>
                  <a:pt x="522" y="1216"/>
                </a:lnTo>
                <a:lnTo>
                  <a:pt x="521" y="1216"/>
                </a:lnTo>
                <a:lnTo>
                  <a:pt x="521" y="1217"/>
                </a:lnTo>
                <a:lnTo>
                  <a:pt x="521" y="1216"/>
                </a:lnTo>
                <a:lnTo>
                  <a:pt x="521" y="1217"/>
                </a:lnTo>
                <a:lnTo>
                  <a:pt x="520" y="1217"/>
                </a:lnTo>
                <a:lnTo>
                  <a:pt x="519" y="1217"/>
                </a:lnTo>
                <a:lnTo>
                  <a:pt x="519" y="1218"/>
                </a:lnTo>
                <a:lnTo>
                  <a:pt x="518" y="1218"/>
                </a:lnTo>
                <a:lnTo>
                  <a:pt x="517" y="1218"/>
                </a:lnTo>
                <a:lnTo>
                  <a:pt x="516" y="1218"/>
                </a:lnTo>
                <a:lnTo>
                  <a:pt x="516" y="1219"/>
                </a:lnTo>
                <a:lnTo>
                  <a:pt x="515" y="1219"/>
                </a:lnTo>
                <a:lnTo>
                  <a:pt x="514" y="1220"/>
                </a:lnTo>
                <a:lnTo>
                  <a:pt x="513" y="1220"/>
                </a:lnTo>
                <a:lnTo>
                  <a:pt x="513" y="1221"/>
                </a:lnTo>
                <a:lnTo>
                  <a:pt x="512" y="1221"/>
                </a:lnTo>
                <a:lnTo>
                  <a:pt x="512" y="1222"/>
                </a:lnTo>
                <a:lnTo>
                  <a:pt x="511" y="1222"/>
                </a:lnTo>
                <a:lnTo>
                  <a:pt x="510" y="1222"/>
                </a:lnTo>
                <a:lnTo>
                  <a:pt x="510" y="1221"/>
                </a:lnTo>
                <a:lnTo>
                  <a:pt x="509" y="1221"/>
                </a:lnTo>
                <a:lnTo>
                  <a:pt x="508" y="1221"/>
                </a:lnTo>
                <a:lnTo>
                  <a:pt x="508" y="1222"/>
                </a:lnTo>
                <a:lnTo>
                  <a:pt x="508" y="1223"/>
                </a:lnTo>
                <a:lnTo>
                  <a:pt x="507" y="1223"/>
                </a:lnTo>
                <a:lnTo>
                  <a:pt x="506" y="1223"/>
                </a:lnTo>
                <a:lnTo>
                  <a:pt x="506" y="1224"/>
                </a:lnTo>
                <a:lnTo>
                  <a:pt x="505" y="1224"/>
                </a:lnTo>
                <a:lnTo>
                  <a:pt x="505" y="1223"/>
                </a:lnTo>
                <a:lnTo>
                  <a:pt x="504" y="1223"/>
                </a:lnTo>
                <a:lnTo>
                  <a:pt x="504" y="1222"/>
                </a:lnTo>
                <a:lnTo>
                  <a:pt x="504" y="1221"/>
                </a:lnTo>
                <a:lnTo>
                  <a:pt x="503" y="1221"/>
                </a:lnTo>
                <a:lnTo>
                  <a:pt x="502" y="1221"/>
                </a:lnTo>
                <a:lnTo>
                  <a:pt x="502" y="1220"/>
                </a:lnTo>
                <a:lnTo>
                  <a:pt x="501" y="1220"/>
                </a:lnTo>
                <a:lnTo>
                  <a:pt x="500" y="1220"/>
                </a:lnTo>
                <a:lnTo>
                  <a:pt x="499" y="1220"/>
                </a:lnTo>
                <a:lnTo>
                  <a:pt x="499" y="1219"/>
                </a:lnTo>
                <a:lnTo>
                  <a:pt x="500" y="1219"/>
                </a:lnTo>
                <a:lnTo>
                  <a:pt x="500" y="1218"/>
                </a:lnTo>
                <a:lnTo>
                  <a:pt x="500" y="1217"/>
                </a:lnTo>
                <a:lnTo>
                  <a:pt x="499" y="1217"/>
                </a:lnTo>
                <a:lnTo>
                  <a:pt x="499" y="1216"/>
                </a:lnTo>
                <a:lnTo>
                  <a:pt x="498" y="1216"/>
                </a:lnTo>
                <a:lnTo>
                  <a:pt x="498" y="1217"/>
                </a:lnTo>
                <a:lnTo>
                  <a:pt x="498" y="1216"/>
                </a:lnTo>
                <a:lnTo>
                  <a:pt x="497" y="1216"/>
                </a:lnTo>
                <a:lnTo>
                  <a:pt x="497" y="1215"/>
                </a:lnTo>
                <a:lnTo>
                  <a:pt x="496" y="1215"/>
                </a:lnTo>
                <a:lnTo>
                  <a:pt x="496" y="1216"/>
                </a:lnTo>
                <a:lnTo>
                  <a:pt x="496" y="1215"/>
                </a:lnTo>
                <a:lnTo>
                  <a:pt x="495" y="1214"/>
                </a:lnTo>
                <a:lnTo>
                  <a:pt x="496" y="1214"/>
                </a:lnTo>
                <a:lnTo>
                  <a:pt x="497" y="1214"/>
                </a:lnTo>
                <a:lnTo>
                  <a:pt x="497" y="1213"/>
                </a:lnTo>
                <a:lnTo>
                  <a:pt x="497" y="1212"/>
                </a:lnTo>
                <a:lnTo>
                  <a:pt x="497" y="1211"/>
                </a:lnTo>
                <a:lnTo>
                  <a:pt x="498" y="1211"/>
                </a:lnTo>
                <a:lnTo>
                  <a:pt x="498" y="1210"/>
                </a:lnTo>
                <a:lnTo>
                  <a:pt x="499" y="1210"/>
                </a:lnTo>
                <a:lnTo>
                  <a:pt x="499" y="1209"/>
                </a:lnTo>
                <a:lnTo>
                  <a:pt x="500" y="1209"/>
                </a:lnTo>
                <a:lnTo>
                  <a:pt x="500" y="1208"/>
                </a:lnTo>
                <a:lnTo>
                  <a:pt x="500" y="1207"/>
                </a:lnTo>
                <a:lnTo>
                  <a:pt x="501" y="1207"/>
                </a:lnTo>
                <a:lnTo>
                  <a:pt x="500" y="1207"/>
                </a:lnTo>
                <a:lnTo>
                  <a:pt x="501" y="1206"/>
                </a:lnTo>
                <a:lnTo>
                  <a:pt x="500" y="1206"/>
                </a:lnTo>
                <a:lnTo>
                  <a:pt x="500" y="1205"/>
                </a:lnTo>
                <a:lnTo>
                  <a:pt x="500" y="1204"/>
                </a:lnTo>
                <a:lnTo>
                  <a:pt x="499" y="1204"/>
                </a:lnTo>
                <a:lnTo>
                  <a:pt x="498" y="1204"/>
                </a:lnTo>
                <a:lnTo>
                  <a:pt x="497" y="1204"/>
                </a:lnTo>
                <a:lnTo>
                  <a:pt x="496" y="1204"/>
                </a:lnTo>
                <a:lnTo>
                  <a:pt x="496" y="1203"/>
                </a:lnTo>
                <a:lnTo>
                  <a:pt x="496" y="1202"/>
                </a:lnTo>
                <a:lnTo>
                  <a:pt x="495" y="1202"/>
                </a:lnTo>
                <a:lnTo>
                  <a:pt x="494" y="1202"/>
                </a:lnTo>
                <a:lnTo>
                  <a:pt x="493" y="1202"/>
                </a:lnTo>
                <a:lnTo>
                  <a:pt x="493" y="1201"/>
                </a:lnTo>
                <a:lnTo>
                  <a:pt x="492" y="1201"/>
                </a:lnTo>
                <a:lnTo>
                  <a:pt x="492" y="1200"/>
                </a:lnTo>
                <a:lnTo>
                  <a:pt x="491" y="1200"/>
                </a:lnTo>
                <a:lnTo>
                  <a:pt x="492" y="1200"/>
                </a:lnTo>
                <a:lnTo>
                  <a:pt x="491" y="1200"/>
                </a:lnTo>
                <a:lnTo>
                  <a:pt x="491" y="1199"/>
                </a:lnTo>
                <a:lnTo>
                  <a:pt x="491" y="1198"/>
                </a:lnTo>
                <a:lnTo>
                  <a:pt x="492" y="1198"/>
                </a:lnTo>
                <a:lnTo>
                  <a:pt x="491" y="1198"/>
                </a:lnTo>
                <a:lnTo>
                  <a:pt x="491" y="1197"/>
                </a:lnTo>
                <a:lnTo>
                  <a:pt x="491" y="1196"/>
                </a:lnTo>
                <a:lnTo>
                  <a:pt x="490" y="1196"/>
                </a:lnTo>
                <a:lnTo>
                  <a:pt x="489" y="1196"/>
                </a:lnTo>
                <a:lnTo>
                  <a:pt x="489" y="1195"/>
                </a:lnTo>
                <a:lnTo>
                  <a:pt x="489" y="1194"/>
                </a:lnTo>
                <a:lnTo>
                  <a:pt x="489" y="1193"/>
                </a:lnTo>
                <a:lnTo>
                  <a:pt x="488" y="1193"/>
                </a:lnTo>
                <a:lnTo>
                  <a:pt x="488" y="1192"/>
                </a:lnTo>
                <a:lnTo>
                  <a:pt x="487" y="1192"/>
                </a:lnTo>
                <a:lnTo>
                  <a:pt x="487" y="1191"/>
                </a:lnTo>
                <a:lnTo>
                  <a:pt x="487" y="1190"/>
                </a:lnTo>
                <a:lnTo>
                  <a:pt x="486" y="1190"/>
                </a:lnTo>
                <a:lnTo>
                  <a:pt x="486" y="1189"/>
                </a:lnTo>
                <a:lnTo>
                  <a:pt x="486" y="1188"/>
                </a:lnTo>
                <a:lnTo>
                  <a:pt x="487" y="1188"/>
                </a:lnTo>
                <a:lnTo>
                  <a:pt x="488" y="1188"/>
                </a:lnTo>
                <a:lnTo>
                  <a:pt x="488" y="1187"/>
                </a:lnTo>
                <a:lnTo>
                  <a:pt x="489" y="1187"/>
                </a:lnTo>
                <a:lnTo>
                  <a:pt x="490" y="1187"/>
                </a:lnTo>
                <a:lnTo>
                  <a:pt x="491" y="1187"/>
                </a:lnTo>
                <a:lnTo>
                  <a:pt x="491" y="1188"/>
                </a:lnTo>
                <a:lnTo>
                  <a:pt x="491" y="1187"/>
                </a:lnTo>
                <a:lnTo>
                  <a:pt x="492" y="1187"/>
                </a:lnTo>
                <a:lnTo>
                  <a:pt x="493" y="1187"/>
                </a:lnTo>
                <a:lnTo>
                  <a:pt x="493" y="1186"/>
                </a:lnTo>
                <a:lnTo>
                  <a:pt x="494" y="1186"/>
                </a:lnTo>
                <a:lnTo>
                  <a:pt x="494" y="1185"/>
                </a:lnTo>
                <a:lnTo>
                  <a:pt x="494" y="1184"/>
                </a:lnTo>
                <a:lnTo>
                  <a:pt x="494" y="1183"/>
                </a:lnTo>
                <a:lnTo>
                  <a:pt x="494" y="1182"/>
                </a:lnTo>
                <a:lnTo>
                  <a:pt x="493" y="1182"/>
                </a:lnTo>
                <a:lnTo>
                  <a:pt x="493" y="1181"/>
                </a:lnTo>
                <a:lnTo>
                  <a:pt x="494" y="1181"/>
                </a:lnTo>
                <a:lnTo>
                  <a:pt x="493" y="1181"/>
                </a:lnTo>
                <a:lnTo>
                  <a:pt x="494" y="1181"/>
                </a:lnTo>
                <a:lnTo>
                  <a:pt x="494" y="1180"/>
                </a:lnTo>
                <a:lnTo>
                  <a:pt x="493" y="1180"/>
                </a:lnTo>
                <a:lnTo>
                  <a:pt x="493" y="1179"/>
                </a:lnTo>
                <a:lnTo>
                  <a:pt x="494" y="1179"/>
                </a:lnTo>
                <a:lnTo>
                  <a:pt x="494" y="1178"/>
                </a:lnTo>
                <a:lnTo>
                  <a:pt x="495" y="1178"/>
                </a:lnTo>
                <a:lnTo>
                  <a:pt x="495" y="1177"/>
                </a:lnTo>
                <a:lnTo>
                  <a:pt x="496" y="1177"/>
                </a:lnTo>
                <a:lnTo>
                  <a:pt x="497" y="1177"/>
                </a:lnTo>
                <a:lnTo>
                  <a:pt x="497" y="1176"/>
                </a:lnTo>
                <a:lnTo>
                  <a:pt x="498" y="1176"/>
                </a:lnTo>
                <a:lnTo>
                  <a:pt x="498" y="1175"/>
                </a:lnTo>
                <a:lnTo>
                  <a:pt x="497" y="1175"/>
                </a:lnTo>
                <a:lnTo>
                  <a:pt x="496" y="1175"/>
                </a:lnTo>
                <a:lnTo>
                  <a:pt x="496" y="1174"/>
                </a:lnTo>
                <a:lnTo>
                  <a:pt x="496" y="1173"/>
                </a:lnTo>
                <a:lnTo>
                  <a:pt x="496" y="1172"/>
                </a:lnTo>
                <a:lnTo>
                  <a:pt x="495" y="1172"/>
                </a:lnTo>
                <a:lnTo>
                  <a:pt x="496" y="1172"/>
                </a:lnTo>
                <a:lnTo>
                  <a:pt x="496" y="1171"/>
                </a:lnTo>
                <a:lnTo>
                  <a:pt x="496" y="1170"/>
                </a:lnTo>
                <a:lnTo>
                  <a:pt x="497" y="1170"/>
                </a:lnTo>
                <a:lnTo>
                  <a:pt x="497" y="1169"/>
                </a:lnTo>
                <a:lnTo>
                  <a:pt x="496" y="1169"/>
                </a:lnTo>
                <a:lnTo>
                  <a:pt x="497" y="1169"/>
                </a:lnTo>
                <a:lnTo>
                  <a:pt x="497" y="1168"/>
                </a:lnTo>
                <a:lnTo>
                  <a:pt x="497" y="1167"/>
                </a:lnTo>
                <a:lnTo>
                  <a:pt x="497" y="1166"/>
                </a:lnTo>
                <a:lnTo>
                  <a:pt x="496" y="1166"/>
                </a:lnTo>
                <a:lnTo>
                  <a:pt x="495" y="1166"/>
                </a:lnTo>
                <a:lnTo>
                  <a:pt x="494" y="1166"/>
                </a:lnTo>
                <a:lnTo>
                  <a:pt x="494" y="1167"/>
                </a:lnTo>
                <a:lnTo>
                  <a:pt x="493" y="1167"/>
                </a:lnTo>
                <a:lnTo>
                  <a:pt x="492" y="1167"/>
                </a:lnTo>
                <a:lnTo>
                  <a:pt x="492" y="1166"/>
                </a:lnTo>
                <a:lnTo>
                  <a:pt x="491" y="1166"/>
                </a:lnTo>
                <a:lnTo>
                  <a:pt x="490" y="1166"/>
                </a:lnTo>
                <a:lnTo>
                  <a:pt x="489" y="1166"/>
                </a:lnTo>
                <a:lnTo>
                  <a:pt x="488" y="1166"/>
                </a:lnTo>
                <a:lnTo>
                  <a:pt x="488" y="1165"/>
                </a:lnTo>
                <a:lnTo>
                  <a:pt x="488" y="1166"/>
                </a:lnTo>
                <a:lnTo>
                  <a:pt x="487" y="1165"/>
                </a:lnTo>
                <a:lnTo>
                  <a:pt x="487" y="1166"/>
                </a:lnTo>
                <a:lnTo>
                  <a:pt x="487" y="1165"/>
                </a:lnTo>
                <a:lnTo>
                  <a:pt x="486" y="1165"/>
                </a:lnTo>
                <a:lnTo>
                  <a:pt x="486" y="1164"/>
                </a:lnTo>
                <a:lnTo>
                  <a:pt x="487" y="1164"/>
                </a:lnTo>
                <a:lnTo>
                  <a:pt x="487" y="1163"/>
                </a:lnTo>
                <a:lnTo>
                  <a:pt x="487" y="1162"/>
                </a:lnTo>
                <a:lnTo>
                  <a:pt x="488" y="1162"/>
                </a:lnTo>
                <a:lnTo>
                  <a:pt x="489" y="1162"/>
                </a:lnTo>
                <a:lnTo>
                  <a:pt x="489" y="1161"/>
                </a:lnTo>
                <a:lnTo>
                  <a:pt x="490" y="1161"/>
                </a:lnTo>
                <a:lnTo>
                  <a:pt x="490" y="1162"/>
                </a:lnTo>
                <a:lnTo>
                  <a:pt x="491" y="1161"/>
                </a:lnTo>
                <a:lnTo>
                  <a:pt x="491" y="1160"/>
                </a:lnTo>
                <a:lnTo>
                  <a:pt x="491" y="1159"/>
                </a:lnTo>
                <a:lnTo>
                  <a:pt x="490" y="1158"/>
                </a:lnTo>
                <a:lnTo>
                  <a:pt x="490" y="1157"/>
                </a:lnTo>
                <a:lnTo>
                  <a:pt x="490" y="1156"/>
                </a:lnTo>
                <a:lnTo>
                  <a:pt x="490" y="1155"/>
                </a:lnTo>
                <a:lnTo>
                  <a:pt x="490" y="1154"/>
                </a:lnTo>
                <a:lnTo>
                  <a:pt x="490" y="1153"/>
                </a:lnTo>
                <a:lnTo>
                  <a:pt x="489" y="1153"/>
                </a:lnTo>
                <a:lnTo>
                  <a:pt x="489" y="1151"/>
                </a:lnTo>
                <a:lnTo>
                  <a:pt x="489" y="1150"/>
                </a:lnTo>
                <a:lnTo>
                  <a:pt x="489" y="1149"/>
                </a:lnTo>
                <a:lnTo>
                  <a:pt x="488" y="1149"/>
                </a:lnTo>
                <a:lnTo>
                  <a:pt x="488" y="1150"/>
                </a:lnTo>
                <a:lnTo>
                  <a:pt x="487" y="1149"/>
                </a:lnTo>
                <a:lnTo>
                  <a:pt x="486" y="1149"/>
                </a:lnTo>
                <a:lnTo>
                  <a:pt x="486" y="1148"/>
                </a:lnTo>
                <a:lnTo>
                  <a:pt x="485" y="1148"/>
                </a:lnTo>
                <a:lnTo>
                  <a:pt x="485" y="1147"/>
                </a:lnTo>
                <a:lnTo>
                  <a:pt x="484" y="1147"/>
                </a:lnTo>
                <a:lnTo>
                  <a:pt x="484" y="1146"/>
                </a:lnTo>
                <a:lnTo>
                  <a:pt x="484" y="1145"/>
                </a:lnTo>
                <a:lnTo>
                  <a:pt x="484" y="1144"/>
                </a:lnTo>
                <a:lnTo>
                  <a:pt x="484" y="1142"/>
                </a:lnTo>
                <a:lnTo>
                  <a:pt x="484" y="1141"/>
                </a:lnTo>
                <a:lnTo>
                  <a:pt x="484" y="1140"/>
                </a:lnTo>
                <a:lnTo>
                  <a:pt x="484" y="1139"/>
                </a:lnTo>
                <a:lnTo>
                  <a:pt x="484" y="1138"/>
                </a:lnTo>
                <a:lnTo>
                  <a:pt x="483" y="1138"/>
                </a:lnTo>
                <a:lnTo>
                  <a:pt x="483" y="1137"/>
                </a:lnTo>
                <a:lnTo>
                  <a:pt x="484" y="1137"/>
                </a:lnTo>
                <a:lnTo>
                  <a:pt x="484" y="1136"/>
                </a:lnTo>
                <a:lnTo>
                  <a:pt x="484" y="1135"/>
                </a:lnTo>
                <a:lnTo>
                  <a:pt x="485" y="1135"/>
                </a:lnTo>
                <a:lnTo>
                  <a:pt x="485" y="1134"/>
                </a:lnTo>
                <a:lnTo>
                  <a:pt x="484" y="1134"/>
                </a:lnTo>
                <a:lnTo>
                  <a:pt x="483" y="1134"/>
                </a:lnTo>
                <a:lnTo>
                  <a:pt x="482" y="1134"/>
                </a:lnTo>
                <a:lnTo>
                  <a:pt x="481" y="1134"/>
                </a:lnTo>
                <a:lnTo>
                  <a:pt x="480" y="1134"/>
                </a:lnTo>
                <a:lnTo>
                  <a:pt x="479" y="1135"/>
                </a:lnTo>
                <a:lnTo>
                  <a:pt x="480" y="1135"/>
                </a:lnTo>
                <a:lnTo>
                  <a:pt x="479" y="1135"/>
                </a:lnTo>
                <a:lnTo>
                  <a:pt x="478" y="1135"/>
                </a:lnTo>
                <a:lnTo>
                  <a:pt x="478" y="1136"/>
                </a:lnTo>
                <a:lnTo>
                  <a:pt x="477" y="1136"/>
                </a:lnTo>
                <a:lnTo>
                  <a:pt x="477" y="1137"/>
                </a:lnTo>
                <a:lnTo>
                  <a:pt x="476" y="1137"/>
                </a:lnTo>
                <a:lnTo>
                  <a:pt x="476" y="1138"/>
                </a:lnTo>
                <a:lnTo>
                  <a:pt x="475" y="1138"/>
                </a:lnTo>
                <a:lnTo>
                  <a:pt x="474" y="1138"/>
                </a:lnTo>
                <a:lnTo>
                  <a:pt x="474" y="1139"/>
                </a:lnTo>
                <a:lnTo>
                  <a:pt x="474" y="1140"/>
                </a:lnTo>
                <a:lnTo>
                  <a:pt x="473" y="1140"/>
                </a:lnTo>
                <a:lnTo>
                  <a:pt x="472" y="1140"/>
                </a:lnTo>
                <a:lnTo>
                  <a:pt x="472" y="1141"/>
                </a:lnTo>
                <a:lnTo>
                  <a:pt x="471" y="1141"/>
                </a:lnTo>
                <a:lnTo>
                  <a:pt x="470" y="1141"/>
                </a:lnTo>
                <a:lnTo>
                  <a:pt x="470" y="1142"/>
                </a:lnTo>
                <a:lnTo>
                  <a:pt x="470" y="1143"/>
                </a:lnTo>
                <a:lnTo>
                  <a:pt x="469" y="1143"/>
                </a:lnTo>
                <a:lnTo>
                  <a:pt x="468" y="1143"/>
                </a:lnTo>
                <a:lnTo>
                  <a:pt x="467" y="1143"/>
                </a:lnTo>
                <a:lnTo>
                  <a:pt x="467" y="1144"/>
                </a:lnTo>
                <a:lnTo>
                  <a:pt x="466" y="1144"/>
                </a:lnTo>
                <a:lnTo>
                  <a:pt x="465" y="1144"/>
                </a:lnTo>
                <a:lnTo>
                  <a:pt x="464" y="1144"/>
                </a:lnTo>
                <a:lnTo>
                  <a:pt x="463" y="1144"/>
                </a:lnTo>
                <a:lnTo>
                  <a:pt x="463" y="1145"/>
                </a:lnTo>
                <a:lnTo>
                  <a:pt x="463" y="1144"/>
                </a:lnTo>
                <a:lnTo>
                  <a:pt x="462" y="1144"/>
                </a:lnTo>
                <a:lnTo>
                  <a:pt x="461" y="1144"/>
                </a:lnTo>
                <a:lnTo>
                  <a:pt x="460" y="1144"/>
                </a:lnTo>
                <a:lnTo>
                  <a:pt x="459" y="1144"/>
                </a:lnTo>
                <a:lnTo>
                  <a:pt x="459" y="1145"/>
                </a:lnTo>
                <a:lnTo>
                  <a:pt x="458" y="1145"/>
                </a:lnTo>
                <a:lnTo>
                  <a:pt x="457" y="1145"/>
                </a:lnTo>
                <a:lnTo>
                  <a:pt x="457" y="1146"/>
                </a:lnTo>
                <a:lnTo>
                  <a:pt x="456" y="1146"/>
                </a:lnTo>
                <a:lnTo>
                  <a:pt x="456" y="1145"/>
                </a:lnTo>
                <a:lnTo>
                  <a:pt x="455" y="1145"/>
                </a:lnTo>
                <a:lnTo>
                  <a:pt x="455" y="1146"/>
                </a:lnTo>
                <a:lnTo>
                  <a:pt x="454" y="1146"/>
                </a:lnTo>
                <a:lnTo>
                  <a:pt x="453" y="1146"/>
                </a:lnTo>
                <a:lnTo>
                  <a:pt x="452" y="1146"/>
                </a:lnTo>
                <a:lnTo>
                  <a:pt x="451" y="1146"/>
                </a:lnTo>
                <a:lnTo>
                  <a:pt x="451" y="1147"/>
                </a:lnTo>
                <a:lnTo>
                  <a:pt x="450" y="1147"/>
                </a:lnTo>
                <a:lnTo>
                  <a:pt x="449" y="1147"/>
                </a:lnTo>
                <a:lnTo>
                  <a:pt x="449" y="1148"/>
                </a:lnTo>
                <a:lnTo>
                  <a:pt x="449" y="1147"/>
                </a:lnTo>
                <a:lnTo>
                  <a:pt x="449" y="1148"/>
                </a:lnTo>
                <a:lnTo>
                  <a:pt x="448" y="1148"/>
                </a:lnTo>
                <a:lnTo>
                  <a:pt x="449" y="1148"/>
                </a:lnTo>
                <a:lnTo>
                  <a:pt x="448" y="1148"/>
                </a:lnTo>
                <a:lnTo>
                  <a:pt x="448" y="1149"/>
                </a:lnTo>
                <a:lnTo>
                  <a:pt x="447" y="1149"/>
                </a:lnTo>
                <a:lnTo>
                  <a:pt x="447" y="1150"/>
                </a:lnTo>
                <a:lnTo>
                  <a:pt x="448" y="1150"/>
                </a:lnTo>
                <a:lnTo>
                  <a:pt x="447" y="1150"/>
                </a:lnTo>
                <a:lnTo>
                  <a:pt x="447" y="1151"/>
                </a:lnTo>
                <a:lnTo>
                  <a:pt x="446" y="1151"/>
                </a:lnTo>
                <a:lnTo>
                  <a:pt x="446" y="1152"/>
                </a:lnTo>
                <a:lnTo>
                  <a:pt x="445" y="1152"/>
                </a:lnTo>
                <a:lnTo>
                  <a:pt x="445" y="1153"/>
                </a:lnTo>
                <a:lnTo>
                  <a:pt x="444" y="1153"/>
                </a:lnTo>
                <a:lnTo>
                  <a:pt x="443" y="1153"/>
                </a:lnTo>
                <a:lnTo>
                  <a:pt x="443" y="1154"/>
                </a:lnTo>
                <a:lnTo>
                  <a:pt x="442" y="1154"/>
                </a:lnTo>
                <a:lnTo>
                  <a:pt x="442" y="1155"/>
                </a:lnTo>
                <a:lnTo>
                  <a:pt x="441" y="1155"/>
                </a:lnTo>
                <a:lnTo>
                  <a:pt x="441" y="1156"/>
                </a:lnTo>
                <a:lnTo>
                  <a:pt x="440" y="1156"/>
                </a:lnTo>
                <a:lnTo>
                  <a:pt x="440" y="1155"/>
                </a:lnTo>
                <a:lnTo>
                  <a:pt x="440" y="1156"/>
                </a:lnTo>
                <a:lnTo>
                  <a:pt x="440" y="1157"/>
                </a:lnTo>
                <a:lnTo>
                  <a:pt x="439" y="1157"/>
                </a:lnTo>
                <a:lnTo>
                  <a:pt x="439" y="1158"/>
                </a:lnTo>
                <a:lnTo>
                  <a:pt x="439" y="1159"/>
                </a:lnTo>
                <a:lnTo>
                  <a:pt x="438" y="1159"/>
                </a:lnTo>
                <a:lnTo>
                  <a:pt x="438" y="1160"/>
                </a:lnTo>
                <a:lnTo>
                  <a:pt x="438" y="1161"/>
                </a:lnTo>
                <a:lnTo>
                  <a:pt x="437" y="1161"/>
                </a:lnTo>
                <a:lnTo>
                  <a:pt x="438" y="1161"/>
                </a:lnTo>
                <a:lnTo>
                  <a:pt x="437" y="1162"/>
                </a:lnTo>
                <a:lnTo>
                  <a:pt x="438" y="1162"/>
                </a:lnTo>
                <a:lnTo>
                  <a:pt x="437" y="1162"/>
                </a:lnTo>
                <a:lnTo>
                  <a:pt x="438" y="1162"/>
                </a:lnTo>
                <a:lnTo>
                  <a:pt x="437" y="1162"/>
                </a:lnTo>
                <a:lnTo>
                  <a:pt x="437" y="1163"/>
                </a:lnTo>
                <a:lnTo>
                  <a:pt x="436" y="1163"/>
                </a:lnTo>
                <a:lnTo>
                  <a:pt x="436" y="1162"/>
                </a:lnTo>
                <a:lnTo>
                  <a:pt x="436" y="1163"/>
                </a:lnTo>
                <a:lnTo>
                  <a:pt x="435" y="1163"/>
                </a:lnTo>
                <a:lnTo>
                  <a:pt x="435" y="1162"/>
                </a:lnTo>
                <a:lnTo>
                  <a:pt x="434" y="1162"/>
                </a:lnTo>
                <a:lnTo>
                  <a:pt x="434" y="1163"/>
                </a:lnTo>
                <a:lnTo>
                  <a:pt x="434" y="1164"/>
                </a:lnTo>
                <a:lnTo>
                  <a:pt x="433" y="1164"/>
                </a:lnTo>
                <a:lnTo>
                  <a:pt x="432" y="1164"/>
                </a:lnTo>
                <a:lnTo>
                  <a:pt x="432" y="1165"/>
                </a:lnTo>
                <a:lnTo>
                  <a:pt x="431" y="1165"/>
                </a:lnTo>
                <a:lnTo>
                  <a:pt x="431" y="1166"/>
                </a:lnTo>
                <a:lnTo>
                  <a:pt x="430" y="1166"/>
                </a:lnTo>
                <a:lnTo>
                  <a:pt x="430" y="1167"/>
                </a:lnTo>
                <a:lnTo>
                  <a:pt x="430" y="1168"/>
                </a:lnTo>
                <a:lnTo>
                  <a:pt x="429" y="1168"/>
                </a:lnTo>
                <a:lnTo>
                  <a:pt x="429" y="1169"/>
                </a:lnTo>
                <a:lnTo>
                  <a:pt x="428" y="1169"/>
                </a:lnTo>
                <a:lnTo>
                  <a:pt x="428" y="1170"/>
                </a:lnTo>
                <a:lnTo>
                  <a:pt x="427" y="1170"/>
                </a:lnTo>
                <a:lnTo>
                  <a:pt x="427" y="1171"/>
                </a:lnTo>
                <a:lnTo>
                  <a:pt x="426" y="1171"/>
                </a:lnTo>
                <a:lnTo>
                  <a:pt x="425" y="1171"/>
                </a:lnTo>
                <a:lnTo>
                  <a:pt x="425" y="1170"/>
                </a:lnTo>
                <a:lnTo>
                  <a:pt x="424" y="1170"/>
                </a:lnTo>
                <a:lnTo>
                  <a:pt x="423" y="1170"/>
                </a:lnTo>
                <a:lnTo>
                  <a:pt x="423" y="1171"/>
                </a:lnTo>
                <a:lnTo>
                  <a:pt x="422" y="1171"/>
                </a:lnTo>
                <a:lnTo>
                  <a:pt x="422" y="1172"/>
                </a:lnTo>
                <a:lnTo>
                  <a:pt x="421" y="1172"/>
                </a:lnTo>
                <a:lnTo>
                  <a:pt x="421" y="1173"/>
                </a:lnTo>
                <a:lnTo>
                  <a:pt x="421" y="1174"/>
                </a:lnTo>
                <a:lnTo>
                  <a:pt x="420" y="1174"/>
                </a:lnTo>
                <a:lnTo>
                  <a:pt x="420" y="1175"/>
                </a:lnTo>
                <a:lnTo>
                  <a:pt x="419" y="1175"/>
                </a:lnTo>
                <a:lnTo>
                  <a:pt x="418" y="1175"/>
                </a:lnTo>
                <a:lnTo>
                  <a:pt x="417" y="1175"/>
                </a:lnTo>
                <a:lnTo>
                  <a:pt x="416" y="1175"/>
                </a:lnTo>
                <a:lnTo>
                  <a:pt x="416" y="1174"/>
                </a:lnTo>
                <a:lnTo>
                  <a:pt x="416" y="1175"/>
                </a:lnTo>
                <a:lnTo>
                  <a:pt x="415" y="1175"/>
                </a:lnTo>
                <a:lnTo>
                  <a:pt x="414" y="1175"/>
                </a:lnTo>
                <a:lnTo>
                  <a:pt x="413" y="1175"/>
                </a:lnTo>
                <a:lnTo>
                  <a:pt x="413" y="1176"/>
                </a:lnTo>
                <a:lnTo>
                  <a:pt x="412" y="1176"/>
                </a:lnTo>
                <a:lnTo>
                  <a:pt x="412" y="1177"/>
                </a:lnTo>
                <a:lnTo>
                  <a:pt x="411" y="1177"/>
                </a:lnTo>
                <a:lnTo>
                  <a:pt x="410" y="1177"/>
                </a:lnTo>
                <a:lnTo>
                  <a:pt x="409" y="1177"/>
                </a:lnTo>
                <a:lnTo>
                  <a:pt x="408" y="1177"/>
                </a:lnTo>
                <a:lnTo>
                  <a:pt x="408" y="1178"/>
                </a:lnTo>
                <a:lnTo>
                  <a:pt x="407" y="1179"/>
                </a:lnTo>
                <a:lnTo>
                  <a:pt x="406" y="1179"/>
                </a:lnTo>
                <a:lnTo>
                  <a:pt x="405" y="1179"/>
                </a:lnTo>
                <a:lnTo>
                  <a:pt x="405" y="1178"/>
                </a:lnTo>
                <a:lnTo>
                  <a:pt x="404" y="1178"/>
                </a:lnTo>
                <a:lnTo>
                  <a:pt x="403" y="1178"/>
                </a:lnTo>
                <a:lnTo>
                  <a:pt x="402" y="1178"/>
                </a:lnTo>
                <a:lnTo>
                  <a:pt x="402" y="1177"/>
                </a:lnTo>
                <a:lnTo>
                  <a:pt x="401" y="1177"/>
                </a:lnTo>
                <a:lnTo>
                  <a:pt x="401" y="1176"/>
                </a:lnTo>
                <a:lnTo>
                  <a:pt x="400" y="1176"/>
                </a:lnTo>
                <a:lnTo>
                  <a:pt x="400" y="1175"/>
                </a:lnTo>
                <a:lnTo>
                  <a:pt x="400" y="1176"/>
                </a:lnTo>
                <a:lnTo>
                  <a:pt x="399" y="1176"/>
                </a:lnTo>
                <a:lnTo>
                  <a:pt x="399" y="1175"/>
                </a:lnTo>
                <a:lnTo>
                  <a:pt x="398" y="1175"/>
                </a:lnTo>
                <a:lnTo>
                  <a:pt x="398" y="1176"/>
                </a:lnTo>
                <a:lnTo>
                  <a:pt x="398" y="1175"/>
                </a:lnTo>
                <a:lnTo>
                  <a:pt x="397" y="1175"/>
                </a:lnTo>
                <a:lnTo>
                  <a:pt x="397" y="1176"/>
                </a:lnTo>
                <a:lnTo>
                  <a:pt x="397" y="1175"/>
                </a:lnTo>
                <a:lnTo>
                  <a:pt x="397" y="1176"/>
                </a:lnTo>
                <a:lnTo>
                  <a:pt x="396" y="1176"/>
                </a:lnTo>
                <a:lnTo>
                  <a:pt x="395" y="1176"/>
                </a:lnTo>
                <a:lnTo>
                  <a:pt x="395" y="1177"/>
                </a:lnTo>
                <a:lnTo>
                  <a:pt x="394" y="1177"/>
                </a:lnTo>
                <a:lnTo>
                  <a:pt x="393" y="1177"/>
                </a:lnTo>
                <a:lnTo>
                  <a:pt x="393" y="1178"/>
                </a:lnTo>
                <a:lnTo>
                  <a:pt x="393" y="1177"/>
                </a:lnTo>
                <a:lnTo>
                  <a:pt x="392" y="1177"/>
                </a:lnTo>
                <a:lnTo>
                  <a:pt x="392" y="1176"/>
                </a:lnTo>
                <a:lnTo>
                  <a:pt x="391" y="1176"/>
                </a:lnTo>
                <a:lnTo>
                  <a:pt x="391" y="1175"/>
                </a:lnTo>
                <a:lnTo>
                  <a:pt x="391" y="1174"/>
                </a:lnTo>
                <a:lnTo>
                  <a:pt x="390" y="1174"/>
                </a:lnTo>
                <a:lnTo>
                  <a:pt x="390" y="1173"/>
                </a:lnTo>
                <a:lnTo>
                  <a:pt x="389" y="1173"/>
                </a:lnTo>
                <a:lnTo>
                  <a:pt x="389" y="1172"/>
                </a:lnTo>
                <a:lnTo>
                  <a:pt x="390" y="1172"/>
                </a:lnTo>
                <a:lnTo>
                  <a:pt x="390" y="1171"/>
                </a:lnTo>
                <a:lnTo>
                  <a:pt x="390" y="1170"/>
                </a:lnTo>
                <a:lnTo>
                  <a:pt x="389" y="1170"/>
                </a:lnTo>
                <a:lnTo>
                  <a:pt x="390" y="1170"/>
                </a:lnTo>
                <a:lnTo>
                  <a:pt x="389" y="1170"/>
                </a:lnTo>
                <a:lnTo>
                  <a:pt x="389" y="1169"/>
                </a:lnTo>
                <a:lnTo>
                  <a:pt x="388" y="1169"/>
                </a:lnTo>
                <a:lnTo>
                  <a:pt x="388" y="1168"/>
                </a:lnTo>
                <a:lnTo>
                  <a:pt x="387" y="1168"/>
                </a:lnTo>
                <a:lnTo>
                  <a:pt x="387" y="1167"/>
                </a:lnTo>
                <a:lnTo>
                  <a:pt x="387" y="1166"/>
                </a:lnTo>
                <a:lnTo>
                  <a:pt x="386" y="1166"/>
                </a:lnTo>
                <a:lnTo>
                  <a:pt x="386" y="1165"/>
                </a:lnTo>
                <a:lnTo>
                  <a:pt x="385" y="1165"/>
                </a:lnTo>
                <a:lnTo>
                  <a:pt x="384" y="1165"/>
                </a:lnTo>
                <a:lnTo>
                  <a:pt x="383" y="1165"/>
                </a:lnTo>
                <a:lnTo>
                  <a:pt x="383" y="1166"/>
                </a:lnTo>
                <a:lnTo>
                  <a:pt x="382" y="1166"/>
                </a:lnTo>
                <a:lnTo>
                  <a:pt x="381" y="1166"/>
                </a:lnTo>
                <a:lnTo>
                  <a:pt x="381" y="1167"/>
                </a:lnTo>
                <a:lnTo>
                  <a:pt x="380" y="1167"/>
                </a:lnTo>
                <a:lnTo>
                  <a:pt x="379" y="1167"/>
                </a:lnTo>
                <a:lnTo>
                  <a:pt x="379" y="1166"/>
                </a:lnTo>
                <a:lnTo>
                  <a:pt x="378" y="1166"/>
                </a:lnTo>
                <a:lnTo>
                  <a:pt x="377" y="1166"/>
                </a:lnTo>
                <a:lnTo>
                  <a:pt x="376" y="1166"/>
                </a:lnTo>
                <a:lnTo>
                  <a:pt x="375" y="1166"/>
                </a:lnTo>
                <a:lnTo>
                  <a:pt x="374" y="1166"/>
                </a:lnTo>
                <a:lnTo>
                  <a:pt x="374" y="1165"/>
                </a:lnTo>
                <a:lnTo>
                  <a:pt x="374" y="1166"/>
                </a:lnTo>
                <a:lnTo>
                  <a:pt x="373" y="1166"/>
                </a:lnTo>
                <a:lnTo>
                  <a:pt x="373" y="1167"/>
                </a:lnTo>
                <a:lnTo>
                  <a:pt x="372" y="1167"/>
                </a:lnTo>
                <a:lnTo>
                  <a:pt x="372" y="1168"/>
                </a:lnTo>
                <a:lnTo>
                  <a:pt x="371" y="1168"/>
                </a:lnTo>
                <a:lnTo>
                  <a:pt x="371" y="1169"/>
                </a:lnTo>
                <a:lnTo>
                  <a:pt x="370" y="1169"/>
                </a:lnTo>
                <a:lnTo>
                  <a:pt x="370" y="1170"/>
                </a:lnTo>
                <a:lnTo>
                  <a:pt x="369" y="1170"/>
                </a:lnTo>
                <a:lnTo>
                  <a:pt x="369" y="1171"/>
                </a:lnTo>
                <a:lnTo>
                  <a:pt x="368" y="1171"/>
                </a:lnTo>
                <a:lnTo>
                  <a:pt x="367" y="1171"/>
                </a:lnTo>
                <a:lnTo>
                  <a:pt x="367" y="1172"/>
                </a:lnTo>
                <a:lnTo>
                  <a:pt x="366" y="1172"/>
                </a:lnTo>
                <a:lnTo>
                  <a:pt x="366" y="1173"/>
                </a:lnTo>
                <a:lnTo>
                  <a:pt x="365" y="1173"/>
                </a:lnTo>
                <a:lnTo>
                  <a:pt x="365" y="1172"/>
                </a:lnTo>
                <a:lnTo>
                  <a:pt x="364" y="1172"/>
                </a:lnTo>
                <a:lnTo>
                  <a:pt x="364" y="1173"/>
                </a:lnTo>
                <a:lnTo>
                  <a:pt x="363" y="1173"/>
                </a:lnTo>
                <a:lnTo>
                  <a:pt x="362" y="1173"/>
                </a:lnTo>
                <a:lnTo>
                  <a:pt x="363" y="1173"/>
                </a:lnTo>
                <a:lnTo>
                  <a:pt x="362" y="1173"/>
                </a:lnTo>
                <a:lnTo>
                  <a:pt x="362" y="1174"/>
                </a:lnTo>
                <a:lnTo>
                  <a:pt x="361" y="1174"/>
                </a:lnTo>
                <a:lnTo>
                  <a:pt x="360" y="1174"/>
                </a:lnTo>
                <a:lnTo>
                  <a:pt x="359" y="1174"/>
                </a:lnTo>
                <a:lnTo>
                  <a:pt x="358" y="1174"/>
                </a:lnTo>
                <a:lnTo>
                  <a:pt x="357" y="1174"/>
                </a:lnTo>
                <a:lnTo>
                  <a:pt x="357" y="1173"/>
                </a:lnTo>
                <a:lnTo>
                  <a:pt x="357" y="1172"/>
                </a:lnTo>
                <a:lnTo>
                  <a:pt x="356" y="1172"/>
                </a:lnTo>
                <a:lnTo>
                  <a:pt x="356" y="1171"/>
                </a:lnTo>
                <a:lnTo>
                  <a:pt x="355" y="1171"/>
                </a:lnTo>
                <a:lnTo>
                  <a:pt x="355" y="1170"/>
                </a:lnTo>
                <a:lnTo>
                  <a:pt x="355" y="1169"/>
                </a:lnTo>
                <a:lnTo>
                  <a:pt x="354" y="1169"/>
                </a:lnTo>
                <a:lnTo>
                  <a:pt x="354" y="1168"/>
                </a:lnTo>
                <a:lnTo>
                  <a:pt x="353" y="1168"/>
                </a:lnTo>
                <a:lnTo>
                  <a:pt x="353" y="1167"/>
                </a:lnTo>
                <a:lnTo>
                  <a:pt x="352" y="1167"/>
                </a:lnTo>
                <a:lnTo>
                  <a:pt x="351" y="1167"/>
                </a:lnTo>
                <a:lnTo>
                  <a:pt x="351" y="1166"/>
                </a:lnTo>
                <a:lnTo>
                  <a:pt x="350" y="1166"/>
                </a:lnTo>
                <a:lnTo>
                  <a:pt x="350" y="1167"/>
                </a:lnTo>
                <a:lnTo>
                  <a:pt x="349" y="1167"/>
                </a:lnTo>
                <a:lnTo>
                  <a:pt x="349" y="1168"/>
                </a:lnTo>
                <a:lnTo>
                  <a:pt x="349" y="1169"/>
                </a:lnTo>
                <a:lnTo>
                  <a:pt x="349" y="1170"/>
                </a:lnTo>
                <a:lnTo>
                  <a:pt x="349" y="1171"/>
                </a:lnTo>
                <a:lnTo>
                  <a:pt x="348" y="1171"/>
                </a:lnTo>
                <a:lnTo>
                  <a:pt x="347" y="1170"/>
                </a:lnTo>
                <a:lnTo>
                  <a:pt x="346" y="1170"/>
                </a:lnTo>
                <a:lnTo>
                  <a:pt x="346" y="1169"/>
                </a:lnTo>
                <a:lnTo>
                  <a:pt x="345" y="1169"/>
                </a:lnTo>
                <a:lnTo>
                  <a:pt x="345" y="1168"/>
                </a:lnTo>
                <a:lnTo>
                  <a:pt x="344" y="1168"/>
                </a:lnTo>
                <a:lnTo>
                  <a:pt x="343" y="1168"/>
                </a:lnTo>
                <a:lnTo>
                  <a:pt x="343" y="1167"/>
                </a:lnTo>
                <a:lnTo>
                  <a:pt x="342" y="1167"/>
                </a:lnTo>
                <a:lnTo>
                  <a:pt x="342" y="1166"/>
                </a:lnTo>
                <a:lnTo>
                  <a:pt x="342" y="1165"/>
                </a:lnTo>
                <a:lnTo>
                  <a:pt x="342" y="1164"/>
                </a:lnTo>
                <a:lnTo>
                  <a:pt x="342" y="1163"/>
                </a:lnTo>
                <a:lnTo>
                  <a:pt x="342" y="1162"/>
                </a:lnTo>
                <a:lnTo>
                  <a:pt x="341" y="1162"/>
                </a:lnTo>
                <a:lnTo>
                  <a:pt x="341" y="1161"/>
                </a:lnTo>
                <a:lnTo>
                  <a:pt x="342" y="1161"/>
                </a:lnTo>
                <a:lnTo>
                  <a:pt x="342" y="1160"/>
                </a:lnTo>
                <a:lnTo>
                  <a:pt x="342" y="1159"/>
                </a:lnTo>
                <a:lnTo>
                  <a:pt x="342" y="1158"/>
                </a:lnTo>
                <a:lnTo>
                  <a:pt x="342" y="1157"/>
                </a:lnTo>
                <a:lnTo>
                  <a:pt x="341" y="1157"/>
                </a:lnTo>
                <a:lnTo>
                  <a:pt x="341" y="1156"/>
                </a:lnTo>
                <a:lnTo>
                  <a:pt x="340" y="1156"/>
                </a:lnTo>
                <a:lnTo>
                  <a:pt x="340" y="1154"/>
                </a:lnTo>
                <a:lnTo>
                  <a:pt x="341" y="1154"/>
                </a:lnTo>
                <a:lnTo>
                  <a:pt x="341" y="1153"/>
                </a:lnTo>
                <a:lnTo>
                  <a:pt x="342" y="1153"/>
                </a:lnTo>
                <a:lnTo>
                  <a:pt x="342" y="1152"/>
                </a:lnTo>
                <a:lnTo>
                  <a:pt x="343" y="1152"/>
                </a:lnTo>
                <a:lnTo>
                  <a:pt x="344" y="1152"/>
                </a:lnTo>
                <a:lnTo>
                  <a:pt x="344" y="1151"/>
                </a:lnTo>
                <a:lnTo>
                  <a:pt x="344" y="1150"/>
                </a:lnTo>
                <a:lnTo>
                  <a:pt x="345" y="1149"/>
                </a:lnTo>
                <a:lnTo>
                  <a:pt x="345" y="1148"/>
                </a:lnTo>
                <a:lnTo>
                  <a:pt x="346" y="1148"/>
                </a:lnTo>
                <a:lnTo>
                  <a:pt x="346" y="1147"/>
                </a:lnTo>
                <a:lnTo>
                  <a:pt x="347" y="1147"/>
                </a:lnTo>
                <a:lnTo>
                  <a:pt x="347" y="1146"/>
                </a:lnTo>
                <a:lnTo>
                  <a:pt x="348" y="1146"/>
                </a:lnTo>
                <a:lnTo>
                  <a:pt x="348" y="1147"/>
                </a:lnTo>
                <a:lnTo>
                  <a:pt x="349" y="1147"/>
                </a:lnTo>
                <a:lnTo>
                  <a:pt x="350" y="1147"/>
                </a:lnTo>
                <a:lnTo>
                  <a:pt x="350" y="1146"/>
                </a:lnTo>
                <a:lnTo>
                  <a:pt x="350" y="1145"/>
                </a:lnTo>
                <a:lnTo>
                  <a:pt x="349" y="1144"/>
                </a:lnTo>
                <a:lnTo>
                  <a:pt x="349" y="1143"/>
                </a:lnTo>
                <a:lnTo>
                  <a:pt x="348" y="1143"/>
                </a:lnTo>
                <a:lnTo>
                  <a:pt x="349" y="1143"/>
                </a:lnTo>
                <a:lnTo>
                  <a:pt x="348" y="1143"/>
                </a:lnTo>
                <a:lnTo>
                  <a:pt x="348" y="1142"/>
                </a:lnTo>
                <a:lnTo>
                  <a:pt x="347" y="1142"/>
                </a:lnTo>
                <a:lnTo>
                  <a:pt x="347" y="1141"/>
                </a:lnTo>
                <a:lnTo>
                  <a:pt x="347" y="1142"/>
                </a:lnTo>
                <a:lnTo>
                  <a:pt x="346" y="1142"/>
                </a:lnTo>
                <a:lnTo>
                  <a:pt x="346" y="1141"/>
                </a:lnTo>
                <a:lnTo>
                  <a:pt x="346" y="1140"/>
                </a:lnTo>
                <a:lnTo>
                  <a:pt x="345" y="1140"/>
                </a:lnTo>
                <a:lnTo>
                  <a:pt x="345" y="1139"/>
                </a:lnTo>
                <a:lnTo>
                  <a:pt x="344" y="1139"/>
                </a:lnTo>
                <a:lnTo>
                  <a:pt x="343" y="1139"/>
                </a:lnTo>
                <a:lnTo>
                  <a:pt x="343" y="1138"/>
                </a:lnTo>
                <a:lnTo>
                  <a:pt x="342" y="1138"/>
                </a:lnTo>
                <a:lnTo>
                  <a:pt x="341" y="1138"/>
                </a:lnTo>
                <a:lnTo>
                  <a:pt x="341" y="1139"/>
                </a:lnTo>
                <a:lnTo>
                  <a:pt x="340" y="1139"/>
                </a:lnTo>
                <a:lnTo>
                  <a:pt x="340" y="1138"/>
                </a:lnTo>
                <a:lnTo>
                  <a:pt x="339" y="1138"/>
                </a:lnTo>
                <a:lnTo>
                  <a:pt x="339" y="1139"/>
                </a:lnTo>
                <a:lnTo>
                  <a:pt x="338" y="1139"/>
                </a:lnTo>
                <a:lnTo>
                  <a:pt x="338" y="1140"/>
                </a:lnTo>
                <a:lnTo>
                  <a:pt x="337" y="1140"/>
                </a:lnTo>
                <a:lnTo>
                  <a:pt x="336" y="1140"/>
                </a:lnTo>
                <a:lnTo>
                  <a:pt x="336" y="1139"/>
                </a:lnTo>
                <a:lnTo>
                  <a:pt x="336" y="1140"/>
                </a:lnTo>
                <a:lnTo>
                  <a:pt x="335" y="1140"/>
                </a:lnTo>
                <a:lnTo>
                  <a:pt x="335" y="1141"/>
                </a:lnTo>
                <a:lnTo>
                  <a:pt x="334" y="1141"/>
                </a:lnTo>
                <a:lnTo>
                  <a:pt x="333" y="1141"/>
                </a:lnTo>
                <a:lnTo>
                  <a:pt x="333" y="1142"/>
                </a:lnTo>
                <a:lnTo>
                  <a:pt x="332" y="1142"/>
                </a:lnTo>
                <a:lnTo>
                  <a:pt x="332" y="1143"/>
                </a:lnTo>
                <a:lnTo>
                  <a:pt x="333" y="1143"/>
                </a:lnTo>
                <a:lnTo>
                  <a:pt x="332" y="1143"/>
                </a:lnTo>
                <a:lnTo>
                  <a:pt x="332" y="1142"/>
                </a:lnTo>
                <a:lnTo>
                  <a:pt x="331" y="1142"/>
                </a:lnTo>
                <a:lnTo>
                  <a:pt x="330" y="1142"/>
                </a:lnTo>
                <a:lnTo>
                  <a:pt x="330" y="1141"/>
                </a:lnTo>
                <a:lnTo>
                  <a:pt x="330" y="1140"/>
                </a:lnTo>
                <a:lnTo>
                  <a:pt x="331" y="1140"/>
                </a:lnTo>
                <a:lnTo>
                  <a:pt x="330" y="1140"/>
                </a:lnTo>
                <a:lnTo>
                  <a:pt x="330" y="1139"/>
                </a:lnTo>
                <a:lnTo>
                  <a:pt x="329" y="1139"/>
                </a:lnTo>
                <a:lnTo>
                  <a:pt x="328" y="1139"/>
                </a:lnTo>
                <a:lnTo>
                  <a:pt x="327" y="1139"/>
                </a:lnTo>
                <a:lnTo>
                  <a:pt x="327" y="1138"/>
                </a:lnTo>
                <a:lnTo>
                  <a:pt x="326" y="1138"/>
                </a:lnTo>
                <a:lnTo>
                  <a:pt x="325" y="1138"/>
                </a:lnTo>
                <a:lnTo>
                  <a:pt x="325" y="1137"/>
                </a:lnTo>
                <a:lnTo>
                  <a:pt x="324" y="1137"/>
                </a:lnTo>
                <a:lnTo>
                  <a:pt x="324" y="1136"/>
                </a:lnTo>
                <a:lnTo>
                  <a:pt x="324" y="1135"/>
                </a:lnTo>
                <a:lnTo>
                  <a:pt x="323" y="1135"/>
                </a:lnTo>
                <a:lnTo>
                  <a:pt x="323" y="1134"/>
                </a:lnTo>
                <a:lnTo>
                  <a:pt x="323" y="1133"/>
                </a:lnTo>
                <a:lnTo>
                  <a:pt x="323" y="1132"/>
                </a:lnTo>
                <a:lnTo>
                  <a:pt x="322" y="1132"/>
                </a:lnTo>
                <a:lnTo>
                  <a:pt x="322" y="1131"/>
                </a:lnTo>
                <a:lnTo>
                  <a:pt x="323" y="1131"/>
                </a:lnTo>
                <a:lnTo>
                  <a:pt x="322" y="1130"/>
                </a:lnTo>
                <a:lnTo>
                  <a:pt x="322" y="1129"/>
                </a:lnTo>
                <a:lnTo>
                  <a:pt x="322" y="1128"/>
                </a:lnTo>
                <a:lnTo>
                  <a:pt x="322" y="1127"/>
                </a:lnTo>
                <a:lnTo>
                  <a:pt x="321" y="1127"/>
                </a:lnTo>
                <a:lnTo>
                  <a:pt x="321" y="1126"/>
                </a:lnTo>
                <a:lnTo>
                  <a:pt x="321" y="1125"/>
                </a:lnTo>
                <a:lnTo>
                  <a:pt x="321" y="1124"/>
                </a:lnTo>
                <a:lnTo>
                  <a:pt x="321" y="1123"/>
                </a:lnTo>
                <a:lnTo>
                  <a:pt x="320" y="1123"/>
                </a:lnTo>
                <a:lnTo>
                  <a:pt x="320" y="1122"/>
                </a:lnTo>
                <a:lnTo>
                  <a:pt x="319" y="1122"/>
                </a:lnTo>
                <a:lnTo>
                  <a:pt x="319" y="1121"/>
                </a:lnTo>
                <a:lnTo>
                  <a:pt x="319" y="1120"/>
                </a:lnTo>
                <a:lnTo>
                  <a:pt x="319" y="1119"/>
                </a:lnTo>
                <a:lnTo>
                  <a:pt x="319" y="1118"/>
                </a:lnTo>
                <a:lnTo>
                  <a:pt x="319" y="1117"/>
                </a:lnTo>
                <a:lnTo>
                  <a:pt x="319" y="1116"/>
                </a:lnTo>
                <a:lnTo>
                  <a:pt x="319" y="1115"/>
                </a:lnTo>
                <a:lnTo>
                  <a:pt x="319" y="1114"/>
                </a:lnTo>
                <a:lnTo>
                  <a:pt x="319" y="1113"/>
                </a:lnTo>
                <a:lnTo>
                  <a:pt x="320" y="1113"/>
                </a:lnTo>
                <a:lnTo>
                  <a:pt x="320" y="1112"/>
                </a:lnTo>
                <a:lnTo>
                  <a:pt x="321" y="1112"/>
                </a:lnTo>
                <a:lnTo>
                  <a:pt x="321" y="1111"/>
                </a:lnTo>
                <a:lnTo>
                  <a:pt x="322" y="1111"/>
                </a:lnTo>
                <a:lnTo>
                  <a:pt x="322" y="1110"/>
                </a:lnTo>
                <a:lnTo>
                  <a:pt x="322" y="1109"/>
                </a:lnTo>
                <a:lnTo>
                  <a:pt x="322" y="1107"/>
                </a:lnTo>
                <a:lnTo>
                  <a:pt x="323" y="1107"/>
                </a:lnTo>
                <a:lnTo>
                  <a:pt x="323" y="1106"/>
                </a:lnTo>
                <a:lnTo>
                  <a:pt x="324" y="1106"/>
                </a:lnTo>
                <a:lnTo>
                  <a:pt x="324" y="1105"/>
                </a:lnTo>
                <a:lnTo>
                  <a:pt x="325" y="1105"/>
                </a:lnTo>
                <a:lnTo>
                  <a:pt x="325" y="1104"/>
                </a:lnTo>
                <a:lnTo>
                  <a:pt x="325" y="1103"/>
                </a:lnTo>
                <a:lnTo>
                  <a:pt x="325" y="1102"/>
                </a:lnTo>
                <a:lnTo>
                  <a:pt x="326" y="1101"/>
                </a:lnTo>
                <a:lnTo>
                  <a:pt x="326" y="1100"/>
                </a:lnTo>
                <a:lnTo>
                  <a:pt x="326" y="1099"/>
                </a:lnTo>
                <a:lnTo>
                  <a:pt x="327" y="1099"/>
                </a:lnTo>
                <a:lnTo>
                  <a:pt x="327" y="1098"/>
                </a:lnTo>
                <a:lnTo>
                  <a:pt x="328" y="1097"/>
                </a:lnTo>
                <a:lnTo>
                  <a:pt x="327" y="1097"/>
                </a:lnTo>
                <a:lnTo>
                  <a:pt x="327" y="1096"/>
                </a:lnTo>
                <a:lnTo>
                  <a:pt x="327" y="1095"/>
                </a:lnTo>
                <a:lnTo>
                  <a:pt x="326" y="1095"/>
                </a:lnTo>
                <a:lnTo>
                  <a:pt x="326" y="1094"/>
                </a:lnTo>
                <a:lnTo>
                  <a:pt x="325" y="1094"/>
                </a:lnTo>
                <a:lnTo>
                  <a:pt x="325" y="1093"/>
                </a:lnTo>
                <a:lnTo>
                  <a:pt x="324" y="1093"/>
                </a:lnTo>
                <a:lnTo>
                  <a:pt x="324" y="1092"/>
                </a:lnTo>
                <a:lnTo>
                  <a:pt x="324" y="1091"/>
                </a:lnTo>
                <a:lnTo>
                  <a:pt x="323" y="1091"/>
                </a:lnTo>
                <a:lnTo>
                  <a:pt x="323" y="1090"/>
                </a:lnTo>
                <a:lnTo>
                  <a:pt x="323" y="1089"/>
                </a:lnTo>
                <a:lnTo>
                  <a:pt x="322" y="1089"/>
                </a:lnTo>
                <a:lnTo>
                  <a:pt x="322" y="1088"/>
                </a:lnTo>
                <a:lnTo>
                  <a:pt x="322" y="1087"/>
                </a:lnTo>
                <a:lnTo>
                  <a:pt x="323" y="1087"/>
                </a:lnTo>
                <a:lnTo>
                  <a:pt x="323" y="1086"/>
                </a:lnTo>
                <a:lnTo>
                  <a:pt x="324" y="1086"/>
                </a:lnTo>
                <a:lnTo>
                  <a:pt x="324" y="1085"/>
                </a:lnTo>
                <a:lnTo>
                  <a:pt x="324" y="1084"/>
                </a:lnTo>
                <a:lnTo>
                  <a:pt x="324" y="1085"/>
                </a:lnTo>
                <a:lnTo>
                  <a:pt x="323" y="1085"/>
                </a:lnTo>
                <a:lnTo>
                  <a:pt x="322" y="1085"/>
                </a:lnTo>
                <a:lnTo>
                  <a:pt x="321" y="1085"/>
                </a:lnTo>
                <a:lnTo>
                  <a:pt x="320" y="1085"/>
                </a:lnTo>
                <a:lnTo>
                  <a:pt x="320" y="1084"/>
                </a:lnTo>
                <a:lnTo>
                  <a:pt x="319" y="1084"/>
                </a:lnTo>
                <a:lnTo>
                  <a:pt x="318" y="1084"/>
                </a:lnTo>
                <a:lnTo>
                  <a:pt x="317" y="1084"/>
                </a:lnTo>
                <a:lnTo>
                  <a:pt x="316" y="1084"/>
                </a:lnTo>
                <a:lnTo>
                  <a:pt x="315" y="1084"/>
                </a:lnTo>
                <a:lnTo>
                  <a:pt x="315" y="1083"/>
                </a:lnTo>
                <a:lnTo>
                  <a:pt x="315" y="1082"/>
                </a:lnTo>
                <a:lnTo>
                  <a:pt x="314" y="1082"/>
                </a:lnTo>
                <a:lnTo>
                  <a:pt x="314" y="1083"/>
                </a:lnTo>
                <a:lnTo>
                  <a:pt x="314" y="1082"/>
                </a:lnTo>
                <a:lnTo>
                  <a:pt x="313" y="1082"/>
                </a:lnTo>
                <a:lnTo>
                  <a:pt x="312" y="1082"/>
                </a:lnTo>
                <a:lnTo>
                  <a:pt x="311" y="1082"/>
                </a:lnTo>
                <a:lnTo>
                  <a:pt x="311" y="1083"/>
                </a:lnTo>
                <a:lnTo>
                  <a:pt x="310" y="1083"/>
                </a:lnTo>
                <a:lnTo>
                  <a:pt x="309" y="1083"/>
                </a:lnTo>
                <a:lnTo>
                  <a:pt x="309" y="1084"/>
                </a:lnTo>
                <a:lnTo>
                  <a:pt x="309" y="1085"/>
                </a:lnTo>
                <a:lnTo>
                  <a:pt x="310" y="1085"/>
                </a:lnTo>
                <a:lnTo>
                  <a:pt x="310" y="1086"/>
                </a:lnTo>
                <a:lnTo>
                  <a:pt x="311" y="1086"/>
                </a:lnTo>
                <a:lnTo>
                  <a:pt x="311" y="1087"/>
                </a:lnTo>
                <a:lnTo>
                  <a:pt x="310" y="1087"/>
                </a:lnTo>
                <a:lnTo>
                  <a:pt x="309" y="1087"/>
                </a:lnTo>
                <a:lnTo>
                  <a:pt x="309" y="1088"/>
                </a:lnTo>
                <a:lnTo>
                  <a:pt x="308" y="1088"/>
                </a:lnTo>
                <a:lnTo>
                  <a:pt x="308" y="1089"/>
                </a:lnTo>
                <a:lnTo>
                  <a:pt x="307" y="1089"/>
                </a:lnTo>
                <a:lnTo>
                  <a:pt x="307" y="1088"/>
                </a:lnTo>
                <a:lnTo>
                  <a:pt x="306" y="1088"/>
                </a:lnTo>
                <a:lnTo>
                  <a:pt x="305" y="1088"/>
                </a:lnTo>
                <a:lnTo>
                  <a:pt x="304" y="1088"/>
                </a:lnTo>
                <a:lnTo>
                  <a:pt x="305" y="1088"/>
                </a:lnTo>
                <a:lnTo>
                  <a:pt x="305" y="1087"/>
                </a:lnTo>
                <a:lnTo>
                  <a:pt x="305" y="1086"/>
                </a:lnTo>
                <a:lnTo>
                  <a:pt x="304" y="1086"/>
                </a:lnTo>
                <a:lnTo>
                  <a:pt x="303" y="1085"/>
                </a:lnTo>
                <a:lnTo>
                  <a:pt x="302" y="1085"/>
                </a:lnTo>
                <a:lnTo>
                  <a:pt x="302" y="1084"/>
                </a:lnTo>
                <a:lnTo>
                  <a:pt x="301" y="1084"/>
                </a:lnTo>
                <a:lnTo>
                  <a:pt x="299" y="1084"/>
                </a:lnTo>
                <a:lnTo>
                  <a:pt x="298" y="1084"/>
                </a:lnTo>
                <a:lnTo>
                  <a:pt x="297" y="1084"/>
                </a:lnTo>
                <a:lnTo>
                  <a:pt x="297" y="1083"/>
                </a:lnTo>
                <a:lnTo>
                  <a:pt x="296" y="1083"/>
                </a:lnTo>
                <a:lnTo>
                  <a:pt x="296" y="1082"/>
                </a:lnTo>
                <a:lnTo>
                  <a:pt x="295" y="1082"/>
                </a:lnTo>
                <a:lnTo>
                  <a:pt x="295" y="1081"/>
                </a:lnTo>
                <a:lnTo>
                  <a:pt x="294" y="1081"/>
                </a:lnTo>
                <a:lnTo>
                  <a:pt x="293" y="1081"/>
                </a:lnTo>
                <a:lnTo>
                  <a:pt x="292" y="1081"/>
                </a:lnTo>
                <a:lnTo>
                  <a:pt x="291" y="1081"/>
                </a:lnTo>
                <a:lnTo>
                  <a:pt x="290" y="1081"/>
                </a:lnTo>
                <a:lnTo>
                  <a:pt x="289" y="1081"/>
                </a:lnTo>
                <a:lnTo>
                  <a:pt x="289" y="1082"/>
                </a:lnTo>
                <a:lnTo>
                  <a:pt x="289" y="1083"/>
                </a:lnTo>
                <a:lnTo>
                  <a:pt x="289" y="1084"/>
                </a:lnTo>
                <a:lnTo>
                  <a:pt x="289" y="1085"/>
                </a:lnTo>
                <a:lnTo>
                  <a:pt x="288" y="1085"/>
                </a:lnTo>
                <a:lnTo>
                  <a:pt x="287" y="1085"/>
                </a:lnTo>
                <a:lnTo>
                  <a:pt x="286" y="1085"/>
                </a:lnTo>
                <a:lnTo>
                  <a:pt x="285" y="1085"/>
                </a:lnTo>
                <a:lnTo>
                  <a:pt x="285" y="1084"/>
                </a:lnTo>
                <a:lnTo>
                  <a:pt x="284" y="1084"/>
                </a:lnTo>
                <a:lnTo>
                  <a:pt x="285" y="1084"/>
                </a:lnTo>
                <a:lnTo>
                  <a:pt x="285" y="1083"/>
                </a:lnTo>
                <a:lnTo>
                  <a:pt x="285" y="1082"/>
                </a:lnTo>
                <a:lnTo>
                  <a:pt x="285" y="1081"/>
                </a:lnTo>
                <a:lnTo>
                  <a:pt x="286" y="1081"/>
                </a:lnTo>
                <a:lnTo>
                  <a:pt x="286" y="1080"/>
                </a:lnTo>
                <a:lnTo>
                  <a:pt x="285" y="1080"/>
                </a:lnTo>
                <a:lnTo>
                  <a:pt x="284" y="1080"/>
                </a:lnTo>
                <a:lnTo>
                  <a:pt x="283" y="1080"/>
                </a:lnTo>
                <a:lnTo>
                  <a:pt x="282" y="1080"/>
                </a:lnTo>
                <a:lnTo>
                  <a:pt x="282" y="1079"/>
                </a:lnTo>
                <a:lnTo>
                  <a:pt x="281" y="1079"/>
                </a:lnTo>
                <a:lnTo>
                  <a:pt x="281" y="1078"/>
                </a:lnTo>
                <a:lnTo>
                  <a:pt x="281" y="1077"/>
                </a:lnTo>
                <a:lnTo>
                  <a:pt x="280" y="1077"/>
                </a:lnTo>
                <a:lnTo>
                  <a:pt x="279" y="1077"/>
                </a:lnTo>
                <a:lnTo>
                  <a:pt x="279" y="1076"/>
                </a:lnTo>
                <a:lnTo>
                  <a:pt x="280" y="1076"/>
                </a:lnTo>
                <a:lnTo>
                  <a:pt x="280" y="1075"/>
                </a:lnTo>
                <a:lnTo>
                  <a:pt x="279" y="1075"/>
                </a:lnTo>
                <a:lnTo>
                  <a:pt x="278" y="1075"/>
                </a:lnTo>
                <a:lnTo>
                  <a:pt x="277" y="1075"/>
                </a:lnTo>
                <a:lnTo>
                  <a:pt x="277" y="1076"/>
                </a:lnTo>
                <a:lnTo>
                  <a:pt x="276" y="1076"/>
                </a:lnTo>
                <a:lnTo>
                  <a:pt x="275" y="1076"/>
                </a:lnTo>
                <a:lnTo>
                  <a:pt x="274" y="1076"/>
                </a:lnTo>
                <a:lnTo>
                  <a:pt x="273" y="1075"/>
                </a:lnTo>
                <a:lnTo>
                  <a:pt x="273" y="1074"/>
                </a:lnTo>
                <a:lnTo>
                  <a:pt x="272" y="1074"/>
                </a:lnTo>
                <a:lnTo>
                  <a:pt x="272" y="1073"/>
                </a:lnTo>
                <a:lnTo>
                  <a:pt x="271" y="1073"/>
                </a:lnTo>
                <a:lnTo>
                  <a:pt x="271" y="1074"/>
                </a:lnTo>
                <a:lnTo>
                  <a:pt x="270" y="1074"/>
                </a:lnTo>
                <a:lnTo>
                  <a:pt x="270" y="1075"/>
                </a:lnTo>
                <a:lnTo>
                  <a:pt x="269" y="1075"/>
                </a:lnTo>
                <a:lnTo>
                  <a:pt x="268" y="1075"/>
                </a:lnTo>
                <a:lnTo>
                  <a:pt x="268" y="1074"/>
                </a:lnTo>
                <a:lnTo>
                  <a:pt x="267" y="1074"/>
                </a:lnTo>
                <a:lnTo>
                  <a:pt x="267" y="1073"/>
                </a:lnTo>
                <a:lnTo>
                  <a:pt x="266" y="1073"/>
                </a:lnTo>
                <a:lnTo>
                  <a:pt x="266" y="1074"/>
                </a:lnTo>
                <a:lnTo>
                  <a:pt x="265" y="1074"/>
                </a:lnTo>
                <a:lnTo>
                  <a:pt x="264" y="1074"/>
                </a:lnTo>
                <a:lnTo>
                  <a:pt x="263" y="1074"/>
                </a:lnTo>
                <a:lnTo>
                  <a:pt x="263" y="1075"/>
                </a:lnTo>
                <a:lnTo>
                  <a:pt x="262" y="1075"/>
                </a:lnTo>
                <a:lnTo>
                  <a:pt x="262" y="1076"/>
                </a:lnTo>
                <a:lnTo>
                  <a:pt x="262" y="1075"/>
                </a:lnTo>
                <a:lnTo>
                  <a:pt x="261" y="1075"/>
                </a:lnTo>
                <a:lnTo>
                  <a:pt x="260" y="1075"/>
                </a:lnTo>
                <a:lnTo>
                  <a:pt x="260" y="1074"/>
                </a:lnTo>
                <a:lnTo>
                  <a:pt x="259" y="1074"/>
                </a:lnTo>
                <a:lnTo>
                  <a:pt x="259" y="1073"/>
                </a:lnTo>
                <a:lnTo>
                  <a:pt x="258" y="1073"/>
                </a:lnTo>
                <a:lnTo>
                  <a:pt x="258" y="1072"/>
                </a:lnTo>
                <a:lnTo>
                  <a:pt x="258" y="1071"/>
                </a:lnTo>
                <a:lnTo>
                  <a:pt x="257" y="1071"/>
                </a:lnTo>
                <a:lnTo>
                  <a:pt x="256" y="1071"/>
                </a:lnTo>
                <a:lnTo>
                  <a:pt x="256" y="1070"/>
                </a:lnTo>
                <a:lnTo>
                  <a:pt x="256" y="1069"/>
                </a:lnTo>
                <a:lnTo>
                  <a:pt x="255" y="1069"/>
                </a:lnTo>
                <a:lnTo>
                  <a:pt x="254" y="1069"/>
                </a:lnTo>
                <a:lnTo>
                  <a:pt x="254" y="1070"/>
                </a:lnTo>
                <a:lnTo>
                  <a:pt x="253" y="1070"/>
                </a:lnTo>
                <a:lnTo>
                  <a:pt x="253" y="1071"/>
                </a:lnTo>
                <a:lnTo>
                  <a:pt x="252" y="1071"/>
                </a:lnTo>
                <a:lnTo>
                  <a:pt x="252" y="1072"/>
                </a:lnTo>
                <a:lnTo>
                  <a:pt x="251" y="1072"/>
                </a:lnTo>
                <a:lnTo>
                  <a:pt x="251" y="1073"/>
                </a:lnTo>
                <a:lnTo>
                  <a:pt x="250" y="1073"/>
                </a:lnTo>
                <a:lnTo>
                  <a:pt x="250" y="1072"/>
                </a:lnTo>
                <a:lnTo>
                  <a:pt x="250" y="1073"/>
                </a:lnTo>
                <a:lnTo>
                  <a:pt x="249" y="1073"/>
                </a:lnTo>
                <a:lnTo>
                  <a:pt x="249" y="1074"/>
                </a:lnTo>
                <a:lnTo>
                  <a:pt x="248" y="1073"/>
                </a:lnTo>
                <a:lnTo>
                  <a:pt x="247" y="1073"/>
                </a:lnTo>
                <a:lnTo>
                  <a:pt x="246" y="1073"/>
                </a:lnTo>
                <a:lnTo>
                  <a:pt x="246" y="1074"/>
                </a:lnTo>
                <a:lnTo>
                  <a:pt x="245" y="1074"/>
                </a:lnTo>
                <a:lnTo>
                  <a:pt x="244" y="1074"/>
                </a:lnTo>
                <a:lnTo>
                  <a:pt x="243" y="1074"/>
                </a:lnTo>
                <a:lnTo>
                  <a:pt x="242" y="1074"/>
                </a:lnTo>
                <a:lnTo>
                  <a:pt x="241" y="1073"/>
                </a:lnTo>
                <a:lnTo>
                  <a:pt x="240" y="1073"/>
                </a:lnTo>
                <a:lnTo>
                  <a:pt x="239" y="1073"/>
                </a:lnTo>
                <a:lnTo>
                  <a:pt x="239" y="1074"/>
                </a:lnTo>
                <a:lnTo>
                  <a:pt x="238" y="1075"/>
                </a:lnTo>
                <a:lnTo>
                  <a:pt x="237" y="1074"/>
                </a:lnTo>
                <a:lnTo>
                  <a:pt x="236" y="1074"/>
                </a:lnTo>
                <a:lnTo>
                  <a:pt x="235" y="1074"/>
                </a:lnTo>
                <a:lnTo>
                  <a:pt x="234" y="1074"/>
                </a:lnTo>
                <a:lnTo>
                  <a:pt x="233" y="1074"/>
                </a:lnTo>
                <a:lnTo>
                  <a:pt x="233" y="1073"/>
                </a:lnTo>
                <a:lnTo>
                  <a:pt x="232" y="1073"/>
                </a:lnTo>
                <a:lnTo>
                  <a:pt x="231" y="1073"/>
                </a:lnTo>
                <a:lnTo>
                  <a:pt x="230" y="1073"/>
                </a:lnTo>
                <a:lnTo>
                  <a:pt x="230" y="1072"/>
                </a:lnTo>
                <a:lnTo>
                  <a:pt x="229" y="1072"/>
                </a:lnTo>
                <a:lnTo>
                  <a:pt x="229" y="1071"/>
                </a:lnTo>
                <a:lnTo>
                  <a:pt x="228" y="1071"/>
                </a:lnTo>
                <a:lnTo>
                  <a:pt x="228" y="1072"/>
                </a:lnTo>
                <a:lnTo>
                  <a:pt x="227" y="1072"/>
                </a:lnTo>
                <a:lnTo>
                  <a:pt x="226" y="1073"/>
                </a:lnTo>
                <a:lnTo>
                  <a:pt x="225" y="1073"/>
                </a:lnTo>
                <a:lnTo>
                  <a:pt x="225" y="1072"/>
                </a:lnTo>
                <a:lnTo>
                  <a:pt x="224" y="1072"/>
                </a:lnTo>
                <a:lnTo>
                  <a:pt x="224" y="1071"/>
                </a:lnTo>
                <a:lnTo>
                  <a:pt x="223" y="1071"/>
                </a:lnTo>
                <a:lnTo>
                  <a:pt x="222" y="1071"/>
                </a:lnTo>
                <a:lnTo>
                  <a:pt x="222" y="1070"/>
                </a:lnTo>
                <a:lnTo>
                  <a:pt x="221" y="1070"/>
                </a:lnTo>
                <a:lnTo>
                  <a:pt x="221" y="1071"/>
                </a:lnTo>
                <a:lnTo>
                  <a:pt x="221" y="1070"/>
                </a:lnTo>
                <a:lnTo>
                  <a:pt x="220" y="1070"/>
                </a:lnTo>
                <a:lnTo>
                  <a:pt x="219" y="1070"/>
                </a:lnTo>
                <a:lnTo>
                  <a:pt x="219" y="1069"/>
                </a:lnTo>
                <a:lnTo>
                  <a:pt x="218" y="1069"/>
                </a:lnTo>
                <a:lnTo>
                  <a:pt x="218" y="1068"/>
                </a:lnTo>
                <a:lnTo>
                  <a:pt x="217" y="1068"/>
                </a:lnTo>
                <a:lnTo>
                  <a:pt x="216" y="1068"/>
                </a:lnTo>
                <a:lnTo>
                  <a:pt x="216" y="1067"/>
                </a:lnTo>
                <a:lnTo>
                  <a:pt x="215" y="1067"/>
                </a:lnTo>
                <a:lnTo>
                  <a:pt x="215" y="1066"/>
                </a:lnTo>
                <a:lnTo>
                  <a:pt x="214" y="1066"/>
                </a:lnTo>
                <a:lnTo>
                  <a:pt x="213" y="1066"/>
                </a:lnTo>
                <a:lnTo>
                  <a:pt x="213" y="1065"/>
                </a:lnTo>
                <a:lnTo>
                  <a:pt x="212" y="1065"/>
                </a:lnTo>
                <a:lnTo>
                  <a:pt x="211" y="1064"/>
                </a:lnTo>
                <a:lnTo>
                  <a:pt x="211" y="1063"/>
                </a:lnTo>
                <a:lnTo>
                  <a:pt x="210" y="1063"/>
                </a:lnTo>
                <a:lnTo>
                  <a:pt x="210" y="1062"/>
                </a:lnTo>
                <a:lnTo>
                  <a:pt x="211" y="1062"/>
                </a:lnTo>
                <a:lnTo>
                  <a:pt x="212" y="1062"/>
                </a:lnTo>
                <a:lnTo>
                  <a:pt x="213" y="1062"/>
                </a:lnTo>
                <a:lnTo>
                  <a:pt x="213" y="1063"/>
                </a:lnTo>
                <a:lnTo>
                  <a:pt x="215" y="1063"/>
                </a:lnTo>
                <a:lnTo>
                  <a:pt x="215" y="1062"/>
                </a:lnTo>
                <a:lnTo>
                  <a:pt x="216" y="1062"/>
                </a:lnTo>
                <a:lnTo>
                  <a:pt x="217" y="1062"/>
                </a:lnTo>
                <a:lnTo>
                  <a:pt x="217" y="1061"/>
                </a:lnTo>
                <a:lnTo>
                  <a:pt x="216" y="1061"/>
                </a:lnTo>
                <a:lnTo>
                  <a:pt x="216" y="1062"/>
                </a:lnTo>
                <a:lnTo>
                  <a:pt x="215" y="1062"/>
                </a:lnTo>
                <a:lnTo>
                  <a:pt x="215" y="1061"/>
                </a:lnTo>
                <a:lnTo>
                  <a:pt x="214" y="1061"/>
                </a:lnTo>
                <a:lnTo>
                  <a:pt x="213" y="1061"/>
                </a:lnTo>
                <a:lnTo>
                  <a:pt x="213" y="1060"/>
                </a:lnTo>
                <a:lnTo>
                  <a:pt x="214" y="1060"/>
                </a:lnTo>
                <a:lnTo>
                  <a:pt x="213" y="1059"/>
                </a:lnTo>
                <a:lnTo>
                  <a:pt x="214" y="1059"/>
                </a:lnTo>
                <a:lnTo>
                  <a:pt x="214" y="1058"/>
                </a:lnTo>
                <a:lnTo>
                  <a:pt x="215" y="1058"/>
                </a:lnTo>
                <a:lnTo>
                  <a:pt x="215" y="1057"/>
                </a:lnTo>
                <a:lnTo>
                  <a:pt x="215" y="1056"/>
                </a:lnTo>
                <a:lnTo>
                  <a:pt x="216" y="1056"/>
                </a:lnTo>
                <a:lnTo>
                  <a:pt x="216" y="1057"/>
                </a:lnTo>
                <a:lnTo>
                  <a:pt x="216" y="1056"/>
                </a:lnTo>
                <a:lnTo>
                  <a:pt x="216" y="1055"/>
                </a:lnTo>
                <a:lnTo>
                  <a:pt x="217" y="1055"/>
                </a:lnTo>
                <a:lnTo>
                  <a:pt x="217" y="1054"/>
                </a:lnTo>
                <a:lnTo>
                  <a:pt x="218" y="1053"/>
                </a:lnTo>
                <a:lnTo>
                  <a:pt x="218" y="1052"/>
                </a:lnTo>
                <a:lnTo>
                  <a:pt x="219" y="1052"/>
                </a:lnTo>
                <a:lnTo>
                  <a:pt x="219" y="1053"/>
                </a:lnTo>
                <a:lnTo>
                  <a:pt x="220" y="1053"/>
                </a:lnTo>
                <a:lnTo>
                  <a:pt x="220" y="1052"/>
                </a:lnTo>
                <a:lnTo>
                  <a:pt x="221" y="1052"/>
                </a:lnTo>
                <a:lnTo>
                  <a:pt x="221" y="1051"/>
                </a:lnTo>
                <a:lnTo>
                  <a:pt x="222" y="1050"/>
                </a:lnTo>
                <a:lnTo>
                  <a:pt x="222" y="1049"/>
                </a:lnTo>
                <a:lnTo>
                  <a:pt x="222" y="1048"/>
                </a:lnTo>
                <a:lnTo>
                  <a:pt x="221" y="1048"/>
                </a:lnTo>
                <a:lnTo>
                  <a:pt x="222" y="1048"/>
                </a:lnTo>
                <a:lnTo>
                  <a:pt x="222" y="1047"/>
                </a:lnTo>
                <a:lnTo>
                  <a:pt x="222" y="1046"/>
                </a:lnTo>
                <a:lnTo>
                  <a:pt x="222" y="1044"/>
                </a:lnTo>
                <a:lnTo>
                  <a:pt x="222" y="1043"/>
                </a:lnTo>
                <a:lnTo>
                  <a:pt x="223" y="1043"/>
                </a:lnTo>
                <a:lnTo>
                  <a:pt x="223" y="1042"/>
                </a:lnTo>
                <a:lnTo>
                  <a:pt x="224" y="1041"/>
                </a:lnTo>
                <a:lnTo>
                  <a:pt x="225" y="1041"/>
                </a:lnTo>
                <a:lnTo>
                  <a:pt x="225" y="1040"/>
                </a:lnTo>
                <a:lnTo>
                  <a:pt x="225" y="1039"/>
                </a:lnTo>
                <a:lnTo>
                  <a:pt x="225" y="1038"/>
                </a:lnTo>
                <a:lnTo>
                  <a:pt x="226" y="1038"/>
                </a:lnTo>
                <a:lnTo>
                  <a:pt x="226" y="1037"/>
                </a:lnTo>
                <a:lnTo>
                  <a:pt x="227" y="1037"/>
                </a:lnTo>
                <a:lnTo>
                  <a:pt x="228" y="1037"/>
                </a:lnTo>
                <a:lnTo>
                  <a:pt x="228" y="1036"/>
                </a:lnTo>
                <a:lnTo>
                  <a:pt x="229" y="1036"/>
                </a:lnTo>
                <a:lnTo>
                  <a:pt x="229" y="1035"/>
                </a:lnTo>
                <a:lnTo>
                  <a:pt x="229" y="1034"/>
                </a:lnTo>
                <a:lnTo>
                  <a:pt x="228" y="1033"/>
                </a:lnTo>
                <a:lnTo>
                  <a:pt x="228" y="1032"/>
                </a:lnTo>
                <a:lnTo>
                  <a:pt x="227" y="1032"/>
                </a:lnTo>
                <a:lnTo>
                  <a:pt x="226" y="1031"/>
                </a:lnTo>
                <a:lnTo>
                  <a:pt x="225" y="1031"/>
                </a:lnTo>
                <a:lnTo>
                  <a:pt x="225" y="1030"/>
                </a:lnTo>
                <a:lnTo>
                  <a:pt x="225" y="1029"/>
                </a:lnTo>
                <a:lnTo>
                  <a:pt x="226" y="1029"/>
                </a:lnTo>
                <a:lnTo>
                  <a:pt x="227" y="1029"/>
                </a:lnTo>
                <a:lnTo>
                  <a:pt x="227" y="1028"/>
                </a:lnTo>
                <a:lnTo>
                  <a:pt x="228" y="1028"/>
                </a:lnTo>
                <a:lnTo>
                  <a:pt x="229" y="1028"/>
                </a:lnTo>
                <a:lnTo>
                  <a:pt x="230" y="1028"/>
                </a:lnTo>
                <a:lnTo>
                  <a:pt x="230" y="1027"/>
                </a:lnTo>
                <a:lnTo>
                  <a:pt x="231" y="1027"/>
                </a:lnTo>
                <a:lnTo>
                  <a:pt x="232" y="1027"/>
                </a:lnTo>
                <a:lnTo>
                  <a:pt x="232" y="1026"/>
                </a:lnTo>
                <a:lnTo>
                  <a:pt x="233" y="1026"/>
                </a:lnTo>
                <a:lnTo>
                  <a:pt x="233" y="1025"/>
                </a:lnTo>
                <a:lnTo>
                  <a:pt x="234" y="1025"/>
                </a:lnTo>
                <a:lnTo>
                  <a:pt x="234" y="1024"/>
                </a:lnTo>
                <a:lnTo>
                  <a:pt x="234" y="1023"/>
                </a:lnTo>
                <a:lnTo>
                  <a:pt x="235" y="1023"/>
                </a:lnTo>
                <a:lnTo>
                  <a:pt x="235" y="1022"/>
                </a:lnTo>
                <a:lnTo>
                  <a:pt x="236" y="1022"/>
                </a:lnTo>
                <a:lnTo>
                  <a:pt x="237" y="1022"/>
                </a:lnTo>
                <a:lnTo>
                  <a:pt x="238" y="1022"/>
                </a:lnTo>
                <a:lnTo>
                  <a:pt x="238" y="1021"/>
                </a:lnTo>
                <a:lnTo>
                  <a:pt x="238" y="1020"/>
                </a:lnTo>
                <a:lnTo>
                  <a:pt x="239" y="1020"/>
                </a:lnTo>
                <a:lnTo>
                  <a:pt x="240" y="1020"/>
                </a:lnTo>
                <a:lnTo>
                  <a:pt x="240" y="1019"/>
                </a:lnTo>
                <a:lnTo>
                  <a:pt x="240" y="1018"/>
                </a:lnTo>
                <a:lnTo>
                  <a:pt x="241" y="1018"/>
                </a:lnTo>
                <a:lnTo>
                  <a:pt x="242" y="1018"/>
                </a:lnTo>
                <a:lnTo>
                  <a:pt x="242" y="1017"/>
                </a:lnTo>
                <a:lnTo>
                  <a:pt x="243" y="1016"/>
                </a:lnTo>
                <a:lnTo>
                  <a:pt x="244" y="1016"/>
                </a:lnTo>
                <a:lnTo>
                  <a:pt x="244" y="1015"/>
                </a:lnTo>
                <a:lnTo>
                  <a:pt x="245" y="1015"/>
                </a:lnTo>
                <a:lnTo>
                  <a:pt x="245" y="1014"/>
                </a:lnTo>
                <a:lnTo>
                  <a:pt x="244" y="1013"/>
                </a:lnTo>
                <a:lnTo>
                  <a:pt x="243" y="1013"/>
                </a:lnTo>
                <a:lnTo>
                  <a:pt x="243" y="1012"/>
                </a:lnTo>
                <a:lnTo>
                  <a:pt x="242" y="1012"/>
                </a:lnTo>
                <a:lnTo>
                  <a:pt x="242" y="1011"/>
                </a:lnTo>
                <a:lnTo>
                  <a:pt x="242" y="1010"/>
                </a:lnTo>
                <a:lnTo>
                  <a:pt x="242" y="1009"/>
                </a:lnTo>
                <a:lnTo>
                  <a:pt x="242" y="1008"/>
                </a:lnTo>
                <a:lnTo>
                  <a:pt x="243" y="1008"/>
                </a:lnTo>
                <a:lnTo>
                  <a:pt x="243" y="1007"/>
                </a:lnTo>
                <a:lnTo>
                  <a:pt x="244" y="1006"/>
                </a:lnTo>
                <a:lnTo>
                  <a:pt x="244" y="1005"/>
                </a:lnTo>
                <a:lnTo>
                  <a:pt x="245" y="1005"/>
                </a:lnTo>
                <a:lnTo>
                  <a:pt x="245" y="1004"/>
                </a:lnTo>
                <a:lnTo>
                  <a:pt x="246" y="1004"/>
                </a:lnTo>
                <a:lnTo>
                  <a:pt x="246" y="1003"/>
                </a:lnTo>
                <a:lnTo>
                  <a:pt x="246" y="1002"/>
                </a:lnTo>
                <a:lnTo>
                  <a:pt x="246" y="1001"/>
                </a:lnTo>
                <a:lnTo>
                  <a:pt x="245" y="1001"/>
                </a:lnTo>
                <a:lnTo>
                  <a:pt x="245" y="1000"/>
                </a:lnTo>
                <a:lnTo>
                  <a:pt x="245" y="999"/>
                </a:lnTo>
                <a:lnTo>
                  <a:pt x="244" y="999"/>
                </a:lnTo>
                <a:lnTo>
                  <a:pt x="244" y="998"/>
                </a:lnTo>
                <a:lnTo>
                  <a:pt x="244" y="997"/>
                </a:lnTo>
                <a:lnTo>
                  <a:pt x="244" y="996"/>
                </a:lnTo>
                <a:lnTo>
                  <a:pt x="244" y="995"/>
                </a:lnTo>
                <a:lnTo>
                  <a:pt x="243" y="995"/>
                </a:lnTo>
                <a:lnTo>
                  <a:pt x="243" y="994"/>
                </a:lnTo>
                <a:lnTo>
                  <a:pt x="243" y="993"/>
                </a:lnTo>
                <a:lnTo>
                  <a:pt x="243" y="992"/>
                </a:lnTo>
                <a:lnTo>
                  <a:pt x="243" y="991"/>
                </a:lnTo>
                <a:lnTo>
                  <a:pt x="243" y="990"/>
                </a:lnTo>
                <a:lnTo>
                  <a:pt x="243" y="989"/>
                </a:lnTo>
                <a:lnTo>
                  <a:pt x="242" y="989"/>
                </a:lnTo>
                <a:lnTo>
                  <a:pt x="242" y="988"/>
                </a:lnTo>
                <a:lnTo>
                  <a:pt x="241" y="988"/>
                </a:lnTo>
                <a:lnTo>
                  <a:pt x="242" y="988"/>
                </a:lnTo>
                <a:lnTo>
                  <a:pt x="242" y="987"/>
                </a:lnTo>
                <a:lnTo>
                  <a:pt x="241" y="987"/>
                </a:lnTo>
                <a:lnTo>
                  <a:pt x="241" y="986"/>
                </a:lnTo>
                <a:lnTo>
                  <a:pt x="241" y="985"/>
                </a:lnTo>
                <a:lnTo>
                  <a:pt x="241" y="984"/>
                </a:lnTo>
                <a:lnTo>
                  <a:pt x="241" y="983"/>
                </a:lnTo>
                <a:lnTo>
                  <a:pt x="240" y="983"/>
                </a:lnTo>
                <a:lnTo>
                  <a:pt x="240" y="982"/>
                </a:lnTo>
                <a:lnTo>
                  <a:pt x="239" y="982"/>
                </a:lnTo>
                <a:lnTo>
                  <a:pt x="239" y="981"/>
                </a:lnTo>
                <a:lnTo>
                  <a:pt x="239" y="980"/>
                </a:lnTo>
                <a:lnTo>
                  <a:pt x="238" y="980"/>
                </a:lnTo>
                <a:lnTo>
                  <a:pt x="238" y="979"/>
                </a:lnTo>
                <a:lnTo>
                  <a:pt x="237" y="979"/>
                </a:lnTo>
                <a:lnTo>
                  <a:pt x="237" y="978"/>
                </a:lnTo>
                <a:lnTo>
                  <a:pt x="238" y="978"/>
                </a:lnTo>
                <a:lnTo>
                  <a:pt x="239" y="978"/>
                </a:lnTo>
                <a:lnTo>
                  <a:pt x="239" y="977"/>
                </a:lnTo>
                <a:lnTo>
                  <a:pt x="239" y="976"/>
                </a:lnTo>
                <a:lnTo>
                  <a:pt x="240" y="976"/>
                </a:lnTo>
                <a:lnTo>
                  <a:pt x="241" y="976"/>
                </a:lnTo>
                <a:lnTo>
                  <a:pt x="242" y="976"/>
                </a:lnTo>
                <a:lnTo>
                  <a:pt x="242" y="975"/>
                </a:lnTo>
                <a:lnTo>
                  <a:pt x="242" y="976"/>
                </a:lnTo>
                <a:lnTo>
                  <a:pt x="243" y="976"/>
                </a:lnTo>
                <a:lnTo>
                  <a:pt x="243" y="975"/>
                </a:lnTo>
                <a:lnTo>
                  <a:pt x="243" y="976"/>
                </a:lnTo>
                <a:lnTo>
                  <a:pt x="244" y="976"/>
                </a:lnTo>
                <a:lnTo>
                  <a:pt x="244" y="975"/>
                </a:lnTo>
                <a:lnTo>
                  <a:pt x="245" y="975"/>
                </a:lnTo>
                <a:lnTo>
                  <a:pt x="246" y="975"/>
                </a:lnTo>
                <a:lnTo>
                  <a:pt x="247" y="975"/>
                </a:lnTo>
                <a:lnTo>
                  <a:pt x="248" y="975"/>
                </a:lnTo>
                <a:lnTo>
                  <a:pt x="248" y="974"/>
                </a:lnTo>
                <a:lnTo>
                  <a:pt x="248" y="973"/>
                </a:lnTo>
                <a:lnTo>
                  <a:pt x="248" y="972"/>
                </a:lnTo>
                <a:lnTo>
                  <a:pt x="248" y="971"/>
                </a:lnTo>
                <a:lnTo>
                  <a:pt x="248" y="970"/>
                </a:lnTo>
                <a:lnTo>
                  <a:pt x="249" y="970"/>
                </a:lnTo>
                <a:lnTo>
                  <a:pt x="249" y="969"/>
                </a:lnTo>
                <a:lnTo>
                  <a:pt x="249" y="968"/>
                </a:lnTo>
                <a:lnTo>
                  <a:pt x="249" y="967"/>
                </a:lnTo>
                <a:lnTo>
                  <a:pt x="250" y="967"/>
                </a:lnTo>
                <a:lnTo>
                  <a:pt x="250" y="966"/>
                </a:lnTo>
                <a:lnTo>
                  <a:pt x="251" y="966"/>
                </a:lnTo>
                <a:lnTo>
                  <a:pt x="251" y="965"/>
                </a:lnTo>
                <a:lnTo>
                  <a:pt x="251" y="966"/>
                </a:lnTo>
                <a:lnTo>
                  <a:pt x="252" y="966"/>
                </a:lnTo>
                <a:lnTo>
                  <a:pt x="253" y="966"/>
                </a:lnTo>
                <a:lnTo>
                  <a:pt x="253" y="965"/>
                </a:lnTo>
                <a:lnTo>
                  <a:pt x="254" y="965"/>
                </a:lnTo>
                <a:lnTo>
                  <a:pt x="254" y="964"/>
                </a:lnTo>
                <a:lnTo>
                  <a:pt x="255" y="964"/>
                </a:lnTo>
                <a:lnTo>
                  <a:pt x="256" y="964"/>
                </a:lnTo>
                <a:lnTo>
                  <a:pt x="256" y="963"/>
                </a:lnTo>
                <a:lnTo>
                  <a:pt x="257" y="963"/>
                </a:lnTo>
                <a:lnTo>
                  <a:pt x="258" y="963"/>
                </a:lnTo>
                <a:lnTo>
                  <a:pt x="259" y="963"/>
                </a:lnTo>
                <a:lnTo>
                  <a:pt x="259" y="962"/>
                </a:lnTo>
                <a:lnTo>
                  <a:pt x="258" y="962"/>
                </a:lnTo>
                <a:lnTo>
                  <a:pt x="258" y="961"/>
                </a:lnTo>
                <a:lnTo>
                  <a:pt x="258" y="960"/>
                </a:lnTo>
                <a:lnTo>
                  <a:pt x="257" y="960"/>
                </a:lnTo>
                <a:lnTo>
                  <a:pt x="257" y="959"/>
                </a:lnTo>
                <a:lnTo>
                  <a:pt x="258" y="959"/>
                </a:lnTo>
                <a:lnTo>
                  <a:pt x="257" y="959"/>
                </a:lnTo>
                <a:lnTo>
                  <a:pt x="257" y="958"/>
                </a:lnTo>
                <a:lnTo>
                  <a:pt x="257" y="957"/>
                </a:lnTo>
                <a:lnTo>
                  <a:pt x="257" y="955"/>
                </a:lnTo>
                <a:lnTo>
                  <a:pt x="256" y="955"/>
                </a:lnTo>
                <a:lnTo>
                  <a:pt x="256" y="954"/>
                </a:lnTo>
                <a:lnTo>
                  <a:pt x="256" y="953"/>
                </a:lnTo>
                <a:lnTo>
                  <a:pt x="256" y="952"/>
                </a:lnTo>
                <a:lnTo>
                  <a:pt x="256" y="951"/>
                </a:lnTo>
                <a:lnTo>
                  <a:pt x="256" y="950"/>
                </a:lnTo>
                <a:lnTo>
                  <a:pt x="257" y="950"/>
                </a:lnTo>
                <a:lnTo>
                  <a:pt x="257" y="949"/>
                </a:lnTo>
                <a:lnTo>
                  <a:pt x="257" y="950"/>
                </a:lnTo>
                <a:lnTo>
                  <a:pt x="258" y="950"/>
                </a:lnTo>
                <a:lnTo>
                  <a:pt x="259" y="950"/>
                </a:lnTo>
                <a:lnTo>
                  <a:pt x="260" y="951"/>
                </a:lnTo>
                <a:lnTo>
                  <a:pt x="261" y="951"/>
                </a:lnTo>
                <a:lnTo>
                  <a:pt x="261" y="952"/>
                </a:lnTo>
                <a:lnTo>
                  <a:pt x="262" y="952"/>
                </a:lnTo>
                <a:lnTo>
                  <a:pt x="263" y="953"/>
                </a:lnTo>
                <a:lnTo>
                  <a:pt x="263" y="954"/>
                </a:lnTo>
                <a:lnTo>
                  <a:pt x="264" y="954"/>
                </a:lnTo>
                <a:lnTo>
                  <a:pt x="265" y="954"/>
                </a:lnTo>
                <a:lnTo>
                  <a:pt x="265" y="955"/>
                </a:lnTo>
                <a:lnTo>
                  <a:pt x="266" y="955"/>
                </a:lnTo>
                <a:lnTo>
                  <a:pt x="267" y="955"/>
                </a:lnTo>
                <a:lnTo>
                  <a:pt x="268" y="955"/>
                </a:lnTo>
                <a:lnTo>
                  <a:pt x="268" y="956"/>
                </a:lnTo>
                <a:lnTo>
                  <a:pt x="269" y="956"/>
                </a:lnTo>
                <a:lnTo>
                  <a:pt x="270" y="956"/>
                </a:lnTo>
                <a:lnTo>
                  <a:pt x="270" y="955"/>
                </a:lnTo>
                <a:lnTo>
                  <a:pt x="271" y="955"/>
                </a:lnTo>
                <a:lnTo>
                  <a:pt x="272" y="955"/>
                </a:lnTo>
                <a:lnTo>
                  <a:pt x="273" y="955"/>
                </a:lnTo>
                <a:lnTo>
                  <a:pt x="273" y="954"/>
                </a:lnTo>
                <a:lnTo>
                  <a:pt x="273" y="953"/>
                </a:lnTo>
                <a:lnTo>
                  <a:pt x="274" y="952"/>
                </a:lnTo>
                <a:lnTo>
                  <a:pt x="274" y="951"/>
                </a:lnTo>
                <a:lnTo>
                  <a:pt x="274" y="950"/>
                </a:lnTo>
                <a:lnTo>
                  <a:pt x="274" y="949"/>
                </a:lnTo>
                <a:lnTo>
                  <a:pt x="273" y="949"/>
                </a:lnTo>
                <a:lnTo>
                  <a:pt x="273" y="948"/>
                </a:lnTo>
                <a:lnTo>
                  <a:pt x="273" y="947"/>
                </a:lnTo>
                <a:lnTo>
                  <a:pt x="272" y="947"/>
                </a:lnTo>
                <a:lnTo>
                  <a:pt x="271" y="947"/>
                </a:lnTo>
                <a:lnTo>
                  <a:pt x="270" y="947"/>
                </a:lnTo>
                <a:lnTo>
                  <a:pt x="270" y="946"/>
                </a:lnTo>
                <a:lnTo>
                  <a:pt x="270" y="945"/>
                </a:lnTo>
                <a:lnTo>
                  <a:pt x="270" y="944"/>
                </a:lnTo>
                <a:lnTo>
                  <a:pt x="269" y="944"/>
                </a:lnTo>
                <a:lnTo>
                  <a:pt x="269" y="943"/>
                </a:lnTo>
                <a:lnTo>
                  <a:pt x="269" y="942"/>
                </a:lnTo>
                <a:lnTo>
                  <a:pt x="268" y="942"/>
                </a:lnTo>
                <a:lnTo>
                  <a:pt x="268" y="941"/>
                </a:lnTo>
                <a:lnTo>
                  <a:pt x="269" y="941"/>
                </a:lnTo>
                <a:lnTo>
                  <a:pt x="269" y="940"/>
                </a:lnTo>
                <a:lnTo>
                  <a:pt x="269" y="939"/>
                </a:lnTo>
                <a:lnTo>
                  <a:pt x="268" y="939"/>
                </a:lnTo>
                <a:lnTo>
                  <a:pt x="268" y="938"/>
                </a:lnTo>
                <a:lnTo>
                  <a:pt x="268" y="937"/>
                </a:lnTo>
                <a:lnTo>
                  <a:pt x="269" y="937"/>
                </a:lnTo>
                <a:lnTo>
                  <a:pt x="269" y="936"/>
                </a:lnTo>
                <a:lnTo>
                  <a:pt x="268" y="936"/>
                </a:lnTo>
                <a:lnTo>
                  <a:pt x="269" y="936"/>
                </a:lnTo>
                <a:lnTo>
                  <a:pt x="269" y="935"/>
                </a:lnTo>
                <a:lnTo>
                  <a:pt x="270" y="935"/>
                </a:lnTo>
                <a:lnTo>
                  <a:pt x="269" y="935"/>
                </a:lnTo>
                <a:lnTo>
                  <a:pt x="269" y="934"/>
                </a:lnTo>
                <a:lnTo>
                  <a:pt x="270" y="934"/>
                </a:lnTo>
                <a:lnTo>
                  <a:pt x="270" y="933"/>
                </a:lnTo>
                <a:lnTo>
                  <a:pt x="271" y="933"/>
                </a:lnTo>
                <a:lnTo>
                  <a:pt x="270" y="933"/>
                </a:lnTo>
                <a:lnTo>
                  <a:pt x="270" y="932"/>
                </a:lnTo>
                <a:lnTo>
                  <a:pt x="270" y="931"/>
                </a:lnTo>
                <a:lnTo>
                  <a:pt x="270" y="930"/>
                </a:lnTo>
                <a:lnTo>
                  <a:pt x="269" y="930"/>
                </a:lnTo>
                <a:lnTo>
                  <a:pt x="270" y="930"/>
                </a:lnTo>
                <a:lnTo>
                  <a:pt x="269" y="930"/>
                </a:lnTo>
                <a:lnTo>
                  <a:pt x="269" y="929"/>
                </a:lnTo>
                <a:lnTo>
                  <a:pt x="268" y="929"/>
                </a:lnTo>
                <a:lnTo>
                  <a:pt x="268" y="928"/>
                </a:lnTo>
                <a:lnTo>
                  <a:pt x="267" y="928"/>
                </a:lnTo>
                <a:lnTo>
                  <a:pt x="267" y="929"/>
                </a:lnTo>
                <a:lnTo>
                  <a:pt x="266" y="929"/>
                </a:lnTo>
                <a:lnTo>
                  <a:pt x="265" y="929"/>
                </a:lnTo>
                <a:lnTo>
                  <a:pt x="264" y="929"/>
                </a:lnTo>
                <a:lnTo>
                  <a:pt x="264" y="928"/>
                </a:lnTo>
                <a:lnTo>
                  <a:pt x="263" y="928"/>
                </a:lnTo>
                <a:lnTo>
                  <a:pt x="262" y="928"/>
                </a:lnTo>
                <a:lnTo>
                  <a:pt x="261" y="928"/>
                </a:lnTo>
                <a:lnTo>
                  <a:pt x="260" y="928"/>
                </a:lnTo>
                <a:lnTo>
                  <a:pt x="259" y="928"/>
                </a:lnTo>
                <a:lnTo>
                  <a:pt x="258" y="928"/>
                </a:lnTo>
                <a:lnTo>
                  <a:pt x="257" y="928"/>
                </a:lnTo>
                <a:lnTo>
                  <a:pt x="257" y="927"/>
                </a:lnTo>
                <a:lnTo>
                  <a:pt x="256" y="927"/>
                </a:lnTo>
                <a:lnTo>
                  <a:pt x="255" y="926"/>
                </a:lnTo>
                <a:lnTo>
                  <a:pt x="254" y="926"/>
                </a:lnTo>
                <a:lnTo>
                  <a:pt x="253" y="926"/>
                </a:lnTo>
                <a:lnTo>
                  <a:pt x="252" y="926"/>
                </a:lnTo>
                <a:lnTo>
                  <a:pt x="252" y="925"/>
                </a:lnTo>
                <a:lnTo>
                  <a:pt x="251" y="925"/>
                </a:lnTo>
                <a:lnTo>
                  <a:pt x="250" y="925"/>
                </a:lnTo>
                <a:lnTo>
                  <a:pt x="250" y="924"/>
                </a:lnTo>
                <a:lnTo>
                  <a:pt x="249" y="924"/>
                </a:lnTo>
                <a:lnTo>
                  <a:pt x="249" y="923"/>
                </a:lnTo>
                <a:lnTo>
                  <a:pt x="248" y="923"/>
                </a:lnTo>
                <a:lnTo>
                  <a:pt x="248" y="922"/>
                </a:lnTo>
                <a:lnTo>
                  <a:pt x="248" y="921"/>
                </a:lnTo>
                <a:lnTo>
                  <a:pt x="247" y="921"/>
                </a:lnTo>
                <a:lnTo>
                  <a:pt x="246" y="921"/>
                </a:lnTo>
                <a:lnTo>
                  <a:pt x="246" y="920"/>
                </a:lnTo>
                <a:lnTo>
                  <a:pt x="245" y="919"/>
                </a:lnTo>
                <a:lnTo>
                  <a:pt x="245" y="920"/>
                </a:lnTo>
                <a:lnTo>
                  <a:pt x="244" y="920"/>
                </a:lnTo>
                <a:lnTo>
                  <a:pt x="243" y="919"/>
                </a:lnTo>
                <a:lnTo>
                  <a:pt x="243" y="920"/>
                </a:lnTo>
                <a:lnTo>
                  <a:pt x="242" y="920"/>
                </a:lnTo>
                <a:lnTo>
                  <a:pt x="242" y="921"/>
                </a:lnTo>
                <a:lnTo>
                  <a:pt x="242" y="922"/>
                </a:lnTo>
                <a:lnTo>
                  <a:pt x="242" y="923"/>
                </a:lnTo>
                <a:lnTo>
                  <a:pt x="241" y="923"/>
                </a:lnTo>
                <a:lnTo>
                  <a:pt x="240" y="923"/>
                </a:lnTo>
                <a:lnTo>
                  <a:pt x="240" y="924"/>
                </a:lnTo>
                <a:lnTo>
                  <a:pt x="239" y="924"/>
                </a:lnTo>
                <a:lnTo>
                  <a:pt x="238" y="924"/>
                </a:lnTo>
                <a:lnTo>
                  <a:pt x="238" y="923"/>
                </a:lnTo>
                <a:lnTo>
                  <a:pt x="237" y="923"/>
                </a:lnTo>
                <a:lnTo>
                  <a:pt x="236" y="923"/>
                </a:lnTo>
                <a:lnTo>
                  <a:pt x="236" y="924"/>
                </a:lnTo>
                <a:lnTo>
                  <a:pt x="235" y="924"/>
                </a:lnTo>
                <a:lnTo>
                  <a:pt x="234" y="924"/>
                </a:lnTo>
                <a:lnTo>
                  <a:pt x="233" y="924"/>
                </a:lnTo>
                <a:lnTo>
                  <a:pt x="233" y="925"/>
                </a:lnTo>
                <a:lnTo>
                  <a:pt x="233" y="926"/>
                </a:lnTo>
                <a:lnTo>
                  <a:pt x="233" y="927"/>
                </a:lnTo>
                <a:lnTo>
                  <a:pt x="231" y="927"/>
                </a:lnTo>
                <a:lnTo>
                  <a:pt x="230" y="927"/>
                </a:lnTo>
                <a:lnTo>
                  <a:pt x="230" y="926"/>
                </a:lnTo>
                <a:lnTo>
                  <a:pt x="230" y="925"/>
                </a:lnTo>
                <a:lnTo>
                  <a:pt x="229" y="925"/>
                </a:lnTo>
                <a:lnTo>
                  <a:pt x="228" y="925"/>
                </a:lnTo>
                <a:lnTo>
                  <a:pt x="227" y="925"/>
                </a:lnTo>
                <a:lnTo>
                  <a:pt x="226" y="925"/>
                </a:lnTo>
                <a:lnTo>
                  <a:pt x="226" y="924"/>
                </a:lnTo>
                <a:lnTo>
                  <a:pt x="226" y="923"/>
                </a:lnTo>
                <a:lnTo>
                  <a:pt x="225" y="923"/>
                </a:lnTo>
                <a:lnTo>
                  <a:pt x="225" y="922"/>
                </a:lnTo>
                <a:lnTo>
                  <a:pt x="224" y="922"/>
                </a:lnTo>
                <a:lnTo>
                  <a:pt x="223" y="922"/>
                </a:lnTo>
                <a:lnTo>
                  <a:pt x="223" y="923"/>
                </a:lnTo>
                <a:lnTo>
                  <a:pt x="222" y="923"/>
                </a:lnTo>
                <a:lnTo>
                  <a:pt x="222" y="922"/>
                </a:lnTo>
                <a:lnTo>
                  <a:pt x="221" y="922"/>
                </a:lnTo>
                <a:lnTo>
                  <a:pt x="220" y="922"/>
                </a:lnTo>
                <a:lnTo>
                  <a:pt x="219" y="922"/>
                </a:lnTo>
                <a:lnTo>
                  <a:pt x="218" y="922"/>
                </a:lnTo>
                <a:lnTo>
                  <a:pt x="217" y="922"/>
                </a:lnTo>
                <a:lnTo>
                  <a:pt x="216" y="922"/>
                </a:lnTo>
                <a:lnTo>
                  <a:pt x="215" y="922"/>
                </a:lnTo>
                <a:lnTo>
                  <a:pt x="215" y="923"/>
                </a:lnTo>
                <a:lnTo>
                  <a:pt x="214" y="923"/>
                </a:lnTo>
                <a:lnTo>
                  <a:pt x="213" y="922"/>
                </a:lnTo>
                <a:lnTo>
                  <a:pt x="213" y="923"/>
                </a:lnTo>
                <a:lnTo>
                  <a:pt x="212" y="923"/>
                </a:lnTo>
                <a:lnTo>
                  <a:pt x="213" y="923"/>
                </a:lnTo>
                <a:lnTo>
                  <a:pt x="212" y="923"/>
                </a:lnTo>
                <a:lnTo>
                  <a:pt x="212" y="924"/>
                </a:lnTo>
                <a:lnTo>
                  <a:pt x="213" y="924"/>
                </a:lnTo>
                <a:lnTo>
                  <a:pt x="212" y="924"/>
                </a:lnTo>
                <a:lnTo>
                  <a:pt x="211" y="924"/>
                </a:lnTo>
                <a:lnTo>
                  <a:pt x="211" y="923"/>
                </a:lnTo>
                <a:lnTo>
                  <a:pt x="210" y="923"/>
                </a:lnTo>
                <a:lnTo>
                  <a:pt x="210" y="922"/>
                </a:lnTo>
                <a:lnTo>
                  <a:pt x="209" y="922"/>
                </a:lnTo>
                <a:lnTo>
                  <a:pt x="208" y="922"/>
                </a:lnTo>
                <a:lnTo>
                  <a:pt x="208" y="921"/>
                </a:lnTo>
                <a:lnTo>
                  <a:pt x="207" y="921"/>
                </a:lnTo>
                <a:lnTo>
                  <a:pt x="206" y="921"/>
                </a:lnTo>
                <a:lnTo>
                  <a:pt x="206" y="920"/>
                </a:lnTo>
                <a:lnTo>
                  <a:pt x="205" y="920"/>
                </a:lnTo>
                <a:lnTo>
                  <a:pt x="204" y="920"/>
                </a:lnTo>
                <a:lnTo>
                  <a:pt x="204" y="919"/>
                </a:lnTo>
                <a:lnTo>
                  <a:pt x="203" y="919"/>
                </a:lnTo>
                <a:lnTo>
                  <a:pt x="204" y="918"/>
                </a:lnTo>
                <a:lnTo>
                  <a:pt x="203" y="918"/>
                </a:lnTo>
                <a:lnTo>
                  <a:pt x="204" y="918"/>
                </a:lnTo>
                <a:lnTo>
                  <a:pt x="204" y="917"/>
                </a:lnTo>
                <a:lnTo>
                  <a:pt x="204" y="916"/>
                </a:lnTo>
                <a:lnTo>
                  <a:pt x="204" y="915"/>
                </a:lnTo>
                <a:lnTo>
                  <a:pt x="205" y="915"/>
                </a:lnTo>
                <a:lnTo>
                  <a:pt x="205" y="914"/>
                </a:lnTo>
                <a:lnTo>
                  <a:pt x="205" y="913"/>
                </a:lnTo>
                <a:lnTo>
                  <a:pt x="206" y="913"/>
                </a:lnTo>
                <a:lnTo>
                  <a:pt x="206" y="911"/>
                </a:lnTo>
                <a:lnTo>
                  <a:pt x="205" y="911"/>
                </a:lnTo>
                <a:lnTo>
                  <a:pt x="205" y="913"/>
                </a:lnTo>
                <a:lnTo>
                  <a:pt x="204" y="913"/>
                </a:lnTo>
                <a:lnTo>
                  <a:pt x="203" y="913"/>
                </a:lnTo>
                <a:lnTo>
                  <a:pt x="203" y="911"/>
                </a:lnTo>
                <a:lnTo>
                  <a:pt x="203" y="913"/>
                </a:lnTo>
                <a:lnTo>
                  <a:pt x="202" y="913"/>
                </a:lnTo>
                <a:lnTo>
                  <a:pt x="201" y="913"/>
                </a:lnTo>
                <a:lnTo>
                  <a:pt x="200" y="913"/>
                </a:lnTo>
                <a:lnTo>
                  <a:pt x="200" y="911"/>
                </a:lnTo>
                <a:lnTo>
                  <a:pt x="199" y="911"/>
                </a:lnTo>
                <a:lnTo>
                  <a:pt x="198" y="911"/>
                </a:lnTo>
                <a:lnTo>
                  <a:pt x="198" y="913"/>
                </a:lnTo>
                <a:lnTo>
                  <a:pt x="197" y="913"/>
                </a:lnTo>
                <a:lnTo>
                  <a:pt x="197" y="911"/>
                </a:lnTo>
                <a:lnTo>
                  <a:pt x="196" y="911"/>
                </a:lnTo>
                <a:lnTo>
                  <a:pt x="195" y="911"/>
                </a:lnTo>
                <a:lnTo>
                  <a:pt x="195" y="910"/>
                </a:lnTo>
                <a:lnTo>
                  <a:pt x="194" y="910"/>
                </a:lnTo>
                <a:lnTo>
                  <a:pt x="193" y="910"/>
                </a:lnTo>
                <a:lnTo>
                  <a:pt x="192" y="910"/>
                </a:lnTo>
                <a:lnTo>
                  <a:pt x="191" y="910"/>
                </a:lnTo>
                <a:lnTo>
                  <a:pt x="191" y="909"/>
                </a:lnTo>
                <a:lnTo>
                  <a:pt x="190" y="909"/>
                </a:lnTo>
                <a:lnTo>
                  <a:pt x="190" y="908"/>
                </a:lnTo>
                <a:lnTo>
                  <a:pt x="189" y="908"/>
                </a:lnTo>
                <a:lnTo>
                  <a:pt x="188" y="908"/>
                </a:lnTo>
                <a:lnTo>
                  <a:pt x="187" y="908"/>
                </a:lnTo>
                <a:lnTo>
                  <a:pt x="187" y="907"/>
                </a:lnTo>
                <a:lnTo>
                  <a:pt x="186" y="907"/>
                </a:lnTo>
                <a:lnTo>
                  <a:pt x="185" y="907"/>
                </a:lnTo>
                <a:lnTo>
                  <a:pt x="184" y="907"/>
                </a:lnTo>
                <a:lnTo>
                  <a:pt x="184" y="908"/>
                </a:lnTo>
                <a:lnTo>
                  <a:pt x="182" y="908"/>
                </a:lnTo>
                <a:lnTo>
                  <a:pt x="181" y="908"/>
                </a:lnTo>
                <a:lnTo>
                  <a:pt x="181" y="907"/>
                </a:lnTo>
                <a:lnTo>
                  <a:pt x="181" y="906"/>
                </a:lnTo>
                <a:lnTo>
                  <a:pt x="182" y="906"/>
                </a:lnTo>
                <a:lnTo>
                  <a:pt x="181" y="906"/>
                </a:lnTo>
                <a:lnTo>
                  <a:pt x="182" y="906"/>
                </a:lnTo>
                <a:lnTo>
                  <a:pt x="182" y="905"/>
                </a:lnTo>
                <a:lnTo>
                  <a:pt x="183" y="905"/>
                </a:lnTo>
                <a:lnTo>
                  <a:pt x="183" y="904"/>
                </a:lnTo>
                <a:lnTo>
                  <a:pt x="182" y="904"/>
                </a:lnTo>
                <a:lnTo>
                  <a:pt x="182" y="903"/>
                </a:lnTo>
                <a:lnTo>
                  <a:pt x="183" y="903"/>
                </a:lnTo>
                <a:lnTo>
                  <a:pt x="183" y="902"/>
                </a:lnTo>
                <a:lnTo>
                  <a:pt x="184" y="902"/>
                </a:lnTo>
                <a:lnTo>
                  <a:pt x="185" y="902"/>
                </a:lnTo>
                <a:lnTo>
                  <a:pt x="185" y="901"/>
                </a:lnTo>
                <a:lnTo>
                  <a:pt x="185" y="900"/>
                </a:lnTo>
                <a:lnTo>
                  <a:pt x="186" y="900"/>
                </a:lnTo>
                <a:lnTo>
                  <a:pt x="185" y="900"/>
                </a:lnTo>
                <a:lnTo>
                  <a:pt x="185" y="899"/>
                </a:lnTo>
                <a:lnTo>
                  <a:pt x="186" y="899"/>
                </a:lnTo>
                <a:lnTo>
                  <a:pt x="186" y="898"/>
                </a:lnTo>
                <a:lnTo>
                  <a:pt x="185" y="898"/>
                </a:lnTo>
                <a:lnTo>
                  <a:pt x="186" y="898"/>
                </a:lnTo>
                <a:lnTo>
                  <a:pt x="186" y="897"/>
                </a:lnTo>
                <a:lnTo>
                  <a:pt x="187" y="897"/>
                </a:lnTo>
                <a:lnTo>
                  <a:pt x="187" y="896"/>
                </a:lnTo>
                <a:lnTo>
                  <a:pt x="188" y="896"/>
                </a:lnTo>
                <a:lnTo>
                  <a:pt x="188" y="895"/>
                </a:lnTo>
                <a:lnTo>
                  <a:pt x="188" y="894"/>
                </a:lnTo>
                <a:lnTo>
                  <a:pt x="188" y="893"/>
                </a:lnTo>
                <a:lnTo>
                  <a:pt x="188" y="892"/>
                </a:lnTo>
                <a:lnTo>
                  <a:pt x="188" y="891"/>
                </a:lnTo>
                <a:lnTo>
                  <a:pt x="189" y="891"/>
                </a:lnTo>
                <a:lnTo>
                  <a:pt x="189" y="892"/>
                </a:lnTo>
                <a:lnTo>
                  <a:pt x="190" y="891"/>
                </a:lnTo>
                <a:lnTo>
                  <a:pt x="189" y="891"/>
                </a:lnTo>
                <a:lnTo>
                  <a:pt x="190" y="891"/>
                </a:lnTo>
                <a:lnTo>
                  <a:pt x="190" y="890"/>
                </a:lnTo>
                <a:lnTo>
                  <a:pt x="190" y="889"/>
                </a:lnTo>
                <a:lnTo>
                  <a:pt x="191" y="889"/>
                </a:lnTo>
                <a:lnTo>
                  <a:pt x="190" y="889"/>
                </a:lnTo>
                <a:lnTo>
                  <a:pt x="190" y="888"/>
                </a:lnTo>
                <a:lnTo>
                  <a:pt x="189" y="888"/>
                </a:lnTo>
                <a:lnTo>
                  <a:pt x="189" y="887"/>
                </a:lnTo>
                <a:lnTo>
                  <a:pt x="188" y="887"/>
                </a:lnTo>
                <a:lnTo>
                  <a:pt x="188" y="886"/>
                </a:lnTo>
                <a:lnTo>
                  <a:pt x="187" y="886"/>
                </a:lnTo>
                <a:lnTo>
                  <a:pt x="186" y="886"/>
                </a:lnTo>
                <a:lnTo>
                  <a:pt x="186" y="885"/>
                </a:lnTo>
                <a:lnTo>
                  <a:pt x="185" y="885"/>
                </a:lnTo>
                <a:lnTo>
                  <a:pt x="184" y="885"/>
                </a:lnTo>
                <a:lnTo>
                  <a:pt x="183" y="885"/>
                </a:lnTo>
                <a:lnTo>
                  <a:pt x="183" y="886"/>
                </a:lnTo>
                <a:lnTo>
                  <a:pt x="183" y="885"/>
                </a:lnTo>
                <a:lnTo>
                  <a:pt x="182" y="885"/>
                </a:lnTo>
                <a:lnTo>
                  <a:pt x="182" y="886"/>
                </a:lnTo>
                <a:lnTo>
                  <a:pt x="182" y="885"/>
                </a:lnTo>
                <a:lnTo>
                  <a:pt x="183" y="885"/>
                </a:lnTo>
                <a:lnTo>
                  <a:pt x="183" y="884"/>
                </a:lnTo>
                <a:lnTo>
                  <a:pt x="184" y="884"/>
                </a:lnTo>
                <a:lnTo>
                  <a:pt x="184" y="883"/>
                </a:lnTo>
                <a:lnTo>
                  <a:pt x="185" y="883"/>
                </a:lnTo>
                <a:lnTo>
                  <a:pt x="185" y="882"/>
                </a:lnTo>
                <a:lnTo>
                  <a:pt x="186" y="882"/>
                </a:lnTo>
                <a:lnTo>
                  <a:pt x="186" y="883"/>
                </a:lnTo>
                <a:lnTo>
                  <a:pt x="187" y="883"/>
                </a:lnTo>
                <a:lnTo>
                  <a:pt x="187" y="882"/>
                </a:lnTo>
                <a:lnTo>
                  <a:pt x="187" y="883"/>
                </a:lnTo>
                <a:lnTo>
                  <a:pt x="187" y="882"/>
                </a:lnTo>
                <a:lnTo>
                  <a:pt x="188" y="882"/>
                </a:lnTo>
                <a:lnTo>
                  <a:pt x="188" y="881"/>
                </a:lnTo>
                <a:lnTo>
                  <a:pt x="188" y="880"/>
                </a:lnTo>
                <a:lnTo>
                  <a:pt x="188" y="879"/>
                </a:lnTo>
                <a:lnTo>
                  <a:pt x="188" y="878"/>
                </a:lnTo>
                <a:lnTo>
                  <a:pt x="187" y="878"/>
                </a:lnTo>
                <a:lnTo>
                  <a:pt x="187" y="877"/>
                </a:lnTo>
                <a:lnTo>
                  <a:pt x="187" y="876"/>
                </a:lnTo>
                <a:lnTo>
                  <a:pt x="187" y="875"/>
                </a:lnTo>
                <a:lnTo>
                  <a:pt x="187" y="874"/>
                </a:lnTo>
                <a:lnTo>
                  <a:pt x="188" y="874"/>
                </a:lnTo>
                <a:lnTo>
                  <a:pt x="188" y="873"/>
                </a:lnTo>
                <a:lnTo>
                  <a:pt x="188" y="872"/>
                </a:lnTo>
                <a:lnTo>
                  <a:pt x="188" y="871"/>
                </a:lnTo>
                <a:lnTo>
                  <a:pt x="187" y="871"/>
                </a:lnTo>
                <a:lnTo>
                  <a:pt x="187" y="870"/>
                </a:lnTo>
                <a:lnTo>
                  <a:pt x="186" y="870"/>
                </a:lnTo>
                <a:lnTo>
                  <a:pt x="186" y="869"/>
                </a:lnTo>
                <a:lnTo>
                  <a:pt x="186" y="868"/>
                </a:lnTo>
                <a:lnTo>
                  <a:pt x="185" y="868"/>
                </a:lnTo>
                <a:lnTo>
                  <a:pt x="185" y="867"/>
                </a:lnTo>
                <a:lnTo>
                  <a:pt x="185" y="866"/>
                </a:lnTo>
                <a:lnTo>
                  <a:pt x="185" y="865"/>
                </a:lnTo>
                <a:lnTo>
                  <a:pt x="185" y="866"/>
                </a:lnTo>
                <a:lnTo>
                  <a:pt x="185" y="865"/>
                </a:lnTo>
                <a:lnTo>
                  <a:pt x="184" y="865"/>
                </a:lnTo>
                <a:lnTo>
                  <a:pt x="184" y="864"/>
                </a:lnTo>
                <a:lnTo>
                  <a:pt x="183" y="864"/>
                </a:lnTo>
                <a:lnTo>
                  <a:pt x="183" y="863"/>
                </a:lnTo>
                <a:lnTo>
                  <a:pt x="183" y="862"/>
                </a:lnTo>
                <a:lnTo>
                  <a:pt x="182" y="862"/>
                </a:lnTo>
                <a:lnTo>
                  <a:pt x="181" y="862"/>
                </a:lnTo>
                <a:lnTo>
                  <a:pt x="180" y="862"/>
                </a:lnTo>
                <a:lnTo>
                  <a:pt x="179" y="862"/>
                </a:lnTo>
                <a:lnTo>
                  <a:pt x="179" y="863"/>
                </a:lnTo>
                <a:lnTo>
                  <a:pt x="178" y="863"/>
                </a:lnTo>
                <a:lnTo>
                  <a:pt x="177" y="863"/>
                </a:lnTo>
                <a:lnTo>
                  <a:pt x="176" y="863"/>
                </a:lnTo>
                <a:lnTo>
                  <a:pt x="176" y="862"/>
                </a:lnTo>
                <a:lnTo>
                  <a:pt x="175" y="862"/>
                </a:lnTo>
                <a:lnTo>
                  <a:pt x="175" y="861"/>
                </a:lnTo>
                <a:lnTo>
                  <a:pt x="174" y="861"/>
                </a:lnTo>
                <a:lnTo>
                  <a:pt x="175" y="861"/>
                </a:lnTo>
                <a:lnTo>
                  <a:pt x="175" y="860"/>
                </a:lnTo>
                <a:lnTo>
                  <a:pt x="175" y="859"/>
                </a:lnTo>
                <a:lnTo>
                  <a:pt x="174" y="859"/>
                </a:lnTo>
                <a:lnTo>
                  <a:pt x="174" y="858"/>
                </a:lnTo>
                <a:lnTo>
                  <a:pt x="174" y="857"/>
                </a:lnTo>
                <a:lnTo>
                  <a:pt x="173" y="857"/>
                </a:lnTo>
                <a:lnTo>
                  <a:pt x="174" y="857"/>
                </a:lnTo>
                <a:lnTo>
                  <a:pt x="174" y="856"/>
                </a:lnTo>
                <a:lnTo>
                  <a:pt x="174" y="855"/>
                </a:lnTo>
                <a:lnTo>
                  <a:pt x="173" y="855"/>
                </a:lnTo>
                <a:lnTo>
                  <a:pt x="173" y="854"/>
                </a:lnTo>
                <a:lnTo>
                  <a:pt x="173" y="853"/>
                </a:lnTo>
                <a:lnTo>
                  <a:pt x="173" y="854"/>
                </a:lnTo>
                <a:lnTo>
                  <a:pt x="173" y="853"/>
                </a:lnTo>
                <a:lnTo>
                  <a:pt x="174" y="853"/>
                </a:lnTo>
                <a:lnTo>
                  <a:pt x="174" y="852"/>
                </a:lnTo>
                <a:lnTo>
                  <a:pt x="175" y="852"/>
                </a:lnTo>
                <a:lnTo>
                  <a:pt x="175" y="851"/>
                </a:lnTo>
                <a:lnTo>
                  <a:pt x="176" y="851"/>
                </a:lnTo>
                <a:lnTo>
                  <a:pt x="177" y="851"/>
                </a:lnTo>
                <a:lnTo>
                  <a:pt x="177" y="850"/>
                </a:lnTo>
                <a:lnTo>
                  <a:pt x="178" y="850"/>
                </a:lnTo>
                <a:lnTo>
                  <a:pt x="178" y="849"/>
                </a:lnTo>
                <a:lnTo>
                  <a:pt x="179" y="849"/>
                </a:lnTo>
                <a:lnTo>
                  <a:pt x="179" y="848"/>
                </a:lnTo>
                <a:lnTo>
                  <a:pt x="180" y="848"/>
                </a:lnTo>
                <a:lnTo>
                  <a:pt x="181" y="848"/>
                </a:lnTo>
                <a:lnTo>
                  <a:pt x="182" y="848"/>
                </a:lnTo>
                <a:lnTo>
                  <a:pt x="182" y="847"/>
                </a:lnTo>
                <a:lnTo>
                  <a:pt x="183" y="847"/>
                </a:lnTo>
                <a:lnTo>
                  <a:pt x="184" y="847"/>
                </a:lnTo>
                <a:lnTo>
                  <a:pt x="185" y="846"/>
                </a:lnTo>
                <a:lnTo>
                  <a:pt x="185" y="845"/>
                </a:lnTo>
                <a:lnTo>
                  <a:pt x="186" y="845"/>
                </a:lnTo>
                <a:lnTo>
                  <a:pt x="186" y="844"/>
                </a:lnTo>
                <a:lnTo>
                  <a:pt x="186" y="843"/>
                </a:lnTo>
                <a:lnTo>
                  <a:pt x="186" y="842"/>
                </a:lnTo>
                <a:lnTo>
                  <a:pt x="185" y="842"/>
                </a:lnTo>
                <a:lnTo>
                  <a:pt x="184" y="842"/>
                </a:lnTo>
                <a:lnTo>
                  <a:pt x="184" y="841"/>
                </a:lnTo>
                <a:lnTo>
                  <a:pt x="183" y="841"/>
                </a:lnTo>
                <a:lnTo>
                  <a:pt x="182" y="841"/>
                </a:lnTo>
                <a:lnTo>
                  <a:pt x="182" y="840"/>
                </a:lnTo>
                <a:lnTo>
                  <a:pt x="181" y="840"/>
                </a:lnTo>
                <a:lnTo>
                  <a:pt x="181" y="839"/>
                </a:lnTo>
                <a:lnTo>
                  <a:pt x="180" y="839"/>
                </a:lnTo>
                <a:lnTo>
                  <a:pt x="180" y="838"/>
                </a:lnTo>
                <a:lnTo>
                  <a:pt x="180" y="837"/>
                </a:lnTo>
                <a:lnTo>
                  <a:pt x="180" y="836"/>
                </a:lnTo>
                <a:lnTo>
                  <a:pt x="180" y="835"/>
                </a:lnTo>
                <a:lnTo>
                  <a:pt x="179" y="835"/>
                </a:lnTo>
                <a:lnTo>
                  <a:pt x="179" y="834"/>
                </a:lnTo>
                <a:lnTo>
                  <a:pt x="180" y="834"/>
                </a:lnTo>
                <a:lnTo>
                  <a:pt x="180" y="833"/>
                </a:lnTo>
                <a:lnTo>
                  <a:pt x="179" y="833"/>
                </a:lnTo>
                <a:lnTo>
                  <a:pt x="180" y="833"/>
                </a:lnTo>
                <a:lnTo>
                  <a:pt x="180" y="832"/>
                </a:lnTo>
                <a:lnTo>
                  <a:pt x="179" y="832"/>
                </a:lnTo>
                <a:lnTo>
                  <a:pt x="179" y="831"/>
                </a:lnTo>
                <a:lnTo>
                  <a:pt x="178" y="831"/>
                </a:lnTo>
                <a:lnTo>
                  <a:pt x="177" y="831"/>
                </a:lnTo>
                <a:lnTo>
                  <a:pt x="177" y="830"/>
                </a:lnTo>
                <a:lnTo>
                  <a:pt x="177" y="828"/>
                </a:lnTo>
                <a:lnTo>
                  <a:pt x="177" y="827"/>
                </a:lnTo>
                <a:lnTo>
                  <a:pt x="178" y="827"/>
                </a:lnTo>
                <a:lnTo>
                  <a:pt x="178" y="826"/>
                </a:lnTo>
                <a:lnTo>
                  <a:pt x="179" y="826"/>
                </a:lnTo>
                <a:lnTo>
                  <a:pt x="178" y="825"/>
                </a:lnTo>
                <a:lnTo>
                  <a:pt x="178" y="824"/>
                </a:lnTo>
                <a:lnTo>
                  <a:pt x="178" y="823"/>
                </a:lnTo>
                <a:lnTo>
                  <a:pt x="177" y="823"/>
                </a:lnTo>
                <a:lnTo>
                  <a:pt x="177" y="822"/>
                </a:lnTo>
                <a:lnTo>
                  <a:pt x="176" y="822"/>
                </a:lnTo>
                <a:lnTo>
                  <a:pt x="176" y="821"/>
                </a:lnTo>
                <a:lnTo>
                  <a:pt x="176" y="820"/>
                </a:lnTo>
                <a:lnTo>
                  <a:pt x="176" y="819"/>
                </a:lnTo>
                <a:lnTo>
                  <a:pt x="175" y="819"/>
                </a:lnTo>
                <a:lnTo>
                  <a:pt x="174" y="818"/>
                </a:lnTo>
                <a:lnTo>
                  <a:pt x="174" y="817"/>
                </a:lnTo>
                <a:lnTo>
                  <a:pt x="173" y="817"/>
                </a:lnTo>
                <a:lnTo>
                  <a:pt x="172" y="817"/>
                </a:lnTo>
                <a:lnTo>
                  <a:pt x="172" y="818"/>
                </a:lnTo>
                <a:lnTo>
                  <a:pt x="171" y="818"/>
                </a:lnTo>
                <a:lnTo>
                  <a:pt x="170" y="818"/>
                </a:lnTo>
                <a:lnTo>
                  <a:pt x="169" y="818"/>
                </a:lnTo>
                <a:lnTo>
                  <a:pt x="168" y="818"/>
                </a:lnTo>
                <a:lnTo>
                  <a:pt x="168" y="817"/>
                </a:lnTo>
                <a:lnTo>
                  <a:pt x="168" y="816"/>
                </a:lnTo>
                <a:lnTo>
                  <a:pt x="167" y="816"/>
                </a:lnTo>
                <a:lnTo>
                  <a:pt x="167" y="817"/>
                </a:lnTo>
                <a:lnTo>
                  <a:pt x="167" y="816"/>
                </a:lnTo>
                <a:lnTo>
                  <a:pt x="166" y="816"/>
                </a:lnTo>
                <a:lnTo>
                  <a:pt x="165" y="816"/>
                </a:lnTo>
                <a:lnTo>
                  <a:pt x="165" y="815"/>
                </a:lnTo>
                <a:lnTo>
                  <a:pt x="164" y="815"/>
                </a:lnTo>
                <a:lnTo>
                  <a:pt x="163" y="815"/>
                </a:lnTo>
                <a:lnTo>
                  <a:pt x="163" y="816"/>
                </a:lnTo>
                <a:lnTo>
                  <a:pt x="162" y="816"/>
                </a:lnTo>
                <a:lnTo>
                  <a:pt x="161" y="816"/>
                </a:lnTo>
                <a:lnTo>
                  <a:pt x="160" y="816"/>
                </a:lnTo>
                <a:lnTo>
                  <a:pt x="160" y="815"/>
                </a:lnTo>
                <a:lnTo>
                  <a:pt x="160" y="814"/>
                </a:lnTo>
                <a:lnTo>
                  <a:pt x="160" y="813"/>
                </a:lnTo>
                <a:lnTo>
                  <a:pt x="159" y="813"/>
                </a:lnTo>
                <a:lnTo>
                  <a:pt x="158" y="813"/>
                </a:lnTo>
                <a:lnTo>
                  <a:pt x="158" y="812"/>
                </a:lnTo>
                <a:lnTo>
                  <a:pt x="159" y="811"/>
                </a:lnTo>
                <a:lnTo>
                  <a:pt x="159" y="812"/>
                </a:lnTo>
                <a:lnTo>
                  <a:pt x="160" y="812"/>
                </a:lnTo>
                <a:lnTo>
                  <a:pt x="160" y="811"/>
                </a:lnTo>
                <a:lnTo>
                  <a:pt x="161" y="811"/>
                </a:lnTo>
                <a:lnTo>
                  <a:pt x="161" y="810"/>
                </a:lnTo>
                <a:lnTo>
                  <a:pt x="162" y="810"/>
                </a:lnTo>
                <a:lnTo>
                  <a:pt x="162" y="809"/>
                </a:lnTo>
                <a:lnTo>
                  <a:pt x="162" y="808"/>
                </a:lnTo>
                <a:lnTo>
                  <a:pt x="162" y="807"/>
                </a:lnTo>
                <a:lnTo>
                  <a:pt x="161" y="807"/>
                </a:lnTo>
                <a:lnTo>
                  <a:pt x="161" y="806"/>
                </a:lnTo>
                <a:lnTo>
                  <a:pt x="161" y="805"/>
                </a:lnTo>
                <a:lnTo>
                  <a:pt x="161" y="806"/>
                </a:lnTo>
                <a:lnTo>
                  <a:pt x="161" y="805"/>
                </a:lnTo>
                <a:lnTo>
                  <a:pt x="162" y="805"/>
                </a:lnTo>
                <a:lnTo>
                  <a:pt x="162" y="804"/>
                </a:lnTo>
                <a:lnTo>
                  <a:pt x="162" y="803"/>
                </a:lnTo>
                <a:lnTo>
                  <a:pt x="161" y="803"/>
                </a:lnTo>
                <a:lnTo>
                  <a:pt x="161" y="801"/>
                </a:lnTo>
                <a:lnTo>
                  <a:pt x="162" y="801"/>
                </a:lnTo>
                <a:lnTo>
                  <a:pt x="161" y="801"/>
                </a:lnTo>
                <a:lnTo>
                  <a:pt x="161" y="800"/>
                </a:lnTo>
                <a:lnTo>
                  <a:pt x="160" y="800"/>
                </a:lnTo>
                <a:lnTo>
                  <a:pt x="160" y="799"/>
                </a:lnTo>
                <a:lnTo>
                  <a:pt x="161" y="799"/>
                </a:lnTo>
                <a:lnTo>
                  <a:pt x="161" y="798"/>
                </a:lnTo>
                <a:lnTo>
                  <a:pt x="160" y="798"/>
                </a:lnTo>
                <a:lnTo>
                  <a:pt x="160" y="797"/>
                </a:lnTo>
                <a:lnTo>
                  <a:pt x="160" y="796"/>
                </a:lnTo>
                <a:lnTo>
                  <a:pt x="161" y="796"/>
                </a:lnTo>
                <a:lnTo>
                  <a:pt x="161" y="795"/>
                </a:lnTo>
                <a:lnTo>
                  <a:pt x="162" y="795"/>
                </a:lnTo>
                <a:lnTo>
                  <a:pt x="162" y="794"/>
                </a:lnTo>
                <a:lnTo>
                  <a:pt x="162" y="793"/>
                </a:lnTo>
                <a:lnTo>
                  <a:pt x="163" y="793"/>
                </a:lnTo>
                <a:lnTo>
                  <a:pt x="163" y="792"/>
                </a:lnTo>
                <a:lnTo>
                  <a:pt x="162" y="792"/>
                </a:lnTo>
                <a:lnTo>
                  <a:pt x="163" y="792"/>
                </a:lnTo>
                <a:lnTo>
                  <a:pt x="163" y="791"/>
                </a:lnTo>
                <a:lnTo>
                  <a:pt x="162" y="791"/>
                </a:lnTo>
                <a:lnTo>
                  <a:pt x="161" y="791"/>
                </a:lnTo>
                <a:lnTo>
                  <a:pt x="160" y="790"/>
                </a:lnTo>
                <a:lnTo>
                  <a:pt x="160" y="791"/>
                </a:lnTo>
                <a:lnTo>
                  <a:pt x="159" y="791"/>
                </a:lnTo>
                <a:lnTo>
                  <a:pt x="159" y="790"/>
                </a:lnTo>
                <a:lnTo>
                  <a:pt x="160" y="790"/>
                </a:lnTo>
                <a:lnTo>
                  <a:pt x="159" y="790"/>
                </a:lnTo>
                <a:lnTo>
                  <a:pt x="160" y="790"/>
                </a:lnTo>
                <a:lnTo>
                  <a:pt x="160" y="789"/>
                </a:lnTo>
                <a:lnTo>
                  <a:pt x="160" y="788"/>
                </a:lnTo>
                <a:lnTo>
                  <a:pt x="161" y="788"/>
                </a:lnTo>
                <a:lnTo>
                  <a:pt x="162" y="788"/>
                </a:lnTo>
                <a:lnTo>
                  <a:pt x="162" y="787"/>
                </a:lnTo>
                <a:lnTo>
                  <a:pt x="163" y="787"/>
                </a:lnTo>
                <a:lnTo>
                  <a:pt x="163" y="786"/>
                </a:lnTo>
                <a:lnTo>
                  <a:pt x="164" y="786"/>
                </a:lnTo>
                <a:lnTo>
                  <a:pt x="164" y="787"/>
                </a:lnTo>
                <a:lnTo>
                  <a:pt x="165" y="787"/>
                </a:lnTo>
                <a:lnTo>
                  <a:pt x="165" y="788"/>
                </a:lnTo>
                <a:lnTo>
                  <a:pt x="166" y="788"/>
                </a:lnTo>
                <a:lnTo>
                  <a:pt x="166" y="789"/>
                </a:lnTo>
                <a:lnTo>
                  <a:pt x="167" y="789"/>
                </a:lnTo>
                <a:lnTo>
                  <a:pt x="168" y="789"/>
                </a:lnTo>
                <a:lnTo>
                  <a:pt x="168" y="788"/>
                </a:lnTo>
                <a:lnTo>
                  <a:pt x="169" y="788"/>
                </a:lnTo>
                <a:lnTo>
                  <a:pt x="169" y="787"/>
                </a:lnTo>
                <a:lnTo>
                  <a:pt x="170" y="787"/>
                </a:lnTo>
                <a:lnTo>
                  <a:pt x="171" y="787"/>
                </a:lnTo>
                <a:lnTo>
                  <a:pt x="170" y="787"/>
                </a:lnTo>
                <a:lnTo>
                  <a:pt x="171" y="787"/>
                </a:lnTo>
                <a:lnTo>
                  <a:pt x="170" y="787"/>
                </a:lnTo>
                <a:lnTo>
                  <a:pt x="170" y="786"/>
                </a:lnTo>
                <a:lnTo>
                  <a:pt x="171" y="786"/>
                </a:lnTo>
                <a:lnTo>
                  <a:pt x="171" y="785"/>
                </a:lnTo>
                <a:lnTo>
                  <a:pt x="173" y="785"/>
                </a:lnTo>
                <a:lnTo>
                  <a:pt x="173" y="784"/>
                </a:lnTo>
                <a:lnTo>
                  <a:pt x="172" y="784"/>
                </a:lnTo>
                <a:lnTo>
                  <a:pt x="172" y="783"/>
                </a:lnTo>
                <a:lnTo>
                  <a:pt x="172" y="782"/>
                </a:lnTo>
                <a:lnTo>
                  <a:pt x="173" y="782"/>
                </a:lnTo>
                <a:lnTo>
                  <a:pt x="173" y="781"/>
                </a:lnTo>
                <a:lnTo>
                  <a:pt x="174" y="781"/>
                </a:lnTo>
                <a:lnTo>
                  <a:pt x="175" y="781"/>
                </a:lnTo>
                <a:lnTo>
                  <a:pt x="176" y="781"/>
                </a:lnTo>
                <a:lnTo>
                  <a:pt x="177" y="781"/>
                </a:lnTo>
                <a:lnTo>
                  <a:pt x="178" y="781"/>
                </a:lnTo>
                <a:lnTo>
                  <a:pt x="178" y="780"/>
                </a:lnTo>
                <a:lnTo>
                  <a:pt x="179" y="780"/>
                </a:lnTo>
                <a:lnTo>
                  <a:pt x="179" y="779"/>
                </a:lnTo>
                <a:lnTo>
                  <a:pt x="180" y="779"/>
                </a:lnTo>
                <a:lnTo>
                  <a:pt x="180" y="778"/>
                </a:lnTo>
                <a:lnTo>
                  <a:pt x="182" y="778"/>
                </a:lnTo>
                <a:lnTo>
                  <a:pt x="182" y="777"/>
                </a:lnTo>
                <a:lnTo>
                  <a:pt x="183" y="777"/>
                </a:lnTo>
                <a:lnTo>
                  <a:pt x="184" y="777"/>
                </a:lnTo>
                <a:lnTo>
                  <a:pt x="185" y="777"/>
                </a:lnTo>
                <a:lnTo>
                  <a:pt x="185" y="776"/>
                </a:lnTo>
                <a:lnTo>
                  <a:pt x="186" y="776"/>
                </a:lnTo>
                <a:lnTo>
                  <a:pt x="186" y="775"/>
                </a:lnTo>
                <a:lnTo>
                  <a:pt x="187" y="775"/>
                </a:lnTo>
                <a:lnTo>
                  <a:pt x="187" y="774"/>
                </a:lnTo>
                <a:lnTo>
                  <a:pt x="188" y="774"/>
                </a:lnTo>
                <a:lnTo>
                  <a:pt x="187" y="774"/>
                </a:lnTo>
                <a:lnTo>
                  <a:pt x="187" y="773"/>
                </a:lnTo>
                <a:lnTo>
                  <a:pt x="187" y="772"/>
                </a:lnTo>
                <a:lnTo>
                  <a:pt x="188" y="772"/>
                </a:lnTo>
                <a:lnTo>
                  <a:pt x="189" y="772"/>
                </a:lnTo>
                <a:lnTo>
                  <a:pt x="190" y="772"/>
                </a:lnTo>
                <a:lnTo>
                  <a:pt x="190" y="771"/>
                </a:lnTo>
                <a:lnTo>
                  <a:pt x="191" y="771"/>
                </a:lnTo>
                <a:lnTo>
                  <a:pt x="191" y="770"/>
                </a:lnTo>
                <a:lnTo>
                  <a:pt x="192" y="770"/>
                </a:lnTo>
                <a:lnTo>
                  <a:pt x="192" y="769"/>
                </a:lnTo>
                <a:lnTo>
                  <a:pt x="191" y="769"/>
                </a:lnTo>
                <a:lnTo>
                  <a:pt x="191" y="768"/>
                </a:lnTo>
                <a:lnTo>
                  <a:pt x="190" y="768"/>
                </a:lnTo>
                <a:lnTo>
                  <a:pt x="191" y="767"/>
                </a:lnTo>
                <a:lnTo>
                  <a:pt x="191" y="766"/>
                </a:lnTo>
                <a:lnTo>
                  <a:pt x="191" y="765"/>
                </a:lnTo>
                <a:lnTo>
                  <a:pt x="190" y="765"/>
                </a:lnTo>
                <a:lnTo>
                  <a:pt x="190" y="764"/>
                </a:lnTo>
                <a:lnTo>
                  <a:pt x="190" y="763"/>
                </a:lnTo>
                <a:lnTo>
                  <a:pt x="189" y="763"/>
                </a:lnTo>
                <a:lnTo>
                  <a:pt x="189" y="762"/>
                </a:lnTo>
                <a:lnTo>
                  <a:pt x="189" y="763"/>
                </a:lnTo>
                <a:lnTo>
                  <a:pt x="188" y="763"/>
                </a:lnTo>
                <a:lnTo>
                  <a:pt x="188" y="764"/>
                </a:lnTo>
                <a:lnTo>
                  <a:pt x="187" y="764"/>
                </a:lnTo>
                <a:lnTo>
                  <a:pt x="187" y="765"/>
                </a:lnTo>
                <a:lnTo>
                  <a:pt x="186" y="765"/>
                </a:lnTo>
                <a:lnTo>
                  <a:pt x="186" y="766"/>
                </a:lnTo>
                <a:lnTo>
                  <a:pt x="185" y="766"/>
                </a:lnTo>
                <a:lnTo>
                  <a:pt x="184" y="766"/>
                </a:lnTo>
                <a:lnTo>
                  <a:pt x="183" y="766"/>
                </a:lnTo>
                <a:lnTo>
                  <a:pt x="183" y="765"/>
                </a:lnTo>
                <a:lnTo>
                  <a:pt x="182" y="765"/>
                </a:lnTo>
                <a:lnTo>
                  <a:pt x="181" y="765"/>
                </a:lnTo>
                <a:lnTo>
                  <a:pt x="179" y="765"/>
                </a:lnTo>
                <a:lnTo>
                  <a:pt x="174" y="765"/>
                </a:lnTo>
                <a:lnTo>
                  <a:pt x="173" y="765"/>
                </a:lnTo>
                <a:lnTo>
                  <a:pt x="172" y="766"/>
                </a:lnTo>
                <a:lnTo>
                  <a:pt x="172" y="765"/>
                </a:lnTo>
                <a:lnTo>
                  <a:pt x="171" y="765"/>
                </a:lnTo>
                <a:lnTo>
                  <a:pt x="170" y="765"/>
                </a:lnTo>
                <a:lnTo>
                  <a:pt x="169" y="765"/>
                </a:lnTo>
                <a:lnTo>
                  <a:pt x="168" y="765"/>
                </a:lnTo>
                <a:lnTo>
                  <a:pt x="167" y="765"/>
                </a:lnTo>
                <a:lnTo>
                  <a:pt x="166" y="765"/>
                </a:lnTo>
                <a:lnTo>
                  <a:pt x="166" y="766"/>
                </a:lnTo>
                <a:lnTo>
                  <a:pt x="165" y="766"/>
                </a:lnTo>
                <a:lnTo>
                  <a:pt x="165" y="767"/>
                </a:lnTo>
                <a:lnTo>
                  <a:pt x="164" y="767"/>
                </a:lnTo>
                <a:lnTo>
                  <a:pt x="164" y="768"/>
                </a:lnTo>
                <a:lnTo>
                  <a:pt x="163" y="768"/>
                </a:lnTo>
                <a:lnTo>
                  <a:pt x="162" y="768"/>
                </a:lnTo>
                <a:lnTo>
                  <a:pt x="162" y="769"/>
                </a:lnTo>
                <a:lnTo>
                  <a:pt x="161" y="769"/>
                </a:lnTo>
                <a:lnTo>
                  <a:pt x="161" y="768"/>
                </a:lnTo>
                <a:lnTo>
                  <a:pt x="160" y="768"/>
                </a:lnTo>
                <a:lnTo>
                  <a:pt x="159" y="768"/>
                </a:lnTo>
                <a:lnTo>
                  <a:pt x="159" y="767"/>
                </a:lnTo>
                <a:lnTo>
                  <a:pt x="158" y="767"/>
                </a:lnTo>
                <a:lnTo>
                  <a:pt x="157" y="767"/>
                </a:lnTo>
                <a:lnTo>
                  <a:pt x="156" y="767"/>
                </a:lnTo>
                <a:lnTo>
                  <a:pt x="156" y="768"/>
                </a:lnTo>
                <a:lnTo>
                  <a:pt x="155" y="768"/>
                </a:lnTo>
                <a:lnTo>
                  <a:pt x="154" y="769"/>
                </a:lnTo>
                <a:lnTo>
                  <a:pt x="153" y="769"/>
                </a:lnTo>
                <a:lnTo>
                  <a:pt x="153" y="770"/>
                </a:lnTo>
                <a:lnTo>
                  <a:pt x="152" y="770"/>
                </a:lnTo>
                <a:lnTo>
                  <a:pt x="151" y="770"/>
                </a:lnTo>
                <a:lnTo>
                  <a:pt x="150" y="770"/>
                </a:lnTo>
                <a:lnTo>
                  <a:pt x="149" y="771"/>
                </a:lnTo>
                <a:lnTo>
                  <a:pt x="149" y="770"/>
                </a:lnTo>
                <a:lnTo>
                  <a:pt x="149" y="769"/>
                </a:lnTo>
                <a:lnTo>
                  <a:pt x="148" y="769"/>
                </a:lnTo>
                <a:lnTo>
                  <a:pt x="148" y="768"/>
                </a:lnTo>
                <a:lnTo>
                  <a:pt x="147" y="768"/>
                </a:lnTo>
                <a:lnTo>
                  <a:pt x="146" y="768"/>
                </a:lnTo>
                <a:lnTo>
                  <a:pt x="146" y="767"/>
                </a:lnTo>
                <a:lnTo>
                  <a:pt x="145" y="767"/>
                </a:lnTo>
                <a:lnTo>
                  <a:pt x="145" y="766"/>
                </a:lnTo>
                <a:lnTo>
                  <a:pt x="144" y="766"/>
                </a:lnTo>
                <a:lnTo>
                  <a:pt x="144" y="765"/>
                </a:lnTo>
                <a:lnTo>
                  <a:pt x="144" y="764"/>
                </a:lnTo>
                <a:lnTo>
                  <a:pt x="144" y="763"/>
                </a:lnTo>
                <a:lnTo>
                  <a:pt x="143" y="763"/>
                </a:lnTo>
                <a:lnTo>
                  <a:pt x="142" y="763"/>
                </a:lnTo>
                <a:lnTo>
                  <a:pt x="141" y="763"/>
                </a:lnTo>
                <a:lnTo>
                  <a:pt x="140" y="763"/>
                </a:lnTo>
                <a:lnTo>
                  <a:pt x="140" y="764"/>
                </a:lnTo>
                <a:lnTo>
                  <a:pt x="139" y="764"/>
                </a:lnTo>
                <a:lnTo>
                  <a:pt x="139" y="763"/>
                </a:lnTo>
                <a:lnTo>
                  <a:pt x="138" y="763"/>
                </a:lnTo>
                <a:lnTo>
                  <a:pt x="137" y="763"/>
                </a:lnTo>
                <a:lnTo>
                  <a:pt x="137" y="764"/>
                </a:lnTo>
                <a:lnTo>
                  <a:pt x="136" y="764"/>
                </a:lnTo>
                <a:lnTo>
                  <a:pt x="136" y="763"/>
                </a:lnTo>
                <a:lnTo>
                  <a:pt x="135" y="763"/>
                </a:lnTo>
                <a:lnTo>
                  <a:pt x="135" y="764"/>
                </a:lnTo>
                <a:lnTo>
                  <a:pt x="134" y="764"/>
                </a:lnTo>
                <a:lnTo>
                  <a:pt x="134" y="763"/>
                </a:lnTo>
                <a:lnTo>
                  <a:pt x="133" y="763"/>
                </a:lnTo>
                <a:lnTo>
                  <a:pt x="132" y="763"/>
                </a:lnTo>
                <a:lnTo>
                  <a:pt x="131" y="763"/>
                </a:lnTo>
                <a:lnTo>
                  <a:pt x="130" y="763"/>
                </a:lnTo>
                <a:lnTo>
                  <a:pt x="128" y="763"/>
                </a:lnTo>
                <a:lnTo>
                  <a:pt x="127" y="763"/>
                </a:lnTo>
                <a:lnTo>
                  <a:pt x="126" y="763"/>
                </a:lnTo>
                <a:lnTo>
                  <a:pt x="125" y="763"/>
                </a:lnTo>
                <a:lnTo>
                  <a:pt x="124" y="763"/>
                </a:lnTo>
                <a:lnTo>
                  <a:pt x="124" y="764"/>
                </a:lnTo>
                <a:lnTo>
                  <a:pt x="123" y="764"/>
                </a:lnTo>
                <a:lnTo>
                  <a:pt x="123" y="763"/>
                </a:lnTo>
                <a:lnTo>
                  <a:pt x="123" y="764"/>
                </a:lnTo>
                <a:lnTo>
                  <a:pt x="122" y="764"/>
                </a:lnTo>
                <a:lnTo>
                  <a:pt x="121" y="764"/>
                </a:lnTo>
                <a:lnTo>
                  <a:pt x="119" y="764"/>
                </a:lnTo>
                <a:lnTo>
                  <a:pt x="118" y="764"/>
                </a:lnTo>
                <a:lnTo>
                  <a:pt x="117" y="764"/>
                </a:lnTo>
                <a:lnTo>
                  <a:pt x="117" y="765"/>
                </a:lnTo>
                <a:lnTo>
                  <a:pt x="118" y="765"/>
                </a:lnTo>
                <a:lnTo>
                  <a:pt x="117" y="765"/>
                </a:lnTo>
                <a:lnTo>
                  <a:pt x="117" y="766"/>
                </a:lnTo>
                <a:lnTo>
                  <a:pt x="116" y="766"/>
                </a:lnTo>
                <a:lnTo>
                  <a:pt x="116" y="765"/>
                </a:lnTo>
                <a:lnTo>
                  <a:pt x="115" y="766"/>
                </a:lnTo>
                <a:lnTo>
                  <a:pt x="114" y="766"/>
                </a:lnTo>
                <a:lnTo>
                  <a:pt x="114" y="765"/>
                </a:lnTo>
                <a:lnTo>
                  <a:pt x="113" y="765"/>
                </a:lnTo>
                <a:lnTo>
                  <a:pt x="112" y="765"/>
                </a:lnTo>
                <a:lnTo>
                  <a:pt x="111" y="765"/>
                </a:lnTo>
                <a:lnTo>
                  <a:pt x="110" y="765"/>
                </a:lnTo>
                <a:lnTo>
                  <a:pt x="109" y="765"/>
                </a:lnTo>
                <a:lnTo>
                  <a:pt x="108" y="765"/>
                </a:lnTo>
                <a:lnTo>
                  <a:pt x="107" y="764"/>
                </a:lnTo>
                <a:lnTo>
                  <a:pt x="106" y="764"/>
                </a:lnTo>
                <a:lnTo>
                  <a:pt x="105" y="764"/>
                </a:lnTo>
                <a:lnTo>
                  <a:pt x="104" y="764"/>
                </a:lnTo>
                <a:lnTo>
                  <a:pt x="104" y="763"/>
                </a:lnTo>
                <a:lnTo>
                  <a:pt x="104" y="764"/>
                </a:lnTo>
                <a:lnTo>
                  <a:pt x="103" y="764"/>
                </a:lnTo>
                <a:lnTo>
                  <a:pt x="103" y="763"/>
                </a:lnTo>
                <a:lnTo>
                  <a:pt x="102" y="763"/>
                </a:lnTo>
                <a:lnTo>
                  <a:pt x="102" y="764"/>
                </a:lnTo>
                <a:lnTo>
                  <a:pt x="102" y="763"/>
                </a:lnTo>
                <a:lnTo>
                  <a:pt x="101" y="763"/>
                </a:lnTo>
                <a:lnTo>
                  <a:pt x="100" y="763"/>
                </a:lnTo>
                <a:lnTo>
                  <a:pt x="99" y="763"/>
                </a:lnTo>
                <a:lnTo>
                  <a:pt x="99" y="762"/>
                </a:lnTo>
                <a:lnTo>
                  <a:pt x="98" y="762"/>
                </a:lnTo>
                <a:lnTo>
                  <a:pt x="97" y="762"/>
                </a:lnTo>
                <a:lnTo>
                  <a:pt x="97" y="763"/>
                </a:lnTo>
                <a:lnTo>
                  <a:pt x="96" y="763"/>
                </a:lnTo>
                <a:lnTo>
                  <a:pt x="96" y="764"/>
                </a:lnTo>
                <a:lnTo>
                  <a:pt x="95" y="764"/>
                </a:lnTo>
                <a:lnTo>
                  <a:pt x="94" y="764"/>
                </a:lnTo>
                <a:lnTo>
                  <a:pt x="93" y="764"/>
                </a:lnTo>
                <a:lnTo>
                  <a:pt x="92" y="764"/>
                </a:lnTo>
                <a:lnTo>
                  <a:pt x="91" y="764"/>
                </a:lnTo>
                <a:lnTo>
                  <a:pt x="91" y="763"/>
                </a:lnTo>
                <a:lnTo>
                  <a:pt x="91" y="764"/>
                </a:lnTo>
                <a:lnTo>
                  <a:pt x="89" y="764"/>
                </a:lnTo>
                <a:lnTo>
                  <a:pt x="88" y="764"/>
                </a:lnTo>
                <a:lnTo>
                  <a:pt x="86" y="764"/>
                </a:lnTo>
                <a:lnTo>
                  <a:pt x="86" y="765"/>
                </a:lnTo>
                <a:lnTo>
                  <a:pt x="86" y="764"/>
                </a:lnTo>
                <a:lnTo>
                  <a:pt x="85" y="764"/>
                </a:lnTo>
                <a:lnTo>
                  <a:pt x="85" y="765"/>
                </a:lnTo>
                <a:lnTo>
                  <a:pt x="85" y="764"/>
                </a:lnTo>
                <a:lnTo>
                  <a:pt x="85" y="765"/>
                </a:lnTo>
                <a:lnTo>
                  <a:pt x="84" y="765"/>
                </a:lnTo>
                <a:lnTo>
                  <a:pt x="84" y="764"/>
                </a:lnTo>
                <a:lnTo>
                  <a:pt x="83" y="764"/>
                </a:lnTo>
                <a:lnTo>
                  <a:pt x="82" y="764"/>
                </a:lnTo>
                <a:lnTo>
                  <a:pt x="82" y="765"/>
                </a:lnTo>
                <a:lnTo>
                  <a:pt x="81" y="765"/>
                </a:lnTo>
                <a:lnTo>
                  <a:pt x="80" y="765"/>
                </a:lnTo>
                <a:lnTo>
                  <a:pt x="80" y="766"/>
                </a:lnTo>
                <a:lnTo>
                  <a:pt x="79" y="766"/>
                </a:lnTo>
                <a:lnTo>
                  <a:pt x="78" y="766"/>
                </a:lnTo>
                <a:lnTo>
                  <a:pt x="78" y="767"/>
                </a:lnTo>
                <a:lnTo>
                  <a:pt x="77" y="767"/>
                </a:lnTo>
                <a:lnTo>
                  <a:pt x="77" y="766"/>
                </a:lnTo>
                <a:lnTo>
                  <a:pt x="76" y="766"/>
                </a:lnTo>
                <a:lnTo>
                  <a:pt x="76" y="767"/>
                </a:lnTo>
                <a:lnTo>
                  <a:pt x="75" y="766"/>
                </a:lnTo>
                <a:lnTo>
                  <a:pt x="75" y="767"/>
                </a:lnTo>
                <a:lnTo>
                  <a:pt x="74" y="767"/>
                </a:lnTo>
                <a:lnTo>
                  <a:pt x="73" y="767"/>
                </a:lnTo>
                <a:lnTo>
                  <a:pt x="72" y="767"/>
                </a:lnTo>
                <a:lnTo>
                  <a:pt x="72" y="768"/>
                </a:lnTo>
                <a:lnTo>
                  <a:pt x="71" y="768"/>
                </a:lnTo>
                <a:lnTo>
                  <a:pt x="70" y="768"/>
                </a:lnTo>
                <a:lnTo>
                  <a:pt x="70" y="769"/>
                </a:lnTo>
                <a:lnTo>
                  <a:pt x="69" y="769"/>
                </a:lnTo>
                <a:lnTo>
                  <a:pt x="68" y="769"/>
                </a:lnTo>
                <a:lnTo>
                  <a:pt x="68" y="770"/>
                </a:lnTo>
                <a:lnTo>
                  <a:pt x="67" y="770"/>
                </a:lnTo>
                <a:lnTo>
                  <a:pt x="66" y="770"/>
                </a:lnTo>
                <a:lnTo>
                  <a:pt x="66" y="771"/>
                </a:lnTo>
                <a:lnTo>
                  <a:pt x="65" y="771"/>
                </a:lnTo>
                <a:lnTo>
                  <a:pt x="65" y="772"/>
                </a:lnTo>
                <a:lnTo>
                  <a:pt x="64" y="772"/>
                </a:lnTo>
                <a:lnTo>
                  <a:pt x="63" y="772"/>
                </a:lnTo>
                <a:lnTo>
                  <a:pt x="62" y="773"/>
                </a:lnTo>
                <a:lnTo>
                  <a:pt x="61" y="773"/>
                </a:lnTo>
                <a:lnTo>
                  <a:pt x="60" y="773"/>
                </a:lnTo>
                <a:lnTo>
                  <a:pt x="60" y="774"/>
                </a:lnTo>
                <a:lnTo>
                  <a:pt x="59" y="774"/>
                </a:lnTo>
                <a:lnTo>
                  <a:pt x="58" y="774"/>
                </a:lnTo>
                <a:lnTo>
                  <a:pt x="57" y="774"/>
                </a:lnTo>
                <a:lnTo>
                  <a:pt x="57" y="773"/>
                </a:lnTo>
                <a:lnTo>
                  <a:pt x="56" y="773"/>
                </a:lnTo>
                <a:lnTo>
                  <a:pt x="55" y="773"/>
                </a:lnTo>
                <a:lnTo>
                  <a:pt x="55" y="774"/>
                </a:lnTo>
                <a:lnTo>
                  <a:pt x="54" y="774"/>
                </a:lnTo>
                <a:lnTo>
                  <a:pt x="53" y="774"/>
                </a:lnTo>
                <a:lnTo>
                  <a:pt x="53" y="775"/>
                </a:lnTo>
                <a:lnTo>
                  <a:pt x="52" y="775"/>
                </a:lnTo>
                <a:lnTo>
                  <a:pt x="52" y="776"/>
                </a:lnTo>
                <a:lnTo>
                  <a:pt x="51" y="776"/>
                </a:lnTo>
                <a:lnTo>
                  <a:pt x="50" y="776"/>
                </a:lnTo>
                <a:lnTo>
                  <a:pt x="50" y="777"/>
                </a:lnTo>
                <a:lnTo>
                  <a:pt x="51" y="777"/>
                </a:lnTo>
                <a:lnTo>
                  <a:pt x="51" y="778"/>
                </a:lnTo>
                <a:lnTo>
                  <a:pt x="51" y="779"/>
                </a:lnTo>
                <a:lnTo>
                  <a:pt x="52" y="779"/>
                </a:lnTo>
                <a:lnTo>
                  <a:pt x="52" y="780"/>
                </a:lnTo>
                <a:lnTo>
                  <a:pt x="51" y="780"/>
                </a:lnTo>
                <a:lnTo>
                  <a:pt x="50" y="780"/>
                </a:lnTo>
                <a:lnTo>
                  <a:pt x="49" y="780"/>
                </a:lnTo>
                <a:lnTo>
                  <a:pt x="48" y="780"/>
                </a:lnTo>
                <a:lnTo>
                  <a:pt x="48" y="779"/>
                </a:lnTo>
                <a:lnTo>
                  <a:pt x="47" y="779"/>
                </a:lnTo>
                <a:lnTo>
                  <a:pt x="46" y="779"/>
                </a:lnTo>
                <a:lnTo>
                  <a:pt x="46" y="780"/>
                </a:lnTo>
                <a:lnTo>
                  <a:pt x="45" y="780"/>
                </a:lnTo>
                <a:lnTo>
                  <a:pt x="44" y="780"/>
                </a:lnTo>
                <a:lnTo>
                  <a:pt x="44" y="781"/>
                </a:lnTo>
                <a:lnTo>
                  <a:pt x="44" y="782"/>
                </a:lnTo>
                <a:lnTo>
                  <a:pt x="43" y="782"/>
                </a:lnTo>
                <a:lnTo>
                  <a:pt x="43" y="781"/>
                </a:lnTo>
                <a:lnTo>
                  <a:pt x="42" y="781"/>
                </a:lnTo>
                <a:lnTo>
                  <a:pt x="43" y="780"/>
                </a:lnTo>
                <a:lnTo>
                  <a:pt x="42" y="780"/>
                </a:lnTo>
                <a:lnTo>
                  <a:pt x="41" y="780"/>
                </a:lnTo>
                <a:lnTo>
                  <a:pt x="41" y="781"/>
                </a:lnTo>
                <a:lnTo>
                  <a:pt x="42" y="781"/>
                </a:lnTo>
                <a:lnTo>
                  <a:pt x="42" y="782"/>
                </a:lnTo>
                <a:lnTo>
                  <a:pt x="41" y="782"/>
                </a:lnTo>
                <a:lnTo>
                  <a:pt x="41" y="783"/>
                </a:lnTo>
                <a:lnTo>
                  <a:pt x="41" y="784"/>
                </a:lnTo>
                <a:lnTo>
                  <a:pt x="40" y="784"/>
                </a:lnTo>
                <a:lnTo>
                  <a:pt x="40" y="783"/>
                </a:lnTo>
                <a:lnTo>
                  <a:pt x="40" y="782"/>
                </a:lnTo>
                <a:lnTo>
                  <a:pt x="41" y="782"/>
                </a:lnTo>
                <a:lnTo>
                  <a:pt x="40" y="781"/>
                </a:lnTo>
                <a:lnTo>
                  <a:pt x="40" y="782"/>
                </a:lnTo>
                <a:lnTo>
                  <a:pt x="39" y="782"/>
                </a:lnTo>
                <a:lnTo>
                  <a:pt x="39" y="783"/>
                </a:lnTo>
                <a:lnTo>
                  <a:pt x="38" y="783"/>
                </a:lnTo>
                <a:lnTo>
                  <a:pt x="38" y="782"/>
                </a:lnTo>
                <a:lnTo>
                  <a:pt x="38" y="783"/>
                </a:lnTo>
                <a:lnTo>
                  <a:pt x="37" y="784"/>
                </a:lnTo>
                <a:lnTo>
                  <a:pt x="36" y="784"/>
                </a:lnTo>
                <a:lnTo>
                  <a:pt x="35" y="784"/>
                </a:lnTo>
                <a:lnTo>
                  <a:pt x="35" y="785"/>
                </a:lnTo>
                <a:lnTo>
                  <a:pt x="34" y="785"/>
                </a:lnTo>
                <a:lnTo>
                  <a:pt x="33" y="785"/>
                </a:lnTo>
                <a:lnTo>
                  <a:pt x="33" y="786"/>
                </a:lnTo>
                <a:lnTo>
                  <a:pt x="34" y="786"/>
                </a:lnTo>
                <a:lnTo>
                  <a:pt x="33" y="786"/>
                </a:lnTo>
                <a:lnTo>
                  <a:pt x="33" y="787"/>
                </a:lnTo>
                <a:lnTo>
                  <a:pt x="33" y="788"/>
                </a:lnTo>
                <a:lnTo>
                  <a:pt x="33" y="789"/>
                </a:lnTo>
                <a:lnTo>
                  <a:pt x="32" y="789"/>
                </a:lnTo>
                <a:lnTo>
                  <a:pt x="32" y="788"/>
                </a:lnTo>
                <a:lnTo>
                  <a:pt x="32" y="789"/>
                </a:lnTo>
                <a:lnTo>
                  <a:pt x="32" y="788"/>
                </a:lnTo>
                <a:lnTo>
                  <a:pt x="31" y="788"/>
                </a:lnTo>
                <a:lnTo>
                  <a:pt x="31" y="789"/>
                </a:lnTo>
                <a:lnTo>
                  <a:pt x="30" y="789"/>
                </a:lnTo>
                <a:lnTo>
                  <a:pt x="31" y="789"/>
                </a:lnTo>
                <a:lnTo>
                  <a:pt x="30" y="789"/>
                </a:lnTo>
                <a:lnTo>
                  <a:pt x="30" y="790"/>
                </a:lnTo>
                <a:lnTo>
                  <a:pt x="30" y="789"/>
                </a:lnTo>
                <a:lnTo>
                  <a:pt x="30" y="790"/>
                </a:lnTo>
                <a:lnTo>
                  <a:pt x="30" y="789"/>
                </a:lnTo>
                <a:lnTo>
                  <a:pt x="30" y="790"/>
                </a:lnTo>
                <a:lnTo>
                  <a:pt x="29" y="790"/>
                </a:lnTo>
                <a:lnTo>
                  <a:pt x="29" y="789"/>
                </a:lnTo>
                <a:lnTo>
                  <a:pt x="29" y="790"/>
                </a:lnTo>
                <a:lnTo>
                  <a:pt x="28" y="790"/>
                </a:lnTo>
                <a:lnTo>
                  <a:pt x="27" y="790"/>
                </a:lnTo>
                <a:lnTo>
                  <a:pt x="27" y="791"/>
                </a:lnTo>
                <a:lnTo>
                  <a:pt x="27" y="792"/>
                </a:lnTo>
                <a:lnTo>
                  <a:pt x="26" y="792"/>
                </a:lnTo>
                <a:lnTo>
                  <a:pt x="25" y="792"/>
                </a:lnTo>
                <a:lnTo>
                  <a:pt x="24" y="792"/>
                </a:lnTo>
                <a:lnTo>
                  <a:pt x="24" y="793"/>
                </a:lnTo>
                <a:lnTo>
                  <a:pt x="25" y="793"/>
                </a:lnTo>
                <a:lnTo>
                  <a:pt x="26" y="793"/>
                </a:lnTo>
                <a:lnTo>
                  <a:pt x="26" y="794"/>
                </a:lnTo>
                <a:lnTo>
                  <a:pt x="25" y="794"/>
                </a:lnTo>
                <a:lnTo>
                  <a:pt x="25" y="795"/>
                </a:lnTo>
                <a:lnTo>
                  <a:pt x="24" y="795"/>
                </a:lnTo>
                <a:lnTo>
                  <a:pt x="24" y="794"/>
                </a:lnTo>
                <a:lnTo>
                  <a:pt x="23" y="794"/>
                </a:lnTo>
                <a:lnTo>
                  <a:pt x="22" y="794"/>
                </a:lnTo>
                <a:lnTo>
                  <a:pt x="22" y="793"/>
                </a:lnTo>
                <a:lnTo>
                  <a:pt x="22" y="792"/>
                </a:lnTo>
                <a:lnTo>
                  <a:pt x="23" y="792"/>
                </a:lnTo>
                <a:lnTo>
                  <a:pt x="22" y="792"/>
                </a:lnTo>
                <a:lnTo>
                  <a:pt x="21" y="792"/>
                </a:lnTo>
                <a:lnTo>
                  <a:pt x="21" y="793"/>
                </a:lnTo>
                <a:lnTo>
                  <a:pt x="21" y="794"/>
                </a:lnTo>
                <a:lnTo>
                  <a:pt x="21" y="795"/>
                </a:lnTo>
                <a:lnTo>
                  <a:pt x="20" y="795"/>
                </a:lnTo>
                <a:lnTo>
                  <a:pt x="19" y="795"/>
                </a:lnTo>
                <a:lnTo>
                  <a:pt x="19" y="796"/>
                </a:lnTo>
                <a:lnTo>
                  <a:pt x="18" y="796"/>
                </a:lnTo>
                <a:lnTo>
                  <a:pt x="18" y="795"/>
                </a:lnTo>
                <a:lnTo>
                  <a:pt x="18" y="794"/>
                </a:lnTo>
                <a:lnTo>
                  <a:pt x="18" y="793"/>
                </a:lnTo>
                <a:lnTo>
                  <a:pt x="18" y="794"/>
                </a:lnTo>
                <a:lnTo>
                  <a:pt x="18" y="795"/>
                </a:lnTo>
                <a:lnTo>
                  <a:pt x="17" y="795"/>
                </a:lnTo>
                <a:lnTo>
                  <a:pt x="16" y="795"/>
                </a:lnTo>
                <a:lnTo>
                  <a:pt x="16" y="796"/>
                </a:lnTo>
                <a:lnTo>
                  <a:pt x="16" y="797"/>
                </a:lnTo>
                <a:lnTo>
                  <a:pt x="15" y="797"/>
                </a:lnTo>
                <a:lnTo>
                  <a:pt x="15" y="796"/>
                </a:lnTo>
                <a:lnTo>
                  <a:pt x="15" y="795"/>
                </a:lnTo>
                <a:lnTo>
                  <a:pt x="15" y="794"/>
                </a:lnTo>
                <a:lnTo>
                  <a:pt x="15" y="793"/>
                </a:lnTo>
                <a:lnTo>
                  <a:pt x="14" y="793"/>
                </a:lnTo>
                <a:lnTo>
                  <a:pt x="15" y="793"/>
                </a:lnTo>
                <a:lnTo>
                  <a:pt x="15" y="792"/>
                </a:lnTo>
                <a:lnTo>
                  <a:pt x="14" y="792"/>
                </a:lnTo>
                <a:lnTo>
                  <a:pt x="15" y="791"/>
                </a:lnTo>
                <a:lnTo>
                  <a:pt x="14" y="791"/>
                </a:lnTo>
                <a:lnTo>
                  <a:pt x="13" y="791"/>
                </a:lnTo>
                <a:lnTo>
                  <a:pt x="13" y="790"/>
                </a:lnTo>
                <a:lnTo>
                  <a:pt x="12" y="790"/>
                </a:lnTo>
                <a:lnTo>
                  <a:pt x="12" y="789"/>
                </a:lnTo>
                <a:lnTo>
                  <a:pt x="11" y="789"/>
                </a:lnTo>
                <a:lnTo>
                  <a:pt x="11" y="790"/>
                </a:lnTo>
                <a:lnTo>
                  <a:pt x="10" y="789"/>
                </a:lnTo>
                <a:lnTo>
                  <a:pt x="9" y="789"/>
                </a:lnTo>
                <a:lnTo>
                  <a:pt x="9" y="788"/>
                </a:lnTo>
                <a:lnTo>
                  <a:pt x="9" y="787"/>
                </a:lnTo>
                <a:lnTo>
                  <a:pt x="8" y="787"/>
                </a:lnTo>
                <a:lnTo>
                  <a:pt x="7" y="787"/>
                </a:lnTo>
                <a:lnTo>
                  <a:pt x="7" y="786"/>
                </a:lnTo>
                <a:lnTo>
                  <a:pt x="6" y="786"/>
                </a:lnTo>
                <a:lnTo>
                  <a:pt x="5" y="786"/>
                </a:lnTo>
                <a:lnTo>
                  <a:pt x="5" y="785"/>
                </a:lnTo>
                <a:lnTo>
                  <a:pt x="4" y="785"/>
                </a:lnTo>
                <a:lnTo>
                  <a:pt x="4" y="784"/>
                </a:lnTo>
                <a:lnTo>
                  <a:pt x="3" y="784"/>
                </a:lnTo>
                <a:lnTo>
                  <a:pt x="3" y="785"/>
                </a:lnTo>
                <a:lnTo>
                  <a:pt x="3" y="784"/>
                </a:lnTo>
                <a:lnTo>
                  <a:pt x="2" y="784"/>
                </a:lnTo>
                <a:lnTo>
                  <a:pt x="1" y="784"/>
                </a:lnTo>
                <a:lnTo>
                  <a:pt x="1" y="783"/>
                </a:lnTo>
                <a:lnTo>
                  <a:pt x="1" y="784"/>
                </a:lnTo>
                <a:lnTo>
                  <a:pt x="1" y="783"/>
                </a:lnTo>
                <a:lnTo>
                  <a:pt x="0" y="783"/>
                </a:lnTo>
                <a:lnTo>
                  <a:pt x="1" y="783"/>
                </a:lnTo>
                <a:lnTo>
                  <a:pt x="1" y="782"/>
                </a:lnTo>
                <a:lnTo>
                  <a:pt x="1" y="781"/>
                </a:lnTo>
                <a:lnTo>
                  <a:pt x="1" y="780"/>
                </a:lnTo>
                <a:lnTo>
                  <a:pt x="2" y="780"/>
                </a:lnTo>
                <a:lnTo>
                  <a:pt x="3" y="780"/>
                </a:lnTo>
                <a:lnTo>
                  <a:pt x="3" y="779"/>
                </a:lnTo>
                <a:lnTo>
                  <a:pt x="4" y="779"/>
                </a:lnTo>
                <a:lnTo>
                  <a:pt x="5" y="779"/>
                </a:lnTo>
                <a:lnTo>
                  <a:pt x="5" y="778"/>
                </a:lnTo>
                <a:lnTo>
                  <a:pt x="6" y="778"/>
                </a:lnTo>
                <a:lnTo>
                  <a:pt x="7" y="777"/>
                </a:lnTo>
                <a:lnTo>
                  <a:pt x="7" y="776"/>
                </a:lnTo>
                <a:lnTo>
                  <a:pt x="7" y="775"/>
                </a:lnTo>
                <a:lnTo>
                  <a:pt x="8" y="775"/>
                </a:lnTo>
                <a:lnTo>
                  <a:pt x="9" y="775"/>
                </a:lnTo>
                <a:lnTo>
                  <a:pt x="10" y="775"/>
                </a:lnTo>
                <a:lnTo>
                  <a:pt x="10" y="774"/>
                </a:lnTo>
                <a:lnTo>
                  <a:pt x="11" y="774"/>
                </a:lnTo>
                <a:lnTo>
                  <a:pt x="12" y="774"/>
                </a:lnTo>
                <a:lnTo>
                  <a:pt x="13" y="774"/>
                </a:lnTo>
                <a:lnTo>
                  <a:pt x="13" y="773"/>
                </a:lnTo>
                <a:lnTo>
                  <a:pt x="14" y="773"/>
                </a:lnTo>
                <a:lnTo>
                  <a:pt x="15" y="773"/>
                </a:lnTo>
                <a:lnTo>
                  <a:pt x="15" y="772"/>
                </a:lnTo>
                <a:lnTo>
                  <a:pt x="15" y="771"/>
                </a:lnTo>
                <a:lnTo>
                  <a:pt x="15" y="770"/>
                </a:lnTo>
                <a:lnTo>
                  <a:pt x="16" y="770"/>
                </a:lnTo>
                <a:lnTo>
                  <a:pt x="16" y="771"/>
                </a:lnTo>
                <a:lnTo>
                  <a:pt x="16" y="770"/>
                </a:lnTo>
                <a:lnTo>
                  <a:pt x="16" y="769"/>
                </a:lnTo>
                <a:lnTo>
                  <a:pt x="16" y="768"/>
                </a:lnTo>
                <a:lnTo>
                  <a:pt x="17" y="768"/>
                </a:lnTo>
                <a:lnTo>
                  <a:pt x="17" y="767"/>
                </a:lnTo>
                <a:lnTo>
                  <a:pt x="16" y="767"/>
                </a:lnTo>
                <a:lnTo>
                  <a:pt x="17" y="767"/>
                </a:lnTo>
                <a:lnTo>
                  <a:pt x="17" y="766"/>
                </a:lnTo>
                <a:lnTo>
                  <a:pt x="17" y="767"/>
                </a:lnTo>
                <a:lnTo>
                  <a:pt x="18" y="767"/>
                </a:lnTo>
                <a:lnTo>
                  <a:pt x="18" y="766"/>
                </a:lnTo>
                <a:lnTo>
                  <a:pt x="19" y="766"/>
                </a:lnTo>
                <a:lnTo>
                  <a:pt x="19" y="765"/>
                </a:lnTo>
                <a:lnTo>
                  <a:pt x="19" y="764"/>
                </a:lnTo>
                <a:lnTo>
                  <a:pt x="19" y="765"/>
                </a:lnTo>
                <a:lnTo>
                  <a:pt x="20" y="765"/>
                </a:lnTo>
                <a:lnTo>
                  <a:pt x="20" y="764"/>
                </a:lnTo>
                <a:lnTo>
                  <a:pt x="21" y="764"/>
                </a:lnTo>
                <a:lnTo>
                  <a:pt x="21" y="763"/>
                </a:lnTo>
                <a:lnTo>
                  <a:pt x="22" y="764"/>
                </a:lnTo>
                <a:lnTo>
                  <a:pt x="22" y="763"/>
                </a:lnTo>
                <a:lnTo>
                  <a:pt x="23" y="763"/>
                </a:lnTo>
                <a:lnTo>
                  <a:pt x="23" y="762"/>
                </a:lnTo>
                <a:lnTo>
                  <a:pt x="24" y="762"/>
                </a:lnTo>
                <a:lnTo>
                  <a:pt x="24" y="761"/>
                </a:lnTo>
                <a:lnTo>
                  <a:pt x="25" y="761"/>
                </a:lnTo>
                <a:lnTo>
                  <a:pt x="25" y="760"/>
                </a:lnTo>
                <a:lnTo>
                  <a:pt x="26" y="760"/>
                </a:lnTo>
                <a:lnTo>
                  <a:pt x="27" y="760"/>
                </a:lnTo>
                <a:lnTo>
                  <a:pt x="27" y="759"/>
                </a:lnTo>
                <a:lnTo>
                  <a:pt x="28" y="759"/>
                </a:lnTo>
                <a:lnTo>
                  <a:pt x="28" y="758"/>
                </a:lnTo>
                <a:lnTo>
                  <a:pt x="29" y="758"/>
                </a:lnTo>
                <a:lnTo>
                  <a:pt x="30" y="758"/>
                </a:lnTo>
                <a:lnTo>
                  <a:pt x="30" y="757"/>
                </a:lnTo>
                <a:lnTo>
                  <a:pt x="30" y="756"/>
                </a:lnTo>
                <a:lnTo>
                  <a:pt x="31" y="756"/>
                </a:lnTo>
                <a:lnTo>
                  <a:pt x="31" y="755"/>
                </a:lnTo>
                <a:lnTo>
                  <a:pt x="32" y="755"/>
                </a:lnTo>
                <a:lnTo>
                  <a:pt x="32" y="754"/>
                </a:lnTo>
                <a:lnTo>
                  <a:pt x="31" y="754"/>
                </a:lnTo>
                <a:lnTo>
                  <a:pt x="32" y="754"/>
                </a:lnTo>
                <a:lnTo>
                  <a:pt x="32" y="753"/>
                </a:lnTo>
                <a:lnTo>
                  <a:pt x="32" y="752"/>
                </a:lnTo>
                <a:lnTo>
                  <a:pt x="31" y="752"/>
                </a:lnTo>
                <a:lnTo>
                  <a:pt x="32" y="752"/>
                </a:lnTo>
                <a:lnTo>
                  <a:pt x="33" y="752"/>
                </a:lnTo>
                <a:lnTo>
                  <a:pt x="32" y="752"/>
                </a:lnTo>
                <a:lnTo>
                  <a:pt x="33" y="752"/>
                </a:lnTo>
                <a:lnTo>
                  <a:pt x="33" y="751"/>
                </a:lnTo>
                <a:lnTo>
                  <a:pt x="32" y="751"/>
                </a:lnTo>
                <a:lnTo>
                  <a:pt x="33" y="751"/>
                </a:lnTo>
                <a:lnTo>
                  <a:pt x="34" y="751"/>
                </a:lnTo>
                <a:lnTo>
                  <a:pt x="34" y="750"/>
                </a:lnTo>
                <a:lnTo>
                  <a:pt x="34" y="749"/>
                </a:lnTo>
                <a:lnTo>
                  <a:pt x="34" y="748"/>
                </a:lnTo>
                <a:lnTo>
                  <a:pt x="33" y="748"/>
                </a:lnTo>
                <a:lnTo>
                  <a:pt x="33" y="747"/>
                </a:lnTo>
                <a:lnTo>
                  <a:pt x="32" y="747"/>
                </a:lnTo>
                <a:lnTo>
                  <a:pt x="31" y="747"/>
                </a:lnTo>
                <a:lnTo>
                  <a:pt x="31" y="745"/>
                </a:lnTo>
                <a:lnTo>
                  <a:pt x="31" y="744"/>
                </a:lnTo>
                <a:lnTo>
                  <a:pt x="31" y="742"/>
                </a:lnTo>
                <a:lnTo>
                  <a:pt x="32" y="741"/>
                </a:lnTo>
                <a:lnTo>
                  <a:pt x="32" y="740"/>
                </a:lnTo>
                <a:lnTo>
                  <a:pt x="33" y="739"/>
                </a:lnTo>
                <a:lnTo>
                  <a:pt x="34" y="738"/>
                </a:lnTo>
                <a:lnTo>
                  <a:pt x="35" y="737"/>
                </a:lnTo>
                <a:lnTo>
                  <a:pt x="36" y="737"/>
                </a:lnTo>
                <a:lnTo>
                  <a:pt x="38" y="736"/>
                </a:lnTo>
                <a:lnTo>
                  <a:pt x="37" y="736"/>
                </a:lnTo>
                <a:lnTo>
                  <a:pt x="37" y="735"/>
                </a:lnTo>
                <a:lnTo>
                  <a:pt x="36" y="735"/>
                </a:lnTo>
                <a:lnTo>
                  <a:pt x="36" y="734"/>
                </a:lnTo>
                <a:lnTo>
                  <a:pt x="35" y="734"/>
                </a:lnTo>
                <a:lnTo>
                  <a:pt x="35" y="733"/>
                </a:lnTo>
                <a:lnTo>
                  <a:pt x="35" y="732"/>
                </a:lnTo>
                <a:lnTo>
                  <a:pt x="34" y="732"/>
                </a:lnTo>
                <a:lnTo>
                  <a:pt x="34" y="731"/>
                </a:lnTo>
                <a:lnTo>
                  <a:pt x="33" y="731"/>
                </a:lnTo>
                <a:lnTo>
                  <a:pt x="33" y="732"/>
                </a:lnTo>
                <a:lnTo>
                  <a:pt x="33" y="731"/>
                </a:lnTo>
                <a:lnTo>
                  <a:pt x="32" y="731"/>
                </a:lnTo>
                <a:lnTo>
                  <a:pt x="32" y="730"/>
                </a:lnTo>
                <a:lnTo>
                  <a:pt x="31" y="730"/>
                </a:lnTo>
                <a:lnTo>
                  <a:pt x="30" y="730"/>
                </a:lnTo>
                <a:lnTo>
                  <a:pt x="29" y="730"/>
                </a:lnTo>
                <a:lnTo>
                  <a:pt x="28" y="730"/>
                </a:lnTo>
                <a:lnTo>
                  <a:pt x="28" y="731"/>
                </a:lnTo>
                <a:lnTo>
                  <a:pt x="28" y="730"/>
                </a:lnTo>
                <a:lnTo>
                  <a:pt x="27" y="730"/>
                </a:lnTo>
                <a:lnTo>
                  <a:pt x="26" y="730"/>
                </a:lnTo>
                <a:lnTo>
                  <a:pt x="25" y="730"/>
                </a:lnTo>
                <a:lnTo>
                  <a:pt x="24" y="730"/>
                </a:lnTo>
                <a:lnTo>
                  <a:pt x="24" y="729"/>
                </a:lnTo>
                <a:lnTo>
                  <a:pt x="23" y="729"/>
                </a:lnTo>
                <a:lnTo>
                  <a:pt x="24" y="728"/>
                </a:lnTo>
                <a:lnTo>
                  <a:pt x="23" y="728"/>
                </a:lnTo>
                <a:lnTo>
                  <a:pt x="23" y="727"/>
                </a:lnTo>
                <a:lnTo>
                  <a:pt x="23" y="726"/>
                </a:lnTo>
                <a:lnTo>
                  <a:pt x="23" y="725"/>
                </a:lnTo>
                <a:lnTo>
                  <a:pt x="23" y="724"/>
                </a:lnTo>
                <a:lnTo>
                  <a:pt x="23" y="723"/>
                </a:lnTo>
                <a:lnTo>
                  <a:pt x="24" y="723"/>
                </a:lnTo>
                <a:lnTo>
                  <a:pt x="25" y="723"/>
                </a:lnTo>
                <a:lnTo>
                  <a:pt x="25" y="722"/>
                </a:lnTo>
                <a:lnTo>
                  <a:pt x="24" y="722"/>
                </a:lnTo>
                <a:lnTo>
                  <a:pt x="25" y="722"/>
                </a:lnTo>
                <a:lnTo>
                  <a:pt x="26" y="722"/>
                </a:lnTo>
                <a:lnTo>
                  <a:pt x="26" y="723"/>
                </a:lnTo>
                <a:lnTo>
                  <a:pt x="27" y="723"/>
                </a:lnTo>
                <a:lnTo>
                  <a:pt x="28" y="723"/>
                </a:lnTo>
                <a:lnTo>
                  <a:pt x="29" y="723"/>
                </a:lnTo>
                <a:lnTo>
                  <a:pt x="30" y="723"/>
                </a:lnTo>
                <a:lnTo>
                  <a:pt x="30" y="722"/>
                </a:lnTo>
                <a:lnTo>
                  <a:pt x="30" y="721"/>
                </a:lnTo>
                <a:lnTo>
                  <a:pt x="31" y="721"/>
                </a:lnTo>
                <a:lnTo>
                  <a:pt x="31" y="720"/>
                </a:lnTo>
                <a:lnTo>
                  <a:pt x="32" y="720"/>
                </a:lnTo>
                <a:lnTo>
                  <a:pt x="31" y="720"/>
                </a:lnTo>
                <a:lnTo>
                  <a:pt x="31" y="719"/>
                </a:lnTo>
                <a:lnTo>
                  <a:pt x="31" y="718"/>
                </a:lnTo>
                <a:lnTo>
                  <a:pt x="30" y="718"/>
                </a:lnTo>
                <a:lnTo>
                  <a:pt x="30" y="717"/>
                </a:lnTo>
                <a:lnTo>
                  <a:pt x="29" y="717"/>
                </a:lnTo>
                <a:lnTo>
                  <a:pt x="28" y="717"/>
                </a:lnTo>
                <a:lnTo>
                  <a:pt x="28" y="716"/>
                </a:lnTo>
                <a:lnTo>
                  <a:pt x="28" y="715"/>
                </a:lnTo>
                <a:lnTo>
                  <a:pt x="27" y="715"/>
                </a:lnTo>
                <a:lnTo>
                  <a:pt x="27" y="714"/>
                </a:lnTo>
                <a:lnTo>
                  <a:pt x="27" y="713"/>
                </a:lnTo>
                <a:lnTo>
                  <a:pt x="28" y="713"/>
                </a:lnTo>
                <a:lnTo>
                  <a:pt x="28" y="712"/>
                </a:lnTo>
                <a:lnTo>
                  <a:pt x="27" y="712"/>
                </a:lnTo>
                <a:lnTo>
                  <a:pt x="27" y="711"/>
                </a:lnTo>
                <a:lnTo>
                  <a:pt x="27" y="710"/>
                </a:lnTo>
                <a:lnTo>
                  <a:pt x="27" y="709"/>
                </a:lnTo>
                <a:lnTo>
                  <a:pt x="27" y="708"/>
                </a:lnTo>
                <a:lnTo>
                  <a:pt x="27" y="707"/>
                </a:lnTo>
                <a:lnTo>
                  <a:pt x="26" y="707"/>
                </a:lnTo>
                <a:lnTo>
                  <a:pt x="26" y="706"/>
                </a:lnTo>
                <a:lnTo>
                  <a:pt x="25" y="706"/>
                </a:lnTo>
                <a:lnTo>
                  <a:pt x="24" y="706"/>
                </a:lnTo>
                <a:lnTo>
                  <a:pt x="24" y="707"/>
                </a:lnTo>
                <a:lnTo>
                  <a:pt x="23" y="707"/>
                </a:lnTo>
                <a:lnTo>
                  <a:pt x="22" y="707"/>
                </a:lnTo>
                <a:lnTo>
                  <a:pt x="21" y="707"/>
                </a:lnTo>
                <a:lnTo>
                  <a:pt x="19" y="707"/>
                </a:lnTo>
                <a:lnTo>
                  <a:pt x="19" y="708"/>
                </a:lnTo>
                <a:lnTo>
                  <a:pt x="18" y="707"/>
                </a:lnTo>
                <a:lnTo>
                  <a:pt x="18" y="708"/>
                </a:lnTo>
                <a:lnTo>
                  <a:pt x="17" y="708"/>
                </a:lnTo>
                <a:lnTo>
                  <a:pt x="17" y="707"/>
                </a:lnTo>
                <a:lnTo>
                  <a:pt x="16" y="707"/>
                </a:lnTo>
                <a:lnTo>
                  <a:pt x="15" y="707"/>
                </a:lnTo>
                <a:lnTo>
                  <a:pt x="15" y="708"/>
                </a:lnTo>
                <a:lnTo>
                  <a:pt x="14" y="708"/>
                </a:lnTo>
                <a:lnTo>
                  <a:pt x="14" y="707"/>
                </a:lnTo>
                <a:lnTo>
                  <a:pt x="13" y="707"/>
                </a:lnTo>
                <a:lnTo>
                  <a:pt x="12" y="707"/>
                </a:lnTo>
                <a:lnTo>
                  <a:pt x="11" y="707"/>
                </a:lnTo>
                <a:lnTo>
                  <a:pt x="10" y="707"/>
                </a:lnTo>
                <a:lnTo>
                  <a:pt x="9" y="707"/>
                </a:lnTo>
                <a:lnTo>
                  <a:pt x="8" y="707"/>
                </a:lnTo>
                <a:lnTo>
                  <a:pt x="7" y="707"/>
                </a:lnTo>
                <a:lnTo>
                  <a:pt x="7" y="708"/>
                </a:lnTo>
                <a:lnTo>
                  <a:pt x="6" y="708"/>
                </a:lnTo>
                <a:lnTo>
                  <a:pt x="6" y="707"/>
                </a:lnTo>
                <a:lnTo>
                  <a:pt x="7" y="707"/>
                </a:lnTo>
                <a:lnTo>
                  <a:pt x="7" y="706"/>
                </a:lnTo>
                <a:lnTo>
                  <a:pt x="6" y="706"/>
                </a:lnTo>
                <a:lnTo>
                  <a:pt x="6" y="707"/>
                </a:lnTo>
                <a:lnTo>
                  <a:pt x="6" y="706"/>
                </a:lnTo>
                <a:lnTo>
                  <a:pt x="7" y="706"/>
                </a:lnTo>
                <a:lnTo>
                  <a:pt x="7" y="705"/>
                </a:lnTo>
                <a:lnTo>
                  <a:pt x="8" y="704"/>
                </a:lnTo>
                <a:lnTo>
                  <a:pt x="8" y="703"/>
                </a:lnTo>
                <a:lnTo>
                  <a:pt x="9" y="703"/>
                </a:lnTo>
                <a:lnTo>
                  <a:pt x="9" y="702"/>
                </a:lnTo>
                <a:lnTo>
                  <a:pt x="10" y="702"/>
                </a:lnTo>
                <a:lnTo>
                  <a:pt x="10" y="701"/>
                </a:lnTo>
                <a:lnTo>
                  <a:pt x="10" y="700"/>
                </a:lnTo>
                <a:lnTo>
                  <a:pt x="11" y="699"/>
                </a:lnTo>
                <a:lnTo>
                  <a:pt x="11" y="698"/>
                </a:lnTo>
                <a:lnTo>
                  <a:pt x="11" y="697"/>
                </a:lnTo>
                <a:lnTo>
                  <a:pt x="11" y="696"/>
                </a:lnTo>
                <a:lnTo>
                  <a:pt x="11" y="695"/>
                </a:lnTo>
                <a:lnTo>
                  <a:pt x="11" y="694"/>
                </a:lnTo>
                <a:lnTo>
                  <a:pt x="12" y="694"/>
                </a:lnTo>
                <a:lnTo>
                  <a:pt x="12" y="693"/>
                </a:lnTo>
                <a:lnTo>
                  <a:pt x="12" y="692"/>
                </a:lnTo>
                <a:lnTo>
                  <a:pt x="12" y="691"/>
                </a:lnTo>
                <a:lnTo>
                  <a:pt x="12" y="690"/>
                </a:lnTo>
                <a:lnTo>
                  <a:pt x="12" y="689"/>
                </a:lnTo>
                <a:lnTo>
                  <a:pt x="13" y="689"/>
                </a:lnTo>
                <a:lnTo>
                  <a:pt x="13" y="688"/>
                </a:lnTo>
                <a:lnTo>
                  <a:pt x="12" y="688"/>
                </a:lnTo>
                <a:lnTo>
                  <a:pt x="13" y="688"/>
                </a:lnTo>
                <a:lnTo>
                  <a:pt x="12" y="688"/>
                </a:lnTo>
                <a:lnTo>
                  <a:pt x="12" y="687"/>
                </a:lnTo>
                <a:lnTo>
                  <a:pt x="13" y="687"/>
                </a:lnTo>
                <a:lnTo>
                  <a:pt x="12" y="687"/>
                </a:lnTo>
                <a:lnTo>
                  <a:pt x="13" y="687"/>
                </a:lnTo>
                <a:lnTo>
                  <a:pt x="13" y="686"/>
                </a:lnTo>
                <a:lnTo>
                  <a:pt x="13" y="685"/>
                </a:lnTo>
                <a:lnTo>
                  <a:pt x="13" y="684"/>
                </a:lnTo>
                <a:lnTo>
                  <a:pt x="13" y="683"/>
                </a:lnTo>
                <a:lnTo>
                  <a:pt x="14" y="683"/>
                </a:lnTo>
                <a:lnTo>
                  <a:pt x="14" y="682"/>
                </a:lnTo>
                <a:lnTo>
                  <a:pt x="14" y="681"/>
                </a:lnTo>
                <a:lnTo>
                  <a:pt x="14" y="680"/>
                </a:lnTo>
                <a:lnTo>
                  <a:pt x="14" y="678"/>
                </a:lnTo>
                <a:lnTo>
                  <a:pt x="14" y="677"/>
                </a:lnTo>
                <a:lnTo>
                  <a:pt x="14" y="676"/>
                </a:lnTo>
                <a:lnTo>
                  <a:pt x="14" y="675"/>
                </a:lnTo>
                <a:lnTo>
                  <a:pt x="15" y="675"/>
                </a:lnTo>
                <a:lnTo>
                  <a:pt x="15" y="674"/>
                </a:lnTo>
                <a:lnTo>
                  <a:pt x="14" y="674"/>
                </a:lnTo>
                <a:lnTo>
                  <a:pt x="15" y="674"/>
                </a:lnTo>
                <a:lnTo>
                  <a:pt x="15" y="673"/>
                </a:lnTo>
                <a:lnTo>
                  <a:pt x="14" y="673"/>
                </a:lnTo>
                <a:lnTo>
                  <a:pt x="15" y="673"/>
                </a:lnTo>
                <a:lnTo>
                  <a:pt x="14" y="673"/>
                </a:lnTo>
                <a:lnTo>
                  <a:pt x="15" y="673"/>
                </a:lnTo>
                <a:lnTo>
                  <a:pt x="15" y="672"/>
                </a:lnTo>
                <a:lnTo>
                  <a:pt x="15" y="671"/>
                </a:lnTo>
                <a:lnTo>
                  <a:pt x="15" y="670"/>
                </a:lnTo>
                <a:lnTo>
                  <a:pt x="15" y="669"/>
                </a:lnTo>
                <a:lnTo>
                  <a:pt x="14" y="669"/>
                </a:lnTo>
                <a:lnTo>
                  <a:pt x="14" y="668"/>
                </a:lnTo>
                <a:lnTo>
                  <a:pt x="15" y="668"/>
                </a:lnTo>
                <a:lnTo>
                  <a:pt x="15" y="667"/>
                </a:lnTo>
                <a:lnTo>
                  <a:pt x="15" y="666"/>
                </a:lnTo>
                <a:lnTo>
                  <a:pt x="15" y="665"/>
                </a:lnTo>
                <a:lnTo>
                  <a:pt x="15" y="664"/>
                </a:lnTo>
                <a:lnTo>
                  <a:pt x="14" y="664"/>
                </a:lnTo>
                <a:lnTo>
                  <a:pt x="13" y="664"/>
                </a:lnTo>
                <a:lnTo>
                  <a:pt x="13" y="663"/>
                </a:lnTo>
                <a:lnTo>
                  <a:pt x="12" y="663"/>
                </a:lnTo>
                <a:lnTo>
                  <a:pt x="13" y="663"/>
                </a:lnTo>
                <a:lnTo>
                  <a:pt x="13" y="662"/>
                </a:lnTo>
                <a:lnTo>
                  <a:pt x="12" y="662"/>
                </a:lnTo>
                <a:lnTo>
                  <a:pt x="13" y="662"/>
                </a:lnTo>
                <a:lnTo>
                  <a:pt x="13" y="661"/>
                </a:lnTo>
                <a:lnTo>
                  <a:pt x="14" y="661"/>
                </a:lnTo>
                <a:lnTo>
                  <a:pt x="14" y="660"/>
                </a:lnTo>
                <a:lnTo>
                  <a:pt x="15" y="660"/>
                </a:lnTo>
                <a:lnTo>
                  <a:pt x="15" y="659"/>
                </a:lnTo>
                <a:lnTo>
                  <a:pt x="16" y="659"/>
                </a:lnTo>
                <a:lnTo>
                  <a:pt x="16" y="658"/>
                </a:lnTo>
                <a:lnTo>
                  <a:pt x="18" y="658"/>
                </a:lnTo>
                <a:lnTo>
                  <a:pt x="19" y="658"/>
                </a:lnTo>
                <a:lnTo>
                  <a:pt x="20" y="658"/>
                </a:lnTo>
                <a:lnTo>
                  <a:pt x="20" y="657"/>
                </a:lnTo>
                <a:lnTo>
                  <a:pt x="21" y="657"/>
                </a:lnTo>
                <a:lnTo>
                  <a:pt x="22" y="657"/>
                </a:lnTo>
                <a:lnTo>
                  <a:pt x="23" y="657"/>
                </a:lnTo>
                <a:lnTo>
                  <a:pt x="23" y="656"/>
                </a:lnTo>
                <a:lnTo>
                  <a:pt x="24" y="656"/>
                </a:lnTo>
                <a:lnTo>
                  <a:pt x="25" y="656"/>
                </a:lnTo>
                <a:lnTo>
                  <a:pt x="25" y="655"/>
                </a:lnTo>
                <a:lnTo>
                  <a:pt x="26" y="655"/>
                </a:lnTo>
                <a:lnTo>
                  <a:pt x="27" y="655"/>
                </a:lnTo>
                <a:lnTo>
                  <a:pt x="28" y="654"/>
                </a:lnTo>
                <a:lnTo>
                  <a:pt x="28" y="653"/>
                </a:lnTo>
                <a:lnTo>
                  <a:pt x="29" y="653"/>
                </a:lnTo>
                <a:lnTo>
                  <a:pt x="29" y="652"/>
                </a:lnTo>
                <a:lnTo>
                  <a:pt x="30" y="652"/>
                </a:lnTo>
                <a:lnTo>
                  <a:pt x="30" y="651"/>
                </a:lnTo>
                <a:lnTo>
                  <a:pt x="31" y="651"/>
                </a:lnTo>
                <a:lnTo>
                  <a:pt x="31" y="650"/>
                </a:lnTo>
                <a:lnTo>
                  <a:pt x="32" y="650"/>
                </a:lnTo>
                <a:lnTo>
                  <a:pt x="33" y="650"/>
                </a:lnTo>
                <a:lnTo>
                  <a:pt x="34" y="650"/>
                </a:lnTo>
                <a:lnTo>
                  <a:pt x="34" y="649"/>
                </a:lnTo>
                <a:lnTo>
                  <a:pt x="34" y="648"/>
                </a:lnTo>
                <a:lnTo>
                  <a:pt x="35" y="648"/>
                </a:lnTo>
                <a:lnTo>
                  <a:pt x="35" y="649"/>
                </a:lnTo>
                <a:lnTo>
                  <a:pt x="36" y="649"/>
                </a:lnTo>
                <a:lnTo>
                  <a:pt x="36" y="650"/>
                </a:lnTo>
                <a:lnTo>
                  <a:pt x="37" y="650"/>
                </a:lnTo>
                <a:lnTo>
                  <a:pt x="38" y="650"/>
                </a:lnTo>
                <a:lnTo>
                  <a:pt x="38" y="651"/>
                </a:lnTo>
                <a:lnTo>
                  <a:pt x="39" y="651"/>
                </a:lnTo>
                <a:lnTo>
                  <a:pt x="40" y="651"/>
                </a:lnTo>
                <a:lnTo>
                  <a:pt x="41" y="651"/>
                </a:lnTo>
                <a:lnTo>
                  <a:pt x="42" y="651"/>
                </a:lnTo>
                <a:lnTo>
                  <a:pt x="43" y="651"/>
                </a:lnTo>
                <a:lnTo>
                  <a:pt x="43" y="652"/>
                </a:lnTo>
                <a:lnTo>
                  <a:pt x="43" y="651"/>
                </a:lnTo>
                <a:lnTo>
                  <a:pt x="44" y="651"/>
                </a:lnTo>
                <a:lnTo>
                  <a:pt x="45" y="651"/>
                </a:lnTo>
                <a:lnTo>
                  <a:pt x="45" y="650"/>
                </a:lnTo>
                <a:lnTo>
                  <a:pt x="46" y="650"/>
                </a:lnTo>
                <a:lnTo>
                  <a:pt x="47" y="650"/>
                </a:lnTo>
                <a:lnTo>
                  <a:pt x="47" y="649"/>
                </a:lnTo>
                <a:lnTo>
                  <a:pt x="46" y="649"/>
                </a:lnTo>
                <a:lnTo>
                  <a:pt x="47" y="649"/>
                </a:lnTo>
                <a:lnTo>
                  <a:pt x="48" y="649"/>
                </a:lnTo>
                <a:lnTo>
                  <a:pt x="48" y="648"/>
                </a:lnTo>
                <a:lnTo>
                  <a:pt x="48" y="647"/>
                </a:lnTo>
                <a:lnTo>
                  <a:pt x="47" y="647"/>
                </a:lnTo>
                <a:lnTo>
                  <a:pt x="47" y="645"/>
                </a:lnTo>
                <a:lnTo>
                  <a:pt x="47" y="644"/>
                </a:lnTo>
                <a:lnTo>
                  <a:pt x="46" y="644"/>
                </a:lnTo>
                <a:lnTo>
                  <a:pt x="46" y="643"/>
                </a:lnTo>
                <a:lnTo>
                  <a:pt x="45" y="643"/>
                </a:lnTo>
                <a:lnTo>
                  <a:pt x="44" y="643"/>
                </a:lnTo>
                <a:lnTo>
                  <a:pt x="43" y="643"/>
                </a:lnTo>
                <a:lnTo>
                  <a:pt x="43" y="642"/>
                </a:lnTo>
                <a:lnTo>
                  <a:pt x="42" y="642"/>
                </a:lnTo>
                <a:lnTo>
                  <a:pt x="42" y="641"/>
                </a:lnTo>
                <a:lnTo>
                  <a:pt x="41" y="641"/>
                </a:lnTo>
                <a:lnTo>
                  <a:pt x="41" y="640"/>
                </a:lnTo>
                <a:lnTo>
                  <a:pt x="41" y="639"/>
                </a:lnTo>
                <a:lnTo>
                  <a:pt x="40" y="639"/>
                </a:lnTo>
                <a:lnTo>
                  <a:pt x="39" y="639"/>
                </a:lnTo>
                <a:lnTo>
                  <a:pt x="39" y="638"/>
                </a:lnTo>
                <a:lnTo>
                  <a:pt x="39" y="637"/>
                </a:lnTo>
                <a:lnTo>
                  <a:pt x="39" y="636"/>
                </a:lnTo>
                <a:lnTo>
                  <a:pt x="39" y="635"/>
                </a:lnTo>
                <a:lnTo>
                  <a:pt x="40" y="635"/>
                </a:lnTo>
                <a:lnTo>
                  <a:pt x="40" y="634"/>
                </a:lnTo>
                <a:lnTo>
                  <a:pt x="40" y="633"/>
                </a:lnTo>
                <a:lnTo>
                  <a:pt x="40" y="632"/>
                </a:lnTo>
                <a:lnTo>
                  <a:pt x="40" y="631"/>
                </a:lnTo>
                <a:lnTo>
                  <a:pt x="39" y="631"/>
                </a:lnTo>
                <a:lnTo>
                  <a:pt x="40" y="631"/>
                </a:lnTo>
                <a:lnTo>
                  <a:pt x="39" y="631"/>
                </a:lnTo>
                <a:lnTo>
                  <a:pt x="39" y="630"/>
                </a:lnTo>
                <a:lnTo>
                  <a:pt x="38" y="630"/>
                </a:lnTo>
                <a:lnTo>
                  <a:pt x="38" y="629"/>
                </a:lnTo>
                <a:lnTo>
                  <a:pt x="38" y="628"/>
                </a:lnTo>
                <a:lnTo>
                  <a:pt x="38" y="627"/>
                </a:lnTo>
                <a:lnTo>
                  <a:pt x="38" y="626"/>
                </a:lnTo>
                <a:lnTo>
                  <a:pt x="39" y="626"/>
                </a:lnTo>
                <a:lnTo>
                  <a:pt x="39" y="625"/>
                </a:lnTo>
                <a:lnTo>
                  <a:pt x="38" y="625"/>
                </a:lnTo>
                <a:lnTo>
                  <a:pt x="39" y="625"/>
                </a:lnTo>
                <a:lnTo>
                  <a:pt x="39" y="624"/>
                </a:lnTo>
                <a:lnTo>
                  <a:pt x="39" y="623"/>
                </a:lnTo>
                <a:lnTo>
                  <a:pt x="39" y="622"/>
                </a:lnTo>
                <a:lnTo>
                  <a:pt x="39" y="621"/>
                </a:lnTo>
                <a:lnTo>
                  <a:pt x="40" y="621"/>
                </a:lnTo>
                <a:lnTo>
                  <a:pt x="40" y="620"/>
                </a:lnTo>
                <a:lnTo>
                  <a:pt x="40" y="619"/>
                </a:lnTo>
                <a:lnTo>
                  <a:pt x="40" y="618"/>
                </a:lnTo>
                <a:lnTo>
                  <a:pt x="40" y="617"/>
                </a:lnTo>
                <a:lnTo>
                  <a:pt x="40" y="616"/>
                </a:lnTo>
                <a:lnTo>
                  <a:pt x="41" y="616"/>
                </a:lnTo>
                <a:lnTo>
                  <a:pt x="40" y="616"/>
                </a:lnTo>
                <a:lnTo>
                  <a:pt x="40" y="615"/>
                </a:lnTo>
                <a:lnTo>
                  <a:pt x="40" y="614"/>
                </a:lnTo>
                <a:lnTo>
                  <a:pt x="40" y="613"/>
                </a:lnTo>
                <a:lnTo>
                  <a:pt x="40" y="612"/>
                </a:lnTo>
                <a:lnTo>
                  <a:pt x="41" y="612"/>
                </a:lnTo>
                <a:lnTo>
                  <a:pt x="41" y="613"/>
                </a:lnTo>
                <a:lnTo>
                  <a:pt x="42" y="613"/>
                </a:lnTo>
                <a:lnTo>
                  <a:pt x="43" y="613"/>
                </a:lnTo>
                <a:lnTo>
                  <a:pt x="43" y="612"/>
                </a:lnTo>
                <a:lnTo>
                  <a:pt x="44" y="612"/>
                </a:lnTo>
                <a:lnTo>
                  <a:pt x="44" y="611"/>
                </a:lnTo>
                <a:lnTo>
                  <a:pt x="45" y="611"/>
                </a:lnTo>
                <a:lnTo>
                  <a:pt x="45" y="610"/>
                </a:lnTo>
                <a:lnTo>
                  <a:pt x="46" y="610"/>
                </a:lnTo>
                <a:lnTo>
                  <a:pt x="46" y="609"/>
                </a:lnTo>
                <a:lnTo>
                  <a:pt x="47" y="609"/>
                </a:lnTo>
                <a:lnTo>
                  <a:pt x="47" y="608"/>
                </a:lnTo>
                <a:lnTo>
                  <a:pt x="48" y="607"/>
                </a:lnTo>
                <a:lnTo>
                  <a:pt x="48" y="606"/>
                </a:lnTo>
                <a:lnTo>
                  <a:pt x="48" y="605"/>
                </a:lnTo>
                <a:lnTo>
                  <a:pt x="49" y="605"/>
                </a:lnTo>
                <a:lnTo>
                  <a:pt x="49" y="604"/>
                </a:lnTo>
                <a:lnTo>
                  <a:pt x="50" y="603"/>
                </a:lnTo>
                <a:lnTo>
                  <a:pt x="50" y="602"/>
                </a:lnTo>
                <a:lnTo>
                  <a:pt x="51" y="602"/>
                </a:lnTo>
                <a:lnTo>
                  <a:pt x="51" y="601"/>
                </a:lnTo>
                <a:lnTo>
                  <a:pt x="52" y="601"/>
                </a:lnTo>
                <a:lnTo>
                  <a:pt x="52" y="600"/>
                </a:lnTo>
                <a:lnTo>
                  <a:pt x="51" y="600"/>
                </a:lnTo>
                <a:lnTo>
                  <a:pt x="51" y="599"/>
                </a:lnTo>
                <a:lnTo>
                  <a:pt x="52" y="599"/>
                </a:lnTo>
                <a:lnTo>
                  <a:pt x="52" y="598"/>
                </a:lnTo>
                <a:lnTo>
                  <a:pt x="52" y="597"/>
                </a:lnTo>
                <a:lnTo>
                  <a:pt x="53" y="597"/>
                </a:lnTo>
                <a:lnTo>
                  <a:pt x="53" y="596"/>
                </a:lnTo>
                <a:lnTo>
                  <a:pt x="53" y="595"/>
                </a:lnTo>
                <a:lnTo>
                  <a:pt x="53" y="594"/>
                </a:lnTo>
                <a:lnTo>
                  <a:pt x="54" y="594"/>
                </a:lnTo>
                <a:lnTo>
                  <a:pt x="54" y="593"/>
                </a:lnTo>
                <a:lnTo>
                  <a:pt x="54" y="592"/>
                </a:lnTo>
                <a:lnTo>
                  <a:pt x="55" y="592"/>
                </a:lnTo>
                <a:lnTo>
                  <a:pt x="55" y="591"/>
                </a:lnTo>
                <a:lnTo>
                  <a:pt x="55" y="590"/>
                </a:lnTo>
                <a:lnTo>
                  <a:pt x="56" y="590"/>
                </a:lnTo>
                <a:lnTo>
                  <a:pt x="56" y="589"/>
                </a:lnTo>
                <a:lnTo>
                  <a:pt x="56" y="588"/>
                </a:lnTo>
                <a:lnTo>
                  <a:pt x="57" y="588"/>
                </a:lnTo>
                <a:lnTo>
                  <a:pt x="57" y="587"/>
                </a:lnTo>
                <a:lnTo>
                  <a:pt x="58" y="587"/>
                </a:lnTo>
                <a:lnTo>
                  <a:pt x="58" y="586"/>
                </a:lnTo>
                <a:lnTo>
                  <a:pt x="58" y="585"/>
                </a:lnTo>
                <a:lnTo>
                  <a:pt x="59" y="585"/>
                </a:lnTo>
                <a:lnTo>
                  <a:pt x="59" y="586"/>
                </a:lnTo>
                <a:lnTo>
                  <a:pt x="60" y="586"/>
                </a:lnTo>
                <a:lnTo>
                  <a:pt x="60" y="587"/>
                </a:lnTo>
                <a:lnTo>
                  <a:pt x="61" y="587"/>
                </a:lnTo>
                <a:lnTo>
                  <a:pt x="62" y="587"/>
                </a:lnTo>
                <a:lnTo>
                  <a:pt x="62" y="586"/>
                </a:lnTo>
                <a:lnTo>
                  <a:pt x="62" y="587"/>
                </a:lnTo>
                <a:lnTo>
                  <a:pt x="63" y="587"/>
                </a:lnTo>
                <a:lnTo>
                  <a:pt x="63" y="588"/>
                </a:lnTo>
                <a:lnTo>
                  <a:pt x="63" y="589"/>
                </a:lnTo>
                <a:lnTo>
                  <a:pt x="64" y="589"/>
                </a:lnTo>
                <a:lnTo>
                  <a:pt x="64" y="590"/>
                </a:lnTo>
                <a:lnTo>
                  <a:pt x="65" y="590"/>
                </a:lnTo>
                <a:lnTo>
                  <a:pt x="65" y="591"/>
                </a:lnTo>
                <a:lnTo>
                  <a:pt x="65" y="592"/>
                </a:lnTo>
                <a:lnTo>
                  <a:pt x="66" y="592"/>
                </a:lnTo>
                <a:lnTo>
                  <a:pt x="66" y="593"/>
                </a:lnTo>
                <a:lnTo>
                  <a:pt x="66" y="594"/>
                </a:lnTo>
                <a:lnTo>
                  <a:pt x="67" y="594"/>
                </a:lnTo>
                <a:lnTo>
                  <a:pt x="67" y="595"/>
                </a:lnTo>
                <a:lnTo>
                  <a:pt x="68" y="595"/>
                </a:lnTo>
                <a:lnTo>
                  <a:pt x="69" y="595"/>
                </a:lnTo>
                <a:lnTo>
                  <a:pt x="70" y="595"/>
                </a:lnTo>
                <a:lnTo>
                  <a:pt x="70" y="594"/>
                </a:lnTo>
                <a:lnTo>
                  <a:pt x="70" y="595"/>
                </a:lnTo>
                <a:lnTo>
                  <a:pt x="71" y="595"/>
                </a:lnTo>
                <a:lnTo>
                  <a:pt x="72" y="595"/>
                </a:lnTo>
                <a:lnTo>
                  <a:pt x="72" y="594"/>
                </a:lnTo>
                <a:lnTo>
                  <a:pt x="73" y="594"/>
                </a:lnTo>
                <a:lnTo>
                  <a:pt x="73" y="593"/>
                </a:lnTo>
                <a:lnTo>
                  <a:pt x="73" y="592"/>
                </a:lnTo>
                <a:lnTo>
                  <a:pt x="74" y="592"/>
                </a:lnTo>
                <a:lnTo>
                  <a:pt x="74" y="591"/>
                </a:lnTo>
                <a:lnTo>
                  <a:pt x="75" y="591"/>
                </a:lnTo>
                <a:lnTo>
                  <a:pt x="75" y="592"/>
                </a:lnTo>
                <a:lnTo>
                  <a:pt x="75" y="591"/>
                </a:lnTo>
                <a:lnTo>
                  <a:pt x="76" y="591"/>
                </a:lnTo>
                <a:lnTo>
                  <a:pt x="76" y="590"/>
                </a:lnTo>
                <a:lnTo>
                  <a:pt x="77" y="590"/>
                </a:lnTo>
                <a:lnTo>
                  <a:pt x="77" y="589"/>
                </a:lnTo>
                <a:lnTo>
                  <a:pt x="78" y="589"/>
                </a:lnTo>
                <a:lnTo>
                  <a:pt x="78" y="588"/>
                </a:lnTo>
                <a:lnTo>
                  <a:pt x="79" y="588"/>
                </a:lnTo>
                <a:lnTo>
                  <a:pt x="79" y="587"/>
                </a:lnTo>
                <a:lnTo>
                  <a:pt x="80" y="587"/>
                </a:lnTo>
                <a:lnTo>
                  <a:pt x="80" y="586"/>
                </a:lnTo>
                <a:lnTo>
                  <a:pt x="81" y="586"/>
                </a:lnTo>
                <a:lnTo>
                  <a:pt x="81" y="585"/>
                </a:lnTo>
                <a:lnTo>
                  <a:pt x="81" y="584"/>
                </a:lnTo>
                <a:lnTo>
                  <a:pt x="81" y="583"/>
                </a:lnTo>
                <a:lnTo>
                  <a:pt x="81" y="582"/>
                </a:lnTo>
                <a:lnTo>
                  <a:pt x="82" y="582"/>
                </a:lnTo>
                <a:lnTo>
                  <a:pt x="83" y="582"/>
                </a:lnTo>
                <a:lnTo>
                  <a:pt x="84" y="582"/>
                </a:lnTo>
                <a:lnTo>
                  <a:pt x="84" y="581"/>
                </a:lnTo>
                <a:lnTo>
                  <a:pt x="84" y="582"/>
                </a:lnTo>
                <a:lnTo>
                  <a:pt x="85" y="582"/>
                </a:lnTo>
                <a:lnTo>
                  <a:pt x="85" y="583"/>
                </a:lnTo>
                <a:lnTo>
                  <a:pt x="86" y="583"/>
                </a:lnTo>
                <a:lnTo>
                  <a:pt x="86" y="582"/>
                </a:lnTo>
                <a:lnTo>
                  <a:pt x="87" y="582"/>
                </a:lnTo>
                <a:lnTo>
                  <a:pt x="89" y="582"/>
                </a:lnTo>
                <a:lnTo>
                  <a:pt x="90" y="581"/>
                </a:lnTo>
                <a:lnTo>
                  <a:pt x="90" y="580"/>
                </a:lnTo>
                <a:lnTo>
                  <a:pt x="90" y="579"/>
                </a:lnTo>
                <a:lnTo>
                  <a:pt x="91" y="579"/>
                </a:lnTo>
                <a:lnTo>
                  <a:pt x="91" y="578"/>
                </a:lnTo>
                <a:lnTo>
                  <a:pt x="92" y="578"/>
                </a:lnTo>
                <a:lnTo>
                  <a:pt x="93" y="578"/>
                </a:lnTo>
                <a:lnTo>
                  <a:pt x="93" y="577"/>
                </a:lnTo>
                <a:lnTo>
                  <a:pt x="93" y="576"/>
                </a:lnTo>
                <a:lnTo>
                  <a:pt x="94" y="576"/>
                </a:lnTo>
                <a:lnTo>
                  <a:pt x="94" y="575"/>
                </a:lnTo>
                <a:lnTo>
                  <a:pt x="94" y="574"/>
                </a:lnTo>
                <a:lnTo>
                  <a:pt x="94" y="573"/>
                </a:lnTo>
                <a:lnTo>
                  <a:pt x="95" y="573"/>
                </a:lnTo>
                <a:lnTo>
                  <a:pt x="94" y="573"/>
                </a:lnTo>
                <a:lnTo>
                  <a:pt x="95" y="572"/>
                </a:lnTo>
                <a:lnTo>
                  <a:pt x="94" y="572"/>
                </a:lnTo>
                <a:lnTo>
                  <a:pt x="94" y="571"/>
                </a:lnTo>
                <a:lnTo>
                  <a:pt x="95" y="571"/>
                </a:lnTo>
                <a:lnTo>
                  <a:pt x="95" y="570"/>
                </a:lnTo>
                <a:lnTo>
                  <a:pt x="96" y="570"/>
                </a:lnTo>
                <a:lnTo>
                  <a:pt x="97" y="570"/>
                </a:lnTo>
                <a:lnTo>
                  <a:pt x="97" y="571"/>
                </a:lnTo>
                <a:lnTo>
                  <a:pt x="98" y="571"/>
                </a:lnTo>
                <a:lnTo>
                  <a:pt x="99" y="571"/>
                </a:lnTo>
                <a:lnTo>
                  <a:pt x="100" y="571"/>
                </a:lnTo>
                <a:lnTo>
                  <a:pt x="100" y="570"/>
                </a:lnTo>
                <a:lnTo>
                  <a:pt x="101" y="570"/>
                </a:lnTo>
                <a:lnTo>
                  <a:pt x="101" y="569"/>
                </a:lnTo>
                <a:lnTo>
                  <a:pt x="101" y="568"/>
                </a:lnTo>
                <a:lnTo>
                  <a:pt x="102" y="568"/>
                </a:lnTo>
                <a:lnTo>
                  <a:pt x="102" y="567"/>
                </a:lnTo>
                <a:lnTo>
                  <a:pt x="102" y="566"/>
                </a:lnTo>
                <a:lnTo>
                  <a:pt x="102" y="565"/>
                </a:lnTo>
                <a:lnTo>
                  <a:pt x="101" y="565"/>
                </a:lnTo>
                <a:lnTo>
                  <a:pt x="101" y="564"/>
                </a:lnTo>
                <a:lnTo>
                  <a:pt x="102" y="564"/>
                </a:lnTo>
                <a:lnTo>
                  <a:pt x="102" y="563"/>
                </a:lnTo>
                <a:lnTo>
                  <a:pt x="103" y="563"/>
                </a:lnTo>
                <a:lnTo>
                  <a:pt x="103" y="562"/>
                </a:lnTo>
                <a:lnTo>
                  <a:pt x="103" y="561"/>
                </a:lnTo>
                <a:lnTo>
                  <a:pt x="103" y="560"/>
                </a:lnTo>
                <a:lnTo>
                  <a:pt x="103" y="559"/>
                </a:lnTo>
                <a:lnTo>
                  <a:pt x="103" y="558"/>
                </a:lnTo>
                <a:lnTo>
                  <a:pt x="102" y="558"/>
                </a:lnTo>
                <a:lnTo>
                  <a:pt x="102" y="557"/>
                </a:lnTo>
                <a:lnTo>
                  <a:pt x="102" y="556"/>
                </a:lnTo>
                <a:lnTo>
                  <a:pt x="101" y="556"/>
                </a:lnTo>
                <a:lnTo>
                  <a:pt x="101" y="555"/>
                </a:lnTo>
                <a:lnTo>
                  <a:pt x="101" y="554"/>
                </a:lnTo>
                <a:lnTo>
                  <a:pt x="100" y="554"/>
                </a:lnTo>
                <a:lnTo>
                  <a:pt x="101" y="554"/>
                </a:lnTo>
                <a:lnTo>
                  <a:pt x="100" y="554"/>
                </a:lnTo>
                <a:lnTo>
                  <a:pt x="100" y="553"/>
                </a:lnTo>
                <a:lnTo>
                  <a:pt x="100" y="552"/>
                </a:lnTo>
                <a:lnTo>
                  <a:pt x="99" y="552"/>
                </a:lnTo>
                <a:lnTo>
                  <a:pt x="100" y="552"/>
                </a:lnTo>
                <a:lnTo>
                  <a:pt x="100" y="551"/>
                </a:lnTo>
                <a:lnTo>
                  <a:pt x="101" y="551"/>
                </a:lnTo>
                <a:lnTo>
                  <a:pt x="102" y="551"/>
                </a:lnTo>
                <a:lnTo>
                  <a:pt x="103" y="551"/>
                </a:lnTo>
                <a:lnTo>
                  <a:pt x="103" y="550"/>
                </a:lnTo>
                <a:lnTo>
                  <a:pt x="104" y="550"/>
                </a:lnTo>
                <a:lnTo>
                  <a:pt x="104" y="549"/>
                </a:lnTo>
                <a:lnTo>
                  <a:pt x="105" y="548"/>
                </a:lnTo>
                <a:lnTo>
                  <a:pt x="105" y="547"/>
                </a:lnTo>
                <a:lnTo>
                  <a:pt x="106" y="547"/>
                </a:lnTo>
                <a:lnTo>
                  <a:pt x="107" y="547"/>
                </a:lnTo>
                <a:lnTo>
                  <a:pt x="107" y="546"/>
                </a:lnTo>
                <a:lnTo>
                  <a:pt x="108" y="546"/>
                </a:lnTo>
                <a:lnTo>
                  <a:pt x="108" y="545"/>
                </a:lnTo>
                <a:lnTo>
                  <a:pt x="108" y="544"/>
                </a:lnTo>
                <a:lnTo>
                  <a:pt x="109" y="544"/>
                </a:lnTo>
                <a:lnTo>
                  <a:pt x="109" y="543"/>
                </a:lnTo>
                <a:lnTo>
                  <a:pt x="108" y="543"/>
                </a:lnTo>
                <a:lnTo>
                  <a:pt x="108" y="542"/>
                </a:lnTo>
                <a:lnTo>
                  <a:pt x="108" y="541"/>
                </a:lnTo>
                <a:lnTo>
                  <a:pt x="108" y="540"/>
                </a:lnTo>
                <a:lnTo>
                  <a:pt x="108" y="539"/>
                </a:lnTo>
                <a:lnTo>
                  <a:pt x="108" y="538"/>
                </a:lnTo>
                <a:lnTo>
                  <a:pt x="107" y="538"/>
                </a:lnTo>
                <a:lnTo>
                  <a:pt x="107" y="537"/>
                </a:lnTo>
                <a:lnTo>
                  <a:pt x="107" y="536"/>
                </a:lnTo>
                <a:lnTo>
                  <a:pt x="107" y="535"/>
                </a:lnTo>
                <a:lnTo>
                  <a:pt x="106" y="535"/>
                </a:lnTo>
                <a:lnTo>
                  <a:pt x="107" y="535"/>
                </a:lnTo>
                <a:lnTo>
                  <a:pt x="108" y="535"/>
                </a:lnTo>
                <a:lnTo>
                  <a:pt x="108" y="536"/>
                </a:lnTo>
                <a:lnTo>
                  <a:pt x="109" y="535"/>
                </a:lnTo>
                <a:lnTo>
                  <a:pt x="109" y="536"/>
                </a:lnTo>
                <a:lnTo>
                  <a:pt x="109" y="537"/>
                </a:lnTo>
                <a:lnTo>
                  <a:pt x="110" y="537"/>
                </a:lnTo>
                <a:lnTo>
                  <a:pt x="111" y="537"/>
                </a:lnTo>
                <a:lnTo>
                  <a:pt x="112" y="537"/>
                </a:lnTo>
                <a:lnTo>
                  <a:pt x="113" y="537"/>
                </a:lnTo>
                <a:lnTo>
                  <a:pt x="113" y="538"/>
                </a:lnTo>
                <a:lnTo>
                  <a:pt x="114" y="538"/>
                </a:lnTo>
                <a:lnTo>
                  <a:pt x="115" y="538"/>
                </a:lnTo>
                <a:lnTo>
                  <a:pt x="115" y="539"/>
                </a:lnTo>
                <a:lnTo>
                  <a:pt x="116" y="539"/>
                </a:lnTo>
                <a:lnTo>
                  <a:pt x="116" y="538"/>
                </a:lnTo>
                <a:lnTo>
                  <a:pt x="117" y="538"/>
                </a:lnTo>
                <a:lnTo>
                  <a:pt x="117" y="539"/>
                </a:lnTo>
                <a:lnTo>
                  <a:pt x="118" y="539"/>
                </a:lnTo>
                <a:lnTo>
                  <a:pt x="118" y="540"/>
                </a:lnTo>
                <a:lnTo>
                  <a:pt x="119" y="540"/>
                </a:lnTo>
                <a:lnTo>
                  <a:pt x="120" y="541"/>
                </a:lnTo>
                <a:lnTo>
                  <a:pt x="121" y="541"/>
                </a:lnTo>
                <a:lnTo>
                  <a:pt x="121" y="542"/>
                </a:lnTo>
                <a:lnTo>
                  <a:pt x="121" y="543"/>
                </a:lnTo>
                <a:lnTo>
                  <a:pt x="122" y="543"/>
                </a:lnTo>
                <a:lnTo>
                  <a:pt x="122" y="544"/>
                </a:lnTo>
                <a:lnTo>
                  <a:pt x="123" y="544"/>
                </a:lnTo>
                <a:lnTo>
                  <a:pt x="123" y="545"/>
                </a:lnTo>
                <a:lnTo>
                  <a:pt x="124" y="545"/>
                </a:lnTo>
                <a:lnTo>
                  <a:pt x="123" y="545"/>
                </a:lnTo>
                <a:lnTo>
                  <a:pt x="124" y="545"/>
                </a:lnTo>
                <a:lnTo>
                  <a:pt x="123" y="545"/>
                </a:lnTo>
                <a:lnTo>
                  <a:pt x="123" y="546"/>
                </a:lnTo>
                <a:lnTo>
                  <a:pt x="124" y="547"/>
                </a:lnTo>
                <a:lnTo>
                  <a:pt x="124" y="548"/>
                </a:lnTo>
                <a:lnTo>
                  <a:pt x="125" y="548"/>
                </a:lnTo>
                <a:lnTo>
                  <a:pt x="125" y="549"/>
                </a:lnTo>
                <a:lnTo>
                  <a:pt x="126" y="549"/>
                </a:lnTo>
                <a:lnTo>
                  <a:pt x="126" y="548"/>
                </a:lnTo>
                <a:lnTo>
                  <a:pt x="126" y="547"/>
                </a:lnTo>
                <a:lnTo>
                  <a:pt x="127" y="547"/>
                </a:lnTo>
                <a:lnTo>
                  <a:pt x="127" y="546"/>
                </a:lnTo>
                <a:lnTo>
                  <a:pt x="128" y="546"/>
                </a:lnTo>
                <a:lnTo>
                  <a:pt x="128" y="545"/>
                </a:lnTo>
                <a:lnTo>
                  <a:pt x="129" y="545"/>
                </a:lnTo>
                <a:lnTo>
                  <a:pt x="130" y="545"/>
                </a:lnTo>
                <a:lnTo>
                  <a:pt x="130" y="544"/>
                </a:lnTo>
                <a:lnTo>
                  <a:pt x="131" y="544"/>
                </a:lnTo>
                <a:lnTo>
                  <a:pt x="131" y="545"/>
                </a:lnTo>
                <a:lnTo>
                  <a:pt x="132" y="545"/>
                </a:lnTo>
                <a:lnTo>
                  <a:pt x="132" y="544"/>
                </a:lnTo>
                <a:lnTo>
                  <a:pt x="133" y="544"/>
                </a:lnTo>
                <a:lnTo>
                  <a:pt x="134" y="544"/>
                </a:lnTo>
                <a:lnTo>
                  <a:pt x="134" y="543"/>
                </a:lnTo>
                <a:lnTo>
                  <a:pt x="135" y="543"/>
                </a:lnTo>
                <a:lnTo>
                  <a:pt x="135" y="542"/>
                </a:lnTo>
                <a:lnTo>
                  <a:pt x="136" y="542"/>
                </a:lnTo>
                <a:lnTo>
                  <a:pt x="137" y="542"/>
                </a:lnTo>
                <a:lnTo>
                  <a:pt x="138" y="542"/>
                </a:lnTo>
                <a:lnTo>
                  <a:pt x="138" y="541"/>
                </a:lnTo>
                <a:lnTo>
                  <a:pt x="139" y="541"/>
                </a:lnTo>
                <a:lnTo>
                  <a:pt x="139" y="540"/>
                </a:lnTo>
                <a:lnTo>
                  <a:pt x="139" y="539"/>
                </a:lnTo>
                <a:lnTo>
                  <a:pt x="139" y="538"/>
                </a:lnTo>
                <a:lnTo>
                  <a:pt x="139" y="537"/>
                </a:lnTo>
                <a:lnTo>
                  <a:pt x="139" y="536"/>
                </a:lnTo>
                <a:lnTo>
                  <a:pt x="139" y="535"/>
                </a:lnTo>
                <a:lnTo>
                  <a:pt x="139" y="534"/>
                </a:lnTo>
                <a:lnTo>
                  <a:pt x="140" y="534"/>
                </a:lnTo>
                <a:lnTo>
                  <a:pt x="139" y="534"/>
                </a:lnTo>
                <a:lnTo>
                  <a:pt x="139" y="533"/>
                </a:lnTo>
                <a:lnTo>
                  <a:pt x="140" y="533"/>
                </a:lnTo>
                <a:lnTo>
                  <a:pt x="140" y="532"/>
                </a:lnTo>
                <a:lnTo>
                  <a:pt x="141" y="532"/>
                </a:lnTo>
                <a:lnTo>
                  <a:pt x="141" y="531"/>
                </a:lnTo>
                <a:lnTo>
                  <a:pt x="141" y="530"/>
                </a:lnTo>
                <a:lnTo>
                  <a:pt x="142" y="530"/>
                </a:lnTo>
                <a:lnTo>
                  <a:pt x="143" y="530"/>
                </a:lnTo>
                <a:lnTo>
                  <a:pt x="143" y="529"/>
                </a:lnTo>
                <a:lnTo>
                  <a:pt x="143" y="530"/>
                </a:lnTo>
                <a:lnTo>
                  <a:pt x="144" y="530"/>
                </a:lnTo>
                <a:lnTo>
                  <a:pt x="144" y="529"/>
                </a:lnTo>
                <a:lnTo>
                  <a:pt x="145" y="529"/>
                </a:lnTo>
                <a:lnTo>
                  <a:pt x="146" y="529"/>
                </a:lnTo>
                <a:lnTo>
                  <a:pt x="147" y="529"/>
                </a:lnTo>
                <a:lnTo>
                  <a:pt x="147" y="528"/>
                </a:lnTo>
                <a:lnTo>
                  <a:pt x="147" y="527"/>
                </a:lnTo>
                <a:lnTo>
                  <a:pt x="147" y="526"/>
                </a:lnTo>
                <a:lnTo>
                  <a:pt x="148" y="526"/>
                </a:lnTo>
                <a:lnTo>
                  <a:pt x="148" y="525"/>
                </a:lnTo>
                <a:lnTo>
                  <a:pt x="148" y="524"/>
                </a:lnTo>
                <a:lnTo>
                  <a:pt x="147" y="524"/>
                </a:lnTo>
                <a:lnTo>
                  <a:pt x="147" y="523"/>
                </a:lnTo>
                <a:lnTo>
                  <a:pt x="147" y="522"/>
                </a:lnTo>
                <a:lnTo>
                  <a:pt x="147" y="521"/>
                </a:lnTo>
                <a:lnTo>
                  <a:pt x="148" y="521"/>
                </a:lnTo>
                <a:lnTo>
                  <a:pt x="148" y="520"/>
                </a:lnTo>
                <a:lnTo>
                  <a:pt x="149" y="520"/>
                </a:lnTo>
                <a:lnTo>
                  <a:pt x="149" y="519"/>
                </a:lnTo>
                <a:lnTo>
                  <a:pt x="150" y="519"/>
                </a:lnTo>
                <a:lnTo>
                  <a:pt x="150" y="518"/>
                </a:lnTo>
                <a:lnTo>
                  <a:pt x="150" y="517"/>
                </a:lnTo>
                <a:lnTo>
                  <a:pt x="150" y="516"/>
                </a:lnTo>
                <a:lnTo>
                  <a:pt x="150" y="515"/>
                </a:lnTo>
                <a:lnTo>
                  <a:pt x="150" y="514"/>
                </a:lnTo>
                <a:lnTo>
                  <a:pt x="151" y="514"/>
                </a:lnTo>
                <a:lnTo>
                  <a:pt x="151" y="513"/>
                </a:lnTo>
                <a:lnTo>
                  <a:pt x="152" y="513"/>
                </a:lnTo>
                <a:lnTo>
                  <a:pt x="152" y="512"/>
                </a:lnTo>
                <a:lnTo>
                  <a:pt x="152" y="511"/>
                </a:lnTo>
                <a:lnTo>
                  <a:pt x="153" y="511"/>
                </a:lnTo>
                <a:lnTo>
                  <a:pt x="153" y="510"/>
                </a:lnTo>
                <a:lnTo>
                  <a:pt x="154" y="510"/>
                </a:lnTo>
                <a:lnTo>
                  <a:pt x="155" y="510"/>
                </a:lnTo>
                <a:lnTo>
                  <a:pt x="155" y="509"/>
                </a:lnTo>
                <a:lnTo>
                  <a:pt x="156" y="509"/>
                </a:lnTo>
                <a:lnTo>
                  <a:pt x="156" y="508"/>
                </a:lnTo>
                <a:lnTo>
                  <a:pt x="156" y="507"/>
                </a:lnTo>
                <a:lnTo>
                  <a:pt x="157" y="507"/>
                </a:lnTo>
                <a:lnTo>
                  <a:pt x="158" y="507"/>
                </a:lnTo>
                <a:lnTo>
                  <a:pt x="158" y="506"/>
                </a:lnTo>
                <a:lnTo>
                  <a:pt x="159" y="506"/>
                </a:lnTo>
                <a:lnTo>
                  <a:pt x="160" y="506"/>
                </a:lnTo>
                <a:lnTo>
                  <a:pt x="161" y="506"/>
                </a:lnTo>
                <a:lnTo>
                  <a:pt x="162" y="506"/>
                </a:lnTo>
                <a:lnTo>
                  <a:pt x="163" y="506"/>
                </a:lnTo>
                <a:lnTo>
                  <a:pt x="163" y="507"/>
                </a:lnTo>
                <a:lnTo>
                  <a:pt x="164" y="507"/>
                </a:lnTo>
                <a:lnTo>
                  <a:pt x="164" y="508"/>
                </a:lnTo>
                <a:lnTo>
                  <a:pt x="164" y="509"/>
                </a:lnTo>
                <a:lnTo>
                  <a:pt x="165" y="509"/>
                </a:lnTo>
                <a:lnTo>
                  <a:pt x="166" y="509"/>
                </a:lnTo>
                <a:lnTo>
                  <a:pt x="166" y="510"/>
                </a:lnTo>
                <a:lnTo>
                  <a:pt x="167" y="510"/>
                </a:lnTo>
                <a:lnTo>
                  <a:pt x="167" y="511"/>
                </a:lnTo>
                <a:lnTo>
                  <a:pt x="168" y="511"/>
                </a:lnTo>
                <a:lnTo>
                  <a:pt x="169" y="511"/>
                </a:lnTo>
                <a:lnTo>
                  <a:pt x="169" y="512"/>
                </a:lnTo>
                <a:lnTo>
                  <a:pt x="170" y="512"/>
                </a:lnTo>
                <a:lnTo>
                  <a:pt x="171" y="512"/>
                </a:lnTo>
                <a:lnTo>
                  <a:pt x="171" y="513"/>
                </a:lnTo>
                <a:lnTo>
                  <a:pt x="171" y="514"/>
                </a:lnTo>
                <a:lnTo>
                  <a:pt x="172" y="514"/>
                </a:lnTo>
                <a:lnTo>
                  <a:pt x="172" y="513"/>
                </a:lnTo>
                <a:lnTo>
                  <a:pt x="173" y="513"/>
                </a:lnTo>
                <a:lnTo>
                  <a:pt x="173" y="512"/>
                </a:lnTo>
                <a:lnTo>
                  <a:pt x="174" y="512"/>
                </a:lnTo>
                <a:lnTo>
                  <a:pt x="174" y="513"/>
                </a:lnTo>
                <a:lnTo>
                  <a:pt x="174" y="512"/>
                </a:lnTo>
                <a:lnTo>
                  <a:pt x="174" y="511"/>
                </a:lnTo>
                <a:lnTo>
                  <a:pt x="175" y="511"/>
                </a:lnTo>
                <a:lnTo>
                  <a:pt x="176" y="511"/>
                </a:lnTo>
                <a:lnTo>
                  <a:pt x="176" y="510"/>
                </a:lnTo>
                <a:lnTo>
                  <a:pt x="176" y="511"/>
                </a:lnTo>
                <a:lnTo>
                  <a:pt x="177" y="511"/>
                </a:lnTo>
                <a:lnTo>
                  <a:pt x="177" y="510"/>
                </a:lnTo>
                <a:lnTo>
                  <a:pt x="178" y="510"/>
                </a:lnTo>
                <a:lnTo>
                  <a:pt x="178" y="509"/>
                </a:lnTo>
                <a:lnTo>
                  <a:pt x="178" y="508"/>
                </a:lnTo>
                <a:lnTo>
                  <a:pt x="179" y="508"/>
                </a:lnTo>
                <a:lnTo>
                  <a:pt x="179" y="507"/>
                </a:lnTo>
                <a:lnTo>
                  <a:pt x="180" y="507"/>
                </a:lnTo>
                <a:lnTo>
                  <a:pt x="181" y="507"/>
                </a:lnTo>
                <a:lnTo>
                  <a:pt x="181" y="506"/>
                </a:lnTo>
                <a:lnTo>
                  <a:pt x="182" y="506"/>
                </a:lnTo>
                <a:lnTo>
                  <a:pt x="182" y="505"/>
                </a:lnTo>
                <a:lnTo>
                  <a:pt x="182" y="504"/>
                </a:lnTo>
                <a:lnTo>
                  <a:pt x="182" y="503"/>
                </a:lnTo>
                <a:lnTo>
                  <a:pt x="182" y="502"/>
                </a:lnTo>
                <a:lnTo>
                  <a:pt x="182" y="501"/>
                </a:lnTo>
                <a:lnTo>
                  <a:pt x="182" y="500"/>
                </a:lnTo>
                <a:lnTo>
                  <a:pt x="182" y="499"/>
                </a:lnTo>
                <a:lnTo>
                  <a:pt x="181" y="498"/>
                </a:lnTo>
                <a:lnTo>
                  <a:pt x="181" y="497"/>
                </a:lnTo>
                <a:lnTo>
                  <a:pt x="180" y="497"/>
                </a:lnTo>
                <a:lnTo>
                  <a:pt x="180" y="496"/>
                </a:lnTo>
                <a:lnTo>
                  <a:pt x="180" y="495"/>
                </a:lnTo>
                <a:lnTo>
                  <a:pt x="180" y="494"/>
                </a:lnTo>
                <a:lnTo>
                  <a:pt x="180" y="493"/>
                </a:lnTo>
                <a:lnTo>
                  <a:pt x="179" y="493"/>
                </a:lnTo>
                <a:lnTo>
                  <a:pt x="179" y="492"/>
                </a:lnTo>
                <a:lnTo>
                  <a:pt x="178" y="492"/>
                </a:lnTo>
                <a:lnTo>
                  <a:pt x="178" y="491"/>
                </a:lnTo>
                <a:lnTo>
                  <a:pt x="177" y="491"/>
                </a:lnTo>
                <a:lnTo>
                  <a:pt x="177" y="490"/>
                </a:lnTo>
                <a:lnTo>
                  <a:pt x="177" y="489"/>
                </a:lnTo>
                <a:lnTo>
                  <a:pt x="176" y="489"/>
                </a:lnTo>
                <a:lnTo>
                  <a:pt x="176" y="490"/>
                </a:lnTo>
                <a:lnTo>
                  <a:pt x="176" y="489"/>
                </a:lnTo>
                <a:lnTo>
                  <a:pt x="175" y="489"/>
                </a:lnTo>
                <a:lnTo>
                  <a:pt x="175" y="488"/>
                </a:lnTo>
                <a:lnTo>
                  <a:pt x="175" y="487"/>
                </a:lnTo>
                <a:lnTo>
                  <a:pt x="174" y="487"/>
                </a:lnTo>
                <a:lnTo>
                  <a:pt x="173" y="487"/>
                </a:lnTo>
                <a:lnTo>
                  <a:pt x="173" y="488"/>
                </a:lnTo>
                <a:lnTo>
                  <a:pt x="172" y="488"/>
                </a:lnTo>
                <a:lnTo>
                  <a:pt x="172" y="487"/>
                </a:lnTo>
                <a:lnTo>
                  <a:pt x="171" y="487"/>
                </a:lnTo>
                <a:lnTo>
                  <a:pt x="171" y="486"/>
                </a:lnTo>
                <a:lnTo>
                  <a:pt x="171" y="485"/>
                </a:lnTo>
                <a:lnTo>
                  <a:pt x="171" y="484"/>
                </a:lnTo>
                <a:lnTo>
                  <a:pt x="170" y="484"/>
                </a:lnTo>
                <a:lnTo>
                  <a:pt x="170" y="483"/>
                </a:lnTo>
                <a:lnTo>
                  <a:pt x="170" y="482"/>
                </a:lnTo>
                <a:lnTo>
                  <a:pt x="170" y="481"/>
                </a:lnTo>
                <a:lnTo>
                  <a:pt x="170" y="480"/>
                </a:lnTo>
                <a:lnTo>
                  <a:pt x="170" y="479"/>
                </a:lnTo>
                <a:lnTo>
                  <a:pt x="169" y="479"/>
                </a:lnTo>
                <a:lnTo>
                  <a:pt x="169" y="478"/>
                </a:lnTo>
                <a:lnTo>
                  <a:pt x="169" y="477"/>
                </a:lnTo>
                <a:lnTo>
                  <a:pt x="170" y="477"/>
                </a:lnTo>
                <a:lnTo>
                  <a:pt x="170" y="476"/>
                </a:lnTo>
                <a:lnTo>
                  <a:pt x="169" y="476"/>
                </a:lnTo>
                <a:lnTo>
                  <a:pt x="170" y="475"/>
                </a:lnTo>
                <a:lnTo>
                  <a:pt x="170" y="474"/>
                </a:lnTo>
                <a:lnTo>
                  <a:pt x="169" y="474"/>
                </a:lnTo>
                <a:lnTo>
                  <a:pt x="169" y="473"/>
                </a:lnTo>
                <a:lnTo>
                  <a:pt x="169" y="472"/>
                </a:lnTo>
                <a:lnTo>
                  <a:pt x="168" y="472"/>
                </a:lnTo>
                <a:lnTo>
                  <a:pt x="167" y="472"/>
                </a:lnTo>
                <a:lnTo>
                  <a:pt x="167" y="471"/>
                </a:lnTo>
                <a:lnTo>
                  <a:pt x="168" y="471"/>
                </a:lnTo>
                <a:lnTo>
                  <a:pt x="168" y="470"/>
                </a:lnTo>
                <a:lnTo>
                  <a:pt x="168" y="469"/>
                </a:lnTo>
                <a:lnTo>
                  <a:pt x="167" y="469"/>
                </a:lnTo>
                <a:lnTo>
                  <a:pt x="168" y="469"/>
                </a:lnTo>
                <a:lnTo>
                  <a:pt x="168" y="468"/>
                </a:lnTo>
                <a:lnTo>
                  <a:pt x="167" y="468"/>
                </a:lnTo>
                <a:lnTo>
                  <a:pt x="167" y="467"/>
                </a:lnTo>
                <a:lnTo>
                  <a:pt x="167" y="466"/>
                </a:lnTo>
                <a:lnTo>
                  <a:pt x="167" y="465"/>
                </a:lnTo>
                <a:lnTo>
                  <a:pt x="166" y="465"/>
                </a:lnTo>
                <a:lnTo>
                  <a:pt x="167" y="464"/>
                </a:lnTo>
                <a:lnTo>
                  <a:pt x="168" y="464"/>
                </a:lnTo>
                <a:lnTo>
                  <a:pt x="168" y="463"/>
                </a:lnTo>
                <a:lnTo>
                  <a:pt x="168" y="462"/>
                </a:lnTo>
                <a:lnTo>
                  <a:pt x="168" y="461"/>
                </a:lnTo>
                <a:lnTo>
                  <a:pt x="169" y="461"/>
                </a:lnTo>
                <a:lnTo>
                  <a:pt x="169" y="462"/>
                </a:lnTo>
                <a:lnTo>
                  <a:pt x="170" y="463"/>
                </a:lnTo>
                <a:lnTo>
                  <a:pt x="171" y="463"/>
                </a:lnTo>
                <a:lnTo>
                  <a:pt x="172" y="463"/>
                </a:lnTo>
                <a:lnTo>
                  <a:pt x="172" y="462"/>
                </a:lnTo>
                <a:lnTo>
                  <a:pt x="173" y="462"/>
                </a:lnTo>
                <a:lnTo>
                  <a:pt x="174" y="462"/>
                </a:lnTo>
                <a:lnTo>
                  <a:pt x="174" y="461"/>
                </a:lnTo>
                <a:lnTo>
                  <a:pt x="175" y="461"/>
                </a:lnTo>
                <a:lnTo>
                  <a:pt x="176" y="461"/>
                </a:lnTo>
                <a:lnTo>
                  <a:pt x="177" y="461"/>
                </a:lnTo>
                <a:lnTo>
                  <a:pt x="177" y="462"/>
                </a:lnTo>
                <a:lnTo>
                  <a:pt x="178" y="462"/>
                </a:lnTo>
                <a:lnTo>
                  <a:pt x="178" y="463"/>
                </a:lnTo>
                <a:lnTo>
                  <a:pt x="178" y="464"/>
                </a:lnTo>
                <a:lnTo>
                  <a:pt x="179" y="464"/>
                </a:lnTo>
                <a:lnTo>
                  <a:pt x="179" y="465"/>
                </a:lnTo>
                <a:lnTo>
                  <a:pt x="179" y="466"/>
                </a:lnTo>
                <a:lnTo>
                  <a:pt x="179" y="467"/>
                </a:lnTo>
                <a:lnTo>
                  <a:pt x="178" y="467"/>
                </a:lnTo>
                <a:lnTo>
                  <a:pt x="178" y="468"/>
                </a:lnTo>
                <a:lnTo>
                  <a:pt x="177" y="468"/>
                </a:lnTo>
                <a:lnTo>
                  <a:pt x="178" y="468"/>
                </a:lnTo>
                <a:lnTo>
                  <a:pt x="178" y="469"/>
                </a:lnTo>
                <a:lnTo>
                  <a:pt x="178" y="470"/>
                </a:lnTo>
                <a:lnTo>
                  <a:pt x="179" y="470"/>
                </a:lnTo>
                <a:lnTo>
                  <a:pt x="179" y="469"/>
                </a:lnTo>
                <a:lnTo>
                  <a:pt x="180" y="469"/>
                </a:lnTo>
                <a:lnTo>
                  <a:pt x="181" y="469"/>
                </a:lnTo>
                <a:lnTo>
                  <a:pt x="181" y="468"/>
                </a:lnTo>
                <a:lnTo>
                  <a:pt x="182" y="468"/>
                </a:lnTo>
                <a:lnTo>
                  <a:pt x="182" y="467"/>
                </a:lnTo>
                <a:lnTo>
                  <a:pt x="183" y="467"/>
                </a:lnTo>
                <a:lnTo>
                  <a:pt x="184" y="467"/>
                </a:lnTo>
                <a:lnTo>
                  <a:pt x="184" y="466"/>
                </a:lnTo>
                <a:lnTo>
                  <a:pt x="185" y="466"/>
                </a:lnTo>
                <a:lnTo>
                  <a:pt x="185" y="465"/>
                </a:lnTo>
                <a:lnTo>
                  <a:pt x="186" y="465"/>
                </a:lnTo>
                <a:lnTo>
                  <a:pt x="186" y="464"/>
                </a:lnTo>
                <a:lnTo>
                  <a:pt x="186" y="463"/>
                </a:lnTo>
                <a:lnTo>
                  <a:pt x="186" y="462"/>
                </a:lnTo>
                <a:lnTo>
                  <a:pt x="185" y="462"/>
                </a:lnTo>
                <a:lnTo>
                  <a:pt x="185" y="461"/>
                </a:lnTo>
                <a:lnTo>
                  <a:pt x="185" y="460"/>
                </a:lnTo>
                <a:lnTo>
                  <a:pt x="186" y="460"/>
                </a:lnTo>
                <a:lnTo>
                  <a:pt x="187" y="460"/>
                </a:lnTo>
                <a:lnTo>
                  <a:pt x="188" y="460"/>
                </a:lnTo>
                <a:lnTo>
                  <a:pt x="188" y="459"/>
                </a:lnTo>
                <a:lnTo>
                  <a:pt x="188" y="458"/>
                </a:lnTo>
                <a:lnTo>
                  <a:pt x="189" y="458"/>
                </a:lnTo>
                <a:lnTo>
                  <a:pt x="189" y="457"/>
                </a:lnTo>
                <a:lnTo>
                  <a:pt x="189" y="456"/>
                </a:lnTo>
                <a:lnTo>
                  <a:pt x="189" y="455"/>
                </a:lnTo>
                <a:lnTo>
                  <a:pt x="188" y="455"/>
                </a:lnTo>
                <a:lnTo>
                  <a:pt x="188" y="454"/>
                </a:lnTo>
                <a:lnTo>
                  <a:pt x="188" y="453"/>
                </a:lnTo>
                <a:lnTo>
                  <a:pt x="188" y="452"/>
                </a:lnTo>
                <a:lnTo>
                  <a:pt x="187" y="452"/>
                </a:lnTo>
                <a:lnTo>
                  <a:pt x="187" y="451"/>
                </a:lnTo>
                <a:lnTo>
                  <a:pt x="187" y="450"/>
                </a:lnTo>
                <a:lnTo>
                  <a:pt x="186" y="450"/>
                </a:lnTo>
                <a:lnTo>
                  <a:pt x="186" y="449"/>
                </a:lnTo>
                <a:lnTo>
                  <a:pt x="186" y="448"/>
                </a:lnTo>
                <a:lnTo>
                  <a:pt x="185" y="448"/>
                </a:lnTo>
                <a:lnTo>
                  <a:pt x="185" y="447"/>
                </a:lnTo>
                <a:lnTo>
                  <a:pt x="184" y="447"/>
                </a:lnTo>
                <a:lnTo>
                  <a:pt x="184" y="448"/>
                </a:lnTo>
                <a:lnTo>
                  <a:pt x="183" y="448"/>
                </a:lnTo>
                <a:lnTo>
                  <a:pt x="183" y="449"/>
                </a:lnTo>
                <a:lnTo>
                  <a:pt x="183" y="448"/>
                </a:lnTo>
                <a:lnTo>
                  <a:pt x="182" y="448"/>
                </a:lnTo>
                <a:lnTo>
                  <a:pt x="182" y="447"/>
                </a:lnTo>
                <a:lnTo>
                  <a:pt x="181" y="447"/>
                </a:lnTo>
                <a:lnTo>
                  <a:pt x="181" y="446"/>
                </a:lnTo>
                <a:lnTo>
                  <a:pt x="182" y="446"/>
                </a:lnTo>
                <a:lnTo>
                  <a:pt x="182" y="445"/>
                </a:lnTo>
                <a:lnTo>
                  <a:pt x="182" y="444"/>
                </a:lnTo>
                <a:lnTo>
                  <a:pt x="182" y="443"/>
                </a:lnTo>
                <a:lnTo>
                  <a:pt x="182" y="442"/>
                </a:lnTo>
                <a:lnTo>
                  <a:pt x="182" y="441"/>
                </a:lnTo>
                <a:lnTo>
                  <a:pt x="182" y="440"/>
                </a:lnTo>
                <a:lnTo>
                  <a:pt x="183" y="440"/>
                </a:lnTo>
                <a:lnTo>
                  <a:pt x="183" y="439"/>
                </a:lnTo>
                <a:lnTo>
                  <a:pt x="183" y="438"/>
                </a:lnTo>
                <a:lnTo>
                  <a:pt x="183" y="437"/>
                </a:lnTo>
                <a:lnTo>
                  <a:pt x="184" y="437"/>
                </a:lnTo>
                <a:lnTo>
                  <a:pt x="184" y="436"/>
                </a:lnTo>
                <a:lnTo>
                  <a:pt x="185" y="436"/>
                </a:lnTo>
                <a:lnTo>
                  <a:pt x="186" y="436"/>
                </a:lnTo>
                <a:lnTo>
                  <a:pt x="186" y="435"/>
                </a:lnTo>
                <a:lnTo>
                  <a:pt x="187" y="435"/>
                </a:lnTo>
                <a:lnTo>
                  <a:pt x="187" y="434"/>
                </a:lnTo>
                <a:lnTo>
                  <a:pt x="188" y="434"/>
                </a:lnTo>
                <a:lnTo>
                  <a:pt x="188" y="433"/>
                </a:lnTo>
                <a:lnTo>
                  <a:pt x="189" y="433"/>
                </a:lnTo>
                <a:lnTo>
                  <a:pt x="189" y="432"/>
                </a:lnTo>
                <a:lnTo>
                  <a:pt x="190" y="432"/>
                </a:lnTo>
                <a:lnTo>
                  <a:pt x="190" y="431"/>
                </a:lnTo>
                <a:lnTo>
                  <a:pt x="190" y="430"/>
                </a:lnTo>
                <a:lnTo>
                  <a:pt x="190" y="429"/>
                </a:lnTo>
                <a:lnTo>
                  <a:pt x="190" y="428"/>
                </a:lnTo>
                <a:lnTo>
                  <a:pt x="190" y="427"/>
                </a:lnTo>
                <a:lnTo>
                  <a:pt x="190" y="426"/>
                </a:lnTo>
                <a:lnTo>
                  <a:pt x="191" y="426"/>
                </a:lnTo>
                <a:lnTo>
                  <a:pt x="192" y="426"/>
                </a:lnTo>
                <a:lnTo>
                  <a:pt x="192" y="425"/>
                </a:lnTo>
                <a:lnTo>
                  <a:pt x="192" y="424"/>
                </a:lnTo>
                <a:lnTo>
                  <a:pt x="192" y="423"/>
                </a:lnTo>
                <a:lnTo>
                  <a:pt x="193" y="423"/>
                </a:lnTo>
                <a:lnTo>
                  <a:pt x="193" y="422"/>
                </a:lnTo>
                <a:lnTo>
                  <a:pt x="192" y="422"/>
                </a:lnTo>
                <a:lnTo>
                  <a:pt x="192" y="421"/>
                </a:lnTo>
                <a:lnTo>
                  <a:pt x="193" y="421"/>
                </a:lnTo>
                <a:lnTo>
                  <a:pt x="193" y="420"/>
                </a:lnTo>
                <a:lnTo>
                  <a:pt x="193" y="419"/>
                </a:lnTo>
                <a:lnTo>
                  <a:pt x="192" y="419"/>
                </a:lnTo>
                <a:lnTo>
                  <a:pt x="192" y="418"/>
                </a:lnTo>
                <a:lnTo>
                  <a:pt x="193" y="418"/>
                </a:lnTo>
                <a:lnTo>
                  <a:pt x="193" y="417"/>
                </a:lnTo>
                <a:lnTo>
                  <a:pt x="193" y="415"/>
                </a:lnTo>
                <a:lnTo>
                  <a:pt x="193" y="414"/>
                </a:lnTo>
                <a:lnTo>
                  <a:pt x="194" y="414"/>
                </a:lnTo>
                <a:lnTo>
                  <a:pt x="194" y="413"/>
                </a:lnTo>
                <a:lnTo>
                  <a:pt x="194" y="412"/>
                </a:lnTo>
                <a:lnTo>
                  <a:pt x="194" y="411"/>
                </a:lnTo>
                <a:lnTo>
                  <a:pt x="194" y="410"/>
                </a:lnTo>
                <a:lnTo>
                  <a:pt x="195" y="410"/>
                </a:lnTo>
                <a:lnTo>
                  <a:pt x="195" y="409"/>
                </a:lnTo>
                <a:lnTo>
                  <a:pt x="194" y="409"/>
                </a:lnTo>
                <a:lnTo>
                  <a:pt x="194" y="408"/>
                </a:lnTo>
                <a:lnTo>
                  <a:pt x="194" y="407"/>
                </a:lnTo>
                <a:lnTo>
                  <a:pt x="194" y="406"/>
                </a:lnTo>
                <a:lnTo>
                  <a:pt x="195" y="405"/>
                </a:lnTo>
                <a:lnTo>
                  <a:pt x="195" y="404"/>
                </a:lnTo>
                <a:lnTo>
                  <a:pt x="194" y="404"/>
                </a:lnTo>
                <a:lnTo>
                  <a:pt x="194" y="403"/>
                </a:lnTo>
                <a:lnTo>
                  <a:pt x="195" y="403"/>
                </a:lnTo>
                <a:lnTo>
                  <a:pt x="195" y="402"/>
                </a:lnTo>
                <a:lnTo>
                  <a:pt x="195" y="401"/>
                </a:lnTo>
                <a:lnTo>
                  <a:pt x="195" y="399"/>
                </a:lnTo>
                <a:lnTo>
                  <a:pt x="195" y="398"/>
                </a:lnTo>
                <a:lnTo>
                  <a:pt x="196" y="398"/>
                </a:lnTo>
                <a:lnTo>
                  <a:pt x="197" y="398"/>
                </a:lnTo>
                <a:lnTo>
                  <a:pt x="197" y="397"/>
                </a:lnTo>
                <a:lnTo>
                  <a:pt x="198" y="397"/>
                </a:lnTo>
                <a:lnTo>
                  <a:pt x="198" y="396"/>
                </a:lnTo>
                <a:lnTo>
                  <a:pt x="198" y="395"/>
                </a:lnTo>
                <a:lnTo>
                  <a:pt x="199" y="395"/>
                </a:lnTo>
                <a:lnTo>
                  <a:pt x="199" y="394"/>
                </a:lnTo>
                <a:lnTo>
                  <a:pt x="199" y="393"/>
                </a:lnTo>
                <a:lnTo>
                  <a:pt x="199" y="392"/>
                </a:lnTo>
                <a:lnTo>
                  <a:pt x="198" y="392"/>
                </a:lnTo>
                <a:lnTo>
                  <a:pt x="199" y="392"/>
                </a:lnTo>
                <a:lnTo>
                  <a:pt x="199" y="391"/>
                </a:lnTo>
                <a:lnTo>
                  <a:pt x="199" y="390"/>
                </a:lnTo>
                <a:lnTo>
                  <a:pt x="198" y="389"/>
                </a:lnTo>
                <a:lnTo>
                  <a:pt x="198" y="387"/>
                </a:lnTo>
                <a:lnTo>
                  <a:pt x="198" y="386"/>
                </a:lnTo>
                <a:lnTo>
                  <a:pt x="197" y="386"/>
                </a:lnTo>
                <a:lnTo>
                  <a:pt x="197" y="385"/>
                </a:lnTo>
                <a:lnTo>
                  <a:pt x="197" y="384"/>
                </a:lnTo>
                <a:lnTo>
                  <a:pt x="198" y="384"/>
                </a:lnTo>
                <a:lnTo>
                  <a:pt x="198" y="383"/>
                </a:lnTo>
                <a:lnTo>
                  <a:pt x="197" y="382"/>
                </a:lnTo>
                <a:lnTo>
                  <a:pt x="198" y="382"/>
                </a:lnTo>
                <a:lnTo>
                  <a:pt x="198" y="381"/>
                </a:lnTo>
                <a:lnTo>
                  <a:pt x="198" y="380"/>
                </a:lnTo>
                <a:lnTo>
                  <a:pt x="197" y="380"/>
                </a:lnTo>
                <a:lnTo>
                  <a:pt x="196" y="380"/>
                </a:lnTo>
                <a:lnTo>
                  <a:pt x="196" y="379"/>
                </a:lnTo>
                <a:lnTo>
                  <a:pt x="195" y="379"/>
                </a:lnTo>
                <a:lnTo>
                  <a:pt x="195" y="378"/>
                </a:lnTo>
                <a:lnTo>
                  <a:pt x="195" y="377"/>
                </a:lnTo>
                <a:lnTo>
                  <a:pt x="195" y="376"/>
                </a:lnTo>
                <a:lnTo>
                  <a:pt x="195" y="375"/>
                </a:lnTo>
                <a:lnTo>
                  <a:pt x="196" y="375"/>
                </a:lnTo>
                <a:lnTo>
                  <a:pt x="196" y="374"/>
                </a:lnTo>
                <a:lnTo>
                  <a:pt x="197" y="374"/>
                </a:lnTo>
                <a:lnTo>
                  <a:pt x="197" y="373"/>
                </a:lnTo>
                <a:lnTo>
                  <a:pt x="196" y="373"/>
                </a:lnTo>
                <a:lnTo>
                  <a:pt x="197" y="373"/>
                </a:lnTo>
                <a:lnTo>
                  <a:pt x="197" y="372"/>
                </a:lnTo>
                <a:lnTo>
                  <a:pt x="197" y="371"/>
                </a:lnTo>
                <a:lnTo>
                  <a:pt x="197" y="370"/>
                </a:lnTo>
                <a:lnTo>
                  <a:pt x="197" y="369"/>
                </a:lnTo>
                <a:lnTo>
                  <a:pt x="198" y="369"/>
                </a:lnTo>
                <a:lnTo>
                  <a:pt x="198" y="368"/>
                </a:lnTo>
                <a:lnTo>
                  <a:pt x="197" y="368"/>
                </a:lnTo>
                <a:lnTo>
                  <a:pt x="198" y="368"/>
                </a:lnTo>
                <a:lnTo>
                  <a:pt x="198" y="367"/>
                </a:lnTo>
                <a:lnTo>
                  <a:pt x="197" y="367"/>
                </a:lnTo>
                <a:lnTo>
                  <a:pt x="198" y="367"/>
                </a:lnTo>
                <a:lnTo>
                  <a:pt x="197" y="366"/>
                </a:lnTo>
                <a:lnTo>
                  <a:pt x="198" y="366"/>
                </a:lnTo>
                <a:lnTo>
                  <a:pt x="198" y="365"/>
                </a:lnTo>
                <a:lnTo>
                  <a:pt x="198" y="364"/>
                </a:lnTo>
                <a:lnTo>
                  <a:pt x="198" y="363"/>
                </a:lnTo>
                <a:lnTo>
                  <a:pt x="198" y="362"/>
                </a:lnTo>
                <a:lnTo>
                  <a:pt x="197" y="362"/>
                </a:lnTo>
                <a:lnTo>
                  <a:pt x="197" y="361"/>
                </a:lnTo>
                <a:lnTo>
                  <a:pt x="197" y="360"/>
                </a:lnTo>
                <a:lnTo>
                  <a:pt x="197" y="359"/>
                </a:lnTo>
                <a:lnTo>
                  <a:pt x="196" y="359"/>
                </a:lnTo>
                <a:lnTo>
                  <a:pt x="196" y="358"/>
                </a:lnTo>
                <a:lnTo>
                  <a:pt x="195" y="358"/>
                </a:lnTo>
                <a:lnTo>
                  <a:pt x="195" y="357"/>
                </a:lnTo>
                <a:lnTo>
                  <a:pt x="195" y="356"/>
                </a:lnTo>
                <a:lnTo>
                  <a:pt x="195" y="355"/>
                </a:lnTo>
                <a:lnTo>
                  <a:pt x="196" y="354"/>
                </a:lnTo>
                <a:lnTo>
                  <a:pt x="197" y="354"/>
                </a:lnTo>
                <a:lnTo>
                  <a:pt x="197" y="353"/>
                </a:lnTo>
                <a:lnTo>
                  <a:pt x="198" y="353"/>
                </a:lnTo>
                <a:lnTo>
                  <a:pt x="198" y="352"/>
                </a:lnTo>
                <a:lnTo>
                  <a:pt x="198" y="351"/>
                </a:lnTo>
                <a:lnTo>
                  <a:pt x="198" y="350"/>
                </a:lnTo>
                <a:lnTo>
                  <a:pt x="198" y="349"/>
                </a:lnTo>
                <a:lnTo>
                  <a:pt x="198" y="348"/>
                </a:lnTo>
                <a:lnTo>
                  <a:pt x="198" y="347"/>
                </a:lnTo>
                <a:lnTo>
                  <a:pt x="198" y="346"/>
                </a:lnTo>
                <a:lnTo>
                  <a:pt x="198" y="345"/>
                </a:lnTo>
                <a:lnTo>
                  <a:pt x="198" y="344"/>
                </a:lnTo>
                <a:lnTo>
                  <a:pt x="197" y="344"/>
                </a:lnTo>
                <a:lnTo>
                  <a:pt x="197" y="343"/>
                </a:lnTo>
                <a:lnTo>
                  <a:pt x="197" y="342"/>
                </a:lnTo>
                <a:lnTo>
                  <a:pt x="197" y="341"/>
                </a:lnTo>
                <a:lnTo>
                  <a:pt x="197" y="340"/>
                </a:lnTo>
                <a:lnTo>
                  <a:pt x="197" y="339"/>
                </a:lnTo>
                <a:lnTo>
                  <a:pt x="197" y="338"/>
                </a:lnTo>
                <a:lnTo>
                  <a:pt x="197" y="337"/>
                </a:lnTo>
                <a:lnTo>
                  <a:pt x="197" y="336"/>
                </a:lnTo>
                <a:lnTo>
                  <a:pt x="197" y="335"/>
                </a:lnTo>
                <a:lnTo>
                  <a:pt x="198" y="335"/>
                </a:lnTo>
                <a:lnTo>
                  <a:pt x="197" y="334"/>
                </a:lnTo>
                <a:lnTo>
                  <a:pt x="197" y="333"/>
                </a:lnTo>
                <a:lnTo>
                  <a:pt x="196" y="333"/>
                </a:lnTo>
                <a:lnTo>
                  <a:pt x="197" y="333"/>
                </a:lnTo>
                <a:lnTo>
                  <a:pt x="197" y="332"/>
                </a:lnTo>
                <a:lnTo>
                  <a:pt x="198" y="332"/>
                </a:lnTo>
                <a:lnTo>
                  <a:pt x="198" y="331"/>
                </a:lnTo>
                <a:lnTo>
                  <a:pt x="199" y="331"/>
                </a:lnTo>
                <a:lnTo>
                  <a:pt x="200" y="331"/>
                </a:lnTo>
                <a:lnTo>
                  <a:pt x="201" y="331"/>
                </a:lnTo>
                <a:lnTo>
                  <a:pt x="201" y="330"/>
                </a:lnTo>
                <a:lnTo>
                  <a:pt x="201" y="329"/>
                </a:lnTo>
                <a:lnTo>
                  <a:pt x="201" y="328"/>
                </a:lnTo>
                <a:lnTo>
                  <a:pt x="201" y="327"/>
                </a:lnTo>
                <a:lnTo>
                  <a:pt x="201" y="326"/>
                </a:lnTo>
                <a:lnTo>
                  <a:pt x="201" y="325"/>
                </a:lnTo>
                <a:lnTo>
                  <a:pt x="200" y="325"/>
                </a:lnTo>
                <a:lnTo>
                  <a:pt x="200" y="324"/>
                </a:lnTo>
                <a:lnTo>
                  <a:pt x="199" y="324"/>
                </a:lnTo>
                <a:lnTo>
                  <a:pt x="199" y="323"/>
                </a:lnTo>
                <a:lnTo>
                  <a:pt x="198" y="323"/>
                </a:lnTo>
                <a:lnTo>
                  <a:pt x="198" y="322"/>
                </a:lnTo>
                <a:lnTo>
                  <a:pt x="197" y="323"/>
                </a:lnTo>
                <a:lnTo>
                  <a:pt x="196" y="323"/>
                </a:lnTo>
                <a:lnTo>
                  <a:pt x="195" y="323"/>
                </a:lnTo>
                <a:lnTo>
                  <a:pt x="195" y="322"/>
                </a:lnTo>
                <a:lnTo>
                  <a:pt x="194" y="322"/>
                </a:lnTo>
                <a:lnTo>
                  <a:pt x="194" y="320"/>
                </a:lnTo>
                <a:lnTo>
                  <a:pt x="195" y="320"/>
                </a:lnTo>
                <a:lnTo>
                  <a:pt x="195" y="319"/>
                </a:lnTo>
                <a:lnTo>
                  <a:pt x="195" y="318"/>
                </a:lnTo>
                <a:lnTo>
                  <a:pt x="194" y="318"/>
                </a:lnTo>
                <a:lnTo>
                  <a:pt x="194" y="317"/>
                </a:lnTo>
                <a:lnTo>
                  <a:pt x="194" y="316"/>
                </a:lnTo>
                <a:lnTo>
                  <a:pt x="195" y="316"/>
                </a:lnTo>
                <a:lnTo>
                  <a:pt x="195" y="315"/>
                </a:lnTo>
                <a:lnTo>
                  <a:pt x="195" y="314"/>
                </a:lnTo>
                <a:lnTo>
                  <a:pt x="194" y="314"/>
                </a:lnTo>
                <a:lnTo>
                  <a:pt x="194" y="313"/>
                </a:lnTo>
                <a:lnTo>
                  <a:pt x="194" y="312"/>
                </a:lnTo>
                <a:lnTo>
                  <a:pt x="195" y="312"/>
                </a:lnTo>
                <a:lnTo>
                  <a:pt x="195" y="311"/>
                </a:lnTo>
                <a:lnTo>
                  <a:pt x="194" y="311"/>
                </a:lnTo>
                <a:lnTo>
                  <a:pt x="195" y="311"/>
                </a:lnTo>
                <a:lnTo>
                  <a:pt x="195" y="310"/>
                </a:lnTo>
                <a:lnTo>
                  <a:pt x="195" y="309"/>
                </a:lnTo>
                <a:lnTo>
                  <a:pt x="194" y="309"/>
                </a:lnTo>
                <a:lnTo>
                  <a:pt x="194" y="307"/>
                </a:lnTo>
                <a:lnTo>
                  <a:pt x="195" y="307"/>
                </a:lnTo>
                <a:lnTo>
                  <a:pt x="194" y="307"/>
                </a:lnTo>
                <a:lnTo>
                  <a:pt x="194" y="306"/>
                </a:lnTo>
                <a:lnTo>
                  <a:pt x="194" y="305"/>
                </a:lnTo>
                <a:lnTo>
                  <a:pt x="194" y="304"/>
                </a:lnTo>
                <a:lnTo>
                  <a:pt x="193" y="304"/>
                </a:lnTo>
                <a:lnTo>
                  <a:pt x="193" y="303"/>
                </a:lnTo>
                <a:lnTo>
                  <a:pt x="193" y="302"/>
                </a:lnTo>
                <a:lnTo>
                  <a:pt x="193" y="301"/>
                </a:lnTo>
                <a:lnTo>
                  <a:pt x="194" y="301"/>
                </a:lnTo>
                <a:lnTo>
                  <a:pt x="195" y="301"/>
                </a:lnTo>
                <a:lnTo>
                  <a:pt x="195" y="300"/>
                </a:lnTo>
                <a:lnTo>
                  <a:pt x="196" y="300"/>
                </a:lnTo>
                <a:lnTo>
                  <a:pt x="197" y="300"/>
                </a:lnTo>
                <a:lnTo>
                  <a:pt x="197" y="299"/>
                </a:lnTo>
                <a:lnTo>
                  <a:pt x="197" y="298"/>
                </a:lnTo>
                <a:lnTo>
                  <a:pt x="196" y="298"/>
                </a:lnTo>
                <a:lnTo>
                  <a:pt x="197" y="298"/>
                </a:lnTo>
                <a:lnTo>
                  <a:pt x="197" y="297"/>
                </a:lnTo>
                <a:lnTo>
                  <a:pt x="197" y="296"/>
                </a:lnTo>
                <a:lnTo>
                  <a:pt x="198" y="296"/>
                </a:lnTo>
                <a:lnTo>
                  <a:pt x="198" y="297"/>
                </a:lnTo>
                <a:lnTo>
                  <a:pt x="198" y="296"/>
                </a:lnTo>
                <a:lnTo>
                  <a:pt x="197" y="296"/>
                </a:lnTo>
                <a:lnTo>
                  <a:pt x="197" y="295"/>
                </a:lnTo>
                <a:lnTo>
                  <a:pt x="196" y="295"/>
                </a:lnTo>
                <a:lnTo>
                  <a:pt x="196" y="294"/>
                </a:lnTo>
                <a:lnTo>
                  <a:pt x="197" y="294"/>
                </a:lnTo>
                <a:lnTo>
                  <a:pt x="197" y="293"/>
                </a:lnTo>
                <a:lnTo>
                  <a:pt x="197" y="292"/>
                </a:lnTo>
                <a:lnTo>
                  <a:pt x="198" y="292"/>
                </a:lnTo>
                <a:lnTo>
                  <a:pt x="198" y="291"/>
                </a:lnTo>
                <a:lnTo>
                  <a:pt x="199" y="291"/>
                </a:lnTo>
                <a:lnTo>
                  <a:pt x="199" y="290"/>
                </a:lnTo>
                <a:lnTo>
                  <a:pt x="199" y="288"/>
                </a:lnTo>
                <a:lnTo>
                  <a:pt x="200" y="288"/>
                </a:lnTo>
                <a:lnTo>
                  <a:pt x="200" y="287"/>
                </a:lnTo>
                <a:lnTo>
                  <a:pt x="200" y="286"/>
                </a:lnTo>
                <a:lnTo>
                  <a:pt x="200" y="285"/>
                </a:lnTo>
                <a:lnTo>
                  <a:pt x="200" y="284"/>
                </a:lnTo>
                <a:lnTo>
                  <a:pt x="201" y="284"/>
                </a:lnTo>
                <a:lnTo>
                  <a:pt x="201" y="283"/>
                </a:lnTo>
                <a:lnTo>
                  <a:pt x="200" y="283"/>
                </a:lnTo>
                <a:lnTo>
                  <a:pt x="200" y="282"/>
                </a:lnTo>
                <a:lnTo>
                  <a:pt x="199" y="282"/>
                </a:lnTo>
                <a:lnTo>
                  <a:pt x="199" y="281"/>
                </a:lnTo>
                <a:lnTo>
                  <a:pt x="200" y="281"/>
                </a:lnTo>
                <a:lnTo>
                  <a:pt x="200" y="280"/>
                </a:lnTo>
                <a:lnTo>
                  <a:pt x="199" y="280"/>
                </a:lnTo>
                <a:lnTo>
                  <a:pt x="198" y="280"/>
                </a:lnTo>
                <a:lnTo>
                  <a:pt x="197" y="280"/>
                </a:lnTo>
                <a:lnTo>
                  <a:pt x="197" y="279"/>
                </a:lnTo>
                <a:lnTo>
                  <a:pt x="197" y="278"/>
                </a:lnTo>
                <a:lnTo>
                  <a:pt x="196" y="278"/>
                </a:lnTo>
                <a:lnTo>
                  <a:pt x="196" y="277"/>
                </a:lnTo>
                <a:lnTo>
                  <a:pt x="196" y="276"/>
                </a:lnTo>
                <a:lnTo>
                  <a:pt x="195" y="276"/>
                </a:lnTo>
                <a:lnTo>
                  <a:pt x="196" y="275"/>
                </a:lnTo>
                <a:lnTo>
                  <a:pt x="196" y="274"/>
                </a:lnTo>
                <a:lnTo>
                  <a:pt x="196" y="273"/>
                </a:lnTo>
                <a:lnTo>
                  <a:pt x="196" y="272"/>
                </a:lnTo>
                <a:lnTo>
                  <a:pt x="196" y="271"/>
                </a:lnTo>
                <a:lnTo>
                  <a:pt x="196" y="270"/>
                </a:lnTo>
                <a:lnTo>
                  <a:pt x="195" y="270"/>
                </a:lnTo>
                <a:lnTo>
                  <a:pt x="195" y="269"/>
                </a:lnTo>
                <a:lnTo>
                  <a:pt x="194" y="269"/>
                </a:lnTo>
                <a:lnTo>
                  <a:pt x="194" y="268"/>
                </a:lnTo>
                <a:lnTo>
                  <a:pt x="194" y="267"/>
                </a:lnTo>
                <a:lnTo>
                  <a:pt x="195" y="267"/>
                </a:lnTo>
                <a:lnTo>
                  <a:pt x="195" y="266"/>
                </a:lnTo>
                <a:lnTo>
                  <a:pt x="194" y="266"/>
                </a:lnTo>
                <a:lnTo>
                  <a:pt x="195" y="266"/>
                </a:lnTo>
                <a:lnTo>
                  <a:pt x="195" y="265"/>
                </a:lnTo>
                <a:lnTo>
                  <a:pt x="196" y="265"/>
                </a:lnTo>
                <a:lnTo>
                  <a:pt x="197" y="265"/>
                </a:lnTo>
                <a:lnTo>
                  <a:pt x="197" y="264"/>
                </a:lnTo>
                <a:lnTo>
                  <a:pt x="197" y="263"/>
                </a:lnTo>
                <a:lnTo>
                  <a:pt x="196" y="263"/>
                </a:lnTo>
                <a:lnTo>
                  <a:pt x="196" y="262"/>
                </a:lnTo>
                <a:lnTo>
                  <a:pt x="196" y="261"/>
                </a:lnTo>
                <a:lnTo>
                  <a:pt x="195" y="261"/>
                </a:lnTo>
                <a:lnTo>
                  <a:pt x="195" y="260"/>
                </a:lnTo>
                <a:lnTo>
                  <a:pt x="194" y="260"/>
                </a:lnTo>
                <a:lnTo>
                  <a:pt x="195" y="259"/>
                </a:lnTo>
                <a:lnTo>
                  <a:pt x="195" y="258"/>
                </a:lnTo>
                <a:lnTo>
                  <a:pt x="196" y="257"/>
                </a:lnTo>
                <a:lnTo>
                  <a:pt x="196" y="256"/>
                </a:lnTo>
                <a:lnTo>
                  <a:pt x="195" y="256"/>
                </a:lnTo>
                <a:lnTo>
                  <a:pt x="196" y="256"/>
                </a:lnTo>
                <a:lnTo>
                  <a:pt x="196" y="255"/>
                </a:lnTo>
                <a:lnTo>
                  <a:pt x="197" y="255"/>
                </a:lnTo>
                <a:lnTo>
                  <a:pt x="197" y="254"/>
                </a:lnTo>
                <a:lnTo>
                  <a:pt x="197" y="253"/>
                </a:lnTo>
                <a:lnTo>
                  <a:pt x="197" y="252"/>
                </a:lnTo>
                <a:lnTo>
                  <a:pt x="197" y="251"/>
                </a:lnTo>
                <a:lnTo>
                  <a:pt x="197" y="250"/>
                </a:lnTo>
                <a:lnTo>
                  <a:pt x="198" y="250"/>
                </a:lnTo>
                <a:lnTo>
                  <a:pt x="198" y="249"/>
                </a:lnTo>
                <a:lnTo>
                  <a:pt x="198" y="248"/>
                </a:lnTo>
                <a:lnTo>
                  <a:pt x="197" y="248"/>
                </a:lnTo>
                <a:lnTo>
                  <a:pt x="196" y="248"/>
                </a:lnTo>
                <a:lnTo>
                  <a:pt x="195" y="247"/>
                </a:lnTo>
                <a:lnTo>
                  <a:pt x="195" y="246"/>
                </a:lnTo>
                <a:lnTo>
                  <a:pt x="194" y="246"/>
                </a:lnTo>
                <a:lnTo>
                  <a:pt x="194" y="245"/>
                </a:lnTo>
                <a:lnTo>
                  <a:pt x="194" y="244"/>
                </a:lnTo>
                <a:lnTo>
                  <a:pt x="193" y="244"/>
                </a:lnTo>
                <a:lnTo>
                  <a:pt x="192" y="244"/>
                </a:lnTo>
                <a:lnTo>
                  <a:pt x="192" y="245"/>
                </a:lnTo>
                <a:lnTo>
                  <a:pt x="191" y="245"/>
                </a:lnTo>
                <a:lnTo>
                  <a:pt x="191" y="246"/>
                </a:lnTo>
                <a:lnTo>
                  <a:pt x="191" y="247"/>
                </a:lnTo>
                <a:lnTo>
                  <a:pt x="190" y="247"/>
                </a:lnTo>
                <a:lnTo>
                  <a:pt x="189" y="247"/>
                </a:lnTo>
                <a:lnTo>
                  <a:pt x="189" y="246"/>
                </a:lnTo>
                <a:lnTo>
                  <a:pt x="188" y="246"/>
                </a:lnTo>
                <a:lnTo>
                  <a:pt x="187" y="246"/>
                </a:lnTo>
                <a:lnTo>
                  <a:pt x="187" y="245"/>
                </a:lnTo>
                <a:lnTo>
                  <a:pt x="186" y="245"/>
                </a:lnTo>
                <a:lnTo>
                  <a:pt x="186" y="246"/>
                </a:lnTo>
                <a:lnTo>
                  <a:pt x="186" y="245"/>
                </a:lnTo>
                <a:lnTo>
                  <a:pt x="185" y="245"/>
                </a:lnTo>
                <a:lnTo>
                  <a:pt x="184" y="245"/>
                </a:lnTo>
                <a:lnTo>
                  <a:pt x="184" y="246"/>
                </a:lnTo>
                <a:lnTo>
                  <a:pt x="183" y="246"/>
                </a:lnTo>
                <a:lnTo>
                  <a:pt x="183" y="247"/>
                </a:lnTo>
                <a:lnTo>
                  <a:pt x="183" y="246"/>
                </a:lnTo>
                <a:lnTo>
                  <a:pt x="182" y="246"/>
                </a:lnTo>
                <a:lnTo>
                  <a:pt x="182" y="245"/>
                </a:lnTo>
                <a:lnTo>
                  <a:pt x="182" y="244"/>
                </a:lnTo>
                <a:lnTo>
                  <a:pt x="183" y="244"/>
                </a:lnTo>
                <a:lnTo>
                  <a:pt x="183" y="243"/>
                </a:lnTo>
                <a:lnTo>
                  <a:pt x="182" y="243"/>
                </a:lnTo>
                <a:lnTo>
                  <a:pt x="182" y="242"/>
                </a:lnTo>
                <a:lnTo>
                  <a:pt x="182" y="241"/>
                </a:lnTo>
                <a:lnTo>
                  <a:pt x="182" y="240"/>
                </a:lnTo>
                <a:lnTo>
                  <a:pt x="181" y="240"/>
                </a:lnTo>
                <a:lnTo>
                  <a:pt x="181" y="239"/>
                </a:lnTo>
                <a:lnTo>
                  <a:pt x="181" y="238"/>
                </a:lnTo>
                <a:lnTo>
                  <a:pt x="180" y="238"/>
                </a:lnTo>
                <a:lnTo>
                  <a:pt x="180" y="237"/>
                </a:lnTo>
                <a:lnTo>
                  <a:pt x="180" y="236"/>
                </a:lnTo>
                <a:lnTo>
                  <a:pt x="180" y="235"/>
                </a:lnTo>
                <a:lnTo>
                  <a:pt x="179" y="234"/>
                </a:lnTo>
                <a:lnTo>
                  <a:pt x="178" y="234"/>
                </a:lnTo>
                <a:lnTo>
                  <a:pt x="178" y="235"/>
                </a:lnTo>
                <a:lnTo>
                  <a:pt x="177" y="235"/>
                </a:lnTo>
                <a:lnTo>
                  <a:pt x="177" y="236"/>
                </a:lnTo>
                <a:lnTo>
                  <a:pt x="176" y="236"/>
                </a:lnTo>
                <a:lnTo>
                  <a:pt x="176" y="237"/>
                </a:lnTo>
                <a:lnTo>
                  <a:pt x="176" y="238"/>
                </a:lnTo>
                <a:lnTo>
                  <a:pt x="175" y="238"/>
                </a:lnTo>
                <a:lnTo>
                  <a:pt x="174" y="238"/>
                </a:lnTo>
                <a:lnTo>
                  <a:pt x="174" y="237"/>
                </a:lnTo>
                <a:lnTo>
                  <a:pt x="173" y="237"/>
                </a:lnTo>
                <a:lnTo>
                  <a:pt x="172" y="237"/>
                </a:lnTo>
                <a:lnTo>
                  <a:pt x="172" y="236"/>
                </a:lnTo>
                <a:lnTo>
                  <a:pt x="171" y="236"/>
                </a:lnTo>
                <a:lnTo>
                  <a:pt x="171" y="235"/>
                </a:lnTo>
                <a:lnTo>
                  <a:pt x="170" y="235"/>
                </a:lnTo>
                <a:lnTo>
                  <a:pt x="169" y="235"/>
                </a:lnTo>
                <a:lnTo>
                  <a:pt x="168" y="235"/>
                </a:lnTo>
                <a:lnTo>
                  <a:pt x="167" y="235"/>
                </a:lnTo>
                <a:lnTo>
                  <a:pt x="167" y="234"/>
                </a:lnTo>
                <a:lnTo>
                  <a:pt x="167" y="233"/>
                </a:lnTo>
                <a:lnTo>
                  <a:pt x="166" y="233"/>
                </a:lnTo>
                <a:lnTo>
                  <a:pt x="166" y="232"/>
                </a:lnTo>
                <a:lnTo>
                  <a:pt x="165" y="232"/>
                </a:lnTo>
                <a:lnTo>
                  <a:pt x="165" y="231"/>
                </a:lnTo>
                <a:lnTo>
                  <a:pt x="165" y="230"/>
                </a:lnTo>
                <a:lnTo>
                  <a:pt x="164" y="230"/>
                </a:lnTo>
                <a:lnTo>
                  <a:pt x="163" y="230"/>
                </a:lnTo>
                <a:lnTo>
                  <a:pt x="163" y="231"/>
                </a:lnTo>
                <a:lnTo>
                  <a:pt x="162" y="231"/>
                </a:lnTo>
                <a:lnTo>
                  <a:pt x="162" y="232"/>
                </a:lnTo>
                <a:lnTo>
                  <a:pt x="163" y="232"/>
                </a:lnTo>
                <a:lnTo>
                  <a:pt x="163" y="233"/>
                </a:lnTo>
                <a:lnTo>
                  <a:pt x="163" y="234"/>
                </a:lnTo>
                <a:lnTo>
                  <a:pt x="163" y="235"/>
                </a:lnTo>
                <a:lnTo>
                  <a:pt x="163" y="236"/>
                </a:lnTo>
                <a:lnTo>
                  <a:pt x="163" y="237"/>
                </a:lnTo>
                <a:lnTo>
                  <a:pt x="162" y="237"/>
                </a:lnTo>
                <a:lnTo>
                  <a:pt x="162" y="238"/>
                </a:lnTo>
                <a:lnTo>
                  <a:pt x="162" y="239"/>
                </a:lnTo>
                <a:lnTo>
                  <a:pt x="162" y="240"/>
                </a:lnTo>
                <a:lnTo>
                  <a:pt x="162" y="241"/>
                </a:lnTo>
                <a:lnTo>
                  <a:pt x="162" y="242"/>
                </a:lnTo>
                <a:lnTo>
                  <a:pt x="162" y="243"/>
                </a:lnTo>
                <a:lnTo>
                  <a:pt x="162" y="244"/>
                </a:lnTo>
                <a:lnTo>
                  <a:pt x="162" y="245"/>
                </a:lnTo>
                <a:lnTo>
                  <a:pt x="162" y="246"/>
                </a:lnTo>
                <a:lnTo>
                  <a:pt x="162" y="247"/>
                </a:lnTo>
                <a:lnTo>
                  <a:pt x="161" y="247"/>
                </a:lnTo>
                <a:lnTo>
                  <a:pt x="161" y="248"/>
                </a:lnTo>
                <a:lnTo>
                  <a:pt x="160" y="248"/>
                </a:lnTo>
                <a:lnTo>
                  <a:pt x="159" y="248"/>
                </a:lnTo>
                <a:lnTo>
                  <a:pt x="158" y="248"/>
                </a:lnTo>
                <a:lnTo>
                  <a:pt x="158" y="249"/>
                </a:lnTo>
                <a:lnTo>
                  <a:pt x="157" y="249"/>
                </a:lnTo>
                <a:lnTo>
                  <a:pt x="157" y="250"/>
                </a:lnTo>
                <a:lnTo>
                  <a:pt x="157" y="251"/>
                </a:lnTo>
                <a:lnTo>
                  <a:pt x="156" y="251"/>
                </a:lnTo>
                <a:lnTo>
                  <a:pt x="156" y="252"/>
                </a:lnTo>
                <a:lnTo>
                  <a:pt x="155" y="253"/>
                </a:lnTo>
                <a:lnTo>
                  <a:pt x="154" y="253"/>
                </a:lnTo>
                <a:lnTo>
                  <a:pt x="154" y="254"/>
                </a:lnTo>
                <a:lnTo>
                  <a:pt x="154" y="253"/>
                </a:lnTo>
                <a:lnTo>
                  <a:pt x="153" y="253"/>
                </a:lnTo>
                <a:lnTo>
                  <a:pt x="152" y="253"/>
                </a:lnTo>
                <a:lnTo>
                  <a:pt x="151" y="253"/>
                </a:lnTo>
                <a:lnTo>
                  <a:pt x="151" y="252"/>
                </a:lnTo>
                <a:lnTo>
                  <a:pt x="150" y="252"/>
                </a:lnTo>
                <a:lnTo>
                  <a:pt x="150" y="253"/>
                </a:lnTo>
                <a:lnTo>
                  <a:pt x="149" y="253"/>
                </a:lnTo>
                <a:lnTo>
                  <a:pt x="148" y="253"/>
                </a:lnTo>
                <a:lnTo>
                  <a:pt x="148" y="252"/>
                </a:lnTo>
                <a:lnTo>
                  <a:pt x="147" y="252"/>
                </a:lnTo>
                <a:lnTo>
                  <a:pt x="147" y="251"/>
                </a:lnTo>
                <a:lnTo>
                  <a:pt x="146" y="251"/>
                </a:lnTo>
                <a:lnTo>
                  <a:pt x="146" y="250"/>
                </a:lnTo>
                <a:lnTo>
                  <a:pt x="146" y="249"/>
                </a:lnTo>
                <a:lnTo>
                  <a:pt x="146" y="248"/>
                </a:lnTo>
                <a:lnTo>
                  <a:pt x="145" y="248"/>
                </a:lnTo>
                <a:lnTo>
                  <a:pt x="145" y="247"/>
                </a:lnTo>
                <a:lnTo>
                  <a:pt x="145" y="246"/>
                </a:lnTo>
                <a:lnTo>
                  <a:pt x="145" y="245"/>
                </a:lnTo>
                <a:lnTo>
                  <a:pt x="145" y="244"/>
                </a:lnTo>
                <a:lnTo>
                  <a:pt x="146" y="244"/>
                </a:lnTo>
                <a:lnTo>
                  <a:pt x="145" y="244"/>
                </a:lnTo>
                <a:lnTo>
                  <a:pt x="145" y="243"/>
                </a:lnTo>
                <a:lnTo>
                  <a:pt x="146" y="243"/>
                </a:lnTo>
                <a:lnTo>
                  <a:pt x="145" y="243"/>
                </a:lnTo>
                <a:lnTo>
                  <a:pt x="145" y="242"/>
                </a:lnTo>
                <a:lnTo>
                  <a:pt x="146" y="242"/>
                </a:lnTo>
                <a:lnTo>
                  <a:pt x="146" y="241"/>
                </a:lnTo>
                <a:lnTo>
                  <a:pt x="145" y="241"/>
                </a:lnTo>
                <a:lnTo>
                  <a:pt x="145" y="240"/>
                </a:lnTo>
                <a:lnTo>
                  <a:pt x="145" y="239"/>
                </a:lnTo>
                <a:lnTo>
                  <a:pt x="145" y="238"/>
                </a:lnTo>
                <a:lnTo>
                  <a:pt x="145" y="237"/>
                </a:lnTo>
                <a:lnTo>
                  <a:pt x="144" y="237"/>
                </a:lnTo>
                <a:lnTo>
                  <a:pt x="145" y="236"/>
                </a:lnTo>
                <a:lnTo>
                  <a:pt x="145" y="235"/>
                </a:lnTo>
                <a:lnTo>
                  <a:pt x="145" y="234"/>
                </a:lnTo>
                <a:lnTo>
                  <a:pt x="144" y="234"/>
                </a:lnTo>
                <a:lnTo>
                  <a:pt x="143" y="234"/>
                </a:lnTo>
                <a:lnTo>
                  <a:pt x="143" y="233"/>
                </a:lnTo>
                <a:lnTo>
                  <a:pt x="143" y="232"/>
                </a:lnTo>
                <a:lnTo>
                  <a:pt x="143" y="231"/>
                </a:lnTo>
                <a:lnTo>
                  <a:pt x="143" y="230"/>
                </a:lnTo>
                <a:lnTo>
                  <a:pt x="142" y="230"/>
                </a:lnTo>
                <a:lnTo>
                  <a:pt x="142" y="229"/>
                </a:lnTo>
                <a:lnTo>
                  <a:pt x="142" y="230"/>
                </a:lnTo>
                <a:lnTo>
                  <a:pt x="141" y="230"/>
                </a:lnTo>
                <a:lnTo>
                  <a:pt x="141" y="229"/>
                </a:lnTo>
                <a:lnTo>
                  <a:pt x="141" y="228"/>
                </a:lnTo>
                <a:lnTo>
                  <a:pt x="140" y="228"/>
                </a:lnTo>
                <a:lnTo>
                  <a:pt x="140" y="227"/>
                </a:lnTo>
                <a:lnTo>
                  <a:pt x="139" y="227"/>
                </a:lnTo>
                <a:lnTo>
                  <a:pt x="139" y="226"/>
                </a:lnTo>
                <a:lnTo>
                  <a:pt x="138" y="226"/>
                </a:lnTo>
                <a:lnTo>
                  <a:pt x="138" y="225"/>
                </a:lnTo>
                <a:lnTo>
                  <a:pt x="137" y="225"/>
                </a:lnTo>
                <a:lnTo>
                  <a:pt x="137" y="224"/>
                </a:lnTo>
                <a:lnTo>
                  <a:pt x="137" y="223"/>
                </a:lnTo>
                <a:lnTo>
                  <a:pt x="137" y="222"/>
                </a:lnTo>
                <a:lnTo>
                  <a:pt x="136" y="222"/>
                </a:lnTo>
                <a:lnTo>
                  <a:pt x="136" y="221"/>
                </a:lnTo>
                <a:lnTo>
                  <a:pt x="136" y="220"/>
                </a:lnTo>
                <a:lnTo>
                  <a:pt x="136" y="219"/>
                </a:lnTo>
                <a:lnTo>
                  <a:pt x="137" y="219"/>
                </a:lnTo>
                <a:lnTo>
                  <a:pt x="137" y="218"/>
                </a:lnTo>
                <a:lnTo>
                  <a:pt x="138" y="218"/>
                </a:lnTo>
                <a:lnTo>
                  <a:pt x="139" y="218"/>
                </a:lnTo>
                <a:lnTo>
                  <a:pt x="139" y="217"/>
                </a:lnTo>
                <a:lnTo>
                  <a:pt x="139" y="216"/>
                </a:lnTo>
                <a:lnTo>
                  <a:pt x="138" y="216"/>
                </a:lnTo>
                <a:lnTo>
                  <a:pt x="137" y="216"/>
                </a:lnTo>
                <a:lnTo>
                  <a:pt x="137" y="215"/>
                </a:lnTo>
                <a:lnTo>
                  <a:pt x="136" y="215"/>
                </a:lnTo>
                <a:lnTo>
                  <a:pt x="136" y="214"/>
                </a:lnTo>
                <a:lnTo>
                  <a:pt x="135" y="214"/>
                </a:lnTo>
                <a:lnTo>
                  <a:pt x="135" y="213"/>
                </a:lnTo>
                <a:lnTo>
                  <a:pt x="136" y="213"/>
                </a:lnTo>
                <a:lnTo>
                  <a:pt x="136" y="212"/>
                </a:lnTo>
                <a:lnTo>
                  <a:pt x="136" y="211"/>
                </a:lnTo>
                <a:lnTo>
                  <a:pt x="136" y="210"/>
                </a:lnTo>
                <a:lnTo>
                  <a:pt x="136" y="209"/>
                </a:lnTo>
                <a:lnTo>
                  <a:pt x="137" y="209"/>
                </a:lnTo>
                <a:lnTo>
                  <a:pt x="137" y="208"/>
                </a:lnTo>
                <a:lnTo>
                  <a:pt x="137" y="207"/>
                </a:lnTo>
                <a:lnTo>
                  <a:pt x="137" y="206"/>
                </a:lnTo>
                <a:lnTo>
                  <a:pt x="136" y="206"/>
                </a:lnTo>
                <a:lnTo>
                  <a:pt x="135" y="206"/>
                </a:lnTo>
                <a:lnTo>
                  <a:pt x="134" y="206"/>
                </a:lnTo>
                <a:lnTo>
                  <a:pt x="134" y="205"/>
                </a:lnTo>
                <a:lnTo>
                  <a:pt x="133" y="205"/>
                </a:lnTo>
                <a:lnTo>
                  <a:pt x="133" y="204"/>
                </a:lnTo>
                <a:lnTo>
                  <a:pt x="132" y="204"/>
                </a:lnTo>
                <a:lnTo>
                  <a:pt x="132" y="203"/>
                </a:lnTo>
                <a:lnTo>
                  <a:pt x="131" y="203"/>
                </a:lnTo>
                <a:lnTo>
                  <a:pt x="131" y="202"/>
                </a:lnTo>
                <a:lnTo>
                  <a:pt x="130" y="202"/>
                </a:lnTo>
                <a:lnTo>
                  <a:pt x="130" y="201"/>
                </a:lnTo>
                <a:lnTo>
                  <a:pt x="130" y="200"/>
                </a:lnTo>
                <a:lnTo>
                  <a:pt x="130" y="199"/>
                </a:lnTo>
                <a:lnTo>
                  <a:pt x="131" y="199"/>
                </a:lnTo>
                <a:lnTo>
                  <a:pt x="131" y="198"/>
                </a:lnTo>
                <a:lnTo>
                  <a:pt x="131" y="197"/>
                </a:lnTo>
                <a:lnTo>
                  <a:pt x="132" y="197"/>
                </a:lnTo>
                <a:lnTo>
                  <a:pt x="134" y="197"/>
                </a:lnTo>
                <a:lnTo>
                  <a:pt x="134" y="196"/>
                </a:lnTo>
                <a:lnTo>
                  <a:pt x="135" y="196"/>
                </a:lnTo>
                <a:lnTo>
                  <a:pt x="134" y="196"/>
                </a:lnTo>
                <a:lnTo>
                  <a:pt x="134" y="195"/>
                </a:lnTo>
                <a:lnTo>
                  <a:pt x="135" y="195"/>
                </a:lnTo>
                <a:lnTo>
                  <a:pt x="135" y="194"/>
                </a:lnTo>
                <a:lnTo>
                  <a:pt x="135" y="193"/>
                </a:lnTo>
                <a:lnTo>
                  <a:pt x="135" y="192"/>
                </a:lnTo>
                <a:lnTo>
                  <a:pt x="134" y="191"/>
                </a:lnTo>
                <a:lnTo>
                  <a:pt x="134" y="190"/>
                </a:lnTo>
                <a:lnTo>
                  <a:pt x="134" y="189"/>
                </a:lnTo>
                <a:lnTo>
                  <a:pt x="133" y="188"/>
                </a:lnTo>
                <a:lnTo>
                  <a:pt x="133" y="187"/>
                </a:lnTo>
                <a:lnTo>
                  <a:pt x="131" y="187"/>
                </a:lnTo>
                <a:lnTo>
                  <a:pt x="131" y="186"/>
                </a:lnTo>
                <a:lnTo>
                  <a:pt x="131" y="187"/>
                </a:lnTo>
                <a:lnTo>
                  <a:pt x="130" y="187"/>
                </a:lnTo>
                <a:lnTo>
                  <a:pt x="129" y="187"/>
                </a:lnTo>
                <a:lnTo>
                  <a:pt x="129" y="186"/>
                </a:lnTo>
                <a:lnTo>
                  <a:pt x="128" y="186"/>
                </a:lnTo>
                <a:lnTo>
                  <a:pt x="128" y="185"/>
                </a:lnTo>
                <a:lnTo>
                  <a:pt x="127" y="185"/>
                </a:lnTo>
                <a:lnTo>
                  <a:pt x="127" y="184"/>
                </a:lnTo>
                <a:lnTo>
                  <a:pt x="127" y="183"/>
                </a:lnTo>
                <a:lnTo>
                  <a:pt x="127" y="182"/>
                </a:lnTo>
                <a:lnTo>
                  <a:pt x="127" y="181"/>
                </a:lnTo>
                <a:lnTo>
                  <a:pt x="127" y="180"/>
                </a:lnTo>
                <a:lnTo>
                  <a:pt x="126" y="180"/>
                </a:lnTo>
                <a:lnTo>
                  <a:pt x="126" y="179"/>
                </a:lnTo>
                <a:lnTo>
                  <a:pt x="127" y="179"/>
                </a:lnTo>
                <a:lnTo>
                  <a:pt x="127" y="178"/>
                </a:lnTo>
                <a:lnTo>
                  <a:pt x="128" y="178"/>
                </a:lnTo>
                <a:lnTo>
                  <a:pt x="128" y="177"/>
                </a:lnTo>
                <a:lnTo>
                  <a:pt x="127" y="177"/>
                </a:lnTo>
                <a:lnTo>
                  <a:pt x="128" y="176"/>
                </a:lnTo>
                <a:lnTo>
                  <a:pt x="128" y="174"/>
                </a:lnTo>
                <a:lnTo>
                  <a:pt x="128" y="171"/>
                </a:lnTo>
                <a:lnTo>
                  <a:pt x="128" y="170"/>
                </a:lnTo>
                <a:lnTo>
                  <a:pt x="129" y="169"/>
                </a:lnTo>
                <a:lnTo>
                  <a:pt x="130" y="167"/>
                </a:lnTo>
                <a:lnTo>
                  <a:pt x="131" y="166"/>
                </a:lnTo>
                <a:lnTo>
                  <a:pt x="131" y="164"/>
                </a:lnTo>
                <a:lnTo>
                  <a:pt x="131" y="163"/>
                </a:lnTo>
                <a:lnTo>
                  <a:pt x="131" y="162"/>
                </a:lnTo>
                <a:lnTo>
                  <a:pt x="131" y="161"/>
                </a:lnTo>
                <a:lnTo>
                  <a:pt x="130" y="161"/>
                </a:lnTo>
                <a:lnTo>
                  <a:pt x="130" y="159"/>
                </a:lnTo>
                <a:lnTo>
                  <a:pt x="130" y="158"/>
                </a:lnTo>
                <a:lnTo>
                  <a:pt x="129" y="157"/>
                </a:lnTo>
                <a:lnTo>
                  <a:pt x="128" y="156"/>
                </a:lnTo>
                <a:lnTo>
                  <a:pt x="130" y="155"/>
                </a:lnTo>
                <a:lnTo>
                  <a:pt x="132" y="153"/>
                </a:lnTo>
                <a:lnTo>
                  <a:pt x="133" y="153"/>
                </a:lnTo>
                <a:lnTo>
                  <a:pt x="133" y="150"/>
                </a:lnTo>
                <a:lnTo>
                  <a:pt x="133" y="146"/>
                </a:lnTo>
                <a:lnTo>
                  <a:pt x="135" y="144"/>
                </a:lnTo>
                <a:lnTo>
                  <a:pt x="138" y="144"/>
                </a:lnTo>
                <a:lnTo>
                  <a:pt x="139" y="144"/>
                </a:lnTo>
                <a:lnTo>
                  <a:pt x="139" y="145"/>
                </a:lnTo>
                <a:lnTo>
                  <a:pt x="142" y="144"/>
                </a:lnTo>
                <a:lnTo>
                  <a:pt x="143" y="143"/>
                </a:lnTo>
                <a:lnTo>
                  <a:pt x="145" y="142"/>
                </a:lnTo>
                <a:lnTo>
                  <a:pt x="146" y="142"/>
                </a:lnTo>
                <a:lnTo>
                  <a:pt x="147" y="142"/>
                </a:lnTo>
                <a:lnTo>
                  <a:pt x="147" y="141"/>
                </a:lnTo>
                <a:lnTo>
                  <a:pt x="147" y="140"/>
                </a:lnTo>
                <a:lnTo>
                  <a:pt x="145" y="137"/>
                </a:lnTo>
                <a:lnTo>
                  <a:pt x="144" y="136"/>
                </a:lnTo>
                <a:lnTo>
                  <a:pt x="144" y="134"/>
                </a:lnTo>
                <a:lnTo>
                  <a:pt x="144" y="132"/>
                </a:lnTo>
                <a:lnTo>
                  <a:pt x="142" y="130"/>
                </a:lnTo>
                <a:lnTo>
                  <a:pt x="141" y="129"/>
                </a:lnTo>
                <a:lnTo>
                  <a:pt x="140" y="128"/>
                </a:lnTo>
                <a:lnTo>
                  <a:pt x="140" y="127"/>
                </a:lnTo>
                <a:lnTo>
                  <a:pt x="140" y="126"/>
                </a:lnTo>
                <a:lnTo>
                  <a:pt x="139" y="125"/>
                </a:lnTo>
                <a:lnTo>
                  <a:pt x="140" y="124"/>
                </a:lnTo>
                <a:lnTo>
                  <a:pt x="140" y="123"/>
                </a:lnTo>
                <a:lnTo>
                  <a:pt x="141" y="123"/>
                </a:lnTo>
                <a:lnTo>
                  <a:pt x="142" y="124"/>
                </a:lnTo>
                <a:lnTo>
                  <a:pt x="143" y="124"/>
                </a:lnTo>
                <a:lnTo>
                  <a:pt x="144" y="122"/>
                </a:lnTo>
                <a:lnTo>
                  <a:pt x="146" y="121"/>
                </a:lnTo>
                <a:lnTo>
                  <a:pt x="147" y="121"/>
                </a:lnTo>
                <a:lnTo>
                  <a:pt x="148" y="121"/>
                </a:lnTo>
                <a:lnTo>
                  <a:pt x="149" y="120"/>
                </a:lnTo>
                <a:lnTo>
                  <a:pt x="150" y="120"/>
                </a:lnTo>
                <a:lnTo>
                  <a:pt x="150" y="119"/>
                </a:lnTo>
                <a:lnTo>
                  <a:pt x="151" y="119"/>
                </a:lnTo>
                <a:lnTo>
                  <a:pt x="152" y="119"/>
                </a:lnTo>
                <a:lnTo>
                  <a:pt x="153" y="120"/>
                </a:lnTo>
                <a:lnTo>
                  <a:pt x="153" y="121"/>
                </a:lnTo>
                <a:lnTo>
                  <a:pt x="152" y="122"/>
                </a:lnTo>
                <a:lnTo>
                  <a:pt x="152" y="123"/>
                </a:lnTo>
                <a:lnTo>
                  <a:pt x="153" y="124"/>
                </a:lnTo>
                <a:lnTo>
                  <a:pt x="154" y="125"/>
                </a:lnTo>
                <a:lnTo>
                  <a:pt x="155" y="126"/>
                </a:lnTo>
                <a:lnTo>
                  <a:pt x="155" y="127"/>
                </a:lnTo>
                <a:lnTo>
                  <a:pt x="155" y="128"/>
                </a:lnTo>
                <a:lnTo>
                  <a:pt x="155" y="129"/>
                </a:lnTo>
                <a:lnTo>
                  <a:pt x="155" y="131"/>
                </a:lnTo>
                <a:lnTo>
                  <a:pt x="159" y="136"/>
                </a:lnTo>
                <a:lnTo>
                  <a:pt x="160" y="139"/>
                </a:lnTo>
                <a:lnTo>
                  <a:pt x="161" y="142"/>
                </a:lnTo>
                <a:lnTo>
                  <a:pt x="162" y="144"/>
                </a:lnTo>
                <a:lnTo>
                  <a:pt x="161" y="147"/>
                </a:lnTo>
                <a:lnTo>
                  <a:pt x="161" y="148"/>
                </a:lnTo>
                <a:lnTo>
                  <a:pt x="160" y="149"/>
                </a:lnTo>
                <a:lnTo>
                  <a:pt x="160" y="151"/>
                </a:lnTo>
                <a:lnTo>
                  <a:pt x="160" y="152"/>
                </a:lnTo>
                <a:lnTo>
                  <a:pt x="161" y="152"/>
                </a:lnTo>
                <a:lnTo>
                  <a:pt x="162" y="154"/>
                </a:lnTo>
                <a:lnTo>
                  <a:pt x="162" y="156"/>
                </a:lnTo>
                <a:lnTo>
                  <a:pt x="162" y="161"/>
                </a:lnTo>
                <a:lnTo>
                  <a:pt x="162" y="162"/>
                </a:lnTo>
                <a:lnTo>
                  <a:pt x="161" y="162"/>
                </a:lnTo>
                <a:lnTo>
                  <a:pt x="162" y="163"/>
                </a:lnTo>
                <a:lnTo>
                  <a:pt x="163" y="164"/>
                </a:lnTo>
                <a:lnTo>
                  <a:pt x="167" y="164"/>
                </a:lnTo>
                <a:lnTo>
                  <a:pt x="167" y="162"/>
                </a:lnTo>
                <a:lnTo>
                  <a:pt x="170" y="161"/>
                </a:lnTo>
                <a:lnTo>
                  <a:pt x="171" y="160"/>
                </a:lnTo>
                <a:lnTo>
                  <a:pt x="170" y="159"/>
                </a:lnTo>
                <a:lnTo>
                  <a:pt x="171" y="158"/>
                </a:lnTo>
                <a:lnTo>
                  <a:pt x="172" y="157"/>
                </a:lnTo>
                <a:lnTo>
                  <a:pt x="173" y="157"/>
                </a:lnTo>
                <a:lnTo>
                  <a:pt x="174" y="157"/>
                </a:lnTo>
                <a:lnTo>
                  <a:pt x="174" y="158"/>
                </a:lnTo>
                <a:lnTo>
                  <a:pt x="176" y="159"/>
                </a:lnTo>
                <a:lnTo>
                  <a:pt x="177" y="159"/>
                </a:lnTo>
                <a:lnTo>
                  <a:pt x="177" y="158"/>
                </a:lnTo>
                <a:lnTo>
                  <a:pt x="178" y="158"/>
                </a:lnTo>
                <a:lnTo>
                  <a:pt x="179" y="156"/>
                </a:lnTo>
                <a:lnTo>
                  <a:pt x="180" y="156"/>
                </a:lnTo>
                <a:lnTo>
                  <a:pt x="180" y="155"/>
                </a:lnTo>
                <a:lnTo>
                  <a:pt x="182" y="154"/>
                </a:lnTo>
                <a:lnTo>
                  <a:pt x="185" y="153"/>
                </a:lnTo>
                <a:lnTo>
                  <a:pt x="187" y="153"/>
                </a:lnTo>
                <a:lnTo>
                  <a:pt x="190" y="154"/>
                </a:lnTo>
                <a:lnTo>
                  <a:pt x="191" y="155"/>
                </a:lnTo>
                <a:lnTo>
                  <a:pt x="193" y="156"/>
                </a:lnTo>
                <a:lnTo>
                  <a:pt x="194" y="156"/>
                </a:lnTo>
                <a:lnTo>
                  <a:pt x="194" y="155"/>
                </a:lnTo>
                <a:lnTo>
                  <a:pt x="195" y="153"/>
                </a:lnTo>
                <a:lnTo>
                  <a:pt x="195" y="152"/>
                </a:lnTo>
                <a:lnTo>
                  <a:pt x="197" y="151"/>
                </a:lnTo>
                <a:lnTo>
                  <a:pt x="199" y="150"/>
                </a:lnTo>
                <a:lnTo>
                  <a:pt x="200" y="150"/>
                </a:lnTo>
                <a:lnTo>
                  <a:pt x="201" y="150"/>
                </a:lnTo>
                <a:lnTo>
                  <a:pt x="203" y="149"/>
                </a:lnTo>
                <a:lnTo>
                  <a:pt x="205" y="147"/>
                </a:lnTo>
                <a:lnTo>
                  <a:pt x="205" y="145"/>
                </a:lnTo>
                <a:lnTo>
                  <a:pt x="205" y="143"/>
                </a:lnTo>
                <a:lnTo>
                  <a:pt x="206" y="140"/>
                </a:lnTo>
                <a:lnTo>
                  <a:pt x="206" y="139"/>
                </a:lnTo>
                <a:lnTo>
                  <a:pt x="206" y="136"/>
                </a:lnTo>
                <a:lnTo>
                  <a:pt x="207" y="135"/>
                </a:lnTo>
                <a:lnTo>
                  <a:pt x="208" y="134"/>
                </a:lnTo>
                <a:lnTo>
                  <a:pt x="209" y="134"/>
                </a:lnTo>
                <a:lnTo>
                  <a:pt x="211" y="133"/>
                </a:lnTo>
                <a:lnTo>
                  <a:pt x="211" y="132"/>
                </a:lnTo>
                <a:lnTo>
                  <a:pt x="212" y="131"/>
                </a:lnTo>
                <a:lnTo>
                  <a:pt x="211" y="130"/>
                </a:lnTo>
                <a:lnTo>
                  <a:pt x="210" y="130"/>
                </a:lnTo>
                <a:lnTo>
                  <a:pt x="210" y="129"/>
                </a:lnTo>
                <a:lnTo>
                  <a:pt x="210" y="127"/>
                </a:lnTo>
                <a:lnTo>
                  <a:pt x="209" y="126"/>
                </a:lnTo>
                <a:lnTo>
                  <a:pt x="209" y="125"/>
                </a:lnTo>
                <a:lnTo>
                  <a:pt x="208" y="125"/>
                </a:lnTo>
                <a:lnTo>
                  <a:pt x="208" y="124"/>
                </a:lnTo>
                <a:lnTo>
                  <a:pt x="207" y="122"/>
                </a:lnTo>
                <a:lnTo>
                  <a:pt x="207" y="121"/>
                </a:lnTo>
                <a:lnTo>
                  <a:pt x="207" y="120"/>
                </a:lnTo>
                <a:lnTo>
                  <a:pt x="206" y="119"/>
                </a:lnTo>
                <a:lnTo>
                  <a:pt x="205" y="117"/>
                </a:lnTo>
                <a:lnTo>
                  <a:pt x="204" y="116"/>
                </a:lnTo>
                <a:lnTo>
                  <a:pt x="204" y="114"/>
                </a:lnTo>
                <a:lnTo>
                  <a:pt x="203" y="113"/>
                </a:lnTo>
                <a:lnTo>
                  <a:pt x="203" y="112"/>
                </a:lnTo>
                <a:lnTo>
                  <a:pt x="203" y="110"/>
                </a:lnTo>
                <a:lnTo>
                  <a:pt x="199" y="108"/>
                </a:lnTo>
                <a:lnTo>
                  <a:pt x="198" y="108"/>
                </a:lnTo>
                <a:lnTo>
                  <a:pt x="197" y="107"/>
                </a:lnTo>
                <a:lnTo>
                  <a:pt x="196" y="106"/>
                </a:lnTo>
                <a:lnTo>
                  <a:pt x="196" y="104"/>
                </a:lnTo>
                <a:lnTo>
                  <a:pt x="197" y="103"/>
                </a:lnTo>
                <a:lnTo>
                  <a:pt x="198" y="101"/>
                </a:lnTo>
                <a:lnTo>
                  <a:pt x="198" y="100"/>
                </a:lnTo>
                <a:lnTo>
                  <a:pt x="198" y="98"/>
                </a:lnTo>
                <a:lnTo>
                  <a:pt x="197" y="94"/>
                </a:lnTo>
                <a:lnTo>
                  <a:pt x="197" y="92"/>
                </a:lnTo>
                <a:lnTo>
                  <a:pt x="197" y="88"/>
                </a:lnTo>
                <a:lnTo>
                  <a:pt x="197" y="87"/>
                </a:lnTo>
                <a:lnTo>
                  <a:pt x="196" y="86"/>
                </a:lnTo>
                <a:lnTo>
                  <a:pt x="196" y="85"/>
                </a:lnTo>
                <a:lnTo>
                  <a:pt x="195" y="81"/>
                </a:lnTo>
                <a:lnTo>
                  <a:pt x="194" y="80"/>
                </a:lnTo>
                <a:lnTo>
                  <a:pt x="194" y="78"/>
                </a:lnTo>
                <a:lnTo>
                  <a:pt x="196" y="78"/>
                </a:lnTo>
                <a:lnTo>
                  <a:pt x="197" y="78"/>
                </a:lnTo>
                <a:lnTo>
                  <a:pt x="199" y="78"/>
                </a:lnTo>
                <a:lnTo>
                  <a:pt x="199" y="77"/>
                </a:lnTo>
                <a:lnTo>
                  <a:pt x="200" y="76"/>
                </a:lnTo>
                <a:lnTo>
                  <a:pt x="202" y="75"/>
                </a:lnTo>
                <a:lnTo>
                  <a:pt x="204" y="74"/>
                </a:lnTo>
                <a:lnTo>
                  <a:pt x="206" y="72"/>
                </a:lnTo>
                <a:lnTo>
                  <a:pt x="206" y="71"/>
                </a:lnTo>
                <a:lnTo>
                  <a:pt x="206" y="70"/>
                </a:lnTo>
                <a:lnTo>
                  <a:pt x="206" y="68"/>
                </a:lnTo>
                <a:lnTo>
                  <a:pt x="206" y="67"/>
                </a:lnTo>
                <a:lnTo>
                  <a:pt x="206" y="66"/>
                </a:lnTo>
                <a:lnTo>
                  <a:pt x="206" y="65"/>
                </a:lnTo>
                <a:lnTo>
                  <a:pt x="206" y="64"/>
                </a:lnTo>
                <a:lnTo>
                  <a:pt x="205" y="63"/>
                </a:lnTo>
                <a:lnTo>
                  <a:pt x="204" y="61"/>
                </a:lnTo>
                <a:lnTo>
                  <a:pt x="203" y="59"/>
                </a:lnTo>
                <a:lnTo>
                  <a:pt x="203" y="58"/>
                </a:lnTo>
                <a:lnTo>
                  <a:pt x="203" y="57"/>
                </a:lnTo>
                <a:lnTo>
                  <a:pt x="204" y="56"/>
                </a:lnTo>
                <a:lnTo>
                  <a:pt x="205" y="55"/>
                </a:lnTo>
                <a:lnTo>
                  <a:pt x="205" y="54"/>
                </a:lnTo>
                <a:lnTo>
                  <a:pt x="204" y="52"/>
                </a:lnTo>
                <a:lnTo>
                  <a:pt x="204" y="51"/>
                </a:lnTo>
                <a:lnTo>
                  <a:pt x="203" y="48"/>
                </a:lnTo>
                <a:lnTo>
                  <a:pt x="203" y="46"/>
                </a:lnTo>
                <a:lnTo>
                  <a:pt x="203" y="43"/>
                </a:lnTo>
                <a:lnTo>
                  <a:pt x="204" y="42"/>
                </a:lnTo>
                <a:lnTo>
                  <a:pt x="205" y="41"/>
                </a:lnTo>
                <a:lnTo>
                  <a:pt x="205" y="40"/>
                </a:lnTo>
                <a:lnTo>
                  <a:pt x="204" y="40"/>
                </a:lnTo>
                <a:lnTo>
                  <a:pt x="204" y="41"/>
                </a:lnTo>
                <a:lnTo>
                  <a:pt x="204" y="40"/>
                </a:lnTo>
                <a:lnTo>
                  <a:pt x="203" y="40"/>
                </a:lnTo>
                <a:lnTo>
                  <a:pt x="203" y="39"/>
                </a:lnTo>
                <a:lnTo>
                  <a:pt x="202" y="36"/>
                </a:lnTo>
                <a:lnTo>
                  <a:pt x="202" y="35"/>
                </a:lnTo>
                <a:lnTo>
                  <a:pt x="202" y="34"/>
                </a:lnTo>
                <a:lnTo>
                  <a:pt x="203" y="34"/>
                </a:lnTo>
                <a:lnTo>
                  <a:pt x="204" y="34"/>
                </a:lnTo>
                <a:lnTo>
                  <a:pt x="205" y="34"/>
                </a:lnTo>
                <a:lnTo>
                  <a:pt x="206" y="34"/>
                </a:lnTo>
                <a:lnTo>
                  <a:pt x="209" y="35"/>
                </a:lnTo>
                <a:lnTo>
                  <a:pt x="211" y="36"/>
                </a:lnTo>
                <a:lnTo>
                  <a:pt x="212" y="35"/>
                </a:lnTo>
                <a:lnTo>
                  <a:pt x="213" y="35"/>
                </a:lnTo>
                <a:lnTo>
                  <a:pt x="213" y="34"/>
                </a:lnTo>
                <a:lnTo>
                  <a:pt x="214" y="33"/>
                </a:lnTo>
                <a:lnTo>
                  <a:pt x="215" y="33"/>
                </a:lnTo>
                <a:lnTo>
                  <a:pt x="216" y="33"/>
                </a:lnTo>
                <a:lnTo>
                  <a:pt x="217" y="32"/>
                </a:lnTo>
                <a:lnTo>
                  <a:pt x="218" y="31"/>
                </a:lnTo>
                <a:lnTo>
                  <a:pt x="219" y="30"/>
                </a:lnTo>
                <a:lnTo>
                  <a:pt x="220" y="30"/>
                </a:lnTo>
                <a:lnTo>
                  <a:pt x="222" y="31"/>
                </a:lnTo>
                <a:lnTo>
                  <a:pt x="223" y="33"/>
                </a:lnTo>
                <a:lnTo>
                  <a:pt x="224" y="36"/>
                </a:lnTo>
                <a:lnTo>
                  <a:pt x="226" y="39"/>
                </a:lnTo>
                <a:lnTo>
                  <a:pt x="225" y="41"/>
                </a:lnTo>
                <a:lnTo>
                  <a:pt x="225" y="42"/>
                </a:lnTo>
                <a:lnTo>
                  <a:pt x="226" y="45"/>
                </a:lnTo>
                <a:lnTo>
                  <a:pt x="226" y="48"/>
                </a:lnTo>
                <a:lnTo>
                  <a:pt x="226" y="52"/>
                </a:lnTo>
                <a:lnTo>
                  <a:pt x="227" y="55"/>
                </a:lnTo>
                <a:lnTo>
                  <a:pt x="227" y="56"/>
                </a:lnTo>
                <a:lnTo>
                  <a:pt x="226" y="59"/>
                </a:lnTo>
                <a:lnTo>
                  <a:pt x="227" y="62"/>
                </a:lnTo>
                <a:lnTo>
                  <a:pt x="229" y="62"/>
                </a:lnTo>
                <a:lnTo>
                  <a:pt x="230" y="62"/>
                </a:lnTo>
                <a:lnTo>
                  <a:pt x="231" y="61"/>
                </a:lnTo>
                <a:lnTo>
                  <a:pt x="232" y="61"/>
                </a:lnTo>
                <a:lnTo>
                  <a:pt x="233" y="61"/>
                </a:lnTo>
                <a:lnTo>
                  <a:pt x="234" y="62"/>
                </a:lnTo>
                <a:lnTo>
                  <a:pt x="235" y="62"/>
                </a:lnTo>
                <a:lnTo>
                  <a:pt x="237" y="62"/>
                </a:lnTo>
                <a:lnTo>
                  <a:pt x="238" y="61"/>
                </a:lnTo>
                <a:lnTo>
                  <a:pt x="239" y="61"/>
                </a:lnTo>
                <a:lnTo>
                  <a:pt x="239" y="59"/>
                </a:lnTo>
                <a:lnTo>
                  <a:pt x="240" y="59"/>
                </a:lnTo>
                <a:lnTo>
                  <a:pt x="241" y="59"/>
                </a:lnTo>
                <a:lnTo>
                  <a:pt x="242" y="59"/>
                </a:lnTo>
                <a:lnTo>
                  <a:pt x="244" y="59"/>
                </a:lnTo>
                <a:lnTo>
                  <a:pt x="245" y="59"/>
                </a:lnTo>
                <a:lnTo>
                  <a:pt x="245" y="58"/>
                </a:lnTo>
                <a:lnTo>
                  <a:pt x="245" y="57"/>
                </a:lnTo>
                <a:lnTo>
                  <a:pt x="244" y="55"/>
                </a:lnTo>
                <a:lnTo>
                  <a:pt x="245" y="55"/>
                </a:lnTo>
                <a:lnTo>
                  <a:pt x="246" y="54"/>
                </a:lnTo>
                <a:lnTo>
                  <a:pt x="246" y="53"/>
                </a:lnTo>
                <a:lnTo>
                  <a:pt x="245" y="52"/>
                </a:lnTo>
                <a:lnTo>
                  <a:pt x="244" y="52"/>
                </a:lnTo>
                <a:lnTo>
                  <a:pt x="243" y="52"/>
                </a:lnTo>
                <a:lnTo>
                  <a:pt x="238" y="49"/>
                </a:lnTo>
                <a:lnTo>
                  <a:pt x="238" y="46"/>
                </a:lnTo>
                <a:lnTo>
                  <a:pt x="239" y="45"/>
                </a:lnTo>
                <a:lnTo>
                  <a:pt x="239" y="44"/>
                </a:lnTo>
                <a:lnTo>
                  <a:pt x="239" y="42"/>
                </a:lnTo>
                <a:lnTo>
                  <a:pt x="240" y="40"/>
                </a:lnTo>
                <a:lnTo>
                  <a:pt x="240" y="36"/>
                </a:lnTo>
                <a:lnTo>
                  <a:pt x="241" y="35"/>
                </a:lnTo>
                <a:lnTo>
                  <a:pt x="242" y="35"/>
                </a:lnTo>
                <a:lnTo>
                  <a:pt x="243" y="35"/>
                </a:lnTo>
                <a:lnTo>
                  <a:pt x="245" y="33"/>
                </a:lnTo>
                <a:lnTo>
                  <a:pt x="245" y="31"/>
                </a:lnTo>
                <a:lnTo>
                  <a:pt x="246" y="31"/>
                </a:lnTo>
                <a:lnTo>
                  <a:pt x="250" y="29"/>
                </a:lnTo>
                <a:lnTo>
                  <a:pt x="251" y="29"/>
                </a:lnTo>
                <a:lnTo>
                  <a:pt x="251" y="28"/>
                </a:lnTo>
                <a:lnTo>
                  <a:pt x="252" y="28"/>
                </a:lnTo>
                <a:lnTo>
                  <a:pt x="253" y="27"/>
                </a:lnTo>
                <a:lnTo>
                  <a:pt x="253" y="25"/>
                </a:lnTo>
                <a:lnTo>
                  <a:pt x="252" y="24"/>
                </a:lnTo>
                <a:lnTo>
                  <a:pt x="252" y="21"/>
                </a:lnTo>
                <a:lnTo>
                  <a:pt x="251" y="18"/>
                </a:lnTo>
                <a:lnTo>
                  <a:pt x="250" y="17"/>
                </a:lnTo>
                <a:lnTo>
                  <a:pt x="249" y="15"/>
                </a:lnTo>
                <a:lnTo>
                  <a:pt x="247" y="13"/>
                </a:lnTo>
                <a:lnTo>
                  <a:pt x="247" y="10"/>
                </a:lnTo>
                <a:lnTo>
                  <a:pt x="247" y="7"/>
                </a:lnTo>
                <a:lnTo>
                  <a:pt x="247" y="6"/>
                </a:lnTo>
                <a:lnTo>
                  <a:pt x="248" y="6"/>
                </a:lnTo>
                <a:lnTo>
                  <a:pt x="249" y="5"/>
                </a:lnTo>
                <a:lnTo>
                  <a:pt x="249" y="2"/>
                </a:lnTo>
                <a:lnTo>
                  <a:pt x="250" y="2"/>
                </a:lnTo>
                <a:lnTo>
                  <a:pt x="251" y="2"/>
                </a:lnTo>
                <a:lnTo>
                  <a:pt x="254" y="3"/>
                </a:lnTo>
                <a:lnTo>
                  <a:pt x="255" y="3"/>
                </a:lnTo>
                <a:lnTo>
                  <a:pt x="256" y="3"/>
                </a:lnTo>
                <a:lnTo>
                  <a:pt x="257" y="2"/>
                </a:lnTo>
                <a:lnTo>
                  <a:pt x="258" y="2"/>
                </a:lnTo>
                <a:lnTo>
                  <a:pt x="262" y="2"/>
                </a:lnTo>
                <a:lnTo>
                  <a:pt x="262" y="1"/>
                </a:lnTo>
                <a:lnTo>
                  <a:pt x="264" y="0"/>
                </a:lnTo>
                <a:lnTo>
                  <a:pt x="267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708120" y="4741200"/>
            <a:ext cx="914760" cy="567360"/>
          </a:xfrm>
          <a:custGeom>
            <a:avLst/>
            <a:gdLst/>
            <a:ahLst/>
            <a:rect l="0" t="0" r="r" b="b"/>
            <a:pathLst>
              <a:path w="2541" h="1576">
                <a:moveTo>
                  <a:pt x="1333" y="43"/>
                </a:moveTo>
                <a:lnTo>
                  <a:pt x="1334" y="43"/>
                </a:lnTo>
                <a:lnTo>
                  <a:pt x="1335" y="43"/>
                </a:lnTo>
                <a:lnTo>
                  <a:pt x="1335" y="44"/>
                </a:lnTo>
                <a:lnTo>
                  <a:pt x="1336" y="44"/>
                </a:lnTo>
                <a:lnTo>
                  <a:pt x="1337" y="43"/>
                </a:lnTo>
                <a:lnTo>
                  <a:pt x="1338" y="44"/>
                </a:lnTo>
                <a:lnTo>
                  <a:pt x="1338" y="43"/>
                </a:lnTo>
                <a:lnTo>
                  <a:pt x="1338" y="44"/>
                </a:lnTo>
                <a:lnTo>
                  <a:pt x="1338" y="43"/>
                </a:lnTo>
                <a:lnTo>
                  <a:pt x="1339" y="43"/>
                </a:lnTo>
                <a:lnTo>
                  <a:pt x="1339" y="44"/>
                </a:lnTo>
                <a:lnTo>
                  <a:pt x="1339" y="43"/>
                </a:lnTo>
                <a:lnTo>
                  <a:pt x="1340" y="44"/>
                </a:lnTo>
                <a:lnTo>
                  <a:pt x="1341" y="44"/>
                </a:lnTo>
                <a:lnTo>
                  <a:pt x="1342" y="44"/>
                </a:lnTo>
                <a:lnTo>
                  <a:pt x="1343" y="44"/>
                </a:lnTo>
                <a:lnTo>
                  <a:pt x="1344" y="44"/>
                </a:lnTo>
                <a:lnTo>
                  <a:pt x="1344" y="45"/>
                </a:lnTo>
                <a:lnTo>
                  <a:pt x="1344" y="46"/>
                </a:lnTo>
                <a:lnTo>
                  <a:pt x="1343" y="47"/>
                </a:lnTo>
                <a:lnTo>
                  <a:pt x="1343" y="48"/>
                </a:lnTo>
                <a:lnTo>
                  <a:pt x="1344" y="48"/>
                </a:lnTo>
                <a:lnTo>
                  <a:pt x="1345" y="48"/>
                </a:lnTo>
                <a:lnTo>
                  <a:pt x="1345" y="49"/>
                </a:lnTo>
                <a:lnTo>
                  <a:pt x="1346" y="49"/>
                </a:lnTo>
                <a:lnTo>
                  <a:pt x="1347" y="49"/>
                </a:lnTo>
                <a:lnTo>
                  <a:pt x="1348" y="48"/>
                </a:lnTo>
                <a:lnTo>
                  <a:pt x="1348" y="49"/>
                </a:lnTo>
                <a:lnTo>
                  <a:pt x="1349" y="49"/>
                </a:lnTo>
                <a:lnTo>
                  <a:pt x="1350" y="50"/>
                </a:lnTo>
                <a:lnTo>
                  <a:pt x="1351" y="50"/>
                </a:lnTo>
                <a:lnTo>
                  <a:pt x="1352" y="50"/>
                </a:lnTo>
                <a:lnTo>
                  <a:pt x="1352" y="49"/>
                </a:lnTo>
                <a:lnTo>
                  <a:pt x="1353" y="49"/>
                </a:lnTo>
                <a:lnTo>
                  <a:pt x="1354" y="49"/>
                </a:lnTo>
                <a:lnTo>
                  <a:pt x="1354" y="48"/>
                </a:lnTo>
                <a:lnTo>
                  <a:pt x="1354" y="49"/>
                </a:lnTo>
                <a:lnTo>
                  <a:pt x="1355" y="49"/>
                </a:lnTo>
                <a:lnTo>
                  <a:pt x="1356" y="49"/>
                </a:lnTo>
                <a:lnTo>
                  <a:pt x="1356" y="50"/>
                </a:lnTo>
                <a:lnTo>
                  <a:pt x="1356" y="51"/>
                </a:lnTo>
                <a:lnTo>
                  <a:pt x="1356" y="52"/>
                </a:lnTo>
                <a:lnTo>
                  <a:pt x="1357" y="52"/>
                </a:lnTo>
                <a:lnTo>
                  <a:pt x="1357" y="53"/>
                </a:lnTo>
                <a:lnTo>
                  <a:pt x="1358" y="53"/>
                </a:lnTo>
                <a:lnTo>
                  <a:pt x="1358" y="54"/>
                </a:lnTo>
                <a:lnTo>
                  <a:pt x="1358" y="55"/>
                </a:lnTo>
                <a:lnTo>
                  <a:pt x="1359" y="56"/>
                </a:lnTo>
                <a:lnTo>
                  <a:pt x="1358" y="56"/>
                </a:lnTo>
                <a:lnTo>
                  <a:pt x="1358" y="57"/>
                </a:lnTo>
                <a:lnTo>
                  <a:pt x="1358" y="58"/>
                </a:lnTo>
                <a:lnTo>
                  <a:pt x="1358" y="59"/>
                </a:lnTo>
                <a:lnTo>
                  <a:pt x="1358" y="60"/>
                </a:lnTo>
                <a:lnTo>
                  <a:pt x="1358" y="61"/>
                </a:lnTo>
                <a:lnTo>
                  <a:pt x="1359" y="61"/>
                </a:lnTo>
                <a:lnTo>
                  <a:pt x="1360" y="61"/>
                </a:lnTo>
                <a:lnTo>
                  <a:pt x="1360" y="62"/>
                </a:lnTo>
                <a:lnTo>
                  <a:pt x="1361" y="62"/>
                </a:lnTo>
                <a:lnTo>
                  <a:pt x="1362" y="62"/>
                </a:lnTo>
                <a:lnTo>
                  <a:pt x="1362" y="63"/>
                </a:lnTo>
                <a:lnTo>
                  <a:pt x="1363" y="63"/>
                </a:lnTo>
                <a:lnTo>
                  <a:pt x="1363" y="64"/>
                </a:lnTo>
                <a:lnTo>
                  <a:pt x="1363" y="65"/>
                </a:lnTo>
                <a:lnTo>
                  <a:pt x="1364" y="65"/>
                </a:lnTo>
                <a:lnTo>
                  <a:pt x="1365" y="65"/>
                </a:lnTo>
                <a:lnTo>
                  <a:pt x="1367" y="67"/>
                </a:lnTo>
                <a:lnTo>
                  <a:pt x="1369" y="68"/>
                </a:lnTo>
                <a:lnTo>
                  <a:pt x="1369" y="69"/>
                </a:lnTo>
                <a:lnTo>
                  <a:pt x="1368" y="69"/>
                </a:lnTo>
                <a:lnTo>
                  <a:pt x="1368" y="70"/>
                </a:lnTo>
                <a:lnTo>
                  <a:pt x="1369" y="71"/>
                </a:lnTo>
                <a:lnTo>
                  <a:pt x="1370" y="72"/>
                </a:lnTo>
                <a:lnTo>
                  <a:pt x="1369" y="72"/>
                </a:lnTo>
                <a:lnTo>
                  <a:pt x="1369" y="73"/>
                </a:lnTo>
                <a:lnTo>
                  <a:pt x="1369" y="74"/>
                </a:lnTo>
                <a:lnTo>
                  <a:pt x="1370" y="74"/>
                </a:lnTo>
                <a:lnTo>
                  <a:pt x="1370" y="75"/>
                </a:lnTo>
                <a:lnTo>
                  <a:pt x="1371" y="75"/>
                </a:lnTo>
                <a:lnTo>
                  <a:pt x="1372" y="76"/>
                </a:lnTo>
                <a:lnTo>
                  <a:pt x="1372" y="77"/>
                </a:lnTo>
                <a:lnTo>
                  <a:pt x="1372" y="78"/>
                </a:lnTo>
                <a:lnTo>
                  <a:pt x="1373" y="78"/>
                </a:lnTo>
                <a:lnTo>
                  <a:pt x="1374" y="78"/>
                </a:lnTo>
                <a:lnTo>
                  <a:pt x="1375" y="78"/>
                </a:lnTo>
                <a:lnTo>
                  <a:pt x="1376" y="78"/>
                </a:lnTo>
                <a:lnTo>
                  <a:pt x="1376" y="77"/>
                </a:lnTo>
                <a:lnTo>
                  <a:pt x="1377" y="76"/>
                </a:lnTo>
                <a:lnTo>
                  <a:pt x="1377" y="75"/>
                </a:lnTo>
                <a:lnTo>
                  <a:pt x="1377" y="74"/>
                </a:lnTo>
                <a:lnTo>
                  <a:pt x="1377" y="73"/>
                </a:lnTo>
                <a:lnTo>
                  <a:pt x="1378" y="73"/>
                </a:lnTo>
                <a:lnTo>
                  <a:pt x="1378" y="72"/>
                </a:lnTo>
                <a:lnTo>
                  <a:pt x="1379" y="72"/>
                </a:lnTo>
                <a:lnTo>
                  <a:pt x="1380" y="72"/>
                </a:lnTo>
                <a:lnTo>
                  <a:pt x="1380" y="71"/>
                </a:lnTo>
                <a:lnTo>
                  <a:pt x="1381" y="71"/>
                </a:lnTo>
                <a:lnTo>
                  <a:pt x="1383" y="71"/>
                </a:lnTo>
                <a:lnTo>
                  <a:pt x="1383" y="70"/>
                </a:lnTo>
                <a:lnTo>
                  <a:pt x="1384" y="70"/>
                </a:lnTo>
                <a:lnTo>
                  <a:pt x="1385" y="71"/>
                </a:lnTo>
                <a:lnTo>
                  <a:pt x="1386" y="71"/>
                </a:lnTo>
                <a:lnTo>
                  <a:pt x="1386" y="72"/>
                </a:lnTo>
                <a:lnTo>
                  <a:pt x="1387" y="72"/>
                </a:lnTo>
                <a:lnTo>
                  <a:pt x="1388" y="71"/>
                </a:lnTo>
                <a:lnTo>
                  <a:pt x="1389" y="71"/>
                </a:lnTo>
                <a:lnTo>
                  <a:pt x="1390" y="71"/>
                </a:lnTo>
                <a:lnTo>
                  <a:pt x="1390" y="70"/>
                </a:lnTo>
                <a:lnTo>
                  <a:pt x="1391" y="70"/>
                </a:lnTo>
                <a:lnTo>
                  <a:pt x="1392" y="70"/>
                </a:lnTo>
                <a:lnTo>
                  <a:pt x="1392" y="71"/>
                </a:lnTo>
                <a:lnTo>
                  <a:pt x="1393" y="71"/>
                </a:lnTo>
                <a:lnTo>
                  <a:pt x="1394" y="71"/>
                </a:lnTo>
                <a:lnTo>
                  <a:pt x="1394" y="72"/>
                </a:lnTo>
                <a:lnTo>
                  <a:pt x="1394" y="73"/>
                </a:lnTo>
                <a:lnTo>
                  <a:pt x="1395" y="73"/>
                </a:lnTo>
                <a:lnTo>
                  <a:pt x="1395" y="74"/>
                </a:lnTo>
                <a:lnTo>
                  <a:pt x="1394" y="74"/>
                </a:lnTo>
                <a:lnTo>
                  <a:pt x="1395" y="74"/>
                </a:lnTo>
                <a:lnTo>
                  <a:pt x="1395" y="75"/>
                </a:lnTo>
                <a:lnTo>
                  <a:pt x="1395" y="76"/>
                </a:lnTo>
                <a:lnTo>
                  <a:pt x="1396" y="76"/>
                </a:lnTo>
                <a:lnTo>
                  <a:pt x="1397" y="78"/>
                </a:lnTo>
                <a:lnTo>
                  <a:pt x="1397" y="79"/>
                </a:lnTo>
                <a:lnTo>
                  <a:pt x="1398" y="79"/>
                </a:lnTo>
                <a:lnTo>
                  <a:pt x="1398" y="78"/>
                </a:lnTo>
                <a:lnTo>
                  <a:pt x="1399" y="78"/>
                </a:lnTo>
                <a:lnTo>
                  <a:pt x="1399" y="79"/>
                </a:lnTo>
                <a:lnTo>
                  <a:pt x="1400" y="79"/>
                </a:lnTo>
                <a:lnTo>
                  <a:pt x="1400" y="80"/>
                </a:lnTo>
                <a:lnTo>
                  <a:pt x="1401" y="79"/>
                </a:lnTo>
                <a:lnTo>
                  <a:pt x="1402" y="79"/>
                </a:lnTo>
                <a:lnTo>
                  <a:pt x="1403" y="79"/>
                </a:lnTo>
                <a:lnTo>
                  <a:pt x="1403" y="80"/>
                </a:lnTo>
                <a:lnTo>
                  <a:pt x="1404" y="80"/>
                </a:lnTo>
                <a:lnTo>
                  <a:pt x="1404" y="81"/>
                </a:lnTo>
                <a:lnTo>
                  <a:pt x="1405" y="81"/>
                </a:lnTo>
                <a:lnTo>
                  <a:pt x="1406" y="81"/>
                </a:lnTo>
                <a:lnTo>
                  <a:pt x="1406" y="82"/>
                </a:lnTo>
                <a:lnTo>
                  <a:pt x="1407" y="82"/>
                </a:lnTo>
                <a:lnTo>
                  <a:pt x="1407" y="83"/>
                </a:lnTo>
                <a:lnTo>
                  <a:pt x="1407" y="84"/>
                </a:lnTo>
                <a:lnTo>
                  <a:pt x="1408" y="84"/>
                </a:lnTo>
                <a:lnTo>
                  <a:pt x="1409" y="85"/>
                </a:lnTo>
                <a:lnTo>
                  <a:pt x="1410" y="85"/>
                </a:lnTo>
                <a:lnTo>
                  <a:pt x="1410" y="86"/>
                </a:lnTo>
                <a:lnTo>
                  <a:pt x="1411" y="86"/>
                </a:lnTo>
                <a:lnTo>
                  <a:pt x="1412" y="86"/>
                </a:lnTo>
                <a:lnTo>
                  <a:pt x="1412" y="87"/>
                </a:lnTo>
                <a:lnTo>
                  <a:pt x="1412" y="88"/>
                </a:lnTo>
                <a:lnTo>
                  <a:pt x="1413" y="88"/>
                </a:lnTo>
                <a:lnTo>
                  <a:pt x="1413" y="89"/>
                </a:lnTo>
                <a:lnTo>
                  <a:pt x="1413" y="90"/>
                </a:lnTo>
                <a:lnTo>
                  <a:pt x="1415" y="91"/>
                </a:lnTo>
                <a:lnTo>
                  <a:pt x="1417" y="91"/>
                </a:lnTo>
                <a:lnTo>
                  <a:pt x="1418" y="91"/>
                </a:lnTo>
                <a:lnTo>
                  <a:pt x="1419" y="91"/>
                </a:lnTo>
                <a:lnTo>
                  <a:pt x="1419" y="90"/>
                </a:lnTo>
                <a:lnTo>
                  <a:pt x="1420" y="90"/>
                </a:lnTo>
                <a:lnTo>
                  <a:pt x="1421" y="91"/>
                </a:lnTo>
                <a:lnTo>
                  <a:pt x="1422" y="91"/>
                </a:lnTo>
                <a:lnTo>
                  <a:pt x="1424" y="91"/>
                </a:lnTo>
                <a:lnTo>
                  <a:pt x="1424" y="90"/>
                </a:lnTo>
                <a:lnTo>
                  <a:pt x="1425" y="90"/>
                </a:lnTo>
                <a:lnTo>
                  <a:pt x="1426" y="90"/>
                </a:lnTo>
                <a:lnTo>
                  <a:pt x="1426" y="89"/>
                </a:lnTo>
                <a:lnTo>
                  <a:pt x="1427" y="89"/>
                </a:lnTo>
                <a:lnTo>
                  <a:pt x="1427" y="88"/>
                </a:lnTo>
                <a:lnTo>
                  <a:pt x="1427" y="87"/>
                </a:lnTo>
                <a:lnTo>
                  <a:pt x="1428" y="87"/>
                </a:lnTo>
                <a:lnTo>
                  <a:pt x="1429" y="87"/>
                </a:lnTo>
                <a:lnTo>
                  <a:pt x="1430" y="88"/>
                </a:lnTo>
                <a:lnTo>
                  <a:pt x="1430" y="89"/>
                </a:lnTo>
                <a:lnTo>
                  <a:pt x="1430" y="90"/>
                </a:lnTo>
                <a:lnTo>
                  <a:pt x="1430" y="91"/>
                </a:lnTo>
                <a:lnTo>
                  <a:pt x="1430" y="92"/>
                </a:lnTo>
                <a:lnTo>
                  <a:pt x="1431" y="92"/>
                </a:lnTo>
                <a:lnTo>
                  <a:pt x="1432" y="92"/>
                </a:lnTo>
                <a:lnTo>
                  <a:pt x="1433" y="93"/>
                </a:lnTo>
                <a:lnTo>
                  <a:pt x="1432" y="93"/>
                </a:lnTo>
                <a:lnTo>
                  <a:pt x="1432" y="94"/>
                </a:lnTo>
                <a:lnTo>
                  <a:pt x="1432" y="95"/>
                </a:lnTo>
                <a:lnTo>
                  <a:pt x="1433" y="95"/>
                </a:lnTo>
                <a:lnTo>
                  <a:pt x="1433" y="96"/>
                </a:lnTo>
                <a:lnTo>
                  <a:pt x="1433" y="97"/>
                </a:lnTo>
                <a:lnTo>
                  <a:pt x="1434" y="97"/>
                </a:lnTo>
                <a:lnTo>
                  <a:pt x="1434" y="98"/>
                </a:lnTo>
                <a:lnTo>
                  <a:pt x="1435" y="98"/>
                </a:lnTo>
                <a:lnTo>
                  <a:pt x="1436" y="98"/>
                </a:lnTo>
                <a:lnTo>
                  <a:pt x="1437" y="98"/>
                </a:lnTo>
                <a:lnTo>
                  <a:pt x="1437" y="97"/>
                </a:lnTo>
                <a:lnTo>
                  <a:pt x="1438" y="97"/>
                </a:lnTo>
                <a:lnTo>
                  <a:pt x="1439" y="97"/>
                </a:lnTo>
                <a:lnTo>
                  <a:pt x="1439" y="98"/>
                </a:lnTo>
                <a:lnTo>
                  <a:pt x="1440" y="98"/>
                </a:lnTo>
                <a:lnTo>
                  <a:pt x="1441" y="98"/>
                </a:lnTo>
                <a:lnTo>
                  <a:pt x="1441" y="99"/>
                </a:lnTo>
                <a:lnTo>
                  <a:pt x="1442" y="99"/>
                </a:lnTo>
                <a:lnTo>
                  <a:pt x="1442" y="100"/>
                </a:lnTo>
                <a:lnTo>
                  <a:pt x="1443" y="100"/>
                </a:lnTo>
                <a:lnTo>
                  <a:pt x="1443" y="101"/>
                </a:lnTo>
                <a:lnTo>
                  <a:pt x="1443" y="102"/>
                </a:lnTo>
                <a:lnTo>
                  <a:pt x="1444" y="102"/>
                </a:lnTo>
                <a:lnTo>
                  <a:pt x="1445" y="102"/>
                </a:lnTo>
                <a:lnTo>
                  <a:pt x="1446" y="102"/>
                </a:lnTo>
                <a:lnTo>
                  <a:pt x="1446" y="103"/>
                </a:lnTo>
                <a:lnTo>
                  <a:pt x="1447" y="103"/>
                </a:lnTo>
                <a:lnTo>
                  <a:pt x="1448" y="103"/>
                </a:lnTo>
                <a:lnTo>
                  <a:pt x="1448" y="104"/>
                </a:lnTo>
                <a:lnTo>
                  <a:pt x="1449" y="104"/>
                </a:lnTo>
                <a:lnTo>
                  <a:pt x="1449" y="105"/>
                </a:lnTo>
                <a:lnTo>
                  <a:pt x="1449" y="106"/>
                </a:lnTo>
                <a:lnTo>
                  <a:pt x="1449" y="107"/>
                </a:lnTo>
                <a:lnTo>
                  <a:pt x="1450" y="107"/>
                </a:lnTo>
                <a:lnTo>
                  <a:pt x="1450" y="108"/>
                </a:lnTo>
                <a:lnTo>
                  <a:pt x="1450" y="109"/>
                </a:lnTo>
                <a:lnTo>
                  <a:pt x="1451" y="109"/>
                </a:lnTo>
                <a:lnTo>
                  <a:pt x="1452" y="109"/>
                </a:lnTo>
                <a:lnTo>
                  <a:pt x="1452" y="110"/>
                </a:lnTo>
                <a:lnTo>
                  <a:pt x="1453" y="110"/>
                </a:lnTo>
                <a:lnTo>
                  <a:pt x="1454" y="110"/>
                </a:lnTo>
                <a:lnTo>
                  <a:pt x="1454" y="111"/>
                </a:lnTo>
                <a:lnTo>
                  <a:pt x="1454" y="112"/>
                </a:lnTo>
                <a:lnTo>
                  <a:pt x="1454" y="113"/>
                </a:lnTo>
                <a:lnTo>
                  <a:pt x="1455" y="113"/>
                </a:lnTo>
                <a:lnTo>
                  <a:pt x="1456" y="113"/>
                </a:lnTo>
                <a:lnTo>
                  <a:pt x="1457" y="113"/>
                </a:lnTo>
                <a:lnTo>
                  <a:pt x="1457" y="114"/>
                </a:lnTo>
                <a:lnTo>
                  <a:pt x="1457" y="115"/>
                </a:lnTo>
                <a:lnTo>
                  <a:pt x="1458" y="115"/>
                </a:lnTo>
                <a:lnTo>
                  <a:pt x="1458" y="116"/>
                </a:lnTo>
                <a:lnTo>
                  <a:pt x="1459" y="116"/>
                </a:lnTo>
                <a:lnTo>
                  <a:pt x="1460" y="116"/>
                </a:lnTo>
                <a:lnTo>
                  <a:pt x="1461" y="117"/>
                </a:lnTo>
                <a:lnTo>
                  <a:pt x="1462" y="117"/>
                </a:lnTo>
                <a:lnTo>
                  <a:pt x="1463" y="116"/>
                </a:lnTo>
                <a:lnTo>
                  <a:pt x="1464" y="116"/>
                </a:lnTo>
                <a:lnTo>
                  <a:pt x="1464" y="117"/>
                </a:lnTo>
                <a:lnTo>
                  <a:pt x="1465" y="117"/>
                </a:lnTo>
                <a:lnTo>
                  <a:pt x="1465" y="118"/>
                </a:lnTo>
                <a:lnTo>
                  <a:pt x="1466" y="118"/>
                </a:lnTo>
                <a:lnTo>
                  <a:pt x="1466" y="119"/>
                </a:lnTo>
                <a:lnTo>
                  <a:pt x="1467" y="119"/>
                </a:lnTo>
                <a:lnTo>
                  <a:pt x="1467" y="120"/>
                </a:lnTo>
                <a:lnTo>
                  <a:pt x="1468" y="120"/>
                </a:lnTo>
                <a:lnTo>
                  <a:pt x="1468" y="121"/>
                </a:lnTo>
                <a:lnTo>
                  <a:pt x="1469" y="121"/>
                </a:lnTo>
                <a:lnTo>
                  <a:pt x="1469" y="122"/>
                </a:lnTo>
                <a:lnTo>
                  <a:pt x="1470" y="122"/>
                </a:lnTo>
                <a:lnTo>
                  <a:pt x="1471" y="122"/>
                </a:lnTo>
                <a:lnTo>
                  <a:pt x="1472" y="122"/>
                </a:lnTo>
                <a:lnTo>
                  <a:pt x="1472" y="123"/>
                </a:lnTo>
                <a:lnTo>
                  <a:pt x="1472" y="124"/>
                </a:lnTo>
                <a:lnTo>
                  <a:pt x="1473" y="124"/>
                </a:lnTo>
                <a:lnTo>
                  <a:pt x="1473" y="125"/>
                </a:lnTo>
                <a:lnTo>
                  <a:pt x="1474" y="125"/>
                </a:lnTo>
                <a:lnTo>
                  <a:pt x="1474" y="124"/>
                </a:lnTo>
                <a:lnTo>
                  <a:pt x="1475" y="124"/>
                </a:lnTo>
                <a:lnTo>
                  <a:pt x="1475" y="125"/>
                </a:lnTo>
                <a:lnTo>
                  <a:pt x="1476" y="125"/>
                </a:lnTo>
                <a:lnTo>
                  <a:pt x="1476" y="126"/>
                </a:lnTo>
                <a:lnTo>
                  <a:pt x="1477" y="126"/>
                </a:lnTo>
                <a:lnTo>
                  <a:pt x="1477" y="125"/>
                </a:lnTo>
                <a:lnTo>
                  <a:pt x="1478" y="125"/>
                </a:lnTo>
                <a:lnTo>
                  <a:pt x="1479" y="125"/>
                </a:lnTo>
                <a:lnTo>
                  <a:pt x="1479" y="126"/>
                </a:lnTo>
                <a:lnTo>
                  <a:pt x="1480" y="126"/>
                </a:lnTo>
                <a:lnTo>
                  <a:pt x="1480" y="127"/>
                </a:lnTo>
                <a:lnTo>
                  <a:pt x="1479" y="127"/>
                </a:lnTo>
                <a:lnTo>
                  <a:pt x="1479" y="126"/>
                </a:lnTo>
                <a:lnTo>
                  <a:pt x="1478" y="126"/>
                </a:lnTo>
                <a:lnTo>
                  <a:pt x="1477" y="126"/>
                </a:lnTo>
                <a:lnTo>
                  <a:pt x="1477" y="127"/>
                </a:lnTo>
                <a:lnTo>
                  <a:pt x="1476" y="127"/>
                </a:lnTo>
                <a:lnTo>
                  <a:pt x="1475" y="128"/>
                </a:lnTo>
                <a:lnTo>
                  <a:pt x="1474" y="128"/>
                </a:lnTo>
                <a:lnTo>
                  <a:pt x="1474" y="129"/>
                </a:lnTo>
                <a:lnTo>
                  <a:pt x="1473" y="129"/>
                </a:lnTo>
                <a:lnTo>
                  <a:pt x="1472" y="129"/>
                </a:lnTo>
                <a:lnTo>
                  <a:pt x="1471" y="129"/>
                </a:lnTo>
                <a:lnTo>
                  <a:pt x="1471" y="130"/>
                </a:lnTo>
                <a:lnTo>
                  <a:pt x="1471" y="131"/>
                </a:lnTo>
                <a:lnTo>
                  <a:pt x="1470" y="131"/>
                </a:lnTo>
                <a:lnTo>
                  <a:pt x="1470" y="132"/>
                </a:lnTo>
                <a:lnTo>
                  <a:pt x="1468" y="131"/>
                </a:lnTo>
                <a:lnTo>
                  <a:pt x="1468" y="132"/>
                </a:lnTo>
                <a:lnTo>
                  <a:pt x="1467" y="132"/>
                </a:lnTo>
                <a:lnTo>
                  <a:pt x="1466" y="132"/>
                </a:lnTo>
                <a:lnTo>
                  <a:pt x="1466" y="133"/>
                </a:lnTo>
                <a:lnTo>
                  <a:pt x="1465" y="133"/>
                </a:lnTo>
                <a:lnTo>
                  <a:pt x="1464" y="132"/>
                </a:lnTo>
                <a:lnTo>
                  <a:pt x="1463" y="132"/>
                </a:lnTo>
                <a:lnTo>
                  <a:pt x="1461" y="132"/>
                </a:lnTo>
                <a:lnTo>
                  <a:pt x="1460" y="133"/>
                </a:lnTo>
                <a:lnTo>
                  <a:pt x="1459" y="133"/>
                </a:lnTo>
                <a:lnTo>
                  <a:pt x="1457" y="133"/>
                </a:lnTo>
                <a:lnTo>
                  <a:pt x="1457" y="132"/>
                </a:lnTo>
                <a:lnTo>
                  <a:pt x="1457" y="133"/>
                </a:lnTo>
                <a:lnTo>
                  <a:pt x="1456" y="133"/>
                </a:lnTo>
                <a:lnTo>
                  <a:pt x="1455" y="133"/>
                </a:lnTo>
                <a:lnTo>
                  <a:pt x="1454" y="132"/>
                </a:lnTo>
                <a:lnTo>
                  <a:pt x="1453" y="132"/>
                </a:lnTo>
                <a:lnTo>
                  <a:pt x="1452" y="132"/>
                </a:lnTo>
                <a:lnTo>
                  <a:pt x="1452" y="133"/>
                </a:lnTo>
                <a:lnTo>
                  <a:pt x="1451" y="133"/>
                </a:lnTo>
                <a:lnTo>
                  <a:pt x="1450" y="133"/>
                </a:lnTo>
                <a:lnTo>
                  <a:pt x="1450" y="132"/>
                </a:lnTo>
                <a:lnTo>
                  <a:pt x="1449" y="132"/>
                </a:lnTo>
                <a:lnTo>
                  <a:pt x="1449" y="131"/>
                </a:lnTo>
                <a:lnTo>
                  <a:pt x="1448" y="131"/>
                </a:lnTo>
                <a:lnTo>
                  <a:pt x="1447" y="131"/>
                </a:lnTo>
                <a:lnTo>
                  <a:pt x="1446" y="130"/>
                </a:lnTo>
                <a:lnTo>
                  <a:pt x="1446" y="129"/>
                </a:lnTo>
                <a:lnTo>
                  <a:pt x="1446" y="128"/>
                </a:lnTo>
                <a:lnTo>
                  <a:pt x="1445" y="128"/>
                </a:lnTo>
                <a:lnTo>
                  <a:pt x="1444" y="128"/>
                </a:lnTo>
                <a:lnTo>
                  <a:pt x="1444" y="129"/>
                </a:lnTo>
                <a:lnTo>
                  <a:pt x="1443" y="129"/>
                </a:lnTo>
                <a:lnTo>
                  <a:pt x="1443" y="130"/>
                </a:lnTo>
                <a:lnTo>
                  <a:pt x="1442" y="130"/>
                </a:lnTo>
                <a:lnTo>
                  <a:pt x="1442" y="131"/>
                </a:lnTo>
                <a:lnTo>
                  <a:pt x="1442" y="132"/>
                </a:lnTo>
                <a:lnTo>
                  <a:pt x="1442" y="133"/>
                </a:lnTo>
                <a:lnTo>
                  <a:pt x="1443" y="133"/>
                </a:lnTo>
                <a:lnTo>
                  <a:pt x="1443" y="134"/>
                </a:lnTo>
                <a:lnTo>
                  <a:pt x="1444" y="134"/>
                </a:lnTo>
                <a:lnTo>
                  <a:pt x="1444" y="135"/>
                </a:lnTo>
                <a:lnTo>
                  <a:pt x="1444" y="136"/>
                </a:lnTo>
                <a:lnTo>
                  <a:pt x="1445" y="136"/>
                </a:lnTo>
                <a:lnTo>
                  <a:pt x="1445" y="137"/>
                </a:lnTo>
                <a:lnTo>
                  <a:pt x="1444" y="136"/>
                </a:lnTo>
                <a:lnTo>
                  <a:pt x="1444" y="137"/>
                </a:lnTo>
                <a:lnTo>
                  <a:pt x="1444" y="138"/>
                </a:lnTo>
                <a:lnTo>
                  <a:pt x="1444" y="139"/>
                </a:lnTo>
                <a:lnTo>
                  <a:pt x="1443" y="140"/>
                </a:lnTo>
                <a:lnTo>
                  <a:pt x="1443" y="141"/>
                </a:lnTo>
                <a:lnTo>
                  <a:pt x="1444" y="141"/>
                </a:lnTo>
                <a:lnTo>
                  <a:pt x="1444" y="142"/>
                </a:lnTo>
                <a:lnTo>
                  <a:pt x="1444" y="143"/>
                </a:lnTo>
                <a:lnTo>
                  <a:pt x="1443" y="144"/>
                </a:lnTo>
                <a:lnTo>
                  <a:pt x="1442" y="145"/>
                </a:lnTo>
                <a:lnTo>
                  <a:pt x="1442" y="146"/>
                </a:lnTo>
                <a:lnTo>
                  <a:pt x="1442" y="147"/>
                </a:lnTo>
                <a:lnTo>
                  <a:pt x="1442" y="148"/>
                </a:lnTo>
                <a:lnTo>
                  <a:pt x="1443" y="148"/>
                </a:lnTo>
                <a:lnTo>
                  <a:pt x="1444" y="148"/>
                </a:lnTo>
                <a:lnTo>
                  <a:pt x="1444" y="149"/>
                </a:lnTo>
                <a:lnTo>
                  <a:pt x="1445" y="149"/>
                </a:lnTo>
                <a:lnTo>
                  <a:pt x="1445" y="150"/>
                </a:lnTo>
                <a:lnTo>
                  <a:pt x="1446" y="150"/>
                </a:lnTo>
                <a:lnTo>
                  <a:pt x="1446" y="151"/>
                </a:lnTo>
                <a:lnTo>
                  <a:pt x="1447" y="151"/>
                </a:lnTo>
                <a:lnTo>
                  <a:pt x="1448" y="151"/>
                </a:lnTo>
                <a:lnTo>
                  <a:pt x="1449" y="151"/>
                </a:lnTo>
                <a:lnTo>
                  <a:pt x="1450" y="151"/>
                </a:lnTo>
                <a:lnTo>
                  <a:pt x="1450" y="152"/>
                </a:lnTo>
                <a:lnTo>
                  <a:pt x="1451" y="152"/>
                </a:lnTo>
                <a:lnTo>
                  <a:pt x="1452" y="153"/>
                </a:lnTo>
                <a:lnTo>
                  <a:pt x="1453" y="153"/>
                </a:lnTo>
                <a:lnTo>
                  <a:pt x="1453" y="154"/>
                </a:lnTo>
                <a:lnTo>
                  <a:pt x="1454" y="155"/>
                </a:lnTo>
                <a:lnTo>
                  <a:pt x="1455" y="155"/>
                </a:lnTo>
                <a:lnTo>
                  <a:pt x="1456" y="155"/>
                </a:lnTo>
                <a:lnTo>
                  <a:pt x="1456" y="156"/>
                </a:lnTo>
                <a:lnTo>
                  <a:pt x="1457" y="156"/>
                </a:lnTo>
                <a:lnTo>
                  <a:pt x="1456" y="156"/>
                </a:lnTo>
                <a:lnTo>
                  <a:pt x="1456" y="157"/>
                </a:lnTo>
                <a:lnTo>
                  <a:pt x="1456" y="156"/>
                </a:lnTo>
                <a:lnTo>
                  <a:pt x="1455" y="156"/>
                </a:lnTo>
                <a:lnTo>
                  <a:pt x="1454" y="156"/>
                </a:lnTo>
                <a:lnTo>
                  <a:pt x="1453" y="156"/>
                </a:lnTo>
                <a:lnTo>
                  <a:pt x="1453" y="157"/>
                </a:lnTo>
                <a:lnTo>
                  <a:pt x="1454" y="157"/>
                </a:lnTo>
                <a:lnTo>
                  <a:pt x="1455" y="157"/>
                </a:lnTo>
                <a:lnTo>
                  <a:pt x="1455" y="158"/>
                </a:lnTo>
                <a:lnTo>
                  <a:pt x="1455" y="159"/>
                </a:lnTo>
                <a:lnTo>
                  <a:pt x="1456" y="159"/>
                </a:lnTo>
                <a:lnTo>
                  <a:pt x="1456" y="158"/>
                </a:lnTo>
                <a:lnTo>
                  <a:pt x="1457" y="158"/>
                </a:lnTo>
                <a:lnTo>
                  <a:pt x="1458" y="159"/>
                </a:lnTo>
                <a:lnTo>
                  <a:pt x="1459" y="159"/>
                </a:lnTo>
                <a:lnTo>
                  <a:pt x="1460" y="160"/>
                </a:lnTo>
                <a:lnTo>
                  <a:pt x="1461" y="160"/>
                </a:lnTo>
                <a:lnTo>
                  <a:pt x="1462" y="160"/>
                </a:lnTo>
                <a:lnTo>
                  <a:pt x="1462" y="159"/>
                </a:lnTo>
                <a:lnTo>
                  <a:pt x="1462" y="160"/>
                </a:lnTo>
                <a:lnTo>
                  <a:pt x="1463" y="160"/>
                </a:lnTo>
                <a:lnTo>
                  <a:pt x="1464" y="160"/>
                </a:lnTo>
                <a:lnTo>
                  <a:pt x="1465" y="161"/>
                </a:lnTo>
                <a:lnTo>
                  <a:pt x="1466" y="161"/>
                </a:lnTo>
                <a:lnTo>
                  <a:pt x="1467" y="161"/>
                </a:lnTo>
                <a:lnTo>
                  <a:pt x="1467" y="162"/>
                </a:lnTo>
                <a:lnTo>
                  <a:pt x="1468" y="162"/>
                </a:lnTo>
                <a:lnTo>
                  <a:pt x="1470" y="162"/>
                </a:lnTo>
                <a:lnTo>
                  <a:pt x="1471" y="162"/>
                </a:lnTo>
                <a:lnTo>
                  <a:pt x="1471" y="163"/>
                </a:lnTo>
                <a:lnTo>
                  <a:pt x="1472" y="163"/>
                </a:lnTo>
                <a:lnTo>
                  <a:pt x="1473" y="163"/>
                </a:lnTo>
                <a:lnTo>
                  <a:pt x="1474" y="163"/>
                </a:lnTo>
                <a:lnTo>
                  <a:pt x="1476" y="163"/>
                </a:lnTo>
                <a:lnTo>
                  <a:pt x="1476" y="162"/>
                </a:lnTo>
                <a:lnTo>
                  <a:pt x="1477" y="162"/>
                </a:lnTo>
                <a:lnTo>
                  <a:pt x="1478" y="162"/>
                </a:lnTo>
                <a:lnTo>
                  <a:pt x="1478" y="163"/>
                </a:lnTo>
                <a:lnTo>
                  <a:pt x="1479" y="163"/>
                </a:lnTo>
                <a:lnTo>
                  <a:pt x="1480" y="163"/>
                </a:lnTo>
                <a:lnTo>
                  <a:pt x="1481" y="163"/>
                </a:lnTo>
                <a:lnTo>
                  <a:pt x="1482" y="162"/>
                </a:lnTo>
                <a:lnTo>
                  <a:pt x="1483" y="162"/>
                </a:lnTo>
                <a:lnTo>
                  <a:pt x="1484" y="163"/>
                </a:lnTo>
                <a:lnTo>
                  <a:pt x="1485" y="165"/>
                </a:lnTo>
                <a:lnTo>
                  <a:pt x="1485" y="166"/>
                </a:lnTo>
                <a:lnTo>
                  <a:pt x="1484" y="166"/>
                </a:lnTo>
                <a:lnTo>
                  <a:pt x="1482" y="167"/>
                </a:lnTo>
                <a:lnTo>
                  <a:pt x="1482" y="168"/>
                </a:lnTo>
                <a:lnTo>
                  <a:pt x="1482" y="169"/>
                </a:lnTo>
                <a:lnTo>
                  <a:pt x="1481" y="171"/>
                </a:lnTo>
                <a:lnTo>
                  <a:pt x="1480" y="171"/>
                </a:lnTo>
                <a:lnTo>
                  <a:pt x="1480" y="172"/>
                </a:lnTo>
                <a:lnTo>
                  <a:pt x="1480" y="173"/>
                </a:lnTo>
                <a:lnTo>
                  <a:pt x="1480" y="174"/>
                </a:lnTo>
                <a:lnTo>
                  <a:pt x="1480" y="175"/>
                </a:lnTo>
                <a:lnTo>
                  <a:pt x="1481" y="175"/>
                </a:lnTo>
                <a:lnTo>
                  <a:pt x="1481" y="176"/>
                </a:lnTo>
                <a:lnTo>
                  <a:pt x="1480" y="178"/>
                </a:lnTo>
                <a:lnTo>
                  <a:pt x="1479" y="178"/>
                </a:lnTo>
                <a:lnTo>
                  <a:pt x="1479" y="177"/>
                </a:lnTo>
                <a:lnTo>
                  <a:pt x="1478" y="177"/>
                </a:lnTo>
                <a:lnTo>
                  <a:pt x="1477" y="178"/>
                </a:lnTo>
                <a:lnTo>
                  <a:pt x="1476" y="178"/>
                </a:lnTo>
                <a:lnTo>
                  <a:pt x="1476" y="179"/>
                </a:lnTo>
                <a:lnTo>
                  <a:pt x="1476" y="180"/>
                </a:lnTo>
                <a:lnTo>
                  <a:pt x="1477" y="180"/>
                </a:lnTo>
                <a:lnTo>
                  <a:pt x="1477" y="181"/>
                </a:lnTo>
                <a:lnTo>
                  <a:pt x="1476" y="182"/>
                </a:lnTo>
                <a:lnTo>
                  <a:pt x="1476" y="183"/>
                </a:lnTo>
                <a:lnTo>
                  <a:pt x="1475" y="183"/>
                </a:lnTo>
                <a:lnTo>
                  <a:pt x="1475" y="184"/>
                </a:lnTo>
                <a:lnTo>
                  <a:pt x="1475" y="185"/>
                </a:lnTo>
                <a:lnTo>
                  <a:pt x="1476" y="185"/>
                </a:lnTo>
                <a:lnTo>
                  <a:pt x="1476" y="186"/>
                </a:lnTo>
                <a:lnTo>
                  <a:pt x="1475" y="186"/>
                </a:lnTo>
                <a:lnTo>
                  <a:pt x="1475" y="187"/>
                </a:lnTo>
                <a:lnTo>
                  <a:pt x="1475" y="188"/>
                </a:lnTo>
                <a:lnTo>
                  <a:pt x="1475" y="189"/>
                </a:lnTo>
                <a:lnTo>
                  <a:pt x="1475" y="190"/>
                </a:lnTo>
                <a:lnTo>
                  <a:pt x="1475" y="191"/>
                </a:lnTo>
                <a:lnTo>
                  <a:pt x="1474" y="191"/>
                </a:lnTo>
                <a:lnTo>
                  <a:pt x="1474" y="192"/>
                </a:lnTo>
                <a:lnTo>
                  <a:pt x="1474" y="193"/>
                </a:lnTo>
                <a:lnTo>
                  <a:pt x="1473" y="193"/>
                </a:lnTo>
                <a:lnTo>
                  <a:pt x="1472" y="193"/>
                </a:lnTo>
                <a:lnTo>
                  <a:pt x="1471" y="193"/>
                </a:lnTo>
                <a:lnTo>
                  <a:pt x="1471" y="194"/>
                </a:lnTo>
                <a:lnTo>
                  <a:pt x="1472" y="195"/>
                </a:lnTo>
                <a:lnTo>
                  <a:pt x="1473" y="196"/>
                </a:lnTo>
                <a:lnTo>
                  <a:pt x="1473" y="198"/>
                </a:lnTo>
                <a:lnTo>
                  <a:pt x="1473" y="199"/>
                </a:lnTo>
                <a:lnTo>
                  <a:pt x="1474" y="199"/>
                </a:lnTo>
                <a:lnTo>
                  <a:pt x="1474" y="200"/>
                </a:lnTo>
                <a:lnTo>
                  <a:pt x="1474" y="201"/>
                </a:lnTo>
                <a:lnTo>
                  <a:pt x="1475" y="201"/>
                </a:lnTo>
                <a:lnTo>
                  <a:pt x="1475" y="202"/>
                </a:lnTo>
                <a:lnTo>
                  <a:pt x="1475" y="203"/>
                </a:lnTo>
                <a:lnTo>
                  <a:pt x="1474" y="204"/>
                </a:lnTo>
                <a:lnTo>
                  <a:pt x="1473" y="204"/>
                </a:lnTo>
                <a:lnTo>
                  <a:pt x="1473" y="205"/>
                </a:lnTo>
                <a:lnTo>
                  <a:pt x="1472" y="205"/>
                </a:lnTo>
                <a:lnTo>
                  <a:pt x="1471" y="205"/>
                </a:lnTo>
                <a:lnTo>
                  <a:pt x="1471" y="204"/>
                </a:lnTo>
                <a:lnTo>
                  <a:pt x="1470" y="204"/>
                </a:lnTo>
                <a:lnTo>
                  <a:pt x="1469" y="204"/>
                </a:lnTo>
                <a:lnTo>
                  <a:pt x="1468" y="203"/>
                </a:lnTo>
                <a:lnTo>
                  <a:pt x="1468" y="204"/>
                </a:lnTo>
                <a:lnTo>
                  <a:pt x="1467" y="205"/>
                </a:lnTo>
                <a:lnTo>
                  <a:pt x="1467" y="206"/>
                </a:lnTo>
                <a:lnTo>
                  <a:pt x="1467" y="207"/>
                </a:lnTo>
                <a:lnTo>
                  <a:pt x="1466" y="208"/>
                </a:lnTo>
                <a:lnTo>
                  <a:pt x="1466" y="209"/>
                </a:lnTo>
                <a:lnTo>
                  <a:pt x="1465" y="210"/>
                </a:lnTo>
                <a:lnTo>
                  <a:pt x="1466" y="210"/>
                </a:lnTo>
                <a:lnTo>
                  <a:pt x="1466" y="211"/>
                </a:lnTo>
                <a:lnTo>
                  <a:pt x="1466" y="213"/>
                </a:lnTo>
                <a:lnTo>
                  <a:pt x="1466" y="214"/>
                </a:lnTo>
                <a:lnTo>
                  <a:pt x="1466" y="215"/>
                </a:lnTo>
                <a:lnTo>
                  <a:pt x="1465" y="215"/>
                </a:lnTo>
                <a:lnTo>
                  <a:pt x="1466" y="215"/>
                </a:lnTo>
                <a:lnTo>
                  <a:pt x="1467" y="215"/>
                </a:lnTo>
                <a:lnTo>
                  <a:pt x="1467" y="216"/>
                </a:lnTo>
                <a:lnTo>
                  <a:pt x="1468" y="216"/>
                </a:lnTo>
                <a:lnTo>
                  <a:pt x="1468" y="215"/>
                </a:lnTo>
                <a:lnTo>
                  <a:pt x="1468" y="216"/>
                </a:lnTo>
                <a:lnTo>
                  <a:pt x="1469" y="216"/>
                </a:lnTo>
                <a:lnTo>
                  <a:pt x="1470" y="215"/>
                </a:lnTo>
                <a:lnTo>
                  <a:pt x="1470" y="216"/>
                </a:lnTo>
                <a:lnTo>
                  <a:pt x="1471" y="216"/>
                </a:lnTo>
                <a:lnTo>
                  <a:pt x="1471" y="217"/>
                </a:lnTo>
                <a:lnTo>
                  <a:pt x="1471" y="219"/>
                </a:lnTo>
                <a:lnTo>
                  <a:pt x="1472" y="220"/>
                </a:lnTo>
                <a:lnTo>
                  <a:pt x="1472" y="221"/>
                </a:lnTo>
                <a:lnTo>
                  <a:pt x="1470" y="221"/>
                </a:lnTo>
                <a:lnTo>
                  <a:pt x="1469" y="221"/>
                </a:lnTo>
                <a:lnTo>
                  <a:pt x="1469" y="222"/>
                </a:lnTo>
                <a:lnTo>
                  <a:pt x="1468" y="222"/>
                </a:lnTo>
                <a:lnTo>
                  <a:pt x="1467" y="222"/>
                </a:lnTo>
                <a:lnTo>
                  <a:pt x="1467" y="223"/>
                </a:lnTo>
                <a:lnTo>
                  <a:pt x="1468" y="223"/>
                </a:lnTo>
                <a:lnTo>
                  <a:pt x="1467" y="224"/>
                </a:lnTo>
                <a:lnTo>
                  <a:pt x="1466" y="225"/>
                </a:lnTo>
                <a:lnTo>
                  <a:pt x="1465" y="225"/>
                </a:lnTo>
                <a:lnTo>
                  <a:pt x="1465" y="226"/>
                </a:lnTo>
                <a:lnTo>
                  <a:pt x="1464" y="226"/>
                </a:lnTo>
                <a:lnTo>
                  <a:pt x="1463" y="226"/>
                </a:lnTo>
                <a:lnTo>
                  <a:pt x="1463" y="227"/>
                </a:lnTo>
                <a:lnTo>
                  <a:pt x="1463" y="228"/>
                </a:lnTo>
                <a:lnTo>
                  <a:pt x="1462" y="228"/>
                </a:lnTo>
                <a:lnTo>
                  <a:pt x="1462" y="229"/>
                </a:lnTo>
                <a:lnTo>
                  <a:pt x="1461" y="229"/>
                </a:lnTo>
                <a:lnTo>
                  <a:pt x="1460" y="229"/>
                </a:lnTo>
                <a:lnTo>
                  <a:pt x="1460" y="228"/>
                </a:lnTo>
                <a:lnTo>
                  <a:pt x="1459" y="228"/>
                </a:lnTo>
                <a:lnTo>
                  <a:pt x="1458" y="227"/>
                </a:lnTo>
                <a:lnTo>
                  <a:pt x="1456" y="228"/>
                </a:lnTo>
                <a:lnTo>
                  <a:pt x="1455" y="228"/>
                </a:lnTo>
                <a:lnTo>
                  <a:pt x="1454" y="228"/>
                </a:lnTo>
                <a:lnTo>
                  <a:pt x="1453" y="228"/>
                </a:lnTo>
                <a:lnTo>
                  <a:pt x="1452" y="229"/>
                </a:lnTo>
                <a:lnTo>
                  <a:pt x="1451" y="230"/>
                </a:lnTo>
                <a:lnTo>
                  <a:pt x="1450" y="231"/>
                </a:lnTo>
                <a:lnTo>
                  <a:pt x="1449" y="232"/>
                </a:lnTo>
                <a:lnTo>
                  <a:pt x="1448" y="232"/>
                </a:lnTo>
                <a:lnTo>
                  <a:pt x="1447" y="232"/>
                </a:lnTo>
                <a:lnTo>
                  <a:pt x="1446" y="232"/>
                </a:lnTo>
                <a:lnTo>
                  <a:pt x="1445" y="233"/>
                </a:lnTo>
                <a:lnTo>
                  <a:pt x="1444" y="233"/>
                </a:lnTo>
                <a:lnTo>
                  <a:pt x="1443" y="233"/>
                </a:lnTo>
                <a:lnTo>
                  <a:pt x="1442" y="233"/>
                </a:lnTo>
                <a:lnTo>
                  <a:pt x="1442" y="234"/>
                </a:lnTo>
                <a:lnTo>
                  <a:pt x="1441" y="234"/>
                </a:lnTo>
                <a:lnTo>
                  <a:pt x="1441" y="233"/>
                </a:lnTo>
                <a:lnTo>
                  <a:pt x="1440" y="233"/>
                </a:lnTo>
                <a:lnTo>
                  <a:pt x="1439" y="233"/>
                </a:lnTo>
                <a:lnTo>
                  <a:pt x="1439" y="232"/>
                </a:lnTo>
                <a:lnTo>
                  <a:pt x="1439" y="233"/>
                </a:lnTo>
                <a:lnTo>
                  <a:pt x="1438" y="233"/>
                </a:lnTo>
                <a:lnTo>
                  <a:pt x="1437" y="234"/>
                </a:lnTo>
                <a:lnTo>
                  <a:pt x="1437" y="235"/>
                </a:lnTo>
                <a:lnTo>
                  <a:pt x="1438" y="236"/>
                </a:lnTo>
                <a:lnTo>
                  <a:pt x="1439" y="236"/>
                </a:lnTo>
                <a:lnTo>
                  <a:pt x="1439" y="237"/>
                </a:lnTo>
                <a:lnTo>
                  <a:pt x="1439" y="239"/>
                </a:lnTo>
                <a:lnTo>
                  <a:pt x="1438" y="239"/>
                </a:lnTo>
                <a:lnTo>
                  <a:pt x="1438" y="240"/>
                </a:lnTo>
                <a:lnTo>
                  <a:pt x="1437" y="240"/>
                </a:lnTo>
                <a:lnTo>
                  <a:pt x="1437" y="241"/>
                </a:lnTo>
                <a:lnTo>
                  <a:pt x="1436" y="242"/>
                </a:lnTo>
                <a:lnTo>
                  <a:pt x="1436" y="243"/>
                </a:lnTo>
                <a:lnTo>
                  <a:pt x="1435" y="244"/>
                </a:lnTo>
                <a:lnTo>
                  <a:pt x="1435" y="245"/>
                </a:lnTo>
                <a:lnTo>
                  <a:pt x="1436" y="245"/>
                </a:lnTo>
                <a:lnTo>
                  <a:pt x="1436" y="246"/>
                </a:lnTo>
                <a:lnTo>
                  <a:pt x="1437" y="246"/>
                </a:lnTo>
                <a:lnTo>
                  <a:pt x="1438" y="246"/>
                </a:lnTo>
                <a:lnTo>
                  <a:pt x="1439" y="246"/>
                </a:lnTo>
                <a:lnTo>
                  <a:pt x="1440" y="246"/>
                </a:lnTo>
                <a:lnTo>
                  <a:pt x="1440" y="247"/>
                </a:lnTo>
                <a:lnTo>
                  <a:pt x="1439" y="247"/>
                </a:lnTo>
                <a:lnTo>
                  <a:pt x="1439" y="248"/>
                </a:lnTo>
                <a:lnTo>
                  <a:pt x="1438" y="248"/>
                </a:lnTo>
                <a:lnTo>
                  <a:pt x="1437" y="249"/>
                </a:lnTo>
                <a:lnTo>
                  <a:pt x="1436" y="249"/>
                </a:lnTo>
                <a:lnTo>
                  <a:pt x="1435" y="249"/>
                </a:lnTo>
                <a:lnTo>
                  <a:pt x="1434" y="249"/>
                </a:lnTo>
                <a:lnTo>
                  <a:pt x="1434" y="250"/>
                </a:lnTo>
                <a:lnTo>
                  <a:pt x="1433" y="250"/>
                </a:lnTo>
                <a:lnTo>
                  <a:pt x="1432" y="250"/>
                </a:lnTo>
                <a:lnTo>
                  <a:pt x="1432" y="251"/>
                </a:lnTo>
                <a:lnTo>
                  <a:pt x="1431" y="251"/>
                </a:lnTo>
                <a:lnTo>
                  <a:pt x="1431" y="252"/>
                </a:lnTo>
                <a:lnTo>
                  <a:pt x="1430" y="252"/>
                </a:lnTo>
                <a:lnTo>
                  <a:pt x="1429" y="252"/>
                </a:lnTo>
                <a:lnTo>
                  <a:pt x="1428" y="254"/>
                </a:lnTo>
                <a:lnTo>
                  <a:pt x="1429" y="254"/>
                </a:lnTo>
                <a:lnTo>
                  <a:pt x="1429" y="255"/>
                </a:lnTo>
                <a:lnTo>
                  <a:pt x="1430" y="255"/>
                </a:lnTo>
                <a:lnTo>
                  <a:pt x="1430" y="256"/>
                </a:lnTo>
                <a:lnTo>
                  <a:pt x="1431" y="256"/>
                </a:lnTo>
                <a:lnTo>
                  <a:pt x="1431" y="257"/>
                </a:lnTo>
                <a:lnTo>
                  <a:pt x="1431" y="258"/>
                </a:lnTo>
                <a:lnTo>
                  <a:pt x="1431" y="259"/>
                </a:lnTo>
                <a:lnTo>
                  <a:pt x="1431" y="260"/>
                </a:lnTo>
                <a:lnTo>
                  <a:pt x="1432" y="260"/>
                </a:lnTo>
                <a:lnTo>
                  <a:pt x="1432" y="262"/>
                </a:lnTo>
                <a:lnTo>
                  <a:pt x="1433" y="262"/>
                </a:lnTo>
                <a:lnTo>
                  <a:pt x="1433" y="263"/>
                </a:lnTo>
                <a:lnTo>
                  <a:pt x="1433" y="264"/>
                </a:lnTo>
                <a:lnTo>
                  <a:pt x="1433" y="265"/>
                </a:lnTo>
                <a:lnTo>
                  <a:pt x="1434" y="267"/>
                </a:lnTo>
                <a:lnTo>
                  <a:pt x="1434" y="268"/>
                </a:lnTo>
                <a:lnTo>
                  <a:pt x="1434" y="269"/>
                </a:lnTo>
                <a:lnTo>
                  <a:pt x="1435" y="269"/>
                </a:lnTo>
                <a:lnTo>
                  <a:pt x="1435" y="270"/>
                </a:lnTo>
                <a:lnTo>
                  <a:pt x="1436" y="270"/>
                </a:lnTo>
                <a:lnTo>
                  <a:pt x="1437" y="270"/>
                </a:lnTo>
                <a:lnTo>
                  <a:pt x="1437" y="271"/>
                </a:lnTo>
                <a:lnTo>
                  <a:pt x="1436" y="271"/>
                </a:lnTo>
                <a:lnTo>
                  <a:pt x="1438" y="272"/>
                </a:lnTo>
                <a:lnTo>
                  <a:pt x="1439" y="272"/>
                </a:lnTo>
                <a:lnTo>
                  <a:pt x="1440" y="272"/>
                </a:lnTo>
                <a:lnTo>
                  <a:pt x="1440" y="271"/>
                </a:lnTo>
                <a:lnTo>
                  <a:pt x="1440" y="272"/>
                </a:lnTo>
                <a:lnTo>
                  <a:pt x="1441" y="272"/>
                </a:lnTo>
                <a:lnTo>
                  <a:pt x="1442" y="272"/>
                </a:lnTo>
                <a:lnTo>
                  <a:pt x="1442" y="273"/>
                </a:lnTo>
                <a:lnTo>
                  <a:pt x="1442" y="274"/>
                </a:lnTo>
                <a:lnTo>
                  <a:pt x="1442" y="275"/>
                </a:lnTo>
                <a:lnTo>
                  <a:pt x="1441" y="275"/>
                </a:lnTo>
                <a:lnTo>
                  <a:pt x="1441" y="276"/>
                </a:lnTo>
                <a:lnTo>
                  <a:pt x="1442" y="276"/>
                </a:lnTo>
                <a:lnTo>
                  <a:pt x="1442" y="277"/>
                </a:lnTo>
                <a:lnTo>
                  <a:pt x="1442" y="278"/>
                </a:lnTo>
                <a:lnTo>
                  <a:pt x="1442" y="279"/>
                </a:lnTo>
                <a:lnTo>
                  <a:pt x="1442" y="280"/>
                </a:lnTo>
                <a:lnTo>
                  <a:pt x="1441" y="281"/>
                </a:lnTo>
                <a:lnTo>
                  <a:pt x="1441" y="282"/>
                </a:lnTo>
                <a:lnTo>
                  <a:pt x="1440" y="282"/>
                </a:lnTo>
                <a:lnTo>
                  <a:pt x="1440" y="283"/>
                </a:lnTo>
                <a:lnTo>
                  <a:pt x="1441" y="283"/>
                </a:lnTo>
                <a:lnTo>
                  <a:pt x="1441" y="284"/>
                </a:lnTo>
                <a:lnTo>
                  <a:pt x="1440" y="286"/>
                </a:lnTo>
                <a:lnTo>
                  <a:pt x="1439" y="287"/>
                </a:lnTo>
                <a:lnTo>
                  <a:pt x="1439" y="288"/>
                </a:lnTo>
                <a:lnTo>
                  <a:pt x="1438" y="288"/>
                </a:lnTo>
                <a:lnTo>
                  <a:pt x="1437" y="288"/>
                </a:lnTo>
                <a:lnTo>
                  <a:pt x="1437" y="289"/>
                </a:lnTo>
                <a:lnTo>
                  <a:pt x="1438" y="290"/>
                </a:lnTo>
                <a:lnTo>
                  <a:pt x="1438" y="291"/>
                </a:lnTo>
                <a:lnTo>
                  <a:pt x="1438" y="292"/>
                </a:lnTo>
                <a:lnTo>
                  <a:pt x="1437" y="294"/>
                </a:lnTo>
                <a:lnTo>
                  <a:pt x="1436" y="295"/>
                </a:lnTo>
                <a:lnTo>
                  <a:pt x="1436" y="296"/>
                </a:lnTo>
                <a:lnTo>
                  <a:pt x="1436" y="297"/>
                </a:lnTo>
                <a:lnTo>
                  <a:pt x="1436" y="298"/>
                </a:lnTo>
                <a:lnTo>
                  <a:pt x="1435" y="298"/>
                </a:lnTo>
                <a:lnTo>
                  <a:pt x="1435" y="299"/>
                </a:lnTo>
                <a:lnTo>
                  <a:pt x="1435" y="301"/>
                </a:lnTo>
                <a:lnTo>
                  <a:pt x="1435" y="302"/>
                </a:lnTo>
                <a:lnTo>
                  <a:pt x="1435" y="303"/>
                </a:lnTo>
                <a:lnTo>
                  <a:pt x="1436" y="303"/>
                </a:lnTo>
                <a:lnTo>
                  <a:pt x="1437" y="304"/>
                </a:lnTo>
                <a:lnTo>
                  <a:pt x="1437" y="305"/>
                </a:lnTo>
                <a:lnTo>
                  <a:pt x="1436" y="306"/>
                </a:lnTo>
                <a:lnTo>
                  <a:pt x="1437" y="306"/>
                </a:lnTo>
                <a:lnTo>
                  <a:pt x="1438" y="306"/>
                </a:lnTo>
                <a:lnTo>
                  <a:pt x="1441" y="307"/>
                </a:lnTo>
                <a:lnTo>
                  <a:pt x="1441" y="308"/>
                </a:lnTo>
                <a:lnTo>
                  <a:pt x="1441" y="309"/>
                </a:lnTo>
                <a:lnTo>
                  <a:pt x="1442" y="309"/>
                </a:lnTo>
                <a:lnTo>
                  <a:pt x="1443" y="309"/>
                </a:lnTo>
                <a:lnTo>
                  <a:pt x="1444" y="309"/>
                </a:lnTo>
                <a:lnTo>
                  <a:pt x="1445" y="309"/>
                </a:lnTo>
                <a:lnTo>
                  <a:pt x="1446" y="309"/>
                </a:lnTo>
                <a:lnTo>
                  <a:pt x="1447" y="309"/>
                </a:lnTo>
                <a:lnTo>
                  <a:pt x="1447" y="308"/>
                </a:lnTo>
                <a:lnTo>
                  <a:pt x="1449" y="307"/>
                </a:lnTo>
                <a:lnTo>
                  <a:pt x="1450" y="307"/>
                </a:lnTo>
                <a:lnTo>
                  <a:pt x="1451" y="307"/>
                </a:lnTo>
                <a:lnTo>
                  <a:pt x="1451" y="306"/>
                </a:lnTo>
                <a:lnTo>
                  <a:pt x="1452" y="305"/>
                </a:lnTo>
                <a:lnTo>
                  <a:pt x="1453" y="305"/>
                </a:lnTo>
                <a:lnTo>
                  <a:pt x="1453" y="306"/>
                </a:lnTo>
                <a:lnTo>
                  <a:pt x="1454" y="306"/>
                </a:lnTo>
                <a:lnTo>
                  <a:pt x="1455" y="307"/>
                </a:lnTo>
                <a:lnTo>
                  <a:pt x="1456" y="307"/>
                </a:lnTo>
                <a:lnTo>
                  <a:pt x="1456" y="308"/>
                </a:lnTo>
                <a:lnTo>
                  <a:pt x="1457" y="307"/>
                </a:lnTo>
                <a:lnTo>
                  <a:pt x="1458" y="307"/>
                </a:lnTo>
                <a:lnTo>
                  <a:pt x="1459" y="306"/>
                </a:lnTo>
                <a:lnTo>
                  <a:pt x="1459" y="307"/>
                </a:lnTo>
                <a:lnTo>
                  <a:pt x="1460" y="307"/>
                </a:lnTo>
                <a:lnTo>
                  <a:pt x="1460" y="306"/>
                </a:lnTo>
                <a:lnTo>
                  <a:pt x="1461" y="306"/>
                </a:lnTo>
                <a:lnTo>
                  <a:pt x="1462" y="306"/>
                </a:lnTo>
                <a:lnTo>
                  <a:pt x="1463" y="307"/>
                </a:lnTo>
                <a:lnTo>
                  <a:pt x="1464" y="307"/>
                </a:lnTo>
                <a:lnTo>
                  <a:pt x="1464" y="308"/>
                </a:lnTo>
                <a:lnTo>
                  <a:pt x="1464" y="309"/>
                </a:lnTo>
                <a:lnTo>
                  <a:pt x="1465" y="309"/>
                </a:lnTo>
                <a:lnTo>
                  <a:pt x="1465" y="310"/>
                </a:lnTo>
                <a:lnTo>
                  <a:pt x="1464" y="310"/>
                </a:lnTo>
                <a:lnTo>
                  <a:pt x="1464" y="311"/>
                </a:lnTo>
                <a:lnTo>
                  <a:pt x="1465" y="311"/>
                </a:lnTo>
                <a:lnTo>
                  <a:pt x="1465" y="312"/>
                </a:lnTo>
                <a:lnTo>
                  <a:pt x="1465" y="313"/>
                </a:lnTo>
                <a:lnTo>
                  <a:pt x="1464" y="313"/>
                </a:lnTo>
                <a:lnTo>
                  <a:pt x="1463" y="314"/>
                </a:lnTo>
                <a:lnTo>
                  <a:pt x="1464" y="314"/>
                </a:lnTo>
                <a:lnTo>
                  <a:pt x="1465" y="314"/>
                </a:lnTo>
                <a:lnTo>
                  <a:pt x="1465" y="315"/>
                </a:lnTo>
                <a:lnTo>
                  <a:pt x="1466" y="315"/>
                </a:lnTo>
                <a:lnTo>
                  <a:pt x="1467" y="316"/>
                </a:lnTo>
                <a:lnTo>
                  <a:pt x="1467" y="317"/>
                </a:lnTo>
                <a:lnTo>
                  <a:pt x="1467" y="318"/>
                </a:lnTo>
                <a:lnTo>
                  <a:pt x="1467" y="319"/>
                </a:lnTo>
                <a:lnTo>
                  <a:pt x="1467" y="321"/>
                </a:lnTo>
                <a:lnTo>
                  <a:pt x="1467" y="322"/>
                </a:lnTo>
                <a:lnTo>
                  <a:pt x="1468" y="323"/>
                </a:lnTo>
                <a:lnTo>
                  <a:pt x="1469" y="323"/>
                </a:lnTo>
                <a:lnTo>
                  <a:pt x="1469" y="324"/>
                </a:lnTo>
                <a:lnTo>
                  <a:pt x="1468" y="324"/>
                </a:lnTo>
                <a:lnTo>
                  <a:pt x="1467" y="324"/>
                </a:lnTo>
                <a:lnTo>
                  <a:pt x="1467" y="325"/>
                </a:lnTo>
                <a:lnTo>
                  <a:pt x="1466" y="325"/>
                </a:lnTo>
                <a:lnTo>
                  <a:pt x="1465" y="325"/>
                </a:lnTo>
                <a:lnTo>
                  <a:pt x="1464" y="325"/>
                </a:lnTo>
                <a:lnTo>
                  <a:pt x="1463" y="325"/>
                </a:lnTo>
                <a:lnTo>
                  <a:pt x="1463" y="326"/>
                </a:lnTo>
                <a:lnTo>
                  <a:pt x="1463" y="327"/>
                </a:lnTo>
                <a:lnTo>
                  <a:pt x="1464" y="327"/>
                </a:lnTo>
                <a:lnTo>
                  <a:pt x="1463" y="328"/>
                </a:lnTo>
                <a:lnTo>
                  <a:pt x="1462" y="328"/>
                </a:lnTo>
                <a:lnTo>
                  <a:pt x="1462" y="329"/>
                </a:lnTo>
                <a:lnTo>
                  <a:pt x="1461" y="329"/>
                </a:lnTo>
                <a:lnTo>
                  <a:pt x="1460" y="330"/>
                </a:lnTo>
                <a:lnTo>
                  <a:pt x="1460" y="332"/>
                </a:lnTo>
                <a:lnTo>
                  <a:pt x="1459" y="333"/>
                </a:lnTo>
                <a:lnTo>
                  <a:pt x="1458" y="333"/>
                </a:lnTo>
                <a:lnTo>
                  <a:pt x="1457" y="332"/>
                </a:lnTo>
                <a:lnTo>
                  <a:pt x="1456" y="332"/>
                </a:lnTo>
                <a:lnTo>
                  <a:pt x="1455" y="332"/>
                </a:lnTo>
                <a:lnTo>
                  <a:pt x="1455" y="333"/>
                </a:lnTo>
                <a:lnTo>
                  <a:pt x="1454" y="333"/>
                </a:lnTo>
                <a:lnTo>
                  <a:pt x="1453" y="333"/>
                </a:lnTo>
                <a:lnTo>
                  <a:pt x="1452" y="334"/>
                </a:lnTo>
                <a:lnTo>
                  <a:pt x="1452" y="333"/>
                </a:lnTo>
                <a:lnTo>
                  <a:pt x="1451" y="334"/>
                </a:lnTo>
                <a:lnTo>
                  <a:pt x="1450" y="334"/>
                </a:lnTo>
                <a:lnTo>
                  <a:pt x="1450" y="335"/>
                </a:lnTo>
                <a:lnTo>
                  <a:pt x="1450" y="336"/>
                </a:lnTo>
                <a:lnTo>
                  <a:pt x="1451" y="336"/>
                </a:lnTo>
                <a:lnTo>
                  <a:pt x="1451" y="337"/>
                </a:lnTo>
                <a:lnTo>
                  <a:pt x="1450" y="337"/>
                </a:lnTo>
                <a:lnTo>
                  <a:pt x="1449" y="337"/>
                </a:lnTo>
                <a:lnTo>
                  <a:pt x="1449" y="338"/>
                </a:lnTo>
                <a:lnTo>
                  <a:pt x="1449" y="339"/>
                </a:lnTo>
                <a:lnTo>
                  <a:pt x="1450" y="339"/>
                </a:lnTo>
                <a:lnTo>
                  <a:pt x="1450" y="340"/>
                </a:lnTo>
                <a:lnTo>
                  <a:pt x="1450" y="341"/>
                </a:lnTo>
                <a:lnTo>
                  <a:pt x="1449" y="343"/>
                </a:lnTo>
                <a:lnTo>
                  <a:pt x="1449" y="344"/>
                </a:lnTo>
                <a:lnTo>
                  <a:pt x="1448" y="344"/>
                </a:lnTo>
                <a:lnTo>
                  <a:pt x="1449" y="344"/>
                </a:lnTo>
                <a:lnTo>
                  <a:pt x="1449" y="345"/>
                </a:lnTo>
                <a:lnTo>
                  <a:pt x="1450" y="345"/>
                </a:lnTo>
                <a:lnTo>
                  <a:pt x="1450" y="346"/>
                </a:lnTo>
                <a:lnTo>
                  <a:pt x="1449" y="346"/>
                </a:lnTo>
                <a:lnTo>
                  <a:pt x="1450" y="347"/>
                </a:lnTo>
                <a:lnTo>
                  <a:pt x="1451" y="348"/>
                </a:lnTo>
                <a:lnTo>
                  <a:pt x="1452" y="348"/>
                </a:lnTo>
                <a:lnTo>
                  <a:pt x="1453" y="348"/>
                </a:lnTo>
                <a:lnTo>
                  <a:pt x="1453" y="349"/>
                </a:lnTo>
                <a:lnTo>
                  <a:pt x="1454" y="349"/>
                </a:lnTo>
                <a:lnTo>
                  <a:pt x="1454" y="348"/>
                </a:lnTo>
                <a:lnTo>
                  <a:pt x="1455" y="348"/>
                </a:lnTo>
                <a:lnTo>
                  <a:pt x="1455" y="349"/>
                </a:lnTo>
                <a:lnTo>
                  <a:pt x="1455" y="350"/>
                </a:lnTo>
                <a:lnTo>
                  <a:pt x="1456" y="350"/>
                </a:lnTo>
                <a:lnTo>
                  <a:pt x="1456" y="351"/>
                </a:lnTo>
                <a:lnTo>
                  <a:pt x="1455" y="353"/>
                </a:lnTo>
                <a:lnTo>
                  <a:pt x="1455" y="354"/>
                </a:lnTo>
                <a:lnTo>
                  <a:pt x="1454" y="354"/>
                </a:lnTo>
                <a:lnTo>
                  <a:pt x="1454" y="355"/>
                </a:lnTo>
                <a:lnTo>
                  <a:pt x="1453" y="355"/>
                </a:lnTo>
                <a:lnTo>
                  <a:pt x="1453" y="356"/>
                </a:lnTo>
                <a:lnTo>
                  <a:pt x="1453" y="357"/>
                </a:lnTo>
                <a:lnTo>
                  <a:pt x="1453" y="358"/>
                </a:lnTo>
                <a:lnTo>
                  <a:pt x="1452" y="358"/>
                </a:lnTo>
                <a:lnTo>
                  <a:pt x="1453" y="359"/>
                </a:lnTo>
                <a:lnTo>
                  <a:pt x="1454" y="360"/>
                </a:lnTo>
                <a:lnTo>
                  <a:pt x="1455" y="361"/>
                </a:lnTo>
                <a:lnTo>
                  <a:pt x="1456" y="362"/>
                </a:lnTo>
                <a:lnTo>
                  <a:pt x="1456" y="363"/>
                </a:lnTo>
                <a:lnTo>
                  <a:pt x="1456" y="364"/>
                </a:lnTo>
                <a:lnTo>
                  <a:pt x="1456" y="365"/>
                </a:lnTo>
                <a:lnTo>
                  <a:pt x="1456" y="366"/>
                </a:lnTo>
                <a:lnTo>
                  <a:pt x="1455" y="366"/>
                </a:lnTo>
                <a:lnTo>
                  <a:pt x="1456" y="366"/>
                </a:lnTo>
                <a:lnTo>
                  <a:pt x="1456" y="367"/>
                </a:lnTo>
                <a:lnTo>
                  <a:pt x="1456" y="368"/>
                </a:lnTo>
                <a:lnTo>
                  <a:pt x="1455" y="369"/>
                </a:lnTo>
                <a:lnTo>
                  <a:pt x="1455" y="370"/>
                </a:lnTo>
                <a:lnTo>
                  <a:pt x="1455" y="371"/>
                </a:lnTo>
                <a:lnTo>
                  <a:pt x="1455" y="372"/>
                </a:lnTo>
                <a:lnTo>
                  <a:pt x="1455" y="373"/>
                </a:lnTo>
                <a:lnTo>
                  <a:pt x="1454" y="373"/>
                </a:lnTo>
                <a:lnTo>
                  <a:pt x="1454" y="374"/>
                </a:lnTo>
                <a:lnTo>
                  <a:pt x="1454" y="375"/>
                </a:lnTo>
                <a:lnTo>
                  <a:pt x="1455" y="375"/>
                </a:lnTo>
                <a:lnTo>
                  <a:pt x="1455" y="376"/>
                </a:lnTo>
                <a:lnTo>
                  <a:pt x="1454" y="376"/>
                </a:lnTo>
                <a:lnTo>
                  <a:pt x="1455" y="376"/>
                </a:lnTo>
                <a:lnTo>
                  <a:pt x="1455" y="377"/>
                </a:lnTo>
                <a:lnTo>
                  <a:pt x="1455" y="378"/>
                </a:lnTo>
                <a:lnTo>
                  <a:pt x="1454" y="378"/>
                </a:lnTo>
                <a:lnTo>
                  <a:pt x="1455" y="379"/>
                </a:lnTo>
                <a:lnTo>
                  <a:pt x="1454" y="380"/>
                </a:lnTo>
                <a:lnTo>
                  <a:pt x="1454" y="381"/>
                </a:lnTo>
                <a:lnTo>
                  <a:pt x="1454" y="382"/>
                </a:lnTo>
                <a:lnTo>
                  <a:pt x="1454" y="383"/>
                </a:lnTo>
                <a:lnTo>
                  <a:pt x="1453" y="383"/>
                </a:lnTo>
                <a:lnTo>
                  <a:pt x="1452" y="384"/>
                </a:lnTo>
                <a:lnTo>
                  <a:pt x="1452" y="385"/>
                </a:lnTo>
                <a:lnTo>
                  <a:pt x="1451" y="386"/>
                </a:lnTo>
                <a:lnTo>
                  <a:pt x="1451" y="387"/>
                </a:lnTo>
                <a:lnTo>
                  <a:pt x="1452" y="387"/>
                </a:lnTo>
                <a:lnTo>
                  <a:pt x="1452" y="388"/>
                </a:lnTo>
                <a:lnTo>
                  <a:pt x="1453" y="388"/>
                </a:lnTo>
                <a:lnTo>
                  <a:pt x="1454" y="388"/>
                </a:lnTo>
                <a:lnTo>
                  <a:pt x="1453" y="390"/>
                </a:lnTo>
                <a:lnTo>
                  <a:pt x="1453" y="391"/>
                </a:lnTo>
                <a:lnTo>
                  <a:pt x="1454" y="392"/>
                </a:lnTo>
                <a:lnTo>
                  <a:pt x="1455" y="392"/>
                </a:lnTo>
                <a:lnTo>
                  <a:pt x="1456" y="392"/>
                </a:lnTo>
                <a:lnTo>
                  <a:pt x="1457" y="392"/>
                </a:lnTo>
                <a:lnTo>
                  <a:pt x="1457" y="394"/>
                </a:lnTo>
                <a:lnTo>
                  <a:pt x="1457" y="395"/>
                </a:lnTo>
                <a:lnTo>
                  <a:pt x="1458" y="395"/>
                </a:lnTo>
                <a:lnTo>
                  <a:pt x="1458" y="396"/>
                </a:lnTo>
                <a:lnTo>
                  <a:pt x="1458" y="397"/>
                </a:lnTo>
                <a:lnTo>
                  <a:pt x="1458" y="398"/>
                </a:lnTo>
                <a:lnTo>
                  <a:pt x="1457" y="398"/>
                </a:lnTo>
                <a:lnTo>
                  <a:pt x="1456" y="398"/>
                </a:lnTo>
                <a:lnTo>
                  <a:pt x="1456" y="399"/>
                </a:lnTo>
                <a:lnTo>
                  <a:pt x="1455" y="399"/>
                </a:lnTo>
                <a:lnTo>
                  <a:pt x="1455" y="400"/>
                </a:lnTo>
                <a:lnTo>
                  <a:pt x="1454" y="400"/>
                </a:lnTo>
                <a:lnTo>
                  <a:pt x="1453" y="400"/>
                </a:lnTo>
                <a:lnTo>
                  <a:pt x="1453" y="401"/>
                </a:lnTo>
                <a:lnTo>
                  <a:pt x="1452" y="401"/>
                </a:lnTo>
                <a:lnTo>
                  <a:pt x="1452" y="403"/>
                </a:lnTo>
                <a:lnTo>
                  <a:pt x="1451" y="403"/>
                </a:lnTo>
                <a:lnTo>
                  <a:pt x="1451" y="404"/>
                </a:lnTo>
                <a:lnTo>
                  <a:pt x="1452" y="404"/>
                </a:lnTo>
                <a:lnTo>
                  <a:pt x="1452" y="405"/>
                </a:lnTo>
                <a:lnTo>
                  <a:pt x="1452" y="406"/>
                </a:lnTo>
                <a:lnTo>
                  <a:pt x="1452" y="407"/>
                </a:lnTo>
                <a:lnTo>
                  <a:pt x="1452" y="408"/>
                </a:lnTo>
                <a:lnTo>
                  <a:pt x="1451" y="409"/>
                </a:lnTo>
                <a:lnTo>
                  <a:pt x="1451" y="410"/>
                </a:lnTo>
                <a:lnTo>
                  <a:pt x="1450" y="411"/>
                </a:lnTo>
                <a:lnTo>
                  <a:pt x="1449" y="412"/>
                </a:lnTo>
                <a:lnTo>
                  <a:pt x="1450" y="413"/>
                </a:lnTo>
                <a:lnTo>
                  <a:pt x="1449" y="414"/>
                </a:lnTo>
                <a:lnTo>
                  <a:pt x="1449" y="415"/>
                </a:lnTo>
                <a:lnTo>
                  <a:pt x="1448" y="416"/>
                </a:lnTo>
                <a:lnTo>
                  <a:pt x="1448" y="417"/>
                </a:lnTo>
                <a:lnTo>
                  <a:pt x="1447" y="417"/>
                </a:lnTo>
                <a:lnTo>
                  <a:pt x="1446" y="417"/>
                </a:lnTo>
                <a:lnTo>
                  <a:pt x="1447" y="417"/>
                </a:lnTo>
                <a:lnTo>
                  <a:pt x="1447" y="418"/>
                </a:lnTo>
                <a:lnTo>
                  <a:pt x="1447" y="419"/>
                </a:lnTo>
                <a:lnTo>
                  <a:pt x="1448" y="419"/>
                </a:lnTo>
                <a:lnTo>
                  <a:pt x="1448" y="420"/>
                </a:lnTo>
                <a:lnTo>
                  <a:pt x="1447" y="420"/>
                </a:lnTo>
                <a:lnTo>
                  <a:pt x="1447" y="421"/>
                </a:lnTo>
                <a:lnTo>
                  <a:pt x="1446" y="421"/>
                </a:lnTo>
                <a:lnTo>
                  <a:pt x="1446" y="422"/>
                </a:lnTo>
                <a:lnTo>
                  <a:pt x="1445" y="422"/>
                </a:lnTo>
                <a:lnTo>
                  <a:pt x="1444" y="422"/>
                </a:lnTo>
                <a:lnTo>
                  <a:pt x="1444" y="423"/>
                </a:lnTo>
                <a:lnTo>
                  <a:pt x="1443" y="423"/>
                </a:lnTo>
                <a:lnTo>
                  <a:pt x="1443" y="422"/>
                </a:lnTo>
                <a:lnTo>
                  <a:pt x="1442" y="422"/>
                </a:lnTo>
                <a:lnTo>
                  <a:pt x="1440" y="422"/>
                </a:lnTo>
                <a:lnTo>
                  <a:pt x="1440" y="423"/>
                </a:lnTo>
                <a:lnTo>
                  <a:pt x="1439" y="423"/>
                </a:lnTo>
                <a:lnTo>
                  <a:pt x="1439" y="424"/>
                </a:lnTo>
                <a:lnTo>
                  <a:pt x="1439" y="425"/>
                </a:lnTo>
                <a:lnTo>
                  <a:pt x="1439" y="426"/>
                </a:lnTo>
                <a:lnTo>
                  <a:pt x="1438" y="426"/>
                </a:lnTo>
                <a:lnTo>
                  <a:pt x="1438" y="425"/>
                </a:lnTo>
                <a:lnTo>
                  <a:pt x="1437" y="425"/>
                </a:lnTo>
                <a:lnTo>
                  <a:pt x="1435" y="425"/>
                </a:lnTo>
                <a:lnTo>
                  <a:pt x="1435" y="424"/>
                </a:lnTo>
                <a:lnTo>
                  <a:pt x="1434" y="424"/>
                </a:lnTo>
                <a:lnTo>
                  <a:pt x="1433" y="424"/>
                </a:lnTo>
                <a:lnTo>
                  <a:pt x="1432" y="424"/>
                </a:lnTo>
                <a:lnTo>
                  <a:pt x="1431" y="425"/>
                </a:lnTo>
                <a:lnTo>
                  <a:pt x="1430" y="427"/>
                </a:lnTo>
                <a:lnTo>
                  <a:pt x="1429" y="427"/>
                </a:lnTo>
                <a:lnTo>
                  <a:pt x="1429" y="428"/>
                </a:lnTo>
                <a:lnTo>
                  <a:pt x="1428" y="428"/>
                </a:lnTo>
                <a:lnTo>
                  <a:pt x="1427" y="428"/>
                </a:lnTo>
                <a:lnTo>
                  <a:pt x="1427" y="429"/>
                </a:lnTo>
                <a:lnTo>
                  <a:pt x="1427" y="428"/>
                </a:lnTo>
                <a:lnTo>
                  <a:pt x="1426" y="428"/>
                </a:lnTo>
                <a:lnTo>
                  <a:pt x="1426" y="429"/>
                </a:lnTo>
                <a:lnTo>
                  <a:pt x="1426" y="430"/>
                </a:lnTo>
                <a:lnTo>
                  <a:pt x="1425" y="431"/>
                </a:lnTo>
                <a:lnTo>
                  <a:pt x="1426" y="431"/>
                </a:lnTo>
                <a:lnTo>
                  <a:pt x="1425" y="432"/>
                </a:lnTo>
                <a:lnTo>
                  <a:pt x="1425" y="433"/>
                </a:lnTo>
                <a:lnTo>
                  <a:pt x="1425" y="434"/>
                </a:lnTo>
                <a:lnTo>
                  <a:pt x="1426" y="434"/>
                </a:lnTo>
                <a:lnTo>
                  <a:pt x="1425" y="434"/>
                </a:lnTo>
                <a:lnTo>
                  <a:pt x="1425" y="435"/>
                </a:lnTo>
                <a:lnTo>
                  <a:pt x="1424" y="435"/>
                </a:lnTo>
                <a:lnTo>
                  <a:pt x="1423" y="435"/>
                </a:lnTo>
                <a:lnTo>
                  <a:pt x="1423" y="436"/>
                </a:lnTo>
                <a:lnTo>
                  <a:pt x="1423" y="437"/>
                </a:lnTo>
                <a:lnTo>
                  <a:pt x="1424" y="437"/>
                </a:lnTo>
                <a:lnTo>
                  <a:pt x="1424" y="438"/>
                </a:lnTo>
                <a:lnTo>
                  <a:pt x="1425" y="438"/>
                </a:lnTo>
                <a:lnTo>
                  <a:pt x="1424" y="438"/>
                </a:lnTo>
                <a:lnTo>
                  <a:pt x="1424" y="439"/>
                </a:lnTo>
                <a:lnTo>
                  <a:pt x="1425" y="440"/>
                </a:lnTo>
                <a:lnTo>
                  <a:pt x="1426" y="440"/>
                </a:lnTo>
                <a:lnTo>
                  <a:pt x="1426" y="441"/>
                </a:lnTo>
                <a:lnTo>
                  <a:pt x="1426" y="442"/>
                </a:lnTo>
                <a:lnTo>
                  <a:pt x="1426" y="443"/>
                </a:lnTo>
                <a:lnTo>
                  <a:pt x="1427" y="444"/>
                </a:lnTo>
                <a:lnTo>
                  <a:pt x="1427" y="445"/>
                </a:lnTo>
                <a:lnTo>
                  <a:pt x="1427" y="446"/>
                </a:lnTo>
                <a:lnTo>
                  <a:pt x="1427" y="447"/>
                </a:lnTo>
                <a:lnTo>
                  <a:pt x="1427" y="448"/>
                </a:lnTo>
                <a:lnTo>
                  <a:pt x="1427" y="449"/>
                </a:lnTo>
                <a:lnTo>
                  <a:pt x="1427" y="450"/>
                </a:lnTo>
                <a:lnTo>
                  <a:pt x="1428" y="450"/>
                </a:lnTo>
                <a:lnTo>
                  <a:pt x="1429" y="451"/>
                </a:lnTo>
                <a:lnTo>
                  <a:pt x="1430" y="452"/>
                </a:lnTo>
                <a:lnTo>
                  <a:pt x="1431" y="453"/>
                </a:lnTo>
                <a:lnTo>
                  <a:pt x="1431" y="454"/>
                </a:lnTo>
                <a:lnTo>
                  <a:pt x="1431" y="455"/>
                </a:lnTo>
                <a:lnTo>
                  <a:pt x="1432" y="456"/>
                </a:lnTo>
                <a:lnTo>
                  <a:pt x="1432" y="457"/>
                </a:lnTo>
                <a:lnTo>
                  <a:pt x="1433" y="457"/>
                </a:lnTo>
                <a:lnTo>
                  <a:pt x="1434" y="458"/>
                </a:lnTo>
                <a:lnTo>
                  <a:pt x="1435" y="458"/>
                </a:lnTo>
                <a:lnTo>
                  <a:pt x="1435" y="459"/>
                </a:lnTo>
                <a:lnTo>
                  <a:pt x="1435" y="460"/>
                </a:lnTo>
                <a:lnTo>
                  <a:pt x="1435" y="461"/>
                </a:lnTo>
                <a:lnTo>
                  <a:pt x="1436" y="462"/>
                </a:lnTo>
                <a:lnTo>
                  <a:pt x="1437" y="463"/>
                </a:lnTo>
                <a:lnTo>
                  <a:pt x="1437" y="464"/>
                </a:lnTo>
                <a:lnTo>
                  <a:pt x="1437" y="465"/>
                </a:lnTo>
                <a:lnTo>
                  <a:pt x="1438" y="466"/>
                </a:lnTo>
                <a:lnTo>
                  <a:pt x="1439" y="467"/>
                </a:lnTo>
                <a:lnTo>
                  <a:pt x="1439" y="466"/>
                </a:lnTo>
                <a:lnTo>
                  <a:pt x="1440" y="466"/>
                </a:lnTo>
                <a:lnTo>
                  <a:pt x="1440" y="467"/>
                </a:lnTo>
                <a:lnTo>
                  <a:pt x="1441" y="466"/>
                </a:lnTo>
                <a:lnTo>
                  <a:pt x="1443" y="466"/>
                </a:lnTo>
                <a:lnTo>
                  <a:pt x="1444" y="467"/>
                </a:lnTo>
                <a:lnTo>
                  <a:pt x="1445" y="468"/>
                </a:lnTo>
                <a:lnTo>
                  <a:pt x="1445" y="469"/>
                </a:lnTo>
                <a:lnTo>
                  <a:pt x="1446" y="469"/>
                </a:lnTo>
                <a:lnTo>
                  <a:pt x="1445" y="470"/>
                </a:lnTo>
                <a:lnTo>
                  <a:pt x="1445" y="471"/>
                </a:lnTo>
                <a:lnTo>
                  <a:pt x="1446" y="471"/>
                </a:lnTo>
                <a:lnTo>
                  <a:pt x="1447" y="471"/>
                </a:lnTo>
                <a:lnTo>
                  <a:pt x="1447" y="472"/>
                </a:lnTo>
                <a:lnTo>
                  <a:pt x="1446" y="472"/>
                </a:lnTo>
                <a:lnTo>
                  <a:pt x="1446" y="473"/>
                </a:lnTo>
                <a:lnTo>
                  <a:pt x="1447" y="473"/>
                </a:lnTo>
                <a:lnTo>
                  <a:pt x="1447" y="474"/>
                </a:lnTo>
                <a:lnTo>
                  <a:pt x="1448" y="474"/>
                </a:lnTo>
                <a:lnTo>
                  <a:pt x="1449" y="474"/>
                </a:lnTo>
                <a:lnTo>
                  <a:pt x="1449" y="475"/>
                </a:lnTo>
                <a:lnTo>
                  <a:pt x="1449" y="476"/>
                </a:lnTo>
                <a:lnTo>
                  <a:pt x="1450" y="477"/>
                </a:lnTo>
                <a:lnTo>
                  <a:pt x="1452" y="477"/>
                </a:lnTo>
                <a:lnTo>
                  <a:pt x="1453" y="477"/>
                </a:lnTo>
                <a:lnTo>
                  <a:pt x="1454" y="478"/>
                </a:lnTo>
                <a:lnTo>
                  <a:pt x="1454" y="479"/>
                </a:lnTo>
                <a:lnTo>
                  <a:pt x="1453" y="479"/>
                </a:lnTo>
                <a:lnTo>
                  <a:pt x="1452" y="481"/>
                </a:lnTo>
                <a:lnTo>
                  <a:pt x="1451" y="482"/>
                </a:lnTo>
                <a:lnTo>
                  <a:pt x="1450" y="483"/>
                </a:lnTo>
                <a:lnTo>
                  <a:pt x="1449" y="484"/>
                </a:lnTo>
                <a:lnTo>
                  <a:pt x="1448" y="484"/>
                </a:lnTo>
                <a:lnTo>
                  <a:pt x="1449" y="485"/>
                </a:lnTo>
                <a:lnTo>
                  <a:pt x="1449" y="487"/>
                </a:lnTo>
                <a:lnTo>
                  <a:pt x="1450" y="487"/>
                </a:lnTo>
                <a:lnTo>
                  <a:pt x="1451" y="487"/>
                </a:lnTo>
                <a:lnTo>
                  <a:pt x="1452" y="487"/>
                </a:lnTo>
                <a:lnTo>
                  <a:pt x="1453" y="487"/>
                </a:lnTo>
                <a:lnTo>
                  <a:pt x="1453" y="488"/>
                </a:lnTo>
                <a:lnTo>
                  <a:pt x="1454" y="488"/>
                </a:lnTo>
                <a:lnTo>
                  <a:pt x="1455" y="489"/>
                </a:lnTo>
                <a:lnTo>
                  <a:pt x="1456" y="490"/>
                </a:lnTo>
                <a:lnTo>
                  <a:pt x="1457" y="490"/>
                </a:lnTo>
                <a:lnTo>
                  <a:pt x="1458" y="491"/>
                </a:lnTo>
                <a:lnTo>
                  <a:pt x="1457" y="492"/>
                </a:lnTo>
                <a:lnTo>
                  <a:pt x="1457" y="493"/>
                </a:lnTo>
                <a:lnTo>
                  <a:pt x="1458" y="493"/>
                </a:lnTo>
                <a:lnTo>
                  <a:pt x="1458" y="494"/>
                </a:lnTo>
                <a:lnTo>
                  <a:pt x="1457" y="494"/>
                </a:lnTo>
                <a:lnTo>
                  <a:pt x="1458" y="495"/>
                </a:lnTo>
                <a:lnTo>
                  <a:pt x="1459" y="496"/>
                </a:lnTo>
                <a:lnTo>
                  <a:pt x="1460" y="497"/>
                </a:lnTo>
                <a:lnTo>
                  <a:pt x="1459" y="497"/>
                </a:lnTo>
                <a:lnTo>
                  <a:pt x="1459" y="498"/>
                </a:lnTo>
                <a:lnTo>
                  <a:pt x="1458" y="498"/>
                </a:lnTo>
                <a:lnTo>
                  <a:pt x="1458" y="499"/>
                </a:lnTo>
                <a:lnTo>
                  <a:pt x="1458" y="500"/>
                </a:lnTo>
                <a:lnTo>
                  <a:pt x="1458" y="501"/>
                </a:lnTo>
                <a:lnTo>
                  <a:pt x="1458" y="502"/>
                </a:lnTo>
                <a:lnTo>
                  <a:pt x="1458" y="503"/>
                </a:lnTo>
                <a:lnTo>
                  <a:pt x="1457" y="503"/>
                </a:lnTo>
                <a:lnTo>
                  <a:pt x="1457" y="504"/>
                </a:lnTo>
                <a:lnTo>
                  <a:pt x="1456" y="504"/>
                </a:lnTo>
                <a:lnTo>
                  <a:pt x="1456" y="505"/>
                </a:lnTo>
                <a:lnTo>
                  <a:pt x="1456" y="506"/>
                </a:lnTo>
                <a:lnTo>
                  <a:pt x="1456" y="507"/>
                </a:lnTo>
                <a:lnTo>
                  <a:pt x="1455" y="507"/>
                </a:lnTo>
                <a:lnTo>
                  <a:pt x="1455" y="508"/>
                </a:lnTo>
                <a:lnTo>
                  <a:pt x="1455" y="509"/>
                </a:lnTo>
                <a:lnTo>
                  <a:pt x="1456" y="510"/>
                </a:lnTo>
                <a:lnTo>
                  <a:pt x="1455" y="511"/>
                </a:lnTo>
                <a:lnTo>
                  <a:pt x="1455" y="512"/>
                </a:lnTo>
                <a:lnTo>
                  <a:pt x="1455" y="513"/>
                </a:lnTo>
                <a:lnTo>
                  <a:pt x="1456" y="513"/>
                </a:lnTo>
                <a:lnTo>
                  <a:pt x="1456" y="514"/>
                </a:lnTo>
                <a:lnTo>
                  <a:pt x="1456" y="515"/>
                </a:lnTo>
                <a:lnTo>
                  <a:pt x="1457" y="515"/>
                </a:lnTo>
                <a:lnTo>
                  <a:pt x="1457" y="516"/>
                </a:lnTo>
                <a:lnTo>
                  <a:pt x="1457" y="517"/>
                </a:lnTo>
                <a:lnTo>
                  <a:pt x="1458" y="518"/>
                </a:lnTo>
                <a:lnTo>
                  <a:pt x="1459" y="518"/>
                </a:lnTo>
                <a:lnTo>
                  <a:pt x="1459" y="519"/>
                </a:lnTo>
                <a:lnTo>
                  <a:pt x="1460" y="519"/>
                </a:lnTo>
                <a:lnTo>
                  <a:pt x="1461" y="519"/>
                </a:lnTo>
                <a:lnTo>
                  <a:pt x="1461" y="520"/>
                </a:lnTo>
                <a:lnTo>
                  <a:pt x="1462" y="520"/>
                </a:lnTo>
                <a:lnTo>
                  <a:pt x="1462" y="521"/>
                </a:lnTo>
                <a:lnTo>
                  <a:pt x="1463" y="521"/>
                </a:lnTo>
                <a:lnTo>
                  <a:pt x="1464" y="521"/>
                </a:lnTo>
                <a:lnTo>
                  <a:pt x="1465" y="521"/>
                </a:lnTo>
                <a:lnTo>
                  <a:pt x="1465" y="522"/>
                </a:lnTo>
                <a:lnTo>
                  <a:pt x="1465" y="523"/>
                </a:lnTo>
                <a:lnTo>
                  <a:pt x="1465" y="525"/>
                </a:lnTo>
                <a:lnTo>
                  <a:pt x="1465" y="526"/>
                </a:lnTo>
                <a:lnTo>
                  <a:pt x="1465" y="527"/>
                </a:lnTo>
                <a:lnTo>
                  <a:pt x="1465" y="528"/>
                </a:lnTo>
                <a:lnTo>
                  <a:pt x="1465" y="529"/>
                </a:lnTo>
                <a:lnTo>
                  <a:pt x="1465" y="530"/>
                </a:lnTo>
                <a:lnTo>
                  <a:pt x="1465" y="531"/>
                </a:lnTo>
                <a:lnTo>
                  <a:pt x="1465" y="532"/>
                </a:lnTo>
                <a:lnTo>
                  <a:pt x="1466" y="532"/>
                </a:lnTo>
                <a:lnTo>
                  <a:pt x="1466" y="533"/>
                </a:lnTo>
                <a:lnTo>
                  <a:pt x="1467" y="533"/>
                </a:lnTo>
                <a:lnTo>
                  <a:pt x="1468" y="533"/>
                </a:lnTo>
                <a:lnTo>
                  <a:pt x="1468" y="534"/>
                </a:lnTo>
                <a:lnTo>
                  <a:pt x="1469" y="534"/>
                </a:lnTo>
                <a:lnTo>
                  <a:pt x="1470" y="534"/>
                </a:lnTo>
                <a:lnTo>
                  <a:pt x="1471" y="535"/>
                </a:lnTo>
                <a:lnTo>
                  <a:pt x="1472" y="535"/>
                </a:lnTo>
                <a:lnTo>
                  <a:pt x="1473" y="536"/>
                </a:lnTo>
                <a:lnTo>
                  <a:pt x="1474" y="536"/>
                </a:lnTo>
                <a:lnTo>
                  <a:pt x="1475" y="537"/>
                </a:lnTo>
                <a:lnTo>
                  <a:pt x="1476" y="537"/>
                </a:lnTo>
                <a:lnTo>
                  <a:pt x="1476" y="538"/>
                </a:lnTo>
                <a:lnTo>
                  <a:pt x="1477" y="538"/>
                </a:lnTo>
                <a:lnTo>
                  <a:pt x="1479" y="538"/>
                </a:lnTo>
                <a:lnTo>
                  <a:pt x="1479" y="539"/>
                </a:lnTo>
                <a:lnTo>
                  <a:pt x="1480" y="539"/>
                </a:lnTo>
                <a:lnTo>
                  <a:pt x="1480" y="538"/>
                </a:lnTo>
                <a:lnTo>
                  <a:pt x="1480" y="539"/>
                </a:lnTo>
                <a:lnTo>
                  <a:pt x="1481" y="539"/>
                </a:lnTo>
                <a:lnTo>
                  <a:pt x="1481" y="540"/>
                </a:lnTo>
                <a:lnTo>
                  <a:pt x="1482" y="540"/>
                </a:lnTo>
                <a:lnTo>
                  <a:pt x="1483" y="541"/>
                </a:lnTo>
                <a:lnTo>
                  <a:pt x="1484" y="542"/>
                </a:lnTo>
                <a:lnTo>
                  <a:pt x="1484" y="543"/>
                </a:lnTo>
                <a:lnTo>
                  <a:pt x="1484" y="544"/>
                </a:lnTo>
                <a:lnTo>
                  <a:pt x="1485" y="545"/>
                </a:lnTo>
                <a:lnTo>
                  <a:pt x="1485" y="547"/>
                </a:lnTo>
                <a:lnTo>
                  <a:pt x="1486" y="548"/>
                </a:lnTo>
                <a:lnTo>
                  <a:pt x="1486" y="549"/>
                </a:lnTo>
                <a:lnTo>
                  <a:pt x="1487" y="549"/>
                </a:lnTo>
                <a:lnTo>
                  <a:pt x="1487" y="550"/>
                </a:lnTo>
                <a:lnTo>
                  <a:pt x="1487" y="551"/>
                </a:lnTo>
                <a:lnTo>
                  <a:pt x="1488" y="552"/>
                </a:lnTo>
                <a:lnTo>
                  <a:pt x="1488" y="553"/>
                </a:lnTo>
                <a:lnTo>
                  <a:pt x="1488" y="554"/>
                </a:lnTo>
                <a:lnTo>
                  <a:pt x="1489" y="555"/>
                </a:lnTo>
                <a:lnTo>
                  <a:pt x="1489" y="556"/>
                </a:lnTo>
                <a:lnTo>
                  <a:pt x="1490" y="557"/>
                </a:lnTo>
                <a:lnTo>
                  <a:pt x="1490" y="558"/>
                </a:lnTo>
                <a:lnTo>
                  <a:pt x="1490" y="559"/>
                </a:lnTo>
                <a:lnTo>
                  <a:pt x="1491" y="559"/>
                </a:lnTo>
                <a:lnTo>
                  <a:pt x="1490" y="560"/>
                </a:lnTo>
                <a:lnTo>
                  <a:pt x="1490" y="561"/>
                </a:lnTo>
                <a:lnTo>
                  <a:pt x="1491" y="561"/>
                </a:lnTo>
                <a:lnTo>
                  <a:pt x="1491" y="562"/>
                </a:lnTo>
                <a:lnTo>
                  <a:pt x="1491" y="563"/>
                </a:lnTo>
                <a:lnTo>
                  <a:pt x="1492" y="563"/>
                </a:lnTo>
                <a:lnTo>
                  <a:pt x="1493" y="563"/>
                </a:lnTo>
                <a:lnTo>
                  <a:pt x="1493" y="564"/>
                </a:lnTo>
                <a:lnTo>
                  <a:pt x="1494" y="564"/>
                </a:lnTo>
                <a:lnTo>
                  <a:pt x="1494" y="565"/>
                </a:lnTo>
                <a:lnTo>
                  <a:pt x="1494" y="566"/>
                </a:lnTo>
                <a:lnTo>
                  <a:pt x="1495" y="566"/>
                </a:lnTo>
                <a:lnTo>
                  <a:pt x="1495" y="567"/>
                </a:lnTo>
                <a:lnTo>
                  <a:pt x="1496" y="567"/>
                </a:lnTo>
                <a:lnTo>
                  <a:pt x="1496" y="568"/>
                </a:lnTo>
                <a:lnTo>
                  <a:pt x="1497" y="568"/>
                </a:lnTo>
                <a:lnTo>
                  <a:pt x="1497" y="569"/>
                </a:lnTo>
                <a:lnTo>
                  <a:pt x="1498" y="569"/>
                </a:lnTo>
                <a:lnTo>
                  <a:pt x="1499" y="569"/>
                </a:lnTo>
                <a:lnTo>
                  <a:pt x="1500" y="569"/>
                </a:lnTo>
                <a:lnTo>
                  <a:pt x="1501" y="569"/>
                </a:lnTo>
                <a:lnTo>
                  <a:pt x="1503" y="569"/>
                </a:lnTo>
                <a:lnTo>
                  <a:pt x="1505" y="569"/>
                </a:lnTo>
                <a:lnTo>
                  <a:pt x="1507" y="569"/>
                </a:lnTo>
                <a:lnTo>
                  <a:pt x="1508" y="569"/>
                </a:lnTo>
                <a:lnTo>
                  <a:pt x="1509" y="569"/>
                </a:lnTo>
                <a:lnTo>
                  <a:pt x="1509" y="570"/>
                </a:lnTo>
                <a:lnTo>
                  <a:pt x="1510" y="570"/>
                </a:lnTo>
                <a:lnTo>
                  <a:pt x="1510" y="571"/>
                </a:lnTo>
                <a:lnTo>
                  <a:pt x="1510" y="572"/>
                </a:lnTo>
                <a:lnTo>
                  <a:pt x="1511" y="572"/>
                </a:lnTo>
                <a:lnTo>
                  <a:pt x="1512" y="573"/>
                </a:lnTo>
                <a:lnTo>
                  <a:pt x="1512" y="574"/>
                </a:lnTo>
                <a:lnTo>
                  <a:pt x="1513" y="574"/>
                </a:lnTo>
                <a:lnTo>
                  <a:pt x="1514" y="574"/>
                </a:lnTo>
                <a:lnTo>
                  <a:pt x="1515" y="574"/>
                </a:lnTo>
                <a:lnTo>
                  <a:pt x="1515" y="575"/>
                </a:lnTo>
                <a:lnTo>
                  <a:pt x="1516" y="575"/>
                </a:lnTo>
                <a:lnTo>
                  <a:pt x="1517" y="576"/>
                </a:lnTo>
                <a:lnTo>
                  <a:pt x="1518" y="576"/>
                </a:lnTo>
                <a:lnTo>
                  <a:pt x="1518" y="577"/>
                </a:lnTo>
                <a:lnTo>
                  <a:pt x="1518" y="578"/>
                </a:lnTo>
                <a:lnTo>
                  <a:pt x="1519" y="578"/>
                </a:lnTo>
                <a:lnTo>
                  <a:pt x="1519" y="579"/>
                </a:lnTo>
                <a:lnTo>
                  <a:pt x="1521" y="580"/>
                </a:lnTo>
                <a:lnTo>
                  <a:pt x="1522" y="581"/>
                </a:lnTo>
                <a:lnTo>
                  <a:pt x="1523" y="582"/>
                </a:lnTo>
                <a:lnTo>
                  <a:pt x="1523" y="583"/>
                </a:lnTo>
                <a:lnTo>
                  <a:pt x="1524" y="584"/>
                </a:lnTo>
                <a:lnTo>
                  <a:pt x="1524" y="585"/>
                </a:lnTo>
                <a:lnTo>
                  <a:pt x="1525" y="586"/>
                </a:lnTo>
                <a:lnTo>
                  <a:pt x="1526" y="586"/>
                </a:lnTo>
                <a:lnTo>
                  <a:pt x="1527" y="587"/>
                </a:lnTo>
                <a:lnTo>
                  <a:pt x="1527" y="588"/>
                </a:lnTo>
                <a:lnTo>
                  <a:pt x="1528" y="589"/>
                </a:lnTo>
                <a:lnTo>
                  <a:pt x="1530" y="590"/>
                </a:lnTo>
                <a:lnTo>
                  <a:pt x="1531" y="591"/>
                </a:lnTo>
                <a:lnTo>
                  <a:pt x="1532" y="592"/>
                </a:lnTo>
                <a:lnTo>
                  <a:pt x="1533" y="593"/>
                </a:lnTo>
                <a:lnTo>
                  <a:pt x="1535" y="593"/>
                </a:lnTo>
                <a:lnTo>
                  <a:pt x="1536" y="593"/>
                </a:lnTo>
                <a:lnTo>
                  <a:pt x="1537" y="593"/>
                </a:lnTo>
                <a:lnTo>
                  <a:pt x="1538" y="593"/>
                </a:lnTo>
                <a:lnTo>
                  <a:pt x="1540" y="594"/>
                </a:lnTo>
                <a:lnTo>
                  <a:pt x="1541" y="594"/>
                </a:lnTo>
                <a:lnTo>
                  <a:pt x="1541" y="595"/>
                </a:lnTo>
                <a:lnTo>
                  <a:pt x="1542" y="596"/>
                </a:lnTo>
                <a:lnTo>
                  <a:pt x="1542" y="597"/>
                </a:lnTo>
                <a:lnTo>
                  <a:pt x="1543" y="597"/>
                </a:lnTo>
                <a:lnTo>
                  <a:pt x="1544" y="597"/>
                </a:lnTo>
                <a:lnTo>
                  <a:pt x="1544" y="598"/>
                </a:lnTo>
                <a:lnTo>
                  <a:pt x="1545" y="598"/>
                </a:lnTo>
                <a:lnTo>
                  <a:pt x="1546" y="598"/>
                </a:lnTo>
                <a:lnTo>
                  <a:pt x="1547" y="598"/>
                </a:lnTo>
                <a:lnTo>
                  <a:pt x="1548" y="598"/>
                </a:lnTo>
                <a:lnTo>
                  <a:pt x="1549" y="598"/>
                </a:lnTo>
                <a:lnTo>
                  <a:pt x="1549" y="599"/>
                </a:lnTo>
                <a:lnTo>
                  <a:pt x="1550" y="599"/>
                </a:lnTo>
                <a:lnTo>
                  <a:pt x="1551" y="599"/>
                </a:lnTo>
                <a:lnTo>
                  <a:pt x="1551" y="598"/>
                </a:lnTo>
                <a:lnTo>
                  <a:pt x="1551" y="599"/>
                </a:lnTo>
                <a:lnTo>
                  <a:pt x="1552" y="599"/>
                </a:lnTo>
                <a:lnTo>
                  <a:pt x="1552" y="598"/>
                </a:lnTo>
                <a:lnTo>
                  <a:pt x="1553" y="598"/>
                </a:lnTo>
                <a:lnTo>
                  <a:pt x="1554" y="599"/>
                </a:lnTo>
                <a:lnTo>
                  <a:pt x="1554" y="598"/>
                </a:lnTo>
                <a:lnTo>
                  <a:pt x="1554" y="599"/>
                </a:lnTo>
                <a:lnTo>
                  <a:pt x="1555" y="599"/>
                </a:lnTo>
                <a:lnTo>
                  <a:pt x="1555" y="600"/>
                </a:lnTo>
                <a:lnTo>
                  <a:pt x="1555" y="602"/>
                </a:lnTo>
                <a:lnTo>
                  <a:pt x="1555" y="603"/>
                </a:lnTo>
                <a:lnTo>
                  <a:pt x="1556" y="603"/>
                </a:lnTo>
                <a:lnTo>
                  <a:pt x="1556" y="604"/>
                </a:lnTo>
                <a:lnTo>
                  <a:pt x="1557" y="604"/>
                </a:lnTo>
                <a:lnTo>
                  <a:pt x="1557" y="603"/>
                </a:lnTo>
                <a:lnTo>
                  <a:pt x="1557" y="602"/>
                </a:lnTo>
                <a:lnTo>
                  <a:pt x="1558" y="602"/>
                </a:lnTo>
                <a:lnTo>
                  <a:pt x="1558" y="601"/>
                </a:lnTo>
                <a:lnTo>
                  <a:pt x="1558" y="600"/>
                </a:lnTo>
                <a:lnTo>
                  <a:pt x="1559" y="600"/>
                </a:lnTo>
                <a:lnTo>
                  <a:pt x="1560" y="600"/>
                </a:lnTo>
                <a:lnTo>
                  <a:pt x="1560" y="599"/>
                </a:lnTo>
                <a:lnTo>
                  <a:pt x="1561" y="599"/>
                </a:lnTo>
                <a:lnTo>
                  <a:pt x="1561" y="600"/>
                </a:lnTo>
                <a:lnTo>
                  <a:pt x="1562" y="600"/>
                </a:lnTo>
                <a:lnTo>
                  <a:pt x="1563" y="600"/>
                </a:lnTo>
                <a:lnTo>
                  <a:pt x="1565" y="600"/>
                </a:lnTo>
                <a:lnTo>
                  <a:pt x="1566" y="600"/>
                </a:lnTo>
                <a:lnTo>
                  <a:pt x="1567" y="600"/>
                </a:lnTo>
                <a:lnTo>
                  <a:pt x="1567" y="601"/>
                </a:lnTo>
                <a:lnTo>
                  <a:pt x="1568" y="601"/>
                </a:lnTo>
                <a:lnTo>
                  <a:pt x="1569" y="601"/>
                </a:lnTo>
                <a:lnTo>
                  <a:pt x="1570" y="601"/>
                </a:lnTo>
                <a:lnTo>
                  <a:pt x="1571" y="601"/>
                </a:lnTo>
                <a:lnTo>
                  <a:pt x="1571" y="602"/>
                </a:lnTo>
                <a:lnTo>
                  <a:pt x="1572" y="602"/>
                </a:lnTo>
                <a:lnTo>
                  <a:pt x="1573" y="602"/>
                </a:lnTo>
                <a:lnTo>
                  <a:pt x="1573" y="603"/>
                </a:lnTo>
                <a:lnTo>
                  <a:pt x="1573" y="604"/>
                </a:lnTo>
                <a:lnTo>
                  <a:pt x="1573" y="605"/>
                </a:lnTo>
                <a:lnTo>
                  <a:pt x="1574" y="604"/>
                </a:lnTo>
                <a:lnTo>
                  <a:pt x="1575" y="604"/>
                </a:lnTo>
                <a:lnTo>
                  <a:pt x="1575" y="603"/>
                </a:lnTo>
                <a:lnTo>
                  <a:pt x="1576" y="603"/>
                </a:lnTo>
                <a:lnTo>
                  <a:pt x="1577" y="603"/>
                </a:lnTo>
                <a:lnTo>
                  <a:pt x="1578" y="603"/>
                </a:lnTo>
                <a:lnTo>
                  <a:pt x="1578" y="604"/>
                </a:lnTo>
                <a:lnTo>
                  <a:pt x="1579" y="604"/>
                </a:lnTo>
                <a:lnTo>
                  <a:pt x="1579" y="605"/>
                </a:lnTo>
                <a:lnTo>
                  <a:pt x="1580" y="605"/>
                </a:lnTo>
                <a:lnTo>
                  <a:pt x="1580" y="606"/>
                </a:lnTo>
                <a:lnTo>
                  <a:pt x="1581" y="607"/>
                </a:lnTo>
                <a:lnTo>
                  <a:pt x="1582" y="607"/>
                </a:lnTo>
                <a:lnTo>
                  <a:pt x="1583" y="608"/>
                </a:lnTo>
                <a:lnTo>
                  <a:pt x="1583" y="609"/>
                </a:lnTo>
                <a:lnTo>
                  <a:pt x="1584" y="609"/>
                </a:lnTo>
                <a:lnTo>
                  <a:pt x="1584" y="610"/>
                </a:lnTo>
                <a:lnTo>
                  <a:pt x="1585" y="610"/>
                </a:lnTo>
                <a:lnTo>
                  <a:pt x="1586" y="610"/>
                </a:lnTo>
                <a:lnTo>
                  <a:pt x="1586" y="609"/>
                </a:lnTo>
                <a:lnTo>
                  <a:pt x="1587" y="608"/>
                </a:lnTo>
                <a:lnTo>
                  <a:pt x="1587" y="607"/>
                </a:lnTo>
                <a:lnTo>
                  <a:pt x="1588" y="607"/>
                </a:lnTo>
                <a:lnTo>
                  <a:pt x="1588" y="606"/>
                </a:lnTo>
                <a:lnTo>
                  <a:pt x="1589" y="606"/>
                </a:lnTo>
                <a:lnTo>
                  <a:pt x="1589" y="605"/>
                </a:lnTo>
                <a:lnTo>
                  <a:pt x="1590" y="605"/>
                </a:lnTo>
                <a:lnTo>
                  <a:pt x="1591" y="605"/>
                </a:lnTo>
                <a:lnTo>
                  <a:pt x="1591" y="606"/>
                </a:lnTo>
                <a:lnTo>
                  <a:pt x="1592" y="606"/>
                </a:lnTo>
                <a:lnTo>
                  <a:pt x="1592" y="605"/>
                </a:lnTo>
                <a:lnTo>
                  <a:pt x="1593" y="605"/>
                </a:lnTo>
                <a:lnTo>
                  <a:pt x="1593" y="604"/>
                </a:lnTo>
                <a:lnTo>
                  <a:pt x="1593" y="603"/>
                </a:lnTo>
                <a:lnTo>
                  <a:pt x="1594" y="603"/>
                </a:lnTo>
                <a:lnTo>
                  <a:pt x="1595" y="603"/>
                </a:lnTo>
                <a:lnTo>
                  <a:pt x="1596" y="603"/>
                </a:lnTo>
                <a:lnTo>
                  <a:pt x="1597" y="603"/>
                </a:lnTo>
                <a:lnTo>
                  <a:pt x="1597" y="602"/>
                </a:lnTo>
                <a:lnTo>
                  <a:pt x="1597" y="601"/>
                </a:lnTo>
                <a:lnTo>
                  <a:pt x="1598" y="601"/>
                </a:lnTo>
                <a:lnTo>
                  <a:pt x="1599" y="601"/>
                </a:lnTo>
                <a:lnTo>
                  <a:pt x="1600" y="602"/>
                </a:lnTo>
                <a:lnTo>
                  <a:pt x="1601" y="602"/>
                </a:lnTo>
                <a:lnTo>
                  <a:pt x="1602" y="602"/>
                </a:lnTo>
                <a:lnTo>
                  <a:pt x="1602" y="603"/>
                </a:lnTo>
                <a:lnTo>
                  <a:pt x="1602" y="604"/>
                </a:lnTo>
                <a:lnTo>
                  <a:pt x="1603" y="604"/>
                </a:lnTo>
                <a:lnTo>
                  <a:pt x="1604" y="604"/>
                </a:lnTo>
                <a:lnTo>
                  <a:pt x="1605" y="604"/>
                </a:lnTo>
                <a:lnTo>
                  <a:pt x="1605" y="605"/>
                </a:lnTo>
                <a:lnTo>
                  <a:pt x="1605" y="606"/>
                </a:lnTo>
                <a:lnTo>
                  <a:pt x="1606" y="606"/>
                </a:lnTo>
                <a:lnTo>
                  <a:pt x="1606" y="607"/>
                </a:lnTo>
                <a:lnTo>
                  <a:pt x="1607" y="607"/>
                </a:lnTo>
                <a:lnTo>
                  <a:pt x="1607" y="608"/>
                </a:lnTo>
                <a:lnTo>
                  <a:pt x="1608" y="608"/>
                </a:lnTo>
                <a:lnTo>
                  <a:pt x="1609" y="608"/>
                </a:lnTo>
                <a:lnTo>
                  <a:pt x="1610" y="609"/>
                </a:lnTo>
                <a:lnTo>
                  <a:pt x="1611" y="609"/>
                </a:lnTo>
                <a:lnTo>
                  <a:pt x="1612" y="609"/>
                </a:lnTo>
                <a:lnTo>
                  <a:pt x="1612" y="610"/>
                </a:lnTo>
                <a:lnTo>
                  <a:pt x="1613" y="610"/>
                </a:lnTo>
                <a:lnTo>
                  <a:pt x="1614" y="610"/>
                </a:lnTo>
                <a:lnTo>
                  <a:pt x="1615" y="610"/>
                </a:lnTo>
                <a:lnTo>
                  <a:pt x="1615" y="611"/>
                </a:lnTo>
                <a:lnTo>
                  <a:pt x="1616" y="611"/>
                </a:lnTo>
                <a:lnTo>
                  <a:pt x="1617" y="612"/>
                </a:lnTo>
                <a:lnTo>
                  <a:pt x="1617" y="613"/>
                </a:lnTo>
                <a:lnTo>
                  <a:pt x="1618" y="613"/>
                </a:lnTo>
                <a:lnTo>
                  <a:pt x="1619" y="613"/>
                </a:lnTo>
                <a:lnTo>
                  <a:pt x="1620" y="614"/>
                </a:lnTo>
                <a:lnTo>
                  <a:pt x="1621" y="614"/>
                </a:lnTo>
                <a:lnTo>
                  <a:pt x="1621" y="615"/>
                </a:lnTo>
                <a:lnTo>
                  <a:pt x="1621" y="616"/>
                </a:lnTo>
                <a:lnTo>
                  <a:pt x="1622" y="616"/>
                </a:lnTo>
                <a:lnTo>
                  <a:pt x="1623" y="616"/>
                </a:lnTo>
                <a:lnTo>
                  <a:pt x="1624" y="616"/>
                </a:lnTo>
                <a:lnTo>
                  <a:pt x="1625" y="616"/>
                </a:lnTo>
                <a:lnTo>
                  <a:pt x="1625" y="615"/>
                </a:lnTo>
                <a:lnTo>
                  <a:pt x="1624" y="615"/>
                </a:lnTo>
                <a:lnTo>
                  <a:pt x="1624" y="614"/>
                </a:lnTo>
                <a:lnTo>
                  <a:pt x="1625" y="614"/>
                </a:lnTo>
                <a:lnTo>
                  <a:pt x="1625" y="613"/>
                </a:lnTo>
                <a:lnTo>
                  <a:pt x="1627" y="613"/>
                </a:lnTo>
                <a:lnTo>
                  <a:pt x="1627" y="612"/>
                </a:lnTo>
                <a:lnTo>
                  <a:pt x="1628" y="612"/>
                </a:lnTo>
                <a:lnTo>
                  <a:pt x="1628" y="611"/>
                </a:lnTo>
                <a:lnTo>
                  <a:pt x="1629" y="611"/>
                </a:lnTo>
                <a:lnTo>
                  <a:pt x="1630" y="611"/>
                </a:lnTo>
                <a:lnTo>
                  <a:pt x="1631" y="611"/>
                </a:lnTo>
                <a:lnTo>
                  <a:pt x="1631" y="612"/>
                </a:lnTo>
                <a:lnTo>
                  <a:pt x="1632" y="613"/>
                </a:lnTo>
                <a:lnTo>
                  <a:pt x="1632" y="612"/>
                </a:lnTo>
                <a:lnTo>
                  <a:pt x="1633" y="612"/>
                </a:lnTo>
                <a:lnTo>
                  <a:pt x="1633" y="613"/>
                </a:lnTo>
                <a:lnTo>
                  <a:pt x="1634" y="613"/>
                </a:lnTo>
                <a:lnTo>
                  <a:pt x="1635" y="613"/>
                </a:lnTo>
                <a:lnTo>
                  <a:pt x="1636" y="614"/>
                </a:lnTo>
                <a:lnTo>
                  <a:pt x="1636" y="615"/>
                </a:lnTo>
                <a:lnTo>
                  <a:pt x="1637" y="615"/>
                </a:lnTo>
                <a:lnTo>
                  <a:pt x="1637" y="616"/>
                </a:lnTo>
                <a:lnTo>
                  <a:pt x="1637" y="617"/>
                </a:lnTo>
                <a:lnTo>
                  <a:pt x="1636" y="618"/>
                </a:lnTo>
                <a:lnTo>
                  <a:pt x="1636" y="619"/>
                </a:lnTo>
                <a:lnTo>
                  <a:pt x="1637" y="619"/>
                </a:lnTo>
                <a:lnTo>
                  <a:pt x="1637" y="620"/>
                </a:lnTo>
                <a:lnTo>
                  <a:pt x="1637" y="621"/>
                </a:lnTo>
                <a:lnTo>
                  <a:pt x="1638" y="621"/>
                </a:lnTo>
                <a:lnTo>
                  <a:pt x="1639" y="622"/>
                </a:lnTo>
                <a:lnTo>
                  <a:pt x="1639" y="623"/>
                </a:lnTo>
                <a:lnTo>
                  <a:pt x="1640" y="623"/>
                </a:lnTo>
                <a:lnTo>
                  <a:pt x="1641" y="624"/>
                </a:lnTo>
                <a:lnTo>
                  <a:pt x="1643" y="625"/>
                </a:lnTo>
                <a:lnTo>
                  <a:pt x="1644" y="626"/>
                </a:lnTo>
                <a:lnTo>
                  <a:pt x="1645" y="626"/>
                </a:lnTo>
                <a:lnTo>
                  <a:pt x="1646" y="626"/>
                </a:lnTo>
                <a:lnTo>
                  <a:pt x="1646" y="627"/>
                </a:lnTo>
                <a:lnTo>
                  <a:pt x="1646" y="628"/>
                </a:lnTo>
                <a:lnTo>
                  <a:pt x="1647" y="628"/>
                </a:lnTo>
                <a:lnTo>
                  <a:pt x="1648" y="628"/>
                </a:lnTo>
                <a:lnTo>
                  <a:pt x="1649" y="628"/>
                </a:lnTo>
                <a:lnTo>
                  <a:pt x="1649" y="629"/>
                </a:lnTo>
                <a:lnTo>
                  <a:pt x="1649" y="630"/>
                </a:lnTo>
                <a:lnTo>
                  <a:pt x="1650" y="631"/>
                </a:lnTo>
                <a:lnTo>
                  <a:pt x="1650" y="632"/>
                </a:lnTo>
                <a:lnTo>
                  <a:pt x="1651" y="632"/>
                </a:lnTo>
                <a:lnTo>
                  <a:pt x="1653" y="633"/>
                </a:lnTo>
                <a:lnTo>
                  <a:pt x="1654" y="633"/>
                </a:lnTo>
                <a:lnTo>
                  <a:pt x="1654" y="634"/>
                </a:lnTo>
                <a:lnTo>
                  <a:pt x="1655" y="634"/>
                </a:lnTo>
                <a:lnTo>
                  <a:pt x="1656" y="635"/>
                </a:lnTo>
                <a:lnTo>
                  <a:pt x="1656" y="636"/>
                </a:lnTo>
                <a:lnTo>
                  <a:pt x="1657" y="636"/>
                </a:lnTo>
                <a:lnTo>
                  <a:pt x="1657" y="637"/>
                </a:lnTo>
                <a:lnTo>
                  <a:pt x="1658" y="637"/>
                </a:lnTo>
                <a:lnTo>
                  <a:pt x="1658" y="636"/>
                </a:lnTo>
                <a:lnTo>
                  <a:pt x="1659" y="636"/>
                </a:lnTo>
                <a:lnTo>
                  <a:pt x="1659" y="637"/>
                </a:lnTo>
                <a:lnTo>
                  <a:pt x="1659" y="638"/>
                </a:lnTo>
                <a:lnTo>
                  <a:pt x="1660" y="638"/>
                </a:lnTo>
                <a:lnTo>
                  <a:pt x="1661" y="639"/>
                </a:lnTo>
                <a:lnTo>
                  <a:pt x="1661" y="640"/>
                </a:lnTo>
                <a:lnTo>
                  <a:pt x="1662" y="640"/>
                </a:lnTo>
                <a:lnTo>
                  <a:pt x="1662" y="641"/>
                </a:lnTo>
                <a:lnTo>
                  <a:pt x="1664" y="641"/>
                </a:lnTo>
                <a:lnTo>
                  <a:pt x="1664" y="640"/>
                </a:lnTo>
                <a:lnTo>
                  <a:pt x="1666" y="640"/>
                </a:lnTo>
                <a:lnTo>
                  <a:pt x="1667" y="641"/>
                </a:lnTo>
                <a:lnTo>
                  <a:pt x="1668" y="641"/>
                </a:lnTo>
                <a:lnTo>
                  <a:pt x="1669" y="641"/>
                </a:lnTo>
                <a:lnTo>
                  <a:pt x="1669" y="642"/>
                </a:lnTo>
                <a:lnTo>
                  <a:pt x="1670" y="643"/>
                </a:lnTo>
                <a:lnTo>
                  <a:pt x="1670" y="644"/>
                </a:lnTo>
                <a:lnTo>
                  <a:pt x="1670" y="645"/>
                </a:lnTo>
                <a:lnTo>
                  <a:pt x="1671" y="645"/>
                </a:lnTo>
                <a:lnTo>
                  <a:pt x="1671" y="646"/>
                </a:lnTo>
                <a:lnTo>
                  <a:pt x="1671" y="647"/>
                </a:lnTo>
                <a:lnTo>
                  <a:pt x="1671" y="648"/>
                </a:lnTo>
                <a:lnTo>
                  <a:pt x="1672" y="648"/>
                </a:lnTo>
                <a:lnTo>
                  <a:pt x="1673" y="648"/>
                </a:lnTo>
                <a:lnTo>
                  <a:pt x="1674" y="648"/>
                </a:lnTo>
                <a:lnTo>
                  <a:pt x="1675" y="648"/>
                </a:lnTo>
                <a:lnTo>
                  <a:pt x="1675" y="649"/>
                </a:lnTo>
                <a:lnTo>
                  <a:pt x="1676" y="650"/>
                </a:lnTo>
                <a:lnTo>
                  <a:pt x="1675" y="651"/>
                </a:lnTo>
                <a:lnTo>
                  <a:pt x="1675" y="652"/>
                </a:lnTo>
                <a:lnTo>
                  <a:pt x="1675" y="653"/>
                </a:lnTo>
                <a:lnTo>
                  <a:pt x="1676" y="653"/>
                </a:lnTo>
                <a:lnTo>
                  <a:pt x="1676" y="654"/>
                </a:lnTo>
                <a:lnTo>
                  <a:pt x="1677" y="654"/>
                </a:lnTo>
                <a:lnTo>
                  <a:pt x="1677" y="653"/>
                </a:lnTo>
                <a:lnTo>
                  <a:pt x="1678" y="654"/>
                </a:lnTo>
                <a:lnTo>
                  <a:pt x="1678" y="655"/>
                </a:lnTo>
                <a:lnTo>
                  <a:pt x="1678" y="656"/>
                </a:lnTo>
                <a:lnTo>
                  <a:pt x="1679" y="657"/>
                </a:lnTo>
                <a:lnTo>
                  <a:pt x="1679" y="658"/>
                </a:lnTo>
                <a:lnTo>
                  <a:pt x="1679" y="660"/>
                </a:lnTo>
                <a:lnTo>
                  <a:pt x="1680" y="660"/>
                </a:lnTo>
                <a:lnTo>
                  <a:pt x="1681" y="660"/>
                </a:lnTo>
                <a:lnTo>
                  <a:pt x="1680" y="661"/>
                </a:lnTo>
                <a:lnTo>
                  <a:pt x="1681" y="662"/>
                </a:lnTo>
                <a:lnTo>
                  <a:pt x="1682" y="662"/>
                </a:lnTo>
                <a:lnTo>
                  <a:pt x="1683" y="662"/>
                </a:lnTo>
                <a:lnTo>
                  <a:pt x="1683" y="663"/>
                </a:lnTo>
                <a:lnTo>
                  <a:pt x="1684" y="663"/>
                </a:lnTo>
                <a:lnTo>
                  <a:pt x="1684" y="662"/>
                </a:lnTo>
                <a:lnTo>
                  <a:pt x="1685" y="662"/>
                </a:lnTo>
                <a:lnTo>
                  <a:pt x="1686" y="662"/>
                </a:lnTo>
                <a:lnTo>
                  <a:pt x="1686" y="661"/>
                </a:lnTo>
                <a:lnTo>
                  <a:pt x="1687" y="661"/>
                </a:lnTo>
                <a:lnTo>
                  <a:pt x="1688" y="661"/>
                </a:lnTo>
                <a:lnTo>
                  <a:pt x="1688" y="662"/>
                </a:lnTo>
                <a:lnTo>
                  <a:pt x="1690" y="662"/>
                </a:lnTo>
                <a:lnTo>
                  <a:pt x="1690" y="661"/>
                </a:lnTo>
                <a:lnTo>
                  <a:pt x="1690" y="660"/>
                </a:lnTo>
                <a:lnTo>
                  <a:pt x="1690" y="659"/>
                </a:lnTo>
                <a:lnTo>
                  <a:pt x="1691" y="658"/>
                </a:lnTo>
                <a:lnTo>
                  <a:pt x="1692" y="658"/>
                </a:lnTo>
                <a:lnTo>
                  <a:pt x="1692" y="657"/>
                </a:lnTo>
                <a:lnTo>
                  <a:pt x="1693" y="658"/>
                </a:lnTo>
                <a:lnTo>
                  <a:pt x="1694" y="658"/>
                </a:lnTo>
                <a:lnTo>
                  <a:pt x="1695" y="658"/>
                </a:lnTo>
                <a:lnTo>
                  <a:pt x="1696" y="658"/>
                </a:lnTo>
                <a:lnTo>
                  <a:pt x="1697" y="658"/>
                </a:lnTo>
                <a:lnTo>
                  <a:pt x="1698" y="659"/>
                </a:lnTo>
                <a:lnTo>
                  <a:pt x="1699" y="659"/>
                </a:lnTo>
                <a:lnTo>
                  <a:pt x="1700" y="659"/>
                </a:lnTo>
                <a:lnTo>
                  <a:pt x="1701" y="658"/>
                </a:lnTo>
                <a:lnTo>
                  <a:pt x="1702" y="657"/>
                </a:lnTo>
                <a:lnTo>
                  <a:pt x="1702" y="656"/>
                </a:lnTo>
                <a:lnTo>
                  <a:pt x="1703" y="656"/>
                </a:lnTo>
                <a:lnTo>
                  <a:pt x="1704" y="656"/>
                </a:lnTo>
                <a:lnTo>
                  <a:pt x="1705" y="656"/>
                </a:lnTo>
                <a:lnTo>
                  <a:pt x="1706" y="656"/>
                </a:lnTo>
                <a:lnTo>
                  <a:pt x="1706" y="657"/>
                </a:lnTo>
                <a:lnTo>
                  <a:pt x="1707" y="658"/>
                </a:lnTo>
                <a:lnTo>
                  <a:pt x="1708" y="658"/>
                </a:lnTo>
                <a:lnTo>
                  <a:pt x="1709" y="658"/>
                </a:lnTo>
                <a:lnTo>
                  <a:pt x="1711" y="659"/>
                </a:lnTo>
                <a:lnTo>
                  <a:pt x="1712" y="659"/>
                </a:lnTo>
                <a:lnTo>
                  <a:pt x="1712" y="660"/>
                </a:lnTo>
                <a:lnTo>
                  <a:pt x="1713" y="660"/>
                </a:lnTo>
                <a:lnTo>
                  <a:pt x="1713" y="661"/>
                </a:lnTo>
                <a:lnTo>
                  <a:pt x="1714" y="662"/>
                </a:lnTo>
                <a:lnTo>
                  <a:pt x="1715" y="663"/>
                </a:lnTo>
                <a:lnTo>
                  <a:pt x="1715" y="664"/>
                </a:lnTo>
                <a:lnTo>
                  <a:pt x="1715" y="665"/>
                </a:lnTo>
                <a:lnTo>
                  <a:pt x="1715" y="666"/>
                </a:lnTo>
                <a:lnTo>
                  <a:pt x="1715" y="667"/>
                </a:lnTo>
                <a:lnTo>
                  <a:pt x="1714" y="667"/>
                </a:lnTo>
                <a:lnTo>
                  <a:pt x="1713" y="667"/>
                </a:lnTo>
                <a:lnTo>
                  <a:pt x="1711" y="668"/>
                </a:lnTo>
                <a:lnTo>
                  <a:pt x="1711" y="669"/>
                </a:lnTo>
                <a:lnTo>
                  <a:pt x="1710" y="669"/>
                </a:lnTo>
                <a:lnTo>
                  <a:pt x="1711" y="669"/>
                </a:lnTo>
                <a:lnTo>
                  <a:pt x="1711" y="670"/>
                </a:lnTo>
                <a:lnTo>
                  <a:pt x="1712" y="670"/>
                </a:lnTo>
                <a:lnTo>
                  <a:pt x="1712" y="671"/>
                </a:lnTo>
                <a:lnTo>
                  <a:pt x="1712" y="672"/>
                </a:lnTo>
                <a:lnTo>
                  <a:pt x="1712" y="673"/>
                </a:lnTo>
                <a:lnTo>
                  <a:pt x="1711" y="673"/>
                </a:lnTo>
                <a:lnTo>
                  <a:pt x="1711" y="674"/>
                </a:lnTo>
                <a:lnTo>
                  <a:pt x="1711" y="675"/>
                </a:lnTo>
                <a:lnTo>
                  <a:pt x="1710" y="676"/>
                </a:lnTo>
                <a:lnTo>
                  <a:pt x="1710" y="677"/>
                </a:lnTo>
                <a:lnTo>
                  <a:pt x="1711" y="677"/>
                </a:lnTo>
                <a:lnTo>
                  <a:pt x="1711" y="678"/>
                </a:lnTo>
                <a:lnTo>
                  <a:pt x="1711" y="679"/>
                </a:lnTo>
                <a:lnTo>
                  <a:pt x="1712" y="679"/>
                </a:lnTo>
                <a:lnTo>
                  <a:pt x="1712" y="680"/>
                </a:lnTo>
                <a:lnTo>
                  <a:pt x="1713" y="679"/>
                </a:lnTo>
                <a:lnTo>
                  <a:pt x="1714" y="680"/>
                </a:lnTo>
                <a:lnTo>
                  <a:pt x="1715" y="680"/>
                </a:lnTo>
                <a:lnTo>
                  <a:pt x="1715" y="681"/>
                </a:lnTo>
                <a:lnTo>
                  <a:pt x="1716" y="682"/>
                </a:lnTo>
                <a:lnTo>
                  <a:pt x="1717" y="682"/>
                </a:lnTo>
                <a:lnTo>
                  <a:pt x="1718" y="682"/>
                </a:lnTo>
                <a:lnTo>
                  <a:pt x="1719" y="682"/>
                </a:lnTo>
                <a:lnTo>
                  <a:pt x="1719" y="681"/>
                </a:lnTo>
                <a:lnTo>
                  <a:pt x="1720" y="681"/>
                </a:lnTo>
                <a:lnTo>
                  <a:pt x="1721" y="681"/>
                </a:lnTo>
                <a:lnTo>
                  <a:pt x="1721" y="680"/>
                </a:lnTo>
                <a:lnTo>
                  <a:pt x="1722" y="680"/>
                </a:lnTo>
                <a:lnTo>
                  <a:pt x="1722" y="679"/>
                </a:lnTo>
                <a:lnTo>
                  <a:pt x="1722" y="678"/>
                </a:lnTo>
                <a:lnTo>
                  <a:pt x="1724" y="678"/>
                </a:lnTo>
                <a:lnTo>
                  <a:pt x="1725" y="679"/>
                </a:lnTo>
                <a:lnTo>
                  <a:pt x="1726" y="679"/>
                </a:lnTo>
                <a:lnTo>
                  <a:pt x="1726" y="680"/>
                </a:lnTo>
                <a:lnTo>
                  <a:pt x="1726" y="681"/>
                </a:lnTo>
                <a:lnTo>
                  <a:pt x="1727" y="681"/>
                </a:lnTo>
                <a:lnTo>
                  <a:pt x="1729" y="681"/>
                </a:lnTo>
                <a:lnTo>
                  <a:pt x="1729" y="680"/>
                </a:lnTo>
                <a:lnTo>
                  <a:pt x="1730" y="679"/>
                </a:lnTo>
                <a:lnTo>
                  <a:pt x="1729" y="679"/>
                </a:lnTo>
                <a:lnTo>
                  <a:pt x="1729" y="678"/>
                </a:lnTo>
                <a:lnTo>
                  <a:pt x="1730" y="677"/>
                </a:lnTo>
                <a:lnTo>
                  <a:pt x="1731" y="678"/>
                </a:lnTo>
                <a:lnTo>
                  <a:pt x="1732" y="679"/>
                </a:lnTo>
                <a:lnTo>
                  <a:pt x="1733" y="679"/>
                </a:lnTo>
                <a:lnTo>
                  <a:pt x="1734" y="680"/>
                </a:lnTo>
                <a:lnTo>
                  <a:pt x="1735" y="681"/>
                </a:lnTo>
                <a:lnTo>
                  <a:pt x="1736" y="681"/>
                </a:lnTo>
                <a:lnTo>
                  <a:pt x="1737" y="681"/>
                </a:lnTo>
                <a:lnTo>
                  <a:pt x="1737" y="680"/>
                </a:lnTo>
                <a:lnTo>
                  <a:pt x="1738" y="679"/>
                </a:lnTo>
                <a:lnTo>
                  <a:pt x="1739" y="679"/>
                </a:lnTo>
                <a:lnTo>
                  <a:pt x="1741" y="679"/>
                </a:lnTo>
                <a:lnTo>
                  <a:pt x="1742" y="679"/>
                </a:lnTo>
                <a:lnTo>
                  <a:pt x="1743" y="679"/>
                </a:lnTo>
                <a:lnTo>
                  <a:pt x="1743" y="680"/>
                </a:lnTo>
                <a:lnTo>
                  <a:pt x="1743" y="681"/>
                </a:lnTo>
                <a:lnTo>
                  <a:pt x="1744" y="681"/>
                </a:lnTo>
                <a:lnTo>
                  <a:pt x="1745" y="682"/>
                </a:lnTo>
                <a:lnTo>
                  <a:pt x="1745" y="683"/>
                </a:lnTo>
                <a:lnTo>
                  <a:pt x="1747" y="683"/>
                </a:lnTo>
                <a:lnTo>
                  <a:pt x="1748" y="683"/>
                </a:lnTo>
                <a:lnTo>
                  <a:pt x="1748" y="682"/>
                </a:lnTo>
                <a:lnTo>
                  <a:pt x="1749" y="683"/>
                </a:lnTo>
                <a:lnTo>
                  <a:pt x="1750" y="684"/>
                </a:lnTo>
                <a:lnTo>
                  <a:pt x="1750" y="685"/>
                </a:lnTo>
                <a:lnTo>
                  <a:pt x="1751" y="685"/>
                </a:lnTo>
                <a:lnTo>
                  <a:pt x="1751" y="684"/>
                </a:lnTo>
                <a:lnTo>
                  <a:pt x="1753" y="684"/>
                </a:lnTo>
                <a:lnTo>
                  <a:pt x="1753" y="685"/>
                </a:lnTo>
                <a:lnTo>
                  <a:pt x="1753" y="686"/>
                </a:lnTo>
                <a:lnTo>
                  <a:pt x="1754" y="685"/>
                </a:lnTo>
                <a:lnTo>
                  <a:pt x="1756" y="685"/>
                </a:lnTo>
                <a:lnTo>
                  <a:pt x="1756" y="684"/>
                </a:lnTo>
                <a:lnTo>
                  <a:pt x="1757" y="684"/>
                </a:lnTo>
                <a:lnTo>
                  <a:pt x="1757" y="685"/>
                </a:lnTo>
                <a:lnTo>
                  <a:pt x="1758" y="685"/>
                </a:lnTo>
                <a:lnTo>
                  <a:pt x="1759" y="685"/>
                </a:lnTo>
                <a:lnTo>
                  <a:pt x="1759" y="684"/>
                </a:lnTo>
                <a:lnTo>
                  <a:pt x="1760" y="685"/>
                </a:lnTo>
                <a:lnTo>
                  <a:pt x="1760" y="686"/>
                </a:lnTo>
                <a:lnTo>
                  <a:pt x="1760" y="687"/>
                </a:lnTo>
                <a:lnTo>
                  <a:pt x="1761" y="687"/>
                </a:lnTo>
                <a:lnTo>
                  <a:pt x="1762" y="686"/>
                </a:lnTo>
                <a:lnTo>
                  <a:pt x="1763" y="686"/>
                </a:lnTo>
                <a:lnTo>
                  <a:pt x="1763" y="687"/>
                </a:lnTo>
                <a:lnTo>
                  <a:pt x="1763" y="688"/>
                </a:lnTo>
                <a:lnTo>
                  <a:pt x="1765" y="688"/>
                </a:lnTo>
                <a:lnTo>
                  <a:pt x="1766" y="688"/>
                </a:lnTo>
                <a:lnTo>
                  <a:pt x="1767" y="687"/>
                </a:lnTo>
                <a:lnTo>
                  <a:pt x="1768" y="687"/>
                </a:lnTo>
                <a:lnTo>
                  <a:pt x="1769" y="686"/>
                </a:lnTo>
                <a:lnTo>
                  <a:pt x="1769" y="685"/>
                </a:lnTo>
                <a:lnTo>
                  <a:pt x="1769" y="684"/>
                </a:lnTo>
                <a:lnTo>
                  <a:pt x="1770" y="683"/>
                </a:lnTo>
                <a:lnTo>
                  <a:pt x="1770" y="682"/>
                </a:lnTo>
                <a:lnTo>
                  <a:pt x="1771" y="682"/>
                </a:lnTo>
                <a:lnTo>
                  <a:pt x="1772" y="683"/>
                </a:lnTo>
                <a:lnTo>
                  <a:pt x="1773" y="684"/>
                </a:lnTo>
                <a:lnTo>
                  <a:pt x="1774" y="685"/>
                </a:lnTo>
                <a:lnTo>
                  <a:pt x="1775" y="685"/>
                </a:lnTo>
                <a:lnTo>
                  <a:pt x="1775" y="686"/>
                </a:lnTo>
                <a:lnTo>
                  <a:pt x="1775" y="685"/>
                </a:lnTo>
                <a:lnTo>
                  <a:pt x="1776" y="685"/>
                </a:lnTo>
                <a:lnTo>
                  <a:pt x="1777" y="685"/>
                </a:lnTo>
                <a:lnTo>
                  <a:pt x="1777" y="686"/>
                </a:lnTo>
                <a:lnTo>
                  <a:pt x="1777" y="687"/>
                </a:lnTo>
                <a:lnTo>
                  <a:pt x="1778" y="687"/>
                </a:lnTo>
                <a:lnTo>
                  <a:pt x="1779" y="687"/>
                </a:lnTo>
                <a:lnTo>
                  <a:pt x="1780" y="688"/>
                </a:lnTo>
                <a:lnTo>
                  <a:pt x="1780" y="689"/>
                </a:lnTo>
                <a:lnTo>
                  <a:pt x="1781" y="690"/>
                </a:lnTo>
                <a:lnTo>
                  <a:pt x="1782" y="690"/>
                </a:lnTo>
                <a:lnTo>
                  <a:pt x="1782" y="691"/>
                </a:lnTo>
                <a:lnTo>
                  <a:pt x="1783" y="691"/>
                </a:lnTo>
                <a:lnTo>
                  <a:pt x="1783" y="690"/>
                </a:lnTo>
                <a:lnTo>
                  <a:pt x="1784" y="690"/>
                </a:lnTo>
                <a:lnTo>
                  <a:pt x="1785" y="690"/>
                </a:lnTo>
                <a:lnTo>
                  <a:pt x="1786" y="690"/>
                </a:lnTo>
                <a:lnTo>
                  <a:pt x="1787" y="690"/>
                </a:lnTo>
                <a:lnTo>
                  <a:pt x="1787" y="691"/>
                </a:lnTo>
                <a:lnTo>
                  <a:pt x="1788" y="691"/>
                </a:lnTo>
                <a:lnTo>
                  <a:pt x="1788" y="692"/>
                </a:lnTo>
                <a:lnTo>
                  <a:pt x="1789" y="692"/>
                </a:lnTo>
                <a:lnTo>
                  <a:pt x="1789" y="693"/>
                </a:lnTo>
                <a:lnTo>
                  <a:pt x="1790" y="693"/>
                </a:lnTo>
                <a:lnTo>
                  <a:pt x="1790" y="694"/>
                </a:lnTo>
                <a:lnTo>
                  <a:pt x="1791" y="695"/>
                </a:lnTo>
                <a:lnTo>
                  <a:pt x="1792" y="695"/>
                </a:lnTo>
                <a:lnTo>
                  <a:pt x="1793" y="695"/>
                </a:lnTo>
                <a:lnTo>
                  <a:pt x="1793" y="694"/>
                </a:lnTo>
                <a:lnTo>
                  <a:pt x="1793" y="693"/>
                </a:lnTo>
                <a:lnTo>
                  <a:pt x="1794" y="694"/>
                </a:lnTo>
                <a:lnTo>
                  <a:pt x="1795" y="694"/>
                </a:lnTo>
                <a:lnTo>
                  <a:pt x="1795" y="693"/>
                </a:lnTo>
                <a:lnTo>
                  <a:pt x="1796" y="693"/>
                </a:lnTo>
                <a:lnTo>
                  <a:pt x="1796" y="694"/>
                </a:lnTo>
                <a:lnTo>
                  <a:pt x="1797" y="694"/>
                </a:lnTo>
                <a:lnTo>
                  <a:pt x="1798" y="695"/>
                </a:lnTo>
                <a:lnTo>
                  <a:pt x="1798" y="694"/>
                </a:lnTo>
                <a:lnTo>
                  <a:pt x="1799" y="694"/>
                </a:lnTo>
                <a:lnTo>
                  <a:pt x="1800" y="694"/>
                </a:lnTo>
                <a:lnTo>
                  <a:pt x="1800" y="693"/>
                </a:lnTo>
                <a:lnTo>
                  <a:pt x="1801" y="693"/>
                </a:lnTo>
                <a:lnTo>
                  <a:pt x="1802" y="694"/>
                </a:lnTo>
                <a:lnTo>
                  <a:pt x="1803" y="694"/>
                </a:lnTo>
                <a:lnTo>
                  <a:pt x="1804" y="694"/>
                </a:lnTo>
                <a:lnTo>
                  <a:pt x="1805" y="694"/>
                </a:lnTo>
                <a:lnTo>
                  <a:pt x="1805" y="693"/>
                </a:lnTo>
                <a:lnTo>
                  <a:pt x="1806" y="694"/>
                </a:lnTo>
                <a:lnTo>
                  <a:pt x="1807" y="693"/>
                </a:lnTo>
                <a:lnTo>
                  <a:pt x="1808" y="692"/>
                </a:lnTo>
                <a:lnTo>
                  <a:pt x="1808" y="691"/>
                </a:lnTo>
                <a:lnTo>
                  <a:pt x="1809" y="691"/>
                </a:lnTo>
                <a:lnTo>
                  <a:pt x="1810" y="691"/>
                </a:lnTo>
                <a:lnTo>
                  <a:pt x="1811" y="691"/>
                </a:lnTo>
                <a:lnTo>
                  <a:pt x="1811" y="692"/>
                </a:lnTo>
                <a:lnTo>
                  <a:pt x="1811" y="693"/>
                </a:lnTo>
                <a:lnTo>
                  <a:pt x="1811" y="694"/>
                </a:lnTo>
                <a:lnTo>
                  <a:pt x="1811" y="695"/>
                </a:lnTo>
                <a:lnTo>
                  <a:pt x="1812" y="696"/>
                </a:lnTo>
                <a:lnTo>
                  <a:pt x="1811" y="696"/>
                </a:lnTo>
                <a:lnTo>
                  <a:pt x="1811" y="697"/>
                </a:lnTo>
                <a:lnTo>
                  <a:pt x="1812" y="698"/>
                </a:lnTo>
                <a:lnTo>
                  <a:pt x="1813" y="698"/>
                </a:lnTo>
                <a:lnTo>
                  <a:pt x="1814" y="698"/>
                </a:lnTo>
                <a:lnTo>
                  <a:pt x="1814" y="699"/>
                </a:lnTo>
                <a:lnTo>
                  <a:pt x="1813" y="700"/>
                </a:lnTo>
                <a:lnTo>
                  <a:pt x="1813" y="701"/>
                </a:lnTo>
                <a:lnTo>
                  <a:pt x="1813" y="702"/>
                </a:lnTo>
                <a:lnTo>
                  <a:pt x="1814" y="702"/>
                </a:lnTo>
                <a:lnTo>
                  <a:pt x="1813" y="703"/>
                </a:lnTo>
                <a:lnTo>
                  <a:pt x="1813" y="705"/>
                </a:lnTo>
                <a:lnTo>
                  <a:pt x="1814" y="705"/>
                </a:lnTo>
                <a:lnTo>
                  <a:pt x="1814" y="706"/>
                </a:lnTo>
                <a:lnTo>
                  <a:pt x="1814" y="707"/>
                </a:lnTo>
                <a:lnTo>
                  <a:pt x="1814" y="708"/>
                </a:lnTo>
                <a:lnTo>
                  <a:pt x="1815" y="708"/>
                </a:lnTo>
                <a:lnTo>
                  <a:pt x="1815" y="709"/>
                </a:lnTo>
                <a:lnTo>
                  <a:pt x="1816" y="709"/>
                </a:lnTo>
                <a:lnTo>
                  <a:pt x="1817" y="709"/>
                </a:lnTo>
                <a:lnTo>
                  <a:pt x="1818" y="708"/>
                </a:lnTo>
                <a:lnTo>
                  <a:pt x="1819" y="708"/>
                </a:lnTo>
                <a:lnTo>
                  <a:pt x="1821" y="708"/>
                </a:lnTo>
                <a:lnTo>
                  <a:pt x="1822" y="707"/>
                </a:lnTo>
                <a:lnTo>
                  <a:pt x="1823" y="708"/>
                </a:lnTo>
                <a:lnTo>
                  <a:pt x="1824" y="708"/>
                </a:lnTo>
                <a:lnTo>
                  <a:pt x="1825" y="708"/>
                </a:lnTo>
                <a:lnTo>
                  <a:pt x="1826" y="708"/>
                </a:lnTo>
                <a:lnTo>
                  <a:pt x="1827" y="708"/>
                </a:lnTo>
                <a:lnTo>
                  <a:pt x="1827" y="706"/>
                </a:lnTo>
                <a:lnTo>
                  <a:pt x="1828" y="705"/>
                </a:lnTo>
                <a:lnTo>
                  <a:pt x="1829" y="704"/>
                </a:lnTo>
                <a:lnTo>
                  <a:pt x="1830" y="704"/>
                </a:lnTo>
                <a:lnTo>
                  <a:pt x="1831" y="705"/>
                </a:lnTo>
                <a:lnTo>
                  <a:pt x="1832" y="705"/>
                </a:lnTo>
                <a:lnTo>
                  <a:pt x="1832" y="706"/>
                </a:lnTo>
                <a:lnTo>
                  <a:pt x="1833" y="707"/>
                </a:lnTo>
                <a:lnTo>
                  <a:pt x="1834" y="707"/>
                </a:lnTo>
                <a:lnTo>
                  <a:pt x="1834" y="706"/>
                </a:lnTo>
                <a:lnTo>
                  <a:pt x="1835" y="706"/>
                </a:lnTo>
                <a:lnTo>
                  <a:pt x="1835" y="707"/>
                </a:lnTo>
                <a:lnTo>
                  <a:pt x="1836" y="707"/>
                </a:lnTo>
                <a:lnTo>
                  <a:pt x="1837" y="707"/>
                </a:lnTo>
                <a:lnTo>
                  <a:pt x="1837" y="706"/>
                </a:lnTo>
                <a:lnTo>
                  <a:pt x="1838" y="706"/>
                </a:lnTo>
                <a:lnTo>
                  <a:pt x="1839" y="707"/>
                </a:lnTo>
                <a:lnTo>
                  <a:pt x="1839" y="708"/>
                </a:lnTo>
                <a:lnTo>
                  <a:pt x="1838" y="708"/>
                </a:lnTo>
                <a:lnTo>
                  <a:pt x="1838" y="709"/>
                </a:lnTo>
                <a:lnTo>
                  <a:pt x="1839" y="710"/>
                </a:lnTo>
                <a:lnTo>
                  <a:pt x="1839" y="711"/>
                </a:lnTo>
                <a:lnTo>
                  <a:pt x="1839" y="712"/>
                </a:lnTo>
                <a:lnTo>
                  <a:pt x="1840" y="712"/>
                </a:lnTo>
                <a:lnTo>
                  <a:pt x="1840" y="713"/>
                </a:lnTo>
                <a:lnTo>
                  <a:pt x="1841" y="713"/>
                </a:lnTo>
                <a:lnTo>
                  <a:pt x="1843" y="713"/>
                </a:lnTo>
                <a:lnTo>
                  <a:pt x="1843" y="714"/>
                </a:lnTo>
                <a:lnTo>
                  <a:pt x="1844" y="714"/>
                </a:lnTo>
                <a:lnTo>
                  <a:pt x="1845" y="714"/>
                </a:lnTo>
                <a:lnTo>
                  <a:pt x="1846" y="714"/>
                </a:lnTo>
                <a:lnTo>
                  <a:pt x="1845" y="714"/>
                </a:lnTo>
                <a:lnTo>
                  <a:pt x="1845" y="715"/>
                </a:lnTo>
                <a:lnTo>
                  <a:pt x="1845" y="716"/>
                </a:lnTo>
                <a:lnTo>
                  <a:pt x="1846" y="716"/>
                </a:lnTo>
                <a:lnTo>
                  <a:pt x="1847" y="717"/>
                </a:lnTo>
                <a:lnTo>
                  <a:pt x="1846" y="718"/>
                </a:lnTo>
                <a:lnTo>
                  <a:pt x="1846" y="719"/>
                </a:lnTo>
                <a:lnTo>
                  <a:pt x="1846" y="720"/>
                </a:lnTo>
                <a:lnTo>
                  <a:pt x="1845" y="720"/>
                </a:lnTo>
                <a:lnTo>
                  <a:pt x="1845" y="721"/>
                </a:lnTo>
                <a:lnTo>
                  <a:pt x="1846" y="721"/>
                </a:lnTo>
                <a:lnTo>
                  <a:pt x="1847" y="721"/>
                </a:lnTo>
                <a:lnTo>
                  <a:pt x="1849" y="722"/>
                </a:lnTo>
                <a:lnTo>
                  <a:pt x="1850" y="723"/>
                </a:lnTo>
                <a:lnTo>
                  <a:pt x="1851" y="724"/>
                </a:lnTo>
                <a:lnTo>
                  <a:pt x="1852" y="725"/>
                </a:lnTo>
                <a:lnTo>
                  <a:pt x="1852" y="726"/>
                </a:lnTo>
                <a:lnTo>
                  <a:pt x="1853" y="726"/>
                </a:lnTo>
                <a:lnTo>
                  <a:pt x="1853" y="727"/>
                </a:lnTo>
                <a:lnTo>
                  <a:pt x="1853" y="728"/>
                </a:lnTo>
                <a:lnTo>
                  <a:pt x="1853" y="729"/>
                </a:lnTo>
                <a:lnTo>
                  <a:pt x="1854" y="729"/>
                </a:lnTo>
                <a:lnTo>
                  <a:pt x="1854" y="728"/>
                </a:lnTo>
                <a:lnTo>
                  <a:pt x="1855" y="727"/>
                </a:lnTo>
                <a:lnTo>
                  <a:pt x="1856" y="727"/>
                </a:lnTo>
                <a:lnTo>
                  <a:pt x="1857" y="727"/>
                </a:lnTo>
                <a:lnTo>
                  <a:pt x="1858" y="727"/>
                </a:lnTo>
                <a:lnTo>
                  <a:pt x="1858" y="726"/>
                </a:lnTo>
                <a:lnTo>
                  <a:pt x="1858" y="725"/>
                </a:lnTo>
                <a:lnTo>
                  <a:pt x="1859" y="725"/>
                </a:lnTo>
                <a:lnTo>
                  <a:pt x="1860" y="725"/>
                </a:lnTo>
                <a:lnTo>
                  <a:pt x="1861" y="725"/>
                </a:lnTo>
                <a:lnTo>
                  <a:pt x="1862" y="725"/>
                </a:lnTo>
                <a:lnTo>
                  <a:pt x="1863" y="725"/>
                </a:lnTo>
                <a:lnTo>
                  <a:pt x="1864" y="725"/>
                </a:lnTo>
                <a:lnTo>
                  <a:pt x="1864" y="726"/>
                </a:lnTo>
                <a:lnTo>
                  <a:pt x="1864" y="727"/>
                </a:lnTo>
                <a:lnTo>
                  <a:pt x="1864" y="728"/>
                </a:lnTo>
                <a:lnTo>
                  <a:pt x="1864" y="729"/>
                </a:lnTo>
                <a:lnTo>
                  <a:pt x="1865" y="729"/>
                </a:lnTo>
                <a:lnTo>
                  <a:pt x="1865" y="730"/>
                </a:lnTo>
                <a:lnTo>
                  <a:pt x="1865" y="731"/>
                </a:lnTo>
                <a:lnTo>
                  <a:pt x="1865" y="732"/>
                </a:lnTo>
                <a:lnTo>
                  <a:pt x="1865" y="734"/>
                </a:lnTo>
                <a:lnTo>
                  <a:pt x="1866" y="735"/>
                </a:lnTo>
                <a:lnTo>
                  <a:pt x="1866" y="734"/>
                </a:lnTo>
                <a:lnTo>
                  <a:pt x="1868" y="734"/>
                </a:lnTo>
                <a:lnTo>
                  <a:pt x="1868" y="735"/>
                </a:lnTo>
                <a:lnTo>
                  <a:pt x="1868" y="736"/>
                </a:lnTo>
                <a:lnTo>
                  <a:pt x="1869" y="736"/>
                </a:lnTo>
                <a:lnTo>
                  <a:pt x="1869" y="737"/>
                </a:lnTo>
                <a:lnTo>
                  <a:pt x="1869" y="738"/>
                </a:lnTo>
                <a:lnTo>
                  <a:pt x="1870" y="739"/>
                </a:lnTo>
                <a:lnTo>
                  <a:pt x="1871" y="739"/>
                </a:lnTo>
                <a:lnTo>
                  <a:pt x="1871" y="738"/>
                </a:lnTo>
                <a:lnTo>
                  <a:pt x="1872" y="738"/>
                </a:lnTo>
                <a:lnTo>
                  <a:pt x="1872" y="737"/>
                </a:lnTo>
                <a:lnTo>
                  <a:pt x="1873" y="737"/>
                </a:lnTo>
                <a:lnTo>
                  <a:pt x="1874" y="737"/>
                </a:lnTo>
                <a:lnTo>
                  <a:pt x="1874" y="738"/>
                </a:lnTo>
                <a:lnTo>
                  <a:pt x="1875" y="738"/>
                </a:lnTo>
                <a:lnTo>
                  <a:pt x="1875" y="737"/>
                </a:lnTo>
                <a:lnTo>
                  <a:pt x="1876" y="737"/>
                </a:lnTo>
                <a:lnTo>
                  <a:pt x="1876" y="736"/>
                </a:lnTo>
                <a:lnTo>
                  <a:pt x="1877" y="735"/>
                </a:lnTo>
                <a:lnTo>
                  <a:pt x="1878" y="735"/>
                </a:lnTo>
                <a:lnTo>
                  <a:pt x="1879" y="734"/>
                </a:lnTo>
                <a:lnTo>
                  <a:pt x="1880" y="734"/>
                </a:lnTo>
                <a:lnTo>
                  <a:pt x="1881" y="734"/>
                </a:lnTo>
                <a:lnTo>
                  <a:pt x="1882" y="733"/>
                </a:lnTo>
                <a:lnTo>
                  <a:pt x="1883" y="733"/>
                </a:lnTo>
                <a:lnTo>
                  <a:pt x="1883" y="732"/>
                </a:lnTo>
                <a:lnTo>
                  <a:pt x="1884" y="731"/>
                </a:lnTo>
                <a:lnTo>
                  <a:pt x="1885" y="731"/>
                </a:lnTo>
                <a:lnTo>
                  <a:pt x="1885" y="730"/>
                </a:lnTo>
                <a:lnTo>
                  <a:pt x="1885" y="729"/>
                </a:lnTo>
                <a:lnTo>
                  <a:pt x="1884" y="729"/>
                </a:lnTo>
                <a:lnTo>
                  <a:pt x="1885" y="729"/>
                </a:lnTo>
                <a:lnTo>
                  <a:pt x="1887" y="729"/>
                </a:lnTo>
                <a:lnTo>
                  <a:pt x="1887" y="728"/>
                </a:lnTo>
                <a:lnTo>
                  <a:pt x="1887" y="726"/>
                </a:lnTo>
                <a:lnTo>
                  <a:pt x="1888" y="726"/>
                </a:lnTo>
                <a:lnTo>
                  <a:pt x="1890" y="726"/>
                </a:lnTo>
                <a:lnTo>
                  <a:pt x="1891" y="726"/>
                </a:lnTo>
                <a:lnTo>
                  <a:pt x="1891" y="727"/>
                </a:lnTo>
                <a:lnTo>
                  <a:pt x="1892" y="727"/>
                </a:lnTo>
                <a:lnTo>
                  <a:pt x="1893" y="727"/>
                </a:lnTo>
                <a:lnTo>
                  <a:pt x="1893" y="726"/>
                </a:lnTo>
                <a:lnTo>
                  <a:pt x="1894" y="726"/>
                </a:lnTo>
                <a:lnTo>
                  <a:pt x="1895" y="726"/>
                </a:lnTo>
                <a:lnTo>
                  <a:pt x="1896" y="726"/>
                </a:lnTo>
                <a:lnTo>
                  <a:pt x="1897" y="726"/>
                </a:lnTo>
                <a:lnTo>
                  <a:pt x="1897" y="727"/>
                </a:lnTo>
                <a:lnTo>
                  <a:pt x="1898" y="727"/>
                </a:lnTo>
                <a:lnTo>
                  <a:pt x="1899" y="727"/>
                </a:lnTo>
                <a:lnTo>
                  <a:pt x="1900" y="728"/>
                </a:lnTo>
                <a:lnTo>
                  <a:pt x="1900" y="729"/>
                </a:lnTo>
                <a:lnTo>
                  <a:pt x="1901" y="728"/>
                </a:lnTo>
                <a:lnTo>
                  <a:pt x="1902" y="728"/>
                </a:lnTo>
                <a:lnTo>
                  <a:pt x="1903" y="729"/>
                </a:lnTo>
                <a:lnTo>
                  <a:pt x="1903" y="730"/>
                </a:lnTo>
                <a:lnTo>
                  <a:pt x="1904" y="730"/>
                </a:lnTo>
                <a:lnTo>
                  <a:pt x="1905" y="730"/>
                </a:lnTo>
                <a:lnTo>
                  <a:pt x="1906" y="730"/>
                </a:lnTo>
                <a:lnTo>
                  <a:pt x="1907" y="731"/>
                </a:lnTo>
                <a:lnTo>
                  <a:pt x="1908" y="732"/>
                </a:lnTo>
                <a:lnTo>
                  <a:pt x="1909" y="732"/>
                </a:lnTo>
                <a:lnTo>
                  <a:pt x="1909" y="733"/>
                </a:lnTo>
                <a:lnTo>
                  <a:pt x="1909" y="734"/>
                </a:lnTo>
                <a:lnTo>
                  <a:pt x="1910" y="734"/>
                </a:lnTo>
                <a:lnTo>
                  <a:pt x="1910" y="735"/>
                </a:lnTo>
                <a:lnTo>
                  <a:pt x="1909" y="735"/>
                </a:lnTo>
                <a:lnTo>
                  <a:pt x="1909" y="736"/>
                </a:lnTo>
                <a:lnTo>
                  <a:pt x="1911" y="738"/>
                </a:lnTo>
                <a:lnTo>
                  <a:pt x="1912" y="738"/>
                </a:lnTo>
                <a:lnTo>
                  <a:pt x="1912" y="739"/>
                </a:lnTo>
                <a:lnTo>
                  <a:pt x="1912" y="740"/>
                </a:lnTo>
                <a:lnTo>
                  <a:pt x="1911" y="741"/>
                </a:lnTo>
                <a:lnTo>
                  <a:pt x="1912" y="741"/>
                </a:lnTo>
                <a:lnTo>
                  <a:pt x="1913" y="742"/>
                </a:lnTo>
                <a:lnTo>
                  <a:pt x="1912" y="742"/>
                </a:lnTo>
                <a:lnTo>
                  <a:pt x="1912" y="743"/>
                </a:lnTo>
                <a:lnTo>
                  <a:pt x="1912" y="745"/>
                </a:lnTo>
                <a:lnTo>
                  <a:pt x="1913" y="745"/>
                </a:lnTo>
                <a:lnTo>
                  <a:pt x="1913" y="744"/>
                </a:lnTo>
                <a:lnTo>
                  <a:pt x="1914" y="744"/>
                </a:lnTo>
                <a:lnTo>
                  <a:pt x="1915" y="744"/>
                </a:lnTo>
                <a:lnTo>
                  <a:pt x="1915" y="745"/>
                </a:lnTo>
                <a:lnTo>
                  <a:pt x="1916" y="744"/>
                </a:lnTo>
                <a:lnTo>
                  <a:pt x="1917" y="744"/>
                </a:lnTo>
                <a:lnTo>
                  <a:pt x="1917" y="745"/>
                </a:lnTo>
                <a:lnTo>
                  <a:pt x="1918" y="745"/>
                </a:lnTo>
                <a:lnTo>
                  <a:pt x="1918" y="746"/>
                </a:lnTo>
                <a:lnTo>
                  <a:pt x="1919" y="746"/>
                </a:lnTo>
                <a:lnTo>
                  <a:pt x="1919" y="745"/>
                </a:lnTo>
                <a:lnTo>
                  <a:pt x="1920" y="745"/>
                </a:lnTo>
                <a:lnTo>
                  <a:pt x="1921" y="745"/>
                </a:lnTo>
                <a:lnTo>
                  <a:pt x="1922" y="744"/>
                </a:lnTo>
                <a:lnTo>
                  <a:pt x="1923" y="744"/>
                </a:lnTo>
                <a:lnTo>
                  <a:pt x="1924" y="744"/>
                </a:lnTo>
                <a:lnTo>
                  <a:pt x="1925" y="744"/>
                </a:lnTo>
                <a:lnTo>
                  <a:pt x="1926" y="744"/>
                </a:lnTo>
                <a:lnTo>
                  <a:pt x="1926" y="745"/>
                </a:lnTo>
                <a:lnTo>
                  <a:pt x="1926" y="746"/>
                </a:lnTo>
                <a:lnTo>
                  <a:pt x="1927" y="747"/>
                </a:lnTo>
                <a:lnTo>
                  <a:pt x="1927" y="748"/>
                </a:lnTo>
                <a:lnTo>
                  <a:pt x="1928" y="748"/>
                </a:lnTo>
                <a:lnTo>
                  <a:pt x="1928" y="747"/>
                </a:lnTo>
                <a:lnTo>
                  <a:pt x="1929" y="747"/>
                </a:lnTo>
                <a:lnTo>
                  <a:pt x="1929" y="748"/>
                </a:lnTo>
                <a:lnTo>
                  <a:pt x="1930" y="748"/>
                </a:lnTo>
                <a:lnTo>
                  <a:pt x="1930" y="749"/>
                </a:lnTo>
                <a:lnTo>
                  <a:pt x="1931" y="750"/>
                </a:lnTo>
                <a:lnTo>
                  <a:pt x="1932" y="750"/>
                </a:lnTo>
                <a:lnTo>
                  <a:pt x="1933" y="750"/>
                </a:lnTo>
                <a:lnTo>
                  <a:pt x="1933" y="749"/>
                </a:lnTo>
                <a:lnTo>
                  <a:pt x="1934" y="749"/>
                </a:lnTo>
                <a:lnTo>
                  <a:pt x="1935" y="749"/>
                </a:lnTo>
                <a:lnTo>
                  <a:pt x="1935" y="748"/>
                </a:lnTo>
                <a:lnTo>
                  <a:pt x="1936" y="748"/>
                </a:lnTo>
                <a:lnTo>
                  <a:pt x="1936" y="747"/>
                </a:lnTo>
                <a:lnTo>
                  <a:pt x="1937" y="747"/>
                </a:lnTo>
                <a:lnTo>
                  <a:pt x="1938" y="748"/>
                </a:lnTo>
                <a:lnTo>
                  <a:pt x="1939" y="748"/>
                </a:lnTo>
                <a:lnTo>
                  <a:pt x="1941" y="748"/>
                </a:lnTo>
                <a:lnTo>
                  <a:pt x="1941" y="749"/>
                </a:lnTo>
                <a:lnTo>
                  <a:pt x="1942" y="750"/>
                </a:lnTo>
                <a:lnTo>
                  <a:pt x="1942" y="751"/>
                </a:lnTo>
                <a:lnTo>
                  <a:pt x="1943" y="752"/>
                </a:lnTo>
                <a:lnTo>
                  <a:pt x="1944" y="752"/>
                </a:lnTo>
                <a:lnTo>
                  <a:pt x="1945" y="753"/>
                </a:lnTo>
                <a:lnTo>
                  <a:pt x="1946" y="754"/>
                </a:lnTo>
                <a:lnTo>
                  <a:pt x="1947" y="754"/>
                </a:lnTo>
                <a:lnTo>
                  <a:pt x="1948" y="753"/>
                </a:lnTo>
                <a:lnTo>
                  <a:pt x="1949" y="751"/>
                </a:lnTo>
                <a:lnTo>
                  <a:pt x="1950" y="751"/>
                </a:lnTo>
                <a:lnTo>
                  <a:pt x="1951" y="751"/>
                </a:lnTo>
                <a:lnTo>
                  <a:pt x="1952" y="751"/>
                </a:lnTo>
                <a:lnTo>
                  <a:pt x="1952" y="750"/>
                </a:lnTo>
                <a:lnTo>
                  <a:pt x="1953" y="749"/>
                </a:lnTo>
                <a:lnTo>
                  <a:pt x="1953" y="748"/>
                </a:lnTo>
                <a:lnTo>
                  <a:pt x="1952" y="747"/>
                </a:lnTo>
                <a:lnTo>
                  <a:pt x="1953" y="746"/>
                </a:lnTo>
                <a:lnTo>
                  <a:pt x="1953" y="744"/>
                </a:lnTo>
                <a:lnTo>
                  <a:pt x="1954" y="744"/>
                </a:lnTo>
                <a:lnTo>
                  <a:pt x="1955" y="743"/>
                </a:lnTo>
                <a:lnTo>
                  <a:pt x="1955" y="742"/>
                </a:lnTo>
                <a:lnTo>
                  <a:pt x="1956" y="742"/>
                </a:lnTo>
                <a:lnTo>
                  <a:pt x="1956" y="743"/>
                </a:lnTo>
                <a:lnTo>
                  <a:pt x="1958" y="743"/>
                </a:lnTo>
                <a:lnTo>
                  <a:pt x="1959" y="744"/>
                </a:lnTo>
                <a:lnTo>
                  <a:pt x="1960" y="744"/>
                </a:lnTo>
                <a:lnTo>
                  <a:pt x="1960" y="743"/>
                </a:lnTo>
                <a:lnTo>
                  <a:pt x="1961" y="743"/>
                </a:lnTo>
                <a:lnTo>
                  <a:pt x="1962" y="743"/>
                </a:lnTo>
                <a:lnTo>
                  <a:pt x="1963" y="743"/>
                </a:lnTo>
                <a:lnTo>
                  <a:pt x="1963" y="744"/>
                </a:lnTo>
                <a:lnTo>
                  <a:pt x="1964" y="744"/>
                </a:lnTo>
                <a:lnTo>
                  <a:pt x="1965" y="744"/>
                </a:lnTo>
                <a:lnTo>
                  <a:pt x="1966" y="745"/>
                </a:lnTo>
                <a:lnTo>
                  <a:pt x="1967" y="745"/>
                </a:lnTo>
                <a:lnTo>
                  <a:pt x="1967" y="744"/>
                </a:lnTo>
                <a:lnTo>
                  <a:pt x="1967" y="743"/>
                </a:lnTo>
                <a:lnTo>
                  <a:pt x="1968" y="743"/>
                </a:lnTo>
                <a:lnTo>
                  <a:pt x="1968" y="742"/>
                </a:lnTo>
                <a:lnTo>
                  <a:pt x="1969" y="742"/>
                </a:lnTo>
                <a:lnTo>
                  <a:pt x="1970" y="742"/>
                </a:lnTo>
                <a:lnTo>
                  <a:pt x="1971" y="742"/>
                </a:lnTo>
                <a:lnTo>
                  <a:pt x="1972" y="742"/>
                </a:lnTo>
                <a:lnTo>
                  <a:pt x="1973" y="742"/>
                </a:lnTo>
                <a:lnTo>
                  <a:pt x="1975" y="742"/>
                </a:lnTo>
                <a:lnTo>
                  <a:pt x="1975" y="743"/>
                </a:lnTo>
                <a:lnTo>
                  <a:pt x="1975" y="744"/>
                </a:lnTo>
                <a:lnTo>
                  <a:pt x="1976" y="744"/>
                </a:lnTo>
                <a:lnTo>
                  <a:pt x="1977" y="744"/>
                </a:lnTo>
                <a:lnTo>
                  <a:pt x="1977" y="743"/>
                </a:lnTo>
                <a:lnTo>
                  <a:pt x="1977" y="742"/>
                </a:lnTo>
                <a:lnTo>
                  <a:pt x="1978" y="742"/>
                </a:lnTo>
                <a:lnTo>
                  <a:pt x="1978" y="741"/>
                </a:lnTo>
                <a:lnTo>
                  <a:pt x="1979" y="740"/>
                </a:lnTo>
                <a:lnTo>
                  <a:pt x="1979" y="739"/>
                </a:lnTo>
                <a:lnTo>
                  <a:pt x="1978" y="738"/>
                </a:lnTo>
                <a:lnTo>
                  <a:pt x="1978" y="737"/>
                </a:lnTo>
                <a:lnTo>
                  <a:pt x="1979" y="737"/>
                </a:lnTo>
                <a:lnTo>
                  <a:pt x="1979" y="736"/>
                </a:lnTo>
                <a:lnTo>
                  <a:pt x="1980" y="735"/>
                </a:lnTo>
                <a:lnTo>
                  <a:pt x="1980" y="734"/>
                </a:lnTo>
                <a:lnTo>
                  <a:pt x="1981" y="733"/>
                </a:lnTo>
                <a:lnTo>
                  <a:pt x="1981" y="732"/>
                </a:lnTo>
                <a:lnTo>
                  <a:pt x="1982" y="732"/>
                </a:lnTo>
                <a:lnTo>
                  <a:pt x="1983" y="732"/>
                </a:lnTo>
                <a:lnTo>
                  <a:pt x="1983" y="733"/>
                </a:lnTo>
                <a:lnTo>
                  <a:pt x="1983" y="734"/>
                </a:lnTo>
                <a:lnTo>
                  <a:pt x="1983" y="735"/>
                </a:lnTo>
                <a:lnTo>
                  <a:pt x="1984" y="735"/>
                </a:lnTo>
                <a:lnTo>
                  <a:pt x="1985" y="737"/>
                </a:lnTo>
                <a:lnTo>
                  <a:pt x="1985" y="738"/>
                </a:lnTo>
                <a:lnTo>
                  <a:pt x="1986" y="738"/>
                </a:lnTo>
                <a:lnTo>
                  <a:pt x="1987" y="738"/>
                </a:lnTo>
                <a:lnTo>
                  <a:pt x="1988" y="737"/>
                </a:lnTo>
                <a:lnTo>
                  <a:pt x="1989" y="737"/>
                </a:lnTo>
                <a:lnTo>
                  <a:pt x="1989" y="736"/>
                </a:lnTo>
                <a:lnTo>
                  <a:pt x="1989" y="735"/>
                </a:lnTo>
                <a:lnTo>
                  <a:pt x="1990" y="734"/>
                </a:lnTo>
                <a:lnTo>
                  <a:pt x="1989" y="734"/>
                </a:lnTo>
                <a:lnTo>
                  <a:pt x="1989" y="733"/>
                </a:lnTo>
                <a:lnTo>
                  <a:pt x="1990" y="732"/>
                </a:lnTo>
                <a:lnTo>
                  <a:pt x="1991" y="732"/>
                </a:lnTo>
                <a:lnTo>
                  <a:pt x="1992" y="732"/>
                </a:lnTo>
                <a:lnTo>
                  <a:pt x="1992" y="733"/>
                </a:lnTo>
                <a:lnTo>
                  <a:pt x="1994" y="734"/>
                </a:lnTo>
                <a:lnTo>
                  <a:pt x="1994" y="733"/>
                </a:lnTo>
                <a:lnTo>
                  <a:pt x="1995" y="733"/>
                </a:lnTo>
                <a:lnTo>
                  <a:pt x="1996" y="733"/>
                </a:lnTo>
                <a:lnTo>
                  <a:pt x="1996" y="734"/>
                </a:lnTo>
                <a:lnTo>
                  <a:pt x="1997" y="734"/>
                </a:lnTo>
                <a:lnTo>
                  <a:pt x="1998" y="734"/>
                </a:lnTo>
                <a:lnTo>
                  <a:pt x="1999" y="734"/>
                </a:lnTo>
                <a:lnTo>
                  <a:pt x="2000" y="733"/>
                </a:lnTo>
                <a:lnTo>
                  <a:pt x="2001" y="733"/>
                </a:lnTo>
                <a:lnTo>
                  <a:pt x="2001" y="732"/>
                </a:lnTo>
                <a:lnTo>
                  <a:pt x="2002" y="732"/>
                </a:lnTo>
                <a:lnTo>
                  <a:pt x="2002" y="731"/>
                </a:lnTo>
                <a:lnTo>
                  <a:pt x="2003" y="731"/>
                </a:lnTo>
                <a:lnTo>
                  <a:pt x="2003" y="730"/>
                </a:lnTo>
                <a:lnTo>
                  <a:pt x="2004" y="730"/>
                </a:lnTo>
                <a:lnTo>
                  <a:pt x="2005" y="730"/>
                </a:lnTo>
                <a:lnTo>
                  <a:pt x="2006" y="730"/>
                </a:lnTo>
                <a:lnTo>
                  <a:pt x="2007" y="730"/>
                </a:lnTo>
                <a:lnTo>
                  <a:pt x="2007" y="729"/>
                </a:lnTo>
                <a:lnTo>
                  <a:pt x="2006" y="729"/>
                </a:lnTo>
                <a:lnTo>
                  <a:pt x="2006" y="728"/>
                </a:lnTo>
                <a:lnTo>
                  <a:pt x="2007" y="728"/>
                </a:lnTo>
                <a:lnTo>
                  <a:pt x="2007" y="727"/>
                </a:lnTo>
                <a:lnTo>
                  <a:pt x="2008" y="727"/>
                </a:lnTo>
                <a:lnTo>
                  <a:pt x="2008" y="725"/>
                </a:lnTo>
                <a:lnTo>
                  <a:pt x="2008" y="724"/>
                </a:lnTo>
                <a:lnTo>
                  <a:pt x="2009" y="724"/>
                </a:lnTo>
                <a:lnTo>
                  <a:pt x="2009" y="723"/>
                </a:lnTo>
                <a:lnTo>
                  <a:pt x="2009" y="724"/>
                </a:lnTo>
                <a:lnTo>
                  <a:pt x="2010" y="724"/>
                </a:lnTo>
                <a:lnTo>
                  <a:pt x="2011" y="725"/>
                </a:lnTo>
                <a:lnTo>
                  <a:pt x="2012" y="726"/>
                </a:lnTo>
                <a:lnTo>
                  <a:pt x="2012" y="727"/>
                </a:lnTo>
                <a:lnTo>
                  <a:pt x="2012" y="728"/>
                </a:lnTo>
                <a:lnTo>
                  <a:pt x="2012" y="729"/>
                </a:lnTo>
                <a:lnTo>
                  <a:pt x="2013" y="729"/>
                </a:lnTo>
                <a:lnTo>
                  <a:pt x="2013" y="730"/>
                </a:lnTo>
                <a:lnTo>
                  <a:pt x="2014" y="730"/>
                </a:lnTo>
                <a:lnTo>
                  <a:pt x="2015" y="732"/>
                </a:lnTo>
                <a:lnTo>
                  <a:pt x="2016" y="732"/>
                </a:lnTo>
                <a:lnTo>
                  <a:pt x="2016" y="733"/>
                </a:lnTo>
                <a:lnTo>
                  <a:pt x="2017" y="733"/>
                </a:lnTo>
                <a:lnTo>
                  <a:pt x="2018" y="733"/>
                </a:lnTo>
                <a:lnTo>
                  <a:pt x="2018" y="734"/>
                </a:lnTo>
                <a:lnTo>
                  <a:pt x="2018" y="735"/>
                </a:lnTo>
                <a:lnTo>
                  <a:pt x="2019" y="735"/>
                </a:lnTo>
                <a:lnTo>
                  <a:pt x="2019" y="736"/>
                </a:lnTo>
                <a:lnTo>
                  <a:pt x="2020" y="736"/>
                </a:lnTo>
                <a:lnTo>
                  <a:pt x="2021" y="736"/>
                </a:lnTo>
                <a:lnTo>
                  <a:pt x="2022" y="736"/>
                </a:lnTo>
                <a:lnTo>
                  <a:pt x="2022" y="737"/>
                </a:lnTo>
                <a:lnTo>
                  <a:pt x="2022" y="738"/>
                </a:lnTo>
                <a:lnTo>
                  <a:pt x="2023" y="738"/>
                </a:lnTo>
                <a:lnTo>
                  <a:pt x="2024" y="739"/>
                </a:lnTo>
                <a:lnTo>
                  <a:pt x="2023" y="739"/>
                </a:lnTo>
                <a:lnTo>
                  <a:pt x="2024" y="741"/>
                </a:lnTo>
                <a:lnTo>
                  <a:pt x="2024" y="742"/>
                </a:lnTo>
                <a:lnTo>
                  <a:pt x="2025" y="743"/>
                </a:lnTo>
                <a:lnTo>
                  <a:pt x="2026" y="744"/>
                </a:lnTo>
                <a:lnTo>
                  <a:pt x="2027" y="744"/>
                </a:lnTo>
                <a:lnTo>
                  <a:pt x="2028" y="744"/>
                </a:lnTo>
                <a:lnTo>
                  <a:pt x="2028" y="745"/>
                </a:lnTo>
                <a:lnTo>
                  <a:pt x="2029" y="746"/>
                </a:lnTo>
                <a:lnTo>
                  <a:pt x="2029" y="747"/>
                </a:lnTo>
                <a:lnTo>
                  <a:pt x="2028" y="747"/>
                </a:lnTo>
                <a:lnTo>
                  <a:pt x="2026" y="747"/>
                </a:lnTo>
                <a:lnTo>
                  <a:pt x="2026" y="748"/>
                </a:lnTo>
                <a:lnTo>
                  <a:pt x="2027" y="748"/>
                </a:lnTo>
                <a:lnTo>
                  <a:pt x="2027" y="749"/>
                </a:lnTo>
                <a:lnTo>
                  <a:pt x="2027" y="748"/>
                </a:lnTo>
                <a:lnTo>
                  <a:pt x="2028" y="748"/>
                </a:lnTo>
                <a:lnTo>
                  <a:pt x="2028" y="749"/>
                </a:lnTo>
                <a:lnTo>
                  <a:pt x="2029" y="749"/>
                </a:lnTo>
                <a:lnTo>
                  <a:pt x="2029" y="750"/>
                </a:lnTo>
                <a:lnTo>
                  <a:pt x="2030" y="750"/>
                </a:lnTo>
                <a:lnTo>
                  <a:pt x="2029" y="751"/>
                </a:lnTo>
                <a:lnTo>
                  <a:pt x="2029" y="753"/>
                </a:lnTo>
                <a:lnTo>
                  <a:pt x="2030" y="753"/>
                </a:lnTo>
                <a:lnTo>
                  <a:pt x="2031" y="754"/>
                </a:lnTo>
                <a:lnTo>
                  <a:pt x="2032" y="755"/>
                </a:lnTo>
                <a:lnTo>
                  <a:pt x="2033" y="755"/>
                </a:lnTo>
                <a:lnTo>
                  <a:pt x="2033" y="756"/>
                </a:lnTo>
                <a:lnTo>
                  <a:pt x="2034" y="756"/>
                </a:lnTo>
                <a:lnTo>
                  <a:pt x="2035" y="756"/>
                </a:lnTo>
                <a:lnTo>
                  <a:pt x="2035" y="757"/>
                </a:lnTo>
                <a:lnTo>
                  <a:pt x="2036" y="759"/>
                </a:lnTo>
                <a:lnTo>
                  <a:pt x="2037" y="759"/>
                </a:lnTo>
                <a:lnTo>
                  <a:pt x="2038" y="758"/>
                </a:lnTo>
                <a:lnTo>
                  <a:pt x="2039" y="758"/>
                </a:lnTo>
                <a:lnTo>
                  <a:pt x="2040" y="758"/>
                </a:lnTo>
                <a:lnTo>
                  <a:pt x="2041" y="758"/>
                </a:lnTo>
                <a:lnTo>
                  <a:pt x="2042" y="760"/>
                </a:lnTo>
                <a:lnTo>
                  <a:pt x="2042" y="761"/>
                </a:lnTo>
                <a:lnTo>
                  <a:pt x="2043" y="761"/>
                </a:lnTo>
                <a:lnTo>
                  <a:pt x="2042" y="762"/>
                </a:lnTo>
                <a:lnTo>
                  <a:pt x="2042" y="763"/>
                </a:lnTo>
                <a:lnTo>
                  <a:pt x="2043" y="764"/>
                </a:lnTo>
                <a:lnTo>
                  <a:pt x="2043" y="765"/>
                </a:lnTo>
                <a:lnTo>
                  <a:pt x="2043" y="766"/>
                </a:lnTo>
                <a:lnTo>
                  <a:pt x="2043" y="767"/>
                </a:lnTo>
                <a:lnTo>
                  <a:pt x="2044" y="768"/>
                </a:lnTo>
                <a:lnTo>
                  <a:pt x="2045" y="768"/>
                </a:lnTo>
                <a:lnTo>
                  <a:pt x="2046" y="768"/>
                </a:lnTo>
                <a:lnTo>
                  <a:pt x="2046" y="769"/>
                </a:lnTo>
                <a:lnTo>
                  <a:pt x="2047" y="769"/>
                </a:lnTo>
                <a:lnTo>
                  <a:pt x="2047" y="768"/>
                </a:lnTo>
                <a:lnTo>
                  <a:pt x="2048" y="768"/>
                </a:lnTo>
                <a:lnTo>
                  <a:pt x="2049" y="768"/>
                </a:lnTo>
                <a:lnTo>
                  <a:pt x="2049" y="769"/>
                </a:lnTo>
                <a:lnTo>
                  <a:pt x="2050" y="769"/>
                </a:lnTo>
                <a:lnTo>
                  <a:pt x="2051" y="769"/>
                </a:lnTo>
                <a:lnTo>
                  <a:pt x="2052" y="767"/>
                </a:lnTo>
                <a:lnTo>
                  <a:pt x="2053" y="767"/>
                </a:lnTo>
                <a:lnTo>
                  <a:pt x="2054" y="768"/>
                </a:lnTo>
                <a:lnTo>
                  <a:pt x="2055" y="768"/>
                </a:lnTo>
                <a:lnTo>
                  <a:pt x="2055" y="769"/>
                </a:lnTo>
                <a:lnTo>
                  <a:pt x="2056" y="769"/>
                </a:lnTo>
                <a:lnTo>
                  <a:pt x="2057" y="769"/>
                </a:lnTo>
                <a:lnTo>
                  <a:pt x="2058" y="770"/>
                </a:lnTo>
                <a:lnTo>
                  <a:pt x="2058" y="771"/>
                </a:lnTo>
                <a:lnTo>
                  <a:pt x="2060" y="771"/>
                </a:lnTo>
                <a:lnTo>
                  <a:pt x="2061" y="772"/>
                </a:lnTo>
                <a:lnTo>
                  <a:pt x="2061" y="773"/>
                </a:lnTo>
                <a:lnTo>
                  <a:pt x="2062" y="774"/>
                </a:lnTo>
                <a:lnTo>
                  <a:pt x="2062" y="775"/>
                </a:lnTo>
                <a:lnTo>
                  <a:pt x="2063" y="775"/>
                </a:lnTo>
                <a:lnTo>
                  <a:pt x="2063" y="774"/>
                </a:lnTo>
                <a:lnTo>
                  <a:pt x="2064" y="773"/>
                </a:lnTo>
                <a:lnTo>
                  <a:pt x="2065" y="773"/>
                </a:lnTo>
                <a:lnTo>
                  <a:pt x="2066" y="773"/>
                </a:lnTo>
                <a:lnTo>
                  <a:pt x="2066" y="774"/>
                </a:lnTo>
                <a:lnTo>
                  <a:pt x="2067" y="774"/>
                </a:lnTo>
                <a:lnTo>
                  <a:pt x="2068" y="774"/>
                </a:lnTo>
                <a:lnTo>
                  <a:pt x="2069" y="774"/>
                </a:lnTo>
                <a:lnTo>
                  <a:pt x="2070" y="774"/>
                </a:lnTo>
                <a:lnTo>
                  <a:pt x="2070" y="773"/>
                </a:lnTo>
                <a:lnTo>
                  <a:pt x="2069" y="773"/>
                </a:lnTo>
                <a:lnTo>
                  <a:pt x="2070" y="773"/>
                </a:lnTo>
                <a:lnTo>
                  <a:pt x="2070" y="772"/>
                </a:lnTo>
                <a:lnTo>
                  <a:pt x="2071" y="772"/>
                </a:lnTo>
                <a:lnTo>
                  <a:pt x="2071" y="773"/>
                </a:lnTo>
                <a:lnTo>
                  <a:pt x="2072" y="773"/>
                </a:lnTo>
                <a:lnTo>
                  <a:pt x="2072" y="772"/>
                </a:lnTo>
                <a:lnTo>
                  <a:pt x="2073" y="772"/>
                </a:lnTo>
                <a:lnTo>
                  <a:pt x="2073" y="773"/>
                </a:lnTo>
                <a:lnTo>
                  <a:pt x="2072" y="773"/>
                </a:lnTo>
                <a:lnTo>
                  <a:pt x="2072" y="774"/>
                </a:lnTo>
                <a:lnTo>
                  <a:pt x="2073" y="774"/>
                </a:lnTo>
                <a:lnTo>
                  <a:pt x="2074" y="775"/>
                </a:lnTo>
                <a:lnTo>
                  <a:pt x="2075" y="774"/>
                </a:lnTo>
                <a:lnTo>
                  <a:pt x="2075" y="773"/>
                </a:lnTo>
                <a:lnTo>
                  <a:pt x="2076" y="773"/>
                </a:lnTo>
                <a:lnTo>
                  <a:pt x="2077" y="774"/>
                </a:lnTo>
                <a:lnTo>
                  <a:pt x="2077" y="775"/>
                </a:lnTo>
                <a:lnTo>
                  <a:pt x="2078" y="775"/>
                </a:lnTo>
                <a:lnTo>
                  <a:pt x="2079" y="775"/>
                </a:lnTo>
                <a:lnTo>
                  <a:pt x="2080" y="775"/>
                </a:lnTo>
                <a:lnTo>
                  <a:pt x="2080" y="774"/>
                </a:lnTo>
                <a:lnTo>
                  <a:pt x="2080" y="773"/>
                </a:lnTo>
                <a:lnTo>
                  <a:pt x="2081" y="774"/>
                </a:lnTo>
                <a:lnTo>
                  <a:pt x="2081" y="775"/>
                </a:lnTo>
                <a:lnTo>
                  <a:pt x="2081" y="776"/>
                </a:lnTo>
                <a:lnTo>
                  <a:pt x="2081" y="777"/>
                </a:lnTo>
                <a:lnTo>
                  <a:pt x="2082" y="777"/>
                </a:lnTo>
                <a:lnTo>
                  <a:pt x="2082" y="778"/>
                </a:lnTo>
                <a:lnTo>
                  <a:pt x="2083" y="779"/>
                </a:lnTo>
                <a:lnTo>
                  <a:pt x="2084" y="779"/>
                </a:lnTo>
                <a:lnTo>
                  <a:pt x="2084" y="780"/>
                </a:lnTo>
                <a:lnTo>
                  <a:pt x="2085" y="781"/>
                </a:lnTo>
                <a:lnTo>
                  <a:pt x="2084" y="782"/>
                </a:lnTo>
                <a:lnTo>
                  <a:pt x="2083" y="782"/>
                </a:lnTo>
                <a:lnTo>
                  <a:pt x="2081" y="782"/>
                </a:lnTo>
                <a:lnTo>
                  <a:pt x="2080" y="782"/>
                </a:lnTo>
                <a:lnTo>
                  <a:pt x="2079" y="782"/>
                </a:lnTo>
                <a:lnTo>
                  <a:pt x="2078" y="782"/>
                </a:lnTo>
                <a:lnTo>
                  <a:pt x="2078" y="783"/>
                </a:lnTo>
                <a:lnTo>
                  <a:pt x="2077" y="783"/>
                </a:lnTo>
                <a:lnTo>
                  <a:pt x="2076" y="783"/>
                </a:lnTo>
                <a:lnTo>
                  <a:pt x="2074" y="783"/>
                </a:lnTo>
                <a:lnTo>
                  <a:pt x="2073" y="783"/>
                </a:lnTo>
                <a:lnTo>
                  <a:pt x="2072" y="782"/>
                </a:lnTo>
                <a:lnTo>
                  <a:pt x="2070" y="783"/>
                </a:lnTo>
                <a:lnTo>
                  <a:pt x="2069" y="783"/>
                </a:lnTo>
                <a:lnTo>
                  <a:pt x="2068" y="783"/>
                </a:lnTo>
                <a:lnTo>
                  <a:pt x="2067" y="783"/>
                </a:lnTo>
                <a:lnTo>
                  <a:pt x="2066" y="783"/>
                </a:lnTo>
                <a:lnTo>
                  <a:pt x="2064" y="783"/>
                </a:lnTo>
                <a:lnTo>
                  <a:pt x="2064" y="784"/>
                </a:lnTo>
                <a:lnTo>
                  <a:pt x="2065" y="784"/>
                </a:lnTo>
                <a:lnTo>
                  <a:pt x="2064" y="784"/>
                </a:lnTo>
                <a:lnTo>
                  <a:pt x="2064" y="785"/>
                </a:lnTo>
                <a:lnTo>
                  <a:pt x="2063" y="785"/>
                </a:lnTo>
                <a:lnTo>
                  <a:pt x="2063" y="786"/>
                </a:lnTo>
                <a:lnTo>
                  <a:pt x="2062" y="787"/>
                </a:lnTo>
                <a:lnTo>
                  <a:pt x="2062" y="788"/>
                </a:lnTo>
                <a:lnTo>
                  <a:pt x="2062" y="789"/>
                </a:lnTo>
                <a:lnTo>
                  <a:pt x="2062" y="790"/>
                </a:lnTo>
                <a:lnTo>
                  <a:pt x="2062" y="791"/>
                </a:lnTo>
                <a:lnTo>
                  <a:pt x="2063" y="791"/>
                </a:lnTo>
                <a:lnTo>
                  <a:pt x="2064" y="792"/>
                </a:lnTo>
                <a:lnTo>
                  <a:pt x="2064" y="793"/>
                </a:lnTo>
                <a:lnTo>
                  <a:pt x="2065" y="793"/>
                </a:lnTo>
                <a:lnTo>
                  <a:pt x="2066" y="793"/>
                </a:lnTo>
                <a:lnTo>
                  <a:pt x="2066" y="792"/>
                </a:lnTo>
                <a:lnTo>
                  <a:pt x="2067" y="792"/>
                </a:lnTo>
                <a:lnTo>
                  <a:pt x="2068" y="792"/>
                </a:lnTo>
                <a:lnTo>
                  <a:pt x="2069" y="791"/>
                </a:lnTo>
                <a:lnTo>
                  <a:pt x="2071" y="791"/>
                </a:lnTo>
                <a:lnTo>
                  <a:pt x="2072" y="791"/>
                </a:lnTo>
                <a:lnTo>
                  <a:pt x="2072" y="790"/>
                </a:lnTo>
                <a:lnTo>
                  <a:pt x="2073" y="790"/>
                </a:lnTo>
                <a:lnTo>
                  <a:pt x="2073" y="791"/>
                </a:lnTo>
                <a:lnTo>
                  <a:pt x="2074" y="790"/>
                </a:lnTo>
                <a:lnTo>
                  <a:pt x="2076" y="789"/>
                </a:lnTo>
                <a:lnTo>
                  <a:pt x="2077" y="789"/>
                </a:lnTo>
                <a:lnTo>
                  <a:pt x="2078" y="789"/>
                </a:lnTo>
                <a:lnTo>
                  <a:pt x="2078" y="788"/>
                </a:lnTo>
                <a:lnTo>
                  <a:pt x="2078" y="787"/>
                </a:lnTo>
                <a:lnTo>
                  <a:pt x="2079" y="787"/>
                </a:lnTo>
                <a:lnTo>
                  <a:pt x="2079" y="786"/>
                </a:lnTo>
                <a:lnTo>
                  <a:pt x="2079" y="785"/>
                </a:lnTo>
                <a:lnTo>
                  <a:pt x="2080" y="785"/>
                </a:lnTo>
                <a:lnTo>
                  <a:pt x="2081" y="785"/>
                </a:lnTo>
                <a:lnTo>
                  <a:pt x="2082" y="785"/>
                </a:lnTo>
                <a:lnTo>
                  <a:pt x="2082" y="786"/>
                </a:lnTo>
                <a:lnTo>
                  <a:pt x="2082" y="788"/>
                </a:lnTo>
                <a:lnTo>
                  <a:pt x="2082" y="789"/>
                </a:lnTo>
                <a:lnTo>
                  <a:pt x="2083" y="789"/>
                </a:lnTo>
                <a:lnTo>
                  <a:pt x="2083" y="790"/>
                </a:lnTo>
                <a:lnTo>
                  <a:pt x="2082" y="790"/>
                </a:lnTo>
                <a:lnTo>
                  <a:pt x="2082" y="791"/>
                </a:lnTo>
                <a:lnTo>
                  <a:pt x="2082" y="792"/>
                </a:lnTo>
                <a:lnTo>
                  <a:pt x="2083" y="792"/>
                </a:lnTo>
                <a:lnTo>
                  <a:pt x="2083" y="793"/>
                </a:lnTo>
                <a:lnTo>
                  <a:pt x="2083" y="795"/>
                </a:lnTo>
                <a:lnTo>
                  <a:pt x="2083" y="796"/>
                </a:lnTo>
                <a:lnTo>
                  <a:pt x="2083" y="797"/>
                </a:lnTo>
                <a:lnTo>
                  <a:pt x="2083" y="798"/>
                </a:lnTo>
                <a:lnTo>
                  <a:pt x="2083" y="799"/>
                </a:lnTo>
                <a:lnTo>
                  <a:pt x="2084" y="800"/>
                </a:lnTo>
                <a:lnTo>
                  <a:pt x="2084" y="801"/>
                </a:lnTo>
                <a:lnTo>
                  <a:pt x="2084" y="802"/>
                </a:lnTo>
                <a:lnTo>
                  <a:pt x="2084" y="803"/>
                </a:lnTo>
                <a:lnTo>
                  <a:pt x="2085" y="803"/>
                </a:lnTo>
                <a:lnTo>
                  <a:pt x="2086" y="804"/>
                </a:lnTo>
                <a:lnTo>
                  <a:pt x="2085" y="804"/>
                </a:lnTo>
                <a:lnTo>
                  <a:pt x="2084" y="804"/>
                </a:lnTo>
                <a:lnTo>
                  <a:pt x="2084" y="805"/>
                </a:lnTo>
                <a:lnTo>
                  <a:pt x="2085" y="806"/>
                </a:lnTo>
                <a:lnTo>
                  <a:pt x="2085" y="807"/>
                </a:lnTo>
                <a:lnTo>
                  <a:pt x="2086" y="808"/>
                </a:lnTo>
                <a:lnTo>
                  <a:pt x="2086" y="809"/>
                </a:lnTo>
                <a:lnTo>
                  <a:pt x="2087" y="809"/>
                </a:lnTo>
                <a:lnTo>
                  <a:pt x="2088" y="810"/>
                </a:lnTo>
                <a:lnTo>
                  <a:pt x="2089" y="810"/>
                </a:lnTo>
                <a:lnTo>
                  <a:pt x="2089" y="811"/>
                </a:lnTo>
                <a:lnTo>
                  <a:pt x="2089" y="812"/>
                </a:lnTo>
                <a:lnTo>
                  <a:pt x="2090" y="812"/>
                </a:lnTo>
                <a:lnTo>
                  <a:pt x="2091" y="812"/>
                </a:lnTo>
                <a:lnTo>
                  <a:pt x="2091" y="813"/>
                </a:lnTo>
                <a:lnTo>
                  <a:pt x="2091" y="812"/>
                </a:lnTo>
                <a:lnTo>
                  <a:pt x="2092" y="812"/>
                </a:lnTo>
                <a:lnTo>
                  <a:pt x="2093" y="812"/>
                </a:lnTo>
                <a:lnTo>
                  <a:pt x="2094" y="812"/>
                </a:lnTo>
                <a:lnTo>
                  <a:pt x="2094" y="813"/>
                </a:lnTo>
                <a:lnTo>
                  <a:pt x="2095" y="813"/>
                </a:lnTo>
                <a:lnTo>
                  <a:pt x="2096" y="813"/>
                </a:lnTo>
                <a:lnTo>
                  <a:pt x="2096" y="812"/>
                </a:lnTo>
                <a:lnTo>
                  <a:pt x="2095" y="812"/>
                </a:lnTo>
                <a:lnTo>
                  <a:pt x="2095" y="811"/>
                </a:lnTo>
                <a:lnTo>
                  <a:pt x="2095" y="810"/>
                </a:lnTo>
                <a:lnTo>
                  <a:pt x="2096" y="809"/>
                </a:lnTo>
                <a:lnTo>
                  <a:pt x="2096" y="808"/>
                </a:lnTo>
                <a:lnTo>
                  <a:pt x="2098" y="808"/>
                </a:lnTo>
                <a:lnTo>
                  <a:pt x="2099" y="808"/>
                </a:lnTo>
                <a:lnTo>
                  <a:pt x="2100" y="809"/>
                </a:lnTo>
                <a:lnTo>
                  <a:pt x="2100" y="808"/>
                </a:lnTo>
                <a:lnTo>
                  <a:pt x="2101" y="808"/>
                </a:lnTo>
                <a:lnTo>
                  <a:pt x="2102" y="810"/>
                </a:lnTo>
                <a:lnTo>
                  <a:pt x="2103" y="810"/>
                </a:lnTo>
                <a:lnTo>
                  <a:pt x="2103" y="811"/>
                </a:lnTo>
                <a:lnTo>
                  <a:pt x="2103" y="812"/>
                </a:lnTo>
                <a:lnTo>
                  <a:pt x="2104" y="812"/>
                </a:lnTo>
                <a:lnTo>
                  <a:pt x="2105" y="812"/>
                </a:lnTo>
                <a:lnTo>
                  <a:pt x="2105" y="813"/>
                </a:lnTo>
                <a:lnTo>
                  <a:pt x="2104" y="814"/>
                </a:lnTo>
                <a:lnTo>
                  <a:pt x="2104" y="815"/>
                </a:lnTo>
                <a:lnTo>
                  <a:pt x="2105" y="815"/>
                </a:lnTo>
                <a:lnTo>
                  <a:pt x="2105" y="816"/>
                </a:lnTo>
                <a:lnTo>
                  <a:pt x="2104" y="817"/>
                </a:lnTo>
                <a:lnTo>
                  <a:pt x="2103" y="817"/>
                </a:lnTo>
                <a:lnTo>
                  <a:pt x="2103" y="818"/>
                </a:lnTo>
                <a:lnTo>
                  <a:pt x="2104" y="818"/>
                </a:lnTo>
                <a:lnTo>
                  <a:pt x="2105" y="818"/>
                </a:lnTo>
                <a:lnTo>
                  <a:pt x="2105" y="819"/>
                </a:lnTo>
                <a:lnTo>
                  <a:pt x="2105" y="820"/>
                </a:lnTo>
                <a:lnTo>
                  <a:pt x="2106" y="821"/>
                </a:lnTo>
                <a:lnTo>
                  <a:pt x="2105" y="824"/>
                </a:lnTo>
                <a:lnTo>
                  <a:pt x="2105" y="825"/>
                </a:lnTo>
                <a:lnTo>
                  <a:pt x="2105" y="827"/>
                </a:lnTo>
                <a:lnTo>
                  <a:pt x="2104" y="827"/>
                </a:lnTo>
                <a:lnTo>
                  <a:pt x="2104" y="828"/>
                </a:lnTo>
                <a:lnTo>
                  <a:pt x="2103" y="827"/>
                </a:lnTo>
                <a:lnTo>
                  <a:pt x="2103" y="828"/>
                </a:lnTo>
                <a:lnTo>
                  <a:pt x="2102" y="829"/>
                </a:lnTo>
                <a:lnTo>
                  <a:pt x="2101" y="829"/>
                </a:lnTo>
                <a:lnTo>
                  <a:pt x="2101" y="831"/>
                </a:lnTo>
                <a:lnTo>
                  <a:pt x="2101" y="832"/>
                </a:lnTo>
                <a:lnTo>
                  <a:pt x="2102" y="833"/>
                </a:lnTo>
                <a:lnTo>
                  <a:pt x="2103" y="834"/>
                </a:lnTo>
                <a:lnTo>
                  <a:pt x="2104" y="835"/>
                </a:lnTo>
                <a:lnTo>
                  <a:pt x="2105" y="836"/>
                </a:lnTo>
                <a:lnTo>
                  <a:pt x="2104" y="836"/>
                </a:lnTo>
                <a:lnTo>
                  <a:pt x="2103" y="836"/>
                </a:lnTo>
                <a:lnTo>
                  <a:pt x="2102" y="837"/>
                </a:lnTo>
                <a:lnTo>
                  <a:pt x="2102" y="836"/>
                </a:lnTo>
                <a:lnTo>
                  <a:pt x="2101" y="836"/>
                </a:lnTo>
                <a:lnTo>
                  <a:pt x="2101" y="835"/>
                </a:lnTo>
                <a:lnTo>
                  <a:pt x="2100" y="835"/>
                </a:lnTo>
                <a:lnTo>
                  <a:pt x="2100" y="836"/>
                </a:lnTo>
                <a:lnTo>
                  <a:pt x="2099" y="836"/>
                </a:lnTo>
                <a:lnTo>
                  <a:pt x="2098" y="836"/>
                </a:lnTo>
                <a:lnTo>
                  <a:pt x="2097" y="836"/>
                </a:lnTo>
                <a:lnTo>
                  <a:pt x="2096" y="837"/>
                </a:lnTo>
                <a:lnTo>
                  <a:pt x="2095" y="838"/>
                </a:lnTo>
                <a:lnTo>
                  <a:pt x="2094" y="839"/>
                </a:lnTo>
                <a:lnTo>
                  <a:pt x="2093" y="841"/>
                </a:lnTo>
                <a:lnTo>
                  <a:pt x="2093" y="842"/>
                </a:lnTo>
                <a:lnTo>
                  <a:pt x="2093" y="844"/>
                </a:lnTo>
                <a:lnTo>
                  <a:pt x="2092" y="844"/>
                </a:lnTo>
                <a:lnTo>
                  <a:pt x="2092" y="845"/>
                </a:lnTo>
                <a:lnTo>
                  <a:pt x="2093" y="847"/>
                </a:lnTo>
                <a:lnTo>
                  <a:pt x="2094" y="847"/>
                </a:lnTo>
                <a:lnTo>
                  <a:pt x="2095" y="848"/>
                </a:lnTo>
                <a:lnTo>
                  <a:pt x="2096" y="848"/>
                </a:lnTo>
                <a:lnTo>
                  <a:pt x="2097" y="849"/>
                </a:lnTo>
                <a:lnTo>
                  <a:pt x="2097" y="848"/>
                </a:lnTo>
                <a:lnTo>
                  <a:pt x="2098" y="849"/>
                </a:lnTo>
                <a:lnTo>
                  <a:pt x="2097" y="850"/>
                </a:lnTo>
                <a:lnTo>
                  <a:pt x="2097" y="851"/>
                </a:lnTo>
                <a:lnTo>
                  <a:pt x="2097" y="852"/>
                </a:lnTo>
                <a:lnTo>
                  <a:pt x="2098" y="854"/>
                </a:lnTo>
                <a:lnTo>
                  <a:pt x="2099" y="854"/>
                </a:lnTo>
                <a:lnTo>
                  <a:pt x="2099" y="855"/>
                </a:lnTo>
                <a:lnTo>
                  <a:pt x="2098" y="856"/>
                </a:lnTo>
                <a:lnTo>
                  <a:pt x="2099" y="858"/>
                </a:lnTo>
                <a:lnTo>
                  <a:pt x="2099" y="859"/>
                </a:lnTo>
                <a:lnTo>
                  <a:pt x="2100" y="860"/>
                </a:lnTo>
                <a:lnTo>
                  <a:pt x="2100" y="862"/>
                </a:lnTo>
                <a:lnTo>
                  <a:pt x="2101" y="863"/>
                </a:lnTo>
                <a:lnTo>
                  <a:pt x="2103" y="865"/>
                </a:lnTo>
                <a:lnTo>
                  <a:pt x="2103" y="866"/>
                </a:lnTo>
                <a:lnTo>
                  <a:pt x="2102" y="866"/>
                </a:lnTo>
                <a:lnTo>
                  <a:pt x="2101" y="867"/>
                </a:lnTo>
                <a:lnTo>
                  <a:pt x="2102" y="867"/>
                </a:lnTo>
                <a:lnTo>
                  <a:pt x="2103" y="868"/>
                </a:lnTo>
                <a:lnTo>
                  <a:pt x="2104" y="868"/>
                </a:lnTo>
                <a:lnTo>
                  <a:pt x="2105" y="869"/>
                </a:lnTo>
                <a:lnTo>
                  <a:pt x="2106" y="869"/>
                </a:lnTo>
                <a:lnTo>
                  <a:pt x="2106" y="871"/>
                </a:lnTo>
                <a:lnTo>
                  <a:pt x="2107" y="873"/>
                </a:lnTo>
                <a:lnTo>
                  <a:pt x="2108" y="874"/>
                </a:lnTo>
                <a:lnTo>
                  <a:pt x="2108" y="875"/>
                </a:lnTo>
                <a:lnTo>
                  <a:pt x="2108" y="876"/>
                </a:lnTo>
                <a:lnTo>
                  <a:pt x="2111" y="877"/>
                </a:lnTo>
                <a:lnTo>
                  <a:pt x="2113" y="878"/>
                </a:lnTo>
                <a:lnTo>
                  <a:pt x="2115" y="878"/>
                </a:lnTo>
                <a:lnTo>
                  <a:pt x="2116" y="877"/>
                </a:lnTo>
                <a:lnTo>
                  <a:pt x="2117" y="876"/>
                </a:lnTo>
                <a:lnTo>
                  <a:pt x="2117" y="874"/>
                </a:lnTo>
                <a:lnTo>
                  <a:pt x="2118" y="873"/>
                </a:lnTo>
                <a:lnTo>
                  <a:pt x="2119" y="874"/>
                </a:lnTo>
                <a:lnTo>
                  <a:pt x="2121" y="874"/>
                </a:lnTo>
                <a:lnTo>
                  <a:pt x="2121" y="873"/>
                </a:lnTo>
                <a:lnTo>
                  <a:pt x="2121" y="872"/>
                </a:lnTo>
                <a:lnTo>
                  <a:pt x="2122" y="872"/>
                </a:lnTo>
                <a:lnTo>
                  <a:pt x="2122" y="871"/>
                </a:lnTo>
                <a:lnTo>
                  <a:pt x="2135" y="876"/>
                </a:lnTo>
                <a:lnTo>
                  <a:pt x="2137" y="876"/>
                </a:lnTo>
                <a:lnTo>
                  <a:pt x="2141" y="878"/>
                </a:lnTo>
                <a:lnTo>
                  <a:pt x="2142" y="878"/>
                </a:lnTo>
                <a:lnTo>
                  <a:pt x="2142" y="879"/>
                </a:lnTo>
                <a:lnTo>
                  <a:pt x="2143" y="881"/>
                </a:lnTo>
                <a:lnTo>
                  <a:pt x="2143" y="882"/>
                </a:lnTo>
                <a:lnTo>
                  <a:pt x="2143" y="883"/>
                </a:lnTo>
                <a:lnTo>
                  <a:pt x="2144" y="886"/>
                </a:lnTo>
                <a:lnTo>
                  <a:pt x="2144" y="887"/>
                </a:lnTo>
                <a:lnTo>
                  <a:pt x="2145" y="889"/>
                </a:lnTo>
                <a:lnTo>
                  <a:pt x="2146" y="890"/>
                </a:lnTo>
                <a:lnTo>
                  <a:pt x="2147" y="890"/>
                </a:lnTo>
                <a:lnTo>
                  <a:pt x="2148" y="889"/>
                </a:lnTo>
                <a:lnTo>
                  <a:pt x="2150" y="886"/>
                </a:lnTo>
                <a:lnTo>
                  <a:pt x="2151" y="885"/>
                </a:lnTo>
                <a:lnTo>
                  <a:pt x="2151" y="884"/>
                </a:lnTo>
                <a:lnTo>
                  <a:pt x="2151" y="882"/>
                </a:lnTo>
                <a:lnTo>
                  <a:pt x="2151" y="881"/>
                </a:lnTo>
                <a:lnTo>
                  <a:pt x="2153" y="878"/>
                </a:lnTo>
                <a:lnTo>
                  <a:pt x="2153" y="876"/>
                </a:lnTo>
                <a:lnTo>
                  <a:pt x="2155" y="875"/>
                </a:lnTo>
                <a:lnTo>
                  <a:pt x="2158" y="870"/>
                </a:lnTo>
                <a:lnTo>
                  <a:pt x="2160" y="870"/>
                </a:lnTo>
                <a:lnTo>
                  <a:pt x="2161" y="870"/>
                </a:lnTo>
                <a:lnTo>
                  <a:pt x="2165" y="870"/>
                </a:lnTo>
                <a:lnTo>
                  <a:pt x="2168" y="871"/>
                </a:lnTo>
                <a:lnTo>
                  <a:pt x="2169" y="871"/>
                </a:lnTo>
                <a:lnTo>
                  <a:pt x="2170" y="872"/>
                </a:lnTo>
                <a:lnTo>
                  <a:pt x="2170" y="873"/>
                </a:lnTo>
                <a:lnTo>
                  <a:pt x="2169" y="874"/>
                </a:lnTo>
                <a:lnTo>
                  <a:pt x="2169" y="875"/>
                </a:lnTo>
                <a:lnTo>
                  <a:pt x="2169" y="876"/>
                </a:lnTo>
                <a:lnTo>
                  <a:pt x="2169" y="878"/>
                </a:lnTo>
                <a:lnTo>
                  <a:pt x="2170" y="878"/>
                </a:lnTo>
                <a:lnTo>
                  <a:pt x="2171" y="878"/>
                </a:lnTo>
                <a:lnTo>
                  <a:pt x="2173" y="882"/>
                </a:lnTo>
                <a:lnTo>
                  <a:pt x="2174" y="884"/>
                </a:lnTo>
                <a:lnTo>
                  <a:pt x="2175" y="884"/>
                </a:lnTo>
                <a:lnTo>
                  <a:pt x="2176" y="885"/>
                </a:lnTo>
                <a:lnTo>
                  <a:pt x="2178" y="887"/>
                </a:lnTo>
                <a:lnTo>
                  <a:pt x="2182" y="888"/>
                </a:lnTo>
                <a:lnTo>
                  <a:pt x="2182" y="889"/>
                </a:lnTo>
                <a:lnTo>
                  <a:pt x="2183" y="890"/>
                </a:lnTo>
                <a:lnTo>
                  <a:pt x="2184" y="890"/>
                </a:lnTo>
                <a:lnTo>
                  <a:pt x="2184" y="891"/>
                </a:lnTo>
                <a:lnTo>
                  <a:pt x="2186" y="891"/>
                </a:lnTo>
                <a:lnTo>
                  <a:pt x="2187" y="891"/>
                </a:lnTo>
                <a:lnTo>
                  <a:pt x="2187" y="892"/>
                </a:lnTo>
                <a:lnTo>
                  <a:pt x="2187" y="894"/>
                </a:lnTo>
                <a:lnTo>
                  <a:pt x="2187" y="895"/>
                </a:lnTo>
                <a:lnTo>
                  <a:pt x="2187" y="897"/>
                </a:lnTo>
                <a:lnTo>
                  <a:pt x="2188" y="898"/>
                </a:lnTo>
                <a:lnTo>
                  <a:pt x="2187" y="901"/>
                </a:lnTo>
                <a:lnTo>
                  <a:pt x="2187" y="903"/>
                </a:lnTo>
                <a:lnTo>
                  <a:pt x="2187" y="904"/>
                </a:lnTo>
                <a:lnTo>
                  <a:pt x="2187" y="905"/>
                </a:lnTo>
                <a:lnTo>
                  <a:pt x="2188" y="906"/>
                </a:lnTo>
                <a:lnTo>
                  <a:pt x="2190" y="906"/>
                </a:lnTo>
                <a:lnTo>
                  <a:pt x="2192" y="905"/>
                </a:lnTo>
                <a:lnTo>
                  <a:pt x="2193" y="905"/>
                </a:lnTo>
                <a:lnTo>
                  <a:pt x="2193" y="906"/>
                </a:lnTo>
                <a:lnTo>
                  <a:pt x="2194" y="907"/>
                </a:lnTo>
                <a:lnTo>
                  <a:pt x="2194" y="906"/>
                </a:lnTo>
                <a:lnTo>
                  <a:pt x="2195" y="905"/>
                </a:lnTo>
                <a:lnTo>
                  <a:pt x="2195" y="904"/>
                </a:lnTo>
                <a:lnTo>
                  <a:pt x="2196" y="903"/>
                </a:lnTo>
                <a:lnTo>
                  <a:pt x="2197" y="903"/>
                </a:lnTo>
                <a:lnTo>
                  <a:pt x="2197" y="901"/>
                </a:lnTo>
                <a:lnTo>
                  <a:pt x="2197" y="900"/>
                </a:lnTo>
                <a:lnTo>
                  <a:pt x="2196" y="899"/>
                </a:lnTo>
                <a:lnTo>
                  <a:pt x="2197" y="898"/>
                </a:lnTo>
                <a:lnTo>
                  <a:pt x="2198" y="898"/>
                </a:lnTo>
                <a:lnTo>
                  <a:pt x="2200" y="898"/>
                </a:lnTo>
                <a:lnTo>
                  <a:pt x="2200" y="897"/>
                </a:lnTo>
                <a:lnTo>
                  <a:pt x="2200" y="896"/>
                </a:lnTo>
                <a:lnTo>
                  <a:pt x="2200" y="895"/>
                </a:lnTo>
                <a:lnTo>
                  <a:pt x="2200" y="894"/>
                </a:lnTo>
                <a:lnTo>
                  <a:pt x="2201" y="894"/>
                </a:lnTo>
                <a:lnTo>
                  <a:pt x="2201" y="892"/>
                </a:lnTo>
                <a:lnTo>
                  <a:pt x="2200" y="890"/>
                </a:lnTo>
                <a:lnTo>
                  <a:pt x="2199" y="889"/>
                </a:lnTo>
                <a:lnTo>
                  <a:pt x="2199" y="888"/>
                </a:lnTo>
                <a:lnTo>
                  <a:pt x="2198" y="887"/>
                </a:lnTo>
                <a:lnTo>
                  <a:pt x="2198" y="886"/>
                </a:lnTo>
                <a:lnTo>
                  <a:pt x="2198" y="885"/>
                </a:lnTo>
                <a:lnTo>
                  <a:pt x="2199" y="884"/>
                </a:lnTo>
                <a:lnTo>
                  <a:pt x="2196" y="882"/>
                </a:lnTo>
                <a:lnTo>
                  <a:pt x="2196" y="881"/>
                </a:lnTo>
                <a:lnTo>
                  <a:pt x="2194" y="880"/>
                </a:lnTo>
                <a:lnTo>
                  <a:pt x="2193" y="880"/>
                </a:lnTo>
                <a:lnTo>
                  <a:pt x="2192" y="879"/>
                </a:lnTo>
                <a:lnTo>
                  <a:pt x="2193" y="878"/>
                </a:lnTo>
                <a:lnTo>
                  <a:pt x="2193" y="877"/>
                </a:lnTo>
                <a:lnTo>
                  <a:pt x="2193" y="875"/>
                </a:lnTo>
                <a:lnTo>
                  <a:pt x="2193" y="874"/>
                </a:lnTo>
                <a:lnTo>
                  <a:pt x="2193" y="873"/>
                </a:lnTo>
                <a:lnTo>
                  <a:pt x="2194" y="870"/>
                </a:lnTo>
                <a:lnTo>
                  <a:pt x="2196" y="870"/>
                </a:lnTo>
                <a:lnTo>
                  <a:pt x="2197" y="869"/>
                </a:lnTo>
                <a:lnTo>
                  <a:pt x="2197" y="868"/>
                </a:lnTo>
                <a:lnTo>
                  <a:pt x="2197" y="867"/>
                </a:lnTo>
                <a:lnTo>
                  <a:pt x="2198" y="865"/>
                </a:lnTo>
                <a:lnTo>
                  <a:pt x="2198" y="864"/>
                </a:lnTo>
                <a:lnTo>
                  <a:pt x="2197" y="864"/>
                </a:lnTo>
                <a:lnTo>
                  <a:pt x="2197" y="863"/>
                </a:lnTo>
                <a:lnTo>
                  <a:pt x="2195" y="860"/>
                </a:lnTo>
                <a:lnTo>
                  <a:pt x="2196" y="860"/>
                </a:lnTo>
                <a:lnTo>
                  <a:pt x="2197" y="860"/>
                </a:lnTo>
                <a:lnTo>
                  <a:pt x="2198" y="860"/>
                </a:lnTo>
                <a:lnTo>
                  <a:pt x="2199" y="860"/>
                </a:lnTo>
                <a:lnTo>
                  <a:pt x="2202" y="859"/>
                </a:lnTo>
                <a:lnTo>
                  <a:pt x="2202" y="858"/>
                </a:lnTo>
                <a:lnTo>
                  <a:pt x="2202" y="857"/>
                </a:lnTo>
                <a:lnTo>
                  <a:pt x="2203" y="857"/>
                </a:lnTo>
                <a:lnTo>
                  <a:pt x="2204" y="857"/>
                </a:lnTo>
                <a:lnTo>
                  <a:pt x="2206" y="858"/>
                </a:lnTo>
                <a:lnTo>
                  <a:pt x="2207" y="859"/>
                </a:lnTo>
                <a:lnTo>
                  <a:pt x="2209" y="859"/>
                </a:lnTo>
                <a:lnTo>
                  <a:pt x="2217" y="860"/>
                </a:lnTo>
                <a:lnTo>
                  <a:pt x="2218" y="859"/>
                </a:lnTo>
                <a:lnTo>
                  <a:pt x="2221" y="859"/>
                </a:lnTo>
                <a:lnTo>
                  <a:pt x="2221" y="860"/>
                </a:lnTo>
                <a:lnTo>
                  <a:pt x="2222" y="864"/>
                </a:lnTo>
                <a:lnTo>
                  <a:pt x="2222" y="865"/>
                </a:lnTo>
                <a:lnTo>
                  <a:pt x="2222" y="866"/>
                </a:lnTo>
                <a:lnTo>
                  <a:pt x="2222" y="867"/>
                </a:lnTo>
                <a:lnTo>
                  <a:pt x="2222" y="868"/>
                </a:lnTo>
                <a:lnTo>
                  <a:pt x="2222" y="870"/>
                </a:lnTo>
                <a:lnTo>
                  <a:pt x="2222" y="871"/>
                </a:lnTo>
                <a:lnTo>
                  <a:pt x="2223" y="873"/>
                </a:lnTo>
                <a:lnTo>
                  <a:pt x="2224" y="874"/>
                </a:lnTo>
                <a:lnTo>
                  <a:pt x="2225" y="874"/>
                </a:lnTo>
                <a:lnTo>
                  <a:pt x="2225" y="875"/>
                </a:lnTo>
                <a:lnTo>
                  <a:pt x="2225" y="876"/>
                </a:lnTo>
                <a:lnTo>
                  <a:pt x="2225" y="877"/>
                </a:lnTo>
                <a:lnTo>
                  <a:pt x="2225" y="878"/>
                </a:lnTo>
                <a:lnTo>
                  <a:pt x="2225" y="879"/>
                </a:lnTo>
                <a:lnTo>
                  <a:pt x="2228" y="882"/>
                </a:lnTo>
                <a:lnTo>
                  <a:pt x="2229" y="882"/>
                </a:lnTo>
                <a:lnTo>
                  <a:pt x="2229" y="883"/>
                </a:lnTo>
                <a:lnTo>
                  <a:pt x="2230" y="884"/>
                </a:lnTo>
                <a:lnTo>
                  <a:pt x="2231" y="884"/>
                </a:lnTo>
                <a:lnTo>
                  <a:pt x="2232" y="885"/>
                </a:lnTo>
                <a:lnTo>
                  <a:pt x="2234" y="887"/>
                </a:lnTo>
                <a:lnTo>
                  <a:pt x="2235" y="887"/>
                </a:lnTo>
                <a:lnTo>
                  <a:pt x="2236" y="888"/>
                </a:lnTo>
                <a:lnTo>
                  <a:pt x="2236" y="889"/>
                </a:lnTo>
                <a:lnTo>
                  <a:pt x="2237" y="890"/>
                </a:lnTo>
                <a:lnTo>
                  <a:pt x="2238" y="890"/>
                </a:lnTo>
                <a:lnTo>
                  <a:pt x="2239" y="891"/>
                </a:lnTo>
                <a:lnTo>
                  <a:pt x="2240" y="892"/>
                </a:lnTo>
                <a:lnTo>
                  <a:pt x="2241" y="893"/>
                </a:lnTo>
                <a:lnTo>
                  <a:pt x="2242" y="893"/>
                </a:lnTo>
                <a:lnTo>
                  <a:pt x="2245" y="891"/>
                </a:lnTo>
                <a:lnTo>
                  <a:pt x="2247" y="890"/>
                </a:lnTo>
                <a:lnTo>
                  <a:pt x="2248" y="891"/>
                </a:lnTo>
                <a:lnTo>
                  <a:pt x="2248" y="892"/>
                </a:lnTo>
                <a:lnTo>
                  <a:pt x="2249" y="893"/>
                </a:lnTo>
                <a:lnTo>
                  <a:pt x="2251" y="895"/>
                </a:lnTo>
                <a:lnTo>
                  <a:pt x="2252" y="895"/>
                </a:lnTo>
                <a:lnTo>
                  <a:pt x="2254" y="894"/>
                </a:lnTo>
                <a:lnTo>
                  <a:pt x="2254" y="893"/>
                </a:lnTo>
                <a:lnTo>
                  <a:pt x="2254" y="892"/>
                </a:lnTo>
                <a:lnTo>
                  <a:pt x="2255" y="892"/>
                </a:lnTo>
                <a:lnTo>
                  <a:pt x="2256" y="892"/>
                </a:lnTo>
                <a:lnTo>
                  <a:pt x="2257" y="893"/>
                </a:lnTo>
                <a:lnTo>
                  <a:pt x="2257" y="894"/>
                </a:lnTo>
                <a:lnTo>
                  <a:pt x="2258" y="895"/>
                </a:lnTo>
                <a:lnTo>
                  <a:pt x="2258" y="896"/>
                </a:lnTo>
                <a:lnTo>
                  <a:pt x="2259" y="896"/>
                </a:lnTo>
                <a:lnTo>
                  <a:pt x="2260" y="898"/>
                </a:lnTo>
                <a:lnTo>
                  <a:pt x="2261" y="900"/>
                </a:lnTo>
                <a:lnTo>
                  <a:pt x="2262" y="900"/>
                </a:lnTo>
                <a:lnTo>
                  <a:pt x="2263" y="901"/>
                </a:lnTo>
                <a:lnTo>
                  <a:pt x="2264" y="901"/>
                </a:lnTo>
                <a:lnTo>
                  <a:pt x="2266" y="901"/>
                </a:lnTo>
                <a:lnTo>
                  <a:pt x="2268" y="900"/>
                </a:lnTo>
                <a:lnTo>
                  <a:pt x="2268" y="899"/>
                </a:lnTo>
                <a:lnTo>
                  <a:pt x="2268" y="898"/>
                </a:lnTo>
                <a:lnTo>
                  <a:pt x="2270" y="897"/>
                </a:lnTo>
                <a:lnTo>
                  <a:pt x="2271" y="897"/>
                </a:lnTo>
                <a:lnTo>
                  <a:pt x="2272" y="898"/>
                </a:lnTo>
                <a:lnTo>
                  <a:pt x="2273" y="898"/>
                </a:lnTo>
                <a:lnTo>
                  <a:pt x="2274" y="896"/>
                </a:lnTo>
                <a:lnTo>
                  <a:pt x="2275" y="895"/>
                </a:lnTo>
                <a:lnTo>
                  <a:pt x="2276" y="894"/>
                </a:lnTo>
                <a:lnTo>
                  <a:pt x="2275" y="892"/>
                </a:lnTo>
                <a:lnTo>
                  <a:pt x="2273" y="892"/>
                </a:lnTo>
                <a:lnTo>
                  <a:pt x="2273" y="891"/>
                </a:lnTo>
                <a:lnTo>
                  <a:pt x="2272" y="888"/>
                </a:lnTo>
                <a:lnTo>
                  <a:pt x="2271" y="887"/>
                </a:lnTo>
                <a:lnTo>
                  <a:pt x="2271" y="885"/>
                </a:lnTo>
                <a:lnTo>
                  <a:pt x="2271" y="884"/>
                </a:lnTo>
                <a:lnTo>
                  <a:pt x="2271" y="883"/>
                </a:lnTo>
                <a:lnTo>
                  <a:pt x="2268" y="880"/>
                </a:lnTo>
                <a:lnTo>
                  <a:pt x="2267" y="879"/>
                </a:lnTo>
                <a:lnTo>
                  <a:pt x="2267" y="876"/>
                </a:lnTo>
                <a:lnTo>
                  <a:pt x="2267" y="874"/>
                </a:lnTo>
                <a:lnTo>
                  <a:pt x="2267" y="873"/>
                </a:lnTo>
                <a:lnTo>
                  <a:pt x="2267" y="872"/>
                </a:lnTo>
                <a:lnTo>
                  <a:pt x="2268" y="872"/>
                </a:lnTo>
                <a:lnTo>
                  <a:pt x="2270" y="872"/>
                </a:lnTo>
                <a:lnTo>
                  <a:pt x="2271" y="872"/>
                </a:lnTo>
                <a:lnTo>
                  <a:pt x="2272" y="872"/>
                </a:lnTo>
                <a:lnTo>
                  <a:pt x="2272" y="871"/>
                </a:lnTo>
                <a:lnTo>
                  <a:pt x="2272" y="870"/>
                </a:lnTo>
                <a:lnTo>
                  <a:pt x="2274" y="869"/>
                </a:lnTo>
                <a:lnTo>
                  <a:pt x="2274" y="868"/>
                </a:lnTo>
                <a:lnTo>
                  <a:pt x="2274" y="867"/>
                </a:lnTo>
                <a:lnTo>
                  <a:pt x="2272" y="866"/>
                </a:lnTo>
                <a:lnTo>
                  <a:pt x="2271" y="866"/>
                </a:lnTo>
                <a:lnTo>
                  <a:pt x="2271" y="865"/>
                </a:lnTo>
                <a:lnTo>
                  <a:pt x="2270" y="863"/>
                </a:lnTo>
                <a:lnTo>
                  <a:pt x="2270" y="862"/>
                </a:lnTo>
                <a:lnTo>
                  <a:pt x="2270" y="861"/>
                </a:lnTo>
                <a:lnTo>
                  <a:pt x="2269" y="861"/>
                </a:lnTo>
                <a:lnTo>
                  <a:pt x="2268" y="860"/>
                </a:lnTo>
                <a:lnTo>
                  <a:pt x="2267" y="858"/>
                </a:lnTo>
                <a:lnTo>
                  <a:pt x="2267" y="856"/>
                </a:lnTo>
                <a:lnTo>
                  <a:pt x="2266" y="855"/>
                </a:lnTo>
                <a:lnTo>
                  <a:pt x="2266" y="853"/>
                </a:lnTo>
                <a:lnTo>
                  <a:pt x="2267" y="852"/>
                </a:lnTo>
                <a:lnTo>
                  <a:pt x="2267" y="851"/>
                </a:lnTo>
                <a:lnTo>
                  <a:pt x="2266" y="851"/>
                </a:lnTo>
                <a:lnTo>
                  <a:pt x="2266" y="850"/>
                </a:lnTo>
                <a:lnTo>
                  <a:pt x="2264" y="849"/>
                </a:lnTo>
                <a:lnTo>
                  <a:pt x="2264" y="848"/>
                </a:lnTo>
                <a:lnTo>
                  <a:pt x="2265" y="847"/>
                </a:lnTo>
                <a:lnTo>
                  <a:pt x="2266" y="847"/>
                </a:lnTo>
                <a:lnTo>
                  <a:pt x="2266" y="848"/>
                </a:lnTo>
                <a:lnTo>
                  <a:pt x="2267" y="849"/>
                </a:lnTo>
                <a:lnTo>
                  <a:pt x="2268" y="849"/>
                </a:lnTo>
                <a:lnTo>
                  <a:pt x="2269" y="849"/>
                </a:lnTo>
                <a:lnTo>
                  <a:pt x="2270" y="850"/>
                </a:lnTo>
                <a:lnTo>
                  <a:pt x="2271" y="850"/>
                </a:lnTo>
                <a:lnTo>
                  <a:pt x="2272" y="850"/>
                </a:lnTo>
                <a:lnTo>
                  <a:pt x="2273" y="849"/>
                </a:lnTo>
                <a:lnTo>
                  <a:pt x="2274" y="849"/>
                </a:lnTo>
                <a:lnTo>
                  <a:pt x="2274" y="850"/>
                </a:lnTo>
                <a:lnTo>
                  <a:pt x="2275" y="850"/>
                </a:lnTo>
                <a:lnTo>
                  <a:pt x="2276" y="850"/>
                </a:lnTo>
                <a:lnTo>
                  <a:pt x="2276" y="851"/>
                </a:lnTo>
                <a:lnTo>
                  <a:pt x="2277" y="851"/>
                </a:lnTo>
                <a:lnTo>
                  <a:pt x="2277" y="852"/>
                </a:lnTo>
                <a:lnTo>
                  <a:pt x="2278" y="852"/>
                </a:lnTo>
                <a:lnTo>
                  <a:pt x="2279" y="852"/>
                </a:lnTo>
                <a:lnTo>
                  <a:pt x="2279" y="853"/>
                </a:lnTo>
                <a:lnTo>
                  <a:pt x="2279" y="854"/>
                </a:lnTo>
                <a:lnTo>
                  <a:pt x="2280" y="854"/>
                </a:lnTo>
                <a:lnTo>
                  <a:pt x="2279" y="855"/>
                </a:lnTo>
                <a:lnTo>
                  <a:pt x="2280" y="857"/>
                </a:lnTo>
                <a:lnTo>
                  <a:pt x="2281" y="857"/>
                </a:lnTo>
                <a:lnTo>
                  <a:pt x="2282" y="858"/>
                </a:lnTo>
                <a:lnTo>
                  <a:pt x="2282" y="857"/>
                </a:lnTo>
                <a:lnTo>
                  <a:pt x="2282" y="856"/>
                </a:lnTo>
                <a:lnTo>
                  <a:pt x="2282" y="854"/>
                </a:lnTo>
                <a:lnTo>
                  <a:pt x="2282" y="853"/>
                </a:lnTo>
                <a:lnTo>
                  <a:pt x="2283" y="853"/>
                </a:lnTo>
                <a:lnTo>
                  <a:pt x="2284" y="853"/>
                </a:lnTo>
                <a:lnTo>
                  <a:pt x="2284" y="852"/>
                </a:lnTo>
                <a:lnTo>
                  <a:pt x="2285" y="852"/>
                </a:lnTo>
                <a:lnTo>
                  <a:pt x="2285" y="853"/>
                </a:lnTo>
                <a:lnTo>
                  <a:pt x="2285" y="852"/>
                </a:lnTo>
                <a:lnTo>
                  <a:pt x="2285" y="851"/>
                </a:lnTo>
                <a:lnTo>
                  <a:pt x="2286" y="851"/>
                </a:lnTo>
                <a:lnTo>
                  <a:pt x="2287" y="851"/>
                </a:lnTo>
                <a:lnTo>
                  <a:pt x="2288" y="853"/>
                </a:lnTo>
                <a:lnTo>
                  <a:pt x="2289" y="853"/>
                </a:lnTo>
                <a:lnTo>
                  <a:pt x="2289" y="854"/>
                </a:lnTo>
                <a:lnTo>
                  <a:pt x="2292" y="855"/>
                </a:lnTo>
                <a:lnTo>
                  <a:pt x="2293" y="854"/>
                </a:lnTo>
                <a:lnTo>
                  <a:pt x="2294" y="854"/>
                </a:lnTo>
                <a:lnTo>
                  <a:pt x="2294" y="853"/>
                </a:lnTo>
                <a:lnTo>
                  <a:pt x="2295" y="852"/>
                </a:lnTo>
                <a:lnTo>
                  <a:pt x="2295" y="851"/>
                </a:lnTo>
                <a:lnTo>
                  <a:pt x="2294" y="851"/>
                </a:lnTo>
                <a:lnTo>
                  <a:pt x="2294" y="850"/>
                </a:lnTo>
                <a:lnTo>
                  <a:pt x="2293" y="850"/>
                </a:lnTo>
                <a:lnTo>
                  <a:pt x="2292" y="849"/>
                </a:lnTo>
                <a:lnTo>
                  <a:pt x="2292" y="848"/>
                </a:lnTo>
                <a:lnTo>
                  <a:pt x="2291" y="847"/>
                </a:lnTo>
                <a:lnTo>
                  <a:pt x="2291" y="846"/>
                </a:lnTo>
                <a:lnTo>
                  <a:pt x="2292" y="846"/>
                </a:lnTo>
                <a:lnTo>
                  <a:pt x="2293" y="845"/>
                </a:lnTo>
                <a:lnTo>
                  <a:pt x="2293" y="844"/>
                </a:lnTo>
                <a:lnTo>
                  <a:pt x="2294" y="844"/>
                </a:lnTo>
                <a:lnTo>
                  <a:pt x="2295" y="844"/>
                </a:lnTo>
                <a:lnTo>
                  <a:pt x="2296" y="844"/>
                </a:lnTo>
                <a:lnTo>
                  <a:pt x="2297" y="844"/>
                </a:lnTo>
                <a:lnTo>
                  <a:pt x="2298" y="844"/>
                </a:lnTo>
                <a:lnTo>
                  <a:pt x="2299" y="844"/>
                </a:lnTo>
                <a:lnTo>
                  <a:pt x="2300" y="844"/>
                </a:lnTo>
                <a:lnTo>
                  <a:pt x="2301" y="844"/>
                </a:lnTo>
                <a:lnTo>
                  <a:pt x="2302" y="844"/>
                </a:lnTo>
                <a:lnTo>
                  <a:pt x="2302" y="845"/>
                </a:lnTo>
                <a:lnTo>
                  <a:pt x="2302" y="846"/>
                </a:lnTo>
                <a:lnTo>
                  <a:pt x="2303" y="847"/>
                </a:lnTo>
                <a:lnTo>
                  <a:pt x="2305" y="847"/>
                </a:lnTo>
                <a:lnTo>
                  <a:pt x="2306" y="847"/>
                </a:lnTo>
                <a:lnTo>
                  <a:pt x="2307" y="848"/>
                </a:lnTo>
                <a:lnTo>
                  <a:pt x="2308" y="848"/>
                </a:lnTo>
                <a:lnTo>
                  <a:pt x="2309" y="847"/>
                </a:lnTo>
                <a:lnTo>
                  <a:pt x="2310" y="848"/>
                </a:lnTo>
                <a:lnTo>
                  <a:pt x="2312" y="849"/>
                </a:lnTo>
                <a:lnTo>
                  <a:pt x="2313" y="849"/>
                </a:lnTo>
                <a:lnTo>
                  <a:pt x="2314" y="849"/>
                </a:lnTo>
                <a:lnTo>
                  <a:pt x="2315" y="848"/>
                </a:lnTo>
                <a:lnTo>
                  <a:pt x="2316" y="849"/>
                </a:lnTo>
                <a:lnTo>
                  <a:pt x="2317" y="849"/>
                </a:lnTo>
                <a:lnTo>
                  <a:pt x="2318" y="849"/>
                </a:lnTo>
                <a:lnTo>
                  <a:pt x="2319" y="850"/>
                </a:lnTo>
                <a:lnTo>
                  <a:pt x="2319" y="851"/>
                </a:lnTo>
                <a:lnTo>
                  <a:pt x="2320" y="852"/>
                </a:lnTo>
                <a:lnTo>
                  <a:pt x="2321" y="852"/>
                </a:lnTo>
                <a:lnTo>
                  <a:pt x="2321" y="850"/>
                </a:lnTo>
                <a:lnTo>
                  <a:pt x="2322" y="849"/>
                </a:lnTo>
                <a:lnTo>
                  <a:pt x="2323" y="848"/>
                </a:lnTo>
                <a:lnTo>
                  <a:pt x="2323" y="847"/>
                </a:lnTo>
                <a:lnTo>
                  <a:pt x="2324" y="847"/>
                </a:lnTo>
                <a:lnTo>
                  <a:pt x="2324" y="848"/>
                </a:lnTo>
                <a:lnTo>
                  <a:pt x="2325" y="848"/>
                </a:lnTo>
                <a:lnTo>
                  <a:pt x="2325" y="849"/>
                </a:lnTo>
                <a:lnTo>
                  <a:pt x="2326" y="850"/>
                </a:lnTo>
                <a:lnTo>
                  <a:pt x="2327" y="850"/>
                </a:lnTo>
                <a:lnTo>
                  <a:pt x="2328" y="850"/>
                </a:lnTo>
                <a:lnTo>
                  <a:pt x="2329" y="850"/>
                </a:lnTo>
                <a:lnTo>
                  <a:pt x="2329" y="849"/>
                </a:lnTo>
                <a:lnTo>
                  <a:pt x="2329" y="847"/>
                </a:lnTo>
                <a:lnTo>
                  <a:pt x="2329" y="846"/>
                </a:lnTo>
                <a:lnTo>
                  <a:pt x="2328" y="845"/>
                </a:lnTo>
                <a:lnTo>
                  <a:pt x="2327" y="845"/>
                </a:lnTo>
                <a:lnTo>
                  <a:pt x="2327" y="844"/>
                </a:lnTo>
                <a:lnTo>
                  <a:pt x="2326" y="844"/>
                </a:lnTo>
                <a:lnTo>
                  <a:pt x="2326" y="843"/>
                </a:lnTo>
                <a:lnTo>
                  <a:pt x="2325" y="842"/>
                </a:lnTo>
                <a:lnTo>
                  <a:pt x="2326" y="841"/>
                </a:lnTo>
                <a:lnTo>
                  <a:pt x="2327" y="841"/>
                </a:lnTo>
                <a:lnTo>
                  <a:pt x="2327" y="840"/>
                </a:lnTo>
                <a:lnTo>
                  <a:pt x="2328" y="840"/>
                </a:lnTo>
                <a:lnTo>
                  <a:pt x="2329" y="840"/>
                </a:lnTo>
                <a:lnTo>
                  <a:pt x="2329" y="842"/>
                </a:lnTo>
                <a:lnTo>
                  <a:pt x="2330" y="842"/>
                </a:lnTo>
                <a:lnTo>
                  <a:pt x="2330" y="843"/>
                </a:lnTo>
                <a:lnTo>
                  <a:pt x="2330" y="844"/>
                </a:lnTo>
                <a:lnTo>
                  <a:pt x="2331" y="844"/>
                </a:lnTo>
                <a:lnTo>
                  <a:pt x="2331" y="845"/>
                </a:lnTo>
                <a:lnTo>
                  <a:pt x="2332" y="845"/>
                </a:lnTo>
                <a:lnTo>
                  <a:pt x="2333" y="845"/>
                </a:lnTo>
                <a:lnTo>
                  <a:pt x="2334" y="846"/>
                </a:lnTo>
                <a:lnTo>
                  <a:pt x="2335" y="846"/>
                </a:lnTo>
                <a:lnTo>
                  <a:pt x="2336" y="845"/>
                </a:lnTo>
                <a:lnTo>
                  <a:pt x="2337" y="845"/>
                </a:lnTo>
                <a:lnTo>
                  <a:pt x="2337" y="846"/>
                </a:lnTo>
                <a:lnTo>
                  <a:pt x="2338" y="846"/>
                </a:lnTo>
                <a:lnTo>
                  <a:pt x="2339" y="845"/>
                </a:lnTo>
                <a:lnTo>
                  <a:pt x="2338" y="844"/>
                </a:lnTo>
                <a:lnTo>
                  <a:pt x="2337" y="843"/>
                </a:lnTo>
                <a:lnTo>
                  <a:pt x="2337" y="842"/>
                </a:lnTo>
                <a:lnTo>
                  <a:pt x="2338" y="840"/>
                </a:lnTo>
                <a:lnTo>
                  <a:pt x="2338" y="839"/>
                </a:lnTo>
                <a:lnTo>
                  <a:pt x="2339" y="838"/>
                </a:lnTo>
                <a:lnTo>
                  <a:pt x="2340" y="838"/>
                </a:lnTo>
                <a:lnTo>
                  <a:pt x="2340" y="837"/>
                </a:lnTo>
                <a:lnTo>
                  <a:pt x="2339" y="837"/>
                </a:lnTo>
                <a:lnTo>
                  <a:pt x="2338" y="837"/>
                </a:lnTo>
                <a:lnTo>
                  <a:pt x="2337" y="837"/>
                </a:lnTo>
                <a:lnTo>
                  <a:pt x="2336" y="837"/>
                </a:lnTo>
                <a:lnTo>
                  <a:pt x="2336" y="836"/>
                </a:lnTo>
                <a:lnTo>
                  <a:pt x="2335" y="836"/>
                </a:lnTo>
                <a:lnTo>
                  <a:pt x="2335" y="835"/>
                </a:lnTo>
                <a:lnTo>
                  <a:pt x="2335" y="834"/>
                </a:lnTo>
                <a:lnTo>
                  <a:pt x="2335" y="833"/>
                </a:lnTo>
                <a:lnTo>
                  <a:pt x="2336" y="833"/>
                </a:lnTo>
                <a:lnTo>
                  <a:pt x="2335" y="833"/>
                </a:lnTo>
                <a:lnTo>
                  <a:pt x="2335" y="832"/>
                </a:lnTo>
                <a:lnTo>
                  <a:pt x="2335" y="831"/>
                </a:lnTo>
                <a:lnTo>
                  <a:pt x="2334" y="829"/>
                </a:lnTo>
                <a:lnTo>
                  <a:pt x="2335" y="827"/>
                </a:lnTo>
                <a:lnTo>
                  <a:pt x="2336" y="826"/>
                </a:lnTo>
                <a:lnTo>
                  <a:pt x="2336" y="825"/>
                </a:lnTo>
                <a:lnTo>
                  <a:pt x="2336" y="824"/>
                </a:lnTo>
                <a:lnTo>
                  <a:pt x="2337" y="822"/>
                </a:lnTo>
                <a:lnTo>
                  <a:pt x="2337" y="821"/>
                </a:lnTo>
                <a:lnTo>
                  <a:pt x="2337" y="820"/>
                </a:lnTo>
                <a:lnTo>
                  <a:pt x="2337" y="819"/>
                </a:lnTo>
                <a:lnTo>
                  <a:pt x="2338" y="818"/>
                </a:lnTo>
                <a:lnTo>
                  <a:pt x="2338" y="817"/>
                </a:lnTo>
                <a:lnTo>
                  <a:pt x="2338" y="816"/>
                </a:lnTo>
                <a:lnTo>
                  <a:pt x="2339" y="815"/>
                </a:lnTo>
                <a:lnTo>
                  <a:pt x="2339" y="814"/>
                </a:lnTo>
                <a:lnTo>
                  <a:pt x="2339" y="813"/>
                </a:lnTo>
                <a:lnTo>
                  <a:pt x="2339" y="812"/>
                </a:lnTo>
                <a:lnTo>
                  <a:pt x="2340" y="812"/>
                </a:lnTo>
                <a:lnTo>
                  <a:pt x="2341" y="812"/>
                </a:lnTo>
                <a:lnTo>
                  <a:pt x="2342" y="812"/>
                </a:lnTo>
                <a:lnTo>
                  <a:pt x="2342" y="811"/>
                </a:lnTo>
                <a:lnTo>
                  <a:pt x="2343" y="811"/>
                </a:lnTo>
                <a:lnTo>
                  <a:pt x="2344" y="811"/>
                </a:lnTo>
                <a:lnTo>
                  <a:pt x="2345" y="812"/>
                </a:lnTo>
                <a:lnTo>
                  <a:pt x="2346" y="812"/>
                </a:lnTo>
                <a:lnTo>
                  <a:pt x="2346" y="813"/>
                </a:lnTo>
                <a:lnTo>
                  <a:pt x="2345" y="814"/>
                </a:lnTo>
                <a:lnTo>
                  <a:pt x="2345" y="815"/>
                </a:lnTo>
                <a:lnTo>
                  <a:pt x="2346" y="815"/>
                </a:lnTo>
                <a:lnTo>
                  <a:pt x="2346" y="814"/>
                </a:lnTo>
                <a:lnTo>
                  <a:pt x="2347" y="814"/>
                </a:lnTo>
                <a:lnTo>
                  <a:pt x="2347" y="815"/>
                </a:lnTo>
                <a:lnTo>
                  <a:pt x="2348" y="816"/>
                </a:lnTo>
                <a:lnTo>
                  <a:pt x="2349" y="816"/>
                </a:lnTo>
                <a:lnTo>
                  <a:pt x="2350" y="815"/>
                </a:lnTo>
                <a:lnTo>
                  <a:pt x="2351" y="815"/>
                </a:lnTo>
                <a:lnTo>
                  <a:pt x="2352" y="814"/>
                </a:lnTo>
                <a:lnTo>
                  <a:pt x="2352" y="813"/>
                </a:lnTo>
                <a:lnTo>
                  <a:pt x="2353" y="813"/>
                </a:lnTo>
                <a:lnTo>
                  <a:pt x="2354" y="813"/>
                </a:lnTo>
                <a:lnTo>
                  <a:pt x="2355" y="813"/>
                </a:lnTo>
                <a:lnTo>
                  <a:pt x="2355" y="811"/>
                </a:lnTo>
                <a:lnTo>
                  <a:pt x="2355" y="810"/>
                </a:lnTo>
                <a:lnTo>
                  <a:pt x="2357" y="809"/>
                </a:lnTo>
                <a:lnTo>
                  <a:pt x="2356" y="809"/>
                </a:lnTo>
                <a:lnTo>
                  <a:pt x="2355" y="808"/>
                </a:lnTo>
                <a:lnTo>
                  <a:pt x="2354" y="808"/>
                </a:lnTo>
                <a:lnTo>
                  <a:pt x="2354" y="807"/>
                </a:lnTo>
                <a:lnTo>
                  <a:pt x="2355" y="807"/>
                </a:lnTo>
                <a:lnTo>
                  <a:pt x="2355" y="806"/>
                </a:lnTo>
                <a:lnTo>
                  <a:pt x="2355" y="804"/>
                </a:lnTo>
                <a:lnTo>
                  <a:pt x="2356" y="804"/>
                </a:lnTo>
                <a:lnTo>
                  <a:pt x="2356" y="803"/>
                </a:lnTo>
                <a:lnTo>
                  <a:pt x="2355" y="802"/>
                </a:lnTo>
                <a:lnTo>
                  <a:pt x="2355" y="801"/>
                </a:lnTo>
                <a:lnTo>
                  <a:pt x="2355" y="800"/>
                </a:lnTo>
                <a:lnTo>
                  <a:pt x="2354" y="798"/>
                </a:lnTo>
                <a:lnTo>
                  <a:pt x="2354" y="797"/>
                </a:lnTo>
                <a:lnTo>
                  <a:pt x="2354" y="796"/>
                </a:lnTo>
                <a:lnTo>
                  <a:pt x="2353" y="796"/>
                </a:lnTo>
                <a:lnTo>
                  <a:pt x="2353" y="795"/>
                </a:lnTo>
                <a:lnTo>
                  <a:pt x="2353" y="794"/>
                </a:lnTo>
                <a:lnTo>
                  <a:pt x="2353" y="793"/>
                </a:lnTo>
                <a:lnTo>
                  <a:pt x="2352" y="792"/>
                </a:lnTo>
                <a:lnTo>
                  <a:pt x="2351" y="792"/>
                </a:lnTo>
                <a:lnTo>
                  <a:pt x="2350" y="791"/>
                </a:lnTo>
                <a:lnTo>
                  <a:pt x="2349" y="792"/>
                </a:lnTo>
                <a:lnTo>
                  <a:pt x="2348" y="792"/>
                </a:lnTo>
                <a:lnTo>
                  <a:pt x="2347" y="791"/>
                </a:lnTo>
                <a:lnTo>
                  <a:pt x="2347" y="790"/>
                </a:lnTo>
                <a:lnTo>
                  <a:pt x="2347" y="789"/>
                </a:lnTo>
                <a:lnTo>
                  <a:pt x="2348" y="788"/>
                </a:lnTo>
                <a:lnTo>
                  <a:pt x="2348" y="787"/>
                </a:lnTo>
                <a:lnTo>
                  <a:pt x="2349" y="786"/>
                </a:lnTo>
                <a:lnTo>
                  <a:pt x="2350" y="786"/>
                </a:lnTo>
                <a:lnTo>
                  <a:pt x="2351" y="785"/>
                </a:lnTo>
                <a:lnTo>
                  <a:pt x="2352" y="784"/>
                </a:lnTo>
                <a:lnTo>
                  <a:pt x="2352" y="783"/>
                </a:lnTo>
                <a:lnTo>
                  <a:pt x="2353" y="782"/>
                </a:lnTo>
                <a:lnTo>
                  <a:pt x="2354" y="782"/>
                </a:lnTo>
                <a:lnTo>
                  <a:pt x="2354" y="781"/>
                </a:lnTo>
                <a:lnTo>
                  <a:pt x="2353" y="781"/>
                </a:lnTo>
                <a:lnTo>
                  <a:pt x="2352" y="781"/>
                </a:lnTo>
                <a:lnTo>
                  <a:pt x="2351" y="781"/>
                </a:lnTo>
                <a:lnTo>
                  <a:pt x="2351" y="780"/>
                </a:lnTo>
                <a:lnTo>
                  <a:pt x="2352" y="780"/>
                </a:lnTo>
                <a:lnTo>
                  <a:pt x="2351" y="780"/>
                </a:lnTo>
                <a:lnTo>
                  <a:pt x="2350" y="780"/>
                </a:lnTo>
                <a:lnTo>
                  <a:pt x="2350" y="779"/>
                </a:lnTo>
                <a:lnTo>
                  <a:pt x="2349" y="779"/>
                </a:lnTo>
                <a:lnTo>
                  <a:pt x="2347" y="779"/>
                </a:lnTo>
                <a:lnTo>
                  <a:pt x="2346" y="778"/>
                </a:lnTo>
                <a:lnTo>
                  <a:pt x="2347" y="778"/>
                </a:lnTo>
                <a:lnTo>
                  <a:pt x="2347" y="777"/>
                </a:lnTo>
                <a:lnTo>
                  <a:pt x="2347" y="776"/>
                </a:lnTo>
                <a:lnTo>
                  <a:pt x="2347" y="775"/>
                </a:lnTo>
                <a:lnTo>
                  <a:pt x="2347" y="774"/>
                </a:lnTo>
                <a:lnTo>
                  <a:pt x="2348" y="774"/>
                </a:lnTo>
                <a:lnTo>
                  <a:pt x="2348" y="773"/>
                </a:lnTo>
                <a:lnTo>
                  <a:pt x="2349" y="772"/>
                </a:lnTo>
                <a:lnTo>
                  <a:pt x="2350" y="772"/>
                </a:lnTo>
                <a:lnTo>
                  <a:pt x="2351" y="772"/>
                </a:lnTo>
                <a:lnTo>
                  <a:pt x="2351" y="773"/>
                </a:lnTo>
                <a:lnTo>
                  <a:pt x="2351" y="774"/>
                </a:lnTo>
                <a:lnTo>
                  <a:pt x="2352" y="774"/>
                </a:lnTo>
                <a:lnTo>
                  <a:pt x="2353" y="774"/>
                </a:lnTo>
                <a:lnTo>
                  <a:pt x="2354" y="774"/>
                </a:lnTo>
                <a:lnTo>
                  <a:pt x="2355" y="773"/>
                </a:lnTo>
                <a:lnTo>
                  <a:pt x="2356" y="772"/>
                </a:lnTo>
                <a:lnTo>
                  <a:pt x="2357" y="772"/>
                </a:lnTo>
                <a:lnTo>
                  <a:pt x="2357" y="771"/>
                </a:lnTo>
                <a:lnTo>
                  <a:pt x="2357" y="770"/>
                </a:lnTo>
                <a:lnTo>
                  <a:pt x="2358" y="770"/>
                </a:lnTo>
                <a:lnTo>
                  <a:pt x="2359" y="770"/>
                </a:lnTo>
                <a:lnTo>
                  <a:pt x="2360" y="769"/>
                </a:lnTo>
                <a:lnTo>
                  <a:pt x="2362" y="769"/>
                </a:lnTo>
                <a:lnTo>
                  <a:pt x="2363" y="771"/>
                </a:lnTo>
                <a:lnTo>
                  <a:pt x="2364" y="772"/>
                </a:lnTo>
                <a:lnTo>
                  <a:pt x="2364" y="773"/>
                </a:lnTo>
                <a:lnTo>
                  <a:pt x="2364" y="774"/>
                </a:lnTo>
                <a:lnTo>
                  <a:pt x="2365" y="775"/>
                </a:lnTo>
                <a:lnTo>
                  <a:pt x="2365" y="776"/>
                </a:lnTo>
                <a:lnTo>
                  <a:pt x="2366" y="776"/>
                </a:lnTo>
                <a:lnTo>
                  <a:pt x="2367" y="777"/>
                </a:lnTo>
                <a:lnTo>
                  <a:pt x="2368" y="778"/>
                </a:lnTo>
                <a:lnTo>
                  <a:pt x="2369" y="778"/>
                </a:lnTo>
                <a:lnTo>
                  <a:pt x="2370" y="778"/>
                </a:lnTo>
                <a:lnTo>
                  <a:pt x="2370" y="779"/>
                </a:lnTo>
                <a:lnTo>
                  <a:pt x="2372" y="779"/>
                </a:lnTo>
                <a:lnTo>
                  <a:pt x="2372" y="778"/>
                </a:lnTo>
                <a:lnTo>
                  <a:pt x="2373" y="777"/>
                </a:lnTo>
                <a:lnTo>
                  <a:pt x="2374" y="778"/>
                </a:lnTo>
                <a:lnTo>
                  <a:pt x="2375" y="778"/>
                </a:lnTo>
                <a:lnTo>
                  <a:pt x="2375" y="779"/>
                </a:lnTo>
                <a:lnTo>
                  <a:pt x="2376" y="779"/>
                </a:lnTo>
                <a:lnTo>
                  <a:pt x="2377" y="779"/>
                </a:lnTo>
                <a:lnTo>
                  <a:pt x="2377" y="780"/>
                </a:lnTo>
                <a:lnTo>
                  <a:pt x="2378" y="780"/>
                </a:lnTo>
                <a:lnTo>
                  <a:pt x="2379" y="780"/>
                </a:lnTo>
                <a:lnTo>
                  <a:pt x="2379" y="779"/>
                </a:lnTo>
                <a:lnTo>
                  <a:pt x="2380" y="779"/>
                </a:lnTo>
                <a:lnTo>
                  <a:pt x="2380" y="780"/>
                </a:lnTo>
                <a:lnTo>
                  <a:pt x="2381" y="780"/>
                </a:lnTo>
                <a:lnTo>
                  <a:pt x="2382" y="780"/>
                </a:lnTo>
                <a:lnTo>
                  <a:pt x="2383" y="781"/>
                </a:lnTo>
                <a:lnTo>
                  <a:pt x="2384" y="781"/>
                </a:lnTo>
                <a:lnTo>
                  <a:pt x="2384" y="780"/>
                </a:lnTo>
                <a:lnTo>
                  <a:pt x="2385" y="780"/>
                </a:lnTo>
                <a:lnTo>
                  <a:pt x="2386" y="780"/>
                </a:lnTo>
                <a:lnTo>
                  <a:pt x="2386" y="781"/>
                </a:lnTo>
                <a:lnTo>
                  <a:pt x="2387" y="781"/>
                </a:lnTo>
                <a:lnTo>
                  <a:pt x="2388" y="781"/>
                </a:lnTo>
                <a:lnTo>
                  <a:pt x="2389" y="781"/>
                </a:lnTo>
                <a:lnTo>
                  <a:pt x="2389" y="782"/>
                </a:lnTo>
                <a:lnTo>
                  <a:pt x="2390" y="781"/>
                </a:lnTo>
                <a:lnTo>
                  <a:pt x="2391" y="780"/>
                </a:lnTo>
                <a:lnTo>
                  <a:pt x="2392" y="780"/>
                </a:lnTo>
                <a:lnTo>
                  <a:pt x="2392" y="781"/>
                </a:lnTo>
                <a:lnTo>
                  <a:pt x="2393" y="781"/>
                </a:lnTo>
                <a:lnTo>
                  <a:pt x="2396" y="781"/>
                </a:lnTo>
                <a:lnTo>
                  <a:pt x="2397" y="781"/>
                </a:lnTo>
                <a:lnTo>
                  <a:pt x="2398" y="781"/>
                </a:lnTo>
                <a:lnTo>
                  <a:pt x="2399" y="780"/>
                </a:lnTo>
                <a:lnTo>
                  <a:pt x="2400" y="780"/>
                </a:lnTo>
                <a:lnTo>
                  <a:pt x="2401" y="781"/>
                </a:lnTo>
                <a:lnTo>
                  <a:pt x="2401" y="782"/>
                </a:lnTo>
                <a:lnTo>
                  <a:pt x="2402" y="782"/>
                </a:lnTo>
                <a:lnTo>
                  <a:pt x="2402" y="783"/>
                </a:lnTo>
                <a:lnTo>
                  <a:pt x="2403" y="782"/>
                </a:lnTo>
                <a:lnTo>
                  <a:pt x="2404" y="782"/>
                </a:lnTo>
                <a:lnTo>
                  <a:pt x="2405" y="782"/>
                </a:lnTo>
                <a:lnTo>
                  <a:pt x="2406" y="783"/>
                </a:lnTo>
                <a:lnTo>
                  <a:pt x="2406" y="784"/>
                </a:lnTo>
                <a:lnTo>
                  <a:pt x="2406" y="785"/>
                </a:lnTo>
                <a:lnTo>
                  <a:pt x="2406" y="786"/>
                </a:lnTo>
                <a:lnTo>
                  <a:pt x="2407" y="786"/>
                </a:lnTo>
                <a:lnTo>
                  <a:pt x="2407" y="785"/>
                </a:lnTo>
                <a:lnTo>
                  <a:pt x="2409" y="786"/>
                </a:lnTo>
                <a:lnTo>
                  <a:pt x="2409" y="785"/>
                </a:lnTo>
                <a:lnTo>
                  <a:pt x="2410" y="785"/>
                </a:lnTo>
                <a:lnTo>
                  <a:pt x="2411" y="786"/>
                </a:lnTo>
                <a:lnTo>
                  <a:pt x="2412" y="787"/>
                </a:lnTo>
                <a:lnTo>
                  <a:pt x="2413" y="787"/>
                </a:lnTo>
                <a:lnTo>
                  <a:pt x="2414" y="787"/>
                </a:lnTo>
                <a:lnTo>
                  <a:pt x="2414" y="788"/>
                </a:lnTo>
                <a:lnTo>
                  <a:pt x="2415" y="788"/>
                </a:lnTo>
                <a:lnTo>
                  <a:pt x="2416" y="788"/>
                </a:lnTo>
                <a:lnTo>
                  <a:pt x="2417" y="788"/>
                </a:lnTo>
                <a:lnTo>
                  <a:pt x="2418" y="788"/>
                </a:lnTo>
                <a:lnTo>
                  <a:pt x="2419" y="788"/>
                </a:lnTo>
                <a:lnTo>
                  <a:pt x="2419" y="789"/>
                </a:lnTo>
                <a:lnTo>
                  <a:pt x="2420" y="789"/>
                </a:lnTo>
                <a:lnTo>
                  <a:pt x="2421" y="789"/>
                </a:lnTo>
                <a:lnTo>
                  <a:pt x="2422" y="789"/>
                </a:lnTo>
                <a:lnTo>
                  <a:pt x="2422" y="790"/>
                </a:lnTo>
                <a:lnTo>
                  <a:pt x="2423" y="790"/>
                </a:lnTo>
                <a:lnTo>
                  <a:pt x="2423" y="791"/>
                </a:lnTo>
                <a:lnTo>
                  <a:pt x="2424" y="791"/>
                </a:lnTo>
                <a:lnTo>
                  <a:pt x="2424" y="792"/>
                </a:lnTo>
                <a:lnTo>
                  <a:pt x="2425" y="792"/>
                </a:lnTo>
                <a:lnTo>
                  <a:pt x="2426" y="791"/>
                </a:lnTo>
                <a:lnTo>
                  <a:pt x="2427" y="791"/>
                </a:lnTo>
                <a:lnTo>
                  <a:pt x="2427" y="792"/>
                </a:lnTo>
                <a:lnTo>
                  <a:pt x="2428" y="792"/>
                </a:lnTo>
                <a:lnTo>
                  <a:pt x="2429" y="793"/>
                </a:lnTo>
                <a:lnTo>
                  <a:pt x="2429" y="794"/>
                </a:lnTo>
                <a:lnTo>
                  <a:pt x="2430" y="794"/>
                </a:lnTo>
                <a:lnTo>
                  <a:pt x="2431" y="794"/>
                </a:lnTo>
                <a:lnTo>
                  <a:pt x="2431" y="795"/>
                </a:lnTo>
                <a:lnTo>
                  <a:pt x="2432" y="795"/>
                </a:lnTo>
                <a:lnTo>
                  <a:pt x="2433" y="795"/>
                </a:lnTo>
                <a:lnTo>
                  <a:pt x="2433" y="796"/>
                </a:lnTo>
                <a:lnTo>
                  <a:pt x="2433" y="797"/>
                </a:lnTo>
                <a:lnTo>
                  <a:pt x="2434" y="798"/>
                </a:lnTo>
                <a:lnTo>
                  <a:pt x="2434" y="799"/>
                </a:lnTo>
                <a:lnTo>
                  <a:pt x="2435" y="799"/>
                </a:lnTo>
                <a:lnTo>
                  <a:pt x="2436" y="799"/>
                </a:lnTo>
                <a:lnTo>
                  <a:pt x="2437" y="800"/>
                </a:lnTo>
                <a:lnTo>
                  <a:pt x="2438" y="801"/>
                </a:lnTo>
                <a:lnTo>
                  <a:pt x="2439" y="800"/>
                </a:lnTo>
                <a:lnTo>
                  <a:pt x="2439" y="801"/>
                </a:lnTo>
                <a:lnTo>
                  <a:pt x="2439" y="802"/>
                </a:lnTo>
                <a:lnTo>
                  <a:pt x="2439" y="803"/>
                </a:lnTo>
                <a:lnTo>
                  <a:pt x="2440" y="804"/>
                </a:lnTo>
                <a:lnTo>
                  <a:pt x="2441" y="803"/>
                </a:lnTo>
                <a:lnTo>
                  <a:pt x="2442" y="803"/>
                </a:lnTo>
                <a:lnTo>
                  <a:pt x="2442" y="804"/>
                </a:lnTo>
                <a:lnTo>
                  <a:pt x="2443" y="805"/>
                </a:lnTo>
                <a:lnTo>
                  <a:pt x="2444" y="804"/>
                </a:lnTo>
                <a:lnTo>
                  <a:pt x="2445" y="804"/>
                </a:lnTo>
                <a:lnTo>
                  <a:pt x="2445" y="803"/>
                </a:lnTo>
                <a:lnTo>
                  <a:pt x="2445" y="804"/>
                </a:lnTo>
                <a:lnTo>
                  <a:pt x="2445" y="805"/>
                </a:lnTo>
                <a:lnTo>
                  <a:pt x="2446" y="805"/>
                </a:lnTo>
                <a:lnTo>
                  <a:pt x="2446" y="806"/>
                </a:lnTo>
                <a:lnTo>
                  <a:pt x="2447" y="806"/>
                </a:lnTo>
                <a:lnTo>
                  <a:pt x="2446" y="807"/>
                </a:lnTo>
                <a:lnTo>
                  <a:pt x="2447" y="807"/>
                </a:lnTo>
                <a:lnTo>
                  <a:pt x="2447" y="808"/>
                </a:lnTo>
                <a:lnTo>
                  <a:pt x="2448" y="808"/>
                </a:lnTo>
                <a:lnTo>
                  <a:pt x="2449" y="808"/>
                </a:lnTo>
                <a:lnTo>
                  <a:pt x="2451" y="808"/>
                </a:lnTo>
                <a:lnTo>
                  <a:pt x="2451" y="809"/>
                </a:lnTo>
                <a:lnTo>
                  <a:pt x="2452" y="809"/>
                </a:lnTo>
                <a:lnTo>
                  <a:pt x="2452" y="810"/>
                </a:lnTo>
                <a:lnTo>
                  <a:pt x="2452" y="811"/>
                </a:lnTo>
                <a:lnTo>
                  <a:pt x="2453" y="811"/>
                </a:lnTo>
                <a:lnTo>
                  <a:pt x="2453" y="810"/>
                </a:lnTo>
                <a:lnTo>
                  <a:pt x="2454" y="810"/>
                </a:lnTo>
                <a:lnTo>
                  <a:pt x="2454" y="811"/>
                </a:lnTo>
                <a:lnTo>
                  <a:pt x="2454" y="812"/>
                </a:lnTo>
                <a:lnTo>
                  <a:pt x="2455" y="813"/>
                </a:lnTo>
                <a:lnTo>
                  <a:pt x="2456" y="813"/>
                </a:lnTo>
                <a:lnTo>
                  <a:pt x="2456" y="814"/>
                </a:lnTo>
                <a:lnTo>
                  <a:pt x="2455" y="815"/>
                </a:lnTo>
                <a:lnTo>
                  <a:pt x="2455" y="816"/>
                </a:lnTo>
                <a:lnTo>
                  <a:pt x="2455" y="817"/>
                </a:lnTo>
                <a:lnTo>
                  <a:pt x="2455" y="822"/>
                </a:lnTo>
                <a:lnTo>
                  <a:pt x="2456" y="824"/>
                </a:lnTo>
                <a:lnTo>
                  <a:pt x="2457" y="825"/>
                </a:lnTo>
                <a:lnTo>
                  <a:pt x="2457" y="826"/>
                </a:lnTo>
                <a:lnTo>
                  <a:pt x="2456" y="826"/>
                </a:lnTo>
                <a:lnTo>
                  <a:pt x="2455" y="826"/>
                </a:lnTo>
                <a:lnTo>
                  <a:pt x="2455" y="827"/>
                </a:lnTo>
                <a:lnTo>
                  <a:pt x="2456" y="828"/>
                </a:lnTo>
                <a:lnTo>
                  <a:pt x="2455" y="828"/>
                </a:lnTo>
                <a:lnTo>
                  <a:pt x="2455" y="829"/>
                </a:lnTo>
                <a:lnTo>
                  <a:pt x="2455" y="830"/>
                </a:lnTo>
                <a:lnTo>
                  <a:pt x="2456" y="831"/>
                </a:lnTo>
                <a:lnTo>
                  <a:pt x="2457" y="831"/>
                </a:lnTo>
                <a:lnTo>
                  <a:pt x="2458" y="831"/>
                </a:lnTo>
                <a:lnTo>
                  <a:pt x="2458" y="832"/>
                </a:lnTo>
                <a:lnTo>
                  <a:pt x="2459" y="833"/>
                </a:lnTo>
                <a:lnTo>
                  <a:pt x="2460" y="834"/>
                </a:lnTo>
                <a:lnTo>
                  <a:pt x="2461" y="836"/>
                </a:lnTo>
                <a:lnTo>
                  <a:pt x="2461" y="837"/>
                </a:lnTo>
                <a:lnTo>
                  <a:pt x="2461" y="838"/>
                </a:lnTo>
                <a:lnTo>
                  <a:pt x="2462" y="838"/>
                </a:lnTo>
                <a:lnTo>
                  <a:pt x="2462" y="839"/>
                </a:lnTo>
                <a:lnTo>
                  <a:pt x="2462" y="840"/>
                </a:lnTo>
                <a:lnTo>
                  <a:pt x="2462" y="841"/>
                </a:lnTo>
                <a:lnTo>
                  <a:pt x="2463" y="841"/>
                </a:lnTo>
                <a:lnTo>
                  <a:pt x="2463" y="842"/>
                </a:lnTo>
                <a:lnTo>
                  <a:pt x="2463" y="843"/>
                </a:lnTo>
                <a:lnTo>
                  <a:pt x="2464" y="843"/>
                </a:lnTo>
                <a:lnTo>
                  <a:pt x="2464" y="844"/>
                </a:lnTo>
                <a:lnTo>
                  <a:pt x="2463" y="844"/>
                </a:lnTo>
                <a:lnTo>
                  <a:pt x="2464" y="845"/>
                </a:lnTo>
                <a:lnTo>
                  <a:pt x="2464" y="847"/>
                </a:lnTo>
                <a:lnTo>
                  <a:pt x="2464" y="848"/>
                </a:lnTo>
                <a:lnTo>
                  <a:pt x="2465" y="847"/>
                </a:lnTo>
                <a:lnTo>
                  <a:pt x="2466" y="847"/>
                </a:lnTo>
                <a:lnTo>
                  <a:pt x="2465" y="848"/>
                </a:lnTo>
                <a:lnTo>
                  <a:pt x="2465" y="849"/>
                </a:lnTo>
                <a:lnTo>
                  <a:pt x="2466" y="849"/>
                </a:lnTo>
                <a:lnTo>
                  <a:pt x="2467" y="850"/>
                </a:lnTo>
                <a:lnTo>
                  <a:pt x="2469" y="852"/>
                </a:lnTo>
                <a:lnTo>
                  <a:pt x="2469" y="853"/>
                </a:lnTo>
                <a:lnTo>
                  <a:pt x="2470" y="853"/>
                </a:lnTo>
                <a:lnTo>
                  <a:pt x="2471" y="853"/>
                </a:lnTo>
                <a:lnTo>
                  <a:pt x="2471" y="854"/>
                </a:lnTo>
                <a:lnTo>
                  <a:pt x="2471" y="855"/>
                </a:lnTo>
                <a:lnTo>
                  <a:pt x="2472" y="856"/>
                </a:lnTo>
                <a:lnTo>
                  <a:pt x="2473" y="856"/>
                </a:lnTo>
                <a:lnTo>
                  <a:pt x="2473" y="857"/>
                </a:lnTo>
                <a:lnTo>
                  <a:pt x="2475" y="858"/>
                </a:lnTo>
                <a:lnTo>
                  <a:pt x="2475" y="859"/>
                </a:lnTo>
                <a:lnTo>
                  <a:pt x="2476" y="859"/>
                </a:lnTo>
                <a:lnTo>
                  <a:pt x="2476" y="860"/>
                </a:lnTo>
                <a:lnTo>
                  <a:pt x="2476" y="861"/>
                </a:lnTo>
                <a:lnTo>
                  <a:pt x="2476" y="862"/>
                </a:lnTo>
                <a:lnTo>
                  <a:pt x="2476" y="863"/>
                </a:lnTo>
                <a:lnTo>
                  <a:pt x="2477" y="863"/>
                </a:lnTo>
                <a:lnTo>
                  <a:pt x="2477" y="864"/>
                </a:lnTo>
                <a:lnTo>
                  <a:pt x="2478" y="864"/>
                </a:lnTo>
                <a:lnTo>
                  <a:pt x="2478" y="865"/>
                </a:lnTo>
                <a:lnTo>
                  <a:pt x="2479" y="865"/>
                </a:lnTo>
                <a:lnTo>
                  <a:pt x="2479" y="866"/>
                </a:lnTo>
                <a:lnTo>
                  <a:pt x="2480" y="866"/>
                </a:lnTo>
                <a:lnTo>
                  <a:pt x="2480" y="867"/>
                </a:lnTo>
                <a:lnTo>
                  <a:pt x="2479" y="867"/>
                </a:lnTo>
                <a:lnTo>
                  <a:pt x="2479" y="868"/>
                </a:lnTo>
                <a:lnTo>
                  <a:pt x="2479" y="869"/>
                </a:lnTo>
                <a:lnTo>
                  <a:pt x="2479" y="870"/>
                </a:lnTo>
                <a:lnTo>
                  <a:pt x="2479" y="871"/>
                </a:lnTo>
                <a:lnTo>
                  <a:pt x="2479" y="873"/>
                </a:lnTo>
                <a:lnTo>
                  <a:pt x="2479" y="874"/>
                </a:lnTo>
                <a:lnTo>
                  <a:pt x="2478" y="874"/>
                </a:lnTo>
                <a:lnTo>
                  <a:pt x="2477" y="876"/>
                </a:lnTo>
                <a:lnTo>
                  <a:pt x="2478" y="876"/>
                </a:lnTo>
                <a:lnTo>
                  <a:pt x="2478" y="877"/>
                </a:lnTo>
                <a:lnTo>
                  <a:pt x="2479" y="877"/>
                </a:lnTo>
                <a:lnTo>
                  <a:pt x="2479" y="879"/>
                </a:lnTo>
                <a:lnTo>
                  <a:pt x="2478" y="879"/>
                </a:lnTo>
                <a:lnTo>
                  <a:pt x="2477" y="880"/>
                </a:lnTo>
                <a:lnTo>
                  <a:pt x="2475" y="880"/>
                </a:lnTo>
                <a:lnTo>
                  <a:pt x="2475" y="881"/>
                </a:lnTo>
                <a:lnTo>
                  <a:pt x="2474" y="882"/>
                </a:lnTo>
                <a:lnTo>
                  <a:pt x="2474" y="883"/>
                </a:lnTo>
                <a:lnTo>
                  <a:pt x="2475" y="884"/>
                </a:lnTo>
                <a:lnTo>
                  <a:pt x="2475" y="885"/>
                </a:lnTo>
                <a:lnTo>
                  <a:pt x="2476" y="886"/>
                </a:lnTo>
                <a:lnTo>
                  <a:pt x="2475" y="887"/>
                </a:lnTo>
                <a:lnTo>
                  <a:pt x="2476" y="887"/>
                </a:lnTo>
                <a:lnTo>
                  <a:pt x="2476" y="888"/>
                </a:lnTo>
                <a:lnTo>
                  <a:pt x="2477" y="889"/>
                </a:lnTo>
                <a:lnTo>
                  <a:pt x="2477" y="890"/>
                </a:lnTo>
                <a:lnTo>
                  <a:pt x="2476" y="890"/>
                </a:lnTo>
                <a:lnTo>
                  <a:pt x="2476" y="891"/>
                </a:lnTo>
                <a:lnTo>
                  <a:pt x="2475" y="891"/>
                </a:lnTo>
                <a:lnTo>
                  <a:pt x="2475" y="893"/>
                </a:lnTo>
                <a:lnTo>
                  <a:pt x="2476" y="893"/>
                </a:lnTo>
                <a:lnTo>
                  <a:pt x="2477" y="893"/>
                </a:lnTo>
                <a:lnTo>
                  <a:pt x="2479" y="893"/>
                </a:lnTo>
                <a:lnTo>
                  <a:pt x="2479" y="894"/>
                </a:lnTo>
                <a:lnTo>
                  <a:pt x="2478" y="895"/>
                </a:lnTo>
                <a:lnTo>
                  <a:pt x="2479" y="895"/>
                </a:lnTo>
                <a:lnTo>
                  <a:pt x="2478" y="895"/>
                </a:lnTo>
                <a:lnTo>
                  <a:pt x="2479" y="896"/>
                </a:lnTo>
                <a:lnTo>
                  <a:pt x="2479" y="897"/>
                </a:lnTo>
                <a:lnTo>
                  <a:pt x="2480" y="897"/>
                </a:lnTo>
                <a:lnTo>
                  <a:pt x="2480" y="898"/>
                </a:lnTo>
                <a:lnTo>
                  <a:pt x="2481" y="898"/>
                </a:lnTo>
                <a:lnTo>
                  <a:pt x="2481" y="899"/>
                </a:lnTo>
                <a:lnTo>
                  <a:pt x="2480" y="900"/>
                </a:lnTo>
                <a:lnTo>
                  <a:pt x="2481" y="901"/>
                </a:lnTo>
                <a:lnTo>
                  <a:pt x="2482" y="901"/>
                </a:lnTo>
                <a:lnTo>
                  <a:pt x="2483" y="901"/>
                </a:lnTo>
                <a:lnTo>
                  <a:pt x="2485" y="902"/>
                </a:lnTo>
                <a:lnTo>
                  <a:pt x="2486" y="905"/>
                </a:lnTo>
                <a:lnTo>
                  <a:pt x="2487" y="908"/>
                </a:lnTo>
                <a:lnTo>
                  <a:pt x="2488" y="910"/>
                </a:lnTo>
                <a:lnTo>
                  <a:pt x="2488" y="911"/>
                </a:lnTo>
                <a:lnTo>
                  <a:pt x="2490" y="912"/>
                </a:lnTo>
                <a:lnTo>
                  <a:pt x="2490" y="911"/>
                </a:lnTo>
                <a:lnTo>
                  <a:pt x="2491" y="911"/>
                </a:lnTo>
                <a:lnTo>
                  <a:pt x="2491" y="912"/>
                </a:lnTo>
                <a:lnTo>
                  <a:pt x="2491" y="913"/>
                </a:lnTo>
                <a:lnTo>
                  <a:pt x="2491" y="914"/>
                </a:lnTo>
                <a:lnTo>
                  <a:pt x="2491" y="915"/>
                </a:lnTo>
                <a:lnTo>
                  <a:pt x="2492" y="915"/>
                </a:lnTo>
                <a:lnTo>
                  <a:pt x="2492" y="916"/>
                </a:lnTo>
                <a:lnTo>
                  <a:pt x="2491" y="916"/>
                </a:lnTo>
                <a:lnTo>
                  <a:pt x="2491" y="917"/>
                </a:lnTo>
                <a:lnTo>
                  <a:pt x="2492" y="917"/>
                </a:lnTo>
                <a:lnTo>
                  <a:pt x="2492" y="918"/>
                </a:lnTo>
                <a:lnTo>
                  <a:pt x="2492" y="919"/>
                </a:lnTo>
                <a:lnTo>
                  <a:pt x="2491" y="920"/>
                </a:lnTo>
                <a:lnTo>
                  <a:pt x="2491" y="921"/>
                </a:lnTo>
                <a:lnTo>
                  <a:pt x="2493" y="922"/>
                </a:lnTo>
                <a:lnTo>
                  <a:pt x="2494" y="923"/>
                </a:lnTo>
                <a:lnTo>
                  <a:pt x="2495" y="924"/>
                </a:lnTo>
                <a:lnTo>
                  <a:pt x="2495" y="925"/>
                </a:lnTo>
                <a:lnTo>
                  <a:pt x="2496" y="926"/>
                </a:lnTo>
                <a:lnTo>
                  <a:pt x="2496" y="927"/>
                </a:lnTo>
                <a:lnTo>
                  <a:pt x="2497" y="927"/>
                </a:lnTo>
                <a:lnTo>
                  <a:pt x="2497" y="928"/>
                </a:lnTo>
                <a:lnTo>
                  <a:pt x="2497" y="929"/>
                </a:lnTo>
                <a:lnTo>
                  <a:pt x="2498" y="930"/>
                </a:lnTo>
                <a:lnTo>
                  <a:pt x="2499" y="930"/>
                </a:lnTo>
                <a:lnTo>
                  <a:pt x="2499" y="931"/>
                </a:lnTo>
                <a:lnTo>
                  <a:pt x="2500" y="931"/>
                </a:lnTo>
                <a:lnTo>
                  <a:pt x="2501" y="931"/>
                </a:lnTo>
                <a:lnTo>
                  <a:pt x="2501" y="932"/>
                </a:lnTo>
                <a:lnTo>
                  <a:pt x="2502" y="933"/>
                </a:lnTo>
                <a:lnTo>
                  <a:pt x="2503" y="934"/>
                </a:lnTo>
                <a:lnTo>
                  <a:pt x="2503" y="935"/>
                </a:lnTo>
                <a:lnTo>
                  <a:pt x="2504" y="935"/>
                </a:lnTo>
                <a:lnTo>
                  <a:pt x="2507" y="938"/>
                </a:lnTo>
                <a:lnTo>
                  <a:pt x="2508" y="939"/>
                </a:lnTo>
                <a:lnTo>
                  <a:pt x="2508" y="940"/>
                </a:lnTo>
                <a:lnTo>
                  <a:pt x="2508" y="941"/>
                </a:lnTo>
                <a:lnTo>
                  <a:pt x="2509" y="942"/>
                </a:lnTo>
                <a:lnTo>
                  <a:pt x="2510" y="943"/>
                </a:lnTo>
                <a:lnTo>
                  <a:pt x="2514" y="947"/>
                </a:lnTo>
                <a:lnTo>
                  <a:pt x="2516" y="948"/>
                </a:lnTo>
                <a:lnTo>
                  <a:pt x="2519" y="950"/>
                </a:lnTo>
                <a:lnTo>
                  <a:pt x="2520" y="951"/>
                </a:lnTo>
                <a:lnTo>
                  <a:pt x="2520" y="952"/>
                </a:lnTo>
                <a:lnTo>
                  <a:pt x="2520" y="953"/>
                </a:lnTo>
                <a:lnTo>
                  <a:pt x="2522" y="955"/>
                </a:lnTo>
                <a:lnTo>
                  <a:pt x="2524" y="956"/>
                </a:lnTo>
                <a:lnTo>
                  <a:pt x="2525" y="956"/>
                </a:lnTo>
                <a:lnTo>
                  <a:pt x="2526" y="957"/>
                </a:lnTo>
                <a:lnTo>
                  <a:pt x="2526" y="958"/>
                </a:lnTo>
                <a:lnTo>
                  <a:pt x="2526" y="959"/>
                </a:lnTo>
                <a:lnTo>
                  <a:pt x="2526" y="960"/>
                </a:lnTo>
                <a:lnTo>
                  <a:pt x="2526" y="961"/>
                </a:lnTo>
                <a:lnTo>
                  <a:pt x="2527" y="961"/>
                </a:lnTo>
                <a:lnTo>
                  <a:pt x="2528" y="961"/>
                </a:lnTo>
                <a:lnTo>
                  <a:pt x="2528" y="962"/>
                </a:lnTo>
                <a:lnTo>
                  <a:pt x="2529" y="963"/>
                </a:lnTo>
                <a:lnTo>
                  <a:pt x="2529" y="964"/>
                </a:lnTo>
                <a:lnTo>
                  <a:pt x="2530" y="965"/>
                </a:lnTo>
                <a:lnTo>
                  <a:pt x="2531" y="966"/>
                </a:lnTo>
                <a:lnTo>
                  <a:pt x="2530" y="967"/>
                </a:lnTo>
                <a:lnTo>
                  <a:pt x="2529" y="968"/>
                </a:lnTo>
                <a:lnTo>
                  <a:pt x="2528" y="969"/>
                </a:lnTo>
                <a:lnTo>
                  <a:pt x="2528" y="970"/>
                </a:lnTo>
                <a:lnTo>
                  <a:pt x="2527" y="970"/>
                </a:lnTo>
                <a:lnTo>
                  <a:pt x="2527" y="971"/>
                </a:lnTo>
                <a:lnTo>
                  <a:pt x="2526" y="971"/>
                </a:lnTo>
                <a:lnTo>
                  <a:pt x="2525" y="972"/>
                </a:lnTo>
                <a:lnTo>
                  <a:pt x="2524" y="972"/>
                </a:lnTo>
                <a:lnTo>
                  <a:pt x="2523" y="973"/>
                </a:lnTo>
                <a:lnTo>
                  <a:pt x="2522" y="974"/>
                </a:lnTo>
                <a:lnTo>
                  <a:pt x="2521" y="975"/>
                </a:lnTo>
                <a:lnTo>
                  <a:pt x="2520" y="976"/>
                </a:lnTo>
                <a:lnTo>
                  <a:pt x="2520" y="979"/>
                </a:lnTo>
                <a:lnTo>
                  <a:pt x="2520" y="980"/>
                </a:lnTo>
                <a:lnTo>
                  <a:pt x="2518" y="982"/>
                </a:lnTo>
                <a:lnTo>
                  <a:pt x="2517" y="983"/>
                </a:lnTo>
                <a:lnTo>
                  <a:pt x="2516" y="983"/>
                </a:lnTo>
                <a:lnTo>
                  <a:pt x="2516" y="984"/>
                </a:lnTo>
                <a:lnTo>
                  <a:pt x="2515" y="984"/>
                </a:lnTo>
                <a:lnTo>
                  <a:pt x="2514" y="983"/>
                </a:lnTo>
                <a:lnTo>
                  <a:pt x="2512" y="982"/>
                </a:lnTo>
                <a:lnTo>
                  <a:pt x="2511" y="981"/>
                </a:lnTo>
                <a:lnTo>
                  <a:pt x="2511" y="980"/>
                </a:lnTo>
                <a:lnTo>
                  <a:pt x="2511" y="979"/>
                </a:lnTo>
                <a:lnTo>
                  <a:pt x="2510" y="978"/>
                </a:lnTo>
                <a:lnTo>
                  <a:pt x="2510" y="977"/>
                </a:lnTo>
                <a:lnTo>
                  <a:pt x="2508" y="975"/>
                </a:lnTo>
                <a:lnTo>
                  <a:pt x="2508" y="974"/>
                </a:lnTo>
                <a:lnTo>
                  <a:pt x="2507" y="973"/>
                </a:lnTo>
                <a:lnTo>
                  <a:pt x="2506" y="971"/>
                </a:lnTo>
                <a:lnTo>
                  <a:pt x="2504" y="971"/>
                </a:lnTo>
                <a:lnTo>
                  <a:pt x="2502" y="970"/>
                </a:lnTo>
                <a:lnTo>
                  <a:pt x="2500" y="970"/>
                </a:lnTo>
                <a:lnTo>
                  <a:pt x="2499" y="970"/>
                </a:lnTo>
                <a:lnTo>
                  <a:pt x="2498" y="971"/>
                </a:lnTo>
                <a:lnTo>
                  <a:pt x="2497" y="972"/>
                </a:lnTo>
                <a:lnTo>
                  <a:pt x="2497" y="973"/>
                </a:lnTo>
                <a:lnTo>
                  <a:pt x="2496" y="974"/>
                </a:lnTo>
                <a:lnTo>
                  <a:pt x="2495" y="977"/>
                </a:lnTo>
                <a:lnTo>
                  <a:pt x="2494" y="979"/>
                </a:lnTo>
                <a:lnTo>
                  <a:pt x="2494" y="980"/>
                </a:lnTo>
                <a:lnTo>
                  <a:pt x="2494" y="982"/>
                </a:lnTo>
                <a:lnTo>
                  <a:pt x="2494" y="985"/>
                </a:lnTo>
                <a:lnTo>
                  <a:pt x="2494" y="986"/>
                </a:lnTo>
                <a:lnTo>
                  <a:pt x="2495" y="986"/>
                </a:lnTo>
                <a:lnTo>
                  <a:pt x="2495" y="987"/>
                </a:lnTo>
                <a:lnTo>
                  <a:pt x="2496" y="987"/>
                </a:lnTo>
                <a:lnTo>
                  <a:pt x="2496" y="989"/>
                </a:lnTo>
                <a:lnTo>
                  <a:pt x="2495" y="990"/>
                </a:lnTo>
                <a:lnTo>
                  <a:pt x="2495" y="991"/>
                </a:lnTo>
                <a:lnTo>
                  <a:pt x="2494" y="991"/>
                </a:lnTo>
                <a:lnTo>
                  <a:pt x="2493" y="992"/>
                </a:lnTo>
                <a:lnTo>
                  <a:pt x="2493" y="993"/>
                </a:lnTo>
                <a:lnTo>
                  <a:pt x="2494" y="994"/>
                </a:lnTo>
                <a:lnTo>
                  <a:pt x="2495" y="994"/>
                </a:lnTo>
                <a:lnTo>
                  <a:pt x="2496" y="994"/>
                </a:lnTo>
                <a:lnTo>
                  <a:pt x="2497" y="994"/>
                </a:lnTo>
                <a:lnTo>
                  <a:pt x="2498" y="994"/>
                </a:lnTo>
                <a:lnTo>
                  <a:pt x="2498" y="995"/>
                </a:lnTo>
                <a:lnTo>
                  <a:pt x="2498" y="996"/>
                </a:lnTo>
                <a:lnTo>
                  <a:pt x="2499" y="996"/>
                </a:lnTo>
                <a:lnTo>
                  <a:pt x="2500" y="997"/>
                </a:lnTo>
                <a:lnTo>
                  <a:pt x="2501" y="998"/>
                </a:lnTo>
                <a:lnTo>
                  <a:pt x="2502" y="999"/>
                </a:lnTo>
                <a:lnTo>
                  <a:pt x="2502" y="1000"/>
                </a:lnTo>
                <a:lnTo>
                  <a:pt x="2503" y="1001"/>
                </a:lnTo>
                <a:lnTo>
                  <a:pt x="2504" y="1002"/>
                </a:lnTo>
                <a:lnTo>
                  <a:pt x="2505" y="1003"/>
                </a:lnTo>
                <a:lnTo>
                  <a:pt x="2506" y="1004"/>
                </a:lnTo>
                <a:lnTo>
                  <a:pt x="2506" y="1009"/>
                </a:lnTo>
                <a:lnTo>
                  <a:pt x="2506" y="1010"/>
                </a:lnTo>
                <a:lnTo>
                  <a:pt x="2507" y="1011"/>
                </a:lnTo>
                <a:lnTo>
                  <a:pt x="2508" y="1012"/>
                </a:lnTo>
                <a:lnTo>
                  <a:pt x="2509" y="1012"/>
                </a:lnTo>
                <a:lnTo>
                  <a:pt x="2509" y="1013"/>
                </a:lnTo>
                <a:lnTo>
                  <a:pt x="2508" y="1013"/>
                </a:lnTo>
                <a:lnTo>
                  <a:pt x="2508" y="1014"/>
                </a:lnTo>
                <a:lnTo>
                  <a:pt x="2509" y="1014"/>
                </a:lnTo>
                <a:lnTo>
                  <a:pt x="2511" y="1017"/>
                </a:lnTo>
                <a:lnTo>
                  <a:pt x="2512" y="1017"/>
                </a:lnTo>
                <a:lnTo>
                  <a:pt x="2513" y="1017"/>
                </a:lnTo>
                <a:lnTo>
                  <a:pt x="2513" y="1018"/>
                </a:lnTo>
                <a:lnTo>
                  <a:pt x="2514" y="1019"/>
                </a:lnTo>
                <a:lnTo>
                  <a:pt x="2515" y="1020"/>
                </a:lnTo>
                <a:lnTo>
                  <a:pt x="2516" y="1020"/>
                </a:lnTo>
                <a:lnTo>
                  <a:pt x="2516" y="1021"/>
                </a:lnTo>
                <a:lnTo>
                  <a:pt x="2517" y="1023"/>
                </a:lnTo>
                <a:lnTo>
                  <a:pt x="2517" y="1024"/>
                </a:lnTo>
                <a:lnTo>
                  <a:pt x="2517" y="1026"/>
                </a:lnTo>
                <a:lnTo>
                  <a:pt x="2516" y="1026"/>
                </a:lnTo>
                <a:lnTo>
                  <a:pt x="2516" y="1027"/>
                </a:lnTo>
                <a:lnTo>
                  <a:pt x="2516" y="1028"/>
                </a:lnTo>
                <a:lnTo>
                  <a:pt x="2515" y="1029"/>
                </a:lnTo>
                <a:lnTo>
                  <a:pt x="2515" y="1030"/>
                </a:lnTo>
                <a:lnTo>
                  <a:pt x="2515" y="1031"/>
                </a:lnTo>
                <a:lnTo>
                  <a:pt x="2514" y="1032"/>
                </a:lnTo>
                <a:lnTo>
                  <a:pt x="2514" y="1033"/>
                </a:lnTo>
                <a:lnTo>
                  <a:pt x="2513" y="1033"/>
                </a:lnTo>
                <a:lnTo>
                  <a:pt x="2513" y="1034"/>
                </a:lnTo>
                <a:lnTo>
                  <a:pt x="2512" y="1036"/>
                </a:lnTo>
                <a:lnTo>
                  <a:pt x="2512" y="1037"/>
                </a:lnTo>
                <a:lnTo>
                  <a:pt x="2513" y="1037"/>
                </a:lnTo>
                <a:lnTo>
                  <a:pt x="2512" y="1038"/>
                </a:lnTo>
                <a:lnTo>
                  <a:pt x="2513" y="1038"/>
                </a:lnTo>
                <a:lnTo>
                  <a:pt x="2514" y="1040"/>
                </a:lnTo>
                <a:lnTo>
                  <a:pt x="2515" y="1041"/>
                </a:lnTo>
                <a:lnTo>
                  <a:pt x="2516" y="1042"/>
                </a:lnTo>
                <a:lnTo>
                  <a:pt x="2519" y="1044"/>
                </a:lnTo>
                <a:lnTo>
                  <a:pt x="2521" y="1046"/>
                </a:lnTo>
                <a:lnTo>
                  <a:pt x="2521" y="1047"/>
                </a:lnTo>
                <a:lnTo>
                  <a:pt x="2522" y="1048"/>
                </a:lnTo>
                <a:lnTo>
                  <a:pt x="2522" y="1049"/>
                </a:lnTo>
                <a:lnTo>
                  <a:pt x="2523" y="1049"/>
                </a:lnTo>
                <a:lnTo>
                  <a:pt x="2524" y="1049"/>
                </a:lnTo>
                <a:lnTo>
                  <a:pt x="2524" y="1050"/>
                </a:lnTo>
                <a:lnTo>
                  <a:pt x="2525" y="1050"/>
                </a:lnTo>
                <a:lnTo>
                  <a:pt x="2525" y="1051"/>
                </a:lnTo>
                <a:lnTo>
                  <a:pt x="2524" y="1052"/>
                </a:lnTo>
                <a:lnTo>
                  <a:pt x="2525" y="1053"/>
                </a:lnTo>
                <a:lnTo>
                  <a:pt x="2525" y="1054"/>
                </a:lnTo>
                <a:lnTo>
                  <a:pt x="2526" y="1054"/>
                </a:lnTo>
                <a:lnTo>
                  <a:pt x="2527" y="1055"/>
                </a:lnTo>
                <a:lnTo>
                  <a:pt x="2527" y="1056"/>
                </a:lnTo>
                <a:lnTo>
                  <a:pt x="2528" y="1057"/>
                </a:lnTo>
                <a:lnTo>
                  <a:pt x="2529" y="1057"/>
                </a:lnTo>
                <a:lnTo>
                  <a:pt x="2530" y="1057"/>
                </a:lnTo>
                <a:lnTo>
                  <a:pt x="2534" y="1059"/>
                </a:lnTo>
                <a:lnTo>
                  <a:pt x="2534" y="1060"/>
                </a:lnTo>
                <a:lnTo>
                  <a:pt x="2534" y="1063"/>
                </a:lnTo>
                <a:lnTo>
                  <a:pt x="2535" y="1064"/>
                </a:lnTo>
                <a:lnTo>
                  <a:pt x="2534" y="1065"/>
                </a:lnTo>
                <a:lnTo>
                  <a:pt x="2534" y="1066"/>
                </a:lnTo>
                <a:lnTo>
                  <a:pt x="2533" y="1066"/>
                </a:lnTo>
                <a:lnTo>
                  <a:pt x="2532" y="1066"/>
                </a:lnTo>
                <a:lnTo>
                  <a:pt x="2531" y="1066"/>
                </a:lnTo>
                <a:lnTo>
                  <a:pt x="2531" y="1067"/>
                </a:lnTo>
                <a:lnTo>
                  <a:pt x="2531" y="1068"/>
                </a:lnTo>
                <a:lnTo>
                  <a:pt x="2530" y="1069"/>
                </a:lnTo>
                <a:lnTo>
                  <a:pt x="2529" y="1069"/>
                </a:lnTo>
                <a:lnTo>
                  <a:pt x="2527" y="1069"/>
                </a:lnTo>
                <a:lnTo>
                  <a:pt x="2527" y="1070"/>
                </a:lnTo>
                <a:lnTo>
                  <a:pt x="2527" y="1071"/>
                </a:lnTo>
                <a:lnTo>
                  <a:pt x="2527" y="1072"/>
                </a:lnTo>
                <a:lnTo>
                  <a:pt x="2527" y="1074"/>
                </a:lnTo>
                <a:lnTo>
                  <a:pt x="2527" y="1076"/>
                </a:lnTo>
                <a:lnTo>
                  <a:pt x="2528" y="1076"/>
                </a:lnTo>
                <a:lnTo>
                  <a:pt x="2528" y="1077"/>
                </a:lnTo>
                <a:lnTo>
                  <a:pt x="2529" y="1078"/>
                </a:lnTo>
                <a:lnTo>
                  <a:pt x="2529" y="1081"/>
                </a:lnTo>
                <a:lnTo>
                  <a:pt x="2528" y="1082"/>
                </a:lnTo>
                <a:lnTo>
                  <a:pt x="2528" y="1083"/>
                </a:lnTo>
                <a:lnTo>
                  <a:pt x="2529" y="1083"/>
                </a:lnTo>
                <a:lnTo>
                  <a:pt x="2529" y="1084"/>
                </a:lnTo>
                <a:lnTo>
                  <a:pt x="2530" y="1084"/>
                </a:lnTo>
                <a:lnTo>
                  <a:pt x="2530" y="1085"/>
                </a:lnTo>
                <a:lnTo>
                  <a:pt x="2531" y="1086"/>
                </a:lnTo>
                <a:lnTo>
                  <a:pt x="2530" y="1087"/>
                </a:lnTo>
                <a:lnTo>
                  <a:pt x="2530" y="1088"/>
                </a:lnTo>
                <a:lnTo>
                  <a:pt x="2528" y="1089"/>
                </a:lnTo>
                <a:lnTo>
                  <a:pt x="2528" y="1090"/>
                </a:lnTo>
                <a:lnTo>
                  <a:pt x="2529" y="1091"/>
                </a:lnTo>
                <a:lnTo>
                  <a:pt x="2529" y="1092"/>
                </a:lnTo>
                <a:lnTo>
                  <a:pt x="2530" y="1092"/>
                </a:lnTo>
                <a:lnTo>
                  <a:pt x="2529" y="1093"/>
                </a:lnTo>
                <a:lnTo>
                  <a:pt x="2529" y="1094"/>
                </a:lnTo>
                <a:lnTo>
                  <a:pt x="2529" y="1095"/>
                </a:lnTo>
                <a:lnTo>
                  <a:pt x="2529" y="1096"/>
                </a:lnTo>
                <a:lnTo>
                  <a:pt x="2529" y="1098"/>
                </a:lnTo>
                <a:lnTo>
                  <a:pt x="2530" y="1099"/>
                </a:lnTo>
                <a:lnTo>
                  <a:pt x="2530" y="1100"/>
                </a:lnTo>
                <a:lnTo>
                  <a:pt x="2530" y="1101"/>
                </a:lnTo>
                <a:lnTo>
                  <a:pt x="2530" y="1102"/>
                </a:lnTo>
                <a:lnTo>
                  <a:pt x="2530" y="1103"/>
                </a:lnTo>
                <a:lnTo>
                  <a:pt x="2532" y="1107"/>
                </a:lnTo>
                <a:lnTo>
                  <a:pt x="2532" y="1109"/>
                </a:lnTo>
                <a:lnTo>
                  <a:pt x="2532" y="1110"/>
                </a:lnTo>
                <a:lnTo>
                  <a:pt x="2532" y="1111"/>
                </a:lnTo>
                <a:lnTo>
                  <a:pt x="2532" y="1114"/>
                </a:lnTo>
                <a:lnTo>
                  <a:pt x="2533" y="1115"/>
                </a:lnTo>
                <a:lnTo>
                  <a:pt x="2533" y="1116"/>
                </a:lnTo>
                <a:lnTo>
                  <a:pt x="2533" y="1118"/>
                </a:lnTo>
                <a:lnTo>
                  <a:pt x="2532" y="1118"/>
                </a:lnTo>
                <a:lnTo>
                  <a:pt x="2532" y="1119"/>
                </a:lnTo>
                <a:lnTo>
                  <a:pt x="2532" y="1120"/>
                </a:lnTo>
                <a:lnTo>
                  <a:pt x="2532" y="1121"/>
                </a:lnTo>
                <a:lnTo>
                  <a:pt x="2532" y="1122"/>
                </a:lnTo>
                <a:lnTo>
                  <a:pt x="2532" y="1123"/>
                </a:lnTo>
                <a:lnTo>
                  <a:pt x="2532" y="1124"/>
                </a:lnTo>
                <a:lnTo>
                  <a:pt x="2531" y="1124"/>
                </a:lnTo>
                <a:lnTo>
                  <a:pt x="2531" y="1125"/>
                </a:lnTo>
                <a:lnTo>
                  <a:pt x="2532" y="1125"/>
                </a:lnTo>
                <a:lnTo>
                  <a:pt x="2533" y="1127"/>
                </a:lnTo>
                <a:lnTo>
                  <a:pt x="2533" y="1129"/>
                </a:lnTo>
                <a:lnTo>
                  <a:pt x="2533" y="1130"/>
                </a:lnTo>
                <a:lnTo>
                  <a:pt x="2533" y="1131"/>
                </a:lnTo>
                <a:lnTo>
                  <a:pt x="2533" y="1132"/>
                </a:lnTo>
                <a:lnTo>
                  <a:pt x="2533" y="1133"/>
                </a:lnTo>
                <a:lnTo>
                  <a:pt x="2533" y="1134"/>
                </a:lnTo>
                <a:lnTo>
                  <a:pt x="2532" y="1135"/>
                </a:lnTo>
                <a:lnTo>
                  <a:pt x="2532" y="1136"/>
                </a:lnTo>
                <a:lnTo>
                  <a:pt x="2531" y="1136"/>
                </a:lnTo>
                <a:lnTo>
                  <a:pt x="2531" y="1137"/>
                </a:lnTo>
                <a:lnTo>
                  <a:pt x="2531" y="1140"/>
                </a:lnTo>
                <a:lnTo>
                  <a:pt x="2531" y="1141"/>
                </a:lnTo>
                <a:lnTo>
                  <a:pt x="2532" y="1141"/>
                </a:lnTo>
                <a:lnTo>
                  <a:pt x="2533" y="1143"/>
                </a:lnTo>
                <a:lnTo>
                  <a:pt x="2534" y="1144"/>
                </a:lnTo>
                <a:lnTo>
                  <a:pt x="2533" y="1145"/>
                </a:lnTo>
                <a:lnTo>
                  <a:pt x="2533" y="1146"/>
                </a:lnTo>
                <a:lnTo>
                  <a:pt x="2532" y="1146"/>
                </a:lnTo>
                <a:lnTo>
                  <a:pt x="2532" y="1147"/>
                </a:lnTo>
                <a:lnTo>
                  <a:pt x="2532" y="1148"/>
                </a:lnTo>
                <a:lnTo>
                  <a:pt x="2532" y="1149"/>
                </a:lnTo>
                <a:lnTo>
                  <a:pt x="2532" y="1150"/>
                </a:lnTo>
                <a:lnTo>
                  <a:pt x="2533" y="1150"/>
                </a:lnTo>
                <a:lnTo>
                  <a:pt x="2533" y="1151"/>
                </a:lnTo>
                <a:lnTo>
                  <a:pt x="2532" y="1152"/>
                </a:lnTo>
                <a:lnTo>
                  <a:pt x="2532" y="1153"/>
                </a:lnTo>
                <a:lnTo>
                  <a:pt x="2533" y="1153"/>
                </a:lnTo>
                <a:lnTo>
                  <a:pt x="2534" y="1153"/>
                </a:lnTo>
                <a:lnTo>
                  <a:pt x="2534" y="1154"/>
                </a:lnTo>
                <a:lnTo>
                  <a:pt x="2535" y="1154"/>
                </a:lnTo>
                <a:lnTo>
                  <a:pt x="2535" y="1155"/>
                </a:lnTo>
                <a:lnTo>
                  <a:pt x="2536" y="1156"/>
                </a:lnTo>
                <a:lnTo>
                  <a:pt x="2535" y="1157"/>
                </a:lnTo>
                <a:lnTo>
                  <a:pt x="2535" y="1158"/>
                </a:lnTo>
                <a:lnTo>
                  <a:pt x="2535" y="1159"/>
                </a:lnTo>
                <a:lnTo>
                  <a:pt x="2536" y="1160"/>
                </a:lnTo>
                <a:lnTo>
                  <a:pt x="2537" y="1160"/>
                </a:lnTo>
                <a:lnTo>
                  <a:pt x="2537" y="1162"/>
                </a:lnTo>
                <a:lnTo>
                  <a:pt x="2538" y="1163"/>
                </a:lnTo>
                <a:lnTo>
                  <a:pt x="2539" y="1164"/>
                </a:lnTo>
                <a:lnTo>
                  <a:pt x="2538" y="1167"/>
                </a:lnTo>
                <a:lnTo>
                  <a:pt x="2538" y="1168"/>
                </a:lnTo>
                <a:lnTo>
                  <a:pt x="2538" y="1169"/>
                </a:lnTo>
                <a:lnTo>
                  <a:pt x="2538" y="1170"/>
                </a:lnTo>
                <a:lnTo>
                  <a:pt x="2538" y="1176"/>
                </a:lnTo>
                <a:lnTo>
                  <a:pt x="2538" y="1177"/>
                </a:lnTo>
                <a:lnTo>
                  <a:pt x="2539" y="1183"/>
                </a:lnTo>
                <a:lnTo>
                  <a:pt x="2539" y="1184"/>
                </a:lnTo>
                <a:lnTo>
                  <a:pt x="2539" y="1185"/>
                </a:lnTo>
                <a:lnTo>
                  <a:pt x="2538" y="1185"/>
                </a:lnTo>
                <a:lnTo>
                  <a:pt x="2539" y="1186"/>
                </a:lnTo>
                <a:lnTo>
                  <a:pt x="2539" y="1187"/>
                </a:lnTo>
                <a:lnTo>
                  <a:pt x="2540" y="1187"/>
                </a:lnTo>
                <a:lnTo>
                  <a:pt x="2541" y="1187"/>
                </a:lnTo>
                <a:lnTo>
                  <a:pt x="2541" y="1188"/>
                </a:lnTo>
                <a:lnTo>
                  <a:pt x="2540" y="1188"/>
                </a:lnTo>
                <a:lnTo>
                  <a:pt x="2539" y="1188"/>
                </a:lnTo>
                <a:lnTo>
                  <a:pt x="2539" y="1189"/>
                </a:lnTo>
                <a:lnTo>
                  <a:pt x="2539" y="1190"/>
                </a:lnTo>
                <a:lnTo>
                  <a:pt x="2538" y="1191"/>
                </a:lnTo>
                <a:lnTo>
                  <a:pt x="2538" y="1193"/>
                </a:lnTo>
                <a:lnTo>
                  <a:pt x="2537" y="1194"/>
                </a:lnTo>
                <a:lnTo>
                  <a:pt x="2537" y="1195"/>
                </a:lnTo>
                <a:lnTo>
                  <a:pt x="2536" y="1196"/>
                </a:lnTo>
                <a:lnTo>
                  <a:pt x="2536" y="1197"/>
                </a:lnTo>
                <a:lnTo>
                  <a:pt x="2536" y="1198"/>
                </a:lnTo>
                <a:lnTo>
                  <a:pt x="2535" y="1199"/>
                </a:lnTo>
                <a:lnTo>
                  <a:pt x="2534" y="1199"/>
                </a:lnTo>
                <a:lnTo>
                  <a:pt x="2534" y="1201"/>
                </a:lnTo>
                <a:lnTo>
                  <a:pt x="2534" y="1202"/>
                </a:lnTo>
                <a:lnTo>
                  <a:pt x="2533" y="1203"/>
                </a:lnTo>
                <a:lnTo>
                  <a:pt x="2533" y="1204"/>
                </a:lnTo>
                <a:lnTo>
                  <a:pt x="2532" y="1205"/>
                </a:lnTo>
                <a:lnTo>
                  <a:pt x="2533" y="1207"/>
                </a:lnTo>
                <a:lnTo>
                  <a:pt x="2533" y="1208"/>
                </a:lnTo>
                <a:lnTo>
                  <a:pt x="2533" y="1209"/>
                </a:lnTo>
                <a:lnTo>
                  <a:pt x="2533" y="1210"/>
                </a:lnTo>
                <a:lnTo>
                  <a:pt x="2532" y="1210"/>
                </a:lnTo>
                <a:lnTo>
                  <a:pt x="2531" y="1213"/>
                </a:lnTo>
                <a:lnTo>
                  <a:pt x="2531" y="1214"/>
                </a:lnTo>
                <a:lnTo>
                  <a:pt x="2531" y="1215"/>
                </a:lnTo>
                <a:lnTo>
                  <a:pt x="2530" y="1216"/>
                </a:lnTo>
                <a:lnTo>
                  <a:pt x="2530" y="1218"/>
                </a:lnTo>
                <a:lnTo>
                  <a:pt x="2529" y="1222"/>
                </a:lnTo>
                <a:lnTo>
                  <a:pt x="2529" y="1223"/>
                </a:lnTo>
                <a:lnTo>
                  <a:pt x="2529" y="1225"/>
                </a:lnTo>
                <a:lnTo>
                  <a:pt x="2528" y="1227"/>
                </a:lnTo>
                <a:lnTo>
                  <a:pt x="2528" y="1228"/>
                </a:lnTo>
                <a:lnTo>
                  <a:pt x="2529" y="1228"/>
                </a:lnTo>
                <a:lnTo>
                  <a:pt x="2529" y="1229"/>
                </a:lnTo>
                <a:lnTo>
                  <a:pt x="2529" y="1230"/>
                </a:lnTo>
                <a:lnTo>
                  <a:pt x="2529" y="1231"/>
                </a:lnTo>
                <a:lnTo>
                  <a:pt x="2530" y="1231"/>
                </a:lnTo>
                <a:lnTo>
                  <a:pt x="2530" y="1233"/>
                </a:lnTo>
                <a:lnTo>
                  <a:pt x="2531" y="1234"/>
                </a:lnTo>
                <a:lnTo>
                  <a:pt x="2530" y="1235"/>
                </a:lnTo>
                <a:lnTo>
                  <a:pt x="2531" y="1236"/>
                </a:lnTo>
                <a:lnTo>
                  <a:pt x="2532" y="1237"/>
                </a:lnTo>
                <a:lnTo>
                  <a:pt x="2532" y="1238"/>
                </a:lnTo>
                <a:lnTo>
                  <a:pt x="2533" y="1238"/>
                </a:lnTo>
                <a:lnTo>
                  <a:pt x="2533" y="1239"/>
                </a:lnTo>
                <a:lnTo>
                  <a:pt x="2533" y="1240"/>
                </a:lnTo>
                <a:lnTo>
                  <a:pt x="2534" y="1241"/>
                </a:lnTo>
                <a:lnTo>
                  <a:pt x="2534" y="1242"/>
                </a:lnTo>
                <a:lnTo>
                  <a:pt x="2535" y="1242"/>
                </a:lnTo>
                <a:lnTo>
                  <a:pt x="2535" y="1243"/>
                </a:lnTo>
                <a:lnTo>
                  <a:pt x="2535" y="1245"/>
                </a:lnTo>
                <a:lnTo>
                  <a:pt x="2535" y="1246"/>
                </a:lnTo>
                <a:lnTo>
                  <a:pt x="2534" y="1248"/>
                </a:lnTo>
                <a:lnTo>
                  <a:pt x="2534" y="1249"/>
                </a:lnTo>
                <a:lnTo>
                  <a:pt x="2535" y="1252"/>
                </a:lnTo>
                <a:lnTo>
                  <a:pt x="2535" y="1255"/>
                </a:lnTo>
                <a:lnTo>
                  <a:pt x="2536" y="1256"/>
                </a:lnTo>
                <a:lnTo>
                  <a:pt x="2536" y="1257"/>
                </a:lnTo>
                <a:lnTo>
                  <a:pt x="2535" y="1258"/>
                </a:lnTo>
                <a:lnTo>
                  <a:pt x="2535" y="1259"/>
                </a:lnTo>
                <a:lnTo>
                  <a:pt x="2535" y="1260"/>
                </a:lnTo>
                <a:lnTo>
                  <a:pt x="2536" y="1261"/>
                </a:lnTo>
                <a:lnTo>
                  <a:pt x="2535" y="1262"/>
                </a:lnTo>
                <a:lnTo>
                  <a:pt x="2536" y="1264"/>
                </a:lnTo>
                <a:lnTo>
                  <a:pt x="2536" y="1265"/>
                </a:lnTo>
                <a:lnTo>
                  <a:pt x="2535" y="1265"/>
                </a:lnTo>
                <a:lnTo>
                  <a:pt x="2535" y="1266"/>
                </a:lnTo>
                <a:lnTo>
                  <a:pt x="2535" y="1269"/>
                </a:lnTo>
                <a:lnTo>
                  <a:pt x="2535" y="1270"/>
                </a:lnTo>
                <a:lnTo>
                  <a:pt x="2535" y="1271"/>
                </a:lnTo>
                <a:lnTo>
                  <a:pt x="2535" y="1278"/>
                </a:lnTo>
                <a:lnTo>
                  <a:pt x="2535" y="1279"/>
                </a:lnTo>
                <a:lnTo>
                  <a:pt x="2536" y="1280"/>
                </a:lnTo>
                <a:lnTo>
                  <a:pt x="2536" y="1281"/>
                </a:lnTo>
                <a:lnTo>
                  <a:pt x="2535" y="1283"/>
                </a:lnTo>
                <a:lnTo>
                  <a:pt x="2535" y="1284"/>
                </a:lnTo>
                <a:lnTo>
                  <a:pt x="2536" y="1284"/>
                </a:lnTo>
                <a:lnTo>
                  <a:pt x="2537" y="1284"/>
                </a:lnTo>
                <a:lnTo>
                  <a:pt x="2537" y="1285"/>
                </a:lnTo>
                <a:lnTo>
                  <a:pt x="2538" y="1287"/>
                </a:lnTo>
                <a:lnTo>
                  <a:pt x="2538" y="1288"/>
                </a:lnTo>
                <a:lnTo>
                  <a:pt x="2539" y="1290"/>
                </a:lnTo>
                <a:lnTo>
                  <a:pt x="2539" y="1291"/>
                </a:lnTo>
                <a:lnTo>
                  <a:pt x="2540" y="1291"/>
                </a:lnTo>
                <a:lnTo>
                  <a:pt x="2540" y="1292"/>
                </a:lnTo>
                <a:lnTo>
                  <a:pt x="2541" y="1293"/>
                </a:lnTo>
                <a:lnTo>
                  <a:pt x="2541" y="1295"/>
                </a:lnTo>
                <a:lnTo>
                  <a:pt x="2540" y="1295"/>
                </a:lnTo>
                <a:lnTo>
                  <a:pt x="2537" y="1295"/>
                </a:lnTo>
                <a:lnTo>
                  <a:pt x="2535" y="1296"/>
                </a:lnTo>
                <a:lnTo>
                  <a:pt x="2535" y="1297"/>
                </a:lnTo>
                <a:lnTo>
                  <a:pt x="2531" y="1297"/>
                </a:lnTo>
                <a:lnTo>
                  <a:pt x="2530" y="1297"/>
                </a:lnTo>
                <a:lnTo>
                  <a:pt x="2529" y="1298"/>
                </a:lnTo>
                <a:lnTo>
                  <a:pt x="2528" y="1298"/>
                </a:lnTo>
                <a:lnTo>
                  <a:pt x="2527" y="1298"/>
                </a:lnTo>
                <a:lnTo>
                  <a:pt x="2524" y="1297"/>
                </a:lnTo>
                <a:lnTo>
                  <a:pt x="2523" y="1297"/>
                </a:lnTo>
                <a:lnTo>
                  <a:pt x="2522" y="1297"/>
                </a:lnTo>
                <a:lnTo>
                  <a:pt x="2522" y="1300"/>
                </a:lnTo>
                <a:lnTo>
                  <a:pt x="2521" y="1301"/>
                </a:lnTo>
                <a:lnTo>
                  <a:pt x="2520" y="1301"/>
                </a:lnTo>
                <a:lnTo>
                  <a:pt x="2520" y="1302"/>
                </a:lnTo>
                <a:lnTo>
                  <a:pt x="2520" y="1305"/>
                </a:lnTo>
                <a:lnTo>
                  <a:pt x="2520" y="1308"/>
                </a:lnTo>
                <a:lnTo>
                  <a:pt x="2522" y="1310"/>
                </a:lnTo>
                <a:lnTo>
                  <a:pt x="2523" y="1312"/>
                </a:lnTo>
                <a:lnTo>
                  <a:pt x="2524" y="1313"/>
                </a:lnTo>
                <a:lnTo>
                  <a:pt x="2525" y="1316"/>
                </a:lnTo>
                <a:lnTo>
                  <a:pt x="2525" y="1319"/>
                </a:lnTo>
                <a:lnTo>
                  <a:pt x="2526" y="1320"/>
                </a:lnTo>
                <a:lnTo>
                  <a:pt x="2526" y="1322"/>
                </a:lnTo>
                <a:lnTo>
                  <a:pt x="2525" y="1323"/>
                </a:lnTo>
                <a:lnTo>
                  <a:pt x="2524" y="1323"/>
                </a:lnTo>
                <a:lnTo>
                  <a:pt x="2524" y="1324"/>
                </a:lnTo>
                <a:lnTo>
                  <a:pt x="2523" y="1324"/>
                </a:lnTo>
                <a:lnTo>
                  <a:pt x="2519" y="1326"/>
                </a:lnTo>
                <a:lnTo>
                  <a:pt x="2518" y="1326"/>
                </a:lnTo>
                <a:lnTo>
                  <a:pt x="2518" y="1328"/>
                </a:lnTo>
                <a:lnTo>
                  <a:pt x="2516" y="1330"/>
                </a:lnTo>
                <a:lnTo>
                  <a:pt x="2515" y="1330"/>
                </a:lnTo>
                <a:lnTo>
                  <a:pt x="2514" y="1330"/>
                </a:lnTo>
                <a:lnTo>
                  <a:pt x="2513" y="1331"/>
                </a:lnTo>
                <a:lnTo>
                  <a:pt x="2513" y="1335"/>
                </a:lnTo>
                <a:lnTo>
                  <a:pt x="2512" y="1337"/>
                </a:lnTo>
                <a:lnTo>
                  <a:pt x="2512" y="1339"/>
                </a:lnTo>
                <a:lnTo>
                  <a:pt x="2512" y="1340"/>
                </a:lnTo>
                <a:lnTo>
                  <a:pt x="2511" y="1341"/>
                </a:lnTo>
                <a:lnTo>
                  <a:pt x="2511" y="1344"/>
                </a:lnTo>
                <a:lnTo>
                  <a:pt x="2516" y="1347"/>
                </a:lnTo>
                <a:lnTo>
                  <a:pt x="2517" y="1347"/>
                </a:lnTo>
                <a:lnTo>
                  <a:pt x="2518" y="1347"/>
                </a:lnTo>
                <a:lnTo>
                  <a:pt x="2519" y="1348"/>
                </a:lnTo>
                <a:lnTo>
                  <a:pt x="2519" y="1349"/>
                </a:lnTo>
                <a:lnTo>
                  <a:pt x="2518" y="1350"/>
                </a:lnTo>
                <a:lnTo>
                  <a:pt x="2517" y="1350"/>
                </a:lnTo>
                <a:lnTo>
                  <a:pt x="2518" y="1352"/>
                </a:lnTo>
                <a:lnTo>
                  <a:pt x="2518" y="1353"/>
                </a:lnTo>
                <a:lnTo>
                  <a:pt x="2518" y="1354"/>
                </a:lnTo>
                <a:lnTo>
                  <a:pt x="2517" y="1354"/>
                </a:lnTo>
                <a:lnTo>
                  <a:pt x="2515" y="1354"/>
                </a:lnTo>
                <a:lnTo>
                  <a:pt x="2514" y="1354"/>
                </a:lnTo>
                <a:lnTo>
                  <a:pt x="2513" y="1354"/>
                </a:lnTo>
                <a:lnTo>
                  <a:pt x="2512" y="1354"/>
                </a:lnTo>
                <a:lnTo>
                  <a:pt x="2512" y="1356"/>
                </a:lnTo>
                <a:lnTo>
                  <a:pt x="2511" y="1356"/>
                </a:lnTo>
                <a:lnTo>
                  <a:pt x="2510" y="1357"/>
                </a:lnTo>
                <a:lnTo>
                  <a:pt x="2508" y="1357"/>
                </a:lnTo>
                <a:lnTo>
                  <a:pt x="2507" y="1357"/>
                </a:lnTo>
                <a:lnTo>
                  <a:pt x="2506" y="1356"/>
                </a:lnTo>
                <a:lnTo>
                  <a:pt x="2505" y="1356"/>
                </a:lnTo>
                <a:lnTo>
                  <a:pt x="2504" y="1356"/>
                </a:lnTo>
                <a:lnTo>
                  <a:pt x="2503" y="1357"/>
                </a:lnTo>
                <a:lnTo>
                  <a:pt x="2502" y="1357"/>
                </a:lnTo>
                <a:lnTo>
                  <a:pt x="2500" y="1357"/>
                </a:lnTo>
                <a:lnTo>
                  <a:pt x="2499" y="1354"/>
                </a:lnTo>
                <a:lnTo>
                  <a:pt x="2500" y="1351"/>
                </a:lnTo>
                <a:lnTo>
                  <a:pt x="2500" y="1350"/>
                </a:lnTo>
                <a:lnTo>
                  <a:pt x="2499" y="1347"/>
                </a:lnTo>
                <a:lnTo>
                  <a:pt x="2499" y="1343"/>
                </a:lnTo>
                <a:lnTo>
                  <a:pt x="2499" y="1340"/>
                </a:lnTo>
                <a:lnTo>
                  <a:pt x="2498" y="1337"/>
                </a:lnTo>
                <a:lnTo>
                  <a:pt x="2498" y="1336"/>
                </a:lnTo>
                <a:lnTo>
                  <a:pt x="2499" y="1334"/>
                </a:lnTo>
                <a:lnTo>
                  <a:pt x="2497" y="1331"/>
                </a:lnTo>
                <a:lnTo>
                  <a:pt x="2496" y="1328"/>
                </a:lnTo>
                <a:lnTo>
                  <a:pt x="2495" y="1326"/>
                </a:lnTo>
                <a:lnTo>
                  <a:pt x="2493" y="1325"/>
                </a:lnTo>
                <a:lnTo>
                  <a:pt x="2492" y="1325"/>
                </a:lnTo>
                <a:lnTo>
                  <a:pt x="2491" y="1326"/>
                </a:lnTo>
                <a:lnTo>
                  <a:pt x="2490" y="1327"/>
                </a:lnTo>
                <a:lnTo>
                  <a:pt x="2489" y="1328"/>
                </a:lnTo>
                <a:lnTo>
                  <a:pt x="2488" y="1328"/>
                </a:lnTo>
                <a:lnTo>
                  <a:pt x="2487" y="1328"/>
                </a:lnTo>
                <a:lnTo>
                  <a:pt x="2486" y="1329"/>
                </a:lnTo>
                <a:lnTo>
                  <a:pt x="2486" y="1330"/>
                </a:lnTo>
                <a:lnTo>
                  <a:pt x="2485" y="1330"/>
                </a:lnTo>
                <a:lnTo>
                  <a:pt x="2484" y="1331"/>
                </a:lnTo>
                <a:lnTo>
                  <a:pt x="2482" y="1330"/>
                </a:lnTo>
                <a:lnTo>
                  <a:pt x="2479" y="1329"/>
                </a:lnTo>
                <a:lnTo>
                  <a:pt x="2478" y="1329"/>
                </a:lnTo>
                <a:lnTo>
                  <a:pt x="2477" y="1329"/>
                </a:lnTo>
                <a:lnTo>
                  <a:pt x="2476" y="1329"/>
                </a:lnTo>
                <a:lnTo>
                  <a:pt x="2475" y="1329"/>
                </a:lnTo>
                <a:lnTo>
                  <a:pt x="2475" y="1330"/>
                </a:lnTo>
                <a:lnTo>
                  <a:pt x="2475" y="1331"/>
                </a:lnTo>
                <a:lnTo>
                  <a:pt x="2476" y="1334"/>
                </a:lnTo>
                <a:lnTo>
                  <a:pt x="2476" y="1335"/>
                </a:lnTo>
                <a:lnTo>
                  <a:pt x="2477" y="1335"/>
                </a:lnTo>
                <a:lnTo>
                  <a:pt x="2477" y="1336"/>
                </a:lnTo>
                <a:lnTo>
                  <a:pt x="2477" y="1335"/>
                </a:lnTo>
                <a:lnTo>
                  <a:pt x="2478" y="1335"/>
                </a:lnTo>
                <a:lnTo>
                  <a:pt x="2478" y="1336"/>
                </a:lnTo>
                <a:lnTo>
                  <a:pt x="2477" y="1337"/>
                </a:lnTo>
                <a:lnTo>
                  <a:pt x="2476" y="1338"/>
                </a:lnTo>
                <a:lnTo>
                  <a:pt x="2476" y="1341"/>
                </a:lnTo>
                <a:lnTo>
                  <a:pt x="2476" y="1343"/>
                </a:lnTo>
                <a:lnTo>
                  <a:pt x="2477" y="1346"/>
                </a:lnTo>
                <a:lnTo>
                  <a:pt x="2477" y="1347"/>
                </a:lnTo>
                <a:lnTo>
                  <a:pt x="2478" y="1349"/>
                </a:lnTo>
                <a:lnTo>
                  <a:pt x="2478" y="1350"/>
                </a:lnTo>
                <a:lnTo>
                  <a:pt x="2477" y="1351"/>
                </a:lnTo>
                <a:lnTo>
                  <a:pt x="2476" y="1352"/>
                </a:lnTo>
                <a:lnTo>
                  <a:pt x="2476" y="1353"/>
                </a:lnTo>
                <a:lnTo>
                  <a:pt x="2476" y="1354"/>
                </a:lnTo>
                <a:lnTo>
                  <a:pt x="2477" y="1356"/>
                </a:lnTo>
                <a:lnTo>
                  <a:pt x="2478" y="1358"/>
                </a:lnTo>
                <a:lnTo>
                  <a:pt x="2479" y="1359"/>
                </a:lnTo>
                <a:lnTo>
                  <a:pt x="2479" y="1360"/>
                </a:lnTo>
                <a:lnTo>
                  <a:pt x="2479" y="1361"/>
                </a:lnTo>
                <a:lnTo>
                  <a:pt x="2479" y="1362"/>
                </a:lnTo>
                <a:lnTo>
                  <a:pt x="2479" y="1363"/>
                </a:lnTo>
                <a:lnTo>
                  <a:pt x="2479" y="1365"/>
                </a:lnTo>
                <a:lnTo>
                  <a:pt x="2479" y="1366"/>
                </a:lnTo>
                <a:lnTo>
                  <a:pt x="2479" y="1367"/>
                </a:lnTo>
                <a:lnTo>
                  <a:pt x="2477" y="1369"/>
                </a:lnTo>
                <a:lnTo>
                  <a:pt x="2475" y="1370"/>
                </a:lnTo>
                <a:lnTo>
                  <a:pt x="2473" y="1371"/>
                </a:lnTo>
                <a:lnTo>
                  <a:pt x="2472" y="1372"/>
                </a:lnTo>
                <a:lnTo>
                  <a:pt x="2472" y="1373"/>
                </a:lnTo>
                <a:lnTo>
                  <a:pt x="2470" y="1373"/>
                </a:lnTo>
                <a:lnTo>
                  <a:pt x="2469" y="1373"/>
                </a:lnTo>
                <a:lnTo>
                  <a:pt x="2467" y="1373"/>
                </a:lnTo>
                <a:lnTo>
                  <a:pt x="2467" y="1375"/>
                </a:lnTo>
                <a:lnTo>
                  <a:pt x="2468" y="1376"/>
                </a:lnTo>
                <a:lnTo>
                  <a:pt x="2469" y="1380"/>
                </a:lnTo>
                <a:lnTo>
                  <a:pt x="2469" y="1381"/>
                </a:lnTo>
                <a:lnTo>
                  <a:pt x="2470" y="1382"/>
                </a:lnTo>
                <a:lnTo>
                  <a:pt x="2470" y="1383"/>
                </a:lnTo>
                <a:lnTo>
                  <a:pt x="2470" y="1387"/>
                </a:lnTo>
                <a:lnTo>
                  <a:pt x="2470" y="1389"/>
                </a:lnTo>
                <a:lnTo>
                  <a:pt x="2471" y="1393"/>
                </a:lnTo>
                <a:lnTo>
                  <a:pt x="2471" y="1395"/>
                </a:lnTo>
                <a:lnTo>
                  <a:pt x="2471" y="1396"/>
                </a:lnTo>
                <a:lnTo>
                  <a:pt x="2470" y="1398"/>
                </a:lnTo>
                <a:lnTo>
                  <a:pt x="2469" y="1399"/>
                </a:lnTo>
                <a:lnTo>
                  <a:pt x="2469" y="1401"/>
                </a:lnTo>
                <a:lnTo>
                  <a:pt x="2470" y="1402"/>
                </a:lnTo>
                <a:lnTo>
                  <a:pt x="2471" y="1403"/>
                </a:lnTo>
                <a:lnTo>
                  <a:pt x="2472" y="1403"/>
                </a:lnTo>
                <a:lnTo>
                  <a:pt x="2476" y="1405"/>
                </a:lnTo>
                <a:lnTo>
                  <a:pt x="2476" y="1407"/>
                </a:lnTo>
                <a:lnTo>
                  <a:pt x="2476" y="1408"/>
                </a:lnTo>
                <a:lnTo>
                  <a:pt x="2477" y="1409"/>
                </a:lnTo>
                <a:lnTo>
                  <a:pt x="2477" y="1411"/>
                </a:lnTo>
                <a:lnTo>
                  <a:pt x="2478" y="1412"/>
                </a:lnTo>
                <a:lnTo>
                  <a:pt x="2479" y="1414"/>
                </a:lnTo>
                <a:lnTo>
                  <a:pt x="2480" y="1415"/>
                </a:lnTo>
                <a:lnTo>
                  <a:pt x="2480" y="1416"/>
                </a:lnTo>
                <a:lnTo>
                  <a:pt x="2480" y="1417"/>
                </a:lnTo>
                <a:lnTo>
                  <a:pt x="2481" y="1419"/>
                </a:lnTo>
                <a:lnTo>
                  <a:pt x="2481" y="1420"/>
                </a:lnTo>
                <a:lnTo>
                  <a:pt x="2482" y="1420"/>
                </a:lnTo>
                <a:lnTo>
                  <a:pt x="2482" y="1421"/>
                </a:lnTo>
                <a:lnTo>
                  <a:pt x="2483" y="1422"/>
                </a:lnTo>
                <a:lnTo>
                  <a:pt x="2483" y="1424"/>
                </a:lnTo>
                <a:lnTo>
                  <a:pt x="2483" y="1425"/>
                </a:lnTo>
                <a:lnTo>
                  <a:pt x="2484" y="1425"/>
                </a:lnTo>
                <a:lnTo>
                  <a:pt x="2485" y="1426"/>
                </a:lnTo>
                <a:lnTo>
                  <a:pt x="2484" y="1427"/>
                </a:lnTo>
                <a:lnTo>
                  <a:pt x="2484" y="1428"/>
                </a:lnTo>
                <a:lnTo>
                  <a:pt x="2482" y="1429"/>
                </a:lnTo>
                <a:lnTo>
                  <a:pt x="2481" y="1429"/>
                </a:lnTo>
                <a:lnTo>
                  <a:pt x="2480" y="1430"/>
                </a:lnTo>
                <a:lnTo>
                  <a:pt x="2479" y="1431"/>
                </a:lnTo>
                <a:lnTo>
                  <a:pt x="2479" y="1434"/>
                </a:lnTo>
                <a:lnTo>
                  <a:pt x="2479" y="1435"/>
                </a:lnTo>
                <a:lnTo>
                  <a:pt x="2478" y="1438"/>
                </a:lnTo>
                <a:lnTo>
                  <a:pt x="2478" y="1440"/>
                </a:lnTo>
                <a:lnTo>
                  <a:pt x="2478" y="1442"/>
                </a:lnTo>
                <a:lnTo>
                  <a:pt x="2476" y="1444"/>
                </a:lnTo>
                <a:lnTo>
                  <a:pt x="2474" y="1445"/>
                </a:lnTo>
                <a:lnTo>
                  <a:pt x="2473" y="1445"/>
                </a:lnTo>
                <a:lnTo>
                  <a:pt x="2472" y="1445"/>
                </a:lnTo>
                <a:lnTo>
                  <a:pt x="2470" y="1446"/>
                </a:lnTo>
                <a:lnTo>
                  <a:pt x="2468" y="1447"/>
                </a:lnTo>
                <a:lnTo>
                  <a:pt x="2468" y="1448"/>
                </a:lnTo>
                <a:lnTo>
                  <a:pt x="2467" y="1450"/>
                </a:lnTo>
                <a:lnTo>
                  <a:pt x="2467" y="1451"/>
                </a:lnTo>
                <a:lnTo>
                  <a:pt x="2466" y="1451"/>
                </a:lnTo>
                <a:lnTo>
                  <a:pt x="2464" y="1450"/>
                </a:lnTo>
                <a:lnTo>
                  <a:pt x="2463" y="1449"/>
                </a:lnTo>
                <a:lnTo>
                  <a:pt x="2460" y="1448"/>
                </a:lnTo>
                <a:lnTo>
                  <a:pt x="2458" y="1448"/>
                </a:lnTo>
                <a:lnTo>
                  <a:pt x="2455" y="1449"/>
                </a:lnTo>
                <a:lnTo>
                  <a:pt x="2453" y="1450"/>
                </a:lnTo>
                <a:lnTo>
                  <a:pt x="2453" y="1451"/>
                </a:lnTo>
                <a:lnTo>
                  <a:pt x="2452" y="1451"/>
                </a:lnTo>
                <a:lnTo>
                  <a:pt x="2451" y="1453"/>
                </a:lnTo>
                <a:lnTo>
                  <a:pt x="2450" y="1453"/>
                </a:lnTo>
                <a:lnTo>
                  <a:pt x="2450" y="1454"/>
                </a:lnTo>
                <a:lnTo>
                  <a:pt x="2449" y="1454"/>
                </a:lnTo>
                <a:lnTo>
                  <a:pt x="2447" y="1453"/>
                </a:lnTo>
                <a:lnTo>
                  <a:pt x="2447" y="1452"/>
                </a:lnTo>
                <a:lnTo>
                  <a:pt x="2446" y="1452"/>
                </a:lnTo>
                <a:lnTo>
                  <a:pt x="2445" y="1452"/>
                </a:lnTo>
                <a:lnTo>
                  <a:pt x="2444" y="1453"/>
                </a:lnTo>
                <a:lnTo>
                  <a:pt x="2443" y="1454"/>
                </a:lnTo>
                <a:lnTo>
                  <a:pt x="2444" y="1455"/>
                </a:lnTo>
                <a:lnTo>
                  <a:pt x="2443" y="1456"/>
                </a:lnTo>
                <a:lnTo>
                  <a:pt x="2440" y="1457"/>
                </a:lnTo>
                <a:lnTo>
                  <a:pt x="2440" y="1459"/>
                </a:lnTo>
                <a:lnTo>
                  <a:pt x="2436" y="1459"/>
                </a:lnTo>
                <a:lnTo>
                  <a:pt x="2435" y="1458"/>
                </a:lnTo>
                <a:lnTo>
                  <a:pt x="2434" y="1457"/>
                </a:lnTo>
                <a:lnTo>
                  <a:pt x="2435" y="1457"/>
                </a:lnTo>
                <a:lnTo>
                  <a:pt x="2435" y="1456"/>
                </a:lnTo>
                <a:lnTo>
                  <a:pt x="2435" y="1451"/>
                </a:lnTo>
                <a:lnTo>
                  <a:pt x="2435" y="1449"/>
                </a:lnTo>
                <a:lnTo>
                  <a:pt x="2434" y="1447"/>
                </a:lnTo>
                <a:lnTo>
                  <a:pt x="2433" y="1447"/>
                </a:lnTo>
                <a:lnTo>
                  <a:pt x="2433" y="1446"/>
                </a:lnTo>
                <a:lnTo>
                  <a:pt x="2433" y="1444"/>
                </a:lnTo>
                <a:lnTo>
                  <a:pt x="2434" y="1443"/>
                </a:lnTo>
                <a:lnTo>
                  <a:pt x="2434" y="1442"/>
                </a:lnTo>
                <a:lnTo>
                  <a:pt x="2435" y="1439"/>
                </a:lnTo>
                <a:lnTo>
                  <a:pt x="2434" y="1437"/>
                </a:lnTo>
                <a:lnTo>
                  <a:pt x="2433" y="1434"/>
                </a:lnTo>
                <a:lnTo>
                  <a:pt x="2432" y="1431"/>
                </a:lnTo>
                <a:lnTo>
                  <a:pt x="2428" y="1426"/>
                </a:lnTo>
                <a:lnTo>
                  <a:pt x="2428" y="1424"/>
                </a:lnTo>
                <a:lnTo>
                  <a:pt x="2428" y="1423"/>
                </a:lnTo>
                <a:lnTo>
                  <a:pt x="2428" y="1422"/>
                </a:lnTo>
                <a:lnTo>
                  <a:pt x="2428" y="1421"/>
                </a:lnTo>
                <a:lnTo>
                  <a:pt x="2427" y="1420"/>
                </a:lnTo>
                <a:lnTo>
                  <a:pt x="2426" y="1419"/>
                </a:lnTo>
                <a:lnTo>
                  <a:pt x="2425" y="1418"/>
                </a:lnTo>
                <a:lnTo>
                  <a:pt x="2425" y="1417"/>
                </a:lnTo>
                <a:lnTo>
                  <a:pt x="2426" y="1416"/>
                </a:lnTo>
                <a:lnTo>
                  <a:pt x="2426" y="1415"/>
                </a:lnTo>
                <a:lnTo>
                  <a:pt x="2425" y="1414"/>
                </a:lnTo>
                <a:lnTo>
                  <a:pt x="2424" y="1414"/>
                </a:lnTo>
                <a:lnTo>
                  <a:pt x="2423" y="1414"/>
                </a:lnTo>
                <a:lnTo>
                  <a:pt x="2423" y="1415"/>
                </a:lnTo>
                <a:lnTo>
                  <a:pt x="2422" y="1415"/>
                </a:lnTo>
                <a:lnTo>
                  <a:pt x="2421" y="1416"/>
                </a:lnTo>
                <a:lnTo>
                  <a:pt x="2420" y="1416"/>
                </a:lnTo>
                <a:lnTo>
                  <a:pt x="2419" y="1416"/>
                </a:lnTo>
                <a:lnTo>
                  <a:pt x="2417" y="1417"/>
                </a:lnTo>
                <a:lnTo>
                  <a:pt x="2416" y="1419"/>
                </a:lnTo>
                <a:lnTo>
                  <a:pt x="2415" y="1419"/>
                </a:lnTo>
                <a:lnTo>
                  <a:pt x="2414" y="1418"/>
                </a:lnTo>
                <a:lnTo>
                  <a:pt x="2413" y="1418"/>
                </a:lnTo>
                <a:lnTo>
                  <a:pt x="2413" y="1419"/>
                </a:lnTo>
                <a:lnTo>
                  <a:pt x="2412" y="1420"/>
                </a:lnTo>
                <a:lnTo>
                  <a:pt x="2413" y="1421"/>
                </a:lnTo>
                <a:lnTo>
                  <a:pt x="2413" y="1422"/>
                </a:lnTo>
                <a:lnTo>
                  <a:pt x="2413" y="1423"/>
                </a:lnTo>
                <a:lnTo>
                  <a:pt x="2414" y="1424"/>
                </a:lnTo>
                <a:lnTo>
                  <a:pt x="2415" y="1425"/>
                </a:lnTo>
                <a:lnTo>
                  <a:pt x="2417" y="1427"/>
                </a:lnTo>
                <a:lnTo>
                  <a:pt x="2417" y="1429"/>
                </a:lnTo>
                <a:lnTo>
                  <a:pt x="2417" y="1431"/>
                </a:lnTo>
                <a:lnTo>
                  <a:pt x="2418" y="1432"/>
                </a:lnTo>
                <a:lnTo>
                  <a:pt x="2420" y="1435"/>
                </a:lnTo>
                <a:lnTo>
                  <a:pt x="2420" y="1436"/>
                </a:lnTo>
                <a:lnTo>
                  <a:pt x="2420" y="1437"/>
                </a:lnTo>
                <a:lnTo>
                  <a:pt x="2419" y="1437"/>
                </a:lnTo>
                <a:lnTo>
                  <a:pt x="2418" y="1437"/>
                </a:lnTo>
                <a:lnTo>
                  <a:pt x="2416" y="1438"/>
                </a:lnTo>
                <a:lnTo>
                  <a:pt x="2415" y="1439"/>
                </a:lnTo>
                <a:lnTo>
                  <a:pt x="2412" y="1440"/>
                </a:lnTo>
                <a:lnTo>
                  <a:pt x="2412" y="1439"/>
                </a:lnTo>
                <a:lnTo>
                  <a:pt x="2411" y="1439"/>
                </a:lnTo>
                <a:lnTo>
                  <a:pt x="2408" y="1439"/>
                </a:lnTo>
                <a:lnTo>
                  <a:pt x="2406" y="1441"/>
                </a:lnTo>
                <a:lnTo>
                  <a:pt x="2406" y="1445"/>
                </a:lnTo>
                <a:lnTo>
                  <a:pt x="2406" y="1448"/>
                </a:lnTo>
                <a:lnTo>
                  <a:pt x="2405" y="1448"/>
                </a:lnTo>
                <a:lnTo>
                  <a:pt x="2403" y="1450"/>
                </a:lnTo>
                <a:lnTo>
                  <a:pt x="2401" y="1451"/>
                </a:lnTo>
                <a:lnTo>
                  <a:pt x="2401" y="1450"/>
                </a:lnTo>
                <a:lnTo>
                  <a:pt x="2401" y="1449"/>
                </a:lnTo>
                <a:lnTo>
                  <a:pt x="2400" y="1448"/>
                </a:lnTo>
                <a:lnTo>
                  <a:pt x="2399" y="1447"/>
                </a:lnTo>
                <a:lnTo>
                  <a:pt x="2398" y="1447"/>
                </a:lnTo>
                <a:lnTo>
                  <a:pt x="2397" y="1447"/>
                </a:lnTo>
                <a:lnTo>
                  <a:pt x="2396" y="1446"/>
                </a:lnTo>
                <a:lnTo>
                  <a:pt x="2396" y="1444"/>
                </a:lnTo>
                <a:lnTo>
                  <a:pt x="2396" y="1443"/>
                </a:lnTo>
                <a:lnTo>
                  <a:pt x="2396" y="1442"/>
                </a:lnTo>
                <a:lnTo>
                  <a:pt x="2395" y="1441"/>
                </a:lnTo>
                <a:lnTo>
                  <a:pt x="2394" y="1441"/>
                </a:lnTo>
                <a:lnTo>
                  <a:pt x="2393" y="1441"/>
                </a:lnTo>
                <a:lnTo>
                  <a:pt x="2391" y="1441"/>
                </a:lnTo>
                <a:lnTo>
                  <a:pt x="2391" y="1442"/>
                </a:lnTo>
                <a:lnTo>
                  <a:pt x="2390" y="1443"/>
                </a:lnTo>
                <a:lnTo>
                  <a:pt x="2389" y="1443"/>
                </a:lnTo>
                <a:lnTo>
                  <a:pt x="2388" y="1443"/>
                </a:lnTo>
                <a:lnTo>
                  <a:pt x="2387" y="1442"/>
                </a:lnTo>
                <a:lnTo>
                  <a:pt x="2386" y="1440"/>
                </a:lnTo>
                <a:lnTo>
                  <a:pt x="2385" y="1439"/>
                </a:lnTo>
                <a:lnTo>
                  <a:pt x="2385" y="1438"/>
                </a:lnTo>
                <a:lnTo>
                  <a:pt x="2386" y="1437"/>
                </a:lnTo>
                <a:lnTo>
                  <a:pt x="2387" y="1435"/>
                </a:lnTo>
                <a:lnTo>
                  <a:pt x="2387" y="1434"/>
                </a:lnTo>
                <a:lnTo>
                  <a:pt x="2387" y="1433"/>
                </a:lnTo>
                <a:lnTo>
                  <a:pt x="2387" y="1432"/>
                </a:lnTo>
                <a:lnTo>
                  <a:pt x="2387" y="1431"/>
                </a:lnTo>
                <a:lnTo>
                  <a:pt x="2386" y="1430"/>
                </a:lnTo>
                <a:lnTo>
                  <a:pt x="2385" y="1429"/>
                </a:lnTo>
                <a:lnTo>
                  <a:pt x="2384" y="1427"/>
                </a:lnTo>
                <a:lnTo>
                  <a:pt x="2383" y="1427"/>
                </a:lnTo>
                <a:lnTo>
                  <a:pt x="2382" y="1426"/>
                </a:lnTo>
                <a:lnTo>
                  <a:pt x="2380" y="1426"/>
                </a:lnTo>
                <a:lnTo>
                  <a:pt x="2379" y="1425"/>
                </a:lnTo>
                <a:lnTo>
                  <a:pt x="2379" y="1424"/>
                </a:lnTo>
                <a:lnTo>
                  <a:pt x="2380" y="1424"/>
                </a:lnTo>
                <a:lnTo>
                  <a:pt x="2380" y="1423"/>
                </a:lnTo>
                <a:lnTo>
                  <a:pt x="2381" y="1423"/>
                </a:lnTo>
                <a:lnTo>
                  <a:pt x="2380" y="1422"/>
                </a:lnTo>
                <a:lnTo>
                  <a:pt x="2379" y="1422"/>
                </a:lnTo>
                <a:lnTo>
                  <a:pt x="2379" y="1421"/>
                </a:lnTo>
                <a:lnTo>
                  <a:pt x="2378" y="1421"/>
                </a:lnTo>
                <a:lnTo>
                  <a:pt x="2377" y="1419"/>
                </a:lnTo>
                <a:lnTo>
                  <a:pt x="2376" y="1419"/>
                </a:lnTo>
                <a:lnTo>
                  <a:pt x="2376" y="1417"/>
                </a:lnTo>
                <a:lnTo>
                  <a:pt x="2375" y="1416"/>
                </a:lnTo>
                <a:lnTo>
                  <a:pt x="2374" y="1415"/>
                </a:lnTo>
                <a:lnTo>
                  <a:pt x="2372" y="1415"/>
                </a:lnTo>
                <a:lnTo>
                  <a:pt x="2371" y="1415"/>
                </a:lnTo>
                <a:lnTo>
                  <a:pt x="2369" y="1415"/>
                </a:lnTo>
                <a:lnTo>
                  <a:pt x="2368" y="1415"/>
                </a:lnTo>
                <a:lnTo>
                  <a:pt x="2367" y="1416"/>
                </a:lnTo>
                <a:lnTo>
                  <a:pt x="2366" y="1417"/>
                </a:lnTo>
                <a:lnTo>
                  <a:pt x="2366" y="1418"/>
                </a:lnTo>
                <a:lnTo>
                  <a:pt x="2365" y="1420"/>
                </a:lnTo>
                <a:lnTo>
                  <a:pt x="2364" y="1420"/>
                </a:lnTo>
                <a:lnTo>
                  <a:pt x="2363" y="1420"/>
                </a:lnTo>
                <a:lnTo>
                  <a:pt x="2362" y="1419"/>
                </a:lnTo>
                <a:lnTo>
                  <a:pt x="2360" y="1419"/>
                </a:lnTo>
                <a:lnTo>
                  <a:pt x="2359" y="1419"/>
                </a:lnTo>
                <a:lnTo>
                  <a:pt x="2358" y="1417"/>
                </a:lnTo>
                <a:lnTo>
                  <a:pt x="2358" y="1415"/>
                </a:lnTo>
                <a:lnTo>
                  <a:pt x="2357" y="1414"/>
                </a:lnTo>
                <a:lnTo>
                  <a:pt x="2356" y="1412"/>
                </a:lnTo>
                <a:lnTo>
                  <a:pt x="2355" y="1412"/>
                </a:lnTo>
                <a:lnTo>
                  <a:pt x="2355" y="1411"/>
                </a:lnTo>
                <a:lnTo>
                  <a:pt x="2354" y="1412"/>
                </a:lnTo>
                <a:lnTo>
                  <a:pt x="2353" y="1411"/>
                </a:lnTo>
                <a:lnTo>
                  <a:pt x="2353" y="1410"/>
                </a:lnTo>
                <a:lnTo>
                  <a:pt x="2352" y="1409"/>
                </a:lnTo>
                <a:lnTo>
                  <a:pt x="2352" y="1408"/>
                </a:lnTo>
                <a:lnTo>
                  <a:pt x="2352" y="1407"/>
                </a:lnTo>
                <a:lnTo>
                  <a:pt x="2353" y="1407"/>
                </a:lnTo>
                <a:lnTo>
                  <a:pt x="2353" y="1406"/>
                </a:lnTo>
                <a:lnTo>
                  <a:pt x="2352" y="1406"/>
                </a:lnTo>
                <a:lnTo>
                  <a:pt x="2352" y="1405"/>
                </a:lnTo>
                <a:lnTo>
                  <a:pt x="2352" y="1404"/>
                </a:lnTo>
                <a:lnTo>
                  <a:pt x="2352" y="1403"/>
                </a:lnTo>
                <a:lnTo>
                  <a:pt x="2353" y="1402"/>
                </a:lnTo>
                <a:lnTo>
                  <a:pt x="2353" y="1401"/>
                </a:lnTo>
                <a:lnTo>
                  <a:pt x="2352" y="1401"/>
                </a:lnTo>
                <a:lnTo>
                  <a:pt x="2352" y="1399"/>
                </a:lnTo>
                <a:lnTo>
                  <a:pt x="2352" y="1398"/>
                </a:lnTo>
                <a:lnTo>
                  <a:pt x="2353" y="1397"/>
                </a:lnTo>
                <a:lnTo>
                  <a:pt x="2352" y="1396"/>
                </a:lnTo>
                <a:lnTo>
                  <a:pt x="2351" y="1395"/>
                </a:lnTo>
                <a:lnTo>
                  <a:pt x="2351" y="1394"/>
                </a:lnTo>
                <a:lnTo>
                  <a:pt x="2349" y="1392"/>
                </a:lnTo>
                <a:lnTo>
                  <a:pt x="2348" y="1392"/>
                </a:lnTo>
                <a:lnTo>
                  <a:pt x="2347" y="1392"/>
                </a:lnTo>
                <a:lnTo>
                  <a:pt x="2347" y="1390"/>
                </a:lnTo>
                <a:lnTo>
                  <a:pt x="2346" y="1389"/>
                </a:lnTo>
                <a:lnTo>
                  <a:pt x="2345" y="1389"/>
                </a:lnTo>
                <a:lnTo>
                  <a:pt x="2344" y="1389"/>
                </a:lnTo>
                <a:lnTo>
                  <a:pt x="2344" y="1388"/>
                </a:lnTo>
                <a:lnTo>
                  <a:pt x="2344" y="1387"/>
                </a:lnTo>
                <a:lnTo>
                  <a:pt x="2343" y="1387"/>
                </a:lnTo>
                <a:lnTo>
                  <a:pt x="2341" y="1387"/>
                </a:lnTo>
                <a:lnTo>
                  <a:pt x="2340" y="1387"/>
                </a:lnTo>
                <a:lnTo>
                  <a:pt x="2339" y="1388"/>
                </a:lnTo>
                <a:lnTo>
                  <a:pt x="2338" y="1389"/>
                </a:lnTo>
                <a:lnTo>
                  <a:pt x="2336" y="1389"/>
                </a:lnTo>
                <a:lnTo>
                  <a:pt x="2335" y="1389"/>
                </a:lnTo>
                <a:lnTo>
                  <a:pt x="2335" y="1388"/>
                </a:lnTo>
                <a:lnTo>
                  <a:pt x="2335" y="1387"/>
                </a:lnTo>
                <a:lnTo>
                  <a:pt x="2334" y="1386"/>
                </a:lnTo>
                <a:lnTo>
                  <a:pt x="2334" y="1385"/>
                </a:lnTo>
                <a:lnTo>
                  <a:pt x="2333" y="1385"/>
                </a:lnTo>
                <a:lnTo>
                  <a:pt x="2332" y="1385"/>
                </a:lnTo>
                <a:lnTo>
                  <a:pt x="2331" y="1385"/>
                </a:lnTo>
                <a:lnTo>
                  <a:pt x="2331" y="1386"/>
                </a:lnTo>
                <a:lnTo>
                  <a:pt x="2330" y="1387"/>
                </a:lnTo>
                <a:lnTo>
                  <a:pt x="2329" y="1387"/>
                </a:lnTo>
                <a:lnTo>
                  <a:pt x="2328" y="1388"/>
                </a:lnTo>
                <a:lnTo>
                  <a:pt x="2327" y="1389"/>
                </a:lnTo>
                <a:lnTo>
                  <a:pt x="2325" y="1390"/>
                </a:lnTo>
                <a:lnTo>
                  <a:pt x="2324" y="1391"/>
                </a:lnTo>
                <a:lnTo>
                  <a:pt x="2323" y="1391"/>
                </a:lnTo>
                <a:lnTo>
                  <a:pt x="2323" y="1392"/>
                </a:lnTo>
                <a:lnTo>
                  <a:pt x="2322" y="1394"/>
                </a:lnTo>
                <a:lnTo>
                  <a:pt x="2322" y="1396"/>
                </a:lnTo>
                <a:lnTo>
                  <a:pt x="2323" y="1396"/>
                </a:lnTo>
                <a:lnTo>
                  <a:pt x="2323" y="1397"/>
                </a:lnTo>
                <a:lnTo>
                  <a:pt x="2324" y="1398"/>
                </a:lnTo>
                <a:lnTo>
                  <a:pt x="2324" y="1399"/>
                </a:lnTo>
                <a:lnTo>
                  <a:pt x="2324" y="1400"/>
                </a:lnTo>
                <a:lnTo>
                  <a:pt x="2323" y="1400"/>
                </a:lnTo>
                <a:lnTo>
                  <a:pt x="2323" y="1401"/>
                </a:lnTo>
                <a:lnTo>
                  <a:pt x="2322" y="1401"/>
                </a:lnTo>
                <a:lnTo>
                  <a:pt x="2321" y="1401"/>
                </a:lnTo>
                <a:lnTo>
                  <a:pt x="2321" y="1402"/>
                </a:lnTo>
                <a:lnTo>
                  <a:pt x="2321" y="1403"/>
                </a:lnTo>
                <a:lnTo>
                  <a:pt x="2322" y="1404"/>
                </a:lnTo>
                <a:lnTo>
                  <a:pt x="2322" y="1405"/>
                </a:lnTo>
                <a:lnTo>
                  <a:pt x="2321" y="1406"/>
                </a:lnTo>
                <a:lnTo>
                  <a:pt x="2320" y="1406"/>
                </a:lnTo>
                <a:lnTo>
                  <a:pt x="2320" y="1407"/>
                </a:lnTo>
                <a:lnTo>
                  <a:pt x="2319" y="1407"/>
                </a:lnTo>
                <a:lnTo>
                  <a:pt x="2318" y="1408"/>
                </a:lnTo>
                <a:lnTo>
                  <a:pt x="2318" y="1409"/>
                </a:lnTo>
                <a:lnTo>
                  <a:pt x="2319" y="1410"/>
                </a:lnTo>
                <a:lnTo>
                  <a:pt x="2319" y="1411"/>
                </a:lnTo>
                <a:lnTo>
                  <a:pt x="2319" y="1412"/>
                </a:lnTo>
                <a:lnTo>
                  <a:pt x="2319" y="1413"/>
                </a:lnTo>
                <a:lnTo>
                  <a:pt x="2319" y="1414"/>
                </a:lnTo>
                <a:lnTo>
                  <a:pt x="2320" y="1415"/>
                </a:lnTo>
                <a:lnTo>
                  <a:pt x="2321" y="1415"/>
                </a:lnTo>
                <a:lnTo>
                  <a:pt x="2322" y="1416"/>
                </a:lnTo>
                <a:lnTo>
                  <a:pt x="2322" y="1417"/>
                </a:lnTo>
                <a:lnTo>
                  <a:pt x="2322" y="1418"/>
                </a:lnTo>
                <a:lnTo>
                  <a:pt x="2321" y="1418"/>
                </a:lnTo>
                <a:lnTo>
                  <a:pt x="2320" y="1419"/>
                </a:lnTo>
                <a:lnTo>
                  <a:pt x="2319" y="1419"/>
                </a:lnTo>
                <a:lnTo>
                  <a:pt x="2318" y="1418"/>
                </a:lnTo>
                <a:lnTo>
                  <a:pt x="2317" y="1419"/>
                </a:lnTo>
                <a:lnTo>
                  <a:pt x="2316" y="1419"/>
                </a:lnTo>
                <a:lnTo>
                  <a:pt x="2315" y="1420"/>
                </a:lnTo>
                <a:lnTo>
                  <a:pt x="2315" y="1421"/>
                </a:lnTo>
                <a:lnTo>
                  <a:pt x="2316" y="1422"/>
                </a:lnTo>
                <a:lnTo>
                  <a:pt x="2317" y="1423"/>
                </a:lnTo>
                <a:lnTo>
                  <a:pt x="2317" y="1424"/>
                </a:lnTo>
                <a:lnTo>
                  <a:pt x="2316" y="1424"/>
                </a:lnTo>
                <a:lnTo>
                  <a:pt x="2315" y="1424"/>
                </a:lnTo>
                <a:lnTo>
                  <a:pt x="2315" y="1425"/>
                </a:lnTo>
                <a:lnTo>
                  <a:pt x="2314" y="1425"/>
                </a:lnTo>
                <a:lnTo>
                  <a:pt x="2313" y="1424"/>
                </a:lnTo>
                <a:lnTo>
                  <a:pt x="2312" y="1424"/>
                </a:lnTo>
                <a:lnTo>
                  <a:pt x="2311" y="1422"/>
                </a:lnTo>
                <a:lnTo>
                  <a:pt x="2310" y="1422"/>
                </a:lnTo>
                <a:lnTo>
                  <a:pt x="2310" y="1421"/>
                </a:lnTo>
                <a:lnTo>
                  <a:pt x="2309" y="1421"/>
                </a:lnTo>
                <a:lnTo>
                  <a:pt x="2308" y="1421"/>
                </a:lnTo>
                <a:lnTo>
                  <a:pt x="2307" y="1422"/>
                </a:lnTo>
                <a:lnTo>
                  <a:pt x="2307" y="1423"/>
                </a:lnTo>
                <a:lnTo>
                  <a:pt x="2306" y="1423"/>
                </a:lnTo>
                <a:lnTo>
                  <a:pt x="2306" y="1424"/>
                </a:lnTo>
                <a:lnTo>
                  <a:pt x="2307" y="1425"/>
                </a:lnTo>
                <a:lnTo>
                  <a:pt x="2307" y="1426"/>
                </a:lnTo>
                <a:lnTo>
                  <a:pt x="2308" y="1427"/>
                </a:lnTo>
                <a:lnTo>
                  <a:pt x="2307" y="1428"/>
                </a:lnTo>
                <a:lnTo>
                  <a:pt x="2303" y="1429"/>
                </a:lnTo>
                <a:lnTo>
                  <a:pt x="2302" y="1429"/>
                </a:lnTo>
                <a:lnTo>
                  <a:pt x="2301" y="1428"/>
                </a:lnTo>
                <a:lnTo>
                  <a:pt x="2300" y="1428"/>
                </a:lnTo>
                <a:lnTo>
                  <a:pt x="2299" y="1429"/>
                </a:lnTo>
                <a:lnTo>
                  <a:pt x="2299" y="1430"/>
                </a:lnTo>
                <a:lnTo>
                  <a:pt x="2298" y="1431"/>
                </a:lnTo>
                <a:lnTo>
                  <a:pt x="2298" y="1432"/>
                </a:lnTo>
                <a:lnTo>
                  <a:pt x="2298" y="1433"/>
                </a:lnTo>
                <a:lnTo>
                  <a:pt x="2299" y="1434"/>
                </a:lnTo>
                <a:lnTo>
                  <a:pt x="2300" y="1434"/>
                </a:lnTo>
                <a:lnTo>
                  <a:pt x="2300" y="1435"/>
                </a:lnTo>
                <a:lnTo>
                  <a:pt x="2300" y="1436"/>
                </a:lnTo>
                <a:lnTo>
                  <a:pt x="2300" y="1437"/>
                </a:lnTo>
                <a:lnTo>
                  <a:pt x="2299" y="1437"/>
                </a:lnTo>
                <a:lnTo>
                  <a:pt x="2299" y="1438"/>
                </a:lnTo>
                <a:lnTo>
                  <a:pt x="2299" y="1440"/>
                </a:lnTo>
                <a:lnTo>
                  <a:pt x="2299" y="1441"/>
                </a:lnTo>
                <a:lnTo>
                  <a:pt x="2298" y="1442"/>
                </a:lnTo>
                <a:lnTo>
                  <a:pt x="2296" y="1443"/>
                </a:lnTo>
                <a:lnTo>
                  <a:pt x="2295" y="1443"/>
                </a:lnTo>
                <a:lnTo>
                  <a:pt x="2295" y="1444"/>
                </a:lnTo>
                <a:lnTo>
                  <a:pt x="2296" y="1445"/>
                </a:lnTo>
                <a:lnTo>
                  <a:pt x="2297" y="1446"/>
                </a:lnTo>
                <a:lnTo>
                  <a:pt x="2297" y="1447"/>
                </a:lnTo>
                <a:lnTo>
                  <a:pt x="2297" y="1448"/>
                </a:lnTo>
                <a:lnTo>
                  <a:pt x="2296" y="1448"/>
                </a:lnTo>
                <a:lnTo>
                  <a:pt x="2295" y="1449"/>
                </a:lnTo>
                <a:lnTo>
                  <a:pt x="2293" y="1450"/>
                </a:lnTo>
                <a:lnTo>
                  <a:pt x="2292" y="1450"/>
                </a:lnTo>
                <a:lnTo>
                  <a:pt x="2292" y="1451"/>
                </a:lnTo>
                <a:lnTo>
                  <a:pt x="2291" y="1452"/>
                </a:lnTo>
                <a:lnTo>
                  <a:pt x="2291" y="1454"/>
                </a:lnTo>
                <a:lnTo>
                  <a:pt x="2291" y="1455"/>
                </a:lnTo>
                <a:lnTo>
                  <a:pt x="2292" y="1455"/>
                </a:lnTo>
                <a:lnTo>
                  <a:pt x="2293" y="1456"/>
                </a:lnTo>
                <a:lnTo>
                  <a:pt x="2294" y="1456"/>
                </a:lnTo>
                <a:lnTo>
                  <a:pt x="2295" y="1455"/>
                </a:lnTo>
                <a:lnTo>
                  <a:pt x="2297" y="1455"/>
                </a:lnTo>
                <a:lnTo>
                  <a:pt x="2298" y="1455"/>
                </a:lnTo>
                <a:lnTo>
                  <a:pt x="2300" y="1455"/>
                </a:lnTo>
                <a:lnTo>
                  <a:pt x="2301" y="1455"/>
                </a:lnTo>
                <a:lnTo>
                  <a:pt x="2300" y="1456"/>
                </a:lnTo>
                <a:lnTo>
                  <a:pt x="2300" y="1457"/>
                </a:lnTo>
                <a:lnTo>
                  <a:pt x="2300" y="1458"/>
                </a:lnTo>
                <a:lnTo>
                  <a:pt x="2300" y="1459"/>
                </a:lnTo>
                <a:lnTo>
                  <a:pt x="2300" y="1460"/>
                </a:lnTo>
                <a:lnTo>
                  <a:pt x="2301" y="1460"/>
                </a:lnTo>
                <a:lnTo>
                  <a:pt x="2302" y="1460"/>
                </a:lnTo>
                <a:lnTo>
                  <a:pt x="2303" y="1461"/>
                </a:lnTo>
                <a:lnTo>
                  <a:pt x="2304" y="1462"/>
                </a:lnTo>
                <a:lnTo>
                  <a:pt x="2304" y="1463"/>
                </a:lnTo>
                <a:lnTo>
                  <a:pt x="2304" y="1464"/>
                </a:lnTo>
                <a:lnTo>
                  <a:pt x="2303" y="1465"/>
                </a:lnTo>
                <a:lnTo>
                  <a:pt x="2302" y="1465"/>
                </a:lnTo>
                <a:lnTo>
                  <a:pt x="2302" y="1466"/>
                </a:lnTo>
                <a:lnTo>
                  <a:pt x="2301" y="1466"/>
                </a:lnTo>
                <a:lnTo>
                  <a:pt x="2301" y="1467"/>
                </a:lnTo>
                <a:lnTo>
                  <a:pt x="2300" y="1468"/>
                </a:lnTo>
                <a:lnTo>
                  <a:pt x="2300" y="1469"/>
                </a:lnTo>
                <a:lnTo>
                  <a:pt x="2300" y="1470"/>
                </a:lnTo>
                <a:lnTo>
                  <a:pt x="2299" y="1470"/>
                </a:lnTo>
                <a:lnTo>
                  <a:pt x="2299" y="1471"/>
                </a:lnTo>
                <a:lnTo>
                  <a:pt x="2299" y="1472"/>
                </a:lnTo>
                <a:lnTo>
                  <a:pt x="2299" y="1473"/>
                </a:lnTo>
                <a:lnTo>
                  <a:pt x="2299" y="1474"/>
                </a:lnTo>
                <a:lnTo>
                  <a:pt x="2298" y="1474"/>
                </a:lnTo>
                <a:lnTo>
                  <a:pt x="2298" y="1475"/>
                </a:lnTo>
                <a:lnTo>
                  <a:pt x="2299" y="1475"/>
                </a:lnTo>
                <a:lnTo>
                  <a:pt x="2299" y="1476"/>
                </a:lnTo>
                <a:lnTo>
                  <a:pt x="2300" y="1477"/>
                </a:lnTo>
                <a:lnTo>
                  <a:pt x="2301" y="1477"/>
                </a:lnTo>
                <a:lnTo>
                  <a:pt x="2300" y="1478"/>
                </a:lnTo>
                <a:lnTo>
                  <a:pt x="2299" y="1478"/>
                </a:lnTo>
                <a:lnTo>
                  <a:pt x="2298" y="1479"/>
                </a:lnTo>
                <a:lnTo>
                  <a:pt x="2298" y="1480"/>
                </a:lnTo>
                <a:lnTo>
                  <a:pt x="2299" y="1480"/>
                </a:lnTo>
                <a:lnTo>
                  <a:pt x="2299" y="1481"/>
                </a:lnTo>
                <a:lnTo>
                  <a:pt x="2300" y="1482"/>
                </a:lnTo>
                <a:lnTo>
                  <a:pt x="2299" y="1483"/>
                </a:lnTo>
                <a:lnTo>
                  <a:pt x="2298" y="1483"/>
                </a:lnTo>
                <a:lnTo>
                  <a:pt x="2297" y="1484"/>
                </a:lnTo>
                <a:lnTo>
                  <a:pt x="2296" y="1484"/>
                </a:lnTo>
                <a:lnTo>
                  <a:pt x="2295" y="1483"/>
                </a:lnTo>
                <a:lnTo>
                  <a:pt x="2294" y="1482"/>
                </a:lnTo>
                <a:lnTo>
                  <a:pt x="2293" y="1482"/>
                </a:lnTo>
                <a:lnTo>
                  <a:pt x="2292" y="1482"/>
                </a:lnTo>
                <a:lnTo>
                  <a:pt x="2291" y="1482"/>
                </a:lnTo>
                <a:lnTo>
                  <a:pt x="2291" y="1481"/>
                </a:lnTo>
                <a:lnTo>
                  <a:pt x="2292" y="1480"/>
                </a:lnTo>
                <a:lnTo>
                  <a:pt x="2291" y="1479"/>
                </a:lnTo>
                <a:lnTo>
                  <a:pt x="2290" y="1478"/>
                </a:lnTo>
                <a:lnTo>
                  <a:pt x="2290" y="1477"/>
                </a:lnTo>
                <a:lnTo>
                  <a:pt x="2289" y="1477"/>
                </a:lnTo>
                <a:lnTo>
                  <a:pt x="2288" y="1477"/>
                </a:lnTo>
                <a:lnTo>
                  <a:pt x="2287" y="1478"/>
                </a:lnTo>
                <a:lnTo>
                  <a:pt x="2286" y="1478"/>
                </a:lnTo>
                <a:lnTo>
                  <a:pt x="2285" y="1478"/>
                </a:lnTo>
                <a:lnTo>
                  <a:pt x="2285" y="1479"/>
                </a:lnTo>
                <a:lnTo>
                  <a:pt x="2284" y="1479"/>
                </a:lnTo>
                <a:lnTo>
                  <a:pt x="2283" y="1479"/>
                </a:lnTo>
                <a:lnTo>
                  <a:pt x="2282" y="1480"/>
                </a:lnTo>
                <a:lnTo>
                  <a:pt x="2281" y="1480"/>
                </a:lnTo>
                <a:lnTo>
                  <a:pt x="2281" y="1481"/>
                </a:lnTo>
                <a:lnTo>
                  <a:pt x="2280" y="1482"/>
                </a:lnTo>
                <a:lnTo>
                  <a:pt x="2279" y="1482"/>
                </a:lnTo>
                <a:lnTo>
                  <a:pt x="2279" y="1483"/>
                </a:lnTo>
                <a:lnTo>
                  <a:pt x="2278" y="1483"/>
                </a:lnTo>
                <a:lnTo>
                  <a:pt x="2278" y="1484"/>
                </a:lnTo>
                <a:lnTo>
                  <a:pt x="2277" y="1484"/>
                </a:lnTo>
                <a:lnTo>
                  <a:pt x="2276" y="1485"/>
                </a:lnTo>
                <a:lnTo>
                  <a:pt x="2275" y="1486"/>
                </a:lnTo>
                <a:lnTo>
                  <a:pt x="2274" y="1487"/>
                </a:lnTo>
                <a:lnTo>
                  <a:pt x="2273" y="1487"/>
                </a:lnTo>
                <a:lnTo>
                  <a:pt x="2273" y="1488"/>
                </a:lnTo>
                <a:lnTo>
                  <a:pt x="2273" y="1489"/>
                </a:lnTo>
                <a:lnTo>
                  <a:pt x="2272" y="1489"/>
                </a:lnTo>
                <a:lnTo>
                  <a:pt x="2271" y="1489"/>
                </a:lnTo>
                <a:lnTo>
                  <a:pt x="2271" y="1490"/>
                </a:lnTo>
                <a:lnTo>
                  <a:pt x="2270" y="1490"/>
                </a:lnTo>
                <a:lnTo>
                  <a:pt x="2270" y="1491"/>
                </a:lnTo>
                <a:lnTo>
                  <a:pt x="2269" y="1491"/>
                </a:lnTo>
                <a:lnTo>
                  <a:pt x="2269" y="1492"/>
                </a:lnTo>
                <a:lnTo>
                  <a:pt x="2268" y="1492"/>
                </a:lnTo>
                <a:lnTo>
                  <a:pt x="2267" y="1492"/>
                </a:lnTo>
                <a:lnTo>
                  <a:pt x="2266" y="1492"/>
                </a:lnTo>
                <a:lnTo>
                  <a:pt x="2266" y="1493"/>
                </a:lnTo>
                <a:lnTo>
                  <a:pt x="2265" y="1493"/>
                </a:lnTo>
                <a:lnTo>
                  <a:pt x="2265" y="1494"/>
                </a:lnTo>
                <a:lnTo>
                  <a:pt x="2264" y="1494"/>
                </a:lnTo>
                <a:lnTo>
                  <a:pt x="2263" y="1494"/>
                </a:lnTo>
                <a:lnTo>
                  <a:pt x="2262" y="1495"/>
                </a:lnTo>
                <a:lnTo>
                  <a:pt x="2261" y="1495"/>
                </a:lnTo>
                <a:lnTo>
                  <a:pt x="2260" y="1495"/>
                </a:lnTo>
                <a:lnTo>
                  <a:pt x="2260" y="1496"/>
                </a:lnTo>
                <a:lnTo>
                  <a:pt x="2260" y="1497"/>
                </a:lnTo>
                <a:lnTo>
                  <a:pt x="2260" y="1498"/>
                </a:lnTo>
                <a:lnTo>
                  <a:pt x="2260" y="1500"/>
                </a:lnTo>
                <a:lnTo>
                  <a:pt x="2260" y="1501"/>
                </a:lnTo>
                <a:lnTo>
                  <a:pt x="2259" y="1501"/>
                </a:lnTo>
                <a:lnTo>
                  <a:pt x="2259" y="1502"/>
                </a:lnTo>
                <a:lnTo>
                  <a:pt x="2259" y="1501"/>
                </a:lnTo>
                <a:lnTo>
                  <a:pt x="2259" y="1500"/>
                </a:lnTo>
                <a:lnTo>
                  <a:pt x="2259" y="1498"/>
                </a:lnTo>
                <a:lnTo>
                  <a:pt x="2258" y="1498"/>
                </a:lnTo>
                <a:lnTo>
                  <a:pt x="2258" y="1497"/>
                </a:lnTo>
                <a:lnTo>
                  <a:pt x="2258" y="1496"/>
                </a:lnTo>
                <a:lnTo>
                  <a:pt x="2258" y="1495"/>
                </a:lnTo>
                <a:lnTo>
                  <a:pt x="2258" y="1494"/>
                </a:lnTo>
                <a:lnTo>
                  <a:pt x="2257" y="1494"/>
                </a:lnTo>
                <a:lnTo>
                  <a:pt x="2257" y="1493"/>
                </a:lnTo>
                <a:lnTo>
                  <a:pt x="2256" y="1492"/>
                </a:lnTo>
                <a:lnTo>
                  <a:pt x="2255" y="1491"/>
                </a:lnTo>
                <a:lnTo>
                  <a:pt x="2254" y="1490"/>
                </a:lnTo>
                <a:lnTo>
                  <a:pt x="2254" y="1489"/>
                </a:lnTo>
                <a:lnTo>
                  <a:pt x="2253" y="1489"/>
                </a:lnTo>
                <a:lnTo>
                  <a:pt x="2252" y="1489"/>
                </a:lnTo>
                <a:lnTo>
                  <a:pt x="2252" y="1490"/>
                </a:lnTo>
                <a:lnTo>
                  <a:pt x="2251" y="1490"/>
                </a:lnTo>
                <a:lnTo>
                  <a:pt x="2251" y="1489"/>
                </a:lnTo>
                <a:lnTo>
                  <a:pt x="2250" y="1489"/>
                </a:lnTo>
                <a:lnTo>
                  <a:pt x="2249" y="1489"/>
                </a:lnTo>
                <a:lnTo>
                  <a:pt x="2249" y="1490"/>
                </a:lnTo>
                <a:lnTo>
                  <a:pt x="2248" y="1490"/>
                </a:lnTo>
                <a:lnTo>
                  <a:pt x="2247" y="1490"/>
                </a:lnTo>
                <a:lnTo>
                  <a:pt x="2247" y="1489"/>
                </a:lnTo>
                <a:lnTo>
                  <a:pt x="2247" y="1488"/>
                </a:lnTo>
                <a:lnTo>
                  <a:pt x="2246" y="1487"/>
                </a:lnTo>
                <a:lnTo>
                  <a:pt x="2246" y="1486"/>
                </a:lnTo>
                <a:lnTo>
                  <a:pt x="2245" y="1486"/>
                </a:lnTo>
                <a:lnTo>
                  <a:pt x="2245" y="1485"/>
                </a:lnTo>
                <a:lnTo>
                  <a:pt x="2245" y="1484"/>
                </a:lnTo>
                <a:lnTo>
                  <a:pt x="2245" y="1483"/>
                </a:lnTo>
                <a:lnTo>
                  <a:pt x="2244" y="1482"/>
                </a:lnTo>
                <a:lnTo>
                  <a:pt x="2243" y="1481"/>
                </a:lnTo>
                <a:lnTo>
                  <a:pt x="2242" y="1481"/>
                </a:lnTo>
                <a:lnTo>
                  <a:pt x="2241" y="1481"/>
                </a:lnTo>
                <a:lnTo>
                  <a:pt x="2241" y="1480"/>
                </a:lnTo>
                <a:lnTo>
                  <a:pt x="2240" y="1480"/>
                </a:lnTo>
                <a:lnTo>
                  <a:pt x="2240" y="1479"/>
                </a:lnTo>
                <a:lnTo>
                  <a:pt x="2239" y="1479"/>
                </a:lnTo>
                <a:lnTo>
                  <a:pt x="2238" y="1479"/>
                </a:lnTo>
                <a:lnTo>
                  <a:pt x="2238" y="1478"/>
                </a:lnTo>
                <a:lnTo>
                  <a:pt x="2237" y="1478"/>
                </a:lnTo>
                <a:lnTo>
                  <a:pt x="2236" y="1478"/>
                </a:lnTo>
                <a:lnTo>
                  <a:pt x="2234" y="1478"/>
                </a:lnTo>
                <a:lnTo>
                  <a:pt x="2233" y="1479"/>
                </a:lnTo>
                <a:lnTo>
                  <a:pt x="2232" y="1479"/>
                </a:lnTo>
                <a:lnTo>
                  <a:pt x="2232" y="1478"/>
                </a:lnTo>
                <a:lnTo>
                  <a:pt x="2231" y="1478"/>
                </a:lnTo>
                <a:lnTo>
                  <a:pt x="2230" y="1479"/>
                </a:lnTo>
                <a:lnTo>
                  <a:pt x="2230" y="1478"/>
                </a:lnTo>
                <a:lnTo>
                  <a:pt x="2229" y="1478"/>
                </a:lnTo>
                <a:lnTo>
                  <a:pt x="2228" y="1477"/>
                </a:lnTo>
                <a:lnTo>
                  <a:pt x="2228" y="1476"/>
                </a:lnTo>
                <a:lnTo>
                  <a:pt x="2227" y="1476"/>
                </a:lnTo>
                <a:lnTo>
                  <a:pt x="2226" y="1476"/>
                </a:lnTo>
                <a:lnTo>
                  <a:pt x="2226" y="1475"/>
                </a:lnTo>
                <a:lnTo>
                  <a:pt x="2225" y="1475"/>
                </a:lnTo>
                <a:lnTo>
                  <a:pt x="2225" y="1474"/>
                </a:lnTo>
                <a:lnTo>
                  <a:pt x="2224" y="1474"/>
                </a:lnTo>
                <a:lnTo>
                  <a:pt x="2224" y="1473"/>
                </a:lnTo>
                <a:lnTo>
                  <a:pt x="2223" y="1473"/>
                </a:lnTo>
                <a:lnTo>
                  <a:pt x="2223" y="1472"/>
                </a:lnTo>
                <a:lnTo>
                  <a:pt x="2223" y="1471"/>
                </a:lnTo>
                <a:lnTo>
                  <a:pt x="2223" y="1470"/>
                </a:lnTo>
                <a:lnTo>
                  <a:pt x="2222" y="1470"/>
                </a:lnTo>
                <a:lnTo>
                  <a:pt x="2221" y="1469"/>
                </a:lnTo>
                <a:lnTo>
                  <a:pt x="2220" y="1469"/>
                </a:lnTo>
                <a:lnTo>
                  <a:pt x="2219" y="1469"/>
                </a:lnTo>
                <a:lnTo>
                  <a:pt x="2218" y="1469"/>
                </a:lnTo>
                <a:lnTo>
                  <a:pt x="2218" y="1468"/>
                </a:lnTo>
                <a:lnTo>
                  <a:pt x="2217" y="1467"/>
                </a:lnTo>
                <a:lnTo>
                  <a:pt x="2216" y="1467"/>
                </a:lnTo>
                <a:lnTo>
                  <a:pt x="2216" y="1466"/>
                </a:lnTo>
                <a:lnTo>
                  <a:pt x="2215" y="1466"/>
                </a:lnTo>
                <a:lnTo>
                  <a:pt x="2214" y="1466"/>
                </a:lnTo>
                <a:lnTo>
                  <a:pt x="2213" y="1466"/>
                </a:lnTo>
                <a:lnTo>
                  <a:pt x="2213" y="1465"/>
                </a:lnTo>
                <a:lnTo>
                  <a:pt x="2212" y="1465"/>
                </a:lnTo>
                <a:lnTo>
                  <a:pt x="2212" y="1464"/>
                </a:lnTo>
                <a:lnTo>
                  <a:pt x="2211" y="1464"/>
                </a:lnTo>
                <a:lnTo>
                  <a:pt x="2210" y="1464"/>
                </a:lnTo>
                <a:lnTo>
                  <a:pt x="2210" y="1465"/>
                </a:lnTo>
                <a:lnTo>
                  <a:pt x="2209" y="1465"/>
                </a:lnTo>
                <a:lnTo>
                  <a:pt x="2208" y="1465"/>
                </a:lnTo>
                <a:lnTo>
                  <a:pt x="2207" y="1465"/>
                </a:lnTo>
                <a:lnTo>
                  <a:pt x="2207" y="1464"/>
                </a:lnTo>
                <a:lnTo>
                  <a:pt x="2206" y="1463"/>
                </a:lnTo>
                <a:lnTo>
                  <a:pt x="2205" y="1462"/>
                </a:lnTo>
                <a:lnTo>
                  <a:pt x="2204" y="1462"/>
                </a:lnTo>
                <a:lnTo>
                  <a:pt x="2204" y="1460"/>
                </a:lnTo>
                <a:lnTo>
                  <a:pt x="2204" y="1459"/>
                </a:lnTo>
                <a:lnTo>
                  <a:pt x="2203" y="1459"/>
                </a:lnTo>
                <a:lnTo>
                  <a:pt x="2202" y="1458"/>
                </a:lnTo>
                <a:lnTo>
                  <a:pt x="2202" y="1457"/>
                </a:lnTo>
                <a:lnTo>
                  <a:pt x="2202" y="1456"/>
                </a:lnTo>
                <a:lnTo>
                  <a:pt x="2202" y="1455"/>
                </a:lnTo>
                <a:lnTo>
                  <a:pt x="2201" y="1454"/>
                </a:lnTo>
                <a:lnTo>
                  <a:pt x="2201" y="1453"/>
                </a:lnTo>
                <a:lnTo>
                  <a:pt x="2200" y="1452"/>
                </a:lnTo>
                <a:lnTo>
                  <a:pt x="2199" y="1450"/>
                </a:lnTo>
                <a:lnTo>
                  <a:pt x="2198" y="1450"/>
                </a:lnTo>
                <a:lnTo>
                  <a:pt x="2197" y="1450"/>
                </a:lnTo>
                <a:lnTo>
                  <a:pt x="2196" y="1449"/>
                </a:lnTo>
                <a:lnTo>
                  <a:pt x="2196" y="1447"/>
                </a:lnTo>
                <a:lnTo>
                  <a:pt x="2195" y="1447"/>
                </a:lnTo>
                <a:lnTo>
                  <a:pt x="2194" y="1447"/>
                </a:lnTo>
                <a:lnTo>
                  <a:pt x="2193" y="1446"/>
                </a:lnTo>
                <a:lnTo>
                  <a:pt x="2192" y="1446"/>
                </a:lnTo>
                <a:lnTo>
                  <a:pt x="2191" y="1446"/>
                </a:lnTo>
                <a:lnTo>
                  <a:pt x="2191" y="1445"/>
                </a:lnTo>
                <a:lnTo>
                  <a:pt x="2190" y="1444"/>
                </a:lnTo>
                <a:lnTo>
                  <a:pt x="2189" y="1444"/>
                </a:lnTo>
                <a:lnTo>
                  <a:pt x="2188" y="1444"/>
                </a:lnTo>
                <a:lnTo>
                  <a:pt x="2187" y="1444"/>
                </a:lnTo>
                <a:lnTo>
                  <a:pt x="2186" y="1445"/>
                </a:lnTo>
                <a:lnTo>
                  <a:pt x="2185" y="1445"/>
                </a:lnTo>
                <a:lnTo>
                  <a:pt x="2185" y="1444"/>
                </a:lnTo>
                <a:lnTo>
                  <a:pt x="2184" y="1444"/>
                </a:lnTo>
                <a:lnTo>
                  <a:pt x="2183" y="1441"/>
                </a:lnTo>
                <a:lnTo>
                  <a:pt x="2184" y="1440"/>
                </a:lnTo>
                <a:lnTo>
                  <a:pt x="2183" y="1439"/>
                </a:lnTo>
                <a:lnTo>
                  <a:pt x="2183" y="1438"/>
                </a:lnTo>
                <a:lnTo>
                  <a:pt x="2183" y="1437"/>
                </a:lnTo>
                <a:lnTo>
                  <a:pt x="2182" y="1434"/>
                </a:lnTo>
                <a:lnTo>
                  <a:pt x="2180" y="1432"/>
                </a:lnTo>
                <a:lnTo>
                  <a:pt x="2179" y="1431"/>
                </a:lnTo>
                <a:lnTo>
                  <a:pt x="2177" y="1430"/>
                </a:lnTo>
                <a:lnTo>
                  <a:pt x="2176" y="1430"/>
                </a:lnTo>
                <a:lnTo>
                  <a:pt x="2173" y="1431"/>
                </a:lnTo>
                <a:lnTo>
                  <a:pt x="2172" y="1431"/>
                </a:lnTo>
                <a:lnTo>
                  <a:pt x="2172" y="1432"/>
                </a:lnTo>
                <a:lnTo>
                  <a:pt x="2173" y="1434"/>
                </a:lnTo>
                <a:lnTo>
                  <a:pt x="2172" y="1435"/>
                </a:lnTo>
                <a:lnTo>
                  <a:pt x="2172" y="1436"/>
                </a:lnTo>
                <a:lnTo>
                  <a:pt x="2170" y="1436"/>
                </a:lnTo>
                <a:lnTo>
                  <a:pt x="2168" y="1435"/>
                </a:lnTo>
                <a:lnTo>
                  <a:pt x="2167" y="1435"/>
                </a:lnTo>
                <a:lnTo>
                  <a:pt x="2166" y="1434"/>
                </a:lnTo>
                <a:lnTo>
                  <a:pt x="2165" y="1434"/>
                </a:lnTo>
                <a:lnTo>
                  <a:pt x="2164" y="1434"/>
                </a:lnTo>
                <a:lnTo>
                  <a:pt x="2163" y="1434"/>
                </a:lnTo>
                <a:lnTo>
                  <a:pt x="2162" y="1433"/>
                </a:lnTo>
                <a:lnTo>
                  <a:pt x="2161" y="1432"/>
                </a:lnTo>
                <a:lnTo>
                  <a:pt x="2160" y="1432"/>
                </a:lnTo>
                <a:lnTo>
                  <a:pt x="2159" y="1432"/>
                </a:lnTo>
                <a:lnTo>
                  <a:pt x="2159" y="1430"/>
                </a:lnTo>
                <a:lnTo>
                  <a:pt x="2158" y="1428"/>
                </a:lnTo>
                <a:lnTo>
                  <a:pt x="2158" y="1427"/>
                </a:lnTo>
                <a:lnTo>
                  <a:pt x="2158" y="1425"/>
                </a:lnTo>
                <a:lnTo>
                  <a:pt x="2158" y="1423"/>
                </a:lnTo>
                <a:lnTo>
                  <a:pt x="2158" y="1420"/>
                </a:lnTo>
                <a:lnTo>
                  <a:pt x="2158" y="1419"/>
                </a:lnTo>
                <a:lnTo>
                  <a:pt x="2157" y="1418"/>
                </a:lnTo>
                <a:lnTo>
                  <a:pt x="2156" y="1418"/>
                </a:lnTo>
                <a:lnTo>
                  <a:pt x="2153" y="1417"/>
                </a:lnTo>
                <a:lnTo>
                  <a:pt x="2151" y="1418"/>
                </a:lnTo>
                <a:lnTo>
                  <a:pt x="2150" y="1418"/>
                </a:lnTo>
                <a:lnTo>
                  <a:pt x="2149" y="1418"/>
                </a:lnTo>
                <a:lnTo>
                  <a:pt x="2148" y="1419"/>
                </a:lnTo>
                <a:lnTo>
                  <a:pt x="2147" y="1419"/>
                </a:lnTo>
                <a:lnTo>
                  <a:pt x="2144" y="1419"/>
                </a:lnTo>
                <a:lnTo>
                  <a:pt x="2142" y="1419"/>
                </a:lnTo>
                <a:lnTo>
                  <a:pt x="2139" y="1419"/>
                </a:lnTo>
                <a:lnTo>
                  <a:pt x="2137" y="1419"/>
                </a:lnTo>
                <a:lnTo>
                  <a:pt x="2135" y="1418"/>
                </a:lnTo>
                <a:lnTo>
                  <a:pt x="2133" y="1418"/>
                </a:lnTo>
                <a:lnTo>
                  <a:pt x="2132" y="1419"/>
                </a:lnTo>
                <a:lnTo>
                  <a:pt x="2131" y="1420"/>
                </a:lnTo>
                <a:lnTo>
                  <a:pt x="2130" y="1421"/>
                </a:lnTo>
                <a:lnTo>
                  <a:pt x="2129" y="1421"/>
                </a:lnTo>
                <a:lnTo>
                  <a:pt x="2126" y="1421"/>
                </a:lnTo>
                <a:lnTo>
                  <a:pt x="2124" y="1421"/>
                </a:lnTo>
                <a:lnTo>
                  <a:pt x="2121" y="1420"/>
                </a:lnTo>
                <a:lnTo>
                  <a:pt x="2120" y="1420"/>
                </a:lnTo>
                <a:lnTo>
                  <a:pt x="2119" y="1420"/>
                </a:lnTo>
                <a:lnTo>
                  <a:pt x="2118" y="1419"/>
                </a:lnTo>
                <a:lnTo>
                  <a:pt x="2117" y="1418"/>
                </a:lnTo>
                <a:lnTo>
                  <a:pt x="2117" y="1417"/>
                </a:lnTo>
                <a:lnTo>
                  <a:pt x="2116" y="1417"/>
                </a:lnTo>
                <a:lnTo>
                  <a:pt x="2116" y="1416"/>
                </a:lnTo>
                <a:lnTo>
                  <a:pt x="2116" y="1415"/>
                </a:lnTo>
                <a:lnTo>
                  <a:pt x="2115" y="1415"/>
                </a:lnTo>
                <a:lnTo>
                  <a:pt x="2115" y="1414"/>
                </a:lnTo>
                <a:lnTo>
                  <a:pt x="2114" y="1414"/>
                </a:lnTo>
                <a:lnTo>
                  <a:pt x="2114" y="1413"/>
                </a:lnTo>
                <a:lnTo>
                  <a:pt x="2113" y="1413"/>
                </a:lnTo>
                <a:lnTo>
                  <a:pt x="2112" y="1413"/>
                </a:lnTo>
                <a:lnTo>
                  <a:pt x="2111" y="1412"/>
                </a:lnTo>
                <a:lnTo>
                  <a:pt x="2110" y="1412"/>
                </a:lnTo>
                <a:lnTo>
                  <a:pt x="2109" y="1412"/>
                </a:lnTo>
                <a:lnTo>
                  <a:pt x="2109" y="1411"/>
                </a:lnTo>
                <a:lnTo>
                  <a:pt x="2109" y="1408"/>
                </a:lnTo>
                <a:lnTo>
                  <a:pt x="2109" y="1407"/>
                </a:lnTo>
                <a:lnTo>
                  <a:pt x="2109" y="1406"/>
                </a:lnTo>
                <a:lnTo>
                  <a:pt x="2108" y="1406"/>
                </a:lnTo>
                <a:lnTo>
                  <a:pt x="2108" y="1405"/>
                </a:lnTo>
                <a:lnTo>
                  <a:pt x="2107" y="1405"/>
                </a:lnTo>
                <a:lnTo>
                  <a:pt x="2106" y="1404"/>
                </a:lnTo>
                <a:lnTo>
                  <a:pt x="2106" y="1403"/>
                </a:lnTo>
                <a:lnTo>
                  <a:pt x="2105" y="1403"/>
                </a:lnTo>
                <a:lnTo>
                  <a:pt x="2104" y="1403"/>
                </a:lnTo>
                <a:lnTo>
                  <a:pt x="2104" y="1404"/>
                </a:lnTo>
                <a:lnTo>
                  <a:pt x="2103" y="1404"/>
                </a:lnTo>
                <a:lnTo>
                  <a:pt x="2102" y="1404"/>
                </a:lnTo>
                <a:lnTo>
                  <a:pt x="2101" y="1404"/>
                </a:lnTo>
                <a:lnTo>
                  <a:pt x="2100" y="1403"/>
                </a:lnTo>
                <a:lnTo>
                  <a:pt x="2099" y="1403"/>
                </a:lnTo>
                <a:lnTo>
                  <a:pt x="2098" y="1403"/>
                </a:lnTo>
                <a:lnTo>
                  <a:pt x="2098" y="1404"/>
                </a:lnTo>
                <a:lnTo>
                  <a:pt x="2097" y="1404"/>
                </a:lnTo>
                <a:lnTo>
                  <a:pt x="2096" y="1405"/>
                </a:lnTo>
                <a:lnTo>
                  <a:pt x="2095" y="1405"/>
                </a:lnTo>
                <a:lnTo>
                  <a:pt x="2095" y="1406"/>
                </a:lnTo>
                <a:lnTo>
                  <a:pt x="2094" y="1406"/>
                </a:lnTo>
                <a:lnTo>
                  <a:pt x="2093" y="1406"/>
                </a:lnTo>
                <a:lnTo>
                  <a:pt x="2092" y="1406"/>
                </a:lnTo>
                <a:lnTo>
                  <a:pt x="2091" y="1405"/>
                </a:lnTo>
                <a:lnTo>
                  <a:pt x="2090" y="1405"/>
                </a:lnTo>
                <a:lnTo>
                  <a:pt x="2089" y="1405"/>
                </a:lnTo>
                <a:lnTo>
                  <a:pt x="2088" y="1405"/>
                </a:lnTo>
                <a:lnTo>
                  <a:pt x="2087" y="1405"/>
                </a:lnTo>
                <a:lnTo>
                  <a:pt x="2086" y="1405"/>
                </a:lnTo>
                <a:lnTo>
                  <a:pt x="2085" y="1406"/>
                </a:lnTo>
                <a:lnTo>
                  <a:pt x="2084" y="1406"/>
                </a:lnTo>
                <a:lnTo>
                  <a:pt x="2083" y="1406"/>
                </a:lnTo>
                <a:lnTo>
                  <a:pt x="2082" y="1406"/>
                </a:lnTo>
                <a:lnTo>
                  <a:pt x="2082" y="1407"/>
                </a:lnTo>
                <a:lnTo>
                  <a:pt x="2081" y="1407"/>
                </a:lnTo>
                <a:lnTo>
                  <a:pt x="2080" y="1407"/>
                </a:lnTo>
                <a:lnTo>
                  <a:pt x="2079" y="1407"/>
                </a:lnTo>
                <a:lnTo>
                  <a:pt x="2078" y="1407"/>
                </a:lnTo>
                <a:lnTo>
                  <a:pt x="2077" y="1408"/>
                </a:lnTo>
                <a:lnTo>
                  <a:pt x="2076" y="1408"/>
                </a:lnTo>
                <a:lnTo>
                  <a:pt x="2075" y="1409"/>
                </a:lnTo>
                <a:lnTo>
                  <a:pt x="2074" y="1409"/>
                </a:lnTo>
                <a:lnTo>
                  <a:pt x="2074" y="1410"/>
                </a:lnTo>
                <a:lnTo>
                  <a:pt x="2073" y="1410"/>
                </a:lnTo>
                <a:lnTo>
                  <a:pt x="2072" y="1411"/>
                </a:lnTo>
                <a:lnTo>
                  <a:pt x="2071" y="1411"/>
                </a:lnTo>
                <a:lnTo>
                  <a:pt x="2069" y="1412"/>
                </a:lnTo>
                <a:lnTo>
                  <a:pt x="2068" y="1412"/>
                </a:lnTo>
                <a:lnTo>
                  <a:pt x="2065" y="1414"/>
                </a:lnTo>
                <a:lnTo>
                  <a:pt x="2064" y="1414"/>
                </a:lnTo>
                <a:lnTo>
                  <a:pt x="2063" y="1414"/>
                </a:lnTo>
                <a:lnTo>
                  <a:pt x="2062" y="1415"/>
                </a:lnTo>
                <a:lnTo>
                  <a:pt x="2061" y="1415"/>
                </a:lnTo>
                <a:lnTo>
                  <a:pt x="2060" y="1416"/>
                </a:lnTo>
                <a:lnTo>
                  <a:pt x="2059" y="1416"/>
                </a:lnTo>
                <a:lnTo>
                  <a:pt x="2058" y="1416"/>
                </a:lnTo>
                <a:lnTo>
                  <a:pt x="2057" y="1416"/>
                </a:lnTo>
                <a:lnTo>
                  <a:pt x="2055" y="1416"/>
                </a:lnTo>
                <a:lnTo>
                  <a:pt x="2055" y="1417"/>
                </a:lnTo>
                <a:lnTo>
                  <a:pt x="2054" y="1417"/>
                </a:lnTo>
                <a:lnTo>
                  <a:pt x="2053" y="1417"/>
                </a:lnTo>
                <a:lnTo>
                  <a:pt x="2052" y="1417"/>
                </a:lnTo>
                <a:lnTo>
                  <a:pt x="2051" y="1417"/>
                </a:lnTo>
                <a:lnTo>
                  <a:pt x="2050" y="1418"/>
                </a:lnTo>
                <a:lnTo>
                  <a:pt x="2049" y="1418"/>
                </a:lnTo>
                <a:lnTo>
                  <a:pt x="2046" y="1418"/>
                </a:lnTo>
                <a:lnTo>
                  <a:pt x="2045" y="1419"/>
                </a:lnTo>
                <a:lnTo>
                  <a:pt x="2044" y="1419"/>
                </a:lnTo>
                <a:lnTo>
                  <a:pt x="2043" y="1419"/>
                </a:lnTo>
                <a:lnTo>
                  <a:pt x="2043" y="1420"/>
                </a:lnTo>
                <a:lnTo>
                  <a:pt x="2042" y="1420"/>
                </a:lnTo>
                <a:lnTo>
                  <a:pt x="2041" y="1420"/>
                </a:lnTo>
                <a:lnTo>
                  <a:pt x="2040" y="1421"/>
                </a:lnTo>
                <a:lnTo>
                  <a:pt x="2039" y="1421"/>
                </a:lnTo>
                <a:lnTo>
                  <a:pt x="2039" y="1422"/>
                </a:lnTo>
                <a:lnTo>
                  <a:pt x="2038" y="1422"/>
                </a:lnTo>
                <a:lnTo>
                  <a:pt x="2038" y="1423"/>
                </a:lnTo>
                <a:lnTo>
                  <a:pt x="2037" y="1424"/>
                </a:lnTo>
                <a:lnTo>
                  <a:pt x="2037" y="1425"/>
                </a:lnTo>
                <a:lnTo>
                  <a:pt x="2036" y="1426"/>
                </a:lnTo>
                <a:lnTo>
                  <a:pt x="2036" y="1427"/>
                </a:lnTo>
                <a:lnTo>
                  <a:pt x="2036" y="1428"/>
                </a:lnTo>
                <a:lnTo>
                  <a:pt x="2035" y="1429"/>
                </a:lnTo>
                <a:lnTo>
                  <a:pt x="2034" y="1430"/>
                </a:lnTo>
                <a:lnTo>
                  <a:pt x="2034" y="1431"/>
                </a:lnTo>
                <a:lnTo>
                  <a:pt x="2034" y="1432"/>
                </a:lnTo>
                <a:lnTo>
                  <a:pt x="2034" y="1433"/>
                </a:lnTo>
                <a:lnTo>
                  <a:pt x="2034" y="1434"/>
                </a:lnTo>
                <a:lnTo>
                  <a:pt x="2033" y="1435"/>
                </a:lnTo>
                <a:lnTo>
                  <a:pt x="2032" y="1436"/>
                </a:lnTo>
                <a:lnTo>
                  <a:pt x="2031" y="1437"/>
                </a:lnTo>
                <a:lnTo>
                  <a:pt x="2030" y="1438"/>
                </a:lnTo>
                <a:lnTo>
                  <a:pt x="2029" y="1438"/>
                </a:lnTo>
                <a:lnTo>
                  <a:pt x="2028" y="1438"/>
                </a:lnTo>
                <a:lnTo>
                  <a:pt x="2028" y="1439"/>
                </a:lnTo>
                <a:lnTo>
                  <a:pt x="2027" y="1439"/>
                </a:lnTo>
                <a:lnTo>
                  <a:pt x="2027" y="1440"/>
                </a:lnTo>
                <a:lnTo>
                  <a:pt x="2026" y="1441"/>
                </a:lnTo>
                <a:lnTo>
                  <a:pt x="2025" y="1442"/>
                </a:lnTo>
                <a:lnTo>
                  <a:pt x="2024" y="1443"/>
                </a:lnTo>
                <a:lnTo>
                  <a:pt x="2024" y="1444"/>
                </a:lnTo>
                <a:lnTo>
                  <a:pt x="2023" y="1444"/>
                </a:lnTo>
                <a:lnTo>
                  <a:pt x="2023" y="1445"/>
                </a:lnTo>
                <a:lnTo>
                  <a:pt x="2022" y="1445"/>
                </a:lnTo>
                <a:lnTo>
                  <a:pt x="2022" y="1446"/>
                </a:lnTo>
                <a:lnTo>
                  <a:pt x="2022" y="1447"/>
                </a:lnTo>
                <a:lnTo>
                  <a:pt x="2021" y="1447"/>
                </a:lnTo>
                <a:lnTo>
                  <a:pt x="2021" y="1448"/>
                </a:lnTo>
                <a:lnTo>
                  <a:pt x="2020" y="1448"/>
                </a:lnTo>
                <a:lnTo>
                  <a:pt x="2020" y="1449"/>
                </a:lnTo>
                <a:lnTo>
                  <a:pt x="2019" y="1450"/>
                </a:lnTo>
                <a:lnTo>
                  <a:pt x="2018" y="1451"/>
                </a:lnTo>
                <a:lnTo>
                  <a:pt x="2017" y="1452"/>
                </a:lnTo>
                <a:lnTo>
                  <a:pt x="2016" y="1453"/>
                </a:lnTo>
                <a:lnTo>
                  <a:pt x="2015" y="1453"/>
                </a:lnTo>
                <a:lnTo>
                  <a:pt x="2014" y="1453"/>
                </a:lnTo>
                <a:lnTo>
                  <a:pt x="2014" y="1454"/>
                </a:lnTo>
                <a:lnTo>
                  <a:pt x="2013" y="1454"/>
                </a:lnTo>
                <a:lnTo>
                  <a:pt x="2012" y="1454"/>
                </a:lnTo>
                <a:lnTo>
                  <a:pt x="2011" y="1454"/>
                </a:lnTo>
                <a:lnTo>
                  <a:pt x="2011" y="1455"/>
                </a:lnTo>
                <a:lnTo>
                  <a:pt x="2010" y="1455"/>
                </a:lnTo>
                <a:lnTo>
                  <a:pt x="2009" y="1455"/>
                </a:lnTo>
                <a:lnTo>
                  <a:pt x="2008" y="1455"/>
                </a:lnTo>
                <a:lnTo>
                  <a:pt x="2007" y="1455"/>
                </a:lnTo>
                <a:lnTo>
                  <a:pt x="2006" y="1456"/>
                </a:lnTo>
                <a:lnTo>
                  <a:pt x="2005" y="1456"/>
                </a:lnTo>
                <a:lnTo>
                  <a:pt x="2004" y="1457"/>
                </a:lnTo>
                <a:lnTo>
                  <a:pt x="2003" y="1457"/>
                </a:lnTo>
                <a:lnTo>
                  <a:pt x="2002" y="1458"/>
                </a:lnTo>
                <a:lnTo>
                  <a:pt x="2001" y="1458"/>
                </a:lnTo>
                <a:lnTo>
                  <a:pt x="2000" y="1459"/>
                </a:lnTo>
                <a:lnTo>
                  <a:pt x="1998" y="1459"/>
                </a:lnTo>
                <a:lnTo>
                  <a:pt x="1996" y="1460"/>
                </a:lnTo>
                <a:lnTo>
                  <a:pt x="1995" y="1461"/>
                </a:lnTo>
                <a:lnTo>
                  <a:pt x="1993" y="1462"/>
                </a:lnTo>
                <a:lnTo>
                  <a:pt x="1992" y="1462"/>
                </a:lnTo>
                <a:lnTo>
                  <a:pt x="1991" y="1462"/>
                </a:lnTo>
                <a:lnTo>
                  <a:pt x="1990" y="1462"/>
                </a:lnTo>
                <a:lnTo>
                  <a:pt x="1989" y="1463"/>
                </a:lnTo>
                <a:lnTo>
                  <a:pt x="1988" y="1463"/>
                </a:lnTo>
                <a:lnTo>
                  <a:pt x="1987" y="1463"/>
                </a:lnTo>
                <a:lnTo>
                  <a:pt x="1985" y="1463"/>
                </a:lnTo>
                <a:lnTo>
                  <a:pt x="1984" y="1463"/>
                </a:lnTo>
                <a:lnTo>
                  <a:pt x="1983" y="1463"/>
                </a:lnTo>
                <a:lnTo>
                  <a:pt x="1983" y="1464"/>
                </a:lnTo>
                <a:lnTo>
                  <a:pt x="1982" y="1464"/>
                </a:lnTo>
                <a:lnTo>
                  <a:pt x="1982" y="1465"/>
                </a:lnTo>
                <a:lnTo>
                  <a:pt x="1981" y="1465"/>
                </a:lnTo>
                <a:lnTo>
                  <a:pt x="1981" y="1466"/>
                </a:lnTo>
                <a:lnTo>
                  <a:pt x="1979" y="1466"/>
                </a:lnTo>
                <a:lnTo>
                  <a:pt x="1978" y="1466"/>
                </a:lnTo>
                <a:lnTo>
                  <a:pt x="1977" y="1466"/>
                </a:lnTo>
                <a:lnTo>
                  <a:pt x="1976" y="1466"/>
                </a:lnTo>
                <a:lnTo>
                  <a:pt x="1975" y="1466"/>
                </a:lnTo>
                <a:lnTo>
                  <a:pt x="1974" y="1466"/>
                </a:lnTo>
                <a:lnTo>
                  <a:pt x="1973" y="1466"/>
                </a:lnTo>
                <a:lnTo>
                  <a:pt x="1972" y="1466"/>
                </a:lnTo>
                <a:lnTo>
                  <a:pt x="1972" y="1467"/>
                </a:lnTo>
                <a:lnTo>
                  <a:pt x="1972" y="1468"/>
                </a:lnTo>
                <a:lnTo>
                  <a:pt x="1971" y="1468"/>
                </a:lnTo>
                <a:lnTo>
                  <a:pt x="1970" y="1468"/>
                </a:lnTo>
                <a:lnTo>
                  <a:pt x="1970" y="1469"/>
                </a:lnTo>
                <a:lnTo>
                  <a:pt x="1969" y="1468"/>
                </a:lnTo>
                <a:lnTo>
                  <a:pt x="1968" y="1468"/>
                </a:lnTo>
                <a:lnTo>
                  <a:pt x="1967" y="1468"/>
                </a:lnTo>
                <a:lnTo>
                  <a:pt x="1966" y="1468"/>
                </a:lnTo>
                <a:lnTo>
                  <a:pt x="1965" y="1468"/>
                </a:lnTo>
                <a:lnTo>
                  <a:pt x="1965" y="1467"/>
                </a:lnTo>
                <a:lnTo>
                  <a:pt x="1964" y="1467"/>
                </a:lnTo>
                <a:lnTo>
                  <a:pt x="1962" y="1467"/>
                </a:lnTo>
                <a:lnTo>
                  <a:pt x="1961" y="1467"/>
                </a:lnTo>
                <a:lnTo>
                  <a:pt x="1960" y="1467"/>
                </a:lnTo>
                <a:lnTo>
                  <a:pt x="1959" y="1467"/>
                </a:lnTo>
                <a:lnTo>
                  <a:pt x="1958" y="1467"/>
                </a:lnTo>
                <a:lnTo>
                  <a:pt x="1958" y="1468"/>
                </a:lnTo>
                <a:lnTo>
                  <a:pt x="1957" y="1467"/>
                </a:lnTo>
                <a:lnTo>
                  <a:pt x="1956" y="1467"/>
                </a:lnTo>
                <a:lnTo>
                  <a:pt x="1955" y="1467"/>
                </a:lnTo>
                <a:lnTo>
                  <a:pt x="1955" y="1468"/>
                </a:lnTo>
                <a:lnTo>
                  <a:pt x="1954" y="1468"/>
                </a:lnTo>
                <a:lnTo>
                  <a:pt x="1953" y="1468"/>
                </a:lnTo>
                <a:lnTo>
                  <a:pt x="1952" y="1468"/>
                </a:lnTo>
                <a:lnTo>
                  <a:pt x="1952" y="1467"/>
                </a:lnTo>
                <a:lnTo>
                  <a:pt x="1951" y="1467"/>
                </a:lnTo>
                <a:lnTo>
                  <a:pt x="1950" y="1467"/>
                </a:lnTo>
                <a:lnTo>
                  <a:pt x="1950" y="1466"/>
                </a:lnTo>
                <a:lnTo>
                  <a:pt x="1950" y="1465"/>
                </a:lnTo>
                <a:lnTo>
                  <a:pt x="1950" y="1464"/>
                </a:lnTo>
                <a:lnTo>
                  <a:pt x="1949" y="1464"/>
                </a:lnTo>
                <a:lnTo>
                  <a:pt x="1948" y="1464"/>
                </a:lnTo>
                <a:lnTo>
                  <a:pt x="1948" y="1463"/>
                </a:lnTo>
                <a:lnTo>
                  <a:pt x="1947" y="1463"/>
                </a:lnTo>
                <a:lnTo>
                  <a:pt x="1946" y="1463"/>
                </a:lnTo>
                <a:lnTo>
                  <a:pt x="1945" y="1463"/>
                </a:lnTo>
                <a:lnTo>
                  <a:pt x="1944" y="1463"/>
                </a:lnTo>
                <a:lnTo>
                  <a:pt x="1944" y="1464"/>
                </a:lnTo>
                <a:lnTo>
                  <a:pt x="1943" y="1464"/>
                </a:lnTo>
                <a:lnTo>
                  <a:pt x="1942" y="1464"/>
                </a:lnTo>
                <a:lnTo>
                  <a:pt x="1942" y="1465"/>
                </a:lnTo>
                <a:lnTo>
                  <a:pt x="1942" y="1466"/>
                </a:lnTo>
                <a:lnTo>
                  <a:pt x="1942" y="1467"/>
                </a:lnTo>
                <a:lnTo>
                  <a:pt x="1941" y="1467"/>
                </a:lnTo>
                <a:lnTo>
                  <a:pt x="1940" y="1467"/>
                </a:lnTo>
                <a:lnTo>
                  <a:pt x="1939" y="1467"/>
                </a:lnTo>
                <a:lnTo>
                  <a:pt x="1938" y="1468"/>
                </a:lnTo>
                <a:lnTo>
                  <a:pt x="1937" y="1468"/>
                </a:lnTo>
                <a:lnTo>
                  <a:pt x="1937" y="1467"/>
                </a:lnTo>
                <a:lnTo>
                  <a:pt x="1936" y="1467"/>
                </a:lnTo>
                <a:lnTo>
                  <a:pt x="1935" y="1467"/>
                </a:lnTo>
                <a:lnTo>
                  <a:pt x="1935" y="1468"/>
                </a:lnTo>
                <a:lnTo>
                  <a:pt x="1934" y="1468"/>
                </a:lnTo>
                <a:lnTo>
                  <a:pt x="1933" y="1468"/>
                </a:lnTo>
                <a:lnTo>
                  <a:pt x="1932" y="1468"/>
                </a:lnTo>
                <a:lnTo>
                  <a:pt x="1932" y="1469"/>
                </a:lnTo>
                <a:lnTo>
                  <a:pt x="1931" y="1469"/>
                </a:lnTo>
                <a:lnTo>
                  <a:pt x="1930" y="1469"/>
                </a:lnTo>
                <a:lnTo>
                  <a:pt x="1930" y="1470"/>
                </a:lnTo>
                <a:lnTo>
                  <a:pt x="1928" y="1470"/>
                </a:lnTo>
                <a:lnTo>
                  <a:pt x="1928" y="1469"/>
                </a:lnTo>
                <a:lnTo>
                  <a:pt x="1927" y="1469"/>
                </a:lnTo>
                <a:lnTo>
                  <a:pt x="1927" y="1470"/>
                </a:lnTo>
                <a:lnTo>
                  <a:pt x="1926" y="1471"/>
                </a:lnTo>
                <a:lnTo>
                  <a:pt x="1925" y="1472"/>
                </a:lnTo>
                <a:lnTo>
                  <a:pt x="1924" y="1472"/>
                </a:lnTo>
                <a:lnTo>
                  <a:pt x="1923" y="1473"/>
                </a:lnTo>
                <a:lnTo>
                  <a:pt x="1922" y="1473"/>
                </a:lnTo>
                <a:lnTo>
                  <a:pt x="1921" y="1473"/>
                </a:lnTo>
                <a:lnTo>
                  <a:pt x="1920" y="1474"/>
                </a:lnTo>
                <a:lnTo>
                  <a:pt x="1919" y="1474"/>
                </a:lnTo>
                <a:lnTo>
                  <a:pt x="1918" y="1474"/>
                </a:lnTo>
                <a:lnTo>
                  <a:pt x="1915" y="1474"/>
                </a:lnTo>
                <a:lnTo>
                  <a:pt x="1914" y="1474"/>
                </a:lnTo>
                <a:lnTo>
                  <a:pt x="1913" y="1474"/>
                </a:lnTo>
                <a:lnTo>
                  <a:pt x="1912" y="1474"/>
                </a:lnTo>
                <a:lnTo>
                  <a:pt x="1912" y="1475"/>
                </a:lnTo>
                <a:lnTo>
                  <a:pt x="1913" y="1476"/>
                </a:lnTo>
                <a:lnTo>
                  <a:pt x="1913" y="1477"/>
                </a:lnTo>
                <a:lnTo>
                  <a:pt x="1912" y="1478"/>
                </a:lnTo>
                <a:lnTo>
                  <a:pt x="1911" y="1478"/>
                </a:lnTo>
                <a:lnTo>
                  <a:pt x="1911" y="1479"/>
                </a:lnTo>
                <a:lnTo>
                  <a:pt x="1910" y="1479"/>
                </a:lnTo>
                <a:lnTo>
                  <a:pt x="1909" y="1479"/>
                </a:lnTo>
                <a:lnTo>
                  <a:pt x="1908" y="1479"/>
                </a:lnTo>
                <a:lnTo>
                  <a:pt x="1907" y="1480"/>
                </a:lnTo>
                <a:lnTo>
                  <a:pt x="1907" y="1481"/>
                </a:lnTo>
                <a:lnTo>
                  <a:pt x="1906" y="1481"/>
                </a:lnTo>
                <a:lnTo>
                  <a:pt x="1906" y="1482"/>
                </a:lnTo>
                <a:lnTo>
                  <a:pt x="1905" y="1483"/>
                </a:lnTo>
                <a:lnTo>
                  <a:pt x="1904" y="1483"/>
                </a:lnTo>
                <a:lnTo>
                  <a:pt x="1904" y="1484"/>
                </a:lnTo>
                <a:lnTo>
                  <a:pt x="1903" y="1485"/>
                </a:lnTo>
                <a:lnTo>
                  <a:pt x="1902" y="1485"/>
                </a:lnTo>
                <a:lnTo>
                  <a:pt x="1902" y="1486"/>
                </a:lnTo>
                <a:lnTo>
                  <a:pt x="1901" y="1486"/>
                </a:lnTo>
                <a:lnTo>
                  <a:pt x="1900" y="1487"/>
                </a:lnTo>
                <a:lnTo>
                  <a:pt x="1899" y="1487"/>
                </a:lnTo>
                <a:lnTo>
                  <a:pt x="1898" y="1487"/>
                </a:lnTo>
                <a:lnTo>
                  <a:pt x="1897" y="1487"/>
                </a:lnTo>
                <a:lnTo>
                  <a:pt x="1896" y="1488"/>
                </a:lnTo>
                <a:lnTo>
                  <a:pt x="1895" y="1488"/>
                </a:lnTo>
                <a:lnTo>
                  <a:pt x="1893" y="1488"/>
                </a:lnTo>
                <a:lnTo>
                  <a:pt x="1892" y="1489"/>
                </a:lnTo>
                <a:lnTo>
                  <a:pt x="1891" y="1489"/>
                </a:lnTo>
                <a:lnTo>
                  <a:pt x="1890" y="1489"/>
                </a:lnTo>
                <a:lnTo>
                  <a:pt x="1889" y="1489"/>
                </a:lnTo>
                <a:lnTo>
                  <a:pt x="1889" y="1490"/>
                </a:lnTo>
                <a:lnTo>
                  <a:pt x="1887" y="1490"/>
                </a:lnTo>
                <a:lnTo>
                  <a:pt x="1886" y="1491"/>
                </a:lnTo>
                <a:lnTo>
                  <a:pt x="1885" y="1491"/>
                </a:lnTo>
                <a:lnTo>
                  <a:pt x="1884" y="1491"/>
                </a:lnTo>
                <a:lnTo>
                  <a:pt x="1884" y="1492"/>
                </a:lnTo>
                <a:lnTo>
                  <a:pt x="1883" y="1493"/>
                </a:lnTo>
                <a:lnTo>
                  <a:pt x="1882" y="1493"/>
                </a:lnTo>
                <a:lnTo>
                  <a:pt x="1882" y="1494"/>
                </a:lnTo>
                <a:lnTo>
                  <a:pt x="1881" y="1494"/>
                </a:lnTo>
                <a:lnTo>
                  <a:pt x="1880" y="1494"/>
                </a:lnTo>
                <a:lnTo>
                  <a:pt x="1880" y="1495"/>
                </a:lnTo>
                <a:lnTo>
                  <a:pt x="1879" y="1495"/>
                </a:lnTo>
                <a:lnTo>
                  <a:pt x="1879" y="1496"/>
                </a:lnTo>
                <a:lnTo>
                  <a:pt x="1878" y="1496"/>
                </a:lnTo>
                <a:lnTo>
                  <a:pt x="1877" y="1497"/>
                </a:lnTo>
                <a:lnTo>
                  <a:pt x="1876" y="1497"/>
                </a:lnTo>
                <a:lnTo>
                  <a:pt x="1875" y="1497"/>
                </a:lnTo>
                <a:lnTo>
                  <a:pt x="1874" y="1498"/>
                </a:lnTo>
                <a:lnTo>
                  <a:pt x="1873" y="1498"/>
                </a:lnTo>
                <a:lnTo>
                  <a:pt x="1873" y="1499"/>
                </a:lnTo>
                <a:lnTo>
                  <a:pt x="1872" y="1500"/>
                </a:lnTo>
                <a:lnTo>
                  <a:pt x="1871" y="1500"/>
                </a:lnTo>
                <a:lnTo>
                  <a:pt x="1871" y="1501"/>
                </a:lnTo>
                <a:lnTo>
                  <a:pt x="1870" y="1501"/>
                </a:lnTo>
                <a:lnTo>
                  <a:pt x="1870" y="1502"/>
                </a:lnTo>
                <a:lnTo>
                  <a:pt x="1869" y="1502"/>
                </a:lnTo>
                <a:lnTo>
                  <a:pt x="1868" y="1503"/>
                </a:lnTo>
                <a:lnTo>
                  <a:pt x="1866" y="1505"/>
                </a:lnTo>
                <a:lnTo>
                  <a:pt x="1864" y="1506"/>
                </a:lnTo>
                <a:lnTo>
                  <a:pt x="1863" y="1507"/>
                </a:lnTo>
                <a:lnTo>
                  <a:pt x="1862" y="1508"/>
                </a:lnTo>
                <a:lnTo>
                  <a:pt x="1861" y="1508"/>
                </a:lnTo>
                <a:lnTo>
                  <a:pt x="1860" y="1508"/>
                </a:lnTo>
                <a:lnTo>
                  <a:pt x="1860" y="1509"/>
                </a:lnTo>
                <a:lnTo>
                  <a:pt x="1859" y="1509"/>
                </a:lnTo>
                <a:lnTo>
                  <a:pt x="1858" y="1510"/>
                </a:lnTo>
                <a:lnTo>
                  <a:pt x="1856" y="1512"/>
                </a:lnTo>
                <a:lnTo>
                  <a:pt x="1855" y="1513"/>
                </a:lnTo>
                <a:lnTo>
                  <a:pt x="1854" y="1513"/>
                </a:lnTo>
                <a:lnTo>
                  <a:pt x="1853" y="1514"/>
                </a:lnTo>
                <a:lnTo>
                  <a:pt x="1853" y="1515"/>
                </a:lnTo>
                <a:lnTo>
                  <a:pt x="1852" y="1515"/>
                </a:lnTo>
                <a:lnTo>
                  <a:pt x="1850" y="1518"/>
                </a:lnTo>
                <a:lnTo>
                  <a:pt x="1849" y="1519"/>
                </a:lnTo>
                <a:lnTo>
                  <a:pt x="1848" y="1519"/>
                </a:lnTo>
                <a:lnTo>
                  <a:pt x="1848" y="1520"/>
                </a:lnTo>
                <a:lnTo>
                  <a:pt x="1847" y="1520"/>
                </a:lnTo>
                <a:lnTo>
                  <a:pt x="1846" y="1521"/>
                </a:lnTo>
                <a:lnTo>
                  <a:pt x="1845" y="1522"/>
                </a:lnTo>
                <a:lnTo>
                  <a:pt x="1844" y="1522"/>
                </a:lnTo>
                <a:lnTo>
                  <a:pt x="1844" y="1523"/>
                </a:lnTo>
                <a:lnTo>
                  <a:pt x="1843" y="1523"/>
                </a:lnTo>
                <a:lnTo>
                  <a:pt x="1843" y="1524"/>
                </a:lnTo>
                <a:lnTo>
                  <a:pt x="1841" y="1525"/>
                </a:lnTo>
                <a:lnTo>
                  <a:pt x="1840" y="1526"/>
                </a:lnTo>
                <a:lnTo>
                  <a:pt x="1839" y="1527"/>
                </a:lnTo>
                <a:lnTo>
                  <a:pt x="1838" y="1528"/>
                </a:lnTo>
                <a:lnTo>
                  <a:pt x="1837" y="1529"/>
                </a:lnTo>
                <a:lnTo>
                  <a:pt x="1836" y="1530"/>
                </a:lnTo>
                <a:lnTo>
                  <a:pt x="1834" y="1531"/>
                </a:lnTo>
                <a:lnTo>
                  <a:pt x="1834" y="1532"/>
                </a:lnTo>
                <a:lnTo>
                  <a:pt x="1832" y="1533"/>
                </a:lnTo>
                <a:lnTo>
                  <a:pt x="1831" y="1534"/>
                </a:lnTo>
                <a:lnTo>
                  <a:pt x="1828" y="1537"/>
                </a:lnTo>
                <a:lnTo>
                  <a:pt x="1828" y="1538"/>
                </a:lnTo>
                <a:lnTo>
                  <a:pt x="1824" y="1541"/>
                </a:lnTo>
                <a:lnTo>
                  <a:pt x="1824" y="1542"/>
                </a:lnTo>
                <a:lnTo>
                  <a:pt x="1823" y="1542"/>
                </a:lnTo>
                <a:lnTo>
                  <a:pt x="1823" y="1543"/>
                </a:lnTo>
                <a:lnTo>
                  <a:pt x="1822" y="1544"/>
                </a:lnTo>
                <a:lnTo>
                  <a:pt x="1821" y="1545"/>
                </a:lnTo>
                <a:lnTo>
                  <a:pt x="1820" y="1546"/>
                </a:lnTo>
                <a:lnTo>
                  <a:pt x="1819" y="1548"/>
                </a:lnTo>
                <a:lnTo>
                  <a:pt x="1818" y="1548"/>
                </a:lnTo>
                <a:lnTo>
                  <a:pt x="1818" y="1549"/>
                </a:lnTo>
                <a:lnTo>
                  <a:pt x="1818" y="1550"/>
                </a:lnTo>
                <a:lnTo>
                  <a:pt x="1818" y="1552"/>
                </a:lnTo>
                <a:lnTo>
                  <a:pt x="1819" y="1553"/>
                </a:lnTo>
                <a:lnTo>
                  <a:pt x="1819" y="1554"/>
                </a:lnTo>
                <a:lnTo>
                  <a:pt x="1818" y="1555"/>
                </a:lnTo>
                <a:lnTo>
                  <a:pt x="1818" y="1556"/>
                </a:lnTo>
                <a:lnTo>
                  <a:pt x="1818" y="1557"/>
                </a:lnTo>
                <a:lnTo>
                  <a:pt x="1818" y="1559"/>
                </a:lnTo>
                <a:lnTo>
                  <a:pt x="1816" y="1564"/>
                </a:lnTo>
                <a:lnTo>
                  <a:pt x="1815" y="1566"/>
                </a:lnTo>
                <a:lnTo>
                  <a:pt x="1814" y="1567"/>
                </a:lnTo>
                <a:lnTo>
                  <a:pt x="1813" y="1567"/>
                </a:lnTo>
                <a:lnTo>
                  <a:pt x="1812" y="1568"/>
                </a:lnTo>
                <a:lnTo>
                  <a:pt x="1811" y="1568"/>
                </a:lnTo>
                <a:lnTo>
                  <a:pt x="1810" y="1568"/>
                </a:lnTo>
                <a:lnTo>
                  <a:pt x="1807" y="1568"/>
                </a:lnTo>
                <a:lnTo>
                  <a:pt x="1804" y="1568"/>
                </a:lnTo>
                <a:lnTo>
                  <a:pt x="1803" y="1568"/>
                </a:lnTo>
                <a:lnTo>
                  <a:pt x="1801" y="1568"/>
                </a:lnTo>
                <a:lnTo>
                  <a:pt x="1800" y="1568"/>
                </a:lnTo>
                <a:lnTo>
                  <a:pt x="1799" y="1569"/>
                </a:lnTo>
                <a:lnTo>
                  <a:pt x="1798" y="1569"/>
                </a:lnTo>
                <a:lnTo>
                  <a:pt x="1797" y="1570"/>
                </a:lnTo>
                <a:lnTo>
                  <a:pt x="1796" y="1571"/>
                </a:lnTo>
                <a:lnTo>
                  <a:pt x="1795" y="1571"/>
                </a:lnTo>
                <a:lnTo>
                  <a:pt x="1794" y="1571"/>
                </a:lnTo>
                <a:lnTo>
                  <a:pt x="1794" y="1572"/>
                </a:lnTo>
                <a:lnTo>
                  <a:pt x="1793" y="1572"/>
                </a:lnTo>
                <a:lnTo>
                  <a:pt x="1792" y="1572"/>
                </a:lnTo>
                <a:lnTo>
                  <a:pt x="1791" y="1573"/>
                </a:lnTo>
                <a:lnTo>
                  <a:pt x="1790" y="1573"/>
                </a:lnTo>
                <a:lnTo>
                  <a:pt x="1789" y="1574"/>
                </a:lnTo>
                <a:lnTo>
                  <a:pt x="1788" y="1574"/>
                </a:lnTo>
                <a:lnTo>
                  <a:pt x="1787" y="1574"/>
                </a:lnTo>
                <a:lnTo>
                  <a:pt x="1786" y="1574"/>
                </a:lnTo>
                <a:lnTo>
                  <a:pt x="1785" y="1575"/>
                </a:lnTo>
                <a:lnTo>
                  <a:pt x="1784" y="1575"/>
                </a:lnTo>
                <a:lnTo>
                  <a:pt x="1783" y="1575"/>
                </a:lnTo>
                <a:lnTo>
                  <a:pt x="1782" y="1575"/>
                </a:lnTo>
                <a:lnTo>
                  <a:pt x="1781" y="1575"/>
                </a:lnTo>
                <a:lnTo>
                  <a:pt x="1781" y="1576"/>
                </a:lnTo>
                <a:lnTo>
                  <a:pt x="1780" y="1576"/>
                </a:lnTo>
                <a:lnTo>
                  <a:pt x="1779" y="1576"/>
                </a:lnTo>
                <a:lnTo>
                  <a:pt x="1777" y="1576"/>
                </a:lnTo>
                <a:lnTo>
                  <a:pt x="1776" y="1576"/>
                </a:lnTo>
                <a:lnTo>
                  <a:pt x="1775" y="1576"/>
                </a:lnTo>
                <a:lnTo>
                  <a:pt x="1769" y="1576"/>
                </a:lnTo>
                <a:lnTo>
                  <a:pt x="1768" y="1576"/>
                </a:lnTo>
                <a:lnTo>
                  <a:pt x="1767" y="1576"/>
                </a:lnTo>
                <a:lnTo>
                  <a:pt x="1766" y="1576"/>
                </a:lnTo>
                <a:lnTo>
                  <a:pt x="1764" y="1576"/>
                </a:lnTo>
                <a:lnTo>
                  <a:pt x="1763" y="1576"/>
                </a:lnTo>
                <a:lnTo>
                  <a:pt x="1762" y="1576"/>
                </a:lnTo>
                <a:lnTo>
                  <a:pt x="1761" y="1576"/>
                </a:lnTo>
                <a:lnTo>
                  <a:pt x="1759" y="1576"/>
                </a:lnTo>
                <a:lnTo>
                  <a:pt x="1758" y="1576"/>
                </a:lnTo>
                <a:lnTo>
                  <a:pt x="1757" y="1576"/>
                </a:lnTo>
                <a:lnTo>
                  <a:pt x="1756" y="1576"/>
                </a:lnTo>
                <a:lnTo>
                  <a:pt x="1754" y="1575"/>
                </a:lnTo>
                <a:lnTo>
                  <a:pt x="1753" y="1575"/>
                </a:lnTo>
                <a:lnTo>
                  <a:pt x="1752" y="1575"/>
                </a:lnTo>
                <a:lnTo>
                  <a:pt x="1751" y="1575"/>
                </a:lnTo>
                <a:lnTo>
                  <a:pt x="1747" y="1575"/>
                </a:lnTo>
                <a:lnTo>
                  <a:pt x="1746" y="1575"/>
                </a:lnTo>
                <a:lnTo>
                  <a:pt x="1742" y="1575"/>
                </a:lnTo>
                <a:lnTo>
                  <a:pt x="1741" y="1575"/>
                </a:lnTo>
                <a:lnTo>
                  <a:pt x="1740" y="1575"/>
                </a:lnTo>
                <a:lnTo>
                  <a:pt x="1737" y="1575"/>
                </a:lnTo>
                <a:lnTo>
                  <a:pt x="1736" y="1575"/>
                </a:lnTo>
                <a:lnTo>
                  <a:pt x="1734" y="1575"/>
                </a:lnTo>
                <a:lnTo>
                  <a:pt x="1733" y="1575"/>
                </a:lnTo>
                <a:lnTo>
                  <a:pt x="1732" y="1575"/>
                </a:lnTo>
                <a:lnTo>
                  <a:pt x="1731" y="1575"/>
                </a:lnTo>
                <a:lnTo>
                  <a:pt x="1730" y="1575"/>
                </a:lnTo>
                <a:lnTo>
                  <a:pt x="1726" y="1575"/>
                </a:lnTo>
                <a:lnTo>
                  <a:pt x="1723" y="1575"/>
                </a:lnTo>
                <a:lnTo>
                  <a:pt x="1723" y="1576"/>
                </a:lnTo>
                <a:lnTo>
                  <a:pt x="1722" y="1576"/>
                </a:lnTo>
                <a:lnTo>
                  <a:pt x="1721" y="1576"/>
                </a:lnTo>
                <a:lnTo>
                  <a:pt x="1719" y="1576"/>
                </a:lnTo>
                <a:lnTo>
                  <a:pt x="1718" y="1576"/>
                </a:lnTo>
                <a:lnTo>
                  <a:pt x="1717" y="1576"/>
                </a:lnTo>
                <a:lnTo>
                  <a:pt x="1716" y="1576"/>
                </a:lnTo>
                <a:lnTo>
                  <a:pt x="1715" y="1576"/>
                </a:lnTo>
                <a:lnTo>
                  <a:pt x="1714" y="1576"/>
                </a:lnTo>
                <a:lnTo>
                  <a:pt x="1711" y="1576"/>
                </a:lnTo>
                <a:lnTo>
                  <a:pt x="1710" y="1576"/>
                </a:lnTo>
                <a:lnTo>
                  <a:pt x="1709" y="1576"/>
                </a:lnTo>
                <a:lnTo>
                  <a:pt x="1708" y="1575"/>
                </a:lnTo>
                <a:lnTo>
                  <a:pt x="1707" y="1575"/>
                </a:lnTo>
                <a:lnTo>
                  <a:pt x="1706" y="1574"/>
                </a:lnTo>
                <a:lnTo>
                  <a:pt x="1705" y="1574"/>
                </a:lnTo>
                <a:lnTo>
                  <a:pt x="1704" y="1573"/>
                </a:lnTo>
                <a:lnTo>
                  <a:pt x="1703" y="1572"/>
                </a:lnTo>
                <a:lnTo>
                  <a:pt x="1702" y="1572"/>
                </a:lnTo>
                <a:lnTo>
                  <a:pt x="1701" y="1571"/>
                </a:lnTo>
                <a:lnTo>
                  <a:pt x="1699" y="1570"/>
                </a:lnTo>
                <a:lnTo>
                  <a:pt x="1698" y="1570"/>
                </a:lnTo>
                <a:lnTo>
                  <a:pt x="1697" y="1570"/>
                </a:lnTo>
                <a:lnTo>
                  <a:pt x="1696" y="1569"/>
                </a:lnTo>
                <a:lnTo>
                  <a:pt x="1695" y="1569"/>
                </a:lnTo>
                <a:lnTo>
                  <a:pt x="1694" y="1569"/>
                </a:lnTo>
                <a:lnTo>
                  <a:pt x="1693" y="1569"/>
                </a:lnTo>
                <a:lnTo>
                  <a:pt x="1692" y="1568"/>
                </a:lnTo>
                <a:lnTo>
                  <a:pt x="1691" y="1568"/>
                </a:lnTo>
                <a:lnTo>
                  <a:pt x="1690" y="1568"/>
                </a:lnTo>
                <a:lnTo>
                  <a:pt x="1689" y="1568"/>
                </a:lnTo>
                <a:lnTo>
                  <a:pt x="1688" y="1568"/>
                </a:lnTo>
                <a:lnTo>
                  <a:pt x="1686" y="1568"/>
                </a:lnTo>
                <a:lnTo>
                  <a:pt x="1685" y="1568"/>
                </a:lnTo>
                <a:lnTo>
                  <a:pt x="1684" y="1568"/>
                </a:lnTo>
                <a:lnTo>
                  <a:pt x="1683" y="1568"/>
                </a:lnTo>
                <a:lnTo>
                  <a:pt x="1682" y="1568"/>
                </a:lnTo>
                <a:lnTo>
                  <a:pt x="1681" y="1568"/>
                </a:lnTo>
                <a:lnTo>
                  <a:pt x="1680" y="1569"/>
                </a:lnTo>
                <a:lnTo>
                  <a:pt x="1679" y="1569"/>
                </a:lnTo>
                <a:lnTo>
                  <a:pt x="1678" y="1570"/>
                </a:lnTo>
                <a:lnTo>
                  <a:pt x="1677" y="1570"/>
                </a:lnTo>
                <a:lnTo>
                  <a:pt x="1676" y="1570"/>
                </a:lnTo>
                <a:lnTo>
                  <a:pt x="1675" y="1570"/>
                </a:lnTo>
                <a:lnTo>
                  <a:pt x="1674" y="1570"/>
                </a:lnTo>
                <a:lnTo>
                  <a:pt x="1673" y="1569"/>
                </a:lnTo>
                <a:lnTo>
                  <a:pt x="1672" y="1569"/>
                </a:lnTo>
                <a:lnTo>
                  <a:pt x="1672" y="1568"/>
                </a:lnTo>
                <a:lnTo>
                  <a:pt x="1671" y="1568"/>
                </a:lnTo>
                <a:lnTo>
                  <a:pt x="1670" y="1567"/>
                </a:lnTo>
                <a:lnTo>
                  <a:pt x="1669" y="1567"/>
                </a:lnTo>
                <a:lnTo>
                  <a:pt x="1668" y="1566"/>
                </a:lnTo>
                <a:lnTo>
                  <a:pt x="1667" y="1565"/>
                </a:lnTo>
                <a:lnTo>
                  <a:pt x="1666" y="1565"/>
                </a:lnTo>
                <a:lnTo>
                  <a:pt x="1666" y="1564"/>
                </a:lnTo>
                <a:lnTo>
                  <a:pt x="1665" y="1564"/>
                </a:lnTo>
                <a:lnTo>
                  <a:pt x="1664" y="1563"/>
                </a:lnTo>
                <a:lnTo>
                  <a:pt x="1663" y="1563"/>
                </a:lnTo>
                <a:lnTo>
                  <a:pt x="1662" y="1562"/>
                </a:lnTo>
                <a:lnTo>
                  <a:pt x="1661" y="1561"/>
                </a:lnTo>
                <a:lnTo>
                  <a:pt x="1660" y="1561"/>
                </a:lnTo>
                <a:lnTo>
                  <a:pt x="1660" y="1560"/>
                </a:lnTo>
                <a:lnTo>
                  <a:pt x="1659" y="1560"/>
                </a:lnTo>
                <a:lnTo>
                  <a:pt x="1658" y="1559"/>
                </a:lnTo>
                <a:lnTo>
                  <a:pt x="1657" y="1559"/>
                </a:lnTo>
                <a:lnTo>
                  <a:pt x="1656" y="1559"/>
                </a:lnTo>
                <a:lnTo>
                  <a:pt x="1645" y="1559"/>
                </a:lnTo>
                <a:lnTo>
                  <a:pt x="1644" y="1559"/>
                </a:lnTo>
                <a:lnTo>
                  <a:pt x="1643" y="1559"/>
                </a:lnTo>
                <a:lnTo>
                  <a:pt x="1642" y="1559"/>
                </a:lnTo>
                <a:lnTo>
                  <a:pt x="1641" y="1560"/>
                </a:lnTo>
                <a:lnTo>
                  <a:pt x="1640" y="1560"/>
                </a:lnTo>
                <a:lnTo>
                  <a:pt x="1639" y="1560"/>
                </a:lnTo>
                <a:lnTo>
                  <a:pt x="1638" y="1560"/>
                </a:lnTo>
                <a:lnTo>
                  <a:pt x="1637" y="1561"/>
                </a:lnTo>
                <a:lnTo>
                  <a:pt x="1636" y="1561"/>
                </a:lnTo>
                <a:lnTo>
                  <a:pt x="1635" y="1561"/>
                </a:lnTo>
                <a:lnTo>
                  <a:pt x="1634" y="1561"/>
                </a:lnTo>
                <a:lnTo>
                  <a:pt x="1633" y="1561"/>
                </a:lnTo>
                <a:lnTo>
                  <a:pt x="1632" y="1562"/>
                </a:lnTo>
                <a:lnTo>
                  <a:pt x="1631" y="1562"/>
                </a:lnTo>
                <a:lnTo>
                  <a:pt x="1630" y="1562"/>
                </a:lnTo>
                <a:lnTo>
                  <a:pt x="1629" y="1562"/>
                </a:lnTo>
                <a:lnTo>
                  <a:pt x="1628" y="1562"/>
                </a:lnTo>
                <a:lnTo>
                  <a:pt x="1627" y="1562"/>
                </a:lnTo>
                <a:lnTo>
                  <a:pt x="1626" y="1562"/>
                </a:lnTo>
                <a:lnTo>
                  <a:pt x="1624" y="1562"/>
                </a:lnTo>
                <a:lnTo>
                  <a:pt x="1623" y="1562"/>
                </a:lnTo>
                <a:lnTo>
                  <a:pt x="1623" y="1563"/>
                </a:lnTo>
                <a:lnTo>
                  <a:pt x="1620" y="1563"/>
                </a:lnTo>
                <a:lnTo>
                  <a:pt x="1618" y="1563"/>
                </a:lnTo>
                <a:lnTo>
                  <a:pt x="1617" y="1563"/>
                </a:lnTo>
                <a:lnTo>
                  <a:pt x="1614" y="1563"/>
                </a:lnTo>
                <a:lnTo>
                  <a:pt x="1613" y="1563"/>
                </a:lnTo>
                <a:lnTo>
                  <a:pt x="1612" y="1563"/>
                </a:lnTo>
                <a:lnTo>
                  <a:pt x="1609" y="1563"/>
                </a:lnTo>
                <a:lnTo>
                  <a:pt x="1608" y="1564"/>
                </a:lnTo>
                <a:lnTo>
                  <a:pt x="1607" y="1564"/>
                </a:lnTo>
                <a:lnTo>
                  <a:pt x="1606" y="1564"/>
                </a:lnTo>
                <a:lnTo>
                  <a:pt x="1605" y="1564"/>
                </a:lnTo>
                <a:lnTo>
                  <a:pt x="1603" y="1564"/>
                </a:lnTo>
                <a:lnTo>
                  <a:pt x="1602" y="1564"/>
                </a:lnTo>
                <a:lnTo>
                  <a:pt x="1601" y="1564"/>
                </a:lnTo>
                <a:lnTo>
                  <a:pt x="1600" y="1565"/>
                </a:lnTo>
                <a:lnTo>
                  <a:pt x="1599" y="1565"/>
                </a:lnTo>
                <a:lnTo>
                  <a:pt x="1598" y="1565"/>
                </a:lnTo>
                <a:lnTo>
                  <a:pt x="1596" y="1565"/>
                </a:lnTo>
                <a:lnTo>
                  <a:pt x="1595" y="1565"/>
                </a:lnTo>
                <a:lnTo>
                  <a:pt x="1594" y="1566"/>
                </a:lnTo>
                <a:lnTo>
                  <a:pt x="1593" y="1566"/>
                </a:lnTo>
                <a:lnTo>
                  <a:pt x="1592" y="1566"/>
                </a:lnTo>
                <a:lnTo>
                  <a:pt x="1591" y="1566"/>
                </a:lnTo>
                <a:lnTo>
                  <a:pt x="1590" y="1566"/>
                </a:lnTo>
                <a:lnTo>
                  <a:pt x="1589" y="1566"/>
                </a:lnTo>
                <a:lnTo>
                  <a:pt x="1588" y="1566"/>
                </a:lnTo>
                <a:lnTo>
                  <a:pt x="1587" y="1566"/>
                </a:lnTo>
                <a:lnTo>
                  <a:pt x="1585" y="1566"/>
                </a:lnTo>
                <a:lnTo>
                  <a:pt x="1584" y="1565"/>
                </a:lnTo>
                <a:lnTo>
                  <a:pt x="1583" y="1565"/>
                </a:lnTo>
                <a:lnTo>
                  <a:pt x="1582" y="1565"/>
                </a:lnTo>
                <a:lnTo>
                  <a:pt x="1581" y="1565"/>
                </a:lnTo>
                <a:lnTo>
                  <a:pt x="1580" y="1565"/>
                </a:lnTo>
                <a:lnTo>
                  <a:pt x="1580" y="1564"/>
                </a:lnTo>
                <a:lnTo>
                  <a:pt x="1579" y="1564"/>
                </a:lnTo>
                <a:lnTo>
                  <a:pt x="1580" y="1564"/>
                </a:lnTo>
                <a:lnTo>
                  <a:pt x="1581" y="1563"/>
                </a:lnTo>
                <a:lnTo>
                  <a:pt x="1582" y="1563"/>
                </a:lnTo>
                <a:lnTo>
                  <a:pt x="1582" y="1562"/>
                </a:lnTo>
                <a:lnTo>
                  <a:pt x="1582" y="1561"/>
                </a:lnTo>
                <a:lnTo>
                  <a:pt x="1583" y="1561"/>
                </a:lnTo>
                <a:lnTo>
                  <a:pt x="1583" y="1560"/>
                </a:lnTo>
                <a:lnTo>
                  <a:pt x="1584" y="1559"/>
                </a:lnTo>
                <a:lnTo>
                  <a:pt x="1584" y="1558"/>
                </a:lnTo>
                <a:lnTo>
                  <a:pt x="1584" y="1557"/>
                </a:lnTo>
                <a:lnTo>
                  <a:pt x="1585" y="1556"/>
                </a:lnTo>
                <a:lnTo>
                  <a:pt x="1585" y="1555"/>
                </a:lnTo>
                <a:lnTo>
                  <a:pt x="1585" y="1554"/>
                </a:lnTo>
                <a:lnTo>
                  <a:pt x="1585" y="1553"/>
                </a:lnTo>
                <a:lnTo>
                  <a:pt x="1585" y="1552"/>
                </a:lnTo>
                <a:lnTo>
                  <a:pt x="1586" y="1551"/>
                </a:lnTo>
                <a:lnTo>
                  <a:pt x="1586" y="1550"/>
                </a:lnTo>
                <a:lnTo>
                  <a:pt x="1586" y="1549"/>
                </a:lnTo>
                <a:lnTo>
                  <a:pt x="1587" y="1549"/>
                </a:lnTo>
                <a:lnTo>
                  <a:pt x="1587" y="1548"/>
                </a:lnTo>
                <a:lnTo>
                  <a:pt x="1586" y="1548"/>
                </a:lnTo>
                <a:lnTo>
                  <a:pt x="1586" y="1547"/>
                </a:lnTo>
                <a:lnTo>
                  <a:pt x="1586" y="1546"/>
                </a:lnTo>
                <a:lnTo>
                  <a:pt x="1585" y="1546"/>
                </a:lnTo>
                <a:lnTo>
                  <a:pt x="1585" y="1545"/>
                </a:lnTo>
                <a:lnTo>
                  <a:pt x="1585" y="1544"/>
                </a:lnTo>
                <a:lnTo>
                  <a:pt x="1585" y="1542"/>
                </a:lnTo>
                <a:lnTo>
                  <a:pt x="1584" y="1542"/>
                </a:lnTo>
                <a:lnTo>
                  <a:pt x="1584" y="1541"/>
                </a:lnTo>
                <a:lnTo>
                  <a:pt x="1583" y="1541"/>
                </a:lnTo>
                <a:lnTo>
                  <a:pt x="1583" y="1540"/>
                </a:lnTo>
                <a:lnTo>
                  <a:pt x="1582" y="1540"/>
                </a:lnTo>
                <a:lnTo>
                  <a:pt x="1582" y="1539"/>
                </a:lnTo>
                <a:lnTo>
                  <a:pt x="1582" y="1538"/>
                </a:lnTo>
                <a:lnTo>
                  <a:pt x="1583" y="1537"/>
                </a:lnTo>
                <a:lnTo>
                  <a:pt x="1583" y="1536"/>
                </a:lnTo>
                <a:lnTo>
                  <a:pt x="1582" y="1536"/>
                </a:lnTo>
                <a:lnTo>
                  <a:pt x="1581" y="1536"/>
                </a:lnTo>
                <a:lnTo>
                  <a:pt x="1581" y="1535"/>
                </a:lnTo>
                <a:lnTo>
                  <a:pt x="1580" y="1535"/>
                </a:lnTo>
                <a:lnTo>
                  <a:pt x="1580" y="1534"/>
                </a:lnTo>
                <a:lnTo>
                  <a:pt x="1579" y="1534"/>
                </a:lnTo>
                <a:lnTo>
                  <a:pt x="1578" y="1534"/>
                </a:lnTo>
                <a:lnTo>
                  <a:pt x="1578" y="1533"/>
                </a:lnTo>
                <a:lnTo>
                  <a:pt x="1577" y="1532"/>
                </a:lnTo>
                <a:lnTo>
                  <a:pt x="1577" y="1531"/>
                </a:lnTo>
                <a:lnTo>
                  <a:pt x="1577" y="1530"/>
                </a:lnTo>
                <a:lnTo>
                  <a:pt x="1577" y="1529"/>
                </a:lnTo>
                <a:lnTo>
                  <a:pt x="1577" y="1528"/>
                </a:lnTo>
                <a:lnTo>
                  <a:pt x="1577" y="1527"/>
                </a:lnTo>
                <a:lnTo>
                  <a:pt x="1577" y="1526"/>
                </a:lnTo>
                <a:lnTo>
                  <a:pt x="1576" y="1526"/>
                </a:lnTo>
                <a:lnTo>
                  <a:pt x="1576" y="1525"/>
                </a:lnTo>
                <a:lnTo>
                  <a:pt x="1577" y="1524"/>
                </a:lnTo>
                <a:lnTo>
                  <a:pt x="1577" y="1523"/>
                </a:lnTo>
                <a:lnTo>
                  <a:pt x="1578" y="1523"/>
                </a:lnTo>
                <a:lnTo>
                  <a:pt x="1579" y="1522"/>
                </a:lnTo>
                <a:lnTo>
                  <a:pt x="1579" y="1521"/>
                </a:lnTo>
                <a:lnTo>
                  <a:pt x="1579" y="1520"/>
                </a:lnTo>
                <a:lnTo>
                  <a:pt x="1578" y="1520"/>
                </a:lnTo>
                <a:lnTo>
                  <a:pt x="1578" y="1519"/>
                </a:lnTo>
                <a:lnTo>
                  <a:pt x="1579" y="1519"/>
                </a:lnTo>
                <a:lnTo>
                  <a:pt x="1578" y="1518"/>
                </a:lnTo>
                <a:lnTo>
                  <a:pt x="1578" y="1517"/>
                </a:lnTo>
                <a:lnTo>
                  <a:pt x="1578" y="1516"/>
                </a:lnTo>
                <a:lnTo>
                  <a:pt x="1579" y="1516"/>
                </a:lnTo>
                <a:lnTo>
                  <a:pt x="1579" y="1515"/>
                </a:lnTo>
                <a:lnTo>
                  <a:pt x="1580" y="1515"/>
                </a:lnTo>
                <a:lnTo>
                  <a:pt x="1581" y="1515"/>
                </a:lnTo>
                <a:lnTo>
                  <a:pt x="1581" y="1514"/>
                </a:lnTo>
                <a:lnTo>
                  <a:pt x="1582" y="1514"/>
                </a:lnTo>
                <a:lnTo>
                  <a:pt x="1583" y="1514"/>
                </a:lnTo>
                <a:lnTo>
                  <a:pt x="1583" y="1513"/>
                </a:lnTo>
                <a:lnTo>
                  <a:pt x="1583" y="1512"/>
                </a:lnTo>
                <a:lnTo>
                  <a:pt x="1584" y="1511"/>
                </a:lnTo>
                <a:lnTo>
                  <a:pt x="1584" y="1510"/>
                </a:lnTo>
                <a:lnTo>
                  <a:pt x="1585" y="1510"/>
                </a:lnTo>
                <a:lnTo>
                  <a:pt x="1585" y="1509"/>
                </a:lnTo>
                <a:lnTo>
                  <a:pt x="1585" y="1508"/>
                </a:lnTo>
                <a:lnTo>
                  <a:pt x="1585" y="1507"/>
                </a:lnTo>
                <a:lnTo>
                  <a:pt x="1585" y="1506"/>
                </a:lnTo>
                <a:lnTo>
                  <a:pt x="1584" y="1506"/>
                </a:lnTo>
                <a:lnTo>
                  <a:pt x="1584" y="1505"/>
                </a:lnTo>
                <a:lnTo>
                  <a:pt x="1584" y="1504"/>
                </a:lnTo>
                <a:lnTo>
                  <a:pt x="1583" y="1504"/>
                </a:lnTo>
                <a:lnTo>
                  <a:pt x="1582" y="1504"/>
                </a:lnTo>
                <a:lnTo>
                  <a:pt x="1581" y="1504"/>
                </a:lnTo>
                <a:lnTo>
                  <a:pt x="1581" y="1503"/>
                </a:lnTo>
                <a:lnTo>
                  <a:pt x="1582" y="1503"/>
                </a:lnTo>
                <a:lnTo>
                  <a:pt x="1582" y="1502"/>
                </a:lnTo>
                <a:lnTo>
                  <a:pt x="1583" y="1502"/>
                </a:lnTo>
                <a:lnTo>
                  <a:pt x="1584" y="1502"/>
                </a:lnTo>
                <a:lnTo>
                  <a:pt x="1585" y="1501"/>
                </a:lnTo>
                <a:lnTo>
                  <a:pt x="1586" y="1501"/>
                </a:lnTo>
                <a:lnTo>
                  <a:pt x="1587" y="1501"/>
                </a:lnTo>
                <a:lnTo>
                  <a:pt x="1587" y="1502"/>
                </a:lnTo>
                <a:lnTo>
                  <a:pt x="1588" y="1502"/>
                </a:lnTo>
                <a:lnTo>
                  <a:pt x="1589" y="1502"/>
                </a:lnTo>
                <a:lnTo>
                  <a:pt x="1589" y="1503"/>
                </a:lnTo>
                <a:lnTo>
                  <a:pt x="1590" y="1503"/>
                </a:lnTo>
                <a:lnTo>
                  <a:pt x="1591" y="1503"/>
                </a:lnTo>
                <a:lnTo>
                  <a:pt x="1592" y="1503"/>
                </a:lnTo>
                <a:lnTo>
                  <a:pt x="1592" y="1502"/>
                </a:lnTo>
                <a:lnTo>
                  <a:pt x="1593" y="1502"/>
                </a:lnTo>
                <a:lnTo>
                  <a:pt x="1593" y="1501"/>
                </a:lnTo>
                <a:lnTo>
                  <a:pt x="1593" y="1500"/>
                </a:lnTo>
                <a:lnTo>
                  <a:pt x="1592" y="1498"/>
                </a:lnTo>
                <a:lnTo>
                  <a:pt x="1592" y="1497"/>
                </a:lnTo>
                <a:lnTo>
                  <a:pt x="1591" y="1496"/>
                </a:lnTo>
                <a:lnTo>
                  <a:pt x="1591" y="1495"/>
                </a:lnTo>
                <a:lnTo>
                  <a:pt x="1591" y="1494"/>
                </a:lnTo>
                <a:lnTo>
                  <a:pt x="1590" y="1494"/>
                </a:lnTo>
                <a:lnTo>
                  <a:pt x="1590" y="1493"/>
                </a:lnTo>
                <a:lnTo>
                  <a:pt x="1590" y="1492"/>
                </a:lnTo>
                <a:lnTo>
                  <a:pt x="1590" y="1491"/>
                </a:lnTo>
                <a:lnTo>
                  <a:pt x="1589" y="1491"/>
                </a:lnTo>
                <a:lnTo>
                  <a:pt x="1589" y="1490"/>
                </a:lnTo>
                <a:lnTo>
                  <a:pt x="1589" y="1489"/>
                </a:lnTo>
                <a:lnTo>
                  <a:pt x="1589" y="1488"/>
                </a:lnTo>
                <a:lnTo>
                  <a:pt x="1588" y="1488"/>
                </a:lnTo>
                <a:lnTo>
                  <a:pt x="1588" y="1487"/>
                </a:lnTo>
                <a:lnTo>
                  <a:pt x="1588" y="1486"/>
                </a:lnTo>
                <a:lnTo>
                  <a:pt x="1588" y="1485"/>
                </a:lnTo>
                <a:lnTo>
                  <a:pt x="1587" y="1485"/>
                </a:lnTo>
                <a:lnTo>
                  <a:pt x="1587" y="1484"/>
                </a:lnTo>
                <a:lnTo>
                  <a:pt x="1587" y="1483"/>
                </a:lnTo>
                <a:lnTo>
                  <a:pt x="1587" y="1482"/>
                </a:lnTo>
                <a:lnTo>
                  <a:pt x="1586" y="1482"/>
                </a:lnTo>
                <a:lnTo>
                  <a:pt x="1586" y="1481"/>
                </a:lnTo>
                <a:lnTo>
                  <a:pt x="1586" y="1480"/>
                </a:lnTo>
                <a:lnTo>
                  <a:pt x="1586" y="1479"/>
                </a:lnTo>
                <a:lnTo>
                  <a:pt x="1585" y="1478"/>
                </a:lnTo>
                <a:lnTo>
                  <a:pt x="1585" y="1477"/>
                </a:lnTo>
                <a:lnTo>
                  <a:pt x="1584" y="1476"/>
                </a:lnTo>
                <a:lnTo>
                  <a:pt x="1583" y="1476"/>
                </a:lnTo>
                <a:lnTo>
                  <a:pt x="1583" y="1475"/>
                </a:lnTo>
                <a:lnTo>
                  <a:pt x="1582" y="1475"/>
                </a:lnTo>
                <a:lnTo>
                  <a:pt x="1582" y="1474"/>
                </a:lnTo>
                <a:lnTo>
                  <a:pt x="1583" y="1473"/>
                </a:lnTo>
                <a:lnTo>
                  <a:pt x="1583" y="1472"/>
                </a:lnTo>
                <a:lnTo>
                  <a:pt x="1582" y="1472"/>
                </a:lnTo>
                <a:lnTo>
                  <a:pt x="1583" y="1471"/>
                </a:lnTo>
                <a:lnTo>
                  <a:pt x="1582" y="1471"/>
                </a:lnTo>
                <a:lnTo>
                  <a:pt x="1582" y="1470"/>
                </a:lnTo>
                <a:lnTo>
                  <a:pt x="1583" y="1470"/>
                </a:lnTo>
                <a:lnTo>
                  <a:pt x="1582" y="1470"/>
                </a:lnTo>
                <a:lnTo>
                  <a:pt x="1581" y="1470"/>
                </a:lnTo>
                <a:lnTo>
                  <a:pt x="1580" y="1471"/>
                </a:lnTo>
                <a:lnTo>
                  <a:pt x="1579" y="1471"/>
                </a:lnTo>
                <a:lnTo>
                  <a:pt x="1579" y="1472"/>
                </a:lnTo>
                <a:lnTo>
                  <a:pt x="1578" y="1472"/>
                </a:lnTo>
                <a:lnTo>
                  <a:pt x="1577" y="1472"/>
                </a:lnTo>
                <a:lnTo>
                  <a:pt x="1575" y="1473"/>
                </a:lnTo>
                <a:lnTo>
                  <a:pt x="1574" y="1474"/>
                </a:lnTo>
                <a:lnTo>
                  <a:pt x="1572" y="1474"/>
                </a:lnTo>
                <a:lnTo>
                  <a:pt x="1570" y="1474"/>
                </a:lnTo>
                <a:lnTo>
                  <a:pt x="1568" y="1472"/>
                </a:lnTo>
                <a:lnTo>
                  <a:pt x="1567" y="1472"/>
                </a:lnTo>
                <a:lnTo>
                  <a:pt x="1566" y="1472"/>
                </a:lnTo>
                <a:lnTo>
                  <a:pt x="1565" y="1473"/>
                </a:lnTo>
                <a:lnTo>
                  <a:pt x="1564" y="1474"/>
                </a:lnTo>
                <a:lnTo>
                  <a:pt x="1563" y="1474"/>
                </a:lnTo>
                <a:lnTo>
                  <a:pt x="1561" y="1474"/>
                </a:lnTo>
                <a:lnTo>
                  <a:pt x="1560" y="1474"/>
                </a:lnTo>
                <a:lnTo>
                  <a:pt x="1559" y="1474"/>
                </a:lnTo>
                <a:lnTo>
                  <a:pt x="1558" y="1474"/>
                </a:lnTo>
                <a:lnTo>
                  <a:pt x="1556" y="1474"/>
                </a:lnTo>
                <a:lnTo>
                  <a:pt x="1555" y="1475"/>
                </a:lnTo>
                <a:lnTo>
                  <a:pt x="1554" y="1476"/>
                </a:lnTo>
                <a:lnTo>
                  <a:pt x="1553" y="1476"/>
                </a:lnTo>
                <a:lnTo>
                  <a:pt x="1552" y="1476"/>
                </a:lnTo>
                <a:lnTo>
                  <a:pt x="1551" y="1475"/>
                </a:lnTo>
                <a:lnTo>
                  <a:pt x="1550" y="1475"/>
                </a:lnTo>
                <a:lnTo>
                  <a:pt x="1549" y="1475"/>
                </a:lnTo>
                <a:lnTo>
                  <a:pt x="1548" y="1474"/>
                </a:lnTo>
                <a:lnTo>
                  <a:pt x="1549" y="1474"/>
                </a:lnTo>
                <a:lnTo>
                  <a:pt x="1550" y="1474"/>
                </a:lnTo>
                <a:lnTo>
                  <a:pt x="1551" y="1472"/>
                </a:lnTo>
                <a:lnTo>
                  <a:pt x="1552" y="1472"/>
                </a:lnTo>
                <a:lnTo>
                  <a:pt x="1552" y="1471"/>
                </a:lnTo>
                <a:lnTo>
                  <a:pt x="1551" y="1471"/>
                </a:lnTo>
                <a:lnTo>
                  <a:pt x="1549" y="1470"/>
                </a:lnTo>
                <a:lnTo>
                  <a:pt x="1548" y="1469"/>
                </a:lnTo>
                <a:lnTo>
                  <a:pt x="1547" y="1468"/>
                </a:lnTo>
                <a:lnTo>
                  <a:pt x="1546" y="1467"/>
                </a:lnTo>
                <a:lnTo>
                  <a:pt x="1545" y="1466"/>
                </a:lnTo>
                <a:lnTo>
                  <a:pt x="1544" y="1465"/>
                </a:lnTo>
                <a:lnTo>
                  <a:pt x="1543" y="1465"/>
                </a:lnTo>
                <a:lnTo>
                  <a:pt x="1542" y="1465"/>
                </a:lnTo>
                <a:lnTo>
                  <a:pt x="1540" y="1465"/>
                </a:lnTo>
                <a:lnTo>
                  <a:pt x="1539" y="1464"/>
                </a:lnTo>
                <a:lnTo>
                  <a:pt x="1538" y="1463"/>
                </a:lnTo>
                <a:lnTo>
                  <a:pt x="1537" y="1463"/>
                </a:lnTo>
                <a:lnTo>
                  <a:pt x="1536" y="1462"/>
                </a:lnTo>
                <a:lnTo>
                  <a:pt x="1536" y="1460"/>
                </a:lnTo>
                <a:lnTo>
                  <a:pt x="1535" y="1459"/>
                </a:lnTo>
                <a:lnTo>
                  <a:pt x="1534" y="1458"/>
                </a:lnTo>
                <a:lnTo>
                  <a:pt x="1533" y="1458"/>
                </a:lnTo>
                <a:lnTo>
                  <a:pt x="1532" y="1458"/>
                </a:lnTo>
                <a:lnTo>
                  <a:pt x="1532" y="1457"/>
                </a:lnTo>
                <a:lnTo>
                  <a:pt x="1531" y="1456"/>
                </a:lnTo>
                <a:lnTo>
                  <a:pt x="1531" y="1455"/>
                </a:lnTo>
                <a:lnTo>
                  <a:pt x="1531" y="1454"/>
                </a:lnTo>
                <a:lnTo>
                  <a:pt x="1530" y="1453"/>
                </a:lnTo>
                <a:lnTo>
                  <a:pt x="1529" y="1454"/>
                </a:lnTo>
                <a:lnTo>
                  <a:pt x="1528" y="1454"/>
                </a:lnTo>
                <a:lnTo>
                  <a:pt x="1528" y="1453"/>
                </a:lnTo>
                <a:lnTo>
                  <a:pt x="1528" y="1452"/>
                </a:lnTo>
                <a:lnTo>
                  <a:pt x="1527" y="1451"/>
                </a:lnTo>
                <a:lnTo>
                  <a:pt x="1527" y="1450"/>
                </a:lnTo>
                <a:lnTo>
                  <a:pt x="1527" y="1449"/>
                </a:lnTo>
                <a:lnTo>
                  <a:pt x="1526" y="1449"/>
                </a:lnTo>
                <a:lnTo>
                  <a:pt x="1526" y="1448"/>
                </a:lnTo>
                <a:lnTo>
                  <a:pt x="1526" y="1447"/>
                </a:lnTo>
                <a:lnTo>
                  <a:pt x="1525" y="1447"/>
                </a:lnTo>
                <a:lnTo>
                  <a:pt x="1525" y="1446"/>
                </a:lnTo>
                <a:lnTo>
                  <a:pt x="1526" y="1445"/>
                </a:lnTo>
                <a:lnTo>
                  <a:pt x="1527" y="1444"/>
                </a:lnTo>
                <a:lnTo>
                  <a:pt x="1528" y="1443"/>
                </a:lnTo>
                <a:lnTo>
                  <a:pt x="1528" y="1442"/>
                </a:lnTo>
                <a:lnTo>
                  <a:pt x="1527" y="1442"/>
                </a:lnTo>
                <a:lnTo>
                  <a:pt x="1527" y="1441"/>
                </a:lnTo>
                <a:lnTo>
                  <a:pt x="1526" y="1441"/>
                </a:lnTo>
                <a:lnTo>
                  <a:pt x="1526" y="1440"/>
                </a:lnTo>
                <a:lnTo>
                  <a:pt x="1526" y="1439"/>
                </a:lnTo>
                <a:lnTo>
                  <a:pt x="1526" y="1438"/>
                </a:lnTo>
                <a:lnTo>
                  <a:pt x="1527" y="1437"/>
                </a:lnTo>
                <a:lnTo>
                  <a:pt x="1527" y="1436"/>
                </a:lnTo>
                <a:lnTo>
                  <a:pt x="1528" y="1435"/>
                </a:lnTo>
                <a:lnTo>
                  <a:pt x="1529" y="1435"/>
                </a:lnTo>
                <a:lnTo>
                  <a:pt x="1530" y="1434"/>
                </a:lnTo>
                <a:lnTo>
                  <a:pt x="1531" y="1434"/>
                </a:lnTo>
                <a:lnTo>
                  <a:pt x="1531" y="1433"/>
                </a:lnTo>
                <a:lnTo>
                  <a:pt x="1531" y="1432"/>
                </a:lnTo>
                <a:lnTo>
                  <a:pt x="1532" y="1432"/>
                </a:lnTo>
                <a:lnTo>
                  <a:pt x="1532" y="1431"/>
                </a:lnTo>
                <a:lnTo>
                  <a:pt x="1533" y="1431"/>
                </a:lnTo>
                <a:lnTo>
                  <a:pt x="1534" y="1431"/>
                </a:lnTo>
                <a:lnTo>
                  <a:pt x="1535" y="1431"/>
                </a:lnTo>
                <a:lnTo>
                  <a:pt x="1535" y="1430"/>
                </a:lnTo>
                <a:lnTo>
                  <a:pt x="1536" y="1430"/>
                </a:lnTo>
                <a:lnTo>
                  <a:pt x="1536" y="1429"/>
                </a:lnTo>
                <a:lnTo>
                  <a:pt x="1536" y="1428"/>
                </a:lnTo>
                <a:lnTo>
                  <a:pt x="1536" y="1427"/>
                </a:lnTo>
                <a:lnTo>
                  <a:pt x="1537" y="1427"/>
                </a:lnTo>
                <a:lnTo>
                  <a:pt x="1537" y="1426"/>
                </a:lnTo>
                <a:lnTo>
                  <a:pt x="1538" y="1425"/>
                </a:lnTo>
                <a:lnTo>
                  <a:pt x="1538" y="1424"/>
                </a:lnTo>
                <a:lnTo>
                  <a:pt x="1538" y="1423"/>
                </a:lnTo>
                <a:lnTo>
                  <a:pt x="1538" y="1422"/>
                </a:lnTo>
                <a:lnTo>
                  <a:pt x="1539" y="1422"/>
                </a:lnTo>
                <a:lnTo>
                  <a:pt x="1539" y="1421"/>
                </a:lnTo>
                <a:lnTo>
                  <a:pt x="1539" y="1420"/>
                </a:lnTo>
                <a:lnTo>
                  <a:pt x="1539" y="1419"/>
                </a:lnTo>
                <a:lnTo>
                  <a:pt x="1539" y="1418"/>
                </a:lnTo>
                <a:lnTo>
                  <a:pt x="1539" y="1417"/>
                </a:lnTo>
                <a:lnTo>
                  <a:pt x="1539" y="1416"/>
                </a:lnTo>
                <a:lnTo>
                  <a:pt x="1539" y="1415"/>
                </a:lnTo>
                <a:lnTo>
                  <a:pt x="1539" y="1414"/>
                </a:lnTo>
                <a:lnTo>
                  <a:pt x="1538" y="1414"/>
                </a:lnTo>
                <a:lnTo>
                  <a:pt x="1538" y="1413"/>
                </a:lnTo>
                <a:lnTo>
                  <a:pt x="1537" y="1412"/>
                </a:lnTo>
                <a:lnTo>
                  <a:pt x="1537" y="1411"/>
                </a:lnTo>
                <a:lnTo>
                  <a:pt x="1536" y="1411"/>
                </a:lnTo>
                <a:lnTo>
                  <a:pt x="1535" y="1411"/>
                </a:lnTo>
                <a:lnTo>
                  <a:pt x="1534" y="1412"/>
                </a:lnTo>
                <a:lnTo>
                  <a:pt x="1534" y="1411"/>
                </a:lnTo>
                <a:lnTo>
                  <a:pt x="1533" y="1411"/>
                </a:lnTo>
                <a:lnTo>
                  <a:pt x="1533" y="1412"/>
                </a:lnTo>
                <a:lnTo>
                  <a:pt x="1532" y="1412"/>
                </a:lnTo>
                <a:lnTo>
                  <a:pt x="1531" y="1412"/>
                </a:lnTo>
                <a:lnTo>
                  <a:pt x="1531" y="1411"/>
                </a:lnTo>
                <a:lnTo>
                  <a:pt x="1530" y="1411"/>
                </a:lnTo>
                <a:lnTo>
                  <a:pt x="1529" y="1411"/>
                </a:lnTo>
                <a:lnTo>
                  <a:pt x="1528" y="1411"/>
                </a:lnTo>
                <a:lnTo>
                  <a:pt x="1528" y="1410"/>
                </a:lnTo>
                <a:lnTo>
                  <a:pt x="1527" y="1410"/>
                </a:lnTo>
                <a:lnTo>
                  <a:pt x="1527" y="1409"/>
                </a:lnTo>
                <a:lnTo>
                  <a:pt x="1527" y="1408"/>
                </a:lnTo>
                <a:lnTo>
                  <a:pt x="1528" y="1408"/>
                </a:lnTo>
                <a:lnTo>
                  <a:pt x="1528" y="1407"/>
                </a:lnTo>
                <a:lnTo>
                  <a:pt x="1529" y="1407"/>
                </a:lnTo>
                <a:lnTo>
                  <a:pt x="1529" y="1406"/>
                </a:lnTo>
                <a:lnTo>
                  <a:pt x="1529" y="1405"/>
                </a:lnTo>
                <a:lnTo>
                  <a:pt x="1530" y="1405"/>
                </a:lnTo>
                <a:lnTo>
                  <a:pt x="1531" y="1405"/>
                </a:lnTo>
                <a:lnTo>
                  <a:pt x="1531" y="1404"/>
                </a:lnTo>
                <a:lnTo>
                  <a:pt x="1532" y="1404"/>
                </a:lnTo>
                <a:lnTo>
                  <a:pt x="1533" y="1404"/>
                </a:lnTo>
                <a:lnTo>
                  <a:pt x="1533" y="1405"/>
                </a:lnTo>
                <a:lnTo>
                  <a:pt x="1534" y="1405"/>
                </a:lnTo>
                <a:lnTo>
                  <a:pt x="1534" y="1406"/>
                </a:lnTo>
                <a:lnTo>
                  <a:pt x="1535" y="1405"/>
                </a:lnTo>
                <a:lnTo>
                  <a:pt x="1536" y="1405"/>
                </a:lnTo>
                <a:lnTo>
                  <a:pt x="1537" y="1406"/>
                </a:lnTo>
                <a:lnTo>
                  <a:pt x="1538" y="1405"/>
                </a:lnTo>
                <a:lnTo>
                  <a:pt x="1538" y="1404"/>
                </a:lnTo>
                <a:lnTo>
                  <a:pt x="1539" y="1404"/>
                </a:lnTo>
                <a:lnTo>
                  <a:pt x="1539" y="1403"/>
                </a:lnTo>
                <a:lnTo>
                  <a:pt x="1538" y="1403"/>
                </a:lnTo>
                <a:lnTo>
                  <a:pt x="1539" y="1403"/>
                </a:lnTo>
                <a:lnTo>
                  <a:pt x="1539" y="1402"/>
                </a:lnTo>
                <a:lnTo>
                  <a:pt x="1538" y="1402"/>
                </a:lnTo>
                <a:lnTo>
                  <a:pt x="1538" y="1401"/>
                </a:lnTo>
                <a:lnTo>
                  <a:pt x="1538" y="1400"/>
                </a:lnTo>
                <a:lnTo>
                  <a:pt x="1537" y="1400"/>
                </a:lnTo>
                <a:lnTo>
                  <a:pt x="1536" y="1399"/>
                </a:lnTo>
                <a:lnTo>
                  <a:pt x="1535" y="1398"/>
                </a:lnTo>
                <a:lnTo>
                  <a:pt x="1534" y="1398"/>
                </a:lnTo>
                <a:lnTo>
                  <a:pt x="1533" y="1398"/>
                </a:lnTo>
                <a:lnTo>
                  <a:pt x="1533" y="1399"/>
                </a:lnTo>
                <a:lnTo>
                  <a:pt x="1532" y="1399"/>
                </a:lnTo>
                <a:lnTo>
                  <a:pt x="1531" y="1399"/>
                </a:lnTo>
                <a:lnTo>
                  <a:pt x="1530" y="1399"/>
                </a:lnTo>
                <a:lnTo>
                  <a:pt x="1530" y="1398"/>
                </a:lnTo>
                <a:lnTo>
                  <a:pt x="1530" y="1397"/>
                </a:lnTo>
                <a:lnTo>
                  <a:pt x="1530" y="1396"/>
                </a:lnTo>
                <a:lnTo>
                  <a:pt x="1530" y="1395"/>
                </a:lnTo>
                <a:lnTo>
                  <a:pt x="1529" y="1395"/>
                </a:lnTo>
                <a:lnTo>
                  <a:pt x="1528" y="1395"/>
                </a:lnTo>
                <a:lnTo>
                  <a:pt x="1527" y="1395"/>
                </a:lnTo>
                <a:lnTo>
                  <a:pt x="1527" y="1394"/>
                </a:lnTo>
                <a:lnTo>
                  <a:pt x="1526" y="1394"/>
                </a:lnTo>
                <a:lnTo>
                  <a:pt x="1526" y="1393"/>
                </a:lnTo>
                <a:lnTo>
                  <a:pt x="1525" y="1393"/>
                </a:lnTo>
                <a:lnTo>
                  <a:pt x="1525" y="1392"/>
                </a:lnTo>
                <a:lnTo>
                  <a:pt x="1524" y="1392"/>
                </a:lnTo>
                <a:lnTo>
                  <a:pt x="1523" y="1392"/>
                </a:lnTo>
                <a:lnTo>
                  <a:pt x="1523" y="1391"/>
                </a:lnTo>
                <a:lnTo>
                  <a:pt x="1522" y="1391"/>
                </a:lnTo>
                <a:lnTo>
                  <a:pt x="1522" y="1390"/>
                </a:lnTo>
                <a:lnTo>
                  <a:pt x="1522" y="1389"/>
                </a:lnTo>
                <a:lnTo>
                  <a:pt x="1523" y="1389"/>
                </a:lnTo>
                <a:lnTo>
                  <a:pt x="1523" y="1388"/>
                </a:lnTo>
                <a:lnTo>
                  <a:pt x="1523" y="1387"/>
                </a:lnTo>
                <a:lnTo>
                  <a:pt x="1523" y="1386"/>
                </a:lnTo>
                <a:lnTo>
                  <a:pt x="1523" y="1385"/>
                </a:lnTo>
                <a:lnTo>
                  <a:pt x="1522" y="1385"/>
                </a:lnTo>
                <a:lnTo>
                  <a:pt x="1521" y="1385"/>
                </a:lnTo>
                <a:lnTo>
                  <a:pt x="1521" y="1384"/>
                </a:lnTo>
                <a:lnTo>
                  <a:pt x="1521" y="1383"/>
                </a:lnTo>
                <a:lnTo>
                  <a:pt x="1521" y="1382"/>
                </a:lnTo>
                <a:lnTo>
                  <a:pt x="1520" y="1382"/>
                </a:lnTo>
                <a:lnTo>
                  <a:pt x="1520" y="1381"/>
                </a:lnTo>
                <a:lnTo>
                  <a:pt x="1521" y="1381"/>
                </a:lnTo>
                <a:lnTo>
                  <a:pt x="1520" y="1381"/>
                </a:lnTo>
                <a:lnTo>
                  <a:pt x="1519" y="1381"/>
                </a:lnTo>
                <a:lnTo>
                  <a:pt x="1519" y="1380"/>
                </a:lnTo>
                <a:lnTo>
                  <a:pt x="1518" y="1380"/>
                </a:lnTo>
                <a:lnTo>
                  <a:pt x="1518" y="1381"/>
                </a:lnTo>
                <a:lnTo>
                  <a:pt x="1517" y="1381"/>
                </a:lnTo>
                <a:lnTo>
                  <a:pt x="1516" y="1381"/>
                </a:lnTo>
                <a:lnTo>
                  <a:pt x="1516" y="1380"/>
                </a:lnTo>
                <a:lnTo>
                  <a:pt x="1516" y="1379"/>
                </a:lnTo>
                <a:lnTo>
                  <a:pt x="1516" y="1378"/>
                </a:lnTo>
                <a:lnTo>
                  <a:pt x="1515" y="1378"/>
                </a:lnTo>
                <a:lnTo>
                  <a:pt x="1514" y="1378"/>
                </a:lnTo>
                <a:lnTo>
                  <a:pt x="1513" y="1378"/>
                </a:lnTo>
                <a:lnTo>
                  <a:pt x="1513" y="1377"/>
                </a:lnTo>
                <a:lnTo>
                  <a:pt x="1512" y="1377"/>
                </a:lnTo>
                <a:lnTo>
                  <a:pt x="1512" y="1376"/>
                </a:lnTo>
                <a:lnTo>
                  <a:pt x="1511" y="1376"/>
                </a:lnTo>
                <a:lnTo>
                  <a:pt x="1510" y="1376"/>
                </a:lnTo>
                <a:lnTo>
                  <a:pt x="1510" y="1375"/>
                </a:lnTo>
                <a:lnTo>
                  <a:pt x="1509" y="1375"/>
                </a:lnTo>
                <a:lnTo>
                  <a:pt x="1509" y="1374"/>
                </a:lnTo>
                <a:lnTo>
                  <a:pt x="1509" y="1373"/>
                </a:lnTo>
                <a:lnTo>
                  <a:pt x="1508" y="1373"/>
                </a:lnTo>
                <a:lnTo>
                  <a:pt x="1507" y="1373"/>
                </a:lnTo>
                <a:lnTo>
                  <a:pt x="1506" y="1373"/>
                </a:lnTo>
                <a:lnTo>
                  <a:pt x="1506" y="1372"/>
                </a:lnTo>
                <a:lnTo>
                  <a:pt x="1506" y="1371"/>
                </a:lnTo>
                <a:lnTo>
                  <a:pt x="1506" y="1370"/>
                </a:lnTo>
                <a:lnTo>
                  <a:pt x="1505" y="1370"/>
                </a:lnTo>
                <a:lnTo>
                  <a:pt x="1504" y="1370"/>
                </a:lnTo>
                <a:lnTo>
                  <a:pt x="1503" y="1370"/>
                </a:lnTo>
                <a:lnTo>
                  <a:pt x="1502" y="1370"/>
                </a:lnTo>
                <a:lnTo>
                  <a:pt x="1501" y="1370"/>
                </a:lnTo>
                <a:lnTo>
                  <a:pt x="1501" y="1371"/>
                </a:lnTo>
                <a:lnTo>
                  <a:pt x="1501" y="1372"/>
                </a:lnTo>
                <a:lnTo>
                  <a:pt x="1501" y="1373"/>
                </a:lnTo>
                <a:lnTo>
                  <a:pt x="1501" y="1374"/>
                </a:lnTo>
                <a:lnTo>
                  <a:pt x="1500" y="1374"/>
                </a:lnTo>
                <a:lnTo>
                  <a:pt x="1500" y="1375"/>
                </a:lnTo>
                <a:lnTo>
                  <a:pt x="1499" y="1375"/>
                </a:lnTo>
                <a:lnTo>
                  <a:pt x="1499" y="1374"/>
                </a:lnTo>
                <a:lnTo>
                  <a:pt x="1498" y="1374"/>
                </a:lnTo>
                <a:lnTo>
                  <a:pt x="1498" y="1375"/>
                </a:lnTo>
                <a:lnTo>
                  <a:pt x="1497" y="1375"/>
                </a:lnTo>
                <a:lnTo>
                  <a:pt x="1497" y="1376"/>
                </a:lnTo>
                <a:lnTo>
                  <a:pt x="1496" y="1376"/>
                </a:lnTo>
                <a:lnTo>
                  <a:pt x="1496" y="1377"/>
                </a:lnTo>
                <a:lnTo>
                  <a:pt x="1496" y="1378"/>
                </a:lnTo>
                <a:lnTo>
                  <a:pt x="1495" y="1378"/>
                </a:lnTo>
                <a:lnTo>
                  <a:pt x="1496" y="1379"/>
                </a:lnTo>
                <a:lnTo>
                  <a:pt x="1495" y="1379"/>
                </a:lnTo>
                <a:lnTo>
                  <a:pt x="1495" y="1380"/>
                </a:lnTo>
                <a:lnTo>
                  <a:pt x="1494" y="1380"/>
                </a:lnTo>
                <a:lnTo>
                  <a:pt x="1493" y="1380"/>
                </a:lnTo>
                <a:lnTo>
                  <a:pt x="1493" y="1381"/>
                </a:lnTo>
                <a:lnTo>
                  <a:pt x="1493" y="1382"/>
                </a:lnTo>
                <a:lnTo>
                  <a:pt x="1492" y="1382"/>
                </a:lnTo>
                <a:lnTo>
                  <a:pt x="1491" y="1382"/>
                </a:lnTo>
                <a:lnTo>
                  <a:pt x="1491" y="1381"/>
                </a:lnTo>
                <a:lnTo>
                  <a:pt x="1490" y="1381"/>
                </a:lnTo>
                <a:lnTo>
                  <a:pt x="1490" y="1380"/>
                </a:lnTo>
                <a:lnTo>
                  <a:pt x="1489" y="1380"/>
                </a:lnTo>
                <a:lnTo>
                  <a:pt x="1489" y="1379"/>
                </a:lnTo>
                <a:lnTo>
                  <a:pt x="1488" y="1379"/>
                </a:lnTo>
                <a:lnTo>
                  <a:pt x="1488" y="1378"/>
                </a:lnTo>
                <a:lnTo>
                  <a:pt x="1487" y="1379"/>
                </a:lnTo>
                <a:lnTo>
                  <a:pt x="1486" y="1379"/>
                </a:lnTo>
                <a:lnTo>
                  <a:pt x="1485" y="1379"/>
                </a:lnTo>
                <a:lnTo>
                  <a:pt x="1484" y="1379"/>
                </a:lnTo>
                <a:lnTo>
                  <a:pt x="1484" y="1380"/>
                </a:lnTo>
                <a:lnTo>
                  <a:pt x="1483" y="1380"/>
                </a:lnTo>
                <a:lnTo>
                  <a:pt x="1482" y="1380"/>
                </a:lnTo>
                <a:lnTo>
                  <a:pt x="1482" y="1381"/>
                </a:lnTo>
                <a:lnTo>
                  <a:pt x="1482" y="1380"/>
                </a:lnTo>
                <a:lnTo>
                  <a:pt x="1480" y="1380"/>
                </a:lnTo>
                <a:lnTo>
                  <a:pt x="1480" y="1381"/>
                </a:lnTo>
                <a:lnTo>
                  <a:pt x="1480" y="1382"/>
                </a:lnTo>
                <a:lnTo>
                  <a:pt x="1480" y="1383"/>
                </a:lnTo>
                <a:lnTo>
                  <a:pt x="1480" y="1384"/>
                </a:lnTo>
                <a:lnTo>
                  <a:pt x="1480" y="1385"/>
                </a:lnTo>
                <a:lnTo>
                  <a:pt x="1479" y="1386"/>
                </a:lnTo>
                <a:lnTo>
                  <a:pt x="1478" y="1386"/>
                </a:lnTo>
                <a:lnTo>
                  <a:pt x="1477" y="1386"/>
                </a:lnTo>
                <a:lnTo>
                  <a:pt x="1477" y="1387"/>
                </a:lnTo>
                <a:lnTo>
                  <a:pt x="1476" y="1387"/>
                </a:lnTo>
                <a:lnTo>
                  <a:pt x="1475" y="1387"/>
                </a:lnTo>
                <a:lnTo>
                  <a:pt x="1475" y="1388"/>
                </a:lnTo>
                <a:lnTo>
                  <a:pt x="1474" y="1389"/>
                </a:lnTo>
                <a:lnTo>
                  <a:pt x="1473" y="1389"/>
                </a:lnTo>
                <a:lnTo>
                  <a:pt x="1473" y="1390"/>
                </a:lnTo>
                <a:lnTo>
                  <a:pt x="1472" y="1390"/>
                </a:lnTo>
                <a:lnTo>
                  <a:pt x="1471" y="1390"/>
                </a:lnTo>
                <a:lnTo>
                  <a:pt x="1470" y="1390"/>
                </a:lnTo>
                <a:lnTo>
                  <a:pt x="1469" y="1391"/>
                </a:lnTo>
                <a:lnTo>
                  <a:pt x="1468" y="1391"/>
                </a:lnTo>
                <a:lnTo>
                  <a:pt x="1468" y="1392"/>
                </a:lnTo>
                <a:lnTo>
                  <a:pt x="1467" y="1392"/>
                </a:lnTo>
                <a:lnTo>
                  <a:pt x="1467" y="1393"/>
                </a:lnTo>
                <a:lnTo>
                  <a:pt x="1466" y="1395"/>
                </a:lnTo>
                <a:lnTo>
                  <a:pt x="1465" y="1396"/>
                </a:lnTo>
                <a:lnTo>
                  <a:pt x="1463" y="1396"/>
                </a:lnTo>
                <a:lnTo>
                  <a:pt x="1462" y="1395"/>
                </a:lnTo>
                <a:lnTo>
                  <a:pt x="1461" y="1395"/>
                </a:lnTo>
                <a:lnTo>
                  <a:pt x="1460" y="1395"/>
                </a:lnTo>
                <a:lnTo>
                  <a:pt x="1459" y="1396"/>
                </a:lnTo>
                <a:lnTo>
                  <a:pt x="1458" y="1397"/>
                </a:lnTo>
                <a:lnTo>
                  <a:pt x="1457" y="1397"/>
                </a:lnTo>
                <a:lnTo>
                  <a:pt x="1456" y="1398"/>
                </a:lnTo>
                <a:lnTo>
                  <a:pt x="1455" y="1398"/>
                </a:lnTo>
                <a:lnTo>
                  <a:pt x="1454" y="1398"/>
                </a:lnTo>
                <a:lnTo>
                  <a:pt x="1453" y="1398"/>
                </a:lnTo>
                <a:lnTo>
                  <a:pt x="1452" y="1398"/>
                </a:lnTo>
                <a:lnTo>
                  <a:pt x="1451" y="1398"/>
                </a:lnTo>
                <a:lnTo>
                  <a:pt x="1450" y="1398"/>
                </a:lnTo>
                <a:lnTo>
                  <a:pt x="1450" y="1397"/>
                </a:lnTo>
                <a:lnTo>
                  <a:pt x="1449" y="1397"/>
                </a:lnTo>
                <a:lnTo>
                  <a:pt x="1448" y="1397"/>
                </a:lnTo>
                <a:lnTo>
                  <a:pt x="1448" y="1396"/>
                </a:lnTo>
                <a:lnTo>
                  <a:pt x="1447" y="1396"/>
                </a:lnTo>
                <a:lnTo>
                  <a:pt x="1446" y="1396"/>
                </a:lnTo>
                <a:lnTo>
                  <a:pt x="1445" y="1396"/>
                </a:lnTo>
                <a:lnTo>
                  <a:pt x="1445" y="1395"/>
                </a:lnTo>
                <a:lnTo>
                  <a:pt x="1444" y="1395"/>
                </a:lnTo>
                <a:lnTo>
                  <a:pt x="1444" y="1394"/>
                </a:lnTo>
                <a:lnTo>
                  <a:pt x="1443" y="1394"/>
                </a:lnTo>
                <a:lnTo>
                  <a:pt x="1442" y="1393"/>
                </a:lnTo>
                <a:lnTo>
                  <a:pt x="1441" y="1393"/>
                </a:lnTo>
                <a:lnTo>
                  <a:pt x="1440" y="1393"/>
                </a:lnTo>
                <a:lnTo>
                  <a:pt x="1439" y="1393"/>
                </a:lnTo>
                <a:lnTo>
                  <a:pt x="1439" y="1392"/>
                </a:lnTo>
                <a:lnTo>
                  <a:pt x="1439" y="1391"/>
                </a:lnTo>
                <a:lnTo>
                  <a:pt x="1438" y="1391"/>
                </a:lnTo>
                <a:lnTo>
                  <a:pt x="1438" y="1390"/>
                </a:lnTo>
                <a:lnTo>
                  <a:pt x="1438" y="1389"/>
                </a:lnTo>
                <a:lnTo>
                  <a:pt x="1438" y="1388"/>
                </a:lnTo>
                <a:lnTo>
                  <a:pt x="1437" y="1388"/>
                </a:lnTo>
                <a:lnTo>
                  <a:pt x="1437" y="1387"/>
                </a:lnTo>
                <a:lnTo>
                  <a:pt x="1436" y="1387"/>
                </a:lnTo>
                <a:lnTo>
                  <a:pt x="1435" y="1387"/>
                </a:lnTo>
                <a:lnTo>
                  <a:pt x="1434" y="1387"/>
                </a:lnTo>
                <a:lnTo>
                  <a:pt x="1434" y="1386"/>
                </a:lnTo>
                <a:lnTo>
                  <a:pt x="1434" y="1385"/>
                </a:lnTo>
                <a:lnTo>
                  <a:pt x="1434" y="1384"/>
                </a:lnTo>
                <a:lnTo>
                  <a:pt x="1433" y="1383"/>
                </a:lnTo>
                <a:lnTo>
                  <a:pt x="1433" y="1382"/>
                </a:lnTo>
                <a:lnTo>
                  <a:pt x="1433" y="1381"/>
                </a:lnTo>
                <a:lnTo>
                  <a:pt x="1432" y="1381"/>
                </a:lnTo>
                <a:lnTo>
                  <a:pt x="1432" y="1380"/>
                </a:lnTo>
                <a:lnTo>
                  <a:pt x="1432" y="1378"/>
                </a:lnTo>
                <a:lnTo>
                  <a:pt x="1432" y="1377"/>
                </a:lnTo>
                <a:lnTo>
                  <a:pt x="1432" y="1376"/>
                </a:lnTo>
                <a:lnTo>
                  <a:pt x="1432" y="1375"/>
                </a:lnTo>
                <a:lnTo>
                  <a:pt x="1432" y="1374"/>
                </a:lnTo>
                <a:lnTo>
                  <a:pt x="1432" y="1373"/>
                </a:lnTo>
                <a:lnTo>
                  <a:pt x="1432" y="1372"/>
                </a:lnTo>
                <a:lnTo>
                  <a:pt x="1433" y="1372"/>
                </a:lnTo>
                <a:lnTo>
                  <a:pt x="1432" y="1372"/>
                </a:lnTo>
                <a:lnTo>
                  <a:pt x="1433" y="1371"/>
                </a:lnTo>
                <a:lnTo>
                  <a:pt x="1434" y="1370"/>
                </a:lnTo>
                <a:lnTo>
                  <a:pt x="1434" y="1369"/>
                </a:lnTo>
                <a:lnTo>
                  <a:pt x="1435" y="1368"/>
                </a:lnTo>
                <a:lnTo>
                  <a:pt x="1434" y="1368"/>
                </a:lnTo>
                <a:lnTo>
                  <a:pt x="1434" y="1367"/>
                </a:lnTo>
                <a:lnTo>
                  <a:pt x="1434" y="1366"/>
                </a:lnTo>
                <a:lnTo>
                  <a:pt x="1434" y="1365"/>
                </a:lnTo>
                <a:lnTo>
                  <a:pt x="1434" y="1364"/>
                </a:lnTo>
                <a:lnTo>
                  <a:pt x="1435" y="1364"/>
                </a:lnTo>
                <a:lnTo>
                  <a:pt x="1434" y="1363"/>
                </a:lnTo>
                <a:lnTo>
                  <a:pt x="1433" y="1362"/>
                </a:lnTo>
                <a:lnTo>
                  <a:pt x="1433" y="1363"/>
                </a:lnTo>
                <a:lnTo>
                  <a:pt x="1432" y="1363"/>
                </a:lnTo>
                <a:lnTo>
                  <a:pt x="1431" y="1362"/>
                </a:lnTo>
                <a:lnTo>
                  <a:pt x="1430" y="1362"/>
                </a:lnTo>
                <a:lnTo>
                  <a:pt x="1429" y="1362"/>
                </a:lnTo>
                <a:lnTo>
                  <a:pt x="1429" y="1361"/>
                </a:lnTo>
                <a:lnTo>
                  <a:pt x="1428" y="1361"/>
                </a:lnTo>
                <a:lnTo>
                  <a:pt x="1427" y="1361"/>
                </a:lnTo>
                <a:lnTo>
                  <a:pt x="1426" y="1360"/>
                </a:lnTo>
                <a:lnTo>
                  <a:pt x="1427" y="1360"/>
                </a:lnTo>
                <a:lnTo>
                  <a:pt x="1426" y="1360"/>
                </a:lnTo>
                <a:lnTo>
                  <a:pt x="1426" y="1359"/>
                </a:lnTo>
                <a:lnTo>
                  <a:pt x="1425" y="1359"/>
                </a:lnTo>
                <a:lnTo>
                  <a:pt x="1425" y="1358"/>
                </a:lnTo>
                <a:lnTo>
                  <a:pt x="1424" y="1358"/>
                </a:lnTo>
                <a:lnTo>
                  <a:pt x="1423" y="1358"/>
                </a:lnTo>
                <a:lnTo>
                  <a:pt x="1423" y="1357"/>
                </a:lnTo>
                <a:lnTo>
                  <a:pt x="1422" y="1357"/>
                </a:lnTo>
                <a:lnTo>
                  <a:pt x="1422" y="1356"/>
                </a:lnTo>
                <a:lnTo>
                  <a:pt x="1421" y="1356"/>
                </a:lnTo>
                <a:lnTo>
                  <a:pt x="1421" y="1355"/>
                </a:lnTo>
                <a:lnTo>
                  <a:pt x="1421" y="1356"/>
                </a:lnTo>
                <a:lnTo>
                  <a:pt x="1420" y="1356"/>
                </a:lnTo>
                <a:lnTo>
                  <a:pt x="1419" y="1356"/>
                </a:lnTo>
                <a:lnTo>
                  <a:pt x="1420" y="1356"/>
                </a:lnTo>
                <a:lnTo>
                  <a:pt x="1420" y="1357"/>
                </a:lnTo>
                <a:lnTo>
                  <a:pt x="1419" y="1357"/>
                </a:lnTo>
                <a:lnTo>
                  <a:pt x="1418" y="1357"/>
                </a:lnTo>
                <a:lnTo>
                  <a:pt x="1418" y="1358"/>
                </a:lnTo>
                <a:lnTo>
                  <a:pt x="1417" y="1358"/>
                </a:lnTo>
                <a:lnTo>
                  <a:pt x="1416" y="1358"/>
                </a:lnTo>
                <a:lnTo>
                  <a:pt x="1415" y="1358"/>
                </a:lnTo>
                <a:lnTo>
                  <a:pt x="1414" y="1359"/>
                </a:lnTo>
                <a:lnTo>
                  <a:pt x="1413" y="1359"/>
                </a:lnTo>
                <a:lnTo>
                  <a:pt x="1412" y="1359"/>
                </a:lnTo>
                <a:lnTo>
                  <a:pt x="1411" y="1359"/>
                </a:lnTo>
                <a:lnTo>
                  <a:pt x="1410" y="1359"/>
                </a:lnTo>
                <a:lnTo>
                  <a:pt x="1410" y="1360"/>
                </a:lnTo>
                <a:lnTo>
                  <a:pt x="1409" y="1360"/>
                </a:lnTo>
                <a:lnTo>
                  <a:pt x="1408" y="1360"/>
                </a:lnTo>
                <a:lnTo>
                  <a:pt x="1408" y="1361"/>
                </a:lnTo>
                <a:lnTo>
                  <a:pt x="1407" y="1361"/>
                </a:lnTo>
                <a:lnTo>
                  <a:pt x="1407" y="1362"/>
                </a:lnTo>
                <a:lnTo>
                  <a:pt x="1406" y="1362"/>
                </a:lnTo>
                <a:lnTo>
                  <a:pt x="1405" y="1361"/>
                </a:lnTo>
                <a:lnTo>
                  <a:pt x="1404" y="1360"/>
                </a:lnTo>
                <a:lnTo>
                  <a:pt x="1404" y="1359"/>
                </a:lnTo>
                <a:lnTo>
                  <a:pt x="1403" y="1358"/>
                </a:lnTo>
                <a:lnTo>
                  <a:pt x="1402" y="1357"/>
                </a:lnTo>
                <a:lnTo>
                  <a:pt x="1401" y="1357"/>
                </a:lnTo>
                <a:lnTo>
                  <a:pt x="1400" y="1357"/>
                </a:lnTo>
                <a:lnTo>
                  <a:pt x="1400" y="1356"/>
                </a:lnTo>
                <a:lnTo>
                  <a:pt x="1399" y="1356"/>
                </a:lnTo>
                <a:lnTo>
                  <a:pt x="1399" y="1355"/>
                </a:lnTo>
                <a:lnTo>
                  <a:pt x="1398" y="1355"/>
                </a:lnTo>
                <a:lnTo>
                  <a:pt x="1397" y="1355"/>
                </a:lnTo>
                <a:lnTo>
                  <a:pt x="1397" y="1354"/>
                </a:lnTo>
                <a:lnTo>
                  <a:pt x="1396" y="1354"/>
                </a:lnTo>
                <a:lnTo>
                  <a:pt x="1395" y="1354"/>
                </a:lnTo>
                <a:lnTo>
                  <a:pt x="1395" y="1355"/>
                </a:lnTo>
                <a:lnTo>
                  <a:pt x="1394" y="1355"/>
                </a:lnTo>
                <a:lnTo>
                  <a:pt x="1394" y="1356"/>
                </a:lnTo>
                <a:lnTo>
                  <a:pt x="1393" y="1356"/>
                </a:lnTo>
                <a:lnTo>
                  <a:pt x="1392" y="1356"/>
                </a:lnTo>
                <a:lnTo>
                  <a:pt x="1391" y="1356"/>
                </a:lnTo>
                <a:lnTo>
                  <a:pt x="1389" y="1356"/>
                </a:lnTo>
                <a:lnTo>
                  <a:pt x="1389" y="1355"/>
                </a:lnTo>
                <a:lnTo>
                  <a:pt x="1388" y="1355"/>
                </a:lnTo>
                <a:lnTo>
                  <a:pt x="1388" y="1354"/>
                </a:lnTo>
                <a:lnTo>
                  <a:pt x="1388" y="1353"/>
                </a:lnTo>
                <a:lnTo>
                  <a:pt x="1387" y="1353"/>
                </a:lnTo>
                <a:lnTo>
                  <a:pt x="1386" y="1353"/>
                </a:lnTo>
                <a:lnTo>
                  <a:pt x="1386" y="1352"/>
                </a:lnTo>
                <a:lnTo>
                  <a:pt x="1385" y="1352"/>
                </a:lnTo>
                <a:lnTo>
                  <a:pt x="1384" y="1352"/>
                </a:lnTo>
                <a:lnTo>
                  <a:pt x="1384" y="1351"/>
                </a:lnTo>
                <a:lnTo>
                  <a:pt x="1383" y="1351"/>
                </a:lnTo>
                <a:lnTo>
                  <a:pt x="1383" y="1352"/>
                </a:lnTo>
                <a:lnTo>
                  <a:pt x="1382" y="1352"/>
                </a:lnTo>
                <a:lnTo>
                  <a:pt x="1381" y="1352"/>
                </a:lnTo>
                <a:lnTo>
                  <a:pt x="1380" y="1352"/>
                </a:lnTo>
                <a:lnTo>
                  <a:pt x="1379" y="1352"/>
                </a:lnTo>
                <a:lnTo>
                  <a:pt x="1379" y="1351"/>
                </a:lnTo>
                <a:lnTo>
                  <a:pt x="1379" y="1350"/>
                </a:lnTo>
                <a:lnTo>
                  <a:pt x="1379" y="1349"/>
                </a:lnTo>
                <a:lnTo>
                  <a:pt x="1378" y="1349"/>
                </a:lnTo>
                <a:lnTo>
                  <a:pt x="1378" y="1348"/>
                </a:lnTo>
                <a:lnTo>
                  <a:pt x="1378" y="1347"/>
                </a:lnTo>
                <a:lnTo>
                  <a:pt x="1378" y="1346"/>
                </a:lnTo>
                <a:lnTo>
                  <a:pt x="1377" y="1346"/>
                </a:lnTo>
                <a:lnTo>
                  <a:pt x="1377" y="1345"/>
                </a:lnTo>
                <a:lnTo>
                  <a:pt x="1376" y="1345"/>
                </a:lnTo>
                <a:lnTo>
                  <a:pt x="1376" y="1344"/>
                </a:lnTo>
                <a:lnTo>
                  <a:pt x="1375" y="1343"/>
                </a:lnTo>
                <a:lnTo>
                  <a:pt x="1375" y="1342"/>
                </a:lnTo>
                <a:lnTo>
                  <a:pt x="1375" y="1341"/>
                </a:lnTo>
                <a:lnTo>
                  <a:pt x="1374" y="1341"/>
                </a:lnTo>
                <a:lnTo>
                  <a:pt x="1374" y="1340"/>
                </a:lnTo>
                <a:lnTo>
                  <a:pt x="1373" y="1340"/>
                </a:lnTo>
                <a:lnTo>
                  <a:pt x="1372" y="1340"/>
                </a:lnTo>
                <a:lnTo>
                  <a:pt x="1371" y="1340"/>
                </a:lnTo>
                <a:lnTo>
                  <a:pt x="1371" y="1339"/>
                </a:lnTo>
                <a:lnTo>
                  <a:pt x="1371" y="1338"/>
                </a:lnTo>
                <a:lnTo>
                  <a:pt x="1371" y="1337"/>
                </a:lnTo>
                <a:lnTo>
                  <a:pt x="1371" y="1336"/>
                </a:lnTo>
                <a:lnTo>
                  <a:pt x="1370" y="1336"/>
                </a:lnTo>
                <a:lnTo>
                  <a:pt x="1369" y="1336"/>
                </a:lnTo>
                <a:lnTo>
                  <a:pt x="1368" y="1336"/>
                </a:lnTo>
                <a:lnTo>
                  <a:pt x="1368" y="1337"/>
                </a:lnTo>
                <a:lnTo>
                  <a:pt x="1366" y="1337"/>
                </a:lnTo>
                <a:lnTo>
                  <a:pt x="1365" y="1337"/>
                </a:lnTo>
                <a:lnTo>
                  <a:pt x="1365" y="1336"/>
                </a:lnTo>
                <a:lnTo>
                  <a:pt x="1364" y="1336"/>
                </a:lnTo>
                <a:lnTo>
                  <a:pt x="1363" y="1336"/>
                </a:lnTo>
                <a:lnTo>
                  <a:pt x="1362" y="1336"/>
                </a:lnTo>
                <a:lnTo>
                  <a:pt x="1362" y="1337"/>
                </a:lnTo>
                <a:lnTo>
                  <a:pt x="1361" y="1337"/>
                </a:lnTo>
                <a:lnTo>
                  <a:pt x="1360" y="1336"/>
                </a:lnTo>
                <a:lnTo>
                  <a:pt x="1359" y="1336"/>
                </a:lnTo>
                <a:lnTo>
                  <a:pt x="1359" y="1335"/>
                </a:lnTo>
                <a:lnTo>
                  <a:pt x="1358" y="1334"/>
                </a:lnTo>
                <a:lnTo>
                  <a:pt x="1357" y="1334"/>
                </a:lnTo>
                <a:lnTo>
                  <a:pt x="1357" y="1333"/>
                </a:lnTo>
                <a:lnTo>
                  <a:pt x="1356" y="1333"/>
                </a:lnTo>
                <a:lnTo>
                  <a:pt x="1356" y="1332"/>
                </a:lnTo>
                <a:lnTo>
                  <a:pt x="1357" y="1332"/>
                </a:lnTo>
                <a:lnTo>
                  <a:pt x="1357" y="1331"/>
                </a:lnTo>
                <a:lnTo>
                  <a:pt x="1356" y="1330"/>
                </a:lnTo>
                <a:lnTo>
                  <a:pt x="1355" y="1330"/>
                </a:lnTo>
                <a:lnTo>
                  <a:pt x="1355" y="1329"/>
                </a:lnTo>
                <a:lnTo>
                  <a:pt x="1354" y="1329"/>
                </a:lnTo>
                <a:lnTo>
                  <a:pt x="1354" y="1328"/>
                </a:lnTo>
                <a:lnTo>
                  <a:pt x="1353" y="1328"/>
                </a:lnTo>
                <a:lnTo>
                  <a:pt x="1352" y="1328"/>
                </a:lnTo>
                <a:lnTo>
                  <a:pt x="1351" y="1328"/>
                </a:lnTo>
                <a:lnTo>
                  <a:pt x="1349" y="1328"/>
                </a:lnTo>
                <a:lnTo>
                  <a:pt x="1348" y="1328"/>
                </a:lnTo>
                <a:lnTo>
                  <a:pt x="1348" y="1329"/>
                </a:lnTo>
                <a:lnTo>
                  <a:pt x="1349" y="1329"/>
                </a:lnTo>
                <a:lnTo>
                  <a:pt x="1348" y="1329"/>
                </a:lnTo>
                <a:lnTo>
                  <a:pt x="1348" y="1330"/>
                </a:lnTo>
                <a:lnTo>
                  <a:pt x="1349" y="1330"/>
                </a:lnTo>
                <a:lnTo>
                  <a:pt x="1349" y="1331"/>
                </a:lnTo>
                <a:lnTo>
                  <a:pt x="1348" y="1331"/>
                </a:lnTo>
                <a:lnTo>
                  <a:pt x="1348" y="1332"/>
                </a:lnTo>
                <a:lnTo>
                  <a:pt x="1347" y="1332"/>
                </a:lnTo>
                <a:lnTo>
                  <a:pt x="1347" y="1333"/>
                </a:lnTo>
                <a:lnTo>
                  <a:pt x="1346" y="1333"/>
                </a:lnTo>
                <a:lnTo>
                  <a:pt x="1346" y="1334"/>
                </a:lnTo>
                <a:lnTo>
                  <a:pt x="1345" y="1334"/>
                </a:lnTo>
                <a:lnTo>
                  <a:pt x="1345" y="1335"/>
                </a:lnTo>
                <a:lnTo>
                  <a:pt x="1345" y="1334"/>
                </a:lnTo>
                <a:lnTo>
                  <a:pt x="1344" y="1334"/>
                </a:lnTo>
                <a:lnTo>
                  <a:pt x="1344" y="1333"/>
                </a:lnTo>
                <a:lnTo>
                  <a:pt x="1343" y="1333"/>
                </a:lnTo>
                <a:lnTo>
                  <a:pt x="1343" y="1332"/>
                </a:lnTo>
                <a:lnTo>
                  <a:pt x="1342" y="1332"/>
                </a:lnTo>
                <a:lnTo>
                  <a:pt x="1340" y="1332"/>
                </a:lnTo>
                <a:lnTo>
                  <a:pt x="1339" y="1332"/>
                </a:lnTo>
                <a:lnTo>
                  <a:pt x="1339" y="1333"/>
                </a:lnTo>
                <a:lnTo>
                  <a:pt x="1338" y="1333"/>
                </a:lnTo>
                <a:lnTo>
                  <a:pt x="1338" y="1334"/>
                </a:lnTo>
                <a:lnTo>
                  <a:pt x="1337" y="1334"/>
                </a:lnTo>
                <a:lnTo>
                  <a:pt x="1336" y="1334"/>
                </a:lnTo>
                <a:lnTo>
                  <a:pt x="1336" y="1333"/>
                </a:lnTo>
                <a:lnTo>
                  <a:pt x="1335" y="1333"/>
                </a:lnTo>
                <a:lnTo>
                  <a:pt x="1335" y="1332"/>
                </a:lnTo>
                <a:lnTo>
                  <a:pt x="1335" y="1331"/>
                </a:lnTo>
                <a:lnTo>
                  <a:pt x="1335" y="1330"/>
                </a:lnTo>
                <a:lnTo>
                  <a:pt x="1334" y="1329"/>
                </a:lnTo>
                <a:lnTo>
                  <a:pt x="1333" y="1329"/>
                </a:lnTo>
                <a:lnTo>
                  <a:pt x="1333" y="1328"/>
                </a:lnTo>
                <a:lnTo>
                  <a:pt x="1332" y="1328"/>
                </a:lnTo>
                <a:lnTo>
                  <a:pt x="1332" y="1327"/>
                </a:lnTo>
                <a:lnTo>
                  <a:pt x="1331" y="1326"/>
                </a:lnTo>
                <a:lnTo>
                  <a:pt x="1330" y="1326"/>
                </a:lnTo>
                <a:lnTo>
                  <a:pt x="1330" y="1325"/>
                </a:lnTo>
                <a:lnTo>
                  <a:pt x="1329" y="1325"/>
                </a:lnTo>
                <a:lnTo>
                  <a:pt x="1328" y="1325"/>
                </a:lnTo>
                <a:lnTo>
                  <a:pt x="1327" y="1325"/>
                </a:lnTo>
                <a:lnTo>
                  <a:pt x="1327" y="1324"/>
                </a:lnTo>
                <a:lnTo>
                  <a:pt x="1326" y="1324"/>
                </a:lnTo>
                <a:lnTo>
                  <a:pt x="1324" y="1324"/>
                </a:lnTo>
                <a:lnTo>
                  <a:pt x="1324" y="1325"/>
                </a:lnTo>
                <a:lnTo>
                  <a:pt x="1323" y="1325"/>
                </a:lnTo>
                <a:lnTo>
                  <a:pt x="1323" y="1324"/>
                </a:lnTo>
                <a:lnTo>
                  <a:pt x="1322" y="1324"/>
                </a:lnTo>
                <a:lnTo>
                  <a:pt x="1321" y="1324"/>
                </a:lnTo>
                <a:lnTo>
                  <a:pt x="1321" y="1325"/>
                </a:lnTo>
                <a:lnTo>
                  <a:pt x="1320" y="1325"/>
                </a:lnTo>
                <a:lnTo>
                  <a:pt x="1319" y="1325"/>
                </a:lnTo>
                <a:lnTo>
                  <a:pt x="1319" y="1324"/>
                </a:lnTo>
                <a:lnTo>
                  <a:pt x="1319" y="1323"/>
                </a:lnTo>
                <a:lnTo>
                  <a:pt x="1318" y="1323"/>
                </a:lnTo>
                <a:lnTo>
                  <a:pt x="1318" y="1322"/>
                </a:lnTo>
                <a:lnTo>
                  <a:pt x="1319" y="1322"/>
                </a:lnTo>
                <a:lnTo>
                  <a:pt x="1318" y="1321"/>
                </a:lnTo>
                <a:lnTo>
                  <a:pt x="1317" y="1321"/>
                </a:lnTo>
                <a:lnTo>
                  <a:pt x="1317" y="1320"/>
                </a:lnTo>
                <a:lnTo>
                  <a:pt x="1317" y="1319"/>
                </a:lnTo>
                <a:lnTo>
                  <a:pt x="1317" y="1318"/>
                </a:lnTo>
                <a:lnTo>
                  <a:pt x="1316" y="1318"/>
                </a:lnTo>
                <a:lnTo>
                  <a:pt x="1316" y="1317"/>
                </a:lnTo>
                <a:lnTo>
                  <a:pt x="1315" y="1317"/>
                </a:lnTo>
                <a:lnTo>
                  <a:pt x="1313" y="1317"/>
                </a:lnTo>
                <a:lnTo>
                  <a:pt x="1312" y="1317"/>
                </a:lnTo>
                <a:lnTo>
                  <a:pt x="1312" y="1316"/>
                </a:lnTo>
                <a:lnTo>
                  <a:pt x="1312" y="1315"/>
                </a:lnTo>
                <a:lnTo>
                  <a:pt x="1311" y="1315"/>
                </a:lnTo>
                <a:lnTo>
                  <a:pt x="1311" y="1314"/>
                </a:lnTo>
                <a:lnTo>
                  <a:pt x="1310" y="1314"/>
                </a:lnTo>
                <a:lnTo>
                  <a:pt x="1310" y="1315"/>
                </a:lnTo>
                <a:lnTo>
                  <a:pt x="1309" y="1315"/>
                </a:lnTo>
                <a:lnTo>
                  <a:pt x="1309" y="1314"/>
                </a:lnTo>
                <a:lnTo>
                  <a:pt x="1308" y="1314"/>
                </a:lnTo>
                <a:lnTo>
                  <a:pt x="1308" y="1313"/>
                </a:lnTo>
                <a:lnTo>
                  <a:pt x="1307" y="1313"/>
                </a:lnTo>
                <a:lnTo>
                  <a:pt x="1307" y="1314"/>
                </a:lnTo>
                <a:lnTo>
                  <a:pt x="1306" y="1315"/>
                </a:lnTo>
                <a:lnTo>
                  <a:pt x="1305" y="1315"/>
                </a:lnTo>
                <a:lnTo>
                  <a:pt x="1305" y="1316"/>
                </a:lnTo>
                <a:lnTo>
                  <a:pt x="1304" y="1316"/>
                </a:lnTo>
                <a:lnTo>
                  <a:pt x="1303" y="1316"/>
                </a:lnTo>
                <a:lnTo>
                  <a:pt x="1304" y="1316"/>
                </a:lnTo>
                <a:lnTo>
                  <a:pt x="1304" y="1317"/>
                </a:lnTo>
                <a:lnTo>
                  <a:pt x="1304" y="1318"/>
                </a:lnTo>
                <a:lnTo>
                  <a:pt x="1305" y="1318"/>
                </a:lnTo>
                <a:lnTo>
                  <a:pt x="1305" y="1319"/>
                </a:lnTo>
                <a:lnTo>
                  <a:pt x="1304" y="1319"/>
                </a:lnTo>
                <a:lnTo>
                  <a:pt x="1304" y="1320"/>
                </a:lnTo>
                <a:lnTo>
                  <a:pt x="1303" y="1320"/>
                </a:lnTo>
                <a:lnTo>
                  <a:pt x="1303" y="1321"/>
                </a:lnTo>
                <a:lnTo>
                  <a:pt x="1302" y="1321"/>
                </a:lnTo>
                <a:lnTo>
                  <a:pt x="1301" y="1321"/>
                </a:lnTo>
                <a:lnTo>
                  <a:pt x="1300" y="1321"/>
                </a:lnTo>
                <a:lnTo>
                  <a:pt x="1300" y="1320"/>
                </a:lnTo>
                <a:lnTo>
                  <a:pt x="1300" y="1321"/>
                </a:lnTo>
                <a:lnTo>
                  <a:pt x="1299" y="1321"/>
                </a:lnTo>
                <a:lnTo>
                  <a:pt x="1298" y="1321"/>
                </a:lnTo>
                <a:lnTo>
                  <a:pt x="1298" y="1322"/>
                </a:lnTo>
                <a:lnTo>
                  <a:pt x="1297" y="1322"/>
                </a:lnTo>
                <a:lnTo>
                  <a:pt x="1297" y="1323"/>
                </a:lnTo>
                <a:lnTo>
                  <a:pt x="1296" y="1323"/>
                </a:lnTo>
                <a:lnTo>
                  <a:pt x="1296" y="1322"/>
                </a:lnTo>
                <a:lnTo>
                  <a:pt x="1295" y="1322"/>
                </a:lnTo>
                <a:lnTo>
                  <a:pt x="1295" y="1321"/>
                </a:lnTo>
                <a:lnTo>
                  <a:pt x="1294" y="1321"/>
                </a:lnTo>
                <a:lnTo>
                  <a:pt x="1293" y="1321"/>
                </a:lnTo>
                <a:lnTo>
                  <a:pt x="1292" y="1321"/>
                </a:lnTo>
                <a:lnTo>
                  <a:pt x="1292" y="1320"/>
                </a:lnTo>
                <a:lnTo>
                  <a:pt x="1291" y="1320"/>
                </a:lnTo>
                <a:lnTo>
                  <a:pt x="1290" y="1320"/>
                </a:lnTo>
                <a:lnTo>
                  <a:pt x="1290" y="1321"/>
                </a:lnTo>
                <a:lnTo>
                  <a:pt x="1289" y="1321"/>
                </a:lnTo>
                <a:lnTo>
                  <a:pt x="1289" y="1322"/>
                </a:lnTo>
                <a:lnTo>
                  <a:pt x="1288" y="1322"/>
                </a:lnTo>
                <a:lnTo>
                  <a:pt x="1288" y="1321"/>
                </a:lnTo>
                <a:lnTo>
                  <a:pt x="1288" y="1322"/>
                </a:lnTo>
                <a:lnTo>
                  <a:pt x="1287" y="1322"/>
                </a:lnTo>
                <a:lnTo>
                  <a:pt x="1287" y="1321"/>
                </a:lnTo>
                <a:lnTo>
                  <a:pt x="1287" y="1322"/>
                </a:lnTo>
                <a:lnTo>
                  <a:pt x="1287" y="1321"/>
                </a:lnTo>
                <a:lnTo>
                  <a:pt x="1286" y="1321"/>
                </a:lnTo>
                <a:lnTo>
                  <a:pt x="1285" y="1321"/>
                </a:lnTo>
                <a:lnTo>
                  <a:pt x="1284" y="1321"/>
                </a:lnTo>
                <a:lnTo>
                  <a:pt x="1284" y="1322"/>
                </a:lnTo>
                <a:lnTo>
                  <a:pt x="1283" y="1322"/>
                </a:lnTo>
                <a:lnTo>
                  <a:pt x="1283" y="1321"/>
                </a:lnTo>
                <a:lnTo>
                  <a:pt x="1283" y="1322"/>
                </a:lnTo>
                <a:lnTo>
                  <a:pt x="1282" y="1322"/>
                </a:lnTo>
                <a:lnTo>
                  <a:pt x="1282" y="1321"/>
                </a:lnTo>
                <a:lnTo>
                  <a:pt x="1281" y="1321"/>
                </a:lnTo>
                <a:lnTo>
                  <a:pt x="1280" y="1321"/>
                </a:lnTo>
                <a:lnTo>
                  <a:pt x="1280" y="1322"/>
                </a:lnTo>
                <a:lnTo>
                  <a:pt x="1279" y="1322"/>
                </a:lnTo>
                <a:lnTo>
                  <a:pt x="1279" y="1323"/>
                </a:lnTo>
                <a:lnTo>
                  <a:pt x="1280" y="1323"/>
                </a:lnTo>
                <a:lnTo>
                  <a:pt x="1279" y="1323"/>
                </a:lnTo>
                <a:lnTo>
                  <a:pt x="1278" y="1324"/>
                </a:lnTo>
                <a:lnTo>
                  <a:pt x="1277" y="1325"/>
                </a:lnTo>
                <a:lnTo>
                  <a:pt x="1276" y="1326"/>
                </a:lnTo>
                <a:lnTo>
                  <a:pt x="1275" y="1327"/>
                </a:lnTo>
                <a:lnTo>
                  <a:pt x="1274" y="1327"/>
                </a:lnTo>
                <a:lnTo>
                  <a:pt x="1273" y="1327"/>
                </a:lnTo>
                <a:lnTo>
                  <a:pt x="1273" y="1328"/>
                </a:lnTo>
                <a:lnTo>
                  <a:pt x="1272" y="1328"/>
                </a:lnTo>
                <a:lnTo>
                  <a:pt x="1273" y="1329"/>
                </a:lnTo>
                <a:lnTo>
                  <a:pt x="1272" y="1329"/>
                </a:lnTo>
                <a:lnTo>
                  <a:pt x="1273" y="1329"/>
                </a:lnTo>
                <a:lnTo>
                  <a:pt x="1272" y="1329"/>
                </a:lnTo>
                <a:lnTo>
                  <a:pt x="1271" y="1330"/>
                </a:lnTo>
                <a:lnTo>
                  <a:pt x="1270" y="1331"/>
                </a:lnTo>
                <a:lnTo>
                  <a:pt x="1270" y="1332"/>
                </a:lnTo>
                <a:lnTo>
                  <a:pt x="1270" y="1331"/>
                </a:lnTo>
                <a:lnTo>
                  <a:pt x="1269" y="1331"/>
                </a:lnTo>
                <a:lnTo>
                  <a:pt x="1268" y="1331"/>
                </a:lnTo>
                <a:lnTo>
                  <a:pt x="1268" y="1330"/>
                </a:lnTo>
                <a:lnTo>
                  <a:pt x="1267" y="1330"/>
                </a:lnTo>
                <a:lnTo>
                  <a:pt x="1266" y="1330"/>
                </a:lnTo>
                <a:lnTo>
                  <a:pt x="1266" y="1331"/>
                </a:lnTo>
                <a:lnTo>
                  <a:pt x="1266" y="1332"/>
                </a:lnTo>
                <a:lnTo>
                  <a:pt x="1265" y="1332"/>
                </a:lnTo>
                <a:lnTo>
                  <a:pt x="1265" y="1333"/>
                </a:lnTo>
                <a:lnTo>
                  <a:pt x="1264" y="1333"/>
                </a:lnTo>
                <a:lnTo>
                  <a:pt x="1264" y="1334"/>
                </a:lnTo>
                <a:lnTo>
                  <a:pt x="1263" y="1334"/>
                </a:lnTo>
                <a:lnTo>
                  <a:pt x="1262" y="1334"/>
                </a:lnTo>
                <a:lnTo>
                  <a:pt x="1262" y="1335"/>
                </a:lnTo>
                <a:lnTo>
                  <a:pt x="1262" y="1336"/>
                </a:lnTo>
                <a:lnTo>
                  <a:pt x="1261" y="1336"/>
                </a:lnTo>
                <a:lnTo>
                  <a:pt x="1261" y="1337"/>
                </a:lnTo>
                <a:lnTo>
                  <a:pt x="1260" y="1337"/>
                </a:lnTo>
                <a:lnTo>
                  <a:pt x="1260" y="1338"/>
                </a:lnTo>
                <a:lnTo>
                  <a:pt x="1259" y="1338"/>
                </a:lnTo>
                <a:lnTo>
                  <a:pt x="1259" y="1339"/>
                </a:lnTo>
                <a:lnTo>
                  <a:pt x="1260" y="1339"/>
                </a:lnTo>
                <a:lnTo>
                  <a:pt x="1260" y="1340"/>
                </a:lnTo>
                <a:lnTo>
                  <a:pt x="1260" y="1341"/>
                </a:lnTo>
                <a:lnTo>
                  <a:pt x="1259" y="1341"/>
                </a:lnTo>
                <a:lnTo>
                  <a:pt x="1258" y="1341"/>
                </a:lnTo>
                <a:lnTo>
                  <a:pt x="1258" y="1342"/>
                </a:lnTo>
                <a:lnTo>
                  <a:pt x="1257" y="1342"/>
                </a:lnTo>
                <a:lnTo>
                  <a:pt x="1257" y="1343"/>
                </a:lnTo>
                <a:lnTo>
                  <a:pt x="1257" y="1344"/>
                </a:lnTo>
                <a:lnTo>
                  <a:pt x="1256" y="1345"/>
                </a:lnTo>
                <a:lnTo>
                  <a:pt x="1256" y="1346"/>
                </a:lnTo>
                <a:lnTo>
                  <a:pt x="1256" y="1347"/>
                </a:lnTo>
                <a:lnTo>
                  <a:pt x="1255" y="1347"/>
                </a:lnTo>
                <a:lnTo>
                  <a:pt x="1255" y="1348"/>
                </a:lnTo>
                <a:lnTo>
                  <a:pt x="1254" y="1348"/>
                </a:lnTo>
                <a:lnTo>
                  <a:pt x="1254" y="1349"/>
                </a:lnTo>
                <a:lnTo>
                  <a:pt x="1254" y="1350"/>
                </a:lnTo>
                <a:lnTo>
                  <a:pt x="1253" y="1350"/>
                </a:lnTo>
                <a:lnTo>
                  <a:pt x="1253" y="1351"/>
                </a:lnTo>
                <a:lnTo>
                  <a:pt x="1252" y="1351"/>
                </a:lnTo>
                <a:lnTo>
                  <a:pt x="1252" y="1350"/>
                </a:lnTo>
                <a:lnTo>
                  <a:pt x="1251" y="1351"/>
                </a:lnTo>
                <a:lnTo>
                  <a:pt x="1251" y="1352"/>
                </a:lnTo>
                <a:lnTo>
                  <a:pt x="1250" y="1352"/>
                </a:lnTo>
                <a:lnTo>
                  <a:pt x="1250" y="1353"/>
                </a:lnTo>
                <a:lnTo>
                  <a:pt x="1250" y="1354"/>
                </a:lnTo>
                <a:lnTo>
                  <a:pt x="1249" y="1354"/>
                </a:lnTo>
                <a:lnTo>
                  <a:pt x="1248" y="1354"/>
                </a:lnTo>
                <a:lnTo>
                  <a:pt x="1248" y="1355"/>
                </a:lnTo>
                <a:lnTo>
                  <a:pt x="1247" y="1356"/>
                </a:lnTo>
                <a:lnTo>
                  <a:pt x="1246" y="1357"/>
                </a:lnTo>
                <a:lnTo>
                  <a:pt x="1246" y="1358"/>
                </a:lnTo>
                <a:lnTo>
                  <a:pt x="1245" y="1358"/>
                </a:lnTo>
                <a:lnTo>
                  <a:pt x="1245" y="1359"/>
                </a:lnTo>
                <a:lnTo>
                  <a:pt x="1244" y="1359"/>
                </a:lnTo>
                <a:lnTo>
                  <a:pt x="1244" y="1360"/>
                </a:lnTo>
                <a:lnTo>
                  <a:pt x="1243" y="1360"/>
                </a:lnTo>
                <a:lnTo>
                  <a:pt x="1242" y="1360"/>
                </a:lnTo>
                <a:lnTo>
                  <a:pt x="1241" y="1360"/>
                </a:lnTo>
                <a:lnTo>
                  <a:pt x="1241" y="1361"/>
                </a:lnTo>
                <a:lnTo>
                  <a:pt x="1240" y="1361"/>
                </a:lnTo>
                <a:lnTo>
                  <a:pt x="1239" y="1361"/>
                </a:lnTo>
                <a:lnTo>
                  <a:pt x="1238" y="1361"/>
                </a:lnTo>
                <a:lnTo>
                  <a:pt x="1237" y="1362"/>
                </a:lnTo>
                <a:lnTo>
                  <a:pt x="1236" y="1362"/>
                </a:lnTo>
                <a:lnTo>
                  <a:pt x="1235" y="1362"/>
                </a:lnTo>
                <a:lnTo>
                  <a:pt x="1234" y="1362"/>
                </a:lnTo>
                <a:lnTo>
                  <a:pt x="1233" y="1362"/>
                </a:lnTo>
                <a:lnTo>
                  <a:pt x="1232" y="1362"/>
                </a:lnTo>
                <a:lnTo>
                  <a:pt x="1232" y="1363"/>
                </a:lnTo>
                <a:lnTo>
                  <a:pt x="1232" y="1364"/>
                </a:lnTo>
                <a:lnTo>
                  <a:pt x="1231" y="1364"/>
                </a:lnTo>
                <a:lnTo>
                  <a:pt x="1230" y="1364"/>
                </a:lnTo>
                <a:lnTo>
                  <a:pt x="1230" y="1365"/>
                </a:lnTo>
                <a:lnTo>
                  <a:pt x="1230" y="1366"/>
                </a:lnTo>
                <a:lnTo>
                  <a:pt x="1229" y="1366"/>
                </a:lnTo>
                <a:lnTo>
                  <a:pt x="1229" y="1367"/>
                </a:lnTo>
                <a:lnTo>
                  <a:pt x="1228" y="1367"/>
                </a:lnTo>
                <a:lnTo>
                  <a:pt x="1228" y="1368"/>
                </a:lnTo>
                <a:lnTo>
                  <a:pt x="1227" y="1368"/>
                </a:lnTo>
                <a:lnTo>
                  <a:pt x="1226" y="1368"/>
                </a:lnTo>
                <a:lnTo>
                  <a:pt x="1225" y="1368"/>
                </a:lnTo>
                <a:lnTo>
                  <a:pt x="1224" y="1368"/>
                </a:lnTo>
                <a:lnTo>
                  <a:pt x="1224" y="1369"/>
                </a:lnTo>
                <a:lnTo>
                  <a:pt x="1223" y="1369"/>
                </a:lnTo>
                <a:lnTo>
                  <a:pt x="1224" y="1369"/>
                </a:lnTo>
                <a:lnTo>
                  <a:pt x="1223" y="1369"/>
                </a:lnTo>
                <a:lnTo>
                  <a:pt x="1223" y="1370"/>
                </a:lnTo>
                <a:lnTo>
                  <a:pt x="1223" y="1371"/>
                </a:lnTo>
                <a:lnTo>
                  <a:pt x="1222" y="1371"/>
                </a:lnTo>
                <a:lnTo>
                  <a:pt x="1222" y="1372"/>
                </a:lnTo>
                <a:lnTo>
                  <a:pt x="1221" y="1372"/>
                </a:lnTo>
                <a:lnTo>
                  <a:pt x="1221" y="1373"/>
                </a:lnTo>
                <a:lnTo>
                  <a:pt x="1221" y="1374"/>
                </a:lnTo>
                <a:lnTo>
                  <a:pt x="1221" y="1375"/>
                </a:lnTo>
                <a:lnTo>
                  <a:pt x="1221" y="1376"/>
                </a:lnTo>
                <a:lnTo>
                  <a:pt x="1221" y="1377"/>
                </a:lnTo>
                <a:lnTo>
                  <a:pt x="1220" y="1377"/>
                </a:lnTo>
                <a:lnTo>
                  <a:pt x="1220" y="1378"/>
                </a:lnTo>
                <a:lnTo>
                  <a:pt x="1221" y="1378"/>
                </a:lnTo>
                <a:lnTo>
                  <a:pt x="1221" y="1379"/>
                </a:lnTo>
                <a:lnTo>
                  <a:pt x="1220" y="1379"/>
                </a:lnTo>
                <a:lnTo>
                  <a:pt x="1219" y="1379"/>
                </a:lnTo>
                <a:lnTo>
                  <a:pt x="1219" y="1380"/>
                </a:lnTo>
                <a:lnTo>
                  <a:pt x="1219" y="1379"/>
                </a:lnTo>
                <a:lnTo>
                  <a:pt x="1219" y="1380"/>
                </a:lnTo>
                <a:lnTo>
                  <a:pt x="1218" y="1380"/>
                </a:lnTo>
                <a:lnTo>
                  <a:pt x="1218" y="1379"/>
                </a:lnTo>
                <a:lnTo>
                  <a:pt x="1217" y="1379"/>
                </a:lnTo>
                <a:lnTo>
                  <a:pt x="1217" y="1380"/>
                </a:lnTo>
                <a:lnTo>
                  <a:pt x="1216" y="1380"/>
                </a:lnTo>
                <a:lnTo>
                  <a:pt x="1216" y="1381"/>
                </a:lnTo>
                <a:lnTo>
                  <a:pt x="1216" y="1382"/>
                </a:lnTo>
                <a:lnTo>
                  <a:pt x="1215" y="1382"/>
                </a:lnTo>
                <a:lnTo>
                  <a:pt x="1215" y="1383"/>
                </a:lnTo>
                <a:lnTo>
                  <a:pt x="1214" y="1383"/>
                </a:lnTo>
                <a:lnTo>
                  <a:pt x="1214" y="1384"/>
                </a:lnTo>
                <a:lnTo>
                  <a:pt x="1214" y="1385"/>
                </a:lnTo>
                <a:lnTo>
                  <a:pt x="1213" y="1385"/>
                </a:lnTo>
                <a:lnTo>
                  <a:pt x="1213" y="1386"/>
                </a:lnTo>
                <a:lnTo>
                  <a:pt x="1214" y="1386"/>
                </a:lnTo>
                <a:lnTo>
                  <a:pt x="1213" y="1386"/>
                </a:lnTo>
                <a:lnTo>
                  <a:pt x="1212" y="1386"/>
                </a:lnTo>
                <a:lnTo>
                  <a:pt x="1212" y="1387"/>
                </a:lnTo>
                <a:lnTo>
                  <a:pt x="1211" y="1387"/>
                </a:lnTo>
                <a:lnTo>
                  <a:pt x="1211" y="1388"/>
                </a:lnTo>
                <a:lnTo>
                  <a:pt x="1210" y="1388"/>
                </a:lnTo>
                <a:lnTo>
                  <a:pt x="1209" y="1388"/>
                </a:lnTo>
                <a:lnTo>
                  <a:pt x="1209" y="1389"/>
                </a:lnTo>
                <a:lnTo>
                  <a:pt x="1208" y="1389"/>
                </a:lnTo>
                <a:lnTo>
                  <a:pt x="1208" y="1390"/>
                </a:lnTo>
                <a:lnTo>
                  <a:pt x="1208" y="1391"/>
                </a:lnTo>
                <a:lnTo>
                  <a:pt x="1207" y="1391"/>
                </a:lnTo>
                <a:lnTo>
                  <a:pt x="1206" y="1391"/>
                </a:lnTo>
                <a:lnTo>
                  <a:pt x="1206" y="1392"/>
                </a:lnTo>
                <a:lnTo>
                  <a:pt x="1206" y="1393"/>
                </a:lnTo>
                <a:lnTo>
                  <a:pt x="1205" y="1393"/>
                </a:lnTo>
                <a:lnTo>
                  <a:pt x="1205" y="1394"/>
                </a:lnTo>
                <a:lnTo>
                  <a:pt x="1206" y="1394"/>
                </a:lnTo>
                <a:lnTo>
                  <a:pt x="1206" y="1395"/>
                </a:lnTo>
                <a:lnTo>
                  <a:pt x="1207" y="1395"/>
                </a:lnTo>
                <a:lnTo>
                  <a:pt x="1207" y="1396"/>
                </a:lnTo>
                <a:lnTo>
                  <a:pt x="1207" y="1397"/>
                </a:lnTo>
                <a:lnTo>
                  <a:pt x="1208" y="1398"/>
                </a:lnTo>
                <a:lnTo>
                  <a:pt x="1207" y="1398"/>
                </a:lnTo>
                <a:lnTo>
                  <a:pt x="1208" y="1399"/>
                </a:lnTo>
                <a:lnTo>
                  <a:pt x="1209" y="1399"/>
                </a:lnTo>
                <a:lnTo>
                  <a:pt x="1209" y="1401"/>
                </a:lnTo>
                <a:lnTo>
                  <a:pt x="1208" y="1401"/>
                </a:lnTo>
                <a:lnTo>
                  <a:pt x="1208" y="1402"/>
                </a:lnTo>
                <a:lnTo>
                  <a:pt x="1207" y="1402"/>
                </a:lnTo>
                <a:lnTo>
                  <a:pt x="1207" y="1403"/>
                </a:lnTo>
                <a:lnTo>
                  <a:pt x="1206" y="1403"/>
                </a:lnTo>
                <a:lnTo>
                  <a:pt x="1205" y="1403"/>
                </a:lnTo>
                <a:lnTo>
                  <a:pt x="1205" y="1404"/>
                </a:lnTo>
                <a:lnTo>
                  <a:pt x="1204" y="1404"/>
                </a:lnTo>
                <a:lnTo>
                  <a:pt x="1202" y="1404"/>
                </a:lnTo>
                <a:lnTo>
                  <a:pt x="1201" y="1404"/>
                </a:lnTo>
                <a:lnTo>
                  <a:pt x="1201" y="1405"/>
                </a:lnTo>
                <a:lnTo>
                  <a:pt x="1200" y="1405"/>
                </a:lnTo>
                <a:lnTo>
                  <a:pt x="1200" y="1406"/>
                </a:lnTo>
                <a:lnTo>
                  <a:pt x="1200" y="1407"/>
                </a:lnTo>
                <a:lnTo>
                  <a:pt x="1200" y="1408"/>
                </a:lnTo>
                <a:lnTo>
                  <a:pt x="1200" y="1409"/>
                </a:lnTo>
                <a:lnTo>
                  <a:pt x="1199" y="1410"/>
                </a:lnTo>
                <a:lnTo>
                  <a:pt x="1198" y="1410"/>
                </a:lnTo>
                <a:lnTo>
                  <a:pt x="1199" y="1410"/>
                </a:lnTo>
                <a:lnTo>
                  <a:pt x="1200" y="1411"/>
                </a:lnTo>
                <a:lnTo>
                  <a:pt x="1200" y="1412"/>
                </a:lnTo>
                <a:lnTo>
                  <a:pt x="1200" y="1413"/>
                </a:lnTo>
                <a:lnTo>
                  <a:pt x="1200" y="1414"/>
                </a:lnTo>
                <a:lnTo>
                  <a:pt x="1201" y="1415"/>
                </a:lnTo>
                <a:lnTo>
                  <a:pt x="1201" y="1416"/>
                </a:lnTo>
                <a:lnTo>
                  <a:pt x="1201" y="1417"/>
                </a:lnTo>
                <a:lnTo>
                  <a:pt x="1200" y="1417"/>
                </a:lnTo>
                <a:lnTo>
                  <a:pt x="1200" y="1418"/>
                </a:lnTo>
                <a:lnTo>
                  <a:pt x="1200" y="1419"/>
                </a:lnTo>
                <a:lnTo>
                  <a:pt x="1200" y="1420"/>
                </a:lnTo>
                <a:lnTo>
                  <a:pt x="1200" y="1421"/>
                </a:lnTo>
                <a:lnTo>
                  <a:pt x="1201" y="1421"/>
                </a:lnTo>
                <a:lnTo>
                  <a:pt x="1201" y="1422"/>
                </a:lnTo>
                <a:lnTo>
                  <a:pt x="1202" y="1422"/>
                </a:lnTo>
                <a:lnTo>
                  <a:pt x="1202" y="1423"/>
                </a:lnTo>
                <a:lnTo>
                  <a:pt x="1202" y="1424"/>
                </a:lnTo>
                <a:lnTo>
                  <a:pt x="1202" y="1425"/>
                </a:lnTo>
                <a:lnTo>
                  <a:pt x="1202" y="1426"/>
                </a:lnTo>
                <a:lnTo>
                  <a:pt x="1201" y="1427"/>
                </a:lnTo>
                <a:lnTo>
                  <a:pt x="1201" y="1428"/>
                </a:lnTo>
                <a:lnTo>
                  <a:pt x="1200" y="1429"/>
                </a:lnTo>
                <a:lnTo>
                  <a:pt x="1200" y="1430"/>
                </a:lnTo>
                <a:lnTo>
                  <a:pt x="1199" y="1430"/>
                </a:lnTo>
                <a:lnTo>
                  <a:pt x="1199" y="1431"/>
                </a:lnTo>
                <a:lnTo>
                  <a:pt x="1198" y="1432"/>
                </a:lnTo>
                <a:lnTo>
                  <a:pt x="1197" y="1432"/>
                </a:lnTo>
                <a:lnTo>
                  <a:pt x="1197" y="1433"/>
                </a:lnTo>
                <a:lnTo>
                  <a:pt x="1197" y="1434"/>
                </a:lnTo>
                <a:lnTo>
                  <a:pt x="1196" y="1435"/>
                </a:lnTo>
                <a:lnTo>
                  <a:pt x="1196" y="1436"/>
                </a:lnTo>
                <a:lnTo>
                  <a:pt x="1195" y="1437"/>
                </a:lnTo>
                <a:lnTo>
                  <a:pt x="1194" y="1438"/>
                </a:lnTo>
                <a:lnTo>
                  <a:pt x="1194" y="1439"/>
                </a:lnTo>
                <a:lnTo>
                  <a:pt x="1193" y="1439"/>
                </a:lnTo>
                <a:lnTo>
                  <a:pt x="1192" y="1439"/>
                </a:lnTo>
                <a:lnTo>
                  <a:pt x="1192" y="1440"/>
                </a:lnTo>
                <a:lnTo>
                  <a:pt x="1191" y="1441"/>
                </a:lnTo>
                <a:lnTo>
                  <a:pt x="1190" y="1442"/>
                </a:lnTo>
                <a:lnTo>
                  <a:pt x="1189" y="1442"/>
                </a:lnTo>
                <a:lnTo>
                  <a:pt x="1188" y="1443"/>
                </a:lnTo>
                <a:lnTo>
                  <a:pt x="1187" y="1443"/>
                </a:lnTo>
                <a:lnTo>
                  <a:pt x="1186" y="1443"/>
                </a:lnTo>
                <a:lnTo>
                  <a:pt x="1185" y="1444"/>
                </a:lnTo>
                <a:lnTo>
                  <a:pt x="1184" y="1444"/>
                </a:lnTo>
                <a:lnTo>
                  <a:pt x="1184" y="1445"/>
                </a:lnTo>
                <a:lnTo>
                  <a:pt x="1183" y="1445"/>
                </a:lnTo>
                <a:lnTo>
                  <a:pt x="1183" y="1446"/>
                </a:lnTo>
                <a:lnTo>
                  <a:pt x="1182" y="1446"/>
                </a:lnTo>
                <a:lnTo>
                  <a:pt x="1182" y="1447"/>
                </a:lnTo>
                <a:lnTo>
                  <a:pt x="1182" y="1448"/>
                </a:lnTo>
                <a:lnTo>
                  <a:pt x="1182" y="1449"/>
                </a:lnTo>
                <a:lnTo>
                  <a:pt x="1181" y="1449"/>
                </a:lnTo>
                <a:lnTo>
                  <a:pt x="1181" y="1450"/>
                </a:lnTo>
                <a:lnTo>
                  <a:pt x="1181" y="1451"/>
                </a:lnTo>
                <a:lnTo>
                  <a:pt x="1180" y="1451"/>
                </a:lnTo>
                <a:lnTo>
                  <a:pt x="1178" y="1451"/>
                </a:lnTo>
                <a:lnTo>
                  <a:pt x="1177" y="1451"/>
                </a:lnTo>
                <a:lnTo>
                  <a:pt x="1177" y="1450"/>
                </a:lnTo>
                <a:lnTo>
                  <a:pt x="1177" y="1449"/>
                </a:lnTo>
                <a:lnTo>
                  <a:pt x="1176" y="1449"/>
                </a:lnTo>
                <a:lnTo>
                  <a:pt x="1176" y="1448"/>
                </a:lnTo>
                <a:lnTo>
                  <a:pt x="1176" y="1447"/>
                </a:lnTo>
                <a:lnTo>
                  <a:pt x="1175" y="1447"/>
                </a:lnTo>
                <a:lnTo>
                  <a:pt x="1175" y="1446"/>
                </a:lnTo>
                <a:lnTo>
                  <a:pt x="1174" y="1445"/>
                </a:lnTo>
                <a:lnTo>
                  <a:pt x="1174" y="1444"/>
                </a:lnTo>
                <a:lnTo>
                  <a:pt x="1173" y="1444"/>
                </a:lnTo>
                <a:lnTo>
                  <a:pt x="1173" y="1443"/>
                </a:lnTo>
                <a:lnTo>
                  <a:pt x="1172" y="1443"/>
                </a:lnTo>
                <a:lnTo>
                  <a:pt x="1172" y="1442"/>
                </a:lnTo>
                <a:lnTo>
                  <a:pt x="1171" y="1442"/>
                </a:lnTo>
                <a:lnTo>
                  <a:pt x="1171" y="1441"/>
                </a:lnTo>
                <a:lnTo>
                  <a:pt x="1170" y="1441"/>
                </a:lnTo>
                <a:lnTo>
                  <a:pt x="1169" y="1441"/>
                </a:lnTo>
                <a:lnTo>
                  <a:pt x="1169" y="1440"/>
                </a:lnTo>
                <a:lnTo>
                  <a:pt x="1168" y="1440"/>
                </a:lnTo>
                <a:lnTo>
                  <a:pt x="1169" y="1440"/>
                </a:lnTo>
                <a:lnTo>
                  <a:pt x="1169" y="1439"/>
                </a:lnTo>
                <a:lnTo>
                  <a:pt x="1169" y="1438"/>
                </a:lnTo>
                <a:lnTo>
                  <a:pt x="1170" y="1438"/>
                </a:lnTo>
                <a:lnTo>
                  <a:pt x="1170" y="1437"/>
                </a:lnTo>
                <a:lnTo>
                  <a:pt x="1171" y="1436"/>
                </a:lnTo>
                <a:lnTo>
                  <a:pt x="1171" y="1435"/>
                </a:lnTo>
                <a:lnTo>
                  <a:pt x="1171" y="1434"/>
                </a:lnTo>
                <a:lnTo>
                  <a:pt x="1171" y="1433"/>
                </a:lnTo>
                <a:lnTo>
                  <a:pt x="1170" y="1433"/>
                </a:lnTo>
                <a:lnTo>
                  <a:pt x="1170" y="1432"/>
                </a:lnTo>
                <a:lnTo>
                  <a:pt x="1169" y="1432"/>
                </a:lnTo>
                <a:lnTo>
                  <a:pt x="1169" y="1431"/>
                </a:lnTo>
                <a:lnTo>
                  <a:pt x="1168" y="1431"/>
                </a:lnTo>
                <a:lnTo>
                  <a:pt x="1168" y="1430"/>
                </a:lnTo>
                <a:lnTo>
                  <a:pt x="1167" y="1430"/>
                </a:lnTo>
                <a:lnTo>
                  <a:pt x="1167" y="1429"/>
                </a:lnTo>
                <a:lnTo>
                  <a:pt x="1166" y="1429"/>
                </a:lnTo>
                <a:lnTo>
                  <a:pt x="1167" y="1428"/>
                </a:lnTo>
                <a:lnTo>
                  <a:pt x="1166" y="1427"/>
                </a:lnTo>
                <a:lnTo>
                  <a:pt x="1167" y="1427"/>
                </a:lnTo>
                <a:lnTo>
                  <a:pt x="1167" y="1426"/>
                </a:lnTo>
                <a:lnTo>
                  <a:pt x="1166" y="1426"/>
                </a:lnTo>
                <a:lnTo>
                  <a:pt x="1165" y="1426"/>
                </a:lnTo>
                <a:lnTo>
                  <a:pt x="1165" y="1425"/>
                </a:lnTo>
                <a:lnTo>
                  <a:pt x="1164" y="1425"/>
                </a:lnTo>
                <a:lnTo>
                  <a:pt x="1164" y="1424"/>
                </a:lnTo>
                <a:lnTo>
                  <a:pt x="1165" y="1424"/>
                </a:lnTo>
                <a:lnTo>
                  <a:pt x="1165" y="1423"/>
                </a:lnTo>
                <a:lnTo>
                  <a:pt x="1164" y="1423"/>
                </a:lnTo>
                <a:lnTo>
                  <a:pt x="1165" y="1423"/>
                </a:lnTo>
                <a:lnTo>
                  <a:pt x="1165" y="1422"/>
                </a:lnTo>
                <a:lnTo>
                  <a:pt x="1164" y="1422"/>
                </a:lnTo>
                <a:lnTo>
                  <a:pt x="1163" y="1422"/>
                </a:lnTo>
                <a:lnTo>
                  <a:pt x="1162" y="1422"/>
                </a:lnTo>
                <a:lnTo>
                  <a:pt x="1162" y="1423"/>
                </a:lnTo>
                <a:lnTo>
                  <a:pt x="1161" y="1423"/>
                </a:lnTo>
                <a:lnTo>
                  <a:pt x="1161" y="1422"/>
                </a:lnTo>
                <a:lnTo>
                  <a:pt x="1161" y="1421"/>
                </a:lnTo>
                <a:lnTo>
                  <a:pt x="1160" y="1421"/>
                </a:lnTo>
                <a:lnTo>
                  <a:pt x="1160" y="1420"/>
                </a:lnTo>
                <a:lnTo>
                  <a:pt x="1159" y="1420"/>
                </a:lnTo>
                <a:lnTo>
                  <a:pt x="1160" y="1420"/>
                </a:lnTo>
                <a:lnTo>
                  <a:pt x="1160" y="1419"/>
                </a:lnTo>
                <a:lnTo>
                  <a:pt x="1160" y="1418"/>
                </a:lnTo>
                <a:lnTo>
                  <a:pt x="1159" y="1419"/>
                </a:lnTo>
                <a:lnTo>
                  <a:pt x="1159" y="1418"/>
                </a:lnTo>
                <a:lnTo>
                  <a:pt x="1158" y="1418"/>
                </a:lnTo>
                <a:lnTo>
                  <a:pt x="1158" y="1417"/>
                </a:lnTo>
                <a:lnTo>
                  <a:pt x="1158" y="1416"/>
                </a:lnTo>
                <a:lnTo>
                  <a:pt x="1159" y="1416"/>
                </a:lnTo>
                <a:lnTo>
                  <a:pt x="1158" y="1415"/>
                </a:lnTo>
                <a:lnTo>
                  <a:pt x="1158" y="1416"/>
                </a:lnTo>
                <a:lnTo>
                  <a:pt x="1157" y="1416"/>
                </a:lnTo>
                <a:lnTo>
                  <a:pt x="1157" y="1415"/>
                </a:lnTo>
                <a:lnTo>
                  <a:pt x="1157" y="1414"/>
                </a:lnTo>
                <a:lnTo>
                  <a:pt x="1157" y="1413"/>
                </a:lnTo>
                <a:lnTo>
                  <a:pt x="1157" y="1412"/>
                </a:lnTo>
                <a:lnTo>
                  <a:pt x="1156" y="1412"/>
                </a:lnTo>
                <a:lnTo>
                  <a:pt x="1156" y="1411"/>
                </a:lnTo>
                <a:lnTo>
                  <a:pt x="1156" y="1410"/>
                </a:lnTo>
                <a:lnTo>
                  <a:pt x="1156" y="1409"/>
                </a:lnTo>
                <a:lnTo>
                  <a:pt x="1156" y="1408"/>
                </a:lnTo>
                <a:lnTo>
                  <a:pt x="1155" y="1408"/>
                </a:lnTo>
                <a:lnTo>
                  <a:pt x="1156" y="1408"/>
                </a:lnTo>
                <a:lnTo>
                  <a:pt x="1156" y="1407"/>
                </a:lnTo>
                <a:lnTo>
                  <a:pt x="1157" y="1407"/>
                </a:lnTo>
                <a:lnTo>
                  <a:pt x="1156" y="1407"/>
                </a:lnTo>
                <a:lnTo>
                  <a:pt x="1156" y="1406"/>
                </a:lnTo>
                <a:lnTo>
                  <a:pt x="1157" y="1406"/>
                </a:lnTo>
                <a:lnTo>
                  <a:pt x="1157" y="1405"/>
                </a:lnTo>
                <a:lnTo>
                  <a:pt x="1157" y="1404"/>
                </a:lnTo>
                <a:lnTo>
                  <a:pt x="1157" y="1403"/>
                </a:lnTo>
                <a:lnTo>
                  <a:pt x="1158" y="1403"/>
                </a:lnTo>
                <a:lnTo>
                  <a:pt x="1158" y="1402"/>
                </a:lnTo>
                <a:lnTo>
                  <a:pt x="1158" y="1401"/>
                </a:lnTo>
                <a:lnTo>
                  <a:pt x="1158" y="1400"/>
                </a:lnTo>
                <a:lnTo>
                  <a:pt x="1159" y="1400"/>
                </a:lnTo>
                <a:lnTo>
                  <a:pt x="1159" y="1399"/>
                </a:lnTo>
                <a:lnTo>
                  <a:pt x="1158" y="1399"/>
                </a:lnTo>
                <a:lnTo>
                  <a:pt x="1157" y="1399"/>
                </a:lnTo>
                <a:lnTo>
                  <a:pt x="1157" y="1398"/>
                </a:lnTo>
                <a:lnTo>
                  <a:pt x="1157" y="1397"/>
                </a:lnTo>
                <a:lnTo>
                  <a:pt x="1157" y="1396"/>
                </a:lnTo>
                <a:lnTo>
                  <a:pt x="1157" y="1395"/>
                </a:lnTo>
                <a:lnTo>
                  <a:pt x="1157" y="1394"/>
                </a:lnTo>
                <a:lnTo>
                  <a:pt x="1156" y="1394"/>
                </a:lnTo>
                <a:lnTo>
                  <a:pt x="1156" y="1393"/>
                </a:lnTo>
                <a:lnTo>
                  <a:pt x="1157" y="1393"/>
                </a:lnTo>
                <a:lnTo>
                  <a:pt x="1157" y="1392"/>
                </a:lnTo>
                <a:lnTo>
                  <a:pt x="1157" y="1393"/>
                </a:lnTo>
                <a:lnTo>
                  <a:pt x="1158" y="1393"/>
                </a:lnTo>
                <a:lnTo>
                  <a:pt x="1159" y="1393"/>
                </a:lnTo>
                <a:lnTo>
                  <a:pt x="1159" y="1392"/>
                </a:lnTo>
                <a:lnTo>
                  <a:pt x="1160" y="1392"/>
                </a:lnTo>
                <a:lnTo>
                  <a:pt x="1160" y="1391"/>
                </a:lnTo>
                <a:lnTo>
                  <a:pt x="1161" y="1390"/>
                </a:lnTo>
                <a:lnTo>
                  <a:pt x="1162" y="1390"/>
                </a:lnTo>
                <a:lnTo>
                  <a:pt x="1162" y="1389"/>
                </a:lnTo>
                <a:lnTo>
                  <a:pt x="1163" y="1389"/>
                </a:lnTo>
                <a:lnTo>
                  <a:pt x="1163" y="1388"/>
                </a:lnTo>
                <a:lnTo>
                  <a:pt x="1163" y="1387"/>
                </a:lnTo>
                <a:lnTo>
                  <a:pt x="1164" y="1387"/>
                </a:lnTo>
                <a:lnTo>
                  <a:pt x="1164" y="1386"/>
                </a:lnTo>
                <a:lnTo>
                  <a:pt x="1163" y="1386"/>
                </a:lnTo>
                <a:lnTo>
                  <a:pt x="1163" y="1385"/>
                </a:lnTo>
                <a:lnTo>
                  <a:pt x="1164" y="1385"/>
                </a:lnTo>
                <a:lnTo>
                  <a:pt x="1164" y="1384"/>
                </a:lnTo>
                <a:lnTo>
                  <a:pt x="1164" y="1383"/>
                </a:lnTo>
                <a:lnTo>
                  <a:pt x="1165" y="1383"/>
                </a:lnTo>
                <a:lnTo>
                  <a:pt x="1165" y="1382"/>
                </a:lnTo>
                <a:lnTo>
                  <a:pt x="1166" y="1382"/>
                </a:lnTo>
                <a:lnTo>
                  <a:pt x="1166" y="1383"/>
                </a:lnTo>
                <a:lnTo>
                  <a:pt x="1167" y="1383"/>
                </a:lnTo>
                <a:lnTo>
                  <a:pt x="1167" y="1382"/>
                </a:lnTo>
                <a:lnTo>
                  <a:pt x="1168" y="1382"/>
                </a:lnTo>
                <a:lnTo>
                  <a:pt x="1168" y="1381"/>
                </a:lnTo>
                <a:lnTo>
                  <a:pt x="1169" y="1381"/>
                </a:lnTo>
                <a:lnTo>
                  <a:pt x="1169" y="1380"/>
                </a:lnTo>
                <a:lnTo>
                  <a:pt x="1170" y="1380"/>
                </a:lnTo>
                <a:lnTo>
                  <a:pt x="1170" y="1379"/>
                </a:lnTo>
                <a:lnTo>
                  <a:pt x="1170" y="1378"/>
                </a:lnTo>
                <a:lnTo>
                  <a:pt x="1169" y="1378"/>
                </a:lnTo>
                <a:lnTo>
                  <a:pt x="1170" y="1378"/>
                </a:lnTo>
                <a:lnTo>
                  <a:pt x="1169" y="1378"/>
                </a:lnTo>
                <a:lnTo>
                  <a:pt x="1169" y="1377"/>
                </a:lnTo>
                <a:lnTo>
                  <a:pt x="1170" y="1377"/>
                </a:lnTo>
                <a:lnTo>
                  <a:pt x="1170" y="1376"/>
                </a:lnTo>
                <a:lnTo>
                  <a:pt x="1170" y="1375"/>
                </a:lnTo>
                <a:lnTo>
                  <a:pt x="1170" y="1374"/>
                </a:lnTo>
                <a:lnTo>
                  <a:pt x="1169" y="1374"/>
                </a:lnTo>
                <a:lnTo>
                  <a:pt x="1170" y="1374"/>
                </a:lnTo>
                <a:lnTo>
                  <a:pt x="1170" y="1373"/>
                </a:lnTo>
                <a:lnTo>
                  <a:pt x="1171" y="1373"/>
                </a:lnTo>
                <a:lnTo>
                  <a:pt x="1172" y="1373"/>
                </a:lnTo>
                <a:lnTo>
                  <a:pt x="1172" y="1372"/>
                </a:lnTo>
                <a:lnTo>
                  <a:pt x="1172" y="1371"/>
                </a:lnTo>
                <a:lnTo>
                  <a:pt x="1173" y="1371"/>
                </a:lnTo>
                <a:lnTo>
                  <a:pt x="1173" y="1370"/>
                </a:lnTo>
                <a:lnTo>
                  <a:pt x="1173" y="1369"/>
                </a:lnTo>
                <a:lnTo>
                  <a:pt x="1174" y="1369"/>
                </a:lnTo>
                <a:lnTo>
                  <a:pt x="1174" y="1368"/>
                </a:lnTo>
                <a:lnTo>
                  <a:pt x="1174" y="1367"/>
                </a:lnTo>
                <a:lnTo>
                  <a:pt x="1173" y="1367"/>
                </a:lnTo>
                <a:lnTo>
                  <a:pt x="1173" y="1366"/>
                </a:lnTo>
                <a:lnTo>
                  <a:pt x="1173" y="1365"/>
                </a:lnTo>
                <a:lnTo>
                  <a:pt x="1173" y="1363"/>
                </a:lnTo>
                <a:lnTo>
                  <a:pt x="1174" y="1363"/>
                </a:lnTo>
                <a:lnTo>
                  <a:pt x="1174" y="1362"/>
                </a:lnTo>
                <a:lnTo>
                  <a:pt x="1174" y="1361"/>
                </a:lnTo>
                <a:lnTo>
                  <a:pt x="1175" y="1361"/>
                </a:lnTo>
                <a:lnTo>
                  <a:pt x="1175" y="1360"/>
                </a:lnTo>
                <a:lnTo>
                  <a:pt x="1175" y="1359"/>
                </a:lnTo>
                <a:lnTo>
                  <a:pt x="1175" y="1358"/>
                </a:lnTo>
                <a:lnTo>
                  <a:pt x="1176" y="1358"/>
                </a:lnTo>
                <a:lnTo>
                  <a:pt x="1176" y="1357"/>
                </a:lnTo>
                <a:lnTo>
                  <a:pt x="1177" y="1357"/>
                </a:lnTo>
                <a:lnTo>
                  <a:pt x="1178" y="1357"/>
                </a:lnTo>
                <a:lnTo>
                  <a:pt x="1178" y="1356"/>
                </a:lnTo>
                <a:lnTo>
                  <a:pt x="1178" y="1355"/>
                </a:lnTo>
                <a:lnTo>
                  <a:pt x="1178" y="1354"/>
                </a:lnTo>
                <a:lnTo>
                  <a:pt x="1179" y="1354"/>
                </a:lnTo>
                <a:lnTo>
                  <a:pt x="1179" y="1353"/>
                </a:lnTo>
                <a:lnTo>
                  <a:pt x="1180" y="1353"/>
                </a:lnTo>
                <a:lnTo>
                  <a:pt x="1180" y="1352"/>
                </a:lnTo>
                <a:lnTo>
                  <a:pt x="1179" y="1352"/>
                </a:lnTo>
                <a:lnTo>
                  <a:pt x="1179" y="1351"/>
                </a:lnTo>
                <a:lnTo>
                  <a:pt x="1179" y="1349"/>
                </a:lnTo>
                <a:lnTo>
                  <a:pt x="1179" y="1348"/>
                </a:lnTo>
                <a:lnTo>
                  <a:pt x="1180" y="1348"/>
                </a:lnTo>
                <a:lnTo>
                  <a:pt x="1180" y="1347"/>
                </a:lnTo>
                <a:lnTo>
                  <a:pt x="1179" y="1347"/>
                </a:lnTo>
                <a:lnTo>
                  <a:pt x="1179" y="1346"/>
                </a:lnTo>
                <a:lnTo>
                  <a:pt x="1179" y="1345"/>
                </a:lnTo>
                <a:lnTo>
                  <a:pt x="1178" y="1345"/>
                </a:lnTo>
                <a:lnTo>
                  <a:pt x="1178" y="1344"/>
                </a:lnTo>
                <a:lnTo>
                  <a:pt x="1179" y="1344"/>
                </a:lnTo>
                <a:lnTo>
                  <a:pt x="1178" y="1344"/>
                </a:lnTo>
                <a:lnTo>
                  <a:pt x="1179" y="1343"/>
                </a:lnTo>
                <a:lnTo>
                  <a:pt x="1178" y="1343"/>
                </a:lnTo>
                <a:lnTo>
                  <a:pt x="1178" y="1342"/>
                </a:lnTo>
                <a:lnTo>
                  <a:pt x="1178" y="1341"/>
                </a:lnTo>
                <a:lnTo>
                  <a:pt x="1177" y="1342"/>
                </a:lnTo>
                <a:lnTo>
                  <a:pt x="1177" y="1341"/>
                </a:lnTo>
                <a:lnTo>
                  <a:pt x="1176" y="1341"/>
                </a:lnTo>
                <a:lnTo>
                  <a:pt x="1175" y="1341"/>
                </a:lnTo>
                <a:lnTo>
                  <a:pt x="1175" y="1340"/>
                </a:lnTo>
                <a:lnTo>
                  <a:pt x="1175" y="1339"/>
                </a:lnTo>
                <a:lnTo>
                  <a:pt x="1176" y="1338"/>
                </a:lnTo>
                <a:lnTo>
                  <a:pt x="1176" y="1337"/>
                </a:lnTo>
                <a:lnTo>
                  <a:pt x="1176" y="1336"/>
                </a:lnTo>
                <a:lnTo>
                  <a:pt x="1176" y="1335"/>
                </a:lnTo>
                <a:lnTo>
                  <a:pt x="1176" y="1334"/>
                </a:lnTo>
                <a:lnTo>
                  <a:pt x="1177" y="1334"/>
                </a:lnTo>
                <a:lnTo>
                  <a:pt x="1176" y="1333"/>
                </a:lnTo>
                <a:lnTo>
                  <a:pt x="1177" y="1333"/>
                </a:lnTo>
                <a:lnTo>
                  <a:pt x="1177" y="1332"/>
                </a:lnTo>
                <a:lnTo>
                  <a:pt x="1177" y="1331"/>
                </a:lnTo>
                <a:lnTo>
                  <a:pt x="1177" y="1330"/>
                </a:lnTo>
                <a:lnTo>
                  <a:pt x="1176" y="1330"/>
                </a:lnTo>
                <a:lnTo>
                  <a:pt x="1176" y="1329"/>
                </a:lnTo>
                <a:lnTo>
                  <a:pt x="1177" y="1328"/>
                </a:lnTo>
                <a:lnTo>
                  <a:pt x="1176" y="1328"/>
                </a:lnTo>
                <a:lnTo>
                  <a:pt x="1176" y="1327"/>
                </a:lnTo>
                <a:lnTo>
                  <a:pt x="1175" y="1327"/>
                </a:lnTo>
                <a:lnTo>
                  <a:pt x="1175" y="1326"/>
                </a:lnTo>
                <a:lnTo>
                  <a:pt x="1174" y="1326"/>
                </a:lnTo>
                <a:lnTo>
                  <a:pt x="1173" y="1325"/>
                </a:lnTo>
                <a:lnTo>
                  <a:pt x="1173" y="1324"/>
                </a:lnTo>
                <a:lnTo>
                  <a:pt x="1172" y="1323"/>
                </a:lnTo>
                <a:lnTo>
                  <a:pt x="1172" y="1322"/>
                </a:lnTo>
                <a:lnTo>
                  <a:pt x="1171" y="1322"/>
                </a:lnTo>
                <a:lnTo>
                  <a:pt x="1171" y="1321"/>
                </a:lnTo>
                <a:lnTo>
                  <a:pt x="1170" y="1321"/>
                </a:lnTo>
                <a:lnTo>
                  <a:pt x="1169" y="1321"/>
                </a:lnTo>
                <a:lnTo>
                  <a:pt x="1169" y="1320"/>
                </a:lnTo>
                <a:lnTo>
                  <a:pt x="1169" y="1319"/>
                </a:lnTo>
                <a:lnTo>
                  <a:pt x="1169" y="1318"/>
                </a:lnTo>
                <a:lnTo>
                  <a:pt x="1168" y="1317"/>
                </a:lnTo>
                <a:lnTo>
                  <a:pt x="1167" y="1316"/>
                </a:lnTo>
                <a:lnTo>
                  <a:pt x="1166" y="1317"/>
                </a:lnTo>
                <a:lnTo>
                  <a:pt x="1165" y="1317"/>
                </a:lnTo>
                <a:lnTo>
                  <a:pt x="1164" y="1317"/>
                </a:lnTo>
                <a:lnTo>
                  <a:pt x="1164" y="1316"/>
                </a:lnTo>
                <a:lnTo>
                  <a:pt x="1163" y="1316"/>
                </a:lnTo>
                <a:lnTo>
                  <a:pt x="1162" y="1316"/>
                </a:lnTo>
                <a:lnTo>
                  <a:pt x="1161" y="1316"/>
                </a:lnTo>
                <a:lnTo>
                  <a:pt x="1160" y="1315"/>
                </a:lnTo>
                <a:lnTo>
                  <a:pt x="1159" y="1315"/>
                </a:lnTo>
                <a:lnTo>
                  <a:pt x="1158" y="1315"/>
                </a:lnTo>
                <a:lnTo>
                  <a:pt x="1158" y="1316"/>
                </a:lnTo>
                <a:lnTo>
                  <a:pt x="1157" y="1316"/>
                </a:lnTo>
                <a:lnTo>
                  <a:pt x="1156" y="1315"/>
                </a:lnTo>
                <a:lnTo>
                  <a:pt x="1156" y="1314"/>
                </a:lnTo>
                <a:lnTo>
                  <a:pt x="1156" y="1313"/>
                </a:lnTo>
                <a:lnTo>
                  <a:pt x="1155" y="1313"/>
                </a:lnTo>
                <a:lnTo>
                  <a:pt x="1155" y="1312"/>
                </a:lnTo>
                <a:lnTo>
                  <a:pt x="1154" y="1311"/>
                </a:lnTo>
                <a:lnTo>
                  <a:pt x="1154" y="1310"/>
                </a:lnTo>
                <a:lnTo>
                  <a:pt x="1153" y="1308"/>
                </a:lnTo>
                <a:lnTo>
                  <a:pt x="1152" y="1308"/>
                </a:lnTo>
                <a:lnTo>
                  <a:pt x="1152" y="1309"/>
                </a:lnTo>
                <a:lnTo>
                  <a:pt x="1151" y="1309"/>
                </a:lnTo>
                <a:lnTo>
                  <a:pt x="1151" y="1311"/>
                </a:lnTo>
                <a:lnTo>
                  <a:pt x="1150" y="1311"/>
                </a:lnTo>
                <a:lnTo>
                  <a:pt x="1149" y="1310"/>
                </a:lnTo>
                <a:lnTo>
                  <a:pt x="1148" y="1311"/>
                </a:lnTo>
                <a:lnTo>
                  <a:pt x="1148" y="1312"/>
                </a:lnTo>
                <a:lnTo>
                  <a:pt x="1147" y="1311"/>
                </a:lnTo>
                <a:lnTo>
                  <a:pt x="1146" y="1311"/>
                </a:lnTo>
                <a:lnTo>
                  <a:pt x="1146" y="1312"/>
                </a:lnTo>
                <a:lnTo>
                  <a:pt x="1145" y="1312"/>
                </a:lnTo>
                <a:lnTo>
                  <a:pt x="1144" y="1312"/>
                </a:lnTo>
                <a:lnTo>
                  <a:pt x="1144" y="1311"/>
                </a:lnTo>
                <a:lnTo>
                  <a:pt x="1143" y="1311"/>
                </a:lnTo>
                <a:lnTo>
                  <a:pt x="1142" y="1311"/>
                </a:lnTo>
                <a:lnTo>
                  <a:pt x="1142" y="1312"/>
                </a:lnTo>
                <a:lnTo>
                  <a:pt x="1142" y="1313"/>
                </a:lnTo>
                <a:lnTo>
                  <a:pt x="1141" y="1314"/>
                </a:lnTo>
                <a:lnTo>
                  <a:pt x="1141" y="1315"/>
                </a:lnTo>
                <a:lnTo>
                  <a:pt x="1141" y="1316"/>
                </a:lnTo>
                <a:lnTo>
                  <a:pt x="1140" y="1316"/>
                </a:lnTo>
                <a:lnTo>
                  <a:pt x="1140" y="1317"/>
                </a:lnTo>
                <a:lnTo>
                  <a:pt x="1140" y="1318"/>
                </a:lnTo>
                <a:lnTo>
                  <a:pt x="1139" y="1319"/>
                </a:lnTo>
                <a:lnTo>
                  <a:pt x="1138" y="1319"/>
                </a:lnTo>
                <a:lnTo>
                  <a:pt x="1138" y="1318"/>
                </a:lnTo>
                <a:lnTo>
                  <a:pt x="1137" y="1318"/>
                </a:lnTo>
                <a:lnTo>
                  <a:pt x="1136" y="1318"/>
                </a:lnTo>
                <a:lnTo>
                  <a:pt x="1136" y="1317"/>
                </a:lnTo>
                <a:lnTo>
                  <a:pt x="1135" y="1317"/>
                </a:lnTo>
                <a:lnTo>
                  <a:pt x="1135" y="1316"/>
                </a:lnTo>
                <a:lnTo>
                  <a:pt x="1134" y="1316"/>
                </a:lnTo>
                <a:lnTo>
                  <a:pt x="1134" y="1315"/>
                </a:lnTo>
                <a:lnTo>
                  <a:pt x="1133" y="1315"/>
                </a:lnTo>
                <a:lnTo>
                  <a:pt x="1132" y="1315"/>
                </a:lnTo>
                <a:lnTo>
                  <a:pt x="1132" y="1316"/>
                </a:lnTo>
                <a:lnTo>
                  <a:pt x="1131" y="1316"/>
                </a:lnTo>
                <a:lnTo>
                  <a:pt x="1130" y="1316"/>
                </a:lnTo>
                <a:lnTo>
                  <a:pt x="1129" y="1317"/>
                </a:lnTo>
                <a:lnTo>
                  <a:pt x="1130" y="1317"/>
                </a:lnTo>
                <a:lnTo>
                  <a:pt x="1130" y="1318"/>
                </a:lnTo>
                <a:lnTo>
                  <a:pt x="1129" y="1318"/>
                </a:lnTo>
                <a:lnTo>
                  <a:pt x="1129" y="1319"/>
                </a:lnTo>
                <a:lnTo>
                  <a:pt x="1128" y="1319"/>
                </a:lnTo>
                <a:lnTo>
                  <a:pt x="1128" y="1320"/>
                </a:lnTo>
                <a:lnTo>
                  <a:pt x="1128" y="1319"/>
                </a:lnTo>
                <a:lnTo>
                  <a:pt x="1127" y="1319"/>
                </a:lnTo>
                <a:lnTo>
                  <a:pt x="1127" y="1320"/>
                </a:lnTo>
                <a:lnTo>
                  <a:pt x="1126" y="1320"/>
                </a:lnTo>
                <a:lnTo>
                  <a:pt x="1125" y="1320"/>
                </a:lnTo>
                <a:lnTo>
                  <a:pt x="1124" y="1320"/>
                </a:lnTo>
                <a:lnTo>
                  <a:pt x="1123" y="1320"/>
                </a:lnTo>
                <a:lnTo>
                  <a:pt x="1123" y="1321"/>
                </a:lnTo>
                <a:lnTo>
                  <a:pt x="1122" y="1321"/>
                </a:lnTo>
                <a:lnTo>
                  <a:pt x="1121" y="1321"/>
                </a:lnTo>
                <a:lnTo>
                  <a:pt x="1121" y="1322"/>
                </a:lnTo>
                <a:lnTo>
                  <a:pt x="1121" y="1323"/>
                </a:lnTo>
                <a:lnTo>
                  <a:pt x="1120" y="1323"/>
                </a:lnTo>
                <a:lnTo>
                  <a:pt x="1119" y="1323"/>
                </a:lnTo>
                <a:lnTo>
                  <a:pt x="1119" y="1324"/>
                </a:lnTo>
                <a:lnTo>
                  <a:pt x="1118" y="1324"/>
                </a:lnTo>
                <a:lnTo>
                  <a:pt x="1117" y="1324"/>
                </a:lnTo>
                <a:lnTo>
                  <a:pt x="1117" y="1323"/>
                </a:lnTo>
                <a:lnTo>
                  <a:pt x="1116" y="1323"/>
                </a:lnTo>
                <a:lnTo>
                  <a:pt x="1116" y="1322"/>
                </a:lnTo>
                <a:lnTo>
                  <a:pt x="1116" y="1321"/>
                </a:lnTo>
                <a:lnTo>
                  <a:pt x="1115" y="1321"/>
                </a:lnTo>
                <a:lnTo>
                  <a:pt x="1114" y="1321"/>
                </a:lnTo>
                <a:lnTo>
                  <a:pt x="1112" y="1321"/>
                </a:lnTo>
                <a:lnTo>
                  <a:pt x="1111" y="1321"/>
                </a:lnTo>
                <a:lnTo>
                  <a:pt x="1111" y="1322"/>
                </a:lnTo>
                <a:lnTo>
                  <a:pt x="1110" y="1322"/>
                </a:lnTo>
                <a:lnTo>
                  <a:pt x="1110" y="1323"/>
                </a:lnTo>
                <a:lnTo>
                  <a:pt x="1109" y="1323"/>
                </a:lnTo>
                <a:lnTo>
                  <a:pt x="1109" y="1322"/>
                </a:lnTo>
                <a:lnTo>
                  <a:pt x="1108" y="1322"/>
                </a:lnTo>
                <a:lnTo>
                  <a:pt x="1108" y="1323"/>
                </a:lnTo>
                <a:lnTo>
                  <a:pt x="1107" y="1323"/>
                </a:lnTo>
                <a:lnTo>
                  <a:pt x="1106" y="1323"/>
                </a:lnTo>
                <a:lnTo>
                  <a:pt x="1105" y="1323"/>
                </a:lnTo>
                <a:lnTo>
                  <a:pt x="1104" y="1323"/>
                </a:lnTo>
                <a:lnTo>
                  <a:pt x="1103" y="1323"/>
                </a:lnTo>
                <a:lnTo>
                  <a:pt x="1103" y="1324"/>
                </a:lnTo>
                <a:lnTo>
                  <a:pt x="1102" y="1324"/>
                </a:lnTo>
                <a:lnTo>
                  <a:pt x="1102" y="1325"/>
                </a:lnTo>
                <a:lnTo>
                  <a:pt x="1101" y="1324"/>
                </a:lnTo>
                <a:lnTo>
                  <a:pt x="1100" y="1324"/>
                </a:lnTo>
                <a:lnTo>
                  <a:pt x="1100" y="1325"/>
                </a:lnTo>
                <a:lnTo>
                  <a:pt x="1099" y="1325"/>
                </a:lnTo>
                <a:lnTo>
                  <a:pt x="1099" y="1326"/>
                </a:lnTo>
                <a:lnTo>
                  <a:pt x="1098" y="1326"/>
                </a:lnTo>
                <a:lnTo>
                  <a:pt x="1098" y="1325"/>
                </a:lnTo>
                <a:lnTo>
                  <a:pt x="1098" y="1324"/>
                </a:lnTo>
                <a:lnTo>
                  <a:pt x="1098" y="1323"/>
                </a:lnTo>
                <a:lnTo>
                  <a:pt x="1098" y="1322"/>
                </a:lnTo>
                <a:lnTo>
                  <a:pt x="1098" y="1321"/>
                </a:lnTo>
                <a:lnTo>
                  <a:pt x="1097" y="1321"/>
                </a:lnTo>
                <a:lnTo>
                  <a:pt x="1097" y="1322"/>
                </a:lnTo>
                <a:lnTo>
                  <a:pt x="1096" y="1323"/>
                </a:lnTo>
                <a:lnTo>
                  <a:pt x="1095" y="1323"/>
                </a:lnTo>
                <a:lnTo>
                  <a:pt x="1095" y="1322"/>
                </a:lnTo>
                <a:lnTo>
                  <a:pt x="1094" y="1322"/>
                </a:lnTo>
                <a:lnTo>
                  <a:pt x="1093" y="1323"/>
                </a:lnTo>
                <a:lnTo>
                  <a:pt x="1093" y="1324"/>
                </a:lnTo>
                <a:lnTo>
                  <a:pt x="1092" y="1324"/>
                </a:lnTo>
                <a:lnTo>
                  <a:pt x="1091" y="1324"/>
                </a:lnTo>
                <a:lnTo>
                  <a:pt x="1090" y="1324"/>
                </a:lnTo>
                <a:lnTo>
                  <a:pt x="1089" y="1323"/>
                </a:lnTo>
                <a:lnTo>
                  <a:pt x="1088" y="1323"/>
                </a:lnTo>
                <a:lnTo>
                  <a:pt x="1088" y="1322"/>
                </a:lnTo>
                <a:lnTo>
                  <a:pt x="1087" y="1322"/>
                </a:lnTo>
                <a:lnTo>
                  <a:pt x="1087" y="1321"/>
                </a:lnTo>
                <a:lnTo>
                  <a:pt x="1086" y="1321"/>
                </a:lnTo>
                <a:lnTo>
                  <a:pt x="1085" y="1321"/>
                </a:lnTo>
                <a:lnTo>
                  <a:pt x="1085" y="1320"/>
                </a:lnTo>
                <a:lnTo>
                  <a:pt x="1085" y="1321"/>
                </a:lnTo>
                <a:lnTo>
                  <a:pt x="1084" y="1321"/>
                </a:lnTo>
                <a:lnTo>
                  <a:pt x="1084" y="1322"/>
                </a:lnTo>
                <a:lnTo>
                  <a:pt x="1083" y="1322"/>
                </a:lnTo>
                <a:lnTo>
                  <a:pt x="1083" y="1323"/>
                </a:lnTo>
                <a:lnTo>
                  <a:pt x="1083" y="1324"/>
                </a:lnTo>
                <a:lnTo>
                  <a:pt x="1082" y="1325"/>
                </a:lnTo>
                <a:lnTo>
                  <a:pt x="1082" y="1326"/>
                </a:lnTo>
                <a:lnTo>
                  <a:pt x="1081" y="1326"/>
                </a:lnTo>
                <a:lnTo>
                  <a:pt x="1080" y="1326"/>
                </a:lnTo>
                <a:lnTo>
                  <a:pt x="1080" y="1327"/>
                </a:lnTo>
                <a:lnTo>
                  <a:pt x="1081" y="1327"/>
                </a:lnTo>
                <a:lnTo>
                  <a:pt x="1081" y="1328"/>
                </a:lnTo>
                <a:lnTo>
                  <a:pt x="1081" y="1329"/>
                </a:lnTo>
                <a:lnTo>
                  <a:pt x="1081" y="1330"/>
                </a:lnTo>
                <a:lnTo>
                  <a:pt x="1082" y="1330"/>
                </a:lnTo>
                <a:lnTo>
                  <a:pt x="1082" y="1331"/>
                </a:lnTo>
                <a:lnTo>
                  <a:pt x="1082" y="1332"/>
                </a:lnTo>
                <a:lnTo>
                  <a:pt x="1081" y="1332"/>
                </a:lnTo>
                <a:lnTo>
                  <a:pt x="1080" y="1332"/>
                </a:lnTo>
                <a:lnTo>
                  <a:pt x="1080" y="1333"/>
                </a:lnTo>
                <a:lnTo>
                  <a:pt x="1079" y="1333"/>
                </a:lnTo>
                <a:lnTo>
                  <a:pt x="1079" y="1334"/>
                </a:lnTo>
                <a:lnTo>
                  <a:pt x="1077" y="1334"/>
                </a:lnTo>
                <a:lnTo>
                  <a:pt x="1076" y="1334"/>
                </a:lnTo>
                <a:lnTo>
                  <a:pt x="1076" y="1333"/>
                </a:lnTo>
                <a:lnTo>
                  <a:pt x="1076" y="1331"/>
                </a:lnTo>
                <a:lnTo>
                  <a:pt x="1076" y="1330"/>
                </a:lnTo>
                <a:lnTo>
                  <a:pt x="1075" y="1330"/>
                </a:lnTo>
                <a:lnTo>
                  <a:pt x="1075" y="1329"/>
                </a:lnTo>
                <a:lnTo>
                  <a:pt x="1076" y="1329"/>
                </a:lnTo>
                <a:lnTo>
                  <a:pt x="1075" y="1329"/>
                </a:lnTo>
                <a:lnTo>
                  <a:pt x="1074" y="1329"/>
                </a:lnTo>
                <a:lnTo>
                  <a:pt x="1073" y="1329"/>
                </a:lnTo>
                <a:lnTo>
                  <a:pt x="1073" y="1330"/>
                </a:lnTo>
                <a:lnTo>
                  <a:pt x="1072" y="1330"/>
                </a:lnTo>
                <a:lnTo>
                  <a:pt x="1072" y="1329"/>
                </a:lnTo>
                <a:lnTo>
                  <a:pt x="1072" y="1328"/>
                </a:lnTo>
                <a:lnTo>
                  <a:pt x="1071" y="1328"/>
                </a:lnTo>
                <a:lnTo>
                  <a:pt x="1070" y="1328"/>
                </a:lnTo>
                <a:lnTo>
                  <a:pt x="1070" y="1327"/>
                </a:lnTo>
                <a:lnTo>
                  <a:pt x="1069" y="1327"/>
                </a:lnTo>
                <a:lnTo>
                  <a:pt x="1069" y="1326"/>
                </a:lnTo>
                <a:lnTo>
                  <a:pt x="1068" y="1326"/>
                </a:lnTo>
                <a:lnTo>
                  <a:pt x="1068" y="1327"/>
                </a:lnTo>
                <a:lnTo>
                  <a:pt x="1067" y="1327"/>
                </a:lnTo>
                <a:lnTo>
                  <a:pt x="1066" y="1327"/>
                </a:lnTo>
                <a:lnTo>
                  <a:pt x="1065" y="1327"/>
                </a:lnTo>
                <a:lnTo>
                  <a:pt x="1064" y="1327"/>
                </a:lnTo>
                <a:lnTo>
                  <a:pt x="1063" y="1328"/>
                </a:lnTo>
                <a:lnTo>
                  <a:pt x="1062" y="1328"/>
                </a:lnTo>
                <a:lnTo>
                  <a:pt x="1061" y="1328"/>
                </a:lnTo>
                <a:lnTo>
                  <a:pt x="1061" y="1327"/>
                </a:lnTo>
                <a:lnTo>
                  <a:pt x="1060" y="1327"/>
                </a:lnTo>
                <a:lnTo>
                  <a:pt x="1060" y="1326"/>
                </a:lnTo>
                <a:lnTo>
                  <a:pt x="1060" y="1325"/>
                </a:lnTo>
                <a:lnTo>
                  <a:pt x="1059" y="1325"/>
                </a:lnTo>
                <a:lnTo>
                  <a:pt x="1059" y="1324"/>
                </a:lnTo>
                <a:lnTo>
                  <a:pt x="1058" y="1324"/>
                </a:lnTo>
                <a:lnTo>
                  <a:pt x="1057" y="1324"/>
                </a:lnTo>
                <a:lnTo>
                  <a:pt x="1057" y="1323"/>
                </a:lnTo>
                <a:lnTo>
                  <a:pt x="1056" y="1323"/>
                </a:lnTo>
                <a:lnTo>
                  <a:pt x="1056" y="1322"/>
                </a:lnTo>
                <a:lnTo>
                  <a:pt x="1054" y="1322"/>
                </a:lnTo>
                <a:lnTo>
                  <a:pt x="1053" y="1322"/>
                </a:lnTo>
                <a:lnTo>
                  <a:pt x="1052" y="1322"/>
                </a:lnTo>
                <a:lnTo>
                  <a:pt x="1052" y="1323"/>
                </a:lnTo>
                <a:lnTo>
                  <a:pt x="1050" y="1323"/>
                </a:lnTo>
                <a:lnTo>
                  <a:pt x="1050" y="1322"/>
                </a:lnTo>
                <a:lnTo>
                  <a:pt x="1049" y="1322"/>
                </a:lnTo>
                <a:lnTo>
                  <a:pt x="1048" y="1322"/>
                </a:lnTo>
                <a:lnTo>
                  <a:pt x="1047" y="1322"/>
                </a:lnTo>
                <a:lnTo>
                  <a:pt x="1047" y="1321"/>
                </a:lnTo>
                <a:lnTo>
                  <a:pt x="1047" y="1320"/>
                </a:lnTo>
                <a:lnTo>
                  <a:pt x="1047" y="1319"/>
                </a:lnTo>
                <a:lnTo>
                  <a:pt x="1046" y="1319"/>
                </a:lnTo>
                <a:lnTo>
                  <a:pt x="1047" y="1319"/>
                </a:lnTo>
                <a:lnTo>
                  <a:pt x="1047" y="1318"/>
                </a:lnTo>
                <a:lnTo>
                  <a:pt x="1047" y="1316"/>
                </a:lnTo>
                <a:lnTo>
                  <a:pt x="1046" y="1316"/>
                </a:lnTo>
                <a:lnTo>
                  <a:pt x="1045" y="1315"/>
                </a:lnTo>
                <a:lnTo>
                  <a:pt x="1044" y="1315"/>
                </a:lnTo>
                <a:lnTo>
                  <a:pt x="1044" y="1316"/>
                </a:lnTo>
                <a:lnTo>
                  <a:pt x="1043" y="1316"/>
                </a:lnTo>
                <a:lnTo>
                  <a:pt x="1043" y="1317"/>
                </a:lnTo>
                <a:lnTo>
                  <a:pt x="1043" y="1318"/>
                </a:lnTo>
                <a:lnTo>
                  <a:pt x="1043" y="1319"/>
                </a:lnTo>
                <a:lnTo>
                  <a:pt x="1042" y="1319"/>
                </a:lnTo>
                <a:lnTo>
                  <a:pt x="1042" y="1320"/>
                </a:lnTo>
                <a:lnTo>
                  <a:pt x="1042" y="1319"/>
                </a:lnTo>
                <a:lnTo>
                  <a:pt x="1041" y="1319"/>
                </a:lnTo>
                <a:lnTo>
                  <a:pt x="1040" y="1319"/>
                </a:lnTo>
                <a:lnTo>
                  <a:pt x="1040" y="1320"/>
                </a:lnTo>
                <a:lnTo>
                  <a:pt x="1039" y="1320"/>
                </a:lnTo>
                <a:lnTo>
                  <a:pt x="1039" y="1321"/>
                </a:lnTo>
                <a:lnTo>
                  <a:pt x="1038" y="1321"/>
                </a:lnTo>
                <a:lnTo>
                  <a:pt x="1037" y="1321"/>
                </a:lnTo>
                <a:lnTo>
                  <a:pt x="1037" y="1322"/>
                </a:lnTo>
                <a:lnTo>
                  <a:pt x="1036" y="1322"/>
                </a:lnTo>
                <a:lnTo>
                  <a:pt x="1036" y="1323"/>
                </a:lnTo>
                <a:lnTo>
                  <a:pt x="1035" y="1323"/>
                </a:lnTo>
                <a:lnTo>
                  <a:pt x="1035" y="1324"/>
                </a:lnTo>
                <a:lnTo>
                  <a:pt x="1035" y="1325"/>
                </a:lnTo>
                <a:lnTo>
                  <a:pt x="1035" y="1326"/>
                </a:lnTo>
                <a:lnTo>
                  <a:pt x="1035" y="1327"/>
                </a:lnTo>
                <a:lnTo>
                  <a:pt x="1034" y="1327"/>
                </a:lnTo>
                <a:lnTo>
                  <a:pt x="1033" y="1327"/>
                </a:lnTo>
                <a:lnTo>
                  <a:pt x="1033" y="1328"/>
                </a:lnTo>
                <a:lnTo>
                  <a:pt x="1032" y="1328"/>
                </a:lnTo>
                <a:lnTo>
                  <a:pt x="1032" y="1329"/>
                </a:lnTo>
                <a:lnTo>
                  <a:pt x="1031" y="1329"/>
                </a:lnTo>
                <a:lnTo>
                  <a:pt x="1031" y="1330"/>
                </a:lnTo>
                <a:lnTo>
                  <a:pt x="1030" y="1331"/>
                </a:lnTo>
                <a:lnTo>
                  <a:pt x="1030" y="1330"/>
                </a:lnTo>
                <a:lnTo>
                  <a:pt x="1029" y="1330"/>
                </a:lnTo>
                <a:lnTo>
                  <a:pt x="1029" y="1331"/>
                </a:lnTo>
                <a:lnTo>
                  <a:pt x="1029" y="1332"/>
                </a:lnTo>
                <a:lnTo>
                  <a:pt x="1028" y="1332"/>
                </a:lnTo>
                <a:lnTo>
                  <a:pt x="1028" y="1333"/>
                </a:lnTo>
                <a:lnTo>
                  <a:pt x="1028" y="1334"/>
                </a:lnTo>
                <a:lnTo>
                  <a:pt x="1027" y="1334"/>
                </a:lnTo>
                <a:lnTo>
                  <a:pt x="1026" y="1334"/>
                </a:lnTo>
                <a:lnTo>
                  <a:pt x="1025" y="1334"/>
                </a:lnTo>
                <a:lnTo>
                  <a:pt x="1025" y="1333"/>
                </a:lnTo>
                <a:lnTo>
                  <a:pt x="1024" y="1333"/>
                </a:lnTo>
                <a:lnTo>
                  <a:pt x="1023" y="1333"/>
                </a:lnTo>
                <a:lnTo>
                  <a:pt x="1022" y="1333"/>
                </a:lnTo>
                <a:lnTo>
                  <a:pt x="1021" y="1333"/>
                </a:lnTo>
                <a:lnTo>
                  <a:pt x="1021" y="1332"/>
                </a:lnTo>
                <a:lnTo>
                  <a:pt x="1021" y="1333"/>
                </a:lnTo>
                <a:lnTo>
                  <a:pt x="1020" y="1333"/>
                </a:lnTo>
                <a:lnTo>
                  <a:pt x="1019" y="1333"/>
                </a:lnTo>
                <a:lnTo>
                  <a:pt x="1018" y="1333"/>
                </a:lnTo>
                <a:lnTo>
                  <a:pt x="1018" y="1332"/>
                </a:lnTo>
                <a:lnTo>
                  <a:pt x="1019" y="1332"/>
                </a:lnTo>
                <a:lnTo>
                  <a:pt x="1018" y="1332"/>
                </a:lnTo>
                <a:lnTo>
                  <a:pt x="1018" y="1331"/>
                </a:lnTo>
                <a:lnTo>
                  <a:pt x="1019" y="1331"/>
                </a:lnTo>
                <a:lnTo>
                  <a:pt x="1018" y="1330"/>
                </a:lnTo>
                <a:lnTo>
                  <a:pt x="1019" y="1330"/>
                </a:lnTo>
                <a:lnTo>
                  <a:pt x="1020" y="1330"/>
                </a:lnTo>
                <a:lnTo>
                  <a:pt x="1020" y="1329"/>
                </a:lnTo>
                <a:lnTo>
                  <a:pt x="1019" y="1329"/>
                </a:lnTo>
                <a:lnTo>
                  <a:pt x="1019" y="1328"/>
                </a:lnTo>
                <a:lnTo>
                  <a:pt x="1018" y="1328"/>
                </a:lnTo>
                <a:lnTo>
                  <a:pt x="1017" y="1328"/>
                </a:lnTo>
                <a:lnTo>
                  <a:pt x="1016" y="1328"/>
                </a:lnTo>
                <a:lnTo>
                  <a:pt x="1015" y="1328"/>
                </a:lnTo>
                <a:lnTo>
                  <a:pt x="1015" y="1329"/>
                </a:lnTo>
                <a:lnTo>
                  <a:pt x="1014" y="1329"/>
                </a:lnTo>
                <a:lnTo>
                  <a:pt x="1014" y="1330"/>
                </a:lnTo>
                <a:lnTo>
                  <a:pt x="1014" y="1329"/>
                </a:lnTo>
                <a:lnTo>
                  <a:pt x="1014" y="1330"/>
                </a:lnTo>
                <a:lnTo>
                  <a:pt x="1013" y="1330"/>
                </a:lnTo>
                <a:lnTo>
                  <a:pt x="1012" y="1330"/>
                </a:lnTo>
                <a:lnTo>
                  <a:pt x="1012" y="1331"/>
                </a:lnTo>
                <a:lnTo>
                  <a:pt x="1011" y="1331"/>
                </a:lnTo>
                <a:lnTo>
                  <a:pt x="1011" y="1330"/>
                </a:lnTo>
                <a:lnTo>
                  <a:pt x="1011" y="1329"/>
                </a:lnTo>
                <a:lnTo>
                  <a:pt x="1010" y="1329"/>
                </a:lnTo>
                <a:lnTo>
                  <a:pt x="1009" y="1329"/>
                </a:lnTo>
                <a:lnTo>
                  <a:pt x="1009" y="1328"/>
                </a:lnTo>
                <a:lnTo>
                  <a:pt x="1009" y="1327"/>
                </a:lnTo>
                <a:lnTo>
                  <a:pt x="1009" y="1326"/>
                </a:lnTo>
                <a:lnTo>
                  <a:pt x="1009" y="1324"/>
                </a:lnTo>
                <a:lnTo>
                  <a:pt x="1009" y="1323"/>
                </a:lnTo>
                <a:lnTo>
                  <a:pt x="1008" y="1323"/>
                </a:lnTo>
                <a:lnTo>
                  <a:pt x="1008" y="1322"/>
                </a:lnTo>
                <a:lnTo>
                  <a:pt x="1008" y="1323"/>
                </a:lnTo>
                <a:lnTo>
                  <a:pt x="1008" y="1322"/>
                </a:lnTo>
                <a:lnTo>
                  <a:pt x="1007" y="1322"/>
                </a:lnTo>
                <a:lnTo>
                  <a:pt x="1007" y="1321"/>
                </a:lnTo>
                <a:lnTo>
                  <a:pt x="1005" y="1321"/>
                </a:lnTo>
                <a:lnTo>
                  <a:pt x="1005" y="1322"/>
                </a:lnTo>
                <a:lnTo>
                  <a:pt x="1005" y="1323"/>
                </a:lnTo>
                <a:lnTo>
                  <a:pt x="1004" y="1323"/>
                </a:lnTo>
                <a:lnTo>
                  <a:pt x="1004" y="1324"/>
                </a:lnTo>
                <a:lnTo>
                  <a:pt x="1003" y="1324"/>
                </a:lnTo>
                <a:lnTo>
                  <a:pt x="1002" y="1324"/>
                </a:lnTo>
                <a:lnTo>
                  <a:pt x="1001" y="1324"/>
                </a:lnTo>
                <a:lnTo>
                  <a:pt x="1000" y="1324"/>
                </a:lnTo>
                <a:lnTo>
                  <a:pt x="1000" y="1323"/>
                </a:lnTo>
                <a:lnTo>
                  <a:pt x="999" y="1323"/>
                </a:lnTo>
                <a:lnTo>
                  <a:pt x="998" y="1323"/>
                </a:lnTo>
                <a:lnTo>
                  <a:pt x="997" y="1323"/>
                </a:lnTo>
                <a:lnTo>
                  <a:pt x="996" y="1323"/>
                </a:lnTo>
                <a:lnTo>
                  <a:pt x="995" y="1323"/>
                </a:lnTo>
                <a:lnTo>
                  <a:pt x="994" y="1324"/>
                </a:lnTo>
                <a:lnTo>
                  <a:pt x="993" y="1324"/>
                </a:lnTo>
                <a:lnTo>
                  <a:pt x="993" y="1325"/>
                </a:lnTo>
                <a:lnTo>
                  <a:pt x="992" y="1325"/>
                </a:lnTo>
                <a:lnTo>
                  <a:pt x="991" y="1325"/>
                </a:lnTo>
                <a:lnTo>
                  <a:pt x="990" y="1325"/>
                </a:lnTo>
                <a:lnTo>
                  <a:pt x="989" y="1325"/>
                </a:lnTo>
                <a:lnTo>
                  <a:pt x="989" y="1324"/>
                </a:lnTo>
                <a:lnTo>
                  <a:pt x="988" y="1324"/>
                </a:lnTo>
                <a:lnTo>
                  <a:pt x="987" y="1323"/>
                </a:lnTo>
                <a:lnTo>
                  <a:pt x="986" y="1323"/>
                </a:lnTo>
                <a:lnTo>
                  <a:pt x="985" y="1323"/>
                </a:lnTo>
                <a:lnTo>
                  <a:pt x="985" y="1322"/>
                </a:lnTo>
                <a:lnTo>
                  <a:pt x="986" y="1322"/>
                </a:lnTo>
                <a:lnTo>
                  <a:pt x="987" y="1322"/>
                </a:lnTo>
                <a:lnTo>
                  <a:pt x="988" y="1322"/>
                </a:lnTo>
                <a:lnTo>
                  <a:pt x="989" y="1322"/>
                </a:lnTo>
                <a:lnTo>
                  <a:pt x="989" y="1321"/>
                </a:lnTo>
                <a:lnTo>
                  <a:pt x="989" y="1320"/>
                </a:lnTo>
                <a:lnTo>
                  <a:pt x="988" y="1320"/>
                </a:lnTo>
                <a:lnTo>
                  <a:pt x="989" y="1320"/>
                </a:lnTo>
                <a:lnTo>
                  <a:pt x="989" y="1319"/>
                </a:lnTo>
                <a:lnTo>
                  <a:pt x="988" y="1319"/>
                </a:lnTo>
                <a:lnTo>
                  <a:pt x="987" y="1319"/>
                </a:lnTo>
                <a:lnTo>
                  <a:pt x="986" y="1319"/>
                </a:lnTo>
                <a:lnTo>
                  <a:pt x="986" y="1320"/>
                </a:lnTo>
                <a:lnTo>
                  <a:pt x="985" y="1320"/>
                </a:lnTo>
                <a:lnTo>
                  <a:pt x="984" y="1320"/>
                </a:lnTo>
                <a:lnTo>
                  <a:pt x="983" y="1320"/>
                </a:lnTo>
                <a:lnTo>
                  <a:pt x="982" y="1320"/>
                </a:lnTo>
                <a:lnTo>
                  <a:pt x="981" y="1320"/>
                </a:lnTo>
                <a:lnTo>
                  <a:pt x="981" y="1321"/>
                </a:lnTo>
                <a:lnTo>
                  <a:pt x="980" y="1321"/>
                </a:lnTo>
                <a:lnTo>
                  <a:pt x="980" y="1322"/>
                </a:lnTo>
                <a:lnTo>
                  <a:pt x="979" y="1322"/>
                </a:lnTo>
                <a:lnTo>
                  <a:pt x="979" y="1323"/>
                </a:lnTo>
                <a:lnTo>
                  <a:pt x="979" y="1322"/>
                </a:lnTo>
                <a:lnTo>
                  <a:pt x="978" y="1323"/>
                </a:lnTo>
                <a:lnTo>
                  <a:pt x="978" y="1322"/>
                </a:lnTo>
                <a:lnTo>
                  <a:pt x="977" y="1322"/>
                </a:lnTo>
                <a:lnTo>
                  <a:pt x="976" y="1322"/>
                </a:lnTo>
                <a:lnTo>
                  <a:pt x="975" y="1322"/>
                </a:lnTo>
                <a:lnTo>
                  <a:pt x="974" y="1322"/>
                </a:lnTo>
                <a:lnTo>
                  <a:pt x="973" y="1322"/>
                </a:lnTo>
                <a:lnTo>
                  <a:pt x="973" y="1321"/>
                </a:lnTo>
                <a:lnTo>
                  <a:pt x="972" y="1321"/>
                </a:lnTo>
                <a:lnTo>
                  <a:pt x="972" y="1320"/>
                </a:lnTo>
                <a:lnTo>
                  <a:pt x="972" y="1319"/>
                </a:lnTo>
                <a:lnTo>
                  <a:pt x="971" y="1319"/>
                </a:lnTo>
                <a:lnTo>
                  <a:pt x="971" y="1318"/>
                </a:lnTo>
                <a:lnTo>
                  <a:pt x="970" y="1318"/>
                </a:lnTo>
                <a:lnTo>
                  <a:pt x="969" y="1318"/>
                </a:lnTo>
                <a:lnTo>
                  <a:pt x="968" y="1318"/>
                </a:lnTo>
                <a:lnTo>
                  <a:pt x="968" y="1317"/>
                </a:lnTo>
                <a:lnTo>
                  <a:pt x="967" y="1317"/>
                </a:lnTo>
                <a:lnTo>
                  <a:pt x="966" y="1317"/>
                </a:lnTo>
                <a:lnTo>
                  <a:pt x="966" y="1318"/>
                </a:lnTo>
                <a:lnTo>
                  <a:pt x="965" y="1318"/>
                </a:lnTo>
                <a:lnTo>
                  <a:pt x="964" y="1318"/>
                </a:lnTo>
                <a:lnTo>
                  <a:pt x="963" y="1318"/>
                </a:lnTo>
                <a:lnTo>
                  <a:pt x="963" y="1319"/>
                </a:lnTo>
                <a:lnTo>
                  <a:pt x="962" y="1319"/>
                </a:lnTo>
                <a:lnTo>
                  <a:pt x="962" y="1320"/>
                </a:lnTo>
                <a:lnTo>
                  <a:pt x="961" y="1320"/>
                </a:lnTo>
                <a:lnTo>
                  <a:pt x="961" y="1321"/>
                </a:lnTo>
                <a:lnTo>
                  <a:pt x="961" y="1320"/>
                </a:lnTo>
                <a:lnTo>
                  <a:pt x="960" y="1320"/>
                </a:lnTo>
                <a:lnTo>
                  <a:pt x="959" y="1320"/>
                </a:lnTo>
                <a:lnTo>
                  <a:pt x="958" y="1320"/>
                </a:lnTo>
                <a:lnTo>
                  <a:pt x="957" y="1320"/>
                </a:lnTo>
                <a:lnTo>
                  <a:pt x="956" y="1320"/>
                </a:lnTo>
                <a:lnTo>
                  <a:pt x="956" y="1319"/>
                </a:lnTo>
                <a:lnTo>
                  <a:pt x="954" y="1319"/>
                </a:lnTo>
                <a:lnTo>
                  <a:pt x="953" y="1319"/>
                </a:lnTo>
                <a:lnTo>
                  <a:pt x="953" y="1318"/>
                </a:lnTo>
                <a:lnTo>
                  <a:pt x="952" y="1318"/>
                </a:lnTo>
                <a:lnTo>
                  <a:pt x="952" y="1317"/>
                </a:lnTo>
                <a:lnTo>
                  <a:pt x="951" y="1317"/>
                </a:lnTo>
                <a:lnTo>
                  <a:pt x="951" y="1316"/>
                </a:lnTo>
                <a:lnTo>
                  <a:pt x="950" y="1316"/>
                </a:lnTo>
                <a:lnTo>
                  <a:pt x="949" y="1316"/>
                </a:lnTo>
                <a:lnTo>
                  <a:pt x="949" y="1315"/>
                </a:lnTo>
                <a:lnTo>
                  <a:pt x="948" y="1315"/>
                </a:lnTo>
                <a:lnTo>
                  <a:pt x="947" y="1315"/>
                </a:lnTo>
                <a:lnTo>
                  <a:pt x="947" y="1314"/>
                </a:lnTo>
                <a:lnTo>
                  <a:pt x="947" y="1313"/>
                </a:lnTo>
                <a:lnTo>
                  <a:pt x="947" y="1312"/>
                </a:lnTo>
                <a:lnTo>
                  <a:pt x="947" y="1311"/>
                </a:lnTo>
                <a:lnTo>
                  <a:pt x="947" y="1310"/>
                </a:lnTo>
                <a:lnTo>
                  <a:pt x="947" y="1309"/>
                </a:lnTo>
                <a:lnTo>
                  <a:pt x="946" y="1309"/>
                </a:lnTo>
                <a:lnTo>
                  <a:pt x="946" y="1308"/>
                </a:lnTo>
                <a:lnTo>
                  <a:pt x="945" y="1308"/>
                </a:lnTo>
                <a:lnTo>
                  <a:pt x="945" y="1307"/>
                </a:lnTo>
                <a:lnTo>
                  <a:pt x="945" y="1306"/>
                </a:lnTo>
                <a:lnTo>
                  <a:pt x="945" y="1305"/>
                </a:lnTo>
                <a:lnTo>
                  <a:pt x="944" y="1305"/>
                </a:lnTo>
                <a:lnTo>
                  <a:pt x="944" y="1304"/>
                </a:lnTo>
                <a:lnTo>
                  <a:pt x="944" y="1303"/>
                </a:lnTo>
                <a:lnTo>
                  <a:pt x="945" y="1303"/>
                </a:lnTo>
                <a:lnTo>
                  <a:pt x="944" y="1303"/>
                </a:lnTo>
                <a:lnTo>
                  <a:pt x="944" y="1302"/>
                </a:lnTo>
                <a:lnTo>
                  <a:pt x="943" y="1302"/>
                </a:lnTo>
                <a:lnTo>
                  <a:pt x="943" y="1301"/>
                </a:lnTo>
                <a:lnTo>
                  <a:pt x="942" y="1301"/>
                </a:lnTo>
                <a:lnTo>
                  <a:pt x="942" y="1300"/>
                </a:lnTo>
                <a:lnTo>
                  <a:pt x="942" y="1299"/>
                </a:lnTo>
                <a:lnTo>
                  <a:pt x="941" y="1299"/>
                </a:lnTo>
                <a:lnTo>
                  <a:pt x="941" y="1298"/>
                </a:lnTo>
                <a:lnTo>
                  <a:pt x="941" y="1297"/>
                </a:lnTo>
                <a:lnTo>
                  <a:pt x="940" y="1297"/>
                </a:lnTo>
                <a:lnTo>
                  <a:pt x="940" y="1296"/>
                </a:lnTo>
                <a:lnTo>
                  <a:pt x="940" y="1297"/>
                </a:lnTo>
                <a:lnTo>
                  <a:pt x="939" y="1297"/>
                </a:lnTo>
                <a:lnTo>
                  <a:pt x="939" y="1296"/>
                </a:lnTo>
                <a:lnTo>
                  <a:pt x="938" y="1296"/>
                </a:lnTo>
                <a:lnTo>
                  <a:pt x="938" y="1295"/>
                </a:lnTo>
                <a:lnTo>
                  <a:pt x="937" y="1295"/>
                </a:lnTo>
                <a:lnTo>
                  <a:pt x="936" y="1295"/>
                </a:lnTo>
                <a:lnTo>
                  <a:pt x="935" y="1295"/>
                </a:lnTo>
                <a:lnTo>
                  <a:pt x="934" y="1295"/>
                </a:lnTo>
                <a:lnTo>
                  <a:pt x="933" y="1295"/>
                </a:lnTo>
                <a:lnTo>
                  <a:pt x="932" y="1295"/>
                </a:lnTo>
                <a:lnTo>
                  <a:pt x="932" y="1294"/>
                </a:lnTo>
                <a:lnTo>
                  <a:pt x="931" y="1294"/>
                </a:lnTo>
                <a:lnTo>
                  <a:pt x="930" y="1294"/>
                </a:lnTo>
                <a:lnTo>
                  <a:pt x="929" y="1294"/>
                </a:lnTo>
                <a:lnTo>
                  <a:pt x="929" y="1293"/>
                </a:lnTo>
                <a:lnTo>
                  <a:pt x="928" y="1293"/>
                </a:lnTo>
                <a:lnTo>
                  <a:pt x="927" y="1293"/>
                </a:lnTo>
                <a:lnTo>
                  <a:pt x="927" y="1292"/>
                </a:lnTo>
                <a:lnTo>
                  <a:pt x="927" y="1291"/>
                </a:lnTo>
                <a:lnTo>
                  <a:pt x="927" y="1290"/>
                </a:lnTo>
                <a:lnTo>
                  <a:pt x="927" y="1289"/>
                </a:lnTo>
                <a:lnTo>
                  <a:pt x="927" y="1288"/>
                </a:lnTo>
                <a:lnTo>
                  <a:pt x="926" y="1288"/>
                </a:lnTo>
                <a:lnTo>
                  <a:pt x="925" y="1288"/>
                </a:lnTo>
                <a:lnTo>
                  <a:pt x="925" y="1287"/>
                </a:lnTo>
                <a:lnTo>
                  <a:pt x="924" y="1287"/>
                </a:lnTo>
                <a:lnTo>
                  <a:pt x="923" y="1287"/>
                </a:lnTo>
                <a:lnTo>
                  <a:pt x="923" y="1286"/>
                </a:lnTo>
                <a:lnTo>
                  <a:pt x="922" y="1286"/>
                </a:lnTo>
                <a:lnTo>
                  <a:pt x="922" y="1285"/>
                </a:lnTo>
                <a:lnTo>
                  <a:pt x="921" y="1285"/>
                </a:lnTo>
                <a:lnTo>
                  <a:pt x="921" y="1284"/>
                </a:lnTo>
                <a:lnTo>
                  <a:pt x="920" y="1284"/>
                </a:lnTo>
                <a:lnTo>
                  <a:pt x="920" y="1283"/>
                </a:lnTo>
                <a:lnTo>
                  <a:pt x="921" y="1283"/>
                </a:lnTo>
                <a:lnTo>
                  <a:pt x="921" y="1282"/>
                </a:lnTo>
                <a:lnTo>
                  <a:pt x="920" y="1282"/>
                </a:lnTo>
                <a:lnTo>
                  <a:pt x="920" y="1281"/>
                </a:lnTo>
                <a:lnTo>
                  <a:pt x="919" y="1281"/>
                </a:lnTo>
                <a:lnTo>
                  <a:pt x="918" y="1281"/>
                </a:lnTo>
                <a:lnTo>
                  <a:pt x="918" y="1282"/>
                </a:lnTo>
                <a:lnTo>
                  <a:pt x="917" y="1282"/>
                </a:lnTo>
                <a:lnTo>
                  <a:pt x="916" y="1282"/>
                </a:lnTo>
                <a:lnTo>
                  <a:pt x="915" y="1282"/>
                </a:lnTo>
                <a:lnTo>
                  <a:pt x="915" y="1281"/>
                </a:lnTo>
                <a:lnTo>
                  <a:pt x="914" y="1281"/>
                </a:lnTo>
                <a:lnTo>
                  <a:pt x="913" y="1281"/>
                </a:lnTo>
                <a:lnTo>
                  <a:pt x="912" y="1281"/>
                </a:lnTo>
                <a:lnTo>
                  <a:pt x="912" y="1280"/>
                </a:lnTo>
                <a:lnTo>
                  <a:pt x="911" y="1280"/>
                </a:lnTo>
                <a:lnTo>
                  <a:pt x="910" y="1280"/>
                </a:lnTo>
                <a:lnTo>
                  <a:pt x="909" y="1280"/>
                </a:lnTo>
                <a:lnTo>
                  <a:pt x="909" y="1279"/>
                </a:lnTo>
                <a:lnTo>
                  <a:pt x="909" y="1278"/>
                </a:lnTo>
                <a:lnTo>
                  <a:pt x="908" y="1278"/>
                </a:lnTo>
                <a:lnTo>
                  <a:pt x="908" y="1277"/>
                </a:lnTo>
                <a:lnTo>
                  <a:pt x="907" y="1277"/>
                </a:lnTo>
                <a:lnTo>
                  <a:pt x="906" y="1277"/>
                </a:lnTo>
                <a:lnTo>
                  <a:pt x="905" y="1276"/>
                </a:lnTo>
                <a:lnTo>
                  <a:pt x="905" y="1275"/>
                </a:lnTo>
                <a:lnTo>
                  <a:pt x="906" y="1275"/>
                </a:lnTo>
                <a:lnTo>
                  <a:pt x="906" y="1274"/>
                </a:lnTo>
                <a:lnTo>
                  <a:pt x="906" y="1273"/>
                </a:lnTo>
                <a:lnTo>
                  <a:pt x="907" y="1273"/>
                </a:lnTo>
                <a:lnTo>
                  <a:pt x="907" y="1272"/>
                </a:lnTo>
                <a:lnTo>
                  <a:pt x="908" y="1272"/>
                </a:lnTo>
                <a:lnTo>
                  <a:pt x="908" y="1271"/>
                </a:lnTo>
                <a:lnTo>
                  <a:pt x="907" y="1271"/>
                </a:lnTo>
                <a:lnTo>
                  <a:pt x="907" y="1270"/>
                </a:lnTo>
                <a:lnTo>
                  <a:pt x="906" y="1270"/>
                </a:lnTo>
                <a:lnTo>
                  <a:pt x="906" y="1269"/>
                </a:lnTo>
                <a:lnTo>
                  <a:pt x="907" y="1268"/>
                </a:lnTo>
                <a:lnTo>
                  <a:pt x="906" y="1268"/>
                </a:lnTo>
                <a:lnTo>
                  <a:pt x="906" y="1267"/>
                </a:lnTo>
                <a:lnTo>
                  <a:pt x="905" y="1267"/>
                </a:lnTo>
                <a:lnTo>
                  <a:pt x="905" y="1266"/>
                </a:lnTo>
                <a:lnTo>
                  <a:pt x="904" y="1266"/>
                </a:lnTo>
                <a:lnTo>
                  <a:pt x="903" y="1266"/>
                </a:lnTo>
                <a:lnTo>
                  <a:pt x="903" y="1265"/>
                </a:lnTo>
                <a:lnTo>
                  <a:pt x="902" y="1266"/>
                </a:lnTo>
                <a:lnTo>
                  <a:pt x="901" y="1265"/>
                </a:lnTo>
                <a:lnTo>
                  <a:pt x="900" y="1265"/>
                </a:lnTo>
                <a:lnTo>
                  <a:pt x="899" y="1265"/>
                </a:lnTo>
                <a:lnTo>
                  <a:pt x="898" y="1265"/>
                </a:lnTo>
                <a:lnTo>
                  <a:pt x="897" y="1265"/>
                </a:lnTo>
                <a:lnTo>
                  <a:pt x="896" y="1265"/>
                </a:lnTo>
                <a:lnTo>
                  <a:pt x="896" y="1266"/>
                </a:lnTo>
                <a:lnTo>
                  <a:pt x="895" y="1266"/>
                </a:lnTo>
                <a:lnTo>
                  <a:pt x="895" y="1267"/>
                </a:lnTo>
                <a:lnTo>
                  <a:pt x="895" y="1268"/>
                </a:lnTo>
                <a:lnTo>
                  <a:pt x="894" y="1268"/>
                </a:lnTo>
                <a:lnTo>
                  <a:pt x="893" y="1269"/>
                </a:lnTo>
                <a:lnTo>
                  <a:pt x="892" y="1269"/>
                </a:lnTo>
                <a:lnTo>
                  <a:pt x="891" y="1269"/>
                </a:lnTo>
                <a:lnTo>
                  <a:pt x="890" y="1268"/>
                </a:lnTo>
                <a:lnTo>
                  <a:pt x="888" y="1268"/>
                </a:lnTo>
                <a:lnTo>
                  <a:pt x="888" y="1267"/>
                </a:lnTo>
                <a:lnTo>
                  <a:pt x="888" y="1266"/>
                </a:lnTo>
                <a:lnTo>
                  <a:pt x="888" y="1265"/>
                </a:lnTo>
                <a:lnTo>
                  <a:pt x="888" y="1264"/>
                </a:lnTo>
                <a:lnTo>
                  <a:pt x="888" y="1263"/>
                </a:lnTo>
                <a:lnTo>
                  <a:pt x="887" y="1263"/>
                </a:lnTo>
                <a:lnTo>
                  <a:pt x="886" y="1263"/>
                </a:lnTo>
                <a:lnTo>
                  <a:pt x="886" y="1262"/>
                </a:lnTo>
                <a:lnTo>
                  <a:pt x="885" y="1262"/>
                </a:lnTo>
                <a:lnTo>
                  <a:pt x="885" y="1261"/>
                </a:lnTo>
                <a:lnTo>
                  <a:pt x="884" y="1261"/>
                </a:lnTo>
                <a:lnTo>
                  <a:pt x="884" y="1262"/>
                </a:lnTo>
                <a:lnTo>
                  <a:pt x="884" y="1261"/>
                </a:lnTo>
                <a:lnTo>
                  <a:pt x="883" y="1262"/>
                </a:lnTo>
                <a:lnTo>
                  <a:pt x="882" y="1262"/>
                </a:lnTo>
                <a:lnTo>
                  <a:pt x="882" y="1263"/>
                </a:lnTo>
                <a:lnTo>
                  <a:pt x="883" y="1263"/>
                </a:lnTo>
                <a:lnTo>
                  <a:pt x="883" y="1264"/>
                </a:lnTo>
                <a:lnTo>
                  <a:pt x="883" y="1265"/>
                </a:lnTo>
                <a:lnTo>
                  <a:pt x="882" y="1265"/>
                </a:lnTo>
                <a:lnTo>
                  <a:pt x="882" y="1266"/>
                </a:lnTo>
                <a:lnTo>
                  <a:pt x="881" y="1266"/>
                </a:lnTo>
                <a:lnTo>
                  <a:pt x="882" y="1266"/>
                </a:lnTo>
                <a:lnTo>
                  <a:pt x="882" y="1267"/>
                </a:lnTo>
                <a:lnTo>
                  <a:pt x="882" y="1268"/>
                </a:lnTo>
                <a:lnTo>
                  <a:pt x="881" y="1268"/>
                </a:lnTo>
                <a:lnTo>
                  <a:pt x="881" y="1269"/>
                </a:lnTo>
                <a:lnTo>
                  <a:pt x="880" y="1269"/>
                </a:lnTo>
                <a:lnTo>
                  <a:pt x="880" y="1270"/>
                </a:lnTo>
                <a:lnTo>
                  <a:pt x="879" y="1270"/>
                </a:lnTo>
                <a:lnTo>
                  <a:pt x="878" y="1270"/>
                </a:lnTo>
                <a:lnTo>
                  <a:pt x="877" y="1270"/>
                </a:lnTo>
                <a:lnTo>
                  <a:pt x="877" y="1271"/>
                </a:lnTo>
                <a:lnTo>
                  <a:pt x="877" y="1272"/>
                </a:lnTo>
                <a:lnTo>
                  <a:pt x="876" y="1272"/>
                </a:lnTo>
                <a:lnTo>
                  <a:pt x="876" y="1273"/>
                </a:lnTo>
                <a:lnTo>
                  <a:pt x="875" y="1273"/>
                </a:lnTo>
                <a:lnTo>
                  <a:pt x="875" y="1274"/>
                </a:lnTo>
                <a:lnTo>
                  <a:pt x="875" y="1275"/>
                </a:lnTo>
                <a:lnTo>
                  <a:pt x="874" y="1276"/>
                </a:lnTo>
                <a:lnTo>
                  <a:pt x="874" y="1277"/>
                </a:lnTo>
                <a:lnTo>
                  <a:pt x="873" y="1277"/>
                </a:lnTo>
                <a:lnTo>
                  <a:pt x="873" y="1278"/>
                </a:lnTo>
                <a:lnTo>
                  <a:pt x="873" y="1279"/>
                </a:lnTo>
                <a:lnTo>
                  <a:pt x="873" y="1280"/>
                </a:lnTo>
                <a:lnTo>
                  <a:pt x="874" y="1280"/>
                </a:lnTo>
                <a:lnTo>
                  <a:pt x="873" y="1280"/>
                </a:lnTo>
                <a:lnTo>
                  <a:pt x="873" y="1281"/>
                </a:lnTo>
                <a:lnTo>
                  <a:pt x="872" y="1281"/>
                </a:lnTo>
                <a:lnTo>
                  <a:pt x="872" y="1282"/>
                </a:lnTo>
                <a:lnTo>
                  <a:pt x="872" y="1283"/>
                </a:lnTo>
                <a:lnTo>
                  <a:pt x="873" y="1283"/>
                </a:lnTo>
                <a:lnTo>
                  <a:pt x="872" y="1283"/>
                </a:lnTo>
                <a:lnTo>
                  <a:pt x="871" y="1283"/>
                </a:lnTo>
                <a:lnTo>
                  <a:pt x="870" y="1283"/>
                </a:lnTo>
                <a:lnTo>
                  <a:pt x="868" y="1283"/>
                </a:lnTo>
                <a:lnTo>
                  <a:pt x="867" y="1283"/>
                </a:lnTo>
                <a:lnTo>
                  <a:pt x="866" y="1283"/>
                </a:lnTo>
                <a:lnTo>
                  <a:pt x="866" y="1284"/>
                </a:lnTo>
                <a:lnTo>
                  <a:pt x="866" y="1285"/>
                </a:lnTo>
                <a:lnTo>
                  <a:pt x="866" y="1286"/>
                </a:lnTo>
                <a:lnTo>
                  <a:pt x="865" y="1286"/>
                </a:lnTo>
                <a:lnTo>
                  <a:pt x="865" y="1287"/>
                </a:lnTo>
                <a:lnTo>
                  <a:pt x="864" y="1287"/>
                </a:lnTo>
                <a:lnTo>
                  <a:pt x="864" y="1288"/>
                </a:lnTo>
                <a:lnTo>
                  <a:pt x="863" y="1288"/>
                </a:lnTo>
                <a:lnTo>
                  <a:pt x="862" y="1288"/>
                </a:lnTo>
                <a:lnTo>
                  <a:pt x="862" y="1289"/>
                </a:lnTo>
                <a:lnTo>
                  <a:pt x="861" y="1289"/>
                </a:lnTo>
                <a:lnTo>
                  <a:pt x="861" y="1288"/>
                </a:lnTo>
                <a:lnTo>
                  <a:pt x="860" y="1288"/>
                </a:lnTo>
                <a:lnTo>
                  <a:pt x="859" y="1288"/>
                </a:lnTo>
                <a:lnTo>
                  <a:pt x="858" y="1288"/>
                </a:lnTo>
                <a:lnTo>
                  <a:pt x="857" y="1288"/>
                </a:lnTo>
                <a:lnTo>
                  <a:pt x="857" y="1287"/>
                </a:lnTo>
                <a:lnTo>
                  <a:pt x="857" y="1286"/>
                </a:lnTo>
                <a:lnTo>
                  <a:pt x="856" y="1285"/>
                </a:lnTo>
                <a:lnTo>
                  <a:pt x="855" y="1285"/>
                </a:lnTo>
                <a:lnTo>
                  <a:pt x="855" y="1284"/>
                </a:lnTo>
                <a:lnTo>
                  <a:pt x="855" y="1283"/>
                </a:lnTo>
                <a:lnTo>
                  <a:pt x="854" y="1283"/>
                </a:lnTo>
                <a:lnTo>
                  <a:pt x="854" y="1282"/>
                </a:lnTo>
                <a:lnTo>
                  <a:pt x="853" y="1282"/>
                </a:lnTo>
                <a:lnTo>
                  <a:pt x="852" y="1282"/>
                </a:lnTo>
                <a:lnTo>
                  <a:pt x="852" y="1281"/>
                </a:lnTo>
                <a:lnTo>
                  <a:pt x="851" y="1281"/>
                </a:lnTo>
                <a:lnTo>
                  <a:pt x="851" y="1282"/>
                </a:lnTo>
                <a:lnTo>
                  <a:pt x="850" y="1282"/>
                </a:lnTo>
                <a:lnTo>
                  <a:pt x="850" y="1281"/>
                </a:lnTo>
                <a:lnTo>
                  <a:pt x="850" y="1280"/>
                </a:lnTo>
                <a:lnTo>
                  <a:pt x="849" y="1280"/>
                </a:lnTo>
                <a:lnTo>
                  <a:pt x="849" y="1279"/>
                </a:lnTo>
                <a:lnTo>
                  <a:pt x="850" y="1279"/>
                </a:lnTo>
                <a:lnTo>
                  <a:pt x="849" y="1279"/>
                </a:lnTo>
                <a:lnTo>
                  <a:pt x="849" y="1278"/>
                </a:lnTo>
                <a:lnTo>
                  <a:pt x="849" y="1277"/>
                </a:lnTo>
                <a:lnTo>
                  <a:pt x="849" y="1278"/>
                </a:lnTo>
                <a:lnTo>
                  <a:pt x="848" y="1278"/>
                </a:lnTo>
                <a:lnTo>
                  <a:pt x="848" y="1279"/>
                </a:lnTo>
                <a:lnTo>
                  <a:pt x="847" y="1279"/>
                </a:lnTo>
                <a:lnTo>
                  <a:pt x="847" y="1280"/>
                </a:lnTo>
                <a:lnTo>
                  <a:pt x="846" y="1279"/>
                </a:lnTo>
                <a:lnTo>
                  <a:pt x="845" y="1279"/>
                </a:lnTo>
                <a:lnTo>
                  <a:pt x="845" y="1278"/>
                </a:lnTo>
                <a:lnTo>
                  <a:pt x="845" y="1277"/>
                </a:lnTo>
                <a:lnTo>
                  <a:pt x="845" y="1276"/>
                </a:lnTo>
                <a:lnTo>
                  <a:pt x="844" y="1276"/>
                </a:lnTo>
                <a:lnTo>
                  <a:pt x="844" y="1275"/>
                </a:lnTo>
                <a:lnTo>
                  <a:pt x="844" y="1274"/>
                </a:lnTo>
                <a:lnTo>
                  <a:pt x="843" y="1274"/>
                </a:lnTo>
                <a:lnTo>
                  <a:pt x="842" y="1274"/>
                </a:lnTo>
                <a:lnTo>
                  <a:pt x="841" y="1274"/>
                </a:lnTo>
                <a:lnTo>
                  <a:pt x="841" y="1273"/>
                </a:lnTo>
                <a:lnTo>
                  <a:pt x="840" y="1273"/>
                </a:lnTo>
                <a:lnTo>
                  <a:pt x="840" y="1274"/>
                </a:lnTo>
                <a:lnTo>
                  <a:pt x="840" y="1273"/>
                </a:lnTo>
                <a:lnTo>
                  <a:pt x="840" y="1274"/>
                </a:lnTo>
                <a:lnTo>
                  <a:pt x="839" y="1273"/>
                </a:lnTo>
                <a:lnTo>
                  <a:pt x="839" y="1274"/>
                </a:lnTo>
                <a:lnTo>
                  <a:pt x="838" y="1274"/>
                </a:lnTo>
                <a:lnTo>
                  <a:pt x="837" y="1274"/>
                </a:lnTo>
                <a:lnTo>
                  <a:pt x="837" y="1273"/>
                </a:lnTo>
                <a:lnTo>
                  <a:pt x="837" y="1274"/>
                </a:lnTo>
                <a:lnTo>
                  <a:pt x="837" y="1273"/>
                </a:lnTo>
                <a:lnTo>
                  <a:pt x="836" y="1273"/>
                </a:lnTo>
                <a:lnTo>
                  <a:pt x="836" y="1272"/>
                </a:lnTo>
                <a:lnTo>
                  <a:pt x="835" y="1272"/>
                </a:lnTo>
                <a:lnTo>
                  <a:pt x="836" y="1271"/>
                </a:lnTo>
                <a:lnTo>
                  <a:pt x="835" y="1271"/>
                </a:lnTo>
                <a:lnTo>
                  <a:pt x="835" y="1269"/>
                </a:lnTo>
                <a:lnTo>
                  <a:pt x="836" y="1269"/>
                </a:lnTo>
                <a:lnTo>
                  <a:pt x="836" y="1268"/>
                </a:lnTo>
                <a:lnTo>
                  <a:pt x="836" y="1267"/>
                </a:lnTo>
                <a:lnTo>
                  <a:pt x="836" y="1266"/>
                </a:lnTo>
                <a:lnTo>
                  <a:pt x="836" y="1265"/>
                </a:lnTo>
                <a:lnTo>
                  <a:pt x="837" y="1265"/>
                </a:lnTo>
                <a:lnTo>
                  <a:pt x="837" y="1264"/>
                </a:lnTo>
                <a:lnTo>
                  <a:pt x="836" y="1264"/>
                </a:lnTo>
                <a:lnTo>
                  <a:pt x="836" y="1263"/>
                </a:lnTo>
                <a:lnTo>
                  <a:pt x="836" y="1262"/>
                </a:lnTo>
                <a:lnTo>
                  <a:pt x="836" y="1261"/>
                </a:lnTo>
                <a:lnTo>
                  <a:pt x="836" y="1260"/>
                </a:lnTo>
                <a:lnTo>
                  <a:pt x="836" y="1259"/>
                </a:lnTo>
                <a:lnTo>
                  <a:pt x="836" y="1258"/>
                </a:lnTo>
                <a:lnTo>
                  <a:pt x="836" y="1256"/>
                </a:lnTo>
                <a:lnTo>
                  <a:pt x="836" y="1255"/>
                </a:lnTo>
                <a:lnTo>
                  <a:pt x="837" y="1255"/>
                </a:lnTo>
                <a:lnTo>
                  <a:pt x="838" y="1255"/>
                </a:lnTo>
                <a:lnTo>
                  <a:pt x="838" y="1254"/>
                </a:lnTo>
                <a:lnTo>
                  <a:pt x="838" y="1253"/>
                </a:lnTo>
                <a:lnTo>
                  <a:pt x="838" y="1252"/>
                </a:lnTo>
                <a:lnTo>
                  <a:pt x="838" y="1251"/>
                </a:lnTo>
                <a:lnTo>
                  <a:pt x="838" y="1250"/>
                </a:lnTo>
                <a:lnTo>
                  <a:pt x="837" y="1250"/>
                </a:lnTo>
                <a:lnTo>
                  <a:pt x="837" y="1249"/>
                </a:lnTo>
                <a:lnTo>
                  <a:pt x="837" y="1248"/>
                </a:lnTo>
                <a:lnTo>
                  <a:pt x="836" y="1248"/>
                </a:lnTo>
                <a:lnTo>
                  <a:pt x="836" y="1246"/>
                </a:lnTo>
                <a:lnTo>
                  <a:pt x="837" y="1246"/>
                </a:lnTo>
                <a:lnTo>
                  <a:pt x="837" y="1245"/>
                </a:lnTo>
                <a:lnTo>
                  <a:pt x="836" y="1245"/>
                </a:lnTo>
                <a:lnTo>
                  <a:pt x="836" y="1244"/>
                </a:lnTo>
                <a:lnTo>
                  <a:pt x="836" y="1243"/>
                </a:lnTo>
                <a:lnTo>
                  <a:pt x="835" y="1243"/>
                </a:lnTo>
                <a:lnTo>
                  <a:pt x="834" y="1243"/>
                </a:lnTo>
                <a:lnTo>
                  <a:pt x="834" y="1244"/>
                </a:lnTo>
                <a:lnTo>
                  <a:pt x="834" y="1245"/>
                </a:lnTo>
                <a:lnTo>
                  <a:pt x="834" y="1246"/>
                </a:lnTo>
                <a:lnTo>
                  <a:pt x="834" y="1247"/>
                </a:lnTo>
                <a:lnTo>
                  <a:pt x="834" y="1248"/>
                </a:lnTo>
                <a:lnTo>
                  <a:pt x="833" y="1247"/>
                </a:lnTo>
                <a:lnTo>
                  <a:pt x="832" y="1247"/>
                </a:lnTo>
                <a:lnTo>
                  <a:pt x="831" y="1247"/>
                </a:lnTo>
                <a:lnTo>
                  <a:pt x="831" y="1248"/>
                </a:lnTo>
                <a:lnTo>
                  <a:pt x="830" y="1248"/>
                </a:lnTo>
                <a:lnTo>
                  <a:pt x="829" y="1248"/>
                </a:lnTo>
                <a:lnTo>
                  <a:pt x="829" y="1249"/>
                </a:lnTo>
                <a:lnTo>
                  <a:pt x="829" y="1250"/>
                </a:lnTo>
                <a:lnTo>
                  <a:pt x="828" y="1250"/>
                </a:lnTo>
                <a:lnTo>
                  <a:pt x="827" y="1250"/>
                </a:lnTo>
                <a:lnTo>
                  <a:pt x="827" y="1251"/>
                </a:lnTo>
                <a:lnTo>
                  <a:pt x="827" y="1252"/>
                </a:lnTo>
                <a:lnTo>
                  <a:pt x="826" y="1252"/>
                </a:lnTo>
                <a:lnTo>
                  <a:pt x="826" y="1253"/>
                </a:lnTo>
                <a:lnTo>
                  <a:pt x="825" y="1253"/>
                </a:lnTo>
                <a:lnTo>
                  <a:pt x="824" y="1253"/>
                </a:lnTo>
                <a:lnTo>
                  <a:pt x="823" y="1253"/>
                </a:lnTo>
                <a:lnTo>
                  <a:pt x="823" y="1252"/>
                </a:lnTo>
                <a:lnTo>
                  <a:pt x="823" y="1253"/>
                </a:lnTo>
                <a:lnTo>
                  <a:pt x="823" y="1252"/>
                </a:lnTo>
                <a:lnTo>
                  <a:pt x="822" y="1252"/>
                </a:lnTo>
                <a:lnTo>
                  <a:pt x="821" y="1252"/>
                </a:lnTo>
                <a:lnTo>
                  <a:pt x="820" y="1252"/>
                </a:lnTo>
                <a:lnTo>
                  <a:pt x="820" y="1253"/>
                </a:lnTo>
                <a:lnTo>
                  <a:pt x="820" y="1254"/>
                </a:lnTo>
                <a:lnTo>
                  <a:pt x="820" y="1255"/>
                </a:lnTo>
                <a:lnTo>
                  <a:pt x="820" y="1256"/>
                </a:lnTo>
                <a:lnTo>
                  <a:pt x="821" y="1256"/>
                </a:lnTo>
                <a:lnTo>
                  <a:pt x="821" y="1257"/>
                </a:lnTo>
                <a:lnTo>
                  <a:pt x="820" y="1257"/>
                </a:lnTo>
                <a:lnTo>
                  <a:pt x="820" y="1258"/>
                </a:lnTo>
                <a:lnTo>
                  <a:pt x="820" y="1259"/>
                </a:lnTo>
                <a:lnTo>
                  <a:pt x="819" y="1259"/>
                </a:lnTo>
                <a:lnTo>
                  <a:pt x="820" y="1259"/>
                </a:lnTo>
                <a:lnTo>
                  <a:pt x="819" y="1259"/>
                </a:lnTo>
                <a:lnTo>
                  <a:pt x="819" y="1260"/>
                </a:lnTo>
                <a:lnTo>
                  <a:pt x="819" y="1261"/>
                </a:lnTo>
                <a:lnTo>
                  <a:pt x="819" y="1262"/>
                </a:lnTo>
                <a:lnTo>
                  <a:pt x="818" y="1262"/>
                </a:lnTo>
                <a:lnTo>
                  <a:pt x="818" y="1263"/>
                </a:lnTo>
                <a:lnTo>
                  <a:pt x="818" y="1264"/>
                </a:lnTo>
                <a:lnTo>
                  <a:pt x="818" y="1265"/>
                </a:lnTo>
                <a:lnTo>
                  <a:pt x="819" y="1265"/>
                </a:lnTo>
                <a:lnTo>
                  <a:pt x="819" y="1266"/>
                </a:lnTo>
                <a:lnTo>
                  <a:pt x="819" y="1267"/>
                </a:lnTo>
                <a:lnTo>
                  <a:pt x="819" y="1268"/>
                </a:lnTo>
                <a:lnTo>
                  <a:pt x="820" y="1268"/>
                </a:lnTo>
                <a:lnTo>
                  <a:pt x="819" y="1268"/>
                </a:lnTo>
                <a:lnTo>
                  <a:pt x="820" y="1268"/>
                </a:lnTo>
                <a:lnTo>
                  <a:pt x="820" y="1269"/>
                </a:lnTo>
                <a:lnTo>
                  <a:pt x="820" y="1270"/>
                </a:lnTo>
                <a:lnTo>
                  <a:pt x="820" y="1271"/>
                </a:lnTo>
                <a:lnTo>
                  <a:pt x="820" y="1272"/>
                </a:lnTo>
                <a:lnTo>
                  <a:pt x="820" y="1273"/>
                </a:lnTo>
                <a:lnTo>
                  <a:pt x="819" y="1273"/>
                </a:lnTo>
                <a:lnTo>
                  <a:pt x="820" y="1273"/>
                </a:lnTo>
                <a:lnTo>
                  <a:pt x="820" y="1274"/>
                </a:lnTo>
                <a:lnTo>
                  <a:pt x="820" y="1275"/>
                </a:lnTo>
                <a:lnTo>
                  <a:pt x="821" y="1275"/>
                </a:lnTo>
                <a:lnTo>
                  <a:pt x="821" y="1276"/>
                </a:lnTo>
                <a:lnTo>
                  <a:pt x="821" y="1277"/>
                </a:lnTo>
                <a:lnTo>
                  <a:pt x="821" y="1278"/>
                </a:lnTo>
                <a:lnTo>
                  <a:pt x="820" y="1278"/>
                </a:lnTo>
                <a:lnTo>
                  <a:pt x="819" y="1278"/>
                </a:lnTo>
                <a:lnTo>
                  <a:pt x="818" y="1278"/>
                </a:lnTo>
                <a:lnTo>
                  <a:pt x="817" y="1278"/>
                </a:lnTo>
                <a:lnTo>
                  <a:pt x="816" y="1278"/>
                </a:lnTo>
                <a:lnTo>
                  <a:pt x="815" y="1278"/>
                </a:lnTo>
                <a:lnTo>
                  <a:pt x="815" y="1279"/>
                </a:lnTo>
                <a:lnTo>
                  <a:pt x="814" y="1279"/>
                </a:lnTo>
                <a:lnTo>
                  <a:pt x="813" y="1279"/>
                </a:lnTo>
                <a:lnTo>
                  <a:pt x="813" y="1280"/>
                </a:lnTo>
                <a:lnTo>
                  <a:pt x="812" y="1280"/>
                </a:lnTo>
                <a:lnTo>
                  <a:pt x="811" y="1280"/>
                </a:lnTo>
                <a:lnTo>
                  <a:pt x="811" y="1279"/>
                </a:lnTo>
                <a:lnTo>
                  <a:pt x="810" y="1279"/>
                </a:lnTo>
                <a:lnTo>
                  <a:pt x="809" y="1279"/>
                </a:lnTo>
                <a:lnTo>
                  <a:pt x="808" y="1279"/>
                </a:lnTo>
                <a:lnTo>
                  <a:pt x="808" y="1278"/>
                </a:lnTo>
                <a:lnTo>
                  <a:pt x="807" y="1278"/>
                </a:lnTo>
                <a:lnTo>
                  <a:pt x="806" y="1278"/>
                </a:lnTo>
                <a:lnTo>
                  <a:pt x="806" y="1277"/>
                </a:lnTo>
                <a:lnTo>
                  <a:pt x="805" y="1277"/>
                </a:lnTo>
                <a:lnTo>
                  <a:pt x="804" y="1277"/>
                </a:lnTo>
                <a:lnTo>
                  <a:pt x="804" y="1276"/>
                </a:lnTo>
                <a:lnTo>
                  <a:pt x="803" y="1276"/>
                </a:lnTo>
                <a:lnTo>
                  <a:pt x="802" y="1276"/>
                </a:lnTo>
                <a:lnTo>
                  <a:pt x="802" y="1275"/>
                </a:lnTo>
                <a:lnTo>
                  <a:pt x="802" y="1274"/>
                </a:lnTo>
                <a:lnTo>
                  <a:pt x="801" y="1274"/>
                </a:lnTo>
                <a:lnTo>
                  <a:pt x="801" y="1273"/>
                </a:lnTo>
                <a:lnTo>
                  <a:pt x="800" y="1273"/>
                </a:lnTo>
                <a:lnTo>
                  <a:pt x="800" y="1272"/>
                </a:lnTo>
                <a:lnTo>
                  <a:pt x="799" y="1272"/>
                </a:lnTo>
                <a:lnTo>
                  <a:pt x="798" y="1272"/>
                </a:lnTo>
                <a:lnTo>
                  <a:pt x="798" y="1271"/>
                </a:lnTo>
                <a:lnTo>
                  <a:pt x="799" y="1271"/>
                </a:lnTo>
                <a:lnTo>
                  <a:pt x="799" y="1270"/>
                </a:lnTo>
                <a:lnTo>
                  <a:pt x="799" y="1269"/>
                </a:lnTo>
                <a:lnTo>
                  <a:pt x="800" y="1269"/>
                </a:lnTo>
                <a:lnTo>
                  <a:pt x="800" y="1268"/>
                </a:lnTo>
                <a:lnTo>
                  <a:pt x="801" y="1268"/>
                </a:lnTo>
                <a:lnTo>
                  <a:pt x="801" y="1267"/>
                </a:lnTo>
                <a:lnTo>
                  <a:pt x="802" y="1267"/>
                </a:lnTo>
                <a:lnTo>
                  <a:pt x="802" y="1266"/>
                </a:lnTo>
                <a:lnTo>
                  <a:pt x="803" y="1266"/>
                </a:lnTo>
                <a:lnTo>
                  <a:pt x="803" y="1265"/>
                </a:lnTo>
                <a:lnTo>
                  <a:pt x="804" y="1265"/>
                </a:lnTo>
                <a:lnTo>
                  <a:pt x="803" y="1265"/>
                </a:lnTo>
                <a:lnTo>
                  <a:pt x="804" y="1264"/>
                </a:lnTo>
                <a:lnTo>
                  <a:pt x="803" y="1264"/>
                </a:lnTo>
                <a:lnTo>
                  <a:pt x="804" y="1264"/>
                </a:lnTo>
                <a:lnTo>
                  <a:pt x="803" y="1264"/>
                </a:lnTo>
                <a:lnTo>
                  <a:pt x="803" y="1263"/>
                </a:lnTo>
                <a:lnTo>
                  <a:pt x="802" y="1263"/>
                </a:lnTo>
                <a:lnTo>
                  <a:pt x="802" y="1262"/>
                </a:lnTo>
                <a:lnTo>
                  <a:pt x="801" y="1262"/>
                </a:lnTo>
                <a:lnTo>
                  <a:pt x="801" y="1261"/>
                </a:lnTo>
                <a:lnTo>
                  <a:pt x="801" y="1260"/>
                </a:lnTo>
                <a:lnTo>
                  <a:pt x="800" y="1260"/>
                </a:lnTo>
                <a:lnTo>
                  <a:pt x="800" y="1259"/>
                </a:lnTo>
                <a:lnTo>
                  <a:pt x="799" y="1259"/>
                </a:lnTo>
                <a:lnTo>
                  <a:pt x="799" y="1258"/>
                </a:lnTo>
                <a:lnTo>
                  <a:pt x="798" y="1258"/>
                </a:lnTo>
                <a:lnTo>
                  <a:pt x="798" y="1257"/>
                </a:lnTo>
                <a:lnTo>
                  <a:pt x="798" y="1256"/>
                </a:lnTo>
                <a:lnTo>
                  <a:pt x="798" y="1255"/>
                </a:lnTo>
                <a:lnTo>
                  <a:pt x="797" y="1255"/>
                </a:lnTo>
                <a:lnTo>
                  <a:pt x="797" y="1254"/>
                </a:lnTo>
                <a:lnTo>
                  <a:pt x="796" y="1254"/>
                </a:lnTo>
                <a:lnTo>
                  <a:pt x="796" y="1253"/>
                </a:lnTo>
                <a:lnTo>
                  <a:pt x="795" y="1253"/>
                </a:lnTo>
                <a:lnTo>
                  <a:pt x="795" y="1252"/>
                </a:lnTo>
                <a:lnTo>
                  <a:pt x="795" y="1251"/>
                </a:lnTo>
                <a:lnTo>
                  <a:pt x="795" y="1250"/>
                </a:lnTo>
                <a:lnTo>
                  <a:pt x="796" y="1250"/>
                </a:lnTo>
                <a:lnTo>
                  <a:pt x="796" y="1249"/>
                </a:lnTo>
                <a:lnTo>
                  <a:pt x="796" y="1248"/>
                </a:lnTo>
                <a:lnTo>
                  <a:pt x="797" y="1248"/>
                </a:lnTo>
                <a:lnTo>
                  <a:pt x="796" y="1248"/>
                </a:lnTo>
                <a:lnTo>
                  <a:pt x="796" y="1247"/>
                </a:lnTo>
                <a:lnTo>
                  <a:pt x="796" y="1246"/>
                </a:lnTo>
                <a:lnTo>
                  <a:pt x="797" y="1246"/>
                </a:lnTo>
                <a:lnTo>
                  <a:pt x="796" y="1245"/>
                </a:lnTo>
                <a:lnTo>
                  <a:pt x="796" y="1244"/>
                </a:lnTo>
                <a:lnTo>
                  <a:pt x="795" y="1244"/>
                </a:lnTo>
                <a:lnTo>
                  <a:pt x="796" y="1244"/>
                </a:lnTo>
                <a:lnTo>
                  <a:pt x="795" y="1244"/>
                </a:lnTo>
                <a:lnTo>
                  <a:pt x="795" y="1243"/>
                </a:lnTo>
                <a:lnTo>
                  <a:pt x="794" y="1243"/>
                </a:lnTo>
                <a:lnTo>
                  <a:pt x="794" y="1242"/>
                </a:lnTo>
                <a:lnTo>
                  <a:pt x="793" y="1242"/>
                </a:lnTo>
                <a:lnTo>
                  <a:pt x="793" y="1241"/>
                </a:lnTo>
                <a:lnTo>
                  <a:pt x="794" y="1241"/>
                </a:lnTo>
                <a:lnTo>
                  <a:pt x="794" y="1240"/>
                </a:lnTo>
                <a:lnTo>
                  <a:pt x="794" y="1239"/>
                </a:lnTo>
                <a:lnTo>
                  <a:pt x="794" y="1238"/>
                </a:lnTo>
                <a:lnTo>
                  <a:pt x="793" y="1238"/>
                </a:lnTo>
                <a:lnTo>
                  <a:pt x="793" y="1237"/>
                </a:lnTo>
                <a:lnTo>
                  <a:pt x="793" y="1236"/>
                </a:lnTo>
                <a:lnTo>
                  <a:pt x="792" y="1236"/>
                </a:lnTo>
                <a:lnTo>
                  <a:pt x="792" y="1235"/>
                </a:lnTo>
                <a:lnTo>
                  <a:pt x="792" y="1234"/>
                </a:lnTo>
                <a:lnTo>
                  <a:pt x="792" y="1233"/>
                </a:lnTo>
                <a:lnTo>
                  <a:pt x="791" y="1233"/>
                </a:lnTo>
                <a:lnTo>
                  <a:pt x="791" y="1232"/>
                </a:lnTo>
                <a:lnTo>
                  <a:pt x="790" y="1232"/>
                </a:lnTo>
                <a:lnTo>
                  <a:pt x="789" y="1232"/>
                </a:lnTo>
                <a:lnTo>
                  <a:pt x="789" y="1231"/>
                </a:lnTo>
                <a:lnTo>
                  <a:pt x="789" y="1230"/>
                </a:lnTo>
                <a:lnTo>
                  <a:pt x="788" y="1230"/>
                </a:lnTo>
                <a:lnTo>
                  <a:pt x="788" y="1229"/>
                </a:lnTo>
                <a:lnTo>
                  <a:pt x="789" y="1229"/>
                </a:lnTo>
                <a:lnTo>
                  <a:pt x="788" y="1229"/>
                </a:lnTo>
                <a:lnTo>
                  <a:pt x="787" y="1229"/>
                </a:lnTo>
                <a:lnTo>
                  <a:pt x="786" y="1229"/>
                </a:lnTo>
                <a:lnTo>
                  <a:pt x="786" y="1230"/>
                </a:lnTo>
                <a:lnTo>
                  <a:pt x="786" y="1229"/>
                </a:lnTo>
                <a:lnTo>
                  <a:pt x="785" y="1228"/>
                </a:lnTo>
                <a:lnTo>
                  <a:pt x="784" y="1228"/>
                </a:lnTo>
                <a:lnTo>
                  <a:pt x="784" y="1227"/>
                </a:lnTo>
                <a:lnTo>
                  <a:pt x="783" y="1227"/>
                </a:lnTo>
                <a:lnTo>
                  <a:pt x="783" y="1226"/>
                </a:lnTo>
                <a:lnTo>
                  <a:pt x="784" y="1226"/>
                </a:lnTo>
                <a:lnTo>
                  <a:pt x="783" y="1226"/>
                </a:lnTo>
                <a:lnTo>
                  <a:pt x="783" y="1225"/>
                </a:lnTo>
                <a:lnTo>
                  <a:pt x="783" y="1224"/>
                </a:lnTo>
                <a:lnTo>
                  <a:pt x="782" y="1224"/>
                </a:lnTo>
                <a:lnTo>
                  <a:pt x="782" y="1223"/>
                </a:lnTo>
                <a:lnTo>
                  <a:pt x="781" y="1223"/>
                </a:lnTo>
                <a:lnTo>
                  <a:pt x="781" y="1222"/>
                </a:lnTo>
                <a:lnTo>
                  <a:pt x="781" y="1221"/>
                </a:lnTo>
                <a:lnTo>
                  <a:pt x="781" y="1220"/>
                </a:lnTo>
                <a:lnTo>
                  <a:pt x="781" y="1219"/>
                </a:lnTo>
                <a:lnTo>
                  <a:pt x="781" y="1218"/>
                </a:lnTo>
                <a:lnTo>
                  <a:pt x="781" y="1217"/>
                </a:lnTo>
                <a:lnTo>
                  <a:pt x="781" y="1216"/>
                </a:lnTo>
                <a:lnTo>
                  <a:pt x="781" y="1215"/>
                </a:lnTo>
                <a:lnTo>
                  <a:pt x="781" y="1214"/>
                </a:lnTo>
                <a:lnTo>
                  <a:pt x="780" y="1214"/>
                </a:lnTo>
                <a:lnTo>
                  <a:pt x="780" y="1213"/>
                </a:lnTo>
                <a:lnTo>
                  <a:pt x="781" y="1213"/>
                </a:lnTo>
                <a:lnTo>
                  <a:pt x="781" y="1212"/>
                </a:lnTo>
                <a:lnTo>
                  <a:pt x="781" y="1211"/>
                </a:lnTo>
                <a:lnTo>
                  <a:pt x="782" y="1211"/>
                </a:lnTo>
                <a:lnTo>
                  <a:pt x="781" y="1211"/>
                </a:lnTo>
                <a:lnTo>
                  <a:pt x="782" y="1211"/>
                </a:lnTo>
                <a:lnTo>
                  <a:pt x="782" y="1210"/>
                </a:lnTo>
                <a:lnTo>
                  <a:pt x="782" y="1209"/>
                </a:lnTo>
                <a:lnTo>
                  <a:pt x="781" y="1209"/>
                </a:lnTo>
                <a:lnTo>
                  <a:pt x="781" y="1208"/>
                </a:lnTo>
                <a:lnTo>
                  <a:pt x="781" y="1207"/>
                </a:lnTo>
                <a:lnTo>
                  <a:pt x="782" y="1207"/>
                </a:lnTo>
                <a:lnTo>
                  <a:pt x="782" y="1206"/>
                </a:lnTo>
                <a:lnTo>
                  <a:pt x="781" y="1206"/>
                </a:lnTo>
                <a:lnTo>
                  <a:pt x="781" y="1205"/>
                </a:lnTo>
                <a:lnTo>
                  <a:pt x="781" y="1204"/>
                </a:lnTo>
                <a:lnTo>
                  <a:pt x="781" y="1203"/>
                </a:lnTo>
                <a:lnTo>
                  <a:pt x="781" y="1202"/>
                </a:lnTo>
                <a:lnTo>
                  <a:pt x="781" y="1201"/>
                </a:lnTo>
                <a:lnTo>
                  <a:pt x="781" y="1200"/>
                </a:lnTo>
                <a:lnTo>
                  <a:pt x="780" y="1200"/>
                </a:lnTo>
                <a:lnTo>
                  <a:pt x="780" y="1199"/>
                </a:lnTo>
                <a:lnTo>
                  <a:pt x="779" y="1199"/>
                </a:lnTo>
                <a:lnTo>
                  <a:pt x="778" y="1199"/>
                </a:lnTo>
                <a:lnTo>
                  <a:pt x="777" y="1199"/>
                </a:lnTo>
                <a:lnTo>
                  <a:pt x="776" y="1204"/>
                </a:lnTo>
                <a:lnTo>
                  <a:pt x="775" y="1204"/>
                </a:lnTo>
                <a:lnTo>
                  <a:pt x="775" y="1203"/>
                </a:lnTo>
                <a:lnTo>
                  <a:pt x="775" y="1204"/>
                </a:lnTo>
                <a:lnTo>
                  <a:pt x="774" y="1203"/>
                </a:lnTo>
                <a:lnTo>
                  <a:pt x="774" y="1204"/>
                </a:lnTo>
                <a:lnTo>
                  <a:pt x="773" y="1204"/>
                </a:lnTo>
                <a:lnTo>
                  <a:pt x="774" y="1204"/>
                </a:lnTo>
                <a:lnTo>
                  <a:pt x="773" y="1204"/>
                </a:lnTo>
                <a:lnTo>
                  <a:pt x="773" y="1205"/>
                </a:lnTo>
                <a:lnTo>
                  <a:pt x="773" y="1206"/>
                </a:lnTo>
                <a:lnTo>
                  <a:pt x="772" y="1206"/>
                </a:lnTo>
                <a:lnTo>
                  <a:pt x="772" y="1207"/>
                </a:lnTo>
                <a:lnTo>
                  <a:pt x="771" y="1207"/>
                </a:lnTo>
                <a:lnTo>
                  <a:pt x="771" y="1208"/>
                </a:lnTo>
                <a:lnTo>
                  <a:pt x="771" y="1209"/>
                </a:lnTo>
                <a:lnTo>
                  <a:pt x="772" y="1209"/>
                </a:lnTo>
                <a:lnTo>
                  <a:pt x="772" y="1210"/>
                </a:lnTo>
                <a:lnTo>
                  <a:pt x="771" y="1210"/>
                </a:lnTo>
                <a:lnTo>
                  <a:pt x="771" y="1211"/>
                </a:lnTo>
                <a:lnTo>
                  <a:pt x="770" y="1211"/>
                </a:lnTo>
                <a:lnTo>
                  <a:pt x="770" y="1212"/>
                </a:lnTo>
                <a:lnTo>
                  <a:pt x="769" y="1212"/>
                </a:lnTo>
                <a:lnTo>
                  <a:pt x="768" y="1213"/>
                </a:lnTo>
                <a:lnTo>
                  <a:pt x="768" y="1214"/>
                </a:lnTo>
                <a:lnTo>
                  <a:pt x="767" y="1214"/>
                </a:lnTo>
                <a:lnTo>
                  <a:pt x="766" y="1214"/>
                </a:lnTo>
                <a:lnTo>
                  <a:pt x="766" y="1215"/>
                </a:lnTo>
                <a:lnTo>
                  <a:pt x="765" y="1215"/>
                </a:lnTo>
                <a:lnTo>
                  <a:pt x="764" y="1215"/>
                </a:lnTo>
                <a:lnTo>
                  <a:pt x="764" y="1216"/>
                </a:lnTo>
                <a:lnTo>
                  <a:pt x="763" y="1216"/>
                </a:lnTo>
                <a:lnTo>
                  <a:pt x="763" y="1215"/>
                </a:lnTo>
                <a:lnTo>
                  <a:pt x="763" y="1214"/>
                </a:lnTo>
                <a:lnTo>
                  <a:pt x="763" y="1213"/>
                </a:lnTo>
                <a:lnTo>
                  <a:pt x="763" y="1212"/>
                </a:lnTo>
                <a:lnTo>
                  <a:pt x="763" y="1211"/>
                </a:lnTo>
                <a:lnTo>
                  <a:pt x="763" y="1210"/>
                </a:lnTo>
                <a:lnTo>
                  <a:pt x="763" y="1209"/>
                </a:lnTo>
                <a:lnTo>
                  <a:pt x="764" y="1209"/>
                </a:lnTo>
                <a:lnTo>
                  <a:pt x="764" y="1208"/>
                </a:lnTo>
                <a:lnTo>
                  <a:pt x="763" y="1208"/>
                </a:lnTo>
                <a:lnTo>
                  <a:pt x="762" y="1208"/>
                </a:lnTo>
                <a:lnTo>
                  <a:pt x="761" y="1208"/>
                </a:lnTo>
                <a:lnTo>
                  <a:pt x="761" y="1207"/>
                </a:lnTo>
                <a:lnTo>
                  <a:pt x="760" y="1207"/>
                </a:lnTo>
                <a:lnTo>
                  <a:pt x="759" y="1207"/>
                </a:lnTo>
                <a:lnTo>
                  <a:pt x="759" y="1206"/>
                </a:lnTo>
                <a:lnTo>
                  <a:pt x="758" y="1206"/>
                </a:lnTo>
                <a:lnTo>
                  <a:pt x="757" y="1206"/>
                </a:lnTo>
                <a:lnTo>
                  <a:pt x="757" y="1205"/>
                </a:lnTo>
                <a:lnTo>
                  <a:pt x="756" y="1205"/>
                </a:lnTo>
                <a:lnTo>
                  <a:pt x="756" y="1204"/>
                </a:lnTo>
                <a:lnTo>
                  <a:pt x="755" y="1204"/>
                </a:lnTo>
                <a:lnTo>
                  <a:pt x="755" y="1203"/>
                </a:lnTo>
                <a:lnTo>
                  <a:pt x="754" y="1203"/>
                </a:lnTo>
                <a:lnTo>
                  <a:pt x="754" y="1202"/>
                </a:lnTo>
                <a:lnTo>
                  <a:pt x="753" y="1202"/>
                </a:lnTo>
                <a:lnTo>
                  <a:pt x="752" y="1202"/>
                </a:lnTo>
                <a:lnTo>
                  <a:pt x="750" y="1202"/>
                </a:lnTo>
                <a:lnTo>
                  <a:pt x="750" y="1201"/>
                </a:lnTo>
                <a:lnTo>
                  <a:pt x="749" y="1201"/>
                </a:lnTo>
                <a:lnTo>
                  <a:pt x="748" y="1201"/>
                </a:lnTo>
                <a:lnTo>
                  <a:pt x="747" y="1200"/>
                </a:lnTo>
                <a:lnTo>
                  <a:pt x="746" y="1200"/>
                </a:lnTo>
                <a:lnTo>
                  <a:pt x="745" y="1200"/>
                </a:lnTo>
                <a:lnTo>
                  <a:pt x="744" y="1200"/>
                </a:lnTo>
                <a:lnTo>
                  <a:pt x="743" y="1200"/>
                </a:lnTo>
                <a:lnTo>
                  <a:pt x="742" y="1200"/>
                </a:lnTo>
                <a:lnTo>
                  <a:pt x="741" y="1200"/>
                </a:lnTo>
                <a:lnTo>
                  <a:pt x="740" y="1200"/>
                </a:lnTo>
                <a:lnTo>
                  <a:pt x="740" y="1201"/>
                </a:lnTo>
                <a:lnTo>
                  <a:pt x="740" y="1202"/>
                </a:lnTo>
                <a:lnTo>
                  <a:pt x="740" y="1203"/>
                </a:lnTo>
                <a:lnTo>
                  <a:pt x="739" y="1203"/>
                </a:lnTo>
                <a:lnTo>
                  <a:pt x="738" y="1203"/>
                </a:lnTo>
                <a:lnTo>
                  <a:pt x="738" y="1204"/>
                </a:lnTo>
                <a:lnTo>
                  <a:pt x="737" y="1204"/>
                </a:lnTo>
                <a:lnTo>
                  <a:pt x="737" y="1205"/>
                </a:lnTo>
                <a:lnTo>
                  <a:pt x="736" y="1205"/>
                </a:lnTo>
                <a:lnTo>
                  <a:pt x="736" y="1206"/>
                </a:lnTo>
                <a:lnTo>
                  <a:pt x="735" y="1206"/>
                </a:lnTo>
                <a:lnTo>
                  <a:pt x="734" y="1206"/>
                </a:lnTo>
                <a:lnTo>
                  <a:pt x="734" y="1205"/>
                </a:lnTo>
                <a:lnTo>
                  <a:pt x="733" y="1205"/>
                </a:lnTo>
                <a:lnTo>
                  <a:pt x="732" y="1205"/>
                </a:lnTo>
                <a:lnTo>
                  <a:pt x="731" y="1205"/>
                </a:lnTo>
                <a:lnTo>
                  <a:pt x="731" y="1204"/>
                </a:lnTo>
                <a:lnTo>
                  <a:pt x="730" y="1204"/>
                </a:lnTo>
                <a:lnTo>
                  <a:pt x="731" y="1204"/>
                </a:lnTo>
                <a:lnTo>
                  <a:pt x="731" y="1203"/>
                </a:lnTo>
                <a:lnTo>
                  <a:pt x="731" y="1202"/>
                </a:lnTo>
                <a:lnTo>
                  <a:pt x="730" y="1202"/>
                </a:lnTo>
                <a:lnTo>
                  <a:pt x="729" y="1202"/>
                </a:lnTo>
                <a:lnTo>
                  <a:pt x="728" y="1202"/>
                </a:lnTo>
                <a:lnTo>
                  <a:pt x="727" y="1202"/>
                </a:lnTo>
                <a:lnTo>
                  <a:pt x="727" y="1203"/>
                </a:lnTo>
                <a:lnTo>
                  <a:pt x="727" y="1202"/>
                </a:lnTo>
                <a:lnTo>
                  <a:pt x="727" y="1203"/>
                </a:lnTo>
                <a:lnTo>
                  <a:pt x="726" y="1203"/>
                </a:lnTo>
                <a:lnTo>
                  <a:pt x="725" y="1203"/>
                </a:lnTo>
                <a:lnTo>
                  <a:pt x="724" y="1203"/>
                </a:lnTo>
                <a:lnTo>
                  <a:pt x="723" y="1203"/>
                </a:lnTo>
                <a:lnTo>
                  <a:pt x="722" y="1203"/>
                </a:lnTo>
                <a:lnTo>
                  <a:pt x="721" y="1203"/>
                </a:lnTo>
                <a:lnTo>
                  <a:pt x="721" y="1202"/>
                </a:lnTo>
                <a:lnTo>
                  <a:pt x="721" y="1201"/>
                </a:lnTo>
                <a:lnTo>
                  <a:pt x="720" y="1201"/>
                </a:lnTo>
                <a:lnTo>
                  <a:pt x="719" y="1201"/>
                </a:lnTo>
                <a:lnTo>
                  <a:pt x="719" y="1200"/>
                </a:lnTo>
                <a:lnTo>
                  <a:pt x="718" y="1200"/>
                </a:lnTo>
                <a:lnTo>
                  <a:pt x="718" y="1199"/>
                </a:lnTo>
                <a:lnTo>
                  <a:pt x="718" y="1198"/>
                </a:lnTo>
                <a:lnTo>
                  <a:pt x="718" y="1197"/>
                </a:lnTo>
                <a:lnTo>
                  <a:pt x="717" y="1197"/>
                </a:lnTo>
                <a:lnTo>
                  <a:pt x="717" y="1196"/>
                </a:lnTo>
                <a:lnTo>
                  <a:pt x="716" y="1196"/>
                </a:lnTo>
                <a:lnTo>
                  <a:pt x="716" y="1195"/>
                </a:lnTo>
                <a:lnTo>
                  <a:pt x="715" y="1195"/>
                </a:lnTo>
                <a:lnTo>
                  <a:pt x="715" y="1194"/>
                </a:lnTo>
                <a:lnTo>
                  <a:pt x="714" y="1194"/>
                </a:lnTo>
                <a:lnTo>
                  <a:pt x="714" y="1193"/>
                </a:lnTo>
                <a:lnTo>
                  <a:pt x="713" y="1193"/>
                </a:lnTo>
                <a:lnTo>
                  <a:pt x="712" y="1193"/>
                </a:lnTo>
                <a:lnTo>
                  <a:pt x="712" y="1194"/>
                </a:lnTo>
                <a:lnTo>
                  <a:pt x="711" y="1194"/>
                </a:lnTo>
                <a:lnTo>
                  <a:pt x="710" y="1194"/>
                </a:lnTo>
                <a:lnTo>
                  <a:pt x="710" y="1195"/>
                </a:lnTo>
                <a:lnTo>
                  <a:pt x="710" y="1194"/>
                </a:lnTo>
                <a:lnTo>
                  <a:pt x="709" y="1194"/>
                </a:lnTo>
                <a:lnTo>
                  <a:pt x="709" y="1193"/>
                </a:lnTo>
                <a:lnTo>
                  <a:pt x="708" y="1193"/>
                </a:lnTo>
                <a:lnTo>
                  <a:pt x="707" y="1193"/>
                </a:lnTo>
                <a:lnTo>
                  <a:pt x="706" y="1193"/>
                </a:lnTo>
                <a:lnTo>
                  <a:pt x="705" y="1193"/>
                </a:lnTo>
                <a:lnTo>
                  <a:pt x="705" y="1192"/>
                </a:lnTo>
                <a:lnTo>
                  <a:pt x="704" y="1192"/>
                </a:lnTo>
                <a:lnTo>
                  <a:pt x="704" y="1191"/>
                </a:lnTo>
                <a:lnTo>
                  <a:pt x="703" y="1191"/>
                </a:lnTo>
                <a:lnTo>
                  <a:pt x="702" y="1191"/>
                </a:lnTo>
                <a:lnTo>
                  <a:pt x="702" y="1190"/>
                </a:lnTo>
                <a:lnTo>
                  <a:pt x="701" y="1190"/>
                </a:lnTo>
                <a:lnTo>
                  <a:pt x="701" y="1189"/>
                </a:lnTo>
                <a:lnTo>
                  <a:pt x="702" y="1189"/>
                </a:lnTo>
                <a:lnTo>
                  <a:pt x="702" y="1188"/>
                </a:lnTo>
                <a:lnTo>
                  <a:pt x="702" y="1187"/>
                </a:lnTo>
                <a:lnTo>
                  <a:pt x="703" y="1187"/>
                </a:lnTo>
                <a:lnTo>
                  <a:pt x="703" y="1186"/>
                </a:lnTo>
                <a:lnTo>
                  <a:pt x="704" y="1186"/>
                </a:lnTo>
                <a:lnTo>
                  <a:pt x="704" y="1185"/>
                </a:lnTo>
                <a:lnTo>
                  <a:pt x="704" y="1184"/>
                </a:lnTo>
                <a:lnTo>
                  <a:pt x="705" y="1184"/>
                </a:lnTo>
                <a:lnTo>
                  <a:pt x="705" y="1183"/>
                </a:lnTo>
                <a:lnTo>
                  <a:pt x="705" y="1182"/>
                </a:lnTo>
                <a:lnTo>
                  <a:pt x="704" y="1182"/>
                </a:lnTo>
                <a:lnTo>
                  <a:pt x="704" y="1181"/>
                </a:lnTo>
                <a:lnTo>
                  <a:pt x="704" y="1180"/>
                </a:lnTo>
                <a:lnTo>
                  <a:pt x="705" y="1180"/>
                </a:lnTo>
                <a:lnTo>
                  <a:pt x="705" y="1179"/>
                </a:lnTo>
                <a:lnTo>
                  <a:pt x="705" y="1178"/>
                </a:lnTo>
                <a:lnTo>
                  <a:pt x="704" y="1178"/>
                </a:lnTo>
                <a:lnTo>
                  <a:pt x="704" y="1177"/>
                </a:lnTo>
                <a:lnTo>
                  <a:pt x="705" y="1177"/>
                </a:lnTo>
                <a:lnTo>
                  <a:pt x="705" y="1176"/>
                </a:lnTo>
                <a:lnTo>
                  <a:pt x="705" y="1175"/>
                </a:lnTo>
                <a:lnTo>
                  <a:pt x="704" y="1175"/>
                </a:lnTo>
                <a:lnTo>
                  <a:pt x="704" y="1174"/>
                </a:lnTo>
                <a:lnTo>
                  <a:pt x="703" y="1174"/>
                </a:lnTo>
                <a:lnTo>
                  <a:pt x="703" y="1173"/>
                </a:lnTo>
                <a:lnTo>
                  <a:pt x="704" y="1173"/>
                </a:lnTo>
                <a:lnTo>
                  <a:pt x="704" y="1172"/>
                </a:lnTo>
                <a:lnTo>
                  <a:pt x="705" y="1172"/>
                </a:lnTo>
                <a:lnTo>
                  <a:pt x="705" y="1171"/>
                </a:lnTo>
                <a:lnTo>
                  <a:pt x="706" y="1171"/>
                </a:lnTo>
                <a:lnTo>
                  <a:pt x="706" y="1170"/>
                </a:lnTo>
                <a:lnTo>
                  <a:pt x="707" y="1170"/>
                </a:lnTo>
                <a:lnTo>
                  <a:pt x="707" y="1169"/>
                </a:lnTo>
                <a:lnTo>
                  <a:pt x="708" y="1169"/>
                </a:lnTo>
                <a:lnTo>
                  <a:pt x="709" y="1169"/>
                </a:lnTo>
                <a:lnTo>
                  <a:pt x="710" y="1169"/>
                </a:lnTo>
                <a:lnTo>
                  <a:pt x="710" y="1170"/>
                </a:lnTo>
                <a:lnTo>
                  <a:pt x="711" y="1170"/>
                </a:lnTo>
                <a:lnTo>
                  <a:pt x="711" y="1169"/>
                </a:lnTo>
                <a:lnTo>
                  <a:pt x="712" y="1169"/>
                </a:lnTo>
                <a:lnTo>
                  <a:pt x="712" y="1168"/>
                </a:lnTo>
                <a:lnTo>
                  <a:pt x="712" y="1167"/>
                </a:lnTo>
                <a:lnTo>
                  <a:pt x="712" y="1166"/>
                </a:lnTo>
                <a:lnTo>
                  <a:pt x="713" y="1166"/>
                </a:lnTo>
                <a:lnTo>
                  <a:pt x="713" y="1165"/>
                </a:lnTo>
                <a:lnTo>
                  <a:pt x="714" y="1165"/>
                </a:lnTo>
                <a:lnTo>
                  <a:pt x="714" y="1164"/>
                </a:lnTo>
                <a:lnTo>
                  <a:pt x="714" y="1163"/>
                </a:lnTo>
                <a:lnTo>
                  <a:pt x="715" y="1163"/>
                </a:lnTo>
                <a:lnTo>
                  <a:pt x="716" y="1163"/>
                </a:lnTo>
                <a:lnTo>
                  <a:pt x="717" y="1163"/>
                </a:lnTo>
                <a:lnTo>
                  <a:pt x="717" y="1164"/>
                </a:lnTo>
                <a:lnTo>
                  <a:pt x="717" y="1163"/>
                </a:lnTo>
                <a:lnTo>
                  <a:pt x="718" y="1162"/>
                </a:lnTo>
                <a:lnTo>
                  <a:pt x="718" y="1161"/>
                </a:lnTo>
                <a:lnTo>
                  <a:pt x="718" y="1160"/>
                </a:lnTo>
                <a:lnTo>
                  <a:pt x="718" y="1159"/>
                </a:lnTo>
                <a:lnTo>
                  <a:pt x="719" y="1159"/>
                </a:lnTo>
                <a:lnTo>
                  <a:pt x="719" y="1158"/>
                </a:lnTo>
                <a:lnTo>
                  <a:pt x="718" y="1158"/>
                </a:lnTo>
                <a:lnTo>
                  <a:pt x="718" y="1157"/>
                </a:lnTo>
                <a:lnTo>
                  <a:pt x="718" y="1156"/>
                </a:lnTo>
                <a:lnTo>
                  <a:pt x="718" y="1155"/>
                </a:lnTo>
                <a:lnTo>
                  <a:pt x="717" y="1155"/>
                </a:lnTo>
                <a:lnTo>
                  <a:pt x="717" y="1154"/>
                </a:lnTo>
                <a:lnTo>
                  <a:pt x="718" y="1154"/>
                </a:lnTo>
                <a:lnTo>
                  <a:pt x="718" y="1153"/>
                </a:lnTo>
                <a:lnTo>
                  <a:pt x="719" y="1153"/>
                </a:lnTo>
                <a:lnTo>
                  <a:pt x="720" y="1153"/>
                </a:lnTo>
                <a:lnTo>
                  <a:pt x="720" y="1152"/>
                </a:lnTo>
                <a:lnTo>
                  <a:pt x="720" y="1151"/>
                </a:lnTo>
                <a:lnTo>
                  <a:pt x="721" y="1151"/>
                </a:lnTo>
                <a:lnTo>
                  <a:pt x="721" y="1150"/>
                </a:lnTo>
                <a:lnTo>
                  <a:pt x="721" y="1149"/>
                </a:lnTo>
                <a:lnTo>
                  <a:pt x="720" y="1149"/>
                </a:lnTo>
                <a:lnTo>
                  <a:pt x="720" y="1148"/>
                </a:lnTo>
                <a:lnTo>
                  <a:pt x="720" y="1147"/>
                </a:lnTo>
                <a:lnTo>
                  <a:pt x="719" y="1147"/>
                </a:lnTo>
                <a:lnTo>
                  <a:pt x="718" y="1147"/>
                </a:lnTo>
                <a:lnTo>
                  <a:pt x="717" y="1147"/>
                </a:lnTo>
                <a:lnTo>
                  <a:pt x="717" y="1146"/>
                </a:lnTo>
                <a:lnTo>
                  <a:pt x="716" y="1146"/>
                </a:lnTo>
                <a:lnTo>
                  <a:pt x="716" y="1145"/>
                </a:lnTo>
                <a:lnTo>
                  <a:pt x="716" y="1144"/>
                </a:lnTo>
                <a:lnTo>
                  <a:pt x="715" y="1144"/>
                </a:lnTo>
                <a:lnTo>
                  <a:pt x="716" y="1144"/>
                </a:lnTo>
                <a:lnTo>
                  <a:pt x="715" y="1143"/>
                </a:lnTo>
                <a:lnTo>
                  <a:pt x="714" y="1143"/>
                </a:lnTo>
                <a:lnTo>
                  <a:pt x="714" y="1142"/>
                </a:lnTo>
                <a:lnTo>
                  <a:pt x="714" y="1141"/>
                </a:lnTo>
                <a:lnTo>
                  <a:pt x="714" y="1140"/>
                </a:lnTo>
                <a:lnTo>
                  <a:pt x="713" y="1140"/>
                </a:lnTo>
                <a:lnTo>
                  <a:pt x="713" y="1139"/>
                </a:lnTo>
                <a:lnTo>
                  <a:pt x="712" y="1139"/>
                </a:lnTo>
                <a:lnTo>
                  <a:pt x="711" y="1139"/>
                </a:lnTo>
                <a:lnTo>
                  <a:pt x="710" y="1139"/>
                </a:lnTo>
                <a:lnTo>
                  <a:pt x="710" y="1140"/>
                </a:lnTo>
                <a:lnTo>
                  <a:pt x="709" y="1140"/>
                </a:lnTo>
                <a:lnTo>
                  <a:pt x="708" y="1140"/>
                </a:lnTo>
                <a:lnTo>
                  <a:pt x="707" y="1140"/>
                </a:lnTo>
                <a:lnTo>
                  <a:pt x="707" y="1139"/>
                </a:lnTo>
                <a:lnTo>
                  <a:pt x="706" y="1139"/>
                </a:lnTo>
                <a:lnTo>
                  <a:pt x="705" y="1139"/>
                </a:lnTo>
                <a:lnTo>
                  <a:pt x="705" y="1138"/>
                </a:lnTo>
                <a:lnTo>
                  <a:pt x="704" y="1138"/>
                </a:lnTo>
                <a:lnTo>
                  <a:pt x="704" y="1139"/>
                </a:lnTo>
                <a:lnTo>
                  <a:pt x="704" y="1140"/>
                </a:lnTo>
                <a:lnTo>
                  <a:pt x="703" y="1140"/>
                </a:lnTo>
                <a:lnTo>
                  <a:pt x="702" y="1140"/>
                </a:lnTo>
                <a:lnTo>
                  <a:pt x="702" y="1141"/>
                </a:lnTo>
                <a:lnTo>
                  <a:pt x="701" y="1141"/>
                </a:lnTo>
                <a:lnTo>
                  <a:pt x="700" y="1141"/>
                </a:lnTo>
                <a:lnTo>
                  <a:pt x="700" y="1142"/>
                </a:lnTo>
                <a:lnTo>
                  <a:pt x="699" y="1142"/>
                </a:lnTo>
                <a:lnTo>
                  <a:pt x="699" y="1143"/>
                </a:lnTo>
                <a:lnTo>
                  <a:pt x="698" y="1143"/>
                </a:lnTo>
                <a:lnTo>
                  <a:pt x="698" y="1144"/>
                </a:lnTo>
                <a:lnTo>
                  <a:pt x="697" y="1144"/>
                </a:lnTo>
                <a:lnTo>
                  <a:pt x="696" y="1144"/>
                </a:lnTo>
                <a:lnTo>
                  <a:pt x="696" y="1145"/>
                </a:lnTo>
                <a:lnTo>
                  <a:pt x="695" y="1145"/>
                </a:lnTo>
                <a:lnTo>
                  <a:pt x="695" y="1146"/>
                </a:lnTo>
                <a:lnTo>
                  <a:pt x="694" y="1146"/>
                </a:lnTo>
                <a:lnTo>
                  <a:pt x="694" y="1147"/>
                </a:lnTo>
                <a:lnTo>
                  <a:pt x="693" y="1147"/>
                </a:lnTo>
                <a:lnTo>
                  <a:pt x="693" y="1148"/>
                </a:lnTo>
                <a:lnTo>
                  <a:pt x="694" y="1148"/>
                </a:lnTo>
                <a:lnTo>
                  <a:pt x="694" y="1149"/>
                </a:lnTo>
                <a:lnTo>
                  <a:pt x="693" y="1149"/>
                </a:lnTo>
                <a:lnTo>
                  <a:pt x="693" y="1150"/>
                </a:lnTo>
                <a:lnTo>
                  <a:pt x="692" y="1150"/>
                </a:lnTo>
                <a:lnTo>
                  <a:pt x="691" y="1150"/>
                </a:lnTo>
                <a:lnTo>
                  <a:pt x="690" y="1150"/>
                </a:lnTo>
                <a:lnTo>
                  <a:pt x="689" y="1150"/>
                </a:lnTo>
                <a:lnTo>
                  <a:pt x="688" y="1150"/>
                </a:lnTo>
                <a:lnTo>
                  <a:pt x="688" y="1149"/>
                </a:lnTo>
                <a:lnTo>
                  <a:pt x="688" y="1148"/>
                </a:lnTo>
                <a:lnTo>
                  <a:pt x="687" y="1148"/>
                </a:lnTo>
                <a:lnTo>
                  <a:pt x="686" y="1148"/>
                </a:lnTo>
                <a:lnTo>
                  <a:pt x="685" y="1148"/>
                </a:lnTo>
                <a:lnTo>
                  <a:pt x="685" y="1147"/>
                </a:lnTo>
                <a:lnTo>
                  <a:pt x="684" y="1147"/>
                </a:lnTo>
                <a:lnTo>
                  <a:pt x="684" y="1148"/>
                </a:lnTo>
                <a:lnTo>
                  <a:pt x="683" y="1148"/>
                </a:lnTo>
                <a:lnTo>
                  <a:pt x="682" y="1148"/>
                </a:lnTo>
                <a:lnTo>
                  <a:pt x="682" y="1147"/>
                </a:lnTo>
                <a:lnTo>
                  <a:pt x="682" y="1148"/>
                </a:lnTo>
                <a:lnTo>
                  <a:pt x="681" y="1148"/>
                </a:lnTo>
                <a:lnTo>
                  <a:pt x="681" y="1147"/>
                </a:lnTo>
                <a:lnTo>
                  <a:pt x="681" y="1148"/>
                </a:lnTo>
                <a:lnTo>
                  <a:pt x="680" y="1148"/>
                </a:lnTo>
                <a:lnTo>
                  <a:pt x="678" y="1148"/>
                </a:lnTo>
                <a:lnTo>
                  <a:pt x="677" y="1148"/>
                </a:lnTo>
                <a:lnTo>
                  <a:pt x="677" y="1149"/>
                </a:lnTo>
                <a:lnTo>
                  <a:pt x="676" y="1149"/>
                </a:lnTo>
                <a:lnTo>
                  <a:pt x="675" y="1149"/>
                </a:lnTo>
                <a:lnTo>
                  <a:pt x="674" y="1148"/>
                </a:lnTo>
                <a:lnTo>
                  <a:pt x="673" y="1147"/>
                </a:lnTo>
                <a:lnTo>
                  <a:pt x="672" y="1146"/>
                </a:lnTo>
                <a:lnTo>
                  <a:pt x="671" y="1145"/>
                </a:lnTo>
                <a:lnTo>
                  <a:pt x="670" y="1145"/>
                </a:lnTo>
                <a:lnTo>
                  <a:pt x="670" y="1144"/>
                </a:lnTo>
                <a:lnTo>
                  <a:pt x="669" y="1143"/>
                </a:lnTo>
                <a:lnTo>
                  <a:pt x="668" y="1143"/>
                </a:lnTo>
                <a:lnTo>
                  <a:pt x="668" y="1142"/>
                </a:lnTo>
                <a:lnTo>
                  <a:pt x="667" y="1142"/>
                </a:lnTo>
                <a:lnTo>
                  <a:pt x="667" y="1141"/>
                </a:lnTo>
                <a:lnTo>
                  <a:pt x="666" y="1141"/>
                </a:lnTo>
                <a:lnTo>
                  <a:pt x="665" y="1141"/>
                </a:lnTo>
                <a:lnTo>
                  <a:pt x="664" y="1140"/>
                </a:lnTo>
                <a:lnTo>
                  <a:pt x="663" y="1140"/>
                </a:lnTo>
                <a:lnTo>
                  <a:pt x="663" y="1139"/>
                </a:lnTo>
                <a:lnTo>
                  <a:pt x="662" y="1139"/>
                </a:lnTo>
                <a:lnTo>
                  <a:pt x="661" y="1139"/>
                </a:lnTo>
                <a:lnTo>
                  <a:pt x="660" y="1139"/>
                </a:lnTo>
                <a:lnTo>
                  <a:pt x="660" y="1138"/>
                </a:lnTo>
                <a:lnTo>
                  <a:pt x="660" y="1137"/>
                </a:lnTo>
                <a:lnTo>
                  <a:pt x="659" y="1137"/>
                </a:lnTo>
                <a:lnTo>
                  <a:pt x="659" y="1136"/>
                </a:lnTo>
                <a:lnTo>
                  <a:pt x="658" y="1136"/>
                </a:lnTo>
                <a:lnTo>
                  <a:pt x="657" y="1136"/>
                </a:lnTo>
                <a:lnTo>
                  <a:pt x="657" y="1135"/>
                </a:lnTo>
                <a:lnTo>
                  <a:pt x="658" y="1135"/>
                </a:lnTo>
                <a:lnTo>
                  <a:pt x="658" y="1134"/>
                </a:lnTo>
                <a:lnTo>
                  <a:pt x="658" y="1133"/>
                </a:lnTo>
                <a:lnTo>
                  <a:pt x="658" y="1132"/>
                </a:lnTo>
                <a:lnTo>
                  <a:pt x="659" y="1132"/>
                </a:lnTo>
                <a:lnTo>
                  <a:pt x="659" y="1131"/>
                </a:lnTo>
                <a:lnTo>
                  <a:pt x="659" y="1130"/>
                </a:lnTo>
                <a:lnTo>
                  <a:pt x="658" y="1130"/>
                </a:lnTo>
                <a:lnTo>
                  <a:pt x="658" y="1129"/>
                </a:lnTo>
                <a:lnTo>
                  <a:pt x="657" y="1129"/>
                </a:lnTo>
                <a:lnTo>
                  <a:pt x="656" y="1129"/>
                </a:lnTo>
                <a:lnTo>
                  <a:pt x="656" y="1128"/>
                </a:lnTo>
                <a:lnTo>
                  <a:pt x="655" y="1128"/>
                </a:lnTo>
                <a:lnTo>
                  <a:pt x="655" y="1127"/>
                </a:lnTo>
                <a:lnTo>
                  <a:pt x="655" y="1126"/>
                </a:lnTo>
                <a:lnTo>
                  <a:pt x="654" y="1126"/>
                </a:lnTo>
                <a:lnTo>
                  <a:pt x="654" y="1125"/>
                </a:lnTo>
                <a:lnTo>
                  <a:pt x="653" y="1125"/>
                </a:lnTo>
                <a:lnTo>
                  <a:pt x="653" y="1124"/>
                </a:lnTo>
                <a:lnTo>
                  <a:pt x="653" y="1123"/>
                </a:lnTo>
                <a:lnTo>
                  <a:pt x="654" y="1123"/>
                </a:lnTo>
                <a:lnTo>
                  <a:pt x="654" y="1122"/>
                </a:lnTo>
                <a:lnTo>
                  <a:pt x="653" y="1122"/>
                </a:lnTo>
                <a:lnTo>
                  <a:pt x="653" y="1121"/>
                </a:lnTo>
                <a:lnTo>
                  <a:pt x="653" y="1120"/>
                </a:lnTo>
                <a:lnTo>
                  <a:pt x="652" y="1120"/>
                </a:lnTo>
                <a:lnTo>
                  <a:pt x="652" y="1119"/>
                </a:lnTo>
                <a:lnTo>
                  <a:pt x="651" y="1119"/>
                </a:lnTo>
                <a:lnTo>
                  <a:pt x="651" y="1118"/>
                </a:lnTo>
                <a:lnTo>
                  <a:pt x="650" y="1118"/>
                </a:lnTo>
                <a:lnTo>
                  <a:pt x="649" y="1118"/>
                </a:lnTo>
                <a:lnTo>
                  <a:pt x="648" y="1119"/>
                </a:lnTo>
                <a:lnTo>
                  <a:pt x="648" y="1118"/>
                </a:lnTo>
                <a:lnTo>
                  <a:pt x="647" y="1118"/>
                </a:lnTo>
                <a:lnTo>
                  <a:pt x="646" y="1118"/>
                </a:lnTo>
                <a:lnTo>
                  <a:pt x="645" y="1118"/>
                </a:lnTo>
                <a:lnTo>
                  <a:pt x="645" y="1117"/>
                </a:lnTo>
                <a:lnTo>
                  <a:pt x="644" y="1117"/>
                </a:lnTo>
                <a:lnTo>
                  <a:pt x="644" y="1116"/>
                </a:lnTo>
                <a:lnTo>
                  <a:pt x="643" y="1116"/>
                </a:lnTo>
                <a:lnTo>
                  <a:pt x="642" y="1115"/>
                </a:lnTo>
                <a:lnTo>
                  <a:pt x="642" y="1114"/>
                </a:lnTo>
                <a:lnTo>
                  <a:pt x="643" y="1114"/>
                </a:lnTo>
                <a:lnTo>
                  <a:pt x="642" y="1114"/>
                </a:lnTo>
                <a:lnTo>
                  <a:pt x="642" y="1115"/>
                </a:lnTo>
                <a:lnTo>
                  <a:pt x="642" y="1114"/>
                </a:lnTo>
                <a:lnTo>
                  <a:pt x="642" y="1115"/>
                </a:lnTo>
                <a:lnTo>
                  <a:pt x="641" y="1115"/>
                </a:lnTo>
                <a:lnTo>
                  <a:pt x="640" y="1115"/>
                </a:lnTo>
                <a:lnTo>
                  <a:pt x="639" y="1115"/>
                </a:lnTo>
                <a:lnTo>
                  <a:pt x="638" y="1115"/>
                </a:lnTo>
                <a:lnTo>
                  <a:pt x="638" y="1114"/>
                </a:lnTo>
                <a:lnTo>
                  <a:pt x="637" y="1114"/>
                </a:lnTo>
                <a:lnTo>
                  <a:pt x="636" y="1114"/>
                </a:lnTo>
                <a:lnTo>
                  <a:pt x="635" y="1114"/>
                </a:lnTo>
                <a:lnTo>
                  <a:pt x="635" y="1115"/>
                </a:lnTo>
                <a:lnTo>
                  <a:pt x="634" y="1115"/>
                </a:lnTo>
                <a:lnTo>
                  <a:pt x="633" y="1115"/>
                </a:lnTo>
                <a:lnTo>
                  <a:pt x="633" y="1114"/>
                </a:lnTo>
                <a:lnTo>
                  <a:pt x="633" y="1113"/>
                </a:lnTo>
                <a:lnTo>
                  <a:pt x="632" y="1113"/>
                </a:lnTo>
                <a:lnTo>
                  <a:pt x="632" y="1112"/>
                </a:lnTo>
                <a:lnTo>
                  <a:pt x="631" y="1112"/>
                </a:lnTo>
                <a:lnTo>
                  <a:pt x="630" y="1112"/>
                </a:lnTo>
                <a:lnTo>
                  <a:pt x="630" y="1111"/>
                </a:lnTo>
                <a:lnTo>
                  <a:pt x="630" y="1110"/>
                </a:lnTo>
                <a:lnTo>
                  <a:pt x="629" y="1110"/>
                </a:lnTo>
                <a:lnTo>
                  <a:pt x="629" y="1109"/>
                </a:lnTo>
                <a:lnTo>
                  <a:pt x="628" y="1109"/>
                </a:lnTo>
                <a:lnTo>
                  <a:pt x="627" y="1108"/>
                </a:lnTo>
                <a:lnTo>
                  <a:pt x="628" y="1108"/>
                </a:lnTo>
                <a:lnTo>
                  <a:pt x="629" y="1108"/>
                </a:lnTo>
                <a:lnTo>
                  <a:pt x="629" y="1107"/>
                </a:lnTo>
                <a:lnTo>
                  <a:pt x="629" y="1106"/>
                </a:lnTo>
                <a:lnTo>
                  <a:pt x="629" y="1105"/>
                </a:lnTo>
                <a:lnTo>
                  <a:pt x="630" y="1105"/>
                </a:lnTo>
                <a:lnTo>
                  <a:pt x="629" y="1105"/>
                </a:lnTo>
                <a:lnTo>
                  <a:pt x="629" y="1104"/>
                </a:lnTo>
                <a:lnTo>
                  <a:pt x="628" y="1104"/>
                </a:lnTo>
                <a:lnTo>
                  <a:pt x="628" y="1103"/>
                </a:lnTo>
                <a:lnTo>
                  <a:pt x="628" y="1102"/>
                </a:lnTo>
                <a:lnTo>
                  <a:pt x="629" y="1102"/>
                </a:lnTo>
                <a:lnTo>
                  <a:pt x="629" y="1101"/>
                </a:lnTo>
                <a:lnTo>
                  <a:pt x="629" y="1100"/>
                </a:lnTo>
                <a:lnTo>
                  <a:pt x="628" y="1100"/>
                </a:lnTo>
                <a:lnTo>
                  <a:pt x="628" y="1099"/>
                </a:lnTo>
                <a:lnTo>
                  <a:pt x="627" y="1099"/>
                </a:lnTo>
                <a:lnTo>
                  <a:pt x="626" y="1099"/>
                </a:lnTo>
                <a:lnTo>
                  <a:pt x="625" y="1099"/>
                </a:lnTo>
                <a:lnTo>
                  <a:pt x="625" y="1098"/>
                </a:lnTo>
                <a:lnTo>
                  <a:pt x="625" y="1097"/>
                </a:lnTo>
                <a:lnTo>
                  <a:pt x="626" y="1097"/>
                </a:lnTo>
                <a:lnTo>
                  <a:pt x="627" y="1097"/>
                </a:lnTo>
                <a:lnTo>
                  <a:pt x="627" y="1096"/>
                </a:lnTo>
                <a:lnTo>
                  <a:pt x="627" y="1095"/>
                </a:lnTo>
                <a:lnTo>
                  <a:pt x="626" y="1095"/>
                </a:lnTo>
                <a:lnTo>
                  <a:pt x="626" y="1094"/>
                </a:lnTo>
                <a:lnTo>
                  <a:pt x="625" y="1094"/>
                </a:lnTo>
                <a:lnTo>
                  <a:pt x="624" y="1094"/>
                </a:lnTo>
                <a:lnTo>
                  <a:pt x="624" y="1093"/>
                </a:lnTo>
                <a:lnTo>
                  <a:pt x="623" y="1093"/>
                </a:lnTo>
                <a:lnTo>
                  <a:pt x="622" y="1093"/>
                </a:lnTo>
                <a:lnTo>
                  <a:pt x="621" y="1093"/>
                </a:lnTo>
                <a:lnTo>
                  <a:pt x="620" y="1093"/>
                </a:lnTo>
                <a:lnTo>
                  <a:pt x="620" y="1092"/>
                </a:lnTo>
                <a:lnTo>
                  <a:pt x="619" y="1092"/>
                </a:lnTo>
                <a:lnTo>
                  <a:pt x="619" y="1091"/>
                </a:lnTo>
                <a:lnTo>
                  <a:pt x="618" y="1091"/>
                </a:lnTo>
                <a:lnTo>
                  <a:pt x="618" y="1092"/>
                </a:lnTo>
                <a:lnTo>
                  <a:pt x="617" y="1092"/>
                </a:lnTo>
                <a:lnTo>
                  <a:pt x="616" y="1092"/>
                </a:lnTo>
                <a:lnTo>
                  <a:pt x="616" y="1091"/>
                </a:lnTo>
                <a:lnTo>
                  <a:pt x="615" y="1090"/>
                </a:lnTo>
                <a:lnTo>
                  <a:pt x="614" y="1090"/>
                </a:lnTo>
                <a:lnTo>
                  <a:pt x="613" y="1090"/>
                </a:lnTo>
                <a:lnTo>
                  <a:pt x="613" y="1089"/>
                </a:lnTo>
                <a:lnTo>
                  <a:pt x="612" y="1089"/>
                </a:lnTo>
                <a:lnTo>
                  <a:pt x="612" y="1088"/>
                </a:lnTo>
                <a:lnTo>
                  <a:pt x="611" y="1087"/>
                </a:lnTo>
                <a:lnTo>
                  <a:pt x="611" y="1086"/>
                </a:lnTo>
                <a:lnTo>
                  <a:pt x="610" y="1086"/>
                </a:lnTo>
                <a:lnTo>
                  <a:pt x="610" y="1085"/>
                </a:lnTo>
                <a:lnTo>
                  <a:pt x="609" y="1085"/>
                </a:lnTo>
                <a:lnTo>
                  <a:pt x="608" y="1085"/>
                </a:lnTo>
                <a:lnTo>
                  <a:pt x="608" y="1086"/>
                </a:lnTo>
                <a:lnTo>
                  <a:pt x="607" y="1085"/>
                </a:lnTo>
                <a:lnTo>
                  <a:pt x="606" y="1085"/>
                </a:lnTo>
                <a:lnTo>
                  <a:pt x="605" y="1085"/>
                </a:lnTo>
                <a:lnTo>
                  <a:pt x="605" y="1084"/>
                </a:lnTo>
                <a:lnTo>
                  <a:pt x="605" y="1083"/>
                </a:lnTo>
                <a:lnTo>
                  <a:pt x="605" y="1082"/>
                </a:lnTo>
                <a:lnTo>
                  <a:pt x="604" y="1082"/>
                </a:lnTo>
                <a:lnTo>
                  <a:pt x="605" y="1082"/>
                </a:lnTo>
                <a:lnTo>
                  <a:pt x="605" y="1081"/>
                </a:lnTo>
                <a:lnTo>
                  <a:pt x="605" y="1080"/>
                </a:lnTo>
                <a:lnTo>
                  <a:pt x="606" y="1080"/>
                </a:lnTo>
                <a:lnTo>
                  <a:pt x="606" y="1079"/>
                </a:lnTo>
                <a:lnTo>
                  <a:pt x="606" y="1078"/>
                </a:lnTo>
                <a:lnTo>
                  <a:pt x="606" y="1077"/>
                </a:lnTo>
                <a:lnTo>
                  <a:pt x="607" y="1077"/>
                </a:lnTo>
                <a:lnTo>
                  <a:pt x="607" y="1076"/>
                </a:lnTo>
                <a:lnTo>
                  <a:pt x="607" y="1075"/>
                </a:lnTo>
                <a:lnTo>
                  <a:pt x="608" y="1074"/>
                </a:lnTo>
                <a:lnTo>
                  <a:pt x="609" y="1074"/>
                </a:lnTo>
                <a:lnTo>
                  <a:pt x="609" y="1073"/>
                </a:lnTo>
                <a:lnTo>
                  <a:pt x="609" y="1072"/>
                </a:lnTo>
                <a:lnTo>
                  <a:pt x="609" y="1071"/>
                </a:lnTo>
                <a:lnTo>
                  <a:pt x="609" y="1070"/>
                </a:lnTo>
                <a:lnTo>
                  <a:pt x="610" y="1070"/>
                </a:lnTo>
                <a:lnTo>
                  <a:pt x="610" y="1069"/>
                </a:lnTo>
                <a:lnTo>
                  <a:pt x="610" y="1068"/>
                </a:lnTo>
                <a:lnTo>
                  <a:pt x="611" y="1068"/>
                </a:lnTo>
                <a:lnTo>
                  <a:pt x="611" y="1067"/>
                </a:lnTo>
                <a:lnTo>
                  <a:pt x="612" y="1067"/>
                </a:lnTo>
                <a:lnTo>
                  <a:pt x="612" y="1066"/>
                </a:lnTo>
                <a:lnTo>
                  <a:pt x="612" y="1065"/>
                </a:lnTo>
                <a:lnTo>
                  <a:pt x="611" y="1065"/>
                </a:lnTo>
                <a:lnTo>
                  <a:pt x="612" y="1065"/>
                </a:lnTo>
                <a:lnTo>
                  <a:pt x="612" y="1064"/>
                </a:lnTo>
                <a:lnTo>
                  <a:pt x="612" y="1063"/>
                </a:lnTo>
                <a:lnTo>
                  <a:pt x="611" y="1062"/>
                </a:lnTo>
                <a:lnTo>
                  <a:pt x="610" y="1062"/>
                </a:lnTo>
                <a:lnTo>
                  <a:pt x="610" y="1061"/>
                </a:lnTo>
                <a:lnTo>
                  <a:pt x="609" y="1061"/>
                </a:lnTo>
                <a:lnTo>
                  <a:pt x="609" y="1060"/>
                </a:lnTo>
                <a:lnTo>
                  <a:pt x="608" y="1060"/>
                </a:lnTo>
                <a:lnTo>
                  <a:pt x="607" y="1060"/>
                </a:lnTo>
                <a:lnTo>
                  <a:pt x="607" y="1061"/>
                </a:lnTo>
                <a:lnTo>
                  <a:pt x="606" y="1061"/>
                </a:lnTo>
                <a:lnTo>
                  <a:pt x="605" y="1061"/>
                </a:lnTo>
                <a:lnTo>
                  <a:pt x="605" y="1060"/>
                </a:lnTo>
                <a:lnTo>
                  <a:pt x="605" y="1059"/>
                </a:lnTo>
                <a:lnTo>
                  <a:pt x="605" y="1058"/>
                </a:lnTo>
                <a:lnTo>
                  <a:pt x="605" y="1057"/>
                </a:lnTo>
                <a:lnTo>
                  <a:pt x="605" y="1056"/>
                </a:lnTo>
                <a:lnTo>
                  <a:pt x="605" y="1055"/>
                </a:lnTo>
                <a:lnTo>
                  <a:pt x="606" y="1055"/>
                </a:lnTo>
                <a:lnTo>
                  <a:pt x="607" y="1054"/>
                </a:lnTo>
                <a:lnTo>
                  <a:pt x="607" y="1053"/>
                </a:lnTo>
                <a:lnTo>
                  <a:pt x="608" y="1053"/>
                </a:lnTo>
                <a:lnTo>
                  <a:pt x="608" y="1052"/>
                </a:lnTo>
                <a:lnTo>
                  <a:pt x="608" y="1051"/>
                </a:lnTo>
                <a:lnTo>
                  <a:pt x="608" y="1050"/>
                </a:lnTo>
                <a:lnTo>
                  <a:pt x="609" y="1050"/>
                </a:lnTo>
                <a:lnTo>
                  <a:pt x="609" y="1049"/>
                </a:lnTo>
                <a:lnTo>
                  <a:pt x="608" y="1049"/>
                </a:lnTo>
                <a:lnTo>
                  <a:pt x="607" y="1049"/>
                </a:lnTo>
                <a:lnTo>
                  <a:pt x="606" y="1049"/>
                </a:lnTo>
                <a:lnTo>
                  <a:pt x="606" y="1048"/>
                </a:lnTo>
                <a:lnTo>
                  <a:pt x="605" y="1048"/>
                </a:lnTo>
                <a:lnTo>
                  <a:pt x="605" y="1047"/>
                </a:lnTo>
                <a:lnTo>
                  <a:pt x="606" y="1047"/>
                </a:lnTo>
                <a:lnTo>
                  <a:pt x="606" y="1046"/>
                </a:lnTo>
                <a:lnTo>
                  <a:pt x="606" y="1045"/>
                </a:lnTo>
                <a:lnTo>
                  <a:pt x="606" y="1044"/>
                </a:lnTo>
                <a:lnTo>
                  <a:pt x="605" y="1044"/>
                </a:lnTo>
                <a:lnTo>
                  <a:pt x="605" y="1042"/>
                </a:lnTo>
                <a:lnTo>
                  <a:pt x="606" y="1042"/>
                </a:lnTo>
                <a:lnTo>
                  <a:pt x="606" y="1041"/>
                </a:lnTo>
                <a:lnTo>
                  <a:pt x="606" y="1040"/>
                </a:lnTo>
                <a:lnTo>
                  <a:pt x="606" y="1039"/>
                </a:lnTo>
                <a:lnTo>
                  <a:pt x="606" y="1038"/>
                </a:lnTo>
                <a:lnTo>
                  <a:pt x="607" y="1037"/>
                </a:lnTo>
                <a:lnTo>
                  <a:pt x="608" y="1037"/>
                </a:lnTo>
                <a:lnTo>
                  <a:pt x="609" y="1037"/>
                </a:lnTo>
                <a:lnTo>
                  <a:pt x="609" y="1036"/>
                </a:lnTo>
                <a:lnTo>
                  <a:pt x="609" y="1037"/>
                </a:lnTo>
                <a:lnTo>
                  <a:pt x="610" y="1037"/>
                </a:lnTo>
                <a:lnTo>
                  <a:pt x="610" y="1036"/>
                </a:lnTo>
                <a:lnTo>
                  <a:pt x="611" y="1036"/>
                </a:lnTo>
                <a:lnTo>
                  <a:pt x="611" y="1035"/>
                </a:lnTo>
                <a:lnTo>
                  <a:pt x="611" y="1034"/>
                </a:lnTo>
                <a:lnTo>
                  <a:pt x="612" y="1034"/>
                </a:lnTo>
                <a:lnTo>
                  <a:pt x="612" y="1033"/>
                </a:lnTo>
                <a:lnTo>
                  <a:pt x="612" y="1032"/>
                </a:lnTo>
                <a:lnTo>
                  <a:pt x="612" y="1031"/>
                </a:lnTo>
                <a:lnTo>
                  <a:pt x="611" y="1031"/>
                </a:lnTo>
                <a:lnTo>
                  <a:pt x="610" y="1031"/>
                </a:lnTo>
                <a:lnTo>
                  <a:pt x="610" y="1032"/>
                </a:lnTo>
                <a:lnTo>
                  <a:pt x="609" y="1032"/>
                </a:lnTo>
                <a:lnTo>
                  <a:pt x="609" y="1031"/>
                </a:lnTo>
                <a:lnTo>
                  <a:pt x="608" y="1031"/>
                </a:lnTo>
                <a:lnTo>
                  <a:pt x="607" y="1031"/>
                </a:lnTo>
                <a:lnTo>
                  <a:pt x="606" y="1031"/>
                </a:lnTo>
                <a:lnTo>
                  <a:pt x="605" y="1031"/>
                </a:lnTo>
                <a:lnTo>
                  <a:pt x="604" y="1031"/>
                </a:lnTo>
                <a:lnTo>
                  <a:pt x="604" y="1030"/>
                </a:lnTo>
                <a:lnTo>
                  <a:pt x="603" y="1030"/>
                </a:lnTo>
                <a:lnTo>
                  <a:pt x="602" y="1029"/>
                </a:lnTo>
                <a:lnTo>
                  <a:pt x="601" y="1029"/>
                </a:lnTo>
                <a:lnTo>
                  <a:pt x="601" y="1028"/>
                </a:lnTo>
                <a:lnTo>
                  <a:pt x="602" y="1028"/>
                </a:lnTo>
                <a:lnTo>
                  <a:pt x="601" y="1028"/>
                </a:lnTo>
                <a:lnTo>
                  <a:pt x="602" y="1028"/>
                </a:lnTo>
                <a:lnTo>
                  <a:pt x="602" y="1027"/>
                </a:lnTo>
                <a:lnTo>
                  <a:pt x="602" y="1026"/>
                </a:lnTo>
                <a:lnTo>
                  <a:pt x="603" y="1026"/>
                </a:lnTo>
                <a:lnTo>
                  <a:pt x="603" y="1025"/>
                </a:lnTo>
                <a:lnTo>
                  <a:pt x="603" y="1024"/>
                </a:lnTo>
                <a:lnTo>
                  <a:pt x="602" y="1024"/>
                </a:lnTo>
                <a:lnTo>
                  <a:pt x="602" y="1023"/>
                </a:lnTo>
                <a:lnTo>
                  <a:pt x="601" y="1023"/>
                </a:lnTo>
                <a:lnTo>
                  <a:pt x="601" y="1022"/>
                </a:lnTo>
                <a:lnTo>
                  <a:pt x="600" y="1022"/>
                </a:lnTo>
                <a:lnTo>
                  <a:pt x="600" y="1021"/>
                </a:lnTo>
                <a:lnTo>
                  <a:pt x="599" y="1021"/>
                </a:lnTo>
                <a:lnTo>
                  <a:pt x="599" y="1022"/>
                </a:lnTo>
                <a:lnTo>
                  <a:pt x="598" y="1022"/>
                </a:lnTo>
                <a:lnTo>
                  <a:pt x="597" y="1022"/>
                </a:lnTo>
                <a:lnTo>
                  <a:pt x="597" y="1021"/>
                </a:lnTo>
                <a:lnTo>
                  <a:pt x="596" y="1021"/>
                </a:lnTo>
                <a:lnTo>
                  <a:pt x="595" y="1021"/>
                </a:lnTo>
                <a:lnTo>
                  <a:pt x="595" y="1020"/>
                </a:lnTo>
                <a:lnTo>
                  <a:pt x="595" y="1019"/>
                </a:lnTo>
                <a:lnTo>
                  <a:pt x="594" y="1019"/>
                </a:lnTo>
                <a:lnTo>
                  <a:pt x="593" y="1019"/>
                </a:lnTo>
                <a:lnTo>
                  <a:pt x="593" y="1020"/>
                </a:lnTo>
                <a:lnTo>
                  <a:pt x="592" y="1020"/>
                </a:lnTo>
                <a:lnTo>
                  <a:pt x="592" y="1021"/>
                </a:lnTo>
                <a:lnTo>
                  <a:pt x="591" y="1021"/>
                </a:lnTo>
                <a:lnTo>
                  <a:pt x="591" y="1020"/>
                </a:lnTo>
                <a:lnTo>
                  <a:pt x="590" y="1020"/>
                </a:lnTo>
                <a:lnTo>
                  <a:pt x="590" y="1019"/>
                </a:lnTo>
                <a:lnTo>
                  <a:pt x="589" y="1019"/>
                </a:lnTo>
                <a:lnTo>
                  <a:pt x="588" y="1019"/>
                </a:lnTo>
                <a:lnTo>
                  <a:pt x="588" y="1018"/>
                </a:lnTo>
                <a:lnTo>
                  <a:pt x="587" y="1018"/>
                </a:lnTo>
                <a:lnTo>
                  <a:pt x="587" y="1017"/>
                </a:lnTo>
                <a:lnTo>
                  <a:pt x="588" y="1017"/>
                </a:lnTo>
                <a:lnTo>
                  <a:pt x="589" y="1017"/>
                </a:lnTo>
                <a:lnTo>
                  <a:pt x="589" y="1016"/>
                </a:lnTo>
                <a:lnTo>
                  <a:pt x="589" y="1015"/>
                </a:lnTo>
                <a:lnTo>
                  <a:pt x="588" y="1015"/>
                </a:lnTo>
                <a:lnTo>
                  <a:pt x="588" y="1014"/>
                </a:lnTo>
                <a:lnTo>
                  <a:pt x="586" y="1013"/>
                </a:lnTo>
                <a:lnTo>
                  <a:pt x="585" y="1012"/>
                </a:lnTo>
                <a:lnTo>
                  <a:pt x="584" y="1012"/>
                </a:lnTo>
                <a:lnTo>
                  <a:pt x="584" y="1013"/>
                </a:lnTo>
                <a:lnTo>
                  <a:pt x="583" y="1013"/>
                </a:lnTo>
                <a:lnTo>
                  <a:pt x="583" y="1014"/>
                </a:lnTo>
                <a:lnTo>
                  <a:pt x="582" y="1014"/>
                </a:lnTo>
                <a:lnTo>
                  <a:pt x="581" y="1014"/>
                </a:lnTo>
                <a:lnTo>
                  <a:pt x="581" y="1013"/>
                </a:lnTo>
                <a:lnTo>
                  <a:pt x="580" y="1013"/>
                </a:lnTo>
                <a:lnTo>
                  <a:pt x="579" y="1013"/>
                </a:lnTo>
                <a:lnTo>
                  <a:pt x="579" y="1012"/>
                </a:lnTo>
                <a:lnTo>
                  <a:pt x="578" y="1012"/>
                </a:lnTo>
                <a:lnTo>
                  <a:pt x="577" y="1011"/>
                </a:lnTo>
                <a:lnTo>
                  <a:pt x="577" y="1012"/>
                </a:lnTo>
                <a:lnTo>
                  <a:pt x="576" y="1012"/>
                </a:lnTo>
                <a:lnTo>
                  <a:pt x="575" y="1012"/>
                </a:lnTo>
                <a:lnTo>
                  <a:pt x="574" y="1012"/>
                </a:lnTo>
                <a:lnTo>
                  <a:pt x="573" y="1012"/>
                </a:lnTo>
                <a:lnTo>
                  <a:pt x="573" y="1013"/>
                </a:lnTo>
                <a:lnTo>
                  <a:pt x="572" y="1013"/>
                </a:lnTo>
                <a:lnTo>
                  <a:pt x="572" y="1012"/>
                </a:lnTo>
                <a:lnTo>
                  <a:pt x="571" y="1012"/>
                </a:lnTo>
                <a:lnTo>
                  <a:pt x="571" y="1013"/>
                </a:lnTo>
                <a:lnTo>
                  <a:pt x="570" y="1013"/>
                </a:lnTo>
                <a:lnTo>
                  <a:pt x="570" y="1014"/>
                </a:lnTo>
                <a:lnTo>
                  <a:pt x="569" y="1014"/>
                </a:lnTo>
                <a:lnTo>
                  <a:pt x="568" y="1014"/>
                </a:lnTo>
                <a:lnTo>
                  <a:pt x="568" y="1013"/>
                </a:lnTo>
                <a:lnTo>
                  <a:pt x="567" y="1013"/>
                </a:lnTo>
                <a:lnTo>
                  <a:pt x="567" y="1014"/>
                </a:lnTo>
                <a:lnTo>
                  <a:pt x="567" y="1013"/>
                </a:lnTo>
                <a:lnTo>
                  <a:pt x="566" y="1013"/>
                </a:lnTo>
                <a:lnTo>
                  <a:pt x="566" y="1012"/>
                </a:lnTo>
                <a:lnTo>
                  <a:pt x="565" y="1012"/>
                </a:lnTo>
                <a:lnTo>
                  <a:pt x="565" y="1013"/>
                </a:lnTo>
                <a:lnTo>
                  <a:pt x="564" y="1013"/>
                </a:lnTo>
                <a:lnTo>
                  <a:pt x="564" y="1014"/>
                </a:lnTo>
                <a:lnTo>
                  <a:pt x="564" y="1015"/>
                </a:lnTo>
                <a:lnTo>
                  <a:pt x="563" y="1015"/>
                </a:lnTo>
                <a:lnTo>
                  <a:pt x="562" y="1015"/>
                </a:lnTo>
                <a:lnTo>
                  <a:pt x="562" y="1016"/>
                </a:lnTo>
                <a:lnTo>
                  <a:pt x="561" y="1016"/>
                </a:lnTo>
                <a:lnTo>
                  <a:pt x="562" y="1016"/>
                </a:lnTo>
                <a:lnTo>
                  <a:pt x="562" y="1017"/>
                </a:lnTo>
                <a:lnTo>
                  <a:pt x="562" y="1019"/>
                </a:lnTo>
                <a:lnTo>
                  <a:pt x="561" y="1019"/>
                </a:lnTo>
                <a:lnTo>
                  <a:pt x="561" y="1020"/>
                </a:lnTo>
                <a:lnTo>
                  <a:pt x="560" y="1020"/>
                </a:lnTo>
                <a:lnTo>
                  <a:pt x="559" y="1020"/>
                </a:lnTo>
                <a:lnTo>
                  <a:pt x="559" y="1019"/>
                </a:lnTo>
                <a:lnTo>
                  <a:pt x="558" y="1020"/>
                </a:lnTo>
                <a:lnTo>
                  <a:pt x="558" y="1019"/>
                </a:lnTo>
                <a:lnTo>
                  <a:pt x="558" y="1020"/>
                </a:lnTo>
                <a:lnTo>
                  <a:pt x="557" y="1020"/>
                </a:lnTo>
                <a:lnTo>
                  <a:pt x="556" y="1020"/>
                </a:lnTo>
                <a:lnTo>
                  <a:pt x="555" y="1020"/>
                </a:lnTo>
                <a:lnTo>
                  <a:pt x="555" y="1019"/>
                </a:lnTo>
                <a:lnTo>
                  <a:pt x="554" y="1019"/>
                </a:lnTo>
                <a:lnTo>
                  <a:pt x="553" y="1019"/>
                </a:lnTo>
                <a:lnTo>
                  <a:pt x="552" y="1019"/>
                </a:lnTo>
                <a:lnTo>
                  <a:pt x="551" y="1019"/>
                </a:lnTo>
                <a:lnTo>
                  <a:pt x="551" y="1018"/>
                </a:lnTo>
                <a:lnTo>
                  <a:pt x="550" y="1018"/>
                </a:lnTo>
                <a:lnTo>
                  <a:pt x="550" y="1019"/>
                </a:lnTo>
                <a:lnTo>
                  <a:pt x="549" y="1019"/>
                </a:lnTo>
                <a:lnTo>
                  <a:pt x="548" y="1019"/>
                </a:lnTo>
                <a:lnTo>
                  <a:pt x="548" y="1020"/>
                </a:lnTo>
                <a:lnTo>
                  <a:pt x="547" y="1021"/>
                </a:lnTo>
                <a:lnTo>
                  <a:pt x="546" y="1021"/>
                </a:lnTo>
                <a:lnTo>
                  <a:pt x="546" y="1022"/>
                </a:lnTo>
                <a:lnTo>
                  <a:pt x="545" y="1022"/>
                </a:lnTo>
                <a:lnTo>
                  <a:pt x="545" y="1023"/>
                </a:lnTo>
                <a:lnTo>
                  <a:pt x="544" y="1023"/>
                </a:lnTo>
                <a:lnTo>
                  <a:pt x="543" y="1023"/>
                </a:lnTo>
                <a:lnTo>
                  <a:pt x="542" y="1023"/>
                </a:lnTo>
                <a:lnTo>
                  <a:pt x="541" y="1023"/>
                </a:lnTo>
                <a:lnTo>
                  <a:pt x="542" y="1023"/>
                </a:lnTo>
                <a:lnTo>
                  <a:pt x="542" y="1024"/>
                </a:lnTo>
                <a:lnTo>
                  <a:pt x="541" y="1024"/>
                </a:lnTo>
                <a:lnTo>
                  <a:pt x="541" y="1025"/>
                </a:lnTo>
                <a:lnTo>
                  <a:pt x="542" y="1025"/>
                </a:lnTo>
                <a:lnTo>
                  <a:pt x="542" y="1026"/>
                </a:lnTo>
                <a:lnTo>
                  <a:pt x="541" y="1026"/>
                </a:lnTo>
                <a:lnTo>
                  <a:pt x="541" y="1027"/>
                </a:lnTo>
                <a:lnTo>
                  <a:pt x="540" y="1027"/>
                </a:lnTo>
                <a:lnTo>
                  <a:pt x="540" y="1028"/>
                </a:lnTo>
                <a:lnTo>
                  <a:pt x="539" y="1028"/>
                </a:lnTo>
                <a:lnTo>
                  <a:pt x="538" y="1029"/>
                </a:lnTo>
                <a:lnTo>
                  <a:pt x="537" y="1029"/>
                </a:lnTo>
                <a:lnTo>
                  <a:pt x="537" y="1028"/>
                </a:lnTo>
                <a:lnTo>
                  <a:pt x="537" y="1027"/>
                </a:lnTo>
                <a:lnTo>
                  <a:pt x="536" y="1027"/>
                </a:lnTo>
                <a:lnTo>
                  <a:pt x="536" y="1026"/>
                </a:lnTo>
                <a:lnTo>
                  <a:pt x="535" y="1026"/>
                </a:lnTo>
                <a:lnTo>
                  <a:pt x="535" y="1025"/>
                </a:lnTo>
                <a:lnTo>
                  <a:pt x="534" y="1025"/>
                </a:lnTo>
                <a:lnTo>
                  <a:pt x="533" y="1025"/>
                </a:lnTo>
                <a:lnTo>
                  <a:pt x="532" y="1025"/>
                </a:lnTo>
                <a:lnTo>
                  <a:pt x="531" y="1025"/>
                </a:lnTo>
                <a:lnTo>
                  <a:pt x="531" y="1024"/>
                </a:lnTo>
                <a:lnTo>
                  <a:pt x="531" y="1023"/>
                </a:lnTo>
                <a:lnTo>
                  <a:pt x="530" y="1023"/>
                </a:lnTo>
                <a:lnTo>
                  <a:pt x="530" y="1022"/>
                </a:lnTo>
                <a:lnTo>
                  <a:pt x="530" y="1021"/>
                </a:lnTo>
                <a:lnTo>
                  <a:pt x="531" y="1021"/>
                </a:lnTo>
                <a:lnTo>
                  <a:pt x="531" y="1020"/>
                </a:lnTo>
                <a:lnTo>
                  <a:pt x="530" y="1020"/>
                </a:lnTo>
                <a:lnTo>
                  <a:pt x="529" y="1020"/>
                </a:lnTo>
                <a:lnTo>
                  <a:pt x="528" y="1020"/>
                </a:lnTo>
                <a:lnTo>
                  <a:pt x="527" y="1020"/>
                </a:lnTo>
                <a:lnTo>
                  <a:pt x="526" y="1019"/>
                </a:lnTo>
                <a:lnTo>
                  <a:pt x="526" y="1018"/>
                </a:lnTo>
                <a:lnTo>
                  <a:pt x="526" y="1017"/>
                </a:lnTo>
                <a:lnTo>
                  <a:pt x="525" y="1017"/>
                </a:lnTo>
                <a:lnTo>
                  <a:pt x="525" y="1016"/>
                </a:lnTo>
                <a:lnTo>
                  <a:pt x="525" y="1015"/>
                </a:lnTo>
                <a:lnTo>
                  <a:pt x="524" y="1015"/>
                </a:lnTo>
                <a:lnTo>
                  <a:pt x="525" y="1015"/>
                </a:lnTo>
                <a:lnTo>
                  <a:pt x="525" y="1014"/>
                </a:lnTo>
                <a:lnTo>
                  <a:pt x="526" y="1014"/>
                </a:lnTo>
                <a:lnTo>
                  <a:pt x="525" y="1014"/>
                </a:lnTo>
                <a:lnTo>
                  <a:pt x="525" y="1013"/>
                </a:lnTo>
                <a:lnTo>
                  <a:pt x="526" y="1013"/>
                </a:lnTo>
                <a:lnTo>
                  <a:pt x="525" y="1013"/>
                </a:lnTo>
                <a:lnTo>
                  <a:pt x="525" y="1012"/>
                </a:lnTo>
                <a:lnTo>
                  <a:pt x="525" y="1011"/>
                </a:lnTo>
                <a:lnTo>
                  <a:pt x="524" y="1011"/>
                </a:lnTo>
                <a:lnTo>
                  <a:pt x="524" y="1010"/>
                </a:lnTo>
                <a:lnTo>
                  <a:pt x="523" y="1010"/>
                </a:lnTo>
                <a:lnTo>
                  <a:pt x="523" y="1009"/>
                </a:lnTo>
                <a:lnTo>
                  <a:pt x="523" y="1008"/>
                </a:lnTo>
                <a:lnTo>
                  <a:pt x="523" y="1007"/>
                </a:lnTo>
                <a:lnTo>
                  <a:pt x="522" y="1007"/>
                </a:lnTo>
                <a:lnTo>
                  <a:pt x="523" y="1007"/>
                </a:lnTo>
                <a:lnTo>
                  <a:pt x="522" y="1007"/>
                </a:lnTo>
                <a:lnTo>
                  <a:pt x="522" y="1006"/>
                </a:lnTo>
                <a:lnTo>
                  <a:pt x="521" y="1006"/>
                </a:lnTo>
                <a:lnTo>
                  <a:pt x="521" y="1007"/>
                </a:lnTo>
                <a:lnTo>
                  <a:pt x="520" y="1007"/>
                </a:lnTo>
                <a:lnTo>
                  <a:pt x="519" y="1007"/>
                </a:lnTo>
                <a:lnTo>
                  <a:pt x="519" y="1006"/>
                </a:lnTo>
                <a:lnTo>
                  <a:pt x="519" y="1005"/>
                </a:lnTo>
                <a:lnTo>
                  <a:pt x="519" y="1004"/>
                </a:lnTo>
                <a:lnTo>
                  <a:pt x="518" y="1004"/>
                </a:lnTo>
                <a:lnTo>
                  <a:pt x="518" y="1003"/>
                </a:lnTo>
                <a:lnTo>
                  <a:pt x="519" y="1003"/>
                </a:lnTo>
                <a:lnTo>
                  <a:pt x="518" y="1003"/>
                </a:lnTo>
                <a:lnTo>
                  <a:pt x="518" y="1002"/>
                </a:lnTo>
                <a:lnTo>
                  <a:pt x="518" y="1001"/>
                </a:lnTo>
                <a:lnTo>
                  <a:pt x="517" y="1001"/>
                </a:lnTo>
                <a:lnTo>
                  <a:pt x="518" y="1001"/>
                </a:lnTo>
                <a:lnTo>
                  <a:pt x="518" y="1000"/>
                </a:lnTo>
                <a:lnTo>
                  <a:pt x="518" y="999"/>
                </a:lnTo>
                <a:lnTo>
                  <a:pt x="519" y="999"/>
                </a:lnTo>
                <a:lnTo>
                  <a:pt x="519" y="998"/>
                </a:lnTo>
                <a:lnTo>
                  <a:pt x="519" y="997"/>
                </a:lnTo>
                <a:lnTo>
                  <a:pt x="519" y="996"/>
                </a:lnTo>
                <a:lnTo>
                  <a:pt x="519" y="995"/>
                </a:lnTo>
                <a:lnTo>
                  <a:pt x="518" y="995"/>
                </a:lnTo>
                <a:lnTo>
                  <a:pt x="517" y="995"/>
                </a:lnTo>
                <a:lnTo>
                  <a:pt x="517" y="994"/>
                </a:lnTo>
                <a:lnTo>
                  <a:pt x="517" y="993"/>
                </a:lnTo>
                <a:lnTo>
                  <a:pt x="516" y="993"/>
                </a:lnTo>
                <a:lnTo>
                  <a:pt x="516" y="992"/>
                </a:lnTo>
                <a:lnTo>
                  <a:pt x="516" y="991"/>
                </a:lnTo>
                <a:lnTo>
                  <a:pt x="517" y="991"/>
                </a:lnTo>
                <a:lnTo>
                  <a:pt x="517" y="990"/>
                </a:lnTo>
                <a:lnTo>
                  <a:pt x="516" y="990"/>
                </a:lnTo>
                <a:lnTo>
                  <a:pt x="517" y="990"/>
                </a:lnTo>
                <a:lnTo>
                  <a:pt x="517" y="989"/>
                </a:lnTo>
                <a:lnTo>
                  <a:pt x="518" y="989"/>
                </a:lnTo>
                <a:lnTo>
                  <a:pt x="518" y="987"/>
                </a:lnTo>
                <a:lnTo>
                  <a:pt x="519" y="987"/>
                </a:lnTo>
                <a:lnTo>
                  <a:pt x="519" y="986"/>
                </a:lnTo>
                <a:lnTo>
                  <a:pt x="518" y="986"/>
                </a:lnTo>
                <a:lnTo>
                  <a:pt x="518" y="985"/>
                </a:lnTo>
                <a:lnTo>
                  <a:pt x="518" y="984"/>
                </a:lnTo>
                <a:lnTo>
                  <a:pt x="517" y="984"/>
                </a:lnTo>
                <a:lnTo>
                  <a:pt x="517" y="983"/>
                </a:lnTo>
                <a:lnTo>
                  <a:pt x="516" y="983"/>
                </a:lnTo>
                <a:lnTo>
                  <a:pt x="515" y="983"/>
                </a:lnTo>
                <a:lnTo>
                  <a:pt x="514" y="983"/>
                </a:lnTo>
                <a:lnTo>
                  <a:pt x="514" y="982"/>
                </a:lnTo>
                <a:lnTo>
                  <a:pt x="513" y="982"/>
                </a:lnTo>
                <a:lnTo>
                  <a:pt x="513" y="981"/>
                </a:lnTo>
                <a:lnTo>
                  <a:pt x="513" y="980"/>
                </a:lnTo>
                <a:lnTo>
                  <a:pt x="512" y="980"/>
                </a:lnTo>
                <a:lnTo>
                  <a:pt x="512" y="978"/>
                </a:lnTo>
                <a:lnTo>
                  <a:pt x="513" y="978"/>
                </a:lnTo>
                <a:lnTo>
                  <a:pt x="512" y="978"/>
                </a:lnTo>
                <a:lnTo>
                  <a:pt x="511" y="978"/>
                </a:lnTo>
                <a:lnTo>
                  <a:pt x="511" y="977"/>
                </a:lnTo>
                <a:lnTo>
                  <a:pt x="511" y="976"/>
                </a:lnTo>
                <a:lnTo>
                  <a:pt x="511" y="975"/>
                </a:lnTo>
                <a:lnTo>
                  <a:pt x="510" y="975"/>
                </a:lnTo>
                <a:lnTo>
                  <a:pt x="511" y="975"/>
                </a:lnTo>
                <a:lnTo>
                  <a:pt x="511" y="974"/>
                </a:lnTo>
                <a:lnTo>
                  <a:pt x="510" y="974"/>
                </a:lnTo>
                <a:lnTo>
                  <a:pt x="511" y="974"/>
                </a:lnTo>
                <a:lnTo>
                  <a:pt x="511" y="973"/>
                </a:lnTo>
                <a:lnTo>
                  <a:pt x="512" y="972"/>
                </a:lnTo>
                <a:lnTo>
                  <a:pt x="511" y="972"/>
                </a:lnTo>
                <a:lnTo>
                  <a:pt x="512" y="971"/>
                </a:lnTo>
                <a:lnTo>
                  <a:pt x="511" y="971"/>
                </a:lnTo>
                <a:lnTo>
                  <a:pt x="511" y="970"/>
                </a:lnTo>
                <a:lnTo>
                  <a:pt x="510" y="970"/>
                </a:lnTo>
                <a:lnTo>
                  <a:pt x="510" y="969"/>
                </a:lnTo>
                <a:lnTo>
                  <a:pt x="509" y="969"/>
                </a:lnTo>
                <a:lnTo>
                  <a:pt x="509" y="968"/>
                </a:lnTo>
                <a:lnTo>
                  <a:pt x="508" y="968"/>
                </a:lnTo>
                <a:lnTo>
                  <a:pt x="507" y="968"/>
                </a:lnTo>
                <a:lnTo>
                  <a:pt x="507" y="969"/>
                </a:lnTo>
                <a:lnTo>
                  <a:pt x="506" y="969"/>
                </a:lnTo>
                <a:lnTo>
                  <a:pt x="506" y="968"/>
                </a:lnTo>
                <a:lnTo>
                  <a:pt x="505" y="968"/>
                </a:lnTo>
                <a:lnTo>
                  <a:pt x="504" y="968"/>
                </a:lnTo>
                <a:lnTo>
                  <a:pt x="503" y="968"/>
                </a:lnTo>
                <a:lnTo>
                  <a:pt x="503" y="967"/>
                </a:lnTo>
                <a:lnTo>
                  <a:pt x="502" y="967"/>
                </a:lnTo>
                <a:lnTo>
                  <a:pt x="502" y="966"/>
                </a:lnTo>
                <a:lnTo>
                  <a:pt x="502" y="965"/>
                </a:lnTo>
                <a:lnTo>
                  <a:pt x="503" y="965"/>
                </a:lnTo>
                <a:lnTo>
                  <a:pt x="503" y="964"/>
                </a:lnTo>
                <a:lnTo>
                  <a:pt x="502" y="964"/>
                </a:lnTo>
                <a:lnTo>
                  <a:pt x="503" y="964"/>
                </a:lnTo>
                <a:lnTo>
                  <a:pt x="503" y="963"/>
                </a:lnTo>
                <a:lnTo>
                  <a:pt x="502" y="963"/>
                </a:lnTo>
                <a:lnTo>
                  <a:pt x="502" y="962"/>
                </a:lnTo>
                <a:lnTo>
                  <a:pt x="502" y="961"/>
                </a:lnTo>
                <a:lnTo>
                  <a:pt x="502" y="960"/>
                </a:lnTo>
                <a:lnTo>
                  <a:pt x="503" y="960"/>
                </a:lnTo>
                <a:lnTo>
                  <a:pt x="502" y="960"/>
                </a:lnTo>
                <a:lnTo>
                  <a:pt x="502" y="959"/>
                </a:lnTo>
                <a:lnTo>
                  <a:pt x="503" y="959"/>
                </a:lnTo>
                <a:lnTo>
                  <a:pt x="503" y="960"/>
                </a:lnTo>
                <a:lnTo>
                  <a:pt x="504" y="959"/>
                </a:lnTo>
                <a:lnTo>
                  <a:pt x="504" y="960"/>
                </a:lnTo>
                <a:lnTo>
                  <a:pt x="505" y="960"/>
                </a:lnTo>
                <a:lnTo>
                  <a:pt x="506" y="960"/>
                </a:lnTo>
                <a:lnTo>
                  <a:pt x="506" y="959"/>
                </a:lnTo>
                <a:lnTo>
                  <a:pt x="506" y="958"/>
                </a:lnTo>
                <a:lnTo>
                  <a:pt x="504" y="958"/>
                </a:lnTo>
                <a:lnTo>
                  <a:pt x="504" y="957"/>
                </a:lnTo>
                <a:lnTo>
                  <a:pt x="503" y="957"/>
                </a:lnTo>
                <a:lnTo>
                  <a:pt x="503" y="956"/>
                </a:lnTo>
                <a:lnTo>
                  <a:pt x="504" y="956"/>
                </a:lnTo>
                <a:lnTo>
                  <a:pt x="503" y="956"/>
                </a:lnTo>
                <a:lnTo>
                  <a:pt x="502" y="956"/>
                </a:lnTo>
                <a:lnTo>
                  <a:pt x="501" y="956"/>
                </a:lnTo>
                <a:lnTo>
                  <a:pt x="501" y="955"/>
                </a:lnTo>
                <a:lnTo>
                  <a:pt x="500" y="955"/>
                </a:lnTo>
                <a:lnTo>
                  <a:pt x="500" y="954"/>
                </a:lnTo>
                <a:lnTo>
                  <a:pt x="499" y="954"/>
                </a:lnTo>
                <a:lnTo>
                  <a:pt x="498" y="954"/>
                </a:lnTo>
                <a:lnTo>
                  <a:pt x="498" y="953"/>
                </a:lnTo>
                <a:lnTo>
                  <a:pt x="498" y="952"/>
                </a:lnTo>
                <a:lnTo>
                  <a:pt x="499" y="952"/>
                </a:lnTo>
                <a:lnTo>
                  <a:pt x="499" y="951"/>
                </a:lnTo>
                <a:lnTo>
                  <a:pt x="498" y="951"/>
                </a:lnTo>
                <a:lnTo>
                  <a:pt x="498" y="950"/>
                </a:lnTo>
                <a:lnTo>
                  <a:pt x="497" y="950"/>
                </a:lnTo>
                <a:lnTo>
                  <a:pt x="497" y="949"/>
                </a:lnTo>
                <a:lnTo>
                  <a:pt x="496" y="949"/>
                </a:lnTo>
                <a:lnTo>
                  <a:pt x="496" y="950"/>
                </a:lnTo>
                <a:lnTo>
                  <a:pt x="496" y="949"/>
                </a:lnTo>
                <a:lnTo>
                  <a:pt x="495" y="949"/>
                </a:lnTo>
                <a:lnTo>
                  <a:pt x="495" y="950"/>
                </a:lnTo>
                <a:lnTo>
                  <a:pt x="495" y="951"/>
                </a:lnTo>
                <a:lnTo>
                  <a:pt x="494" y="951"/>
                </a:lnTo>
                <a:lnTo>
                  <a:pt x="494" y="952"/>
                </a:lnTo>
                <a:lnTo>
                  <a:pt x="493" y="952"/>
                </a:lnTo>
                <a:lnTo>
                  <a:pt x="493" y="951"/>
                </a:lnTo>
                <a:lnTo>
                  <a:pt x="492" y="951"/>
                </a:lnTo>
                <a:lnTo>
                  <a:pt x="491" y="951"/>
                </a:lnTo>
                <a:lnTo>
                  <a:pt x="491" y="950"/>
                </a:lnTo>
                <a:lnTo>
                  <a:pt x="492" y="950"/>
                </a:lnTo>
                <a:lnTo>
                  <a:pt x="492" y="949"/>
                </a:lnTo>
                <a:lnTo>
                  <a:pt x="492" y="948"/>
                </a:lnTo>
                <a:lnTo>
                  <a:pt x="493" y="948"/>
                </a:lnTo>
                <a:lnTo>
                  <a:pt x="493" y="947"/>
                </a:lnTo>
                <a:lnTo>
                  <a:pt x="492" y="947"/>
                </a:lnTo>
                <a:lnTo>
                  <a:pt x="491" y="947"/>
                </a:lnTo>
                <a:lnTo>
                  <a:pt x="491" y="946"/>
                </a:lnTo>
                <a:lnTo>
                  <a:pt x="490" y="946"/>
                </a:lnTo>
                <a:lnTo>
                  <a:pt x="489" y="946"/>
                </a:lnTo>
                <a:lnTo>
                  <a:pt x="488" y="946"/>
                </a:lnTo>
                <a:lnTo>
                  <a:pt x="488" y="945"/>
                </a:lnTo>
                <a:lnTo>
                  <a:pt x="487" y="945"/>
                </a:lnTo>
                <a:lnTo>
                  <a:pt x="487" y="946"/>
                </a:lnTo>
                <a:lnTo>
                  <a:pt x="486" y="946"/>
                </a:lnTo>
                <a:lnTo>
                  <a:pt x="485" y="946"/>
                </a:lnTo>
                <a:lnTo>
                  <a:pt x="483" y="946"/>
                </a:lnTo>
                <a:lnTo>
                  <a:pt x="483" y="947"/>
                </a:lnTo>
                <a:lnTo>
                  <a:pt x="482" y="947"/>
                </a:lnTo>
                <a:lnTo>
                  <a:pt x="481" y="946"/>
                </a:lnTo>
                <a:lnTo>
                  <a:pt x="480" y="946"/>
                </a:lnTo>
                <a:lnTo>
                  <a:pt x="480" y="945"/>
                </a:lnTo>
                <a:lnTo>
                  <a:pt x="480" y="944"/>
                </a:lnTo>
                <a:lnTo>
                  <a:pt x="480" y="943"/>
                </a:lnTo>
                <a:lnTo>
                  <a:pt x="479" y="943"/>
                </a:lnTo>
                <a:lnTo>
                  <a:pt x="479" y="942"/>
                </a:lnTo>
                <a:lnTo>
                  <a:pt x="478" y="942"/>
                </a:lnTo>
                <a:lnTo>
                  <a:pt x="478" y="941"/>
                </a:lnTo>
                <a:lnTo>
                  <a:pt x="478" y="939"/>
                </a:lnTo>
                <a:lnTo>
                  <a:pt x="477" y="939"/>
                </a:lnTo>
                <a:lnTo>
                  <a:pt x="477" y="938"/>
                </a:lnTo>
                <a:lnTo>
                  <a:pt x="476" y="938"/>
                </a:lnTo>
                <a:lnTo>
                  <a:pt x="476" y="939"/>
                </a:lnTo>
                <a:lnTo>
                  <a:pt x="476" y="938"/>
                </a:lnTo>
                <a:lnTo>
                  <a:pt x="476" y="937"/>
                </a:lnTo>
                <a:lnTo>
                  <a:pt x="475" y="937"/>
                </a:lnTo>
                <a:lnTo>
                  <a:pt x="475" y="936"/>
                </a:lnTo>
                <a:lnTo>
                  <a:pt x="475" y="935"/>
                </a:lnTo>
                <a:lnTo>
                  <a:pt x="474" y="935"/>
                </a:lnTo>
                <a:lnTo>
                  <a:pt x="474" y="936"/>
                </a:lnTo>
                <a:lnTo>
                  <a:pt x="473" y="936"/>
                </a:lnTo>
                <a:lnTo>
                  <a:pt x="472" y="936"/>
                </a:lnTo>
                <a:lnTo>
                  <a:pt x="472" y="935"/>
                </a:lnTo>
                <a:lnTo>
                  <a:pt x="471" y="935"/>
                </a:lnTo>
                <a:lnTo>
                  <a:pt x="470" y="935"/>
                </a:lnTo>
                <a:lnTo>
                  <a:pt x="469" y="935"/>
                </a:lnTo>
                <a:lnTo>
                  <a:pt x="468" y="935"/>
                </a:lnTo>
                <a:lnTo>
                  <a:pt x="467" y="934"/>
                </a:lnTo>
                <a:lnTo>
                  <a:pt x="467" y="933"/>
                </a:lnTo>
                <a:lnTo>
                  <a:pt x="466" y="933"/>
                </a:lnTo>
                <a:lnTo>
                  <a:pt x="467" y="933"/>
                </a:lnTo>
                <a:lnTo>
                  <a:pt x="467" y="932"/>
                </a:lnTo>
                <a:lnTo>
                  <a:pt x="467" y="931"/>
                </a:lnTo>
                <a:lnTo>
                  <a:pt x="468" y="931"/>
                </a:lnTo>
                <a:lnTo>
                  <a:pt x="468" y="930"/>
                </a:lnTo>
                <a:lnTo>
                  <a:pt x="467" y="930"/>
                </a:lnTo>
                <a:lnTo>
                  <a:pt x="467" y="929"/>
                </a:lnTo>
                <a:lnTo>
                  <a:pt x="467" y="928"/>
                </a:lnTo>
                <a:lnTo>
                  <a:pt x="466" y="928"/>
                </a:lnTo>
                <a:lnTo>
                  <a:pt x="465" y="928"/>
                </a:lnTo>
                <a:lnTo>
                  <a:pt x="465" y="927"/>
                </a:lnTo>
                <a:lnTo>
                  <a:pt x="464" y="927"/>
                </a:lnTo>
                <a:lnTo>
                  <a:pt x="464" y="928"/>
                </a:lnTo>
                <a:lnTo>
                  <a:pt x="463" y="928"/>
                </a:lnTo>
                <a:lnTo>
                  <a:pt x="462" y="928"/>
                </a:lnTo>
                <a:lnTo>
                  <a:pt x="462" y="927"/>
                </a:lnTo>
                <a:lnTo>
                  <a:pt x="461" y="927"/>
                </a:lnTo>
                <a:lnTo>
                  <a:pt x="460" y="927"/>
                </a:lnTo>
                <a:lnTo>
                  <a:pt x="460" y="928"/>
                </a:lnTo>
                <a:lnTo>
                  <a:pt x="459" y="928"/>
                </a:lnTo>
                <a:lnTo>
                  <a:pt x="458" y="928"/>
                </a:lnTo>
                <a:lnTo>
                  <a:pt x="458" y="929"/>
                </a:lnTo>
                <a:lnTo>
                  <a:pt x="456" y="929"/>
                </a:lnTo>
                <a:lnTo>
                  <a:pt x="456" y="928"/>
                </a:lnTo>
                <a:lnTo>
                  <a:pt x="455" y="928"/>
                </a:lnTo>
                <a:lnTo>
                  <a:pt x="454" y="928"/>
                </a:lnTo>
                <a:lnTo>
                  <a:pt x="454" y="927"/>
                </a:lnTo>
                <a:lnTo>
                  <a:pt x="453" y="927"/>
                </a:lnTo>
                <a:lnTo>
                  <a:pt x="452" y="927"/>
                </a:lnTo>
                <a:lnTo>
                  <a:pt x="452" y="926"/>
                </a:lnTo>
                <a:lnTo>
                  <a:pt x="451" y="926"/>
                </a:lnTo>
                <a:lnTo>
                  <a:pt x="451" y="925"/>
                </a:lnTo>
                <a:lnTo>
                  <a:pt x="451" y="924"/>
                </a:lnTo>
                <a:lnTo>
                  <a:pt x="452" y="924"/>
                </a:lnTo>
                <a:lnTo>
                  <a:pt x="452" y="923"/>
                </a:lnTo>
                <a:lnTo>
                  <a:pt x="452" y="922"/>
                </a:lnTo>
                <a:lnTo>
                  <a:pt x="451" y="922"/>
                </a:lnTo>
                <a:lnTo>
                  <a:pt x="450" y="922"/>
                </a:lnTo>
                <a:lnTo>
                  <a:pt x="449" y="922"/>
                </a:lnTo>
                <a:lnTo>
                  <a:pt x="449" y="921"/>
                </a:lnTo>
                <a:lnTo>
                  <a:pt x="448" y="921"/>
                </a:lnTo>
                <a:lnTo>
                  <a:pt x="448" y="920"/>
                </a:lnTo>
                <a:lnTo>
                  <a:pt x="447" y="920"/>
                </a:lnTo>
                <a:lnTo>
                  <a:pt x="446" y="920"/>
                </a:lnTo>
                <a:lnTo>
                  <a:pt x="446" y="919"/>
                </a:lnTo>
                <a:lnTo>
                  <a:pt x="446" y="918"/>
                </a:lnTo>
                <a:lnTo>
                  <a:pt x="446" y="917"/>
                </a:lnTo>
                <a:lnTo>
                  <a:pt x="446" y="916"/>
                </a:lnTo>
                <a:lnTo>
                  <a:pt x="446" y="915"/>
                </a:lnTo>
                <a:lnTo>
                  <a:pt x="446" y="914"/>
                </a:lnTo>
                <a:lnTo>
                  <a:pt x="445" y="914"/>
                </a:lnTo>
                <a:lnTo>
                  <a:pt x="445" y="913"/>
                </a:lnTo>
                <a:lnTo>
                  <a:pt x="444" y="913"/>
                </a:lnTo>
                <a:lnTo>
                  <a:pt x="444" y="912"/>
                </a:lnTo>
                <a:lnTo>
                  <a:pt x="443" y="912"/>
                </a:lnTo>
                <a:lnTo>
                  <a:pt x="442" y="912"/>
                </a:lnTo>
                <a:lnTo>
                  <a:pt x="442" y="913"/>
                </a:lnTo>
                <a:lnTo>
                  <a:pt x="441" y="913"/>
                </a:lnTo>
                <a:lnTo>
                  <a:pt x="441" y="912"/>
                </a:lnTo>
                <a:lnTo>
                  <a:pt x="440" y="912"/>
                </a:lnTo>
                <a:lnTo>
                  <a:pt x="440" y="913"/>
                </a:lnTo>
                <a:lnTo>
                  <a:pt x="439" y="913"/>
                </a:lnTo>
                <a:lnTo>
                  <a:pt x="438" y="913"/>
                </a:lnTo>
                <a:lnTo>
                  <a:pt x="438" y="912"/>
                </a:lnTo>
                <a:lnTo>
                  <a:pt x="438" y="911"/>
                </a:lnTo>
                <a:lnTo>
                  <a:pt x="437" y="911"/>
                </a:lnTo>
                <a:lnTo>
                  <a:pt x="438" y="911"/>
                </a:lnTo>
                <a:lnTo>
                  <a:pt x="438" y="910"/>
                </a:lnTo>
                <a:lnTo>
                  <a:pt x="439" y="910"/>
                </a:lnTo>
                <a:lnTo>
                  <a:pt x="439" y="908"/>
                </a:lnTo>
                <a:lnTo>
                  <a:pt x="440" y="908"/>
                </a:lnTo>
                <a:lnTo>
                  <a:pt x="441" y="908"/>
                </a:lnTo>
                <a:lnTo>
                  <a:pt x="441" y="909"/>
                </a:lnTo>
                <a:lnTo>
                  <a:pt x="441" y="908"/>
                </a:lnTo>
                <a:lnTo>
                  <a:pt x="442" y="908"/>
                </a:lnTo>
                <a:lnTo>
                  <a:pt x="443" y="908"/>
                </a:lnTo>
                <a:lnTo>
                  <a:pt x="444" y="908"/>
                </a:lnTo>
                <a:lnTo>
                  <a:pt x="444" y="907"/>
                </a:lnTo>
                <a:lnTo>
                  <a:pt x="444" y="906"/>
                </a:lnTo>
                <a:lnTo>
                  <a:pt x="445" y="906"/>
                </a:lnTo>
                <a:lnTo>
                  <a:pt x="445" y="905"/>
                </a:lnTo>
                <a:lnTo>
                  <a:pt x="444" y="905"/>
                </a:lnTo>
                <a:lnTo>
                  <a:pt x="444" y="902"/>
                </a:lnTo>
                <a:lnTo>
                  <a:pt x="443" y="902"/>
                </a:lnTo>
                <a:lnTo>
                  <a:pt x="443" y="901"/>
                </a:lnTo>
                <a:lnTo>
                  <a:pt x="442" y="901"/>
                </a:lnTo>
                <a:lnTo>
                  <a:pt x="442" y="900"/>
                </a:lnTo>
                <a:lnTo>
                  <a:pt x="442" y="899"/>
                </a:lnTo>
                <a:lnTo>
                  <a:pt x="441" y="899"/>
                </a:lnTo>
                <a:lnTo>
                  <a:pt x="440" y="899"/>
                </a:lnTo>
                <a:lnTo>
                  <a:pt x="440" y="900"/>
                </a:lnTo>
                <a:lnTo>
                  <a:pt x="439" y="900"/>
                </a:lnTo>
                <a:lnTo>
                  <a:pt x="438" y="900"/>
                </a:lnTo>
                <a:lnTo>
                  <a:pt x="437" y="900"/>
                </a:lnTo>
                <a:lnTo>
                  <a:pt x="436" y="900"/>
                </a:lnTo>
                <a:lnTo>
                  <a:pt x="435" y="900"/>
                </a:lnTo>
                <a:lnTo>
                  <a:pt x="434" y="900"/>
                </a:lnTo>
                <a:lnTo>
                  <a:pt x="433" y="900"/>
                </a:lnTo>
                <a:lnTo>
                  <a:pt x="432" y="900"/>
                </a:lnTo>
                <a:lnTo>
                  <a:pt x="432" y="899"/>
                </a:lnTo>
                <a:lnTo>
                  <a:pt x="431" y="899"/>
                </a:lnTo>
                <a:lnTo>
                  <a:pt x="431" y="898"/>
                </a:lnTo>
                <a:lnTo>
                  <a:pt x="432" y="898"/>
                </a:lnTo>
                <a:lnTo>
                  <a:pt x="433" y="898"/>
                </a:lnTo>
                <a:lnTo>
                  <a:pt x="433" y="897"/>
                </a:lnTo>
                <a:lnTo>
                  <a:pt x="433" y="896"/>
                </a:lnTo>
                <a:lnTo>
                  <a:pt x="434" y="896"/>
                </a:lnTo>
                <a:lnTo>
                  <a:pt x="435" y="896"/>
                </a:lnTo>
                <a:lnTo>
                  <a:pt x="435" y="895"/>
                </a:lnTo>
                <a:lnTo>
                  <a:pt x="435" y="894"/>
                </a:lnTo>
                <a:lnTo>
                  <a:pt x="434" y="894"/>
                </a:lnTo>
                <a:lnTo>
                  <a:pt x="434" y="893"/>
                </a:lnTo>
                <a:lnTo>
                  <a:pt x="433" y="893"/>
                </a:lnTo>
                <a:lnTo>
                  <a:pt x="432" y="893"/>
                </a:lnTo>
                <a:lnTo>
                  <a:pt x="432" y="892"/>
                </a:lnTo>
                <a:lnTo>
                  <a:pt x="431" y="892"/>
                </a:lnTo>
                <a:lnTo>
                  <a:pt x="431" y="891"/>
                </a:lnTo>
                <a:lnTo>
                  <a:pt x="431" y="890"/>
                </a:lnTo>
                <a:lnTo>
                  <a:pt x="430" y="890"/>
                </a:lnTo>
                <a:lnTo>
                  <a:pt x="430" y="888"/>
                </a:lnTo>
                <a:lnTo>
                  <a:pt x="430" y="886"/>
                </a:lnTo>
                <a:lnTo>
                  <a:pt x="429" y="886"/>
                </a:lnTo>
                <a:lnTo>
                  <a:pt x="429" y="885"/>
                </a:lnTo>
                <a:lnTo>
                  <a:pt x="428" y="885"/>
                </a:lnTo>
                <a:lnTo>
                  <a:pt x="428" y="884"/>
                </a:lnTo>
                <a:lnTo>
                  <a:pt x="428" y="883"/>
                </a:lnTo>
                <a:lnTo>
                  <a:pt x="428" y="882"/>
                </a:lnTo>
                <a:lnTo>
                  <a:pt x="428" y="881"/>
                </a:lnTo>
                <a:lnTo>
                  <a:pt x="428" y="880"/>
                </a:lnTo>
                <a:lnTo>
                  <a:pt x="427" y="880"/>
                </a:lnTo>
                <a:lnTo>
                  <a:pt x="427" y="879"/>
                </a:lnTo>
                <a:lnTo>
                  <a:pt x="427" y="878"/>
                </a:lnTo>
                <a:lnTo>
                  <a:pt x="426" y="878"/>
                </a:lnTo>
                <a:lnTo>
                  <a:pt x="425" y="878"/>
                </a:lnTo>
                <a:lnTo>
                  <a:pt x="425" y="877"/>
                </a:lnTo>
                <a:lnTo>
                  <a:pt x="424" y="877"/>
                </a:lnTo>
                <a:lnTo>
                  <a:pt x="424" y="878"/>
                </a:lnTo>
                <a:lnTo>
                  <a:pt x="423" y="878"/>
                </a:lnTo>
                <a:lnTo>
                  <a:pt x="423" y="879"/>
                </a:lnTo>
                <a:lnTo>
                  <a:pt x="422" y="879"/>
                </a:lnTo>
                <a:lnTo>
                  <a:pt x="421" y="879"/>
                </a:lnTo>
                <a:lnTo>
                  <a:pt x="420" y="879"/>
                </a:lnTo>
                <a:lnTo>
                  <a:pt x="420" y="880"/>
                </a:lnTo>
                <a:lnTo>
                  <a:pt x="420" y="879"/>
                </a:lnTo>
                <a:lnTo>
                  <a:pt x="419" y="879"/>
                </a:lnTo>
                <a:lnTo>
                  <a:pt x="419" y="878"/>
                </a:lnTo>
                <a:lnTo>
                  <a:pt x="418" y="878"/>
                </a:lnTo>
                <a:lnTo>
                  <a:pt x="418" y="877"/>
                </a:lnTo>
                <a:lnTo>
                  <a:pt x="417" y="877"/>
                </a:lnTo>
                <a:lnTo>
                  <a:pt x="417" y="876"/>
                </a:lnTo>
                <a:lnTo>
                  <a:pt x="418" y="876"/>
                </a:lnTo>
                <a:lnTo>
                  <a:pt x="418" y="875"/>
                </a:lnTo>
                <a:lnTo>
                  <a:pt x="417" y="874"/>
                </a:lnTo>
                <a:lnTo>
                  <a:pt x="416" y="874"/>
                </a:lnTo>
                <a:lnTo>
                  <a:pt x="416" y="873"/>
                </a:lnTo>
                <a:lnTo>
                  <a:pt x="415" y="873"/>
                </a:lnTo>
                <a:lnTo>
                  <a:pt x="415" y="874"/>
                </a:lnTo>
                <a:lnTo>
                  <a:pt x="415" y="873"/>
                </a:lnTo>
                <a:lnTo>
                  <a:pt x="414" y="873"/>
                </a:lnTo>
                <a:lnTo>
                  <a:pt x="414" y="872"/>
                </a:lnTo>
                <a:lnTo>
                  <a:pt x="413" y="872"/>
                </a:lnTo>
                <a:lnTo>
                  <a:pt x="413" y="871"/>
                </a:lnTo>
                <a:lnTo>
                  <a:pt x="412" y="871"/>
                </a:lnTo>
                <a:lnTo>
                  <a:pt x="412" y="870"/>
                </a:lnTo>
                <a:lnTo>
                  <a:pt x="412" y="869"/>
                </a:lnTo>
                <a:lnTo>
                  <a:pt x="411" y="869"/>
                </a:lnTo>
                <a:lnTo>
                  <a:pt x="411" y="868"/>
                </a:lnTo>
                <a:lnTo>
                  <a:pt x="411" y="867"/>
                </a:lnTo>
                <a:lnTo>
                  <a:pt x="410" y="867"/>
                </a:lnTo>
                <a:lnTo>
                  <a:pt x="410" y="866"/>
                </a:lnTo>
                <a:lnTo>
                  <a:pt x="409" y="866"/>
                </a:lnTo>
                <a:lnTo>
                  <a:pt x="409" y="865"/>
                </a:lnTo>
                <a:lnTo>
                  <a:pt x="408" y="865"/>
                </a:lnTo>
                <a:lnTo>
                  <a:pt x="408" y="864"/>
                </a:lnTo>
                <a:lnTo>
                  <a:pt x="407" y="864"/>
                </a:lnTo>
                <a:lnTo>
                  <a:pt x="407" y="865"/>
                </a:lnTo>
                <a:lnTo>
                  <a:pt x="406" y="865"/>
                </a:lnTo>
                <a:lnTo>
                  <a:pt x="406" y="866"/>
                </a:lnTo>
                <a:lnTo>
                  <a:pt x="405" y="866"/>
                </a:lnTo>
                <a:lnTo>
                  <a:pt x="405" y="865"/>
                </a:lnTo>
                <a:lnTo>
                  <a:pt x="405" y="864"/>
                </a:lnTo>
                <a:lnTo>
                  <a:pt x="404" y="864"/>
                </a:lnTo>
                <a:lnTo>
                  <a:pt x="404" y="863"/>
                </a:lnTo>
                <a:lnTo>
                  <a:pt x="404" y="864"/>
                </a:lnTo>
                <a:lnTo>
                  <a:pt x="403" y="864"/>
                </a:lnTo>
                <a:lnTo>
                  <a:pt x="403" y="863"/>
                </a:lnTo>
                <a:lnTo>
                  <a:pt x="403" y="862"/>
                </a:lnTo>
                <a:lnTo>
                  <a:pt x="403" y="861"/>
                </a:lnTo>
                <a:lnTo>
                  <a:pt x="402" y="861"/>
                </a:lnTo>
                <a:lnTo>
                  <a:pt x="402" y="860"/>
                </a:lnTo>
                <a:lnTo>
                  <a:pt x="401" y="860"/>
                </a:lnTo>
                <a:lnTo>
                  <a:pt x="401" y="859"/>
                </a:lnTo>
                <a:lnTo>
                  <a:pt x="400" y="859"/>
                </a:lnTo>
                <a:lnTo>
                  <a:pt x="400" y="860"/>
                </a:lnTo>
                <a:lnTo>
                  <a:pt x="399" y="860"/>
                </a:lnTo>
                <a:lnTo>
                  <a:pt x="398" y="860"/>
                </a:lnTo>
                <a:lnTo>
                  <a:pt x="397" y="860"/>
                </a:lnTo>
                <a:lnTo>
                  <a:pt x="397" y="859"/>
                </a:lnTo>
                <a:lnTo>
                  <a:pt x="396" y="859"/>
                </a:lnTo>
                <a:lnTo>
                  <a:pt x="396" y="858"/>
                </a:lnTo>
                <a:lnTo>
                  <a:pt x="396" y="857"/>
                </a:lnTo>
                <a:lnTo>
                  <a:pt x="396" y="856"/>
                </a:lnTo>
                <a:lnTo>
                  <a:pt x="395" y="856"/>
                </a:lnTo>
                <a:lnTo>
                  <a:pt x="394" y="856"/>
                </a:lnTo>
                <a:lnTo>
                  <a:pt x="394" y="855"/>
                </a:lnTo>
                <a:lnTo>
                  <a:pt x="393" y="855"/>
                </a:lnTo>
                <a:lnTo>
                  <a:pt x="393" y="854"/>
                </a:lnTo>
                <a:lnTo>
                  <a:pt x="393" y="853"/>
                </a:lnTo>
                <a:lnTo>
                  <a:pt x="392" y="853"/>
                </a:lnTo>
                <a:lnTo>
                  <a:pt x="391" y="853"/>
                </a:lnTo>
                <a:lnTo>
                  <a:pt x="390" y="854"/>
                </a:lnTo>
                <a:lnTo>
                  <a:pt x="389" y="854"/>
                </a:lnTo>
                <a:lnTo>
                  <a:pt x="389" y="853"/>
                </a:lnTo>
                <a:lnTo>
                  <a:pt x="388" y="853"/>
                </a:lnTo>
                <a:lnTo>
                  <a:pt x="387" y="853"/>
                </a:lnTo>
                <a:lnTo>
                  <a:pt x="386" y="853"/>
                </a:lnTo>
                <a:lnTo>
                  <a:pt x="385" y="852"/>
                </a:lnTo>
                <a:lnTo>
                  <a:pt x="384" y="852"/>
                </a:lnTo>
                <a:lnTo>
                  <a:pt x="382" y="852"/>
                </a:lnTo>
                <a:lnTo>
                  <a:pt x="382" y="851"/>
                </a:lnTo>
                <a:lnTo>
                  <a:pt x="382" y="850"/>
                </a:lnTo>
                <a:lnTo>
                  <a:pt x="383" y="850"/>
                </a:lnTo>
                <a:lnTo>
                  <a:pt x="383" y="849"/>
                </a:lnTo>
                <a:lnTo>
                  <a:pt x="384" y="849"/>
                </a:lnTo>
                <a:lnTo>
                  <a:pt x="384" y="848"/>
                </a:lnTo>
                <a:lnTo>
                  <a:pt x="385" y="848"/>
                </a:lnTo>
                <a:lnTo>
                  <a:pt x="385" y="847"/>
                </a:lnTo>
                <a:lnTo>
                  <a:pt x="385" y="846"/>
                </a:lnTo>
                <a:lnTo>
                  <a:pt x="386" y="846"/>
                </a:lnTo>
                <a:lnTo>
                  <a:pt x="385" y="846"/>
                </a:lnTo>
                <a:lnTo>
                  <a:pt x="385" y="845"/>
                </a:lnTo>
                <a:lnTo>
                  <a:pt x="384" y="845"/>
                </a:lnTo>
                <a:lnTo>
                  <a:pt x="384" y="844"/>
                </a:lnTo>
                <a:lnTo>
                  <a:pt x="385" y="844"/>
                </a:lnTo>
                <a:lnTo>
                  <a:pt x="385" y="843"/>
                </a:lnTo>
                <a:lnTo>
                  <a:pt x="386" y="843"/>
                </a:lnTo>
                <a:lnTo>
                  <a:pt x="387" y="843"/>
                </a:lnTo>
                <a:lnTo>
                  <a:pt x="388" y="843"/>
                </a:lnTo>
                <a:lnTo>
                  <a:pt x="388" y="842"/>
                </a:lnTo>
                <a:lnTo>
                  <a:pt x="389" y="842"/>
                </a:lnTo>
                <a:lnTo>
                  <a:pt x="389" y="841"/>
                </a:lnTo>
                <a:lnTo>
                  <a:pt x="390" y="841"/>
                </a:lnTo>
                <a:lnTo>
                  <a:pt x="390" y="840"/>
                </a:lnTo>
                <a:lnTo>
                  <a:pt x="389" y="840"/>
                </a:lnTo>
                <a:lnTo>
                  <a:pt x="389" y="839"/>
                </a:lnTo>
                <a:lnTo>
                  <a:pt x="388" y="839"/>
                </a:lnTo>
                <a:lnTo>
                  <a:pt x="387" y="839"/>
                </a:lnTo>
                <a:lnTo>
                  <a:pt x="387" y="838"/>
                </a:lnTo>
                <a:lnTo>
                  <a:pt x="388" y="838"/>
                </a:lnTo>
                <a:lnTo>
                  <a:pt x="388" y="837"/>
                </a:lnTo>
                <a:lnTo>
                  <a:pt x="388" y="836"/>
                </a:lnTo>
                <a:lnTo>
                  <a:pt x="388" y="835"/>
                </a:lnTo>
                <a:lnTo>
                  <a:pt x="388" y="834"/>
                </a:lnTo>
                <a:lnTo>
                  <a:pt x="385" y="834"/>
                </a:lnTo>
                <a:lnTo>
                  <a:pt x="385" y="833"/>
                </a:lnTo>
                <a:lnTo>
                  <a:pt x="384" y="833"/>
                </a:lnTo>
                <a:lnTo>
                  <a:pt x="384" y="832"/>
                </a:lnTo>
                <a:lnTo>
                  <a:pt x="383" y="832"/>
                </a:lnTo>
                <a:lnTo>
                  <a:pt x="383" y="831"/>
                </a:lnTo>
                <a:lnTo>
                  <a:pt x="383" y="830"/>
                </a:lnTo>
                <a:lnTo>
                  <a:pt x="382" y="830"/>
                </a:lnTo>
                <a:lnTo>
                  <a:pt x="383" y="830"/>
                </a:lnTo>
                <a:lnTo>
                  <a:pt x="382" y="830"/>
                </a:lnTo>
                <a:lnTo>
                  <a:pt x="383" y="830"/>
                </a:lnTo>
                <a:lnTo>
                  <a:pt x="383" y="829"/>
                </a:lnTo>
                <a:lnTo>
                  <a:pt x="382" y="829"/>
                </a:lnTo>
                <a:lnTo>
                  <a:pt x="383" y="829"/>
                </a:lnTo>
                <a:lnTo>
                  <a:pt x="383" y="828"/>
                </a:lnTo>
                <a:lnTo>
                  <a:pt x="382" y="828"/>
                </a:lnTo>
                <a:lnTo>
                  <a:pt x="382" y="827"/>
                </a:lnTo>
                <a:lnTo>
                  <a:pt x="381" y="827"/>
                </a:lnTo>
                <a:lnTo>
                  <a:pt x="380" y="827"/>
                </a:lnTo>
                <a:lnTo>
                  <a:pt x="380" y="826"/>
                </a:lnTo>
                <a:lnTo>
                  <a:pt x="380" y="825"/>
                </a:lnTo>
                <a:lnTo>
                  <a:pt x="379" y="825"/>
                </a:lnTo>
                <a:lnTo>
                  <a:pt x="379" y="824"/>
                </a:lnTo>
                <a:lnTo>
                  <a:pt x="380" y="824"/>
                </a:lnTo>
                <a:lnTo>
                  <a:pt x="380" y="823"/>
                </a:lnTo>
                <a:lnTo>
                  <a:pt x="381" y="823"/>
                </a:lnTo>
                <a:lnTo>
                  <a:pt x="381" y="822"/>
                </a:lnTo>
                <a:lnTo>
                  <a:pt x="382" y="822"/>
                </a:lnTo>
                <a:lnTo>
                  <a:pt x="383" y="822"/>
                </a:lnTo>
                <a:lnTo>
                  <a:pt x="383" y="821"/>
                </a:lnTo>
                <a:lnTo>
                  <a:pt x="382" y="821"/>
                </a:lnTo>
                <a:lnTo>
                  <a:pt x="383" y="821"/>
                </a:lnTo>
                <a:lnTo>
                  <a:pt x="383" y="820"/>
                </a:lnTo>
                <a:lnTo>
                  <a:pt x="382" y="820"/>
                </a:lnTo>
                <a:lnTo>
                  <a:pt x="382" y="819"/>
                </a:lnTo>
                <a:lnTo>
                  <a:pt x="383" y="819"/>
                </a:lnTo>
                <a:lnTo>
                  <a:pt x="383" y="818"/>
                </a:lnTo>
                <a:lnTo>
                  <a:pt x="383" y="817"/>
                </a:lnTo>
                <a:lnTo>
                  <a:pt x="384" y="817"/>
                </a:lnTo>
                <a:lnTo>
                  <a:pt x="383" y="817"/>
                </a:lnTo>
                <a:lnTo>
                  <a:pt x="384" y="817"/>
                </a:lnTo>
                <a:lnTo>
                  <a:pt x="384" y="816"/>
                </a:lnTo>
                <a:lnTo>
                  <a:pt x="385" y="816"/>
                </a:lnTo>
                <a:lnTo>
                  <a:pt x="385" y="815"/>
                </a:lnTo>
                <a:lnTo>
                  <a:pt x="385" y="814"/>
                </a:lnTo>
                <a:lnTo>
                  <a:pt x="385" y="813"/>
                </a:lnTo>
                <a:lnTo>
                  <a:pt x="385" y="812"/>
                </a:lnTo>
                <a:lnTo>
                  <a:pt x="384" y="812"/>
                </a:lnTo>
                <a:lnTo>
                  <a:pt x="384" y="811"/>
                </a:lnTo>
                <a:lnTo>
                  <a:pt x="384" y="810"/>
                </a:lnTo>
                <a:lnTo>
                  <a:pt x="385" y="809"/>
                </a:lnTo>
                <a:lnTo>
                  <a:pt x="384" y="809"/>
                </a:lnTo>
                <a:lnTo>
                  <a:pt x="384" y="808"/>
                </a:lnTo>
                <a:lnTo>
                  <a:pt x="383" y="808"/>
                </a:lnTo>
                <a:lnTo>
                  <a:pt x="382" y="808"/>
                </a:lnTo>
                <a:lnTo>
                  <a:pt x="382" y="807"/>
                </a:lnTo>
                <a:lnTo>
                  <a:pt x="382" y="806"/>
                </a:lnTo>
                <a:lnTo>
                  <a:pt x="381" y="806"/>
                </a:lnTo>
                <a:lnTo>
                  <a:pt x="380" y="806"/>
                </a:lnTo>
                <a:lnTo>
                  <a:pt x="379" y="806"/>
                </a:lnTo>
                <a:lnTo>
                  <a:pt x="379" y="807"/>
                </a:lnTo>
                <a:lnTo>
                  <a:pt x="379" y="808"/>
                </a:lnTo>
                <a:lnTo>
                  <a:pt x="378" y="808"/>
                </a:lnTo>
                <a:lnTo>
                  <a:pt x="378" y="809"/>
                </a:lnTo>
                <a:lnTo>
                  <a:pt x="377" y="809"/>
                </a:lnTo>
                <a:lnTo>
                  <a:pt x="376" y="808"/>
                </a:lnTo>
                <a:lnTo>
                  <a:pt x="375" y="808"/>
                </a:lnTo>
                <a:lnTo>
                  <a:pt x="374" y="808"/>
                </a:lnTo>
                <a:lnTo>
                  <a:pt x="374" y="807"/>
                </a:lnTo>
                <a:lnTo>
                  <a:pt x="373" y="807"/>
                </a:lnTo>
                <a:lnTo>
                  <a:pt x="373" y="806"/>
                </a:lnTo>
                <a:lnTo>
                  <a:pt x="372" y="806"/>
                </a:lnTo>
                <a:lnTo>
                  <a:pt x="372" y="807"/>
                </a:lnTo>
                <a:lnTo>
                  <a:pt x="372" y="808"/>
                </a:lnTo>
                <a:lnTo>
                  <a:pt x="372" y="809"/>
                </a:lnTo>
                <a:lnTo>
                  <a:pt x="372" y="808"/>
                </a:lnTo>
                <a:lnTo>
                  <a:pt x="371" y="808"/>
                </a:lnTo>
                <a:lnTo>
                  <a:pt x="370" y="809"/>
                </a:lnTo>
                <a:lnTo>
                  <a:pt x="369" y="809"/>
                </a:lnTo>
                <a:lnTo>
                  <a:pt x="368" y="809"/>
                </a:lnTo>
                <a:lnTo>
                  <a:pt x="368" y="808"/>
                </a:lnTo>
                <a:lnTo>
                  <a:pt x="368" y="807"/>
                </a:lnTo>
                <a:lnTo>
                  <a:pt x="367" y="807"/>
                </a:lnTo>
                <a:lnTo>
                  <a:pt x="367" y="806"/>
                </a:lnTo>
                <a:lnTo>
                  <a:pt x="366" y="806"/>
                </a:lnTo>
                <a:lnTo>
                  <a:pt x="366" y="805"/>
                </a:lnTo>
                <a:lnTo>
                  <a:pt x="365" y="805"/>
                </a:lnTo>
                <a:lnTo>
                  <a:pt x="366" y="805"/>
                </a:lnTo>
                <a:lnTo>
                  <a:pt x="366" y="804"/>
                </a:lnTo>
                <a:lnTo>
                  <a:pt x="366" y="803"/>
                </a:lnTo>
                <a:lnTo>
                  <a:pt x="365" y="803"/>
                </a:lnTo>
                <a:lnTo>
                  <a:pt x="365" y="802"/>
                </a:lnTo>
                <a:lnTo>
                  <a:pt x="364" y="802"/>
                </a:lnTo>
                <a:lnTo>
                  <a:pt x="364" y="803"/>
                </a:lnTo>
                <a:lnTo>
                  <a:pt x="364" y="804"/>
                </a:lnTo>
                <a:lnTo>
                  <a:pt x="363" y="804"/>
                </a:lnTo>
                <a:lnTo>
                  <a:pt x="363" y="803"/>
                </a:lnTo>
                <a:lnTo>
                  <a:pt x="362" y="803"/>
                </a:lnTo>
                <a:lnTo>
                  <a:pt x="361" y="803"/>
                </a:lnTo>
                <a:lnTo>
                  <a:pt x="360" y="803"/>
                </a:lnTo>
                <a:lnTo>
                  <a:pt x="360" y="802"/>
                </a:lnTo>
                <a:lnTo>
                  <a:pt x="359" y="802"/>
                </a:lnTo>
                <a:lnTo>
                  <a:pt x="359" y="801"/>
                </a:lnTo>
                <a:lnTo>
                  <a:pt x="358" y="801"/>
                </a:lnTo>
                <a:lnTo>
                  <a:pt x="357" y="800"/>
                </a:lnTo>
                <a:lnTo>
                  <a:pt x="356" y="800"/>
                </a:lnTo>
                <a:lnTo>
                  <a:pt x="356" y="799"/>
                </a:lnTo>
                <a:lnTo>
                  <a:pt x="356" y="798"/>
                </a:lnTo>
                <a:lnTo>
                  <a:pt x="356" y="797"/>
                </a:lnTo>
                <a:lnTo>
                  <a:pt x="355" y="797"/>
                </a:lnTo>
                <a:lnTo>
                  <a:pt x="354" y="797"/>
                </a:lnTo>
                <a:lnTo>
                  <a:pt x="354" y="796"/>
                </a:lnTo>
                <a:lnTo>
                  <a:pt x="353" y="796"/>
                </a:lnTo>
                <a:lnTo>
                  <a:pt x="353" y="797"/>
                </a:lnTo>
                <a:lnTo>
                  <a:pt x="352" y="797"/>
                </a:lnTo>
                <a:lnTo>
                  <a:pt x="352" y="796"/>
                </a:lnTo>
                <a:lnTo>
                  <a:pt x="350" y="796"/>
                </a:lnTo>
                <a:lnTo>
                  <a:pt x="349" y="796"/>
                </a:lnTo>
                <a:lnTo>
                  <a:pt x="349" y="795"/>
                </a:lnTo>
                <a:lnTo>
                  <a:pt x="349" y="794"/>
                </a:lnTo>
                <a:lnTo>
                  <a:pt x="348" y="794"/>
                </a:lnTo>
                <a:lnTo>
                  <a:pt x="347" y="794"/>
                </a:lnTo>
                <a:lnTo>
                  <a:pt x="347" y="793"/>
                </a:lnTo>
                <a:lnTo>
                  <a:pt x="346" y="793"/>
                </a:lnTo>
                <a:lnTo>
                  <a:pt x="344" y="793"/>
                </a:lnTo>
                <a:lnTo>
                  <a:pt x="343" y="793"/>
                </a:lnTo>
                <a:lnTo>
                  <a:pt x="342" y="792"/>
                </a:lnTo>
                <a:lnTo>
                  <a:pt x="341" y="792"/>
                </a:lnTo>
                <a:lnTo>
                  <a:pt x="341" y="791"/>
                </a:lnTo>
                <a:lnTo>
                  <a:pt x="340" y="791"/>
                </a:lnTo>
                <a:lnTo>
                  <a:pt x="339" y="791"/>
                </a:lnTo>
                <a:lnTo>
                  <a:pt x="339" y="790"/>
                </a:lnTo>
                <a:lnTo>
                  <a:pt x="339" y="789"/>
                </a:lnTo>
                <a:lnTo>
                  <a:pt x="339" y="788"/>
                </a:lnTo>
                <a:lnTo>
                  <a:pt x="338" y="788"/>
                </a:lnTo>
                <a:lnTo>
                  <a:pt x="337" y="788"/>
                </a:lnTo>
                <a:lnTo>
                  <a:pt x="337" y="787"/>
                </a:lnTo>
                <a:lnTo>
                  <a:pt x="336" y="787"/>
                </a:lnTo>
                <a:lnTo>
                  <a:pt x="336" y="786"/>
                </a:lnTo>
                <a:lnTo>
                  <a:pt x="335" y="786"/>
                </a:lnTo>
                <a:lnTo>
                  <a:pt x="335" y="785"/>
                </a:lnTo>
                <a:lnTo>
                  <a:pt x="334" y="785"/>
                </a:lnTo>
                <a:lnTo>
                  <a:pt x="334" y="784"/>
                </a:lnTo>
                <a:lnTo>
                  <a:pt x="333" y="784"/>
                </a:lnTo>
                <a:lnTo>
                  <a:pt x="332" y="784"/>
                </a:lnTo>
                <a:lnTo>
                  <a:pt x="332" y="783"/>
                </a:lnTo>
                <a:lnTo>
                  <a:pt x="331" y="783"/>
                </a:lnTo>
                <a:lnTo>
                  <a:pt x="331" y="782"/>
                </a:lnTo>
                <a:lnTo>
                  <a:pt x="330" y="782"/>
                </a:lnTo>
                <a:lnTo>
                  <a:pt x="330" y="781"/>
                </a:lnTo>
                <a:lnTo>
                  <a:pt x="329" y="781"/>
                </a:lnTo>
                <a:lnTo>
                  <a:pt x="329" y="780"/>
                </a:lnTo>
                <a:lnTo>
                  <a:pt x="328" y="780"/>
                </a:lnTo>
                <a:lnTo>
                  <a:pt x="327" y="780"/>
                </a:lnTo>
                <a:lnTo>
                  <a:pt x="327" y="779"/>
                </a:lnTo>
                <a:lnTo>
                  <a:pt x="326" y="779"/>
                </a:lnTo>
                <a:lnTo>
                  <a:pt x="326" y="780"/>
                </a:lnTo>
                <a:lnTo>
                  <a:pt x="326" y="783"/>
                </a:lnTo>
                <a:lnTo>
                  <a:pt x="325" y="783"/>
                </a:lnTo>
                <a:lnTo>
                  <a:pt x="325" y="784"/>
                </a:lnTo>
                <a:lnTo>
                  <a:pt x="324" y="784"/>
                </a:lnTo>
                <a:lnTo>
                  <a:pt x="323" y="784"/>
                </a:lnTo>
                <a:lnTo>
                  <a:pt x="323" y="783"/>
                </a:lnTo>
                <a:lnTo>
                  <a:pt x="322" y="783"/>
                </a:lnTo>
                <a:lnTo>
                  <a:pt x="321" y="783"/>
                </a:lnTo>
                <a:lnTo>
                  <a:pt x="321" y="782"/>
                </a:lnTo>
                <a:lnTo>
                  <a:pt x="321" y="781"/>
                </a:lnTo>
                <a:lnTo>
                  <a:pt x="320" y="781"/>
                </a:lnTo>
                <a:lnTo>
                  <a:pt x="319" y="781"/>
                </a:lnTo>
                <a:lnTo>
                  <a:pt x="319" y="780"/>
                </a:lnTo>
                <a:lnTo>
                  <a:pt x="319" y="781"/>
                </a:lnTo>
                <a:lnTo>
                  <a:pt x="318" y="781"/>
                </a:lnTo>
                <a:lnTo>
                  <a:pt x="318" y="782"/>
                </a:lnTo>
                <a:lnTo>
                  <a:pt x="318" y="783"/>
                </a:lnTo>
                <a:lnTo>
                  <a:pt x="317" y="783"/>
                </a:lnTo>
                <a:lnTo>
                  <a:pt x="317" y="784"/>
                </a:lnTo>
                <a:lnTo>
                  <a:pt x="316" y="784"/>
                </a:lnTo>
                <a:lnTo>
                  <a:pt x="316" y="785"/>
                </a:lnTo>
                <a:lnTo>
                  <a:pt x="316" y="786"/>
                </a:lnTo>
                <a:lnTo>
                  <a:pt x="316" y="787"/>
                </a:lnTo>
                <a:lnTo>
                  <a:pt x="316" y="788"/>
                </a:lnTo>
                <a:lnTo>
                  <a:pt x="316" y="789"/>
                </a:lnTo>
                <a:lnTo>
                  <a:pt x="315" y="789"/>
                </a:lnTo>
                <a:lnTo>
                  <a:pt x="315" y="788"/>
                </a:lnTo>
                <a:lnTo>
                  <a:pt x="314" y="788"/>
                </a:lnTo>
                <a:lnTo>
                  <a:pt x="313" y="788"/>
                </a:lnTo>
                <a:lnTo>
                  <a:pt x="313" y="787"/>
                </a:lnTo>
                <a:lnTo>
                  <a:pt x="312" y="787"/>
                </a:lnTo>
                <a:lnTo>
                  <a:pt x="311" y="787"/>
                </a:lnTo>
                <a:lnTo>
                  <a:pt x="311" y="786"/>
                </a:lnTo>
                <a:lnTo>
                  <a:pt x="310" y="786"/>
                </a:lnTo>
                <a:lnTo>
                  <a:pt x="309" y="785"/>
                </a:lnTo>
                <a:lnTo>
                  <a:pt x="308" y="785"/>
                </a:lnTo>
                <a:lnTo>
                  <a:pt x="307" y="785"/>
                </a:lnTo>
                <a:lnTo>
                  <a:pt x="307" y="784"/>
                </a:lnTo>
                <a:lnTo>
                  <a:pt x="306" y="783"/>
                </a:lnTo>
                <a:lnTo>
                  <a:pt x="306" y="782"/>
                </a:lnTo>
                <a:lnTo>
                  <a:pt x="306" y="781"/>
                </a:lnTo>
                <a:lnTo>
                  <a:pt x="305" y="781"/>
                </a:lnTo>
                <a:lnTo>
                  <a:pt x="305" y="780"/>
                </a:lnTo>
                <a:lnTo>
                  <a:pt x="304" y="780"/>
                </a:lnTo>
                <a:lnTo>
                  <a:pt x="304" y="779"/>
                </a:lnTo>
                <a:lnTo>
                  <a:pt x="303" y="778"/>
                </a:lnTo>
                <a:lnTo>
                  <a:pt x="303" y="779"/>
                </a:lnTo>
                <a:lnTo>
                  <a:pt x="302" y="779"/>
                </a:lnTo>
                <a:lnTo>
                  <a:pt x="302" y="778"/>
                </a:lnTo>
                <a:lnTo>
                  <a:pt x="302" y="777"/>
                </a:lnTo>
                <a:lnTo>
                  <a:pt x="301" y="777"/>
                </a:lnTo>
                <a:lnTo>
                  <a:pt x="300" y="777"/>
                </a:lnTo>
                <a:lnTo>
                  <a:pt x="299" y="777"/>
                </a:lnTo>
                <a:lnTo>
                  <a:pt x="299" y="778"/>
                </a:lnTo>
                <a:lnTo>
                  <a:pt x="298" y="778"/>
                </a:lnTo>
                <a:lnTo>
                  <a:pt x="298" y="779"/>
                </a:lnTo>
                <a:lnTo>
                  <a:pt x="298" y="780"/>
                </a:lnTo>
                <a:lnTo>
                  <a:pt x="297" y="780"/>
                </a:lnTo>
                <a:lnTo>
                  <a:pt x="298" y="780"/>
                </a:lnTo>
                <a:lnTo>
                  <a:pt x="298" y="781"/>
                </a:lnTo>
                <a:lnTo>
                  <a:pt x="299" y="781"/>
                </a:lnTo>
                <a:lnTo>
                  <a:pt x="299" y="782"/>
                </a:lnTo>
                <a:lnTo>
                  <a:pt x="300" y="782"/>
                </a:lnTo>
                <a:lnTo>
                  <a:pt x="300" y="783"/>
                </a:lnTo>
                <a:lnTo>
                  <a:pt x="300" y="784"/>
                </a:lnTo>
                <a:lnTo>
                  <a:pt x="299" y="784"/>
                </a:lnTo>
                <a:lnTo>
                  <a:pt x="299" y="785"/>
                </a:lnTo>
                <a:lnTo>
                  <a:pt x="298" y="785"/>
                </a:lnTo>
                <a:lnTo>
                  <a:pt x="298" y="784"/>
                </a:lnTo>
                <a:lnTo>
                  <a:pt x="297" y="784"/>
                </a:lnTo>
                <a:lnTo>
                  <a:pt x="296" y="784"/>
                </a:lnTo>
                <a:lnTo>
                  <a:pt x="296" y="785"/>
                </a:lnTo>
                <a:lnTo>
                  <a:pt x="296" y="786"/>
                </a:lnTo>
                <a:lnTo>
                  <a:pt x="296" y="787"/>
                </a:lnTo>
                <a:lnTo>
                  <a:pt x="296" y="788"/>
                </a:lnTo>
                <a:lnTo>
                  <a:pt x="296" y="789"/>
                </a:lnTo>
                <a:lnTo>
                  <a:pt x="295" y="790"/>
                </a:lnTo>
                <a:lnTo>
                  <a:pt x="295" y="791"/>
                </a:lnTo>
                <a:lnTo>
                  <a:pt x="294" y="791"/>
                </a:lnTo>
                <a:lnTo>
                  <a:pt x="295" y="791"/>
                </a:lnTo>
                <a:lnTo>
                  <a:pt x="295" y="792"/>
                </a:lnTo>
                <a:lnTo>
                  <a:pt x="296" y="792"/>
                </a:lnTo>
                <a:lnTo>
                  <a:pt x="296" y="793"/>
                </a:lnTo>
                <a:lnTo>
                  <a:pt x="297" y="793"/>
                </a:lnTo>
                <a:lnTo>
                  <a:pt x="297" y="794"/>
                </a:lnTo>
                <a:lnTo>
                  <a:pt x="297" y="795"/>
                </a:lnTo>
                <a:lnTo>
                  <a:pt x="296" y="795"/>
                </a:lnTo>
                <a:lnTo>
                  <a:pt x="295" y="795"/>
                </a:lnTo>
                <a:lnTo>
                  <a:pt x="295" y="796"/>
                </a:lnTo>
                <a:lnTo>
                  <a:pt x="294" y="796"/>
                </a:lnTo>
                <a:lnTo>
                  <a:pt x="294" y="795"/>
                </a:lnTo>
                <a:lnTo>
                  <a:pt x="294" y="796"/>
                </a:lnTo>
                <a:lnTo>
                  <a:pt x="294" y="797"/>
                </a:lnTo>
                <a:lnTo>
                  <a:pt x="293" y="797"/>
                </a:lnTo>
                <a:lnTo>
                  <a:pt x="294" y="797"/>
                </a:lnTo>
                <a:lnTo>
                  <a:pt x="295" y="797"/>
                </a:lnTo>
                <a:lnTo>
                  <a:pt x="295" y="798"/>
                </a:lnTo>
                <a:lnTo>
                  <a:pt x="295" y="799"/>
                </a:lnTo>
                <a:lnTo>
                  <a:pt x="294" y="799"/>
                </a:lnTo>
                <a:lnTo>
                  <a:pt x="294" y="800"/>
                </a:lnTo>
                <a:lnTo>
                  <a:pt x="293" y="800"/>
                </a:lnTo>
                <a:lnTo>
                  <a:pt x="293" y="801"/>
                </a:lnTo>
                <a:lnTo>
                  <a:pt x="292" y="801"/>
                </a:lnTo>
                <a:lnTo>
                  <a:pt x="291" y="801"/>
                </a:lnTo>
                <a:lnTo>
                  <a:pt x="291" y="802"/>
                </a:lnTo>
                <a:lnTo>
                  <a:pt x="291" y="803"/>
                </a:lnTo>
                <a:lnTo>
                  <a:pt x="291" y="804"/>
                </a:lnTo>
                <a:lnTo>
                  <a:pt x="290" y="804"/>
                </a:lnTo>
                <a:lnTo>
                  <a:pt x="290" y="805"/>
                </a:lnTo>
                <a:lnTo>
                  <a:pt x="291" y="805"/>
                </a:lnTo>
                <a:lnTo>
                  <a:pt x="290" y="805"/>
                </a:lnTo>
                <a:lnTo>
                  <a:pt x="290" y="806"/>
                </a:lnTo>
                <a:lnTo>
                  <a:pt x="291" y="806"/>
                </a:lnTo>
                <a:lnTo>
                  <a:pt x="290" y="807"/>
                </a:lnTo>
                <a:lnTo>
                  <a:pt x="290" y="808"/>
                </a:lnTo>
                <a:lnTo>
                  <a:pt x="289" y="808"/>
                </a:lnTo>
                <a:lnTo>
                  <a:pt x="289" y="809"/>
                </a:lnTo>
                <a:lnTo>
                  <a:pt x="288" y="809"/>
                </a:lnTo>
                <a:lnTo>
                  <a:pt x="287" y="809"/>
                </a:lnTo>
                <a:lnTo>
                  <a:pt x="287" y="810"/>
                </a:lnTo>
                <a:lnTo>
                  <a:pt x="286" y="810"/>
                </a:lnTo>
                <a:lnTo>
                  <a:pt x="286" y="811"/>
                </a:lnTo>
                <a:lnTo>
                  <a:pt x="284" y="811"/>
                </a:lnTo>
                <a:lnTo>
                  <a:pt x="283" y="811"/>
                </a:lnTo>
                <a:lnTo>
                  <a:pt x="283" y="812"/>
                </a:lnTo>
                <a:lnTo>
                  <a:pt x="282" y="812"/>
                </a:lnTo>
                <a:lnTo>
                  <a:pt x="281" y="813"/>
                </a:lnTo>
                <a:lnTo>
                  <a:pt x="280" y="813"/>
                </a:lnTo>
                <a:lnTo>
                  <a:pt x="280" y="814"/>
                </a:lnTo>
                <a:lnTo>
                  <a:pt x="279" y="814"/>
                </a:lnTo>
                <a:lnTo>
                  <a:pt x="278" y="814"/>
                </a:lnTo>
                <a:lnTo>
                  <a:pt x="277" y="813"/>
                </a:lnTo>
                <a:lnTo>
                  <a:pt x="277" y="812"/>
                </a:lnTo>
                <a:lnTo>
                  <a:pt x="276" y="812"/>
                </a:lnTo>
                <a:lnTo>
                  <a:pt x="275" y="812"/>
                </a:lnTo>
                <a:lnTo>
                  <a:pt x="274" y="812"/>
                </a:lnTo>
                <a:lnTo>
                  <a:pt x="273" y="812"/>
                </a:lnTo>
                <a:lnTo>
                  <a:pt x="272" y="812"/>
                </a:lnTo>
                <a:lnTo>
                  <a:pt x="271" y="812"/>
                </a:lnTo>
                <a:lnTo>
                  <a:pt x="270" y="813"/>
                </a:lnTo>
                <a:lnTo>
                  <a:pt x="271" y="813"/>
                </a:lnTo>
                <a:lnTo>
                  <a:pt x="271" y="814"/>
                </a:lnTo>
                <a:lnTo>
                  <a:pt x="271" y="815"/>
                </a:lnTo>
                <a:lnTo>
                  <a:pt x="272" y="815"/>
                </a:lnTo>
                <a:lnTo>
                  <a:pt x="272" y="816"/>
                </a:lnTo>
                <a:lnTo>
                  <a:pt x="272" y="817"/>
                </a:lnTo>
                <a:lnTo>
                  <a:pt x="273" y="817"/>
                </a:lnTo>
                <a:lnTo>
                  <a:pt x="273" y="818"/>
                </a:lnTo>
                <a:lnTo>
                  <a:pt x="273" y="819"/>
                </a:lnTo>
                <a:lnTo>
                  <a:pt x="273" y="820"/>
                </a:lnTo>
                <a:lnTo>
                  <a:pt x="272" y="820"/>
                </a:lnTo>
                <a:lnTo>
                  <a:pt x="273" y="821"/>
                </a:lnTo>
                <a:lnTo>
                  <a:pt x="273" y="822"/>
                </a:lnTo>
                <a:lnTo>
                  <a:pt x="272" y="822"/>
                </a:lnTo>
                <a:lnTo>
                  <a:pt x="272" y="823"/>
                </a:lnTo>
                <a:lnTo>
                  <a:pt x="272" y="824"/>
                </a:lnTo>
                <a:lnTo>
                  <a:pt x="272" y="825"/>
                </a:lnTo>
                <a:lnTo>
                  <a:pt x="271" y="825"/>
                </a:lnTo>
                <a:lnTo>
                  <a:pt x="270" y="826"/>
                </a:lnTo>
                <a:lnTo>
                  <a:pt x="269" y="826"/>
                </a:lnTo>
                <a:lnTo>
                  <a:pt x="269" y="827"/>
                </a:lnTo>
                <a:lnTo>
                  <a:pt x="269" y="828"/>
                </a:lnTo>
                <a:lnTo>
                  <a:pt x="268" y="828"/>
                </a:lnTo>
                <a:lnTo>
                  <a:pt x="268" y="829"/>
                </a:lnTo>
                <a:lnTo>
                  <a:pt x="267" y="829"/>
                </a:lnTo>
                <a:lnTo>
                  <a:pt x="266" y="829"/>
                </a:lnTo>
                <a:lnTo>
                  <a:pt x="265" y="829"/>
                </a:lnTo>
                <a:lnTo>
                  <a:pt x="264" y="829"/>
                </a:lnTo>
                <a:lnTo>
                  <a:pt x="264" y="830"/>
                </a:lnTo>
                <a:lnTo>
                  <a:pt x="265" y="830"/>
                </a:lnTo>
                <a:lnTo>
                  <a:pt x="265" y="831"/>
                </a:lnTo>
                <a:lnTo>
                  <a:pt x="266" y="831"/>
                </a:lnTo>
                <a:lnTo>
                  <a:pt x="265" y="831"/>
                </a:lnTo>
                <a:lnTo>
                  <a:pt x="265" y="832"/>
                </a:lnTo>
                <a:lnTo>
                  <a:pt x="264" y="832"/>
                </a:lnTo>
                <a:lnTo>
                  <a:pt x="264" y="833"/>
                </a:lnTo>
                <a:lnTo>
                  <a:pt x="264" y="832"/>
                </a:lnTo>
                <a:lnTo>
                  <a:pt x="263" y="832"/>
                </a:lnTo>
                <a:lnTo>
                  <a:pt x="263" y="833"/>
                </a:lnTo>
                <a:lnTo>
                  <a:pt x="262" y="833"/>
                </a:lnTo>
                <a:lnTo>
                  <a:pt x="262" y="832"/>
                </a:lnTo>
                <a:lnTo>
                  <a:pt x="261" y="832"/>
                </a:lnTo>
                <a:lnTo>
                  <a:pt x="260" y="832"/>
                </a:lnTo>
                <a:lnTo>
                  <a:pt x="260" y="831"/>
                </a:lnTo>
                <a:lnTo>
                  <a:pt x="260" y="830"/>
                </a:lnTo>
                <a:lnTo>
                  <a:pt x="259" y="830"/>
                </a:lnTo>
                <a:lnTo>
                  <a:pt x="258" y="830"/>
                </a:lnTo>
                <a:lnTo>
                  <a:pt x="258" y="829"/>
                </a:lnTo>
                <a:lnTo>
                  <a:pt x="258" y="830"/>
                </a:lnTo>
                <a:lnTo>
                  <a:pt x="257" y="830"/>
                </a:lnTo>
                <a:lnTo>
                  <a:pt x="257" y="831"/>
                </a:lnTo>
                <a:lnTo>
                  <a:pt x="256" y="831"/>
                </a:lnTo>
                <a:lnTo>
                  <a:pt x="256" y="830"/>
                </a:lnTo>
                <a:lnTo>
                  <a:pt x="255" y="830"/>
                </a:lnTo>
                <a:lnTo>
                  <a:pt x="254" y="830"/>
                </a:lnTo>
                <a:lnTo>
                  <a:pt x="253" y="830"/>
                </a:lnTo>
                <a:lnTo>
                  <a:pt x="252" y="830"/>
                </a:lnTo>
                <a:lnTo>
                  <a:pt x="252" y="829"/>
                </a:lnTo>
                <a:lnTo>
                  <a:pt x="251" y="829"/>
                </a:lnTo>
                <a:lnTo>
                  <a:pt x="251" y="828"/>
                </a:lnTo>
                <a:lnTo>
                  <a:pt x="250" y="828"/>
                </a:lnTo>
                <a:lnTo>
                  <a:pt x="249" y="828"/>
                </a:lnTo>
                <a:lnTo>
                  <a:pt x="249" y="826"/>
                </a:lnTo>
                <a:lnTo>
                  <a:pt x="249" y="825"/>
                </a:lnTo>
                <a:lnTo>
                  <a:pt x="248" y="825"/>
                </a:lnTo>
                <a:lnTo>
                  <a:pt x="248" y="824"/>
                </a:lnTo>
                <a:lnTo>
                  <a:pt x="248" y="823"/>
                </a:lnTo>
                <a:lnTo>
                  <a:pt x="247" y="823"/>
                </a:lnTo>
                <a:lnTo>
                  <a:pt x="247" y="822"/>
                </a:lnTo>
                <a:lnTo>
                  <a:pt x="246" y="822"/>
                </a:lnTo>
                <a:lnTo>
                  <a:pt x="246" y="821"/>
                </a:lnTo>
                <a:lnTo>
                  <a:pt x="247" y="821"/>
                </a:lnTo>
                <a:lnTo>
                  <a:pt x="247" y="820"/>
                </a:lnTo>
                <a:lnTo>
                  <a:pt x="248" y="820"/>
                </a:lnTo>
                <a:lnTo>
                  <a:pt x="248" y="819"/>
                </a:lnTo>
                <a:lnTo>
                  <a:pt x="249" y="819"/>
                </a:lnTo>
                <a:lnTo>
                  <a:pt x="249" y="818"/>
                </a:lnTo>
                <a:lnTo>
                  <a:pt x="249" y="817"/>
                </a:lnTo>
                <a:lnTo>
                  <a:pt x="250" y="817"/>
                </a:lnTo>
                <a:lnTo>
                  <a:pt x="249" y="817"/>
                </a:lnTo>
                <a:lnTo>
                  <a:pt x="249" y="816"/>
                </a:lnTo>
                <a:lnTo>
                  <a:pt x="249" y="815"/>
                </a:lnTo>
                <a:lnTo>
                  <a:pt x="248" y="815"/>
                </a:lnTo>
                <a:lnTo>
                  <a:pt x="247" y="815"/>
                </a:lnTo>
                <a:lnTo>
                  <a:pt x="247" y="814"/>
                </a:lnTo>
                <a:lnTo>
                  <a:pt x="247" y="813"/>
                </a:lnTo>
                <a:lnTo>
                  <a:pt x="248" y="813"/>
                </a:lnTo>
                <a:lnTo>
                  <a:pt x="248" y="812"/>
                </a:lnTo>
                <a:lnTo>
                  <a:pt x="248" y="811"/>
                </a:lnTo>
                <a:lnTo>
                  <a:pt x="247" y="811"/>
                </a:lnTo>
                <a:lnTo>
                  <a:pt x="247" y="810"/>
                </a:lnTo>
                <a:lnTo>
                  <a:pt x="248" y="810"/>
                </a:lnTo>
                <a:lnTo>
                  <a:pt x="248" y="809"/>
                </a:lnTo>
                <a:lnTo>
                  <a:pt x="248" y="808"/>
                </a:lnTo>
                <a:lnTo>
                  <a:pt x="249" y="808"/>
                </a:lnTo>
                <a:lnTo>
                  <a:pt x="249" y="807"/>
                </a:lnTo>
                <a:lnTo>
                  <a:pt x="248" y="807"/>
                </a:lnTo>
                <a:lnTo>
                  <a:pt x="248" y="806"/>
                </a:lnTo>
                <a:lnTo>
                  <a:pt x="247" y="806"/>
                </a:lnTo>
                <a:lnTo>
                  <a:pt x="247" y="805"/>
                </a:lnTo>
                <a:lnTo>
                  <a:pt x="247" y="804"/>
                </a:lnTo>
                <a:lnTo>
                  <a:pt x="246" y="804"/>
                </a:lnTo>
                <a:lnTo>
                  <a:pt x="246" y="803"/>
                </a:lnTo>
                <a:lnTo>
                  <a:pt x="246" y="802"/>
                </a:lnTo>
                <a:lnTo>
                  <a:pt x="245" y="802"/>
                </a:lnTo>
                <a:lnTo>
                  <a:pt x="245" y="801"/>
                </a:lnTo>
                <a:lnTo>
                  <a:pt x="245" y="799"/>
                </a:lnTo>
                <a:lnTo>
                  <a:pt x="244" y="799"/>
                </a:lnTo>
                <a:lnTo>
                  <a:pt x="244" y="798"/>
                </a:lnTo>
                <a:lnTo>
                  <a:pt x="245" y="798"/>
                </a:lnTo>
                <a:lnTo>
                  <a:pt x="244" y="798"/>
                </a:lnTo>
                <a:lnTo>
                  <a:pt x="245" y="798"/>
                </a:lnTo>
                <a:lnTo>
                  <a:pt x="246" y="798"/>
                </a:lnTo>
                <a:lnTo>
                  <a:pt x="246" y="797"/>
                </a:lnTo>
                <a:lnTo>
                  <a:pt x="246" y="796"/>
                </a:lnTo>
                <a:lnTo>
                  <a:pt x="245" y="796"/>
                </a:lnTo>
                <a:lnTo>
                  <a:pt x="245" y="795"/>
                </a:lnTo>
                <a:lnTo>
                  <a:pt x="245" y="794"/>
                </a:lnTo>
                <a:lnTo>
                  <a:pt x="244" y="794"/>
                </a:lnTo>
                <a:lnTo>
                  <a:pt x="245" y="793"/>
                </a:lnTo>
                <a:lnTo>
                  <a:pt x="245" y="792"/>
                </a:lnTo>
                <a:lnTo>
                  <a:pt x="245" y="791"/>
                </a:lnTo>
                <a:lnTo>
                  <a:pt x="246" y="791"/>
                </a:lnTo>
                <a:lnTo>
                  <a:pt x="245" y="791"/>
                </a:lnTo>
                <a:lnTo>
                  <a:pt x="245" y="790"/>
                </a:lnTo>
                <a:lnTo>
                  <a:pt x="244" y="790"/>
                </a:lnTo>
                <a:lnTo>
                  <a:pt x="244" y="789"/>
                </a:lnTo>
                <a:lnTo>
                  <a:pt x="243" y="789"/>
                </a:lnTo>
                <a:lnTo>
                  <a:pt x="243" y="788"/>
                </a:lnTo>
                <a:lnTo>
                  <a:pt x="242" y="787"/>
                </a:lnTo>
                <a:lnTo>
                  <a:pt x="241" y="787"/>
                </a:lnTo>
                <a:lnTo>
                  <a:pt x="241" y="786"/>
                </a:lnTo>
                <a:lnTo>
                  <a:pt x="240" y="786"/>
                </a:lnTo>
                <a:lnTo>
                  <a:pt x="239" y="786"/>
                </a:lnTo>
                <a:lnTo>
                  <a:pt x="238" y="786"/>
                </a:lnTo>
                <a:lnTo>
                  <a:pt x="237" y="785"/>
                </a:lnTo>
                <a:lnTo>
                  <a:pt x="236" y="785"/>
                </a:lnTo>
                <a:lnTo>
                  <a:pt x="235" y="785"/>
                </a:lnTo>
                <a:lnTo>
                  <a:pt x="235" y="786"/>
                </a:lnTo>
                <a:lnTo>
                  <a:pt x="234" y="786"/>
                </a:lnTo>
                <a:lnTo>
                  <a:pt x="234" y="785"/>
                </a:lnTo>
                <a:lnTo>
                  <a:pt x="233" y="785"/>
                </a:lnTo>
                <a:lnTo>
                  <a:pt x="233" y="784"/>
                </a:lnTo>
                <a:lnTo>
                  <a:pt x="234" y="784"/>
                </a:lnTo>
                <a:lnTo>
                  <a:pt x="234" y="783"/>
                </a:lnTo>
                <a:lnTo>
                  <a:pt x="234" y="782"/>
                </a:lnTo>
                <a:lnTo>
                  <a:pt x="233" y="782"/>
                </a:lnTo>
                <a:lnTo>
                  <a:pt x="233" y="781"/>
                </a:lnTo>
                <a:lnTo>
                  <a:pt x="232" y="781"/>
                </a:lnTo>
                <a:lnTo>
                  <a:pt x="232" y="780"/>
                </a:lnTo>
                <a:lnTo>
                  <a:pt x="232" y="779"/>
                </a:lnTo>
                <a:lnTo>
                  <a:pt x="231" y="779"/>
                </a:lnTo>
                <a:lnTo>
                  <a:pt x="229" y="779"/>
                </a:lnTo>
                <a:lnTo>
                  <a:pt x="229" y="778"/>
                </a:lnTo>
                <a:lnTo>
                  <a:pt x="228" y="778"/>
                </a:lnTo>
                <a:lnTo>
                  <a:pt x="228" y="777"/>
                </a:lnTo>
                <a:lnTo>
                  <a:pt x="227" y="777"/>
                </a:lnTo>
                <a:lnTo>
                  <a:pt x="227" y="776"/>
                </a:lnTo>
                <a:lnTo>
                  <a:pt x="226" y="776"/>
                </a:lnTo>
                <a:lnTo>
                  <a:pt x="226" y="775"/>
                </a:lnTo>
                <a:lnTo>
                  <a:pt x="225" y="775"/>
                </a:lnTo>
                <a:lnTo>
                  <a:pt x="224" y="775"/>
                </a:lnTo>
                <a:lnTo>
                  <a:pt x="223" y="775"/>
                </a:lnTo>
                <a:lnTo>
                  <a:pt x="222" y="775"/>
                </a:lnTo>
                <a:lnTo>
                  <a:pt x="222" y="774"/>
                </a:lnTo>
                <a:lnTo>
                  <a:pt x="222" y="773"/>
                </a:lnTo>
                <a:lnTo>
                  <a:pt x="221" y="773"/>
                </a:lnTo>
                <a:lnTo>
                  <a:pt x="220" y="773"/>
                </a:lnTo>
                <a:lnTo>
                  <a:pt x="220" y="772"/>
                </a:lnTo>
                <a:lnTo>
                  <a:pt x="220" y="771"/>
                </a:lnTo>
                <a:lnTo>
                  <a:pt x="219" y="770"/>
                </a:lnTo>
                <a:lnTo>
                  <a:pt x="219" y="769"/>
                </a:lnTo>
                <a:lnTo>
                  <a:pt x="218" y="769"/>
                </a:lnTo>
                <a:lnTo>
                  <a:pt x="219" y="769"/>
                </a:lnTo>
                <a:lnTo>
                  <a:pt x="219" y="768"/>
                </a:lnTo>
                <a:lnTo>
                  <a:pt x="218" y="767"/>
                </a:lnTo>
                <a:lnTo>
                  <a:pt x="218" y="766"/>
                </a:lnTo>
                <a:lnTo>
                  <a:pt x="218" y="765"/>
                </a:lnTo>
                <a:lnTo>
                  <a:pt x="217" y="765"/>
                </a:lnTo>
                <a:lnTo>
                  <a:pt x="217" y="764"/>
                </a:lnTo>
                <a:lnTo>
                  <a:pt x="216" y="764"/>
                </a:lnTo>
                <a:lnTo>
                  <a:pt x="216" y="763"/>
                </a:lnTo>
                <a:lnTo>
                  <a:pt x="215" y="763"/>
                </a:lnTo>
                <a:lnTo>
                  <a:pt x="216" y="762"/>
                </a:lnTo>
                <a:lnTo>
                  <a:pt x="216" y="761"/>
                </a:lnTo>
                <a:lnTo>
                  <a:pt x="215" y="761"/>
                </a:lnTo>
                <a:lnTo>
                  <a:pt x="215" y="760"/>
                </a:lnTo>
                <a:lnTo>
                  <a:pt x="214" y="760"/>
                </a:lnTo>
                <a:lnTo>
                  <a:pt x="214" y="759"/>
                </a:lnTo>
                <a:lnTo>
                  <a:pt x="213" y="759"/>
                </a:lnTo>
                <a:lnTo>
                  <a:pt x="213" y="758"/>
                </a:lnTo>
                <a:lnTo>
                  <a:pt x="213" y="757"/>
                </a:lnTo>
                <a:lnTo>
                  <a:pt x="212" y="756"/>
                </a:lnTo>
                <a:lnTo>
                  <a:pt x="211" y="756"/>
                </a:lnTo>
                <a:lnTo>
                  <a:pt x="210" y="756"/>
                </a:lnTo>
                <a:lnTo>
                  <a:pt x="209" y="756"/>
                </a:lnTo>
                <a:lnTo>
                  <a:pt x="209" y="755"/>
                </a:lnTo>
                <a:lnTo>
                  <a:pt x="209" y="754"/>
                </a:lnTo>
                <a:lnTo>
                  <a:pt x="208" y="754"/>
                </a:lnTo>
                <a:lnTo>
                  <a:pt x="208" y="753"/>
                </a:lnTo>
                <a:lnTo>
                  <a:pt x="207" y="753"/>
                </a:lnTo>
                <a:lnTo>
                  <a:pt x="207" y="752"/>
                </a:lnTo>
                <a:lnTo>
                  <a:pt x="207" y="751"/>
                </a:lnTo>
                <a:lnTo>
                  <a:pt x="206" y="751"/>
                </a:lnTo>
                <a:lnTo>
                  <a:pt x="206" y="750"/>
                </a:lnTo>
                <a:lnTo>
                  <a:pt x="205" y="750"/>
                </a:lnTo>
                <a:lnTo>
                  <a:pt x="205" y="749"/>
                </a:lnTo>
                <a:lnTo>
                  <a:pt x="204" y="749"/>
                </a:lnTo>
                <a:lnTo>
                  <a:pt x="204" y="748"/>
                </a:lnTo>
                <a:lnTo>
                  <a:pt x="203" y="748"/>
                </a:lnTo>
                <a:lnTo>
                  <a:pt x="203" y="747"/>
                </a:lnTo>
                <a:lnTo>
                  <a:pt x="202" y="747"/>
                </a:lnTo>
                <a:lnTo>
                  <a:pt x="201" y="747"/>
                </a:lnTo>
                <a:lnTo>
                  <a:pt x="201" y="746"/>
                </a:lnTo>
                <a:lnTo>
                  <a:pt x="201" y="745"/>
                </a:lnTo>
                <a:lnTo>
                  <a:pt x="200" y="745"/>
                </a:lnTo>
                <a:lnTo>
                  <a:pt x="200" y="744"/>
                </a:lnTo>
                <a:lnTo>
                  <a:pt x="200" y="745"/>
                </a:lnTo>
                <a:lnTo>
                  <a:pt x="199" y="745"/>
                </a:lnTo>
                <a:lnTo>
                  <a:pt x="198" y="745"/>
                </a:lnTo>
                <a:lnTo>
                  <a:pt x="198" y="744"/>
                </a:lnTo>
                <a:lnTo>
                  <a:pt x="198" y="745"/>
                </a:lnTo>
                <a:lnTo>
                  <a:pt x="198" y="744"/>
                </a:lnTo>
                <a:lnTo>
                  <a:pt x="197" y="745"/>
                </a:lnTo>
                <a:lnTo>
                  <a:pt x="196" y="745"/>
                </a:lnTo>
                <a:lnTo>
                  <a:pt x="195" y="744"/>
                </a:lnTo>
                <a:lnTo>
                  <a:pt x="195" y="745"/>
                </a:lnTo>
                <a:lnTo>
                  <a:pt x="194" y="746"/>
                </a:lnTo>
                <a:lnTo>
                  <a:pt x="193" y="746"/>
                </a:lnTo>
                <a:lnTo>
                  <a:pt x="192" y="746"/>
                </a:lnTo>
                <a:lnTo>
                  <a:pt x="191" y="745"/>
                </a:lnTo>
                <a:lnTo>
                  <a:pt x="191" y="744"/>
                </a:lnTo>
                <a:lnTo>
                  <a:pt x="191" y="743"/>
                </a:lnTo>
                <a:lnTo>
                  <a:pt x="190" y="742"/>
                </a:lnTo>
                <a:lnTo>
                  <a:pt x="189" y="742"/>
                </a:lnTo>
                <a:lnTo>
                  <a:pt x="189" y="741"/>
                </a:lnTo>
                <a:lnTo>
                  <a:pt x="189" y="740"/>
                </a:lnTo>
                <a:lnTo>
                  <a:pt x="188" y="740"/>
                </a:lnTo>
                <a:lnTo>
                  <a:pt x="188" y="739"/>
                </a:lnTo>
                <a:lnTo>
                  <a:pt x="187" y="739"/>
                </a:lnTo>
                <a:lnTo>
                  <a:pt x="187" y="738"/>
                </a:lnTo>
                <a:lnTo>
                  <a:pt x="186" y="738"/>
                </a:lnTo>
                <a:lnTo>
                  <a:pt x="185" y="738"/>
                </a:lnTo>
                <a:lnTo>
                  <a:pt x="185" y="737"/>
                </a:lnTo>
                <a:lnTo>
                  <a:pt x="184" y="737"/>
                </a:lnTo>
                <a:lnTo>
                  <a:pt x="183" y="737"/>
                </a:lnTo>
                <a:lnTo>
                  <a:pt x="183" y="736"/>
                </a:lnTo>
                <a:lnTo>
                  <a:pt x="182" y="736"/>
                </a:lnTo>
                <a:lnTo>
                  <a:pt x="182" y="735"/>
                </a:lnTo>
                <a:lnTo>
                  <a:pt x="181" y="734"/>
                </a:lnTo>
                <a:lnTo>
                  <a:pt x="180" y="734"/>
                </a:lnTo>
                <a:lnTo>
                  <a:pt x="180" y="733"/>
                </a:lnTo>
                <a:lnTo>
                  <a:pt x="180" y="732"/>
                </a:lnTo>
                <a:lnTo>
                  <a:pt x="179" y="732"/>
                </a:lnTo>
                <a:lnTo>
                  <a:pt x="179" y="731"/>
                </a:lnTo>
                <a:lnTo>
                  <a:pt x="178" y="731"/>
                </a:lnTo>
                <a:lnTo>
                  <a:pt x="177" y="731"/>
                </a:lnTo>
                <a:lnTo>
                  <a:pt x="176" y="731"/>
                </a:lnTo>
                <a:lnTo>
                  <a:pt x="175" y="731"/>
                </a:lnTo>
                <a:lnTo>
                  <a:pt x="174" y="731"/>
                </a:lnTo>
                <a:lnTo>
                  <a:pt x="174" y="730"/>
                </a:lnTo>
                <a:lnTo>
                  <a:pt x="174" y="729"/>
                </a:lnTo>
                <a:lnTo>
                  <a:pt x="173" y="729"/>
                </a:lnTo>
                <a:lnTo>
                  <a:pt x="172" y="729"/>
                </a:lnTo>
                <a:lnTo>
                  <a:pt x="171" y="729"/>
                </a:lnTo>
                <a:lnTo>
                  <a:pt x="170" y="729"/>
                </a:lnTo>
                <a:lnTo>
                  <a:pt x="170" y="728"/>
                </a:lnTo>
                <a:lnTo>
                  <a:pt x="169" y="728"/>
                </a:lnTo>
                <a:lnTo>
                  <a:pt x="169" y="727"/>
                </a:lnTo>
                <a:lnTo>
                  <a:pt x="169" y="726"/>
                </a:lnTo>
                <a:lnTo>
                  <a:pt x="168" y="726"/>
                </a:lnTo>
                <a:lnTo>
                  <a:pt x="168" y="725"/>
                </a:lnTo>
                <a:lnTo>
                  <a:pt x="168" y="724"/>
                </a:lnTo>
                <a:lnTo>
                  <a:pt x="168" y="723"/>
                </a:lnTo>
                <a:lnTo>
                  <a:pt x="168" y="722"/>
                </a:lnTo>
                <a:lnTo>
                  <a:pt x="168" y="721"/>
                </a:lnTo>
                <a:lnTo>
                  <a:pt x="167" y="721"/>
                </a:lnTo>
                <a:lnTo>
                  <a:pt x="166" y="721"/>
                </a:lnTo>
                <a:lnTo>
                  <a:pt x="165" y="720"/>
                </a:lnTo>
                <a:lnTo>
                  <a:pt x="164" y="720"/>
                </a:lnTo>
                <a:lnTo>
                  <a:pt x="163" y="720"/>
                </a:lnTo>
                <a:lnTo>
                  <a:pt x="162" y="720"/>
                </a:lnTo>
                <a:lnTo>
                  <a:pt x="162" y="719"/>
                </a:lnTo>
                <a:lnTo>
                  <a:pt x="161" y="719"/>
                </a:lnTo>
                <a:lnTo>
                  <a:pt x="161" y="720"/>
                </a:lnTo>
                <a:lnTo>
                  <a:pt x="160" y="720"/>
                </a:lnTo>
                <a:lnTo>
                  <a:pt x="160" y="719"/>
                </a:lnTo>
                <a:lnTo>
                  <a:pt x="160" y="718"/>
                </a:lnTo>
                <a:lnTo>
                  <a:pt x="159" y="718"/>
                </a:lnTo>
                <a:lnTo>
                  <a:pt x="159" y="717"/>
                </a:lnTo>
                <a:lnTo>
                  <a:pt x="158" y="717"/>
                </a:lnTo>
                <a:lnTo>
                  <a:pt x="157" y="717"/>
                </a:lnTo>
                <a:lnTo>
                  <a:pt x="157" y="716"/>
                </a:lnTo>
                <a:lnTo>
                  <a:pt x="156" y="716"/>
                </a:lnTo>
                <a:lnTo>
                  <a:pt x="156" y="715"/>
                </a:lnTo>
                <a:lnTo>
                  <a:pt x="155" y="715"/>
                </a:lnTo>
                <a:lnTo>
                  <a:pt x="155" y="714"/>
                </a:lnTo>
                <a:lnTo>
                  <a:pt x="154" y="714"/>
                </a:lnTo>
                <a:lnTo>
                  <a:pt x="154" y="715"/>
                </a:lnTo>
                <a:lnTo>
                  <a:pt x="153" y="715"/>
                </a:lnTo>
                <a:lnTo>
                  <a:pt x="152" y="715"/>
                </a:lnTo>
                <a:lnTo>
                  <a:pt x="151" y="715"/>
                </a:lnTo>
                <a:lnTo>
                  <a:pt x="151" y="716"/>
                </a:lnTo>
                <a:lnTo>
                  <a:pt x="150" y="716"/>
                </a:lnTo>
                <a:lnTo>
                  <a:pt x="150" y="715"/>
                </a:lnTo>
                <a:lnTo>
                  <a:pt x="150" y="716"/>
                </a:lnTo>
                <a:lnTo>
                  <a:pt x="150" y="715"/>
                </a:lnTo>
                <a:lnTo>
                  <a:pt x="149" y="715"/>
                </a:lnTo>
                <a:lnTo>
                  <a:pt x="148" y="715"/>
                </a:lnTo>
                <a:lnTo>
                  <a:pt x="147" y="716"/>
                </a:lnTo>
                <a:lnTo>
                  <a:pt x="146" y="716"/>
                </a:lnTo>
                <a:lnTo>
                  <a:pt x="146" y="717"/>
                </a:lnTo>
                <a:lnTo>
                  <a:pt x="145" y="717"/>
                </a:lnTo>
                <a:lnTo>
                  <a:pt x="144" y="716"/>
                </a:lnTo>
                <a:lnTo>
                  <a:pt x="143" y="716"/>
                </a:lnTo>
                <a:lnTo>
                  <a:pt x="143" y="715"/>
                </a:lnTo>
                <a:lnTo>
                  <a:pt x="143" y="714"/>
                </a:lnTo>
                <a:lnTo>
                  <a:pt x="142" y="714"/>
                </a:lnTo>
                <a:lnTo>
                  <a:pt x="141" y="714"/>
                </a:lnTo>
                <a:lnTo>
                  <a:pt x="141" y="713"/>
                </a:lnTo>
                <a:lnTo>
                  <a:pt x="140" y="713"/>
                </a:lnTo>
                <a:lnTo>
                  <a:pt x="140" y="712"/>
                </a:lnTo>
                <a:lnTo>
                  <a:pt x="140" y="710"/>
                </a:lnTo>
                <a:lnTo>
                  <a:pt x="139" y="710"/>
                </a:lnTo>
                <a:lnTo>
                  <a:pt x="139" y="709"/>
                </a:lnTo>
                <a:lnTo>
                  <a:pt x="138" y="709"/>
                </a:lnTo>
                <a:lnTo>
                  <a:pt x="137" y="709"/>
                </a:lnTo>
                <a:lnTo>
                  <a:pt x="137" y="708"/>
                </a:lnTo>
                <a:lnTo>
                  <a:pt x="136" y="708"/>
                </a:lnTo>
                <a:lnTo>
                  <a:pt x="136" y="707"/>
                </a:lnTo>
                <a:lnTo>
                  <a:pt x="136" y="706"/>
                </a:lnTo>
                <a:lnTo>
                  <a:pt x="135" y="706"/>
                </a:lnTo>
                <a:lnTo>
                  <a:pt x="135" y="705"/>
                </a:lnTo>
                <a:lnTo>
                  <a:pt x="136" y="705"/>
                </a:lnTo>
                <a:lnTo>
                  <a:pt x="136" y="704"/>
                </a:lnTo>
                <a:lnTo>
                  <a:pt x="136" y="703"/>
                </a:lnTo>
                <a:lnTo>
                  <a:pt x="136" y="702"/>
                </a:lnTo>
                <a:lnTo>
                  <a:pt x="136" y="701"/>
                </a:lnTo>
                <a:lnTo>
                  <a:pt x="135" y="701"/>
                </a:lnTo>
                <a:lnTo>
                  <a:pt x="135" y="700"/>
                </a:lnTo>
                <a:lnTo>
                  <a:pt x="134" y="700"/>
                </a:lnTo>
                <a:lnTo>
                  <a:pt x="134" y="699"/>
                </a:lnTo>
                <a:lnTo>
                  <a:pt x="135" y="699"/>
                </a:lnTo>
                <a:lnTo>
                  <a:pt x="135" y="698"/>
                </a:lnTo>
                <a:lnTo>
                  <a:pt x="135" y="697"/>
                </a:lnTo>
                <a:lnTo>
                  <a:pt x="134" y="697"/>
                </a:lnTo>
                <a:lnTo>
                  <a:pt x="133" y="697"/>
                </a:lnTo>
                <a:lnTo>
                  <a:pt x="134" y="696"/>
                </a:lnTo>
                <a:lnTo>
                  <a:pt x="133" y="696"/>
                </a:lnTo>
                <a:lnTo>
                  <a:pt x="133" y="695"/>
                </a:lnTo>
                <a:lnTo>
                  <a:pt x="132" y="695"/>
                </a:lnTo>
                <a:lnTo>
                  <a:pt x="132" y="694"/>
                </a:lnTo>
                <a:lnTo>
                  <a:pt x="131" y="694"/>
                </a:lnTo>
                <a:lnTo>
                  <a:pt x="130" y="694"/>
                </a:lnTo>
                <a:lnTo>
                  <a:pt x="130" y="693"/>
                </a:lnTo>
                <a:lnTo>
                  <a:pt x="129" y="693"/>
                </a:lnTo>
                <a:lnTo>
                  <a:pt x="129" y="692"/>
                </a:lnTo>
                <a:lnTo>
                  <a:pt x="129" y="691"/>
                </a:lnTo>
                <a:lnTo>
                  <a:pt x="129" y="690"/>
                </a:lnTo>
                <a:lnTo>
                  <a:pt x="130" y="690"/>
                </a:lnTo>
                <a:lnTo>
                  <a:pt x="131" y="690"/>
                </a:lnTo>
                <a:lnTo>
                  <a:pt x="131" y="689"/>
                </a:lnTo>
                <a:lnTo>
                  <a:pt x="131" y="688"/>
                </a:lnTo>
                <a:lnTo>
                  <a:pt x="131" y="687"/>
                </a:lnTo>
                <a:lnTo>
                  <a:pt x="131" y="686"/>
                </a:lnTo>
                <a:lnTo>
                  <a:pt x="130" y="686"/>
                </a:lnTo>
                <a:lnTo>
                  <a:pt x="130" y="685"/>
                </a:lnTo>
                <a:lnTo>
                  <a:pt x="130" y="684"/>
                </a:lnTo>
                <a:lnTo>
                  <a:pt x="129" y="684"/>
                </a:lnTo>
                <a:lnTo>
                  <a:pt x="129" y="683"/>
                </a:lnTo>
                <a:lnTo>
                  <a:pt x="130" y="683"/>
                </a:lnTo>
                <a:lnTo>
                  <a:pt x="130" y="682"/>
                </a:lnTo>
                <a:lnTo>
                  <a:pt x="131" y="682"/>
                </a:lnTo>
                <a:lnTo>
                  <a:pt x="131" y="681"/>
                </a:lnTo>
                <a:lnTo>
                  <a:pt x="131" y="680"/>
                </a:lnTo>
                <a:lnTo>
                  <a:pt x="130" y="680"/>
                </a:lnTo>
                <a:lnTo>
                  <a:pt x="131" y="680"/>
                </a:lnTo>
                <a:lnTo>
                  <a:pt x="131" y="679"/>
                </a:lnTo>
                <a:lnTo>
                  <a:pt x="132" y="679"/>
                </a:lnTo>
                <a:lnTo>
                  <a:pt x="131" y="679"/>
                </a:lnTo>
                <a:lnTo>
                  <a:pt x="131" y="678"/>
                </a:lnTo>
                <a:lnTo>
                  <a:pt x="130" y="678"/>
                </a:lnTo>
                <a:lnTo>
                  <a:pt x="130" y="677"/>
                </a:lnTo>
                <a:lnTo>
                  <a:pt x="130" y="676"/>
                </a:lnTo>
                <a:lnTo>
                  <a:pt x="129" y="676"/>
                </a:lnTo>
                <a:lnTo>
                  <a:pt x="128" y="675"/>
                </a:lnTo>
                <a:lnTo>
                  <a:pt x="127" y="674"/>
                </a:lnTo>
                <a:lnTo>
                  <a:pt x="126" y="674"/>
                </a:lnTo>
                <a:lnTo>
                  <a:pt x="125" y="674"/>
                </a:lnTo>
                <a:lnTo>
                  <a:pt x="125" y="673"/>
                </a:lnTo>
                <a:lnTo>
                  <a:pt x="125" y="672"/>
                </a:lnTo>
                <a:lnTo>
                  <a:pt x="125" y="671"/>
                </a:lnTo>
                <a:lnTo>
                  <a:pt x="126" y="671"/>
                </a:lnTo>
                <a:lnTo>
                  <a:pt x="127" y="671"/>
                </a:lnTo>
                <a:lnTo>
                  <a:pt x="127" y="670"/>
                </a:lnTo>
                <a:lnTo>
                  <a:pt x="128" y="670"/>
                </a:lnTo>
                <a:lnTo>
                  <a:pt x="127" y="670"/>
                </a:lnTo>
                <a:lnTo>
                  <a:pt x="128" y="670"/>
                </a:lnTo>
                <a:lnTo>
                  <a:pt x="128" y="669"/>
                </a:lnTo>
                <a:lnTo>
                  <a:pt x="128" y="668"/>
                </a:lnTo>
                <a:lnTo>
                  <a:pt x="127" y="668"/>
                </a:lnTo>
                <a:lnTo>
                  <a:pt x="127" y="667"/>
                </a:lnTo>
                <a:lnTo>
                  <a:pt x="126" y="667"/>
                </a:lnTo>
                <a:lnTo>
                  <a:pt x="126" y="666"/>
                </a:lnTo>
                <a:lnTo>
                  <a:pt x="126" y="665"/>
                </a:lnTo>
                <a:lnTo>
                  <a:pt x="126" y="664"/>
                </a:lnTo>
                <a:lnTo>
                  <a:pt x="125" y="664"/>
                </a:lnTo>
                <a:lnTo>
                  <a:pt x="124" y="664"/>
                </a:lnTo>
                <a:lnTo>
                  <a:pt x="123" y="664"/>
                </a:lnTo>
                <a:lnTo>
                  <a:pt x="122" y="664"/>
                </a:lnTo>
                <a:lnTo>
                  <a:pt x="121" y="664"/>
                </a:lnTo>
                <a:lnTo>
                  <a:pt x="120" y="664"/>
                </a:lnTo>
                <a:lnTo>
                  <a:pt x="119" y="664"/>
                </a:lnTo>
                <a:lnTo>
                  <a:pt x="118" y="664"/>
                </a:lnTo>
                <a:lnTo>
                  <a:pt x="118" y="663"/>
                </a:lnTo>
                <a:lnTo>
                  <a:pt x="118" y="662"/>
                </a:lnTo>
                <a:lnTo>
                  <a:pt x="118" y="661"/>
                </a:lnTo>
                <a:lnTo>
                  <a:pt x="117" y="660"/>
                </a:lnTo>
                <a:lnTo>
                  <a:pt x="117" y="659"/>
                </a:lnTo>
                <a:lnTo>
                  <a:pt x="117" y="658"/>
                </a:lnTo>
                <a:lnTo>
                  <a:pt x="116" y="658"/>
                </a:lnTo>
                <a:lnTo>
                  <a:pt x="116" y="657"/>
                </a:lnTo>
                <a:lnTo>
                  <a:pt x="116" y="656"/>
                </a:lnTo>
                <a:lnTo>
                  <a:pt x="116" y="655"/>
                </a:lnTo>
                <a:lnTo>
                  <a:pt x="116" y="654"/>
                </a:lnTo>
                <a:lnTo>
                  <a:pt x="115" y="654"/>
                </a:lnTo>
                <a:lnTo>
                  <a:pt x="115" y="653"/>
                </a:lnTo>
                <a:lnTo>
                  <a:pt x="115" y="652"/>
                </a:lnTo>
                <a:lnTo>
                  <a:pt x="115" y="651"/>
                </a:lnTo>
                <a:lnTo>
                  <a:pt x="114" y="651"/>
                </a:lnTo>
                <a:lnTo>
                  <a:pt x="114" y="650"/>
                </a:lnTo>
                <a:lnTo>
                  <a:pt x="114" y="649"/>
                </a:lnTo>
                <a:lnTo>
                  <a:pt x="113" y="649"/>
                </a:lnTo>
                <a:lnTo>
                  <a:pt x="113" y="648"/>
                </a:lnTo>
                <a:lnTo>
                  <a:pt x="113" y="647"/>
                </a:lnTo>
                <a:lnTo>
                  <a:pt x="112" y="647"/>
                </a:lnTo>
                <a:lnTo>
                  <a:pt x="112" y="648"/>
                </a:lnTo>
                <a:lnTo>
                  <a:pt x="111" y="648"/>
                </a:lnTo>
                <a:lnTo>
                  <a:pt x="110" y="647"/>
                </a:lnTo>
                <a:lnTo>
                  <a:pt x="109" y="647"/>
                </a:lnTo>
                <a:lnTo>
                  <a:pt x="109" y="646"/>
                </a:lnTo>
                <a:lnTo>
                  <a:pt x="108" y="646"/>
                </a:lnTo>
                <a:lnTo>
                  <a:pt x="108" y="645"/>
                </a:lnTo>
                <a:lnTo>
                  <a:pt x="108" y="644"/>
                </a:lnTo>
                <a:lnTo>
                  <a:pt x="107" y="644"/>
                </a:lnTo>
                <a:lnTo>
                  <a:pt x="107" y="643"/>
                </a:lnTo>
                <a:lnTo>
                  <a:pt x="107" y="642"/>
                </a:lnTo>
                <a:lnTo>
                  <a:pt x="106" y="641"/>
                </a:lnTo>
                <a:lnTo>
                  <a:pt x="105" y="641"/>
                </a:lnTo>
                <a:lnTo>
                  <a:pt x="105" y="640"/>
                </a:lnTo>
                <a:lnTo>
                  <a:pt x="104" y="640"/>
                </a:lnTo>
                <a:lnTo>
                  <a:pt x="104" y="639"/>
                </a:lnTo>
                <a:lnTo>
                  <a:pt x="103" y="639"/>
                </a:lnTo>
                <a:lnTo>
                  <a:pt x="103" y="640"/>
                </a:lnTo>
                <a:lnTo>
                  <a:pt x="103" y="641"/>
                </a:lnTo>
                <a:lnTo>
                  <a:pt x="103" y="642"/>
                </a:lnTo>
                <a:lnTo>
                  <a:pt x="102" y="642"/>
                </a:lnTo>
                <a:lnTo>
                  <a:pt x="101" y="642"/>
                </a:lnTo>
                <a:lnTo>
                  <a:pt x="100" y="642"/>
                </a:lnTo>
                <a:lnTo>
                  <a:pt x="99" y="642"/>
                </a:lnTo>
                <a:lnTo>
                  <a:pt x="99" y="643"/>
                </a:lnTo>
                <a:lnTo>
                  <a:pt x="98" y="643"/>
                </a:lnTo>
                <a:lnTo>
                  <a:pt x="97" y="643"/>
                </a:lnTo>
                <a:lnTo>
                  <a:pt x="96" y="643"/>
                </a:lnTo>
                <a:lnTo>
                  <a:pt x="95" y="643"/>
                </a:lnTo>
                <a:lnTo>
                  <a:pt x="94" y="644"/>
                </a:lnTo>
                <a:lnTo>
                  <a:pt x="94" y="645"/>
                </a:lnTo>
                <a:lnTo>
                  <a:pt x="93" y="645"/>
                </a:lnTo>
                <a:lnTo>
                  <a:pt x="93" y="644"/>
                </a:lnTo>
                <a:lnTo>
                  <a:pt x="93" y="643"/>
                </a:lnTo>
                <a:lnTo>
                  <a:pt x="93" y="642"/>
                </a:lnTo>
                <a:lnTo>
                  <a:pt x="92" y="642"/>
                </a:lnTo>
                <a:lnTo>
                  <a:pt x="91" y="642"/>
                </a:lnTo>
                <a:lnTo>
                  <a:pt x="91" y="641"/>
                </a:lnTo>
                <a:lnTo>
                  <a:pt x="90" y="641"/>
                </a:lnTo>
                <a:lnTo>
                  <a:pt x="90" y="640"/>
                </a:lnTo>
                <a:lnTo>
                  <a:pt x="89" y="640"/>
                </a:lnTo>
                <a:lnTo>
                  <a:pt x="88" y="639"/>
                </a:lnTo>
                <a:lnTo>
                  <a:pt x="89" y="638"/>
                </a:lnTo>
                <a:lnTo>
                  <a:pt x="88" y="638"/>
                </a:lnTo>
                <a:lnTo>
                  <a:pt x="88" y="637"/>
                </a:lnTo>
                <a:lnTo>
                  <a:pt x="87" y="637"/>
                </a:lnTo>
                <a:lnTo>
                  <a:pt x="87" y="635"/>
                </a:lnTo>
                <a:lnTo>
                  <a:pt x="86" y="634"/>
                </a:lnTo>
                <a:lnTo>
                  <a:pt x="86" y="633"/>
                </a:lnTo>
                <a:lnTo>
                  <a:pt x="85" y="633"/>
                </a:lnTo>
                <a:lnTo>
                  <a:pt x="85" y="632"/>
                </a:lnTo>
                <a:lnTo>
                  <a:pt x="86" y="632"/>
                </a:lnTo>
                <a:lnTo>
                  <a:pt x="86" y="631"/>
                </a:lnTo>
                <a:lnTo>
                  <a:pt x="86" y="630"/>
                </a:lnTo>
                <a:lnTo>
                  <a:pt x="85" y="630"/>
                </a:lnTo>
                <a:lnTo>
                  <a:pt x="85" y="629"/>
                </a:lnTo>
                <a:lnTo>
                  <a:pt x="85" y="628"/>
                </a:lnTo>
                <a:lnTo>
                  <a:pt x="86" y="628"/>
                </a:lnTo>
                <a:lnTo>
                  <a:pt x="85" y="628"/>
                </a:lnTo>
                <a:lnTo>
                  <a:pt x="85" y="627"/>
                </a:lnTo>
                <a:lnTo>
                  <a:pt x="84" y="627"/>
                </a:lnTo>
                <a:lnTo>
                  <a:pt x="83" y="626"/>
                </a:lnTo>
                <a:lnTo>
                  <a:pt x="82" y="626"/>
                </a:lnTo>
                <a:lnTo>
                  <a:pt x="82" y="625"/>
                </a:lnTo>
                <a:lnTo>
                  <a:pt x="81" y="625"/>
                </a:lnTo>
                <a:lnTo>
                  <a:pt x="79" y="625"/>
                </a:lnTo>
                <a:lnTo>
                  <a:pt x="78" y="625"/>
                </a:lnTo>
                <a:lnTo>
                  <a:pt x="78" y="626"/>
                </a:lnTo>
                <a:lnTo>
                  <a:pt x="77" y="626"/>
                </a:lnTo>
                <a:lnTo>
                  <a:pt x="76" y="626"/>
                </a:lnTo>
                <a:lnTo>
                  <a:pt x="75" y="626"/>
                </a:lnTo>
                <a:lnTo>
                  <a:pt x="75" y="625"/>
                </a:lnTo>
                <a:lnTo>
                  <a:pt x="75" y="624"/>
                </a:lnTo>
                <a:lnTo>
                  <a:pt x="75" y="623"/>
                </a:lnTo>
                <a:lnTo>
                  <a:pt x="75" y="622"/>
                </a:lnTo>
                <a:lnTo>
                  <a:pt x="75" y="621"/>
                </a:lnTo>
                <a:lnTo>
                  <a:pt x="76" y="621"/>
                </a:lnTo>
                <a:lnTo>
                  <a:pt x="76" y="620"/>
                </a:lnTo>
                <a:lnTo>
                  <a:pt x="76" y="619"/>
                </a:lnTo>
                <a:lnTo>
                  <a:pt x="76" y="618"/>
                </a:lnTo>
                <a:lnTo>
                  <a:pt x="75" y="618"/>
                </a:lnTo>
                <a:lnTo>
                  <a:pt x="74" y="618"/>
                </a:lnTo>
                <a:lnTo>
                  <a:pt x="73" y="618"/>
                </a:lnTo>
                <a:lnTo>
                  <a:pt x="72" y="618"/>
                </a:lnTo>
                <a:lnTo>
                  <a:pt x="72" y="619"/>
                </a:lnTo>
                <a:lnTo>
                  <a:pt x="71" y="619"/>
                </a:lnTo>
                <a:lnTo>
                  <a:pt x="70" y="619"/>
                </a:lnTo>
                <a:lnTo>
                  <a:pt x="70" y="620"/>
                </a:lnTo>
                <a:lnTo>
                  <a:pt x="69" y="620"/>
                </a:lnTo>
                <a:lnTo>
                  <a:pt x="69" y="621"/>
                </a:lnTo>
                <a:lnTo>
                  <a:pt x="68" y="621"/>
                </a:lnTo>
                <a:lnTo>
                  <a:pt x="68" y="622"/>
                </a:lnTo>
                <a:lnTo>
                  <a:pt x="67" y="622"/>
                </a:lnTo>
                <a:lnTo>
                  <a:pt x="66" y="622"/>
                </a:lnTo>
                <a:lnTo>
                  <a:pt x="65" y="622"/>
                </a:lnTo>
                <a:lnTo>
                  <a:pt x="64" y="622"/>
                </a:lnTo>
                <a:lnTo>
                  <a:pt x="63" y="622"/>
                </a:lnTo>
                <a:lnTo>
                  <a:pt x="62" y="622"/>
                </a:lnTo>
                <a:lnTo>
                  <a:pt x="62" y="623"/>
                </a:lnTo>
                <a:lnTo>
                  <a:pt x="61" y="623"/>
                </a:lnTo>
                <a:lnTo>
                  <a:pt x="60" y="623"/>
                </a:lnTo>
                <a:lnTo>
                  <a:pt x="60" y="624"/>
                </a:lnTo>
                <a:lnTo>
                  <a:pt x="60" y="625"/>
                </a:lnTo>
                <a:lnTo>
                  <a:pt x="61" y="625"/>
                </a:lnTo>
                <a:lnTo>
                  <a:pt x="62" y="626"/>
                </a:lnTo>
                <a:lnTo>
                  <a:pt x="62" y="627"/>
                </a:lnTo>
                <a:lnTo>
                  <a:pt x="62" y="628"/>
                </a:lnTo>
                <a:lnTo>
                  <a:pt x="61" y="628"/>
                </a:lnTo>
                <a:lnTo>
                  <a:pt x="61" y="629"/>
                </a:lnTo>
                <a:lnTo>
                  <a:pt x="61" y="630"/>
                </a:lnTo>
                <a:lnTo>
                  <a:pt x="61" y="631"/>
                </a:lnTo>
                <a:lnTo>
                  <a:pt x="60" y="631"/>
                </a:lnTo>
                <a:lnTo>
                  <a:pt x="59" y="631"/>
                </a:lnTo>
                <a:lnTo>
                  <a:pt x="58" y="631"/>
                </a:lnTo>
                <a:lnTo>
                  <a:pt x="58" y="630"/>
                </a:lnTo>
                <a:lnTo>
                  <a:pt x="58" y="629"/>
                </a:lnTo>
                <a:lnTo>
                  <a:pt x="57" y="629"/>
                </a:lnTo>
                <a:lnTo>
                  <a:pt x="56" y="629"/>
                </a:lnTo>
                <a:lnTo>
                  <a:pt x="55" y="629"/>
                </a:lnTo>
                <a:lnTo>
                  <a:pt x="55" y="630"/>
                </a:lnTo>
                <a:lnTo>
                  <a:pt x="54" y="630"/>
                </a:lnTo>
                <a:lnTo>
                  <a:pt x="53" y="630"/>
                </a:lnTo>
                <a:lnTo>
                  <a:pt x="52" y="630"/>
                </a:lnTo>
                <a:lnTo>
                  <a:pt x="51" y="630"/>
                </a:lnTo>
                <a:lnTo>
                  <a:pt x="50" y="630"/>
                </a:lnTo>
                <a:lnTo>
                  <a:pt x="49" y="630"/>
                </a:lnTo>
                <a:lnTo>
                  <a:pt x="49" y="629"/>
                </a:lnTo>
                <a:lnTo>
                  <a:pt x="48" y="629"/>
                </a:lnTo>
                <a:lnTo>
                  <a:pt x="47" y="629"/>
                </a:lnTo>
                <a:lnTo>
                  <a:pt x="47" y="628"/>
                </a:lnTo>
                <a:lnTo>
                  <a:pt x="47" y="627"/>
                </a:lnTo>
                <a:lnTo>
                  <a:pt x="47" y="626"/>
                </a:lnTo>
                <a:lnTo>
                  <a:pt x="47" y="625"/>
                </a:lnTo>
                <a:lnTo>
                  <a:pt x="47" y="624"/>
                </a:lnTo>
                <a:lnTo>
                  <a:pt x="47" y="623"/>
                </a:lnTo>
                <a:lnTo>
                  <a:pt x="47" y="622"/>
                </a:lnTo>
                <a:lnTo>
                  <a:pt x="47" y="621"/>
                </a:lnTo>
                <a:lnTo>
                  <a:pt x="46" y="620"/>
                </a:lnTo>
                <a:lnTo>
                  <a:pt x="46" y="619"/>
                </a:lnTo>
                <a:lnTo>
                  <a:pt x="45" y="619"/>
                </a:lnTo>
                <a:lnTo>
                  <a:pt x="45" y="618"/>
                </a:lnTo>
                <a:lnTo>
                  <a:pt x="44" y="618"/>
                </a:lnTo>
                <a:lnTo>
                  <a:pt x="43" y="618"/>
                </a:lnTo>
                <a:lnTo>
                  <a:pt x="43" y="619"/>
                </a:lnTo>
                <a:lnTo>
                  <a:pt x="42" y="619"/>
                </a:lnTo>
                <a:lnTo>
                  <a:pt x="41" y="620"/>
                </a:lnTo>
                <a:lnTo>
                  <a:pt x="40" y="619"/>
                </a:lnTo>
                <a:lnTo>
                  <a:pt x="39" y="619"/>
                </a:lnTo>
                <a:lnTo>
                  <a:pt x="39" y="618"/>
                </a:lnTo>
                <a:lnTo>
                  <a:pt x="38" y="618"/>
                </a:lnTo>
                <a:lnTo>
                  <a:pt x="37" y="619"/>
                </a:lnTo>
                <a:lnTo>
                  <a:pt x="36" y="619"/>
                </a:lnTo>
                <a:lnTo>
                  <a:pt x="35" y="619"/>
                </a:lnTo>
                <a:lnTo>
                  <a:pt x="34" y="619"/>
                </a:lnTo>
                <a:lnTo>
                  <a:pt x="33" y="619"/>
                </a:lnTo>
                <a:lnTo>
                  <a:pt x="33" y="618"/>
                </a:lnTo>
                <a:lnTo>
                  <a:pt x="33" y="617"/>
                </a:lnTo>
                <a:lnTo>
                  <a:pt x="32" y="617"/>
                </a:lnTo>
                <a:lnTo>
                  <a:pt x="32" y="616"/>
                </a:lnTo>
                <a:lnTo>
                  <a:pt x="31" y="615"/>
                </a:lnTo>
                <a:lnTo>
                  <a:pt x="31" y="614"/>
                </a:lnTo>
                <a:lnTo>
                  <a:pt x="31" y="613"/>
                </a:lnTo>
                <a:lnTo>
                  <a:pt x="30" y="613"/>
                </a:lnTo>
                <a:lnTo>
                  <a:pt x="30" y="612"/>
                </a:lnTo>
                <a:lnTo>
                  <a:pt x="30" y="611"/>
                </a:lnTo>
                <a:lnTo>
                  <a:pt x="29" y="611"/>
                </a:lnTo>
                <a:lnTo>
                  <a:pt x="28" y="611"/>
                </a:lnTo>
                <a:lnTo>
                  <a:pt x="28" y="610"/>
                </a:lnTo>
                <a:lnTo>
                  <a:pt x="27" y="610"/>
                </a:lnTo>
                <a:lnTo>
                  <a:pt x="26" y="610"/>
                </a:lnTo>
                <a:lnTo>
                  <a:pt x="26" y="609"/>
                </a:lnTo>
                <a:lnTo>
                  <a:pt x="25" y="609"/>
                </a:lnTo>
                <a:lnTo>
                  <a:pt x="24" y="609"/>
                </a:lnTo>
                <a:lnTo>
                  <a:pt x="24" y="608"/>
                </a:lnTo>
                <a:lnTo>
                  <a:pt x="24" y="607"/>
                </a:lnTo>
                <a:lnTo>
                  <a:pt x="24" y="606"/>
                </a:lnTo>
                <a:lnTo>
                  <a:pt x="23" y="606"/>
                </a:lnTo>
                <a:lnTo>
                  <a:pt x="24" y="606"/>
                </a:lnTo>
                <a:lnTo>
                  <a:pt x="24" y="605"/>
                </a:lnTo>
                <a:lnTo>
                  <a:pt x="24" y="604"/>
                </a:lnTo>
                <a:lnTo>
                  <a:pt x="23" y="604"/>
                </a:lnTo>
                <a:lnTo>
                  <a:pt x="24" y="604"/>
                </a:lnTo>
                <a:lnTo>
                  <a:pt x="24" y="603"/>
                </a:lnTo>
                <a:lnTo>
                  <a:pt x="24" y="602"/>
                </a:lnTo>
                <a:lnTo>
                  <a:pt x="24" y="601"/>
                </a:lnTo>
                <a:lnTo>
                  <a:pt x="24" y="600"/>
                </a:lnTo>
                <a:lnTo>
                  <a:pt x="23" y="599"/>
                </a:lnTo>
                <a:lnTo>
                  <a:pt x="23" y="598"/>
                </a:lnTo>
                <a:lnTo>
                  <a:pt x="22" y="598"/>
                </a:lnTo>
                <a:lnTo>
                  <a:pt x="23" y="598"/>
                </a:lnTo>
                <a:lnTo>
                  <a:pt x="23" y="597"/>
                </a:lnTo>
                <a:lnTo>
                  <a:pt x="23" y="596"/>
                </a:lnTo>
                <a:lnTo>
                  <a:pt x="24" y="596"/>
                </a:lnTo>
                <a:lnTo>
                  <a:pt x="24" y="595"/>
                </a:lnTo>
                <a:lnTo>
                  <a:pt x="25" y="594"/>
                </a:lnTo>
                <a:lnTo>
                  <a:pt x="25" y="593"/>
                </a:lnTo>
                <a:lnTo>
                  <a:pt x="26" y="593"/>
                </a:lnTo>
                <a:lnTo>
                  <a:pt x="27" y="593"/>
                </a:lnTo>
                <a:lnTo>
                  <a:pt x="27" y="592"/>
                </a:lnTo>
                <a:lnTo>
                  <a:pt x="27" y="591"/>
                </a:lnTo>
                <a:lnTo>
                  <a:pt x="27" y="590"/>
                </a:lnTo>
                <a:lnTo>
                  <a:pt x="27" y="589"/>
                </a:lnTo>
                <a:lnTo>
                  <a:pt x="27" y="588"/>
                </a:lnTo>
                <a:lnTo>
                  <a:pt x="26" y="588"/>
                </a:lnTo>
                <a:lnTo>
                  <a:pt x="26" y="587"/>
                </a:lnTo>
                <a:lnTo>
                  <a:pt x="25" y="587"/>
                </a:lnTo>
                <a:lnTo>
                  <a:pt x="25" y="586"/>
                </a:lnTo>
                <a:lnTo>
                  <a:pt x="24" y="586"/>
                </a:lnTo>
                <a:lnTo>
                  <a:pt x="24" y="585"/>
                </a:lnTo>
                <a:lnTo>
                  <a:pt x="24" y="584"/>
                </a:lnTo>
                <a:lnTo>
                  <a:pt x="23" y="584"/>
                </a:lnTo>
                <a:lnTo>
                  <a:pt x="24" y="584"/>
                </a:lnTo>
                <a:lnTo>
                  <a:pt x="24" y="583"/>
                </a:lnTo>
                <a:lnTo>
                  <a:pt x="23" y="583"/>
                </a:lnTo>
                <a:lnTo>
                  <a:pt x="23" y="582"/>
                </a:lnTo>
                <a:lnTo>
                  <a:pt x="24" y="582"/>
                </a:lnTo>
                <a:lnTo>
                  <a:pt x="24" y="581"/>
                </a:lnTo>
                <a:lnTo>
                  <a:pt x="23" y="581"/>
                </a:lnTo>
                <a:lnTo>
                  <a:pt x="22" y="581"/>
                </a:lnTo>
                <a:lnTo>
                  <a:pt x="22" y="580"/>
                </a:lnTo>
                <a:lnTo>
                  <a:pt x="22" y="579"/>
                </a:lnTo>
                <a:lnTo>
                  <a:pt x="21" y="579"/>
                </a:lnTo>
                <a:lnTo>
                  <a:pt x="22" y="579"/>
                </a:lnTo>
                <a:lnTo>
                  <a:pt x="22" y="578"/>
                </a:lnTo>
                <a:lnTo>
                  <a:pt x="21" y="578"/>
                </a:lnTo>
                <a:lnTo>
                  <a:pt x="22" y="577"/>
                </a:lnTo>
                <a:lnTo>
                  <a:pt x="22" y="576"/>
                </a:lnTo>
                <a:lnTo>
                  <a:pt x="22" y="575"/>
                </a:lnTo>
                <a:lnTo>
                  <a:pt x="21" y="575"/>
                </a:lnTo>
                <a:lnTo>
                  <a:pt x="21" y="574"/>
                </a:lnTo>
                <a:lnTo>
                  <a:pt x="20" y="574"/>
                </a:lnTo>
                <a:lnTo>
                  <a:pt x="19" y="573"/>
                </a:lnTo>
                <a:lnTo>
                  <a:pt x="19" y="572"/>
                </a:lnTo>
                <a:lnTo>
                  <a:pt x="19" y="571"/>
                </a:lnTo>
                <a:lnTo>
                  <a:pt x="19" y="570"/>
                </a:lnTo>
                <a:lnTo>
                  <a:pt x="19" y="569"/>
                </a:lnTo>
                <a:lnTo>
                  <a:pt x="19" y="567"/>
                </a:lnTo>
                <a:lnTo>
                  <a:pt x="19" y="566"/>
                </a:lnTo>
                <a:lnTo>
                  <a:pt x="18" y="566"/>
                </a:lnTo>
                <a:lnTo>
                  <a:pt x="18" y="565"/>
                </a:lnTo>
                <a:lnTo>
                  <a:pt x="17" y="565"/>
                </a:lnTo>
                <a:lnTo>
                  <a:pt x="17" y="564"/>
                </a:lnTo>
                <a:lnTo>
                  <a:pt x="16" y="564"/>
                </a:lnTo>
                <a:lnTo>
                  <a:pt x="16" y="565"/>
                </a:lnTo>
                <a:lnTo>
                  <a:pt x="16" y="566"/>
                </a:lnTo>
                <a:lnTo>
                  <a:pt x="16" y="567"/>
                </a:lnTo>
                <a:lnTo>
                  <a:pt x="15" y="567"/>
                </a:lnTo>
                <a:lnTo>
                  <a:pt x="15" y="566"/>
                </a:lnTo>
                <a:lnTo>
                  <a:pt x="14" y="566"/>
                </a:lnTo>
                <a:lnTo>
                  <a:pt x="13" y="566"/>
                </a:lnTo>
                <a:lnTo>
                  <a:pt x="12" y="566"/>
                </a:lnTo>
                <a:lnTo>
                  <a:pt x="12" y="565"/>
                </a:lnTo>
                <a:lnTo>
                  <a:pt x="11" y="565"/>
                </a:lnTo>
                <a:lnTo>
                  <a:pt x="11" y="564"/>
                </a:lnTo>
                <a:lnTo>
                  <a:pt x="11" y="563"/>
                </a:lnTo>
                <a:lnTo>
                  <a:pt x="10" y="563"/>
                </a:lnTo>
                <a:lnTo>
                  <a:pt x="8" y="563"/>
                </a:lnTo>
                <a:lnTo>
                  <a:pt x="7" y="563"/>
                </a:lnTo>
                <a:lnTo>
                  <a:pt x="7" y="562"/>
                </a:lnTo>
                <a:lnTo>
                  <a:pt x="7" y="561"/>
                </a:lnTo>
                <a:lnTo>
                  <a:pt x="7" y="560"/>
                </a:lnTo>
                <a:lnTo>
                  <a:pt x="6" y="560"/>
                </a:lnTo>
                <a:lnTo>
                  <a:pt x="6" y="559"/>
                </a:lnTo>
                <a:lnTo>
                  <a:pt x="7" y="559"/>
                </a:lnTo>
                <a:lnTo>
                  <a:pt x="7" y="558"/>
                </a:lnTo>
                <a:lnTo>
                  <a:pt x="7" y="557"/>
                </a:lnTo>
                <a:lnTo>
                  <a:pt x="6" y="557"/>
                </a:lnTo>
                <a:lnTo>
                  <a:pt x="6" y="556"/>
                </a:lnTo>
                <a:lnTo>
                  <a:pt x="7" y="556"/>
                </a:lnTo>
                <a:lnTo>
                  <a:pt x="7" y="555"/>
                </a:lnTo>
                <a:lnTo>
                  <a:pt x="6" y="555"/>
                </a:lnTo>
                <a:lnTo>
                  <a:pt x="6" y="554"/>
                </a:lnTo>
                <a:lnTo>
                  <a:pt x="6" y="553"/>
                </a:lnTo>
                <a:lnTo>
                  <a:pt x="5" y="553"/>
                </a:lnTo>
                <a:lnTo>
                  <a:pt x="6" y="552"/>
                </a:lnTo>
                <a:lnTo>
                  <a:pt x="7" y="552"/>
                </a:lnTo>
                <a:lnTo>
                  <a:pt x="7" y="551"/>
                </a:lnTo>
                <a:lnTo>
                  <a:pt x="7" y="550"/>
                </a:lnTo>
                <a:lnTo>
                  <a:pt x="7" y="549"/>
                </a:lnTo>
                <a:lnTo>
                  <a:pt x="8" y="549"/>
                </a:lnTo>
                <a:lnTo>
                  <a:pt x="8" y="548"/>
                </a:lnTo>
                <a:lnTo>
                  <a:pt x="9" y="548"/>
                </a:lnTo>
                <a:lnTo>
                  <a:pt x="9" y="547"/>
                </a:lnTo>
                <a:lnTo>
                  <a:pt x="10" y="547"/>
                </a:lnTo>
                <a:lnTo>
                  <a:pt x="10" y="546"/>
                </a:lnTo>
                <a:lnTo>
                  <a:pt x="11" y="546"/>
                </a:lnTo>
                <a:lnTo>
                  <a:pt x="11" y="545"/>
                </a:lnTo>
                <a:lnTo>
                  <a:pt x="12" y="545"/>
                </a:lnTo>
                <a:lnTo>
                  <a:pt x="12" y="544"/>
                </a:lnTo>
                <a:lnTo>
                  <a:pt x="13" y="544"/>
                </a:lnTo>
                <a:lnTo>
                  <a:pt x="14" y="544"/>
                </a:lnTo>
                <a:lnTo>
                  <a:pt x="14" y="543"/>
                </a:lnTo>
                <a:lnTo>
                  <a:pt x="14" y="542"/>
                </a:lnTo>
                <a:lnTo>
                  <a:pt x="13" y="542"/>
                </a:lnTo>
                <a:lnTo>
                  <a:pt x="13" y="541"/>
                </a:lnTo>
                <a:lnTo>
                  <a:pt x="12" y="541"/>
                </a:lnTo>
                <a:lnTo>
                  <a:pt x="12" y="540"/>
                </a:lnTo>
                <a:lnTo>
                  <a:pt x="12" y="539"/>
                </a:lnTo>
                <a:lnTo>
                  <a:pt x="12" y="538"/>
                </a:lnTo>
                <a:lnTo>
                  <a:pt x="12" y="537"/>
                </a:lnTo>
                <a:lnTo>
                  <a:pt x="11" y="537"/>
                </a:lnTo>
                <a:lnTo>
                  <a:pt x="12" y="537"/>
                </a:lnTo>
                <a:lnTo>
                  <a:pt x="11" y="537"/>
                </a:lnTo>
                <a:lnTo>
                  <a:pt x="11" y="536"/>
                </a:lnTo>
                <a:lnTo>
                  <a:pt x="10" y="536"/>
                </a:lnTo>
                <a:lnTo>
                  <a:pt x="10" y="535"/>
                </a:lnTo>
                <a:lnTo>
                  <a:pt x="9" y="535"/>
                </a:lnTo>
                <a:lnTo>
                  <a:pt x="8" y="535"/>
                </a:lnTo>
                <a:lnTo>
                  <a:pt x="7" y="535"/>
                </a:lnTo>
                <a:lnTo>
                  <a:pt x="7" y="534"/>
                </a:lnTo>
                <a:lnTo>
                  <a:pt x="8" y="534"/>
                </a:lnTo>
                <a:lnTo>
                  <a:pt x="7" y="533"/>
                </a:lnTo>
                <a:lnTo>
                  <a:pt x="7" y="532"/>
                </a:lnTo>
                <a:lnTo>
                  <a:pt x="8" y="532"/>
                </a:lnTo>
                <a:lnTo>
                  <a:pt x="7" y="532"/>
                </a:lnTo>
                <a:lnTo>
                  <a:pt x="7" y="531"/>
                </a:lnTo>
                <a:lnTo>
                  <a:pt x="8" y="531"/>
                </a:lnTo>
                <a:lnTo>
                  <a:pt x="8" y="530"/>
                </a:lnTo>
                <a:lnTo>
                  <a:pt x="9" y="530"/>
                </a:lnTo>
                <a:lnTo>
                  <a:pt x="9" y="529"/>
                </a:lnTo>
                <a:lnTo>
                  <a:pt x="9" y="528"/>
                </a:lnTo>
                <a:lnTo>
                  <a:pt x="10" y="528"/>
                </a:lnTo>
                <a:lnTo>
                  <a:pt x="10" y="527"/>
                </a:lnTo>
                <a:lnTo>
                  <a:pt x="11" y="527"/>
                </a:lnTo>
                <a:lnTo>
                  <a:pt x="12" y="527"/>
                </a:lnTo>
                <a:lnTo>
                  <a:pt x="13" y="527"/>
                </a:lnTo>
                <a:lnTo>
                  <a:pt x="14" y="527"/>
                </a:lnTo>
                <a:lnTo>
                  <a:pt x="14" y="526"/>
                </a:lnTo>
                <a:lnTo>
                  <a:pt x="15" y="526"/>
                </a:lnTo>
                <a:lnTo>
                  <a:pt x="15" y="527"/>
                </a:lnTo>
                <a:lnTo>
                  <a:pt x="16" y="527"/>
                </a:lnTo>
                <a:lnTo>
                  <a:pt x="16" y="526"/>
                </a:lnTo>
                <a:lnTo>
                  <a:pt x="17" y="526"/>
                </a:lnTo>
                <a:lnTo>
                  <a:pt x="18" y="526"/>
                </a:lnTo>
                <a:lnTo>
                  <a:pt x="18" y="525"/>
                </a:lnTo>
                <a:lnTo>
                  <a:pt x="19" y="525"/>
                </a:lnTo>
                <a:lnTo>
                  <a:pt x="20" y="525"/>
                </a:lnTo>
                <a:lnTo>
                  <a:pt x="20" y="524"/>
                </a:lnTo>
                <a:lnTo>
                  <a:pt x="21" y="524"/>
                </a:lnTo>
                <a:lnTo>
                  <a:pt x="21" y="523"/>
                </a:lnTo>
                <a:lnTo>
                  <a:pt x="21" y="524"/>
                </a:lnTo>
                <a:lnTo>
                  <a:pt x="22" y="524"/>
                </a:lnTo>
                <a:lnTo>
                  <a:pt x="23" y="524"/>
                </a:lnTo>
                <a:lnTo>
                  <a:pt x="23" y="523"/>
                </a:lnTo>
                <a:lnTo>
                  <a:pt x="24" y="523"/>
                </a:lnTo>
                <a:lnTo>
                  <a:pt x="24" y="522"/>
                </a:lnTo>
                <a:lnTo>
                  <a:pt x="25" y="522"/>
                </a:lnTo>
                <a:lnTo>
                  <a:pt x="25" y="521"/>
                </a:lnTo>
                <a:lnTo>
                  <a:pt x="25" y="522"/>
                </a:lnTo>
                <a:lnTo>
                  <a:pt x="26" y="522"/>
                </a:lnTo>
                <a:lnTo>
                  <a:pt x="26" y="521"/>
                </a:lnTo>
                <a:lnTo>
                  <a:pt x="27" y="521"/>
                </a:lnTo>
                <a:lnTo>
                  <a:pt x="27" y="520"/>
                </a:lnTo>
                <a:lnTo>
                  <a:pt x="27" y="519"/>
                </a:lnTo>
                <a:lnTo>
                  <a:pt x="27" y="518"/>
                </a:lnTo>
                <a:lnTo>
                  <a:pt x="26" y="518"/>
                </a:lnTo>
                <a:lnTo>
                  <a:pt x="26" y="517"/>
                </a:lnTo>
                <a:lnTo>
                  <a:pt x="26" y="516"/>
                </a:lnTo>
                <a:lnTo>
                  <a:pt x="25" y="516"/>
                </a:lnTo>
                <a:lnTo>
                  <a:pt x="25" y="515"/>
                </a:lnTo>
                <a:lnTo>
                  <a:pt x="24" y="515"/>
                </a:lnTo>
                <a:lnTo>
                  <a:pt x="24" y="514"/>
                </a:lnTo>
                <a:lnTo>
                  <a:pt x="23" y="514"/>
                </a:lnTo>
                <a:lnTo>
                  <a:pt x="23" y="513"/>
                </a:lnTo>
                <a:lnTo>
                  <a:pt x="23" y="511"/>
                </a:lnTo>
                <a:lnTo>
                  <a:pt x="24" y="511"/>
                </a:lnTo>
                <a:lnTo>
                  <a:pt x="24" y="510"/>
                </a:lnTo>
                <a:lnTo>
                  <a:pt x="24" y="509"/>
                </a:lnTo>
                <a:lnTo>
                  <a:pt x="24" y="508"/>
                </a:lnTo>
                <a:lnTo>
                  <a:pt x="23" y="508"/>
                </a:lnTo>
                <a:lnTo>
                  <a:pt x="22" y="508"/>
                </a:lnTo>
                <a:lnTo>
                  <a:pt x="21" y="508"/>
                </a:lnTo>
                <a:lnTo>
                  <a:pt x="20" y="508"/>
                </a:lnTo>
                <a:lnTo>
                  <a:pt x="19" y="508"/>
                </a:lnTo>
                <a:lnTo>
                  <a:pt x="19" y="507"/>
                </a:lnTo>
                <a:lnTo>
                  <a:pt x="18" y="507"/>
                </a:lnTo>
                <a:lnTo>
                  <a:pt x="18" y="506"/>
                </a:lnTo>
                <a:lnTo>
                  <a:pt x="18" y="505"/>
                </a:lnTo>
                <a:lnTo>
                  <a:pt x="19" y="505"/>
                </a:lnTo>
                <a:lnTo>
                  <a:pt x="19" y="504"/>
                </a:lnTo>
                <a:lnTo>
                  <a:pt x="19" y="503"/>
                </a:lnTo>
                <a:lnTo>
                  <a:pt x="18" y="503"/>
                </a:lnTo>
                <a:lnTo>
                  <a:pt x="18" y="502"/>
                </a:lnTo>
                <a:lnTo>
                  <a:pt x="19" y="502"/>
                </a:lnTo>
                <a:lnTo>
                  <a:pt x="19" y="501"/>
                </a:lnTo>
                <a:lnTo>
                  <a:pt x="19" y="500"/>
                </a:lnTo>
                <a:lnTo>
                  <a:pt x="18" y="500"/>
                </a:lnTo>
                <a:lnTo>
                  <a:pt x="18" y="499"/>
                </a:lnTo>
                <a:lnTo>
                  <a:pt x="18" y="498"/>
                </a:lnTo>
                <a:lnTo>
                  <a:pt x="18" y="497"/>
                </a:lnTo>
                <a:lnTo>
                  <a:pt x="18" y="496"/>
                </a:lnTo>
                <a:lnTo>
                  <a:pt x="18" y="495"/>
                </a:lnTo>
                <a:lnTo>
                  <a:pt x="18" y="494"/>
                </a:lnTo>
                <a:lnTo>
                  <a:pt x="18" y="493"/>
                </a:lnTo>
                <a:lnTo>
                  <a:pt x="17" y="493"/>
                </a:lnTo>
                <a:lnTo>
                  <a:pt x="17" y="492"/>
                </a:lnTo>
                <a:lnTo>
                  <a:pt x="16" y="491"/>
                </a:lnTo>
                <a:lnTo>
                  <a:pt x="16" y="490"/>
                </a:lnTo>
                <a:lnTo>
                  <a:pt x="17" y="490"/>
                </a:lnTo>
                <a:lnTo>
                  <a:pt x="16" y="490"/>
                </a:lnTo>
                <a:lnTo>
                  <a:pt x="16" y="489"/>
                </a:lnTo>
                <a:lnTo>
                  <a:pt x="15" y="489"/>
                </a:lnTo>
                <a:lnTo>
                  <a:pt x="14" y="488"/>
                </a:lnTo>
                <a:lnTo>
                  <a:pt x="14" y="487"/>
                </a:lnTo>
                <a:lnTo>
                  <a:pt x="13" y="487"/>
                </a:lnTo>
                <a:lnTo>
                  <a:pt x="13" y="486"/>
                </a:lnTo>
                <a:lnTo>
                  <a:pt x="12" y="486"/>
                </a:lnTo>
                <a:lnTo>
                  <a:pt x="12" y="485"/>
                </a:lnTo>
                <a:lnTo>
                  <a:pt x="12" y="484"/>
                </a:lnTo>
                <a:lnTo>
                  <a:pt x="12" y="483"/>
                </a:lnTo>
                <a:lnTo>
                  <a:pt x="12" y="482"/>
                </a:lnTo>
                <a:lnTo>
                  <a:pt x="12" y="481"/>
                </a:lnTo>
                <a:lnTo>
                  <a:pt x="12" y="480"/>
                </a:lnTo>
                <a:lnTo>
                  <a:pt x="13" y="480"/>
                </a:lnTo>
                <a:lnTo>
                  <a:pt x="13" y="479"/>
                </a:lnTo>
                <a:lnTo>
                  <a:pt x="14" y="479"/>
                </a:lnTo>
                <a:lnTo>
                  <a:pt x="14" y="478"/>
                </a:lnTo>
                <a:lnTo>
                  <a:pt x="15" y="478"/>
                </a:lnTo>
                <a:lnTo>
                  <a:pt x="15" y="477"/>
                </a:lnTo>
                <a:lnTo>
                  <a:pt x="16" y="477"/>
                </a:lnTo>
                <a:lnTo>
                  <a:pt x="17" y="477"/>
                </a:lnTo>
                <a:lnTo>
                  <a:pt x="17" y="476"/>
                </a:lnTo>
                <a:lnTo>
                  <a:pt x="18" y="476"/>
                </a:lnTo>
                <a:lnTo>
                  <a:pt x="19" y="476"/>
                </a:lnTo>
                <a:lnTo>
                  <a:pt x="20" y="476"/>
                </a:lnTo>
                <a:lnTo>
                  <a:pt x="20" y="475"/>
                </a:lnTo>
                <a:lnTo>
                  <a:pt x="21" y="475"/>
                </a:lnTo>
                <a:lnTo>
                  <a:pt x="21" y="476"/>
                </a:lnTo>
                <a:lnTo>
                  <a:pt x="22" y="476"/>
                </a:lnTo>
                <a:lnTo>
                  <a:pt x="23" y="476"/>
                </a:lnTo>
                <a:lnTo>
                  <a:pt x="23" y="475"/>
                </a:lnTo>
                <a:lnTo>
                  <a:pt x="24" y="476"/>
                </a:lnTo>
                <a:lnTo>
                  <a:pt x="25" y="476"/>
                </a:lnTo>
                <a:lnTo>
                  <a:pt x="26" y="476"/>
                </a:lnTo>
                <a:lnTo>
                  <a:pt x="26" y="475"/>
                </a:lnTo>
                <a:lnTo>
                  <a:pt x="26" y="474"/>
                </a:lnTo>
                <a:lnTo>
                  <a:pt x="26" y="473"/>
                </a:lnTo>
                <a:lnTo>
                  <a:pt x="27" y="473"/>
                </a:lnTo>
                <a:lnTo>
                  <a:pt x="27" y="472"/>
                </a:lnTo>
                <a:lnTo>
                  <a:pt x="28" y="472"/>
                </a:lnTo>
                <a:lnTo>
                  <a:pt x="28" y="471"/>
                </a:lnTo>
                <a:lnTo>
                  <a:pt x="29" y="471"/>
                </a:lnTo>
                <a:lnTo>
                  <a:pt x="30" y="471"/>
                </a:lnTo>
                <a:lnTo>
                  <a:pt x="31" y="470"/>
                </a:lnTo>
                <a:lnTo>
                  <a:pt x="31" y="469"/>
                </a:lnTo>
                <a:lnTo>
                  <a:pt x="31" y="468"/>
                </a:lnTo>
                <a:lnTo>
                  <a:pt x="30" y="468"/>
                </a:lnTo>
                <a:lnTo>
                  <a:pt x="30" y="467"/>
                </a:lnTo>
                <a:lnTo>
                  <a:pt x="29" y="467"/>
                </a:lnTo>
                <a:lnTo>
                  <a:pt x="29" y="466"/>
                </a:lnTo>
                <a:lnTo>
                  <a:pt x="28" y="466"/>
                </a:lnTo>
                <a:lnTo>
                  <a:pt x="28" y="465"/>
                </a:lnTo>
                <a:lnTo>
                  <a:pt x="27" y="465"/>
                </a:lnTo>
                <a:lnTo>
                  <a:pt x="27" y="464"/>
                </a:lnTo>
                <a:lnTo>
                  <a:pt x="28" y="464"/>
                </a:lnTo>
                <a:lnTo>
                  <a:pt x="28" y="463"/>
                </a:lnTo>
                <a:lnTo>
                  <a:pt x="27" y="463"/>
                </a:lnTo>
                <a:lnTo>
                  <a:pt x="27" y="462"/>
                </a:lnTo>
                <a:lnTo>
                  <a:pt x="26" y="462"/>
                </a:lnTo>
                <a:lnTo>
                  <a:pt x="26" y="461"/>
                </a:lnTo>
                <a:lnTo>
                  <a:pt x="26" y="460"/>
                </a:lnTo>
                <a:lnTo>
                  <a:pt x="25" y="460"/>
                </a:lnTo>
                <a:lnTo>
                  <a:pt x="25" y="459"/>
                </a:lnTo>
                <a:lnTo>
                  <a:pt x="24" y="459"/>
                </a:lnTo>
                <a:lnTo>
                  <a:pt x="24" y="458"/>
                </a:lnTo>
                <a:lnTo>
                  <a:pt x="23" y="458"/>
                </a:lnTo>
                <a:lnTo>
                  <a:pt x="22" y="458"/>
                </a:lnTo>
                <a:lnTo>
                  <a:pt x="22" y="457"/>
                </a:lnTo>
                <a:lnTo>
                  <a:pt x="21" y="457"/>
                </a:lnTo>
                <a:lnTo>
                  <a:pt x="21" y="456"/>
                </a:lnTo>
                <a:lnTo>
                  <a:pt x="20" y="456"/>
                </a:lnTo>
                <a:lnTo>
                  <a:pt x="19" y="455"/>
                </a:lnTo>
                <a:lnTo>
                  <a:pt x="19" y="454"/>
                </a:lnTo>
                <a:lnTo>
                  <a:pt x="18" y="454"/>
                </a:lnTo>
                <a:lnTo>
                  <a:pt x="18" y="453"/>
                </a:lnTo>
                <a:lnTo>
                  <a:pt x="17" y="453"/>
                </a:lnTo>
                <a:lnTo>
                  <a:pt x="16" y="452"/>
                </a:lnTo>
                <a:lnTo>
                  <a:pt x="15" y="452"/>
                </a:lnTo>
                <a:lnTo>
                  <a:pt x="15" y="451"/>
                </a:lnTo>
                <a:lnTo>
                  <a:pt x="14" y="451"/>
                </a:lnTo>
                <a:lnTo>
                  <a:pt x="14" y="450"/>
                </a:lnTo>
                <a:lnTo>
                  <a:pt x="13" y="450"/>
                </a:lnTo>
                <a:lnTo>
                  <a:pt x="13" y="449"/>
                </a:lnTo>
                <a:lnTo>
                  <a:pt x="13" y="448"/>
                </a:lnTo>
                <a:lnTo>
                  <a:pt x="14" y="448"/>
                </a:lnTo>
                <a:lnTo>
                  <a:pt x="14" y="447"/>
                </a:lnTo>
                <a:lnTo>
                  <a:pt x="15" y="447"/>
                </a:lnTo>
                <a:lnTo>
                  <a:pt x="16" y="446"/>
                </a:lnTo>
                <a:lnTo>
                  <a:pt x="15" y="446"/>
                </a:lnTo>
                <a:lnTo>
                  <a:pt x="15" y="445"/>
                </a:lnTo>
                <a:lnTo>
                  <a:pt x="15" y="444"/>
                </a:lnTo>
                <a:lnTo>
                  <a:pt x="14" y="444"/>
                </a:lnTo>
                <a:lnTo>
                  <a:pt x="14" y="445"/>
                </a:lnTo>
                <a:lnTo>
                  <a:pt x="13" y="445"/>
                </a:lnTo>
                <a:lnTo>
                  <a:pt x="13" y="444"/>
                </a:lnTo>
                <a:lnTo>
                  <a:pt x="12" y="444"/>
                </a:lnTo>
                <a:lnTo>
                  <a:pt x="11" y="444"/>
                </a:lnTo>
                <a:lnTo>
                  <a:pt x="10" y="444"/>
                </a:lnTo>
                <a:lnTo>
                  <a:pt x="9" y="444"/>
                </a:lnTo>
                <a:lnTo>
                  <a:pt x="9" y="443"/>
                </a:lnTo>
                <a:lnTo>
                  <a:pt x="9" y="444"/>
                </a:lnTo>
                <a:lnTo>
                  <a:pt x="8" y="444"/>
                </a:lnTo>
                <a:lnTo>
                  <a:pt x="7" y="444"/>
                </a:lnTo>
                <a:lnTo>
                  <a:pt x="7" y="443"/>
                </a:lnTo>
                <a:lnTo>
                  <a:pt x="8" y="443"/>
                </a:lnTo>
                <a:lnTo>
                  <a:pt x="8" y="442"/>
                </a:lnTo>
                <a:lnTo>
                  <a:pt x="8" y="441"/>
                </a:lnTo>
                <a:lnTo>
                  <a:pt x="8" y="440"/>
                </a:lnTo>
                <a:lnTo>
                  <a:pt x="9" y="440"/>
                </a:lnTo>
                <a:lnTo>
                  <a:pt x="9" y="439"/>
                </a:lnTo>
                <a:lnTo>
                  <a:pt x="9" y="438"/>
                </a:lnTo>
                <a:lnTo>
                  <a:pt x="10" y="438"/>
                </a:lnTo>
                <a:lnTo>
                  <a:pt x="10" y="437"/>
                </a:lnTo>
                <a:lnTo>
                  <a:pt x="10" y="436"/>
                </a:lnTo>
                <a:lnTo>
                  <a:pt x="9" y="436"/>
                </a:lnTo>
                <a:lnTo>
                  <a:pt x="9" y="435"/>
                </a:lnTo>
                <a:lnTo>
                  <a:pt x="8" y="435"/>
                </a:lnTo>
                <a:lnTo>
                  <a:pt x="8" y="434"/>
                </a:lnTo>
                <a:lnTo>
                  <a:pt x="8" y="433"/>
                </a:lnTo>
                <a:lnTo>
                  <a:pt x="8" y="432"/>
                </a:lnTo>
                <a:lnTo>
                  <a:pt x="7" y="432"/>
                </a:lnTo>
                <a:lnTo>
                  <a:pt x="7" y="431"/>
                </a:lnTo>
                <a:lnTo>
                  <a:pt x="8" y="431"/>
                </a:lnTo>
                <a:lnTo>
                  <a:pt x="7" y="430"/>
                </a:lnTo>
                <a:lnTo>
                  <a:pt x="8" y="430"/>
                </a:lnTo>
                <a:lnTo>
                  <a:pt x="7" y="430"/>
                </a:lnTo>
                <a:lnTo>
                  <a:pt x="7" y="429"/>
                </a:lnTo>
                <a:lnTo>
                  <a:pt x="6" y="429"/>
                </a:lnTo>
                <a:lnTo>
                  <a:pt x="6" y="430"/>
                </a:lnTo>
                <a:lnTo>
                  <a:pt x="5" y="430"/>
                </a:lnTo>
                <a:lnTo>
                  <a:pt x="4" y="430"/>
                </a:lnTo>
                <a:lnTo>
                  <a:pt x="3" y="430"/>
                </a:lnTo>
                <a:lnTo>
                  <a:pt x="2" y="430"/>
                </a:lnTo>
                <a:lnTo>
                  <a:pt x="2" y="431"/>
                </a:lnTo>
                <a:lnTo>
                  <a:pt x="1" y="431"/>
                </a:lnTo>
                <a:lnTo>
                  <a:pt x="1" y="430"/>
                </a:lnTo>
                <a:lnTo>
                  <a:pt x="0" y="430"/>
                </a:lnTo>
                <a:lnTo>
                  <a:pt x="0" y="429"/>
                </a:lnTo>
                <a:lnTo>
                  <a:pt x="1" y="429"/>
                </a:lnTo>
                <a:lnTo>
                  <a:pt x="1" y="428"/>
                </a:lnTo>
                <a:lnTo>
                  <a:pt x="0" y="427"/>
                </a:lnTo>
                <a:lnTo>
                  <a:pt x="0" y="426"/>
                </a:lnTo>
                <a:lnTo>
                  <a:pt x="1" y="426"/>
                </a:lnTo>
                <a:lnTo>
                  <a:pt x="1" y="425"/>
                </a:lnTo>
                <a:lnTo>
                  <a:pt x="0" y="425"/>
                </a:lnTo>
                <a:lnTo>
                  <a:pt x="0" y="424"/>
                </a:lnTo>
                <a:lnTo>
                  <a:pt x="1" y="424"/>
                </a:lnTo>
                <a:lnTo>
                  <a:pt x="0" y="423"/>
                </a:lnTo>
                <a:lnTo>
                  <a:pt x="1" y="422"/>
                </a:lnTo>
                <a:lnTo>
                  <a:pt x="1" y="421"/>
                </a:lnTo>
                <a:lnTo>
                  <a:pt x="1" y="420"/>
                </a:lnTo>
                <a:lnTo>
                  <a:pt x="0" y="420"/>
                </a:lnTo>
                <a:lnTo>
                  <a:pt x="0" y="419"/>
                </a:lnTo>
                <a:lnTo>
                  <a:pt x="0" y="418"/>
                </a:lnTo>
                <a:lnTo>
                  <a:pt x="0" y="417"/>
                </a:lnTo>
                <a:lnTo>
                  <a:pt x="1" y="417"/>
                </a:lnTo>
                <a:lnTo>
                  <a:pt x="2" y="417"/>
                </a:lnTo>
                <a:lnTo>
                  <a:pt x="3" y="417"/>
                </a:lnTo>
                <a:lnTo>
                  <a:pt x="3" y="416"/>
                </a:lnTo>
                <a:lnTo>
                  <a:pt x="4" y="416"/>
                </a:lnTo>
                <a:lnTo>
                  <a:pt x="5" y="416"/>
                </a:lnTo>
                <a:lnTo>
                  <a:pt x="5" y="415"/>
                </a:lnTo>
                <a:lnTo>
                  <a:pt x="6" y="415"/>
                </a:lnTo>
                <a:lnTo>
                  <a:pt x="7" y="415"/>
                </a:lnTo>
                <a:lnTo>
                  <a:pt x="7" y="414"/>
                </a:lnTo>
                <a:lnTo>
                  <a:pt x="8" y="414"/>
                </a:lnTo>
                <a:lnTo>
                  <a:pt x="9" y="414"/>
                </a:lnTo>
                <a:lnTo>
                  <a:pt x="9" y="413"/>
                </a:lnTo>
                <a:lnTo>
                  <a:pt x="10" y="413"/>
                </a:lnTo>
                <a:lnTo>
                  <a:pt x="10" y="412"/>
                </a:lnTo>
                <a:lnTo>
                  <a:pt x="9" y="412"/>
                </a:lnTo>
                <a:lnTo>
                  <a:pt x="9" y="411"/>
                </a:lnTo>
                <a:lnTo>
                  <a:pt x="10" y="411"/>
                </a:lnTo>
                <a:lnTo>
                  <a:pt x="10" y="410"/>
                </a:lnTo>
                <a:lnTo>
                  <a:pt x="11" y="409"/>
                </a:lnTo>
                <a:lnTo>
                  <a:pt x="12" y="409"/>
                </a:lnTo>
                <a:lnTo>
                  <a:pt x="12" y="408"/>
                </a:lnTo>
                <a:lnTo>
                  <a:pt x="12" y="407"/>
                </a:lnTo>
                <a:lnTo>
                  <a:pt x="13" y="407"/>
                </a:lnTo>
                <a:lnTo>
                  <a:pt x="14" y="407"/>
                </a:lnTo>
                <a:lnTo>
                  <a:pt x="14" y="406"/>
                </a:lnTo>
                <a:lnTo>
                  <a:pt x="13" y="406"/>
                </a:lnTo>
                <a:lnTo>
                  <a:pt x="13" y="405"/>
                </a:lnTo>
                <a:lnTo>
                  <a:pt x="13" y="404"/>
                </a:lnTo>
                <a:lnTo>
                  <a:pt x="13" y="403"/>
                </a:lnTo>
                <a:lnTo>
                  <a:pt x="12" y="403"/>
                </a:lnTo>
                <a:lnTo>
                  <a:pt x="12" y="402"/>
                </a:lnTo>
                <a:lnTo>
                  <a:pt x="11" y="402"/>
                </a:lnTo>
                <a:lnTo>
                  <a:pt x="11" y="401"/>
                </a:lnTo>
                <a:lnTo>
                  <a:pt x="12" y="400"/>
                </a:lnTo>
                <a:lnTo>
                  <a:pt x="12" y="399"/>
                </a:lnTo>
                <a:lnTo>
                  <a:pt x="13" y="399"/>
                </a:lnTo>
                <a:lnTo>
                  <a:pt x="13" y="398"/>
                </a:lnTo>
                <a:lnTo>
                  <a:pt x="13" y="397"/>
                </a:lnTo>
                <a:lnTo>
                  <a:pt x="13" y="396"/>
                </a:lnTo>
                <a:lnTo>
                  <a:pt x="12" y="396"/>
                </a:lnTo>
                <a:lnTo>
                  <a:pt x="11" y="396"/>
                </a:lnTo>
                <a:lnTo>
                  <a:pt x="11" y="395"/>
                </a:lnTo>
                <a:lnTo>
                  <a:pt x="11" y="394"/>
                </a:lnTo>
                <a:lnTo>
                  <a:pt x="11" y="392"/>
                </a:lnTo>
                <a:lnTo>
                  <a:pt x="12" y="392"/>
                </a:lnTo>
                <a:lnTo>
                  <a:pt x="13" y="392"/>
                </a:lnTo>
                <a:lnTo>
                  <a:pt x="13" y="391"/>
                </a:lnTo>
                <a:lnTo>
                  <a:pt x="13" y="390"/>
                </a:lnTo>
                <a:lnTo>
                  <a:pt x="14" y="390"/>
                </a:lnTo>
                <a:lnTo>
                  <a:pt x="14" y="389"/>
                </a:lnTo>
                <a:lnTo>
                  <a:pt x="13" y="389"/>
                </a:lnTo>
                <a:lnTo>
                  <a:pt x="14" y="389"/>
                </a:lnTo>
                <a:lnTo>
                  <a:pt x="14" y="388"/>
                </a:lnTo>
                <a:lnTo>
                  <a:pt x="14" y="387"/>
                </a:lnTo>
                <a:lnTo>
                  <a:pt x="14" y="386"/>
                </a:lnTo>
                <a:lnTo>
                  <a:pt x="15" y="386"/>
                </a:lnTo>
                <a:lnTo>
                  <a:pt x="15" y="385"/>
                </a:lnTo>
                <a:lnTo>
                  <a:pt x="14" y="384"/>
                </a:lnTo>
                <a:lnTo>
                  <a:pt x="14" y="383"/>
                </a:lnTo>
                <a:lnTo>
                  <a:pt x="14" y="382"/>
                </a:lnTo>
                <a:lnTo>
                  <a:pt x="13" y="382"/>
                </a:lnTo>
                <a:lnTo>
                  <a:pt x="13" y="381"/>
                </a:lnTo>
                <a:lnTo>
                  <a:pt x="14" y="381"/>
                </a:lnTo>
                <a:lnTo>
                  <a:pt x="14" y="380"/>
                </a:lnTo>
                <a:lnTo>
                  <a:pt x="14" y="379"/>
                </a:lnTo>
                <a:lnTo>
                  <a:pt x="13" y="379"/>
                </a:lnTo>
                <a:lnTo>
                  <a:pt x="12" y="379"/>
                </a:lnTo>
                <a:lnTo>
                  <a:pt x="12" y="377"/>
                </a:lnTo>
                <a:lnTo>
                  <a:pt x="12" y="376"/>
                </a:lnTo>
                <a:lnTo>
                  <a:pt x="12" y="375"/>
                </a:lnTo>
                <a:lnTo>
                  <a:pt x="12" y="374"/>
                </a:lnTo>
                <a:lnTo>
                  <a:pt x="12" y="373"/>
                </a:lnTo>
                <a:lnTo>
                  <a:pt x="11" y="373"/>
                </a:lnTo>
                <a:lnTo>
                  <a:pt x="11" y="372"/>
                </a:lnTo>
                <a:lnTo>
                  <a:pt x="11" y="371"/>
                </a:lnTo>
                <a:lnTo>
                  <a:pt x="10" y="371"/>
                </a:lnTo>
                <a:lnTo>
                  <a:pt x="9" y="370"/>
                </a:lnTo>
                <a:lnTo>
                  <a:pt x="9" y="369"/>
                </a:lnTo>
                <a:lnTo>
                  <a:pt x="9" y="368"/>
                </a:lnTo>
                <a:lnTo>
                  <a:pt x="10" y="368"/>
                </a:lnTo>
                <a:lnTo>
                  <a:pt x="11" y="368"/>
                </a:lnTo>
                <a:lnTo>
                  <a:pt x="11" y="367"/>
                </a:lnTo>
                <a:lnTo>
                  <a:pt x="12" y="367"/>
                </a:lnTo>
                <a:lnTo>
                  <a:pt x="12" y="366"/>
                </a:lnTo>
                <a:lnTo>
                  <a:pt x="12" y="365"/>
                </a:lnTo>
                <a:lnTo>
                  <a:pt x="13" y="365"/>
                </a:lnTo>
                <a:lnTo>
                  <a:pt x="14" y="365"/>
                </a:lnTo>
                <a:lnTo>
                  <a:pt x="15" y="365"/>
                </a:lnTo>
                <a:lnTo>
                  <a:pt x="16" y="365"/>
                </a:lnTo>
                <a:lnTo>
                  <a:pt x="17" y="365"/>
                </a:lnTo>
                <a:lnTo>
                  <a:pt x="18" y="365"/>
                </a:lnTo>
                <a:lnTo>
                  <a:pt x="18" y="364"/>
                </a:lnTo>
                <a:lnTo>
                  <a:pt x="19" y="364"/>
                </a:lnTo>
                <a:lnTo>
                  <a:pt x="19" y="365"/>
                </a:lnTo>
                <a:lnTo>
                  <a:pt x="20" y="365"/>
                </a:lnTo>
                <a:lnTo>
                  <a:pt x="21" y="365"/>
                </a:lnTo>
                <a:lnTo>
                  <a:pt x="22" y="365"/>
                </a:lnTo>
                <a:lnTo>
                  <a:pt x="23" y="365"/>
                </a:lnTo>
                <a:lnTo>
                  <a:pt x="24" y="365"/>
                </a:lnTo>
                <a:lnTo>
                  <a:pt x="25" y="364"/>
                </a:lnTo>
                <a:lnTo>
                  <a:pt x="26" y="363"/>
                </a:lnTo>
                <a:lnTo>
                  <a:pt x="27" y="362"/>
                </a:lnTo>
                <a:lnTo>
                  <a:pt x="27" y="361"/>
                </a:lnTo>
                <a:lnTo>
                  <a:pt x="28" y="361"/>
                </a:lnTo>
                <a:lnTo>
                  <a:pt x="28" y="360"/>
                </a:lnTo>
                <a:lnTo>
                  <a:pt x="28" y="361"/>
                </a:lnTo>
                <a:lnTo>
                  <a:pt x="28" y="362"/>
                </a:lnTo>
                <a:lnTo>
                  <a:pt x="29" y="362"/>
                </a:lnTo>
                <a:lnTo>
                  <a:pt x="30" y="362"/>
                </a:lnTo>
                <a:lnTo>
                  <a:pt x="31" y="362"/>
                </a:lnTo>
                <a:lnTo>
                  <a:pt x="31" y="361"/>
                </a:lnTo>
                <a:lnTo>
                  <a:pt x="31" y="362"/>
                </a:lnTo>
                <a:lnTo>
                  <a:pt x="32" y="362"/>
                </a:lnTo>
                <a:lnTo>
                  <a:pt x="32" y="361"/>
                </a:lnTo>
                <a:lnTo>
                  <a:pt x="33" y="361"/>
                </a:lnTo>
                <a:lnTo>
                  <a:pt x="33" y="362"/>
                </a:lnTo>
                <a:lnTo>
                  <a:pt x="33" y="363"/>
                </a:lnTo>
                <a:lnTo>
                  <a:pt x="34" y="362"/>
                </a:lnTo>
                <a:lnTo>
                  <a:pt x="34" y="361"/>
                </a:lnTo>
                <a:lnTo>
                  <a:pt x="34" y="362"/>
                </a:lnTo>
                <a:lnTo>
                  <a:pt x="35" y="362"/>
                </a:lnTo>
                <a:lnTo>
                  <a:pt x="35" y="361"/>
                </a:lnTo>
                <a:lnTo>
                  <a:pt x="35" y="360"/>
                </a:lnTo>
                <a:lnTo>
                  <a:pt x="36" y="360"/>
                </a:lnTo>
                <a:lnTo>
                  <a:pt x="36" y="359"/>
                </a:lnTo>
                <a:lnTo>
                  <a:pt x="37" y="359"/>
                </a:lnTo>
                <a:lnTo>
                  <a:pt x="37" y="360"/>
                </a:lnTo>
                <a:lnTo>
                  <a:pt x="38" y="360"/>
                </a:lnTo>
                <a:lnTo>
                  <a:pt x="39" y="360"/>
                </a:lnTo>
                <a:lnTo>
                  <a:pt x="39" y="361"/>
                </a:lnTo>
                <a:lnTo>
                  <a:pt x="40" y="362"/>
                </a:lnTo>
                <a:lnTo>
                  <a:pt x="41" y="362"/>
                </a:lnTo>
                <a:lnTo>
                  <a:pt x="42" y="362"/>
                </a:lnTo>
                <a:lnTo>
                  <a:pt x="42" y="361"/>
                </a:lnTo>
                <a:lnTo>
                  <a:pt x="42" y="360"/>
                </a:lnTo>
                <a:lnTo>
                  <a:pt x="43" y="360"/>
                </a:lnTo>
                <a:lnTo>
                  <a:pt x="44" y="360"/>
                </a:lnTo>
                <a:lnTo>
                  <a:pt x="45" y="360"/>
                </a:lnTo>
                <a:lnTo>
                  <a:pt x="45" y="359"/>
                </a:lnTo>
                <a:lnTo>
                  <a:pt x="46" y="359"/>
                </a:lnTo>
                <a:lnTo>
                  <a:pt x="47" y="359"/>
                </a:lnTo>
                <a:lnTo>
                  <a:pt x="48" y="359"/>
                </a:lnTo>
                <a:lnTo>
                  <a:pt x="48" y="358"/>
                </a:lnTo>
                <a:lnTo>
                  <a:pt x="49" y="358"/>
                </a:lnTo>
                <a:lnTo>
                  <a:pt x="49" y="357"/>
                </a:lnTo>
                <a:lnTo>
                  <a:pt x="50" y="357"/>
                </a:lnTo>
                <a:lnTo>
                  <a:pt x="50" y="356"/>
                </a:lnTo>
                <a:lnTo>
                  <a:pt x="51" y="356"/>
                </a:lnTo>
                <a:lnTo>
                  <a:pt x="52" y="356"/>
                </a:lnTo>
                <a:lnTo>
                  <a:pt x="53" y="356"/>
                </a:lnTo>
                <a:lnTo>
                  <a:pt x="54" y="356"/>
                </a:lnTo>
                <a:lnTo>
                  <a:pt x="54" y="355"/>
                </a:lnTo>
                <a:lnTo>
                  <a:pt x="54" y="354"/>
                </a:lnTo>
                <a:lnTo>
                  <a:pt x="55" y="354"/>
                </a:lnTo>
                <a:lnTo>
                  <a:pt x="56" y="355"/>
                </a:lnTo>
                <a:lnTo>
                  <a:pt x="56" y="354"/>
                </a:lnTo>
                <a:lnTo>
                  <a:pt x="57" y="354"/>
                </a:lnTo>
                <a:lnTo>
                  <a:pt x="57" y="355"/>
                </a:lnTo>
                <a:lnTo>
                  <a:pt x="58" y="355"/>
                </a:lnTo>
                <a:lnTo>
                  <a:pt x="58" y="354"/>
                </a:lnTo>
                <a:lnTo>
                  <a:pt x="58" y="355"/>
                </a:lnTo>
                <a:lnTo>
                  <a:pt x="59" y="355"/>
                </a:lnTo>
                <a:lnTo>
                  <a:pt x="58" y="355"/>
                </a:lnTo>
                <a:lnTo>
                  <a:pt x="58" y="356"/>
                </a:lnTo>
                <a:lnTo>
                  <a:pt x="57" y="356"/>
                </a:lnTo>
                <a:lnTo>
                  <a:pt x="57" y="357"/>
                </a:lnTo>
                <a:lnTo>
                  <a:pt x="58" y="357"/>
                </a:lnTo>
                <a:lnTo>
                  <a:pt x="58" y="358"/>
                </a:lnTo>
                <a:lnTo>
                  <a:pt x="58" y="359"/>
                </a:lnTo>
                <a:lnTo>
                  <a:pt x="57" y="359"/>
                </a:lnTo>
                <a:lnTo>
                  <a:pt x="57" y="360"/>
                </a:lnTo>
                <a:lnTo>
                  <a:pt x="57" y="361"/>
                </a:lnTo>
                <a:lnTo>
                  <a:pt x="56" y="361"/>
                </a:lnTo>
                <a:lnTo>
                  <a:pt x="56" y="363"/>
                </a:lnTo>
                <a:lnTo>
                  <a:pt x="56" y="364"/>
                </a:lnTo>
                <a:lnTo>
                  <a:pt x="57" y="364"/>
                </a:lnTo>
                <a:lnTo>
                  <a:pt x="57" y="365"/>
                </a:lnTo>
                <a:lnTo>
                  <a:pt x="57" y="366"/>
                </a:lnTo>
                <a:lnTo>
                  <a:pt x="58" y="366"/>
                </a:lnTo>
                <a:lnTo>
                  <a:pt x="58" y="367"/>
                </a:lnTo>
                <a:lnTo>
                  <a:pt x="58" y="369"/>
                </a:lnTo>
                <a:lnTo>
                  <a:pt x="59" y="369"/>
                </a:lnTo>
                <a:lnTo>
                  <a:pt x="59" y="370"/>
                </a:lnTo>
                <a:lnTo>
                  <a:pt x="58" y="371"/>
                </a:lnTo>
                <a:lnTo>
                  <a:pt x="58" y="372"/>
                </a:lnTo>
                <a:lnTo>
                  <a:pt x="58" y="373"/>
                </a:lnTo>
                <a:lnTo>
                  <a:pt x="57" y="373"/>
                </a:lnTo>
                <a:lnTo>
                  <a:pt x="57" y="374"/>
                </a:lnTo>
                <a:lnTo>
                  <a:pt x="56" y="374"/>
                </a:lnTo>
                <a:lnTo>
                  <a:pt x="55" y="374"/>
                </a:lnTo>
                <a:lnTo>
                  <a:pt x="55" y="375"/>
                </a:lnTo>
                <a:lnTo>
                  <a:pt x="54" y="376"/>
                </a:lnTo>
                <a:lnTo>
                  <a:pt x="54" y="377"/>
                </a:lnTo>
                <a:lnTo>
                  <a:pt x="54" y="378"/>
                </a:lnTo>
                <a:lnTo>
                  <a:pt x="54" y="379"/>
                </a:lnTo>
                <a:lnTo>
                  <a:pt x="55" y="380"/>
                </a:lnTo>
                <a:lnTo>
                  <a:pt x="54" y="381"/>
                </a:lnTo>
                <a:lnTo>
                  <a:pt x="54" y="383"/>
                </a:lnTo>
                <a:lnTo>
                  <a:pt x="55" y="384"/>
                </a:lnTo>
                <a:lnTo>
                  <a:pt x="55" y="385"/>
                </a:lnTo>
                <a:lnTo>
                  <a:pt x="54" y="385"/>
                </a:lnTo>
                <a:lnTo>
                  <a:pt x="55" y="385"/>
                </a:lnTo>
                <a:lnTo>
                  <a:pt x="54" y="386"/>
                </a:lnTo>
                <a:lnTo>
                  <a:pt x="54" y="387"/>
                </a:lnTo>
                <a:lnTo>
                  <a:pt x="54" y="389"/>
                </a:lnTo>
                <a:lnTo>
                  <a:pt x="53" y="390"/>
                </a:lnTo>
                <a:lnTo>
                  <a:pt x="54" y="390"/>
                </a:lnTo>
                <a:lnTo>
                  <a:pt x="55" y="390"/>
                </a:lnTo>
                <a:lnTo>
                  <a:pt x="55" y="391"/>
                </a:lnTo>
                <a:lnTo>
                  <a:pt x="55" y="392"/>
                </a:lnTo>
                <a:lnTo>
                  <a:pt x="55" y="393"/>
                </a:lnTo>
                <a:lnTo>
                  <a:pt x="55" y="394"/>
                </a:lnTo>
                <a:lnTo>
                  <a:pt x="55" y="395"/>
                </a:lnTo>
                <a:lnTo>
                  <a:pt x="56" y="395"/>
                </a:lnTo>
                <a:lnTo>
                  <a:pt x="55" y="395"/>
                </a:lnTo>
                <a:lnTo>
                  <a:pt x="55" y="396"/>
                </a:lnTo>
                <a:lnTo>
                  <a:pt x="55" y="397"/>
                </a:lnTo>
                <a:lnTo>
                  <a:pt x="56" y="397"/>
                </a:lnTo>
                <a:lnTo>
                  <a:pt x="56" y="398"/>
                </a:lnTo>
                <a:lnTo>
                  <a:pt x="57" y="398"/>
                </a:lnTo>
                <a:lnTo>
                  <a:pt x="57" y="399"/>
                </a:lnTo>
                <a:lnTo>
                  <a:pt x="58" y="399"/>
                </a:lnTo>
                <a:lnTo>
                  <a:pt x="58" y="400"/>
                </a:lnTo>
                <a:lnTo>
                  <a:pt x="58" y="401"/>
                </a:lnTo>
                <a:lnTo>
                  <a:pt x="59" y="402"/>
                </a:lnTo>
                <a:lnTo>
                  <a:pt x="60" y="402"/>
                </a:lnTo>
                <a:lnTo>
                  <a:pt x="61" y="402"/>
                </a:lnTo>
                <a:lnTo>
                  <a:pt x="62" y="402"/>
                </a:lnTo>
                <a:lnTo>
                  <a:pt x="62" y="403"/>
                </a:lnTo>
                <a:lnTo>
                  <a:pt x="62" y="404"/>
                </a:lnTo>
                <a:lnTo>
                  <a:pt x="62" y="405"/>
                </a:lnTo>
                <a:lnTo>
                  <a:pt x="63" y="405"/>
                </a:lnTo>
                <a:lnTo>
                  <a:pt x="64" y="405"/>
                </a:lnTo>
                <a:lnTo>
                  <a:pt x="64" y="406"/>
                </a:lnTo>
                <a:lnTo>
                  <a:pt x="65" y="406"/>
                </a:lnTo>
                <a:lnTo>
                  <a:pt x="65" y="407"/>
                </a:lnTo>
                <a:lnTo>
                  <a:pt x="65" y="408"/>
                </a:lnTo>
                <a:lnTo>
                  <a:pt x="64" y="408"/>
                </a:lnTo>
                <a:lnTo>
                  <a:pt x="65" y="408"/>
                </a:lnTo>
                <a:lnTo>
                  <a:pt x="65" y="409"/>
                </a:lnTo>
                <a:lnTo>
                  <a:pt x="65" y="410"/>
                </a:lnTo>
                <a:lnTo>
                  <a:pt x="66" y="411"/>
                </a:lnTo>
                <a:lnTo>
                  <a:pt x="67" y="411"/>
                </a:lnTo>
                <a:lnTo>
                  <a:pt x="67" y="412"/>
                </a:lnTo>
                <a:lnTo>
                  <a:pt x="68" y="412"/>
                </a:lnTo>
                <a:lnTo>
                  <a:pt x="68" y="413"/>
                </a:lnTo>
                <a:lnTo>
                  <a:pt x="68" y="414"/>
                </a:lnTo>
                <a:lnTo>
                  <a:pt x="69" y="414"/>
                </a:lnTo>
                <a:lnTo>
                  <a:pt x="69" y="415"/>
                </a:lnTo>
                <a:lnTo>
                  <a:pt x="70" y="415"/>
                </a:lnTo>
                <a:lnTo>
                  <a:pt x="70" y="416"/>
                </a:lnTo>
                <a:lnTo>
                  <a:pt x="70" y="417"/>
                </a:lnTo>
                <a:lnTo>
                  <a:pt x="71" y="417"/>
                </a:lnTo>
                <a:lnTo>
                  <a:pt x="72" y="417"/>
                </a:lnTo>
                <a:lnTo>
                  <a:pt x="72" y="416"/>
                </a:lnTo>
                <a:lnTo>
                  <a:pt x="72" y="415"/>
                </a:lnTo>
                <a:lnTo>
                  <a:pt x="73" y="415"/>
                </a:lnTo>
                <a:lnTo>
                  <a:pt x="73" y="414"/>
                </a:lnTo>
                <a:lnTo>
                  <a:pt x="74" y="414"/>
                </a:lnTo>
                <a:lnTo>
                  <a:pt x="74" y="413"/>
                </a:lnTo>
                <a:lnTo>
                  <a:pt x="75" y="412"/>
                </a:lnTo>
                <a:lnTo>
                  <a:pt x="76" y="412"/>
                </a:lnTo>
                <a:lnTo>
                  <a:pt x="77" y="412"/>
                </a:lnTo>
                <a:lnTo>
                  <a:pt x="78" y="412"/>
                </a:lnTo>
                <a:lnTo>
                  <a:pt x="79" y="412"/>
                </a:lnTo>
                <a:lnTo>
                  <a:pt x="79" y="411"/>
                </a:lnTo>
                <a:lnTo>
                  <a:pt x="79" y="412"/>
                </a:lnTo>
                <a:lnTo>
                  <a:pt x="80" y="412"/>
                </a:lnTo>
                <a:lnTo>
                  <a:pt x="81" y="412"/>
                </a:lnTo>
                <a:lnTo>
                  <a:pt x="82" y="412"/>
                </a:lnTo>
                <a:lnTo>
                  <a:pt x="83" y="412"/>
                </a:lnTo>
                <a:lnTo>
                  <a:pt x="84" y="412"/>
                </a:lnTo>
                <a:lnTo>
                  <a:pt x="84" y="413"/>
                </a:lnTo>
                <a:lnTo>
                  <a:pt x="85" y="413"/>
                </a:lnTo>
                <a:lnTo>
                  <a:pt x="86" y="414"/>
                </a:lnTo>
                <a:lnTo>
                  <a:pt x="86" y="415"/>
                </a:lnTo>
                <a:lnTo>
                  <a:pt x="87" y="415"/>
                </a:lnTo>
                <a:lnTo>
                  <a:pt x="87" y="416"/>
                </a:lnTo>
                <a:lnTo>
                  <a:pt x="88" y="416"/>
                </a:lnTo>
                <a:lnTo>
                  <a:pt x="89" y="416"/>
                </a:lnTo>
                <a:lnTo>
                  <a:pt x="89" y="414"/>
                </a:lnTo>
                <a:lnTo>
                  <a:pt x="90" y="413"/>
                </a:lnTo>
                <a:lnTo>
                  <a:pt x="89" y="413"/>
                </a:lnTo>
                <a:lnTo>
                  <a:pt x="89" y="412"/>
                </a:lnTo>
                <a:lnTo>
                  <a:pt x="90" y="412"/>
                </a:lnTo>
                <a:lnTo>
                  <a:pt x="90" y="411"/>
                </a:lnTo>
                <a:lnTo>
                  <a:pt x="91" y="411"/>
                </a:lnTo>
                <a:lnTo>
                  <a:pt x="91" y="410"/>
                </a:lnTo>
                <a:lnTo>
                  <a:pt x="92" y="410"/>
                </a:lnTo>
                <a:lnTo>
                  <a:pt x="92" y="409"/>
                </a:lnTo>
                <a:lnTo>
                  <a:pt x="92" y="410"/>
                </a:lnTo>
                <a:lnTo>
                  <a:pt x="93" y="410"/>
                </a:lnTo>
                <a:lnTo>
                  <a:pt x="93" y="409"/>
                </a:lnTo>
                <a:lnTo>
                  <a:pt x="93" y="408"/>
                </a:lnTo>
                <a:lnTo>
                  <a:pt x="93" y="407"/>
                </a:lnTo>
                <a:lnTo>
                  <a:pt x="93" y="406"/>
                </a:lnTo>
                <a:lnTo>
                  <a:pt x="94" y="406"/>
                </a:lnTo>
                <a:lnTo>
                  <a:pt x="94" y="405"/>
                </a:lnTo>
                <a:lnTo>
                  <a:pt x="93" y="405"/>
                </a:lnTo>
                <a:lnTo>
                  <a:pt x="94" y="405"/>
                </a:lnTo>
                <a:lnTo>
                  <a:pt x="93" y="404"/>
                </a:lnTo>
                <a:lnTo>
                  <a:pt x="94" y="404"/>
                </a:lnTo>
                <a:lnTo>
                  <a:pt x="95" y="404"/>
                </a:lnTo>
                <a:lnTo>
                  <a:pt x="95" y="403"/>
                </a:lnTo>
                <a:lnTo>
                  <a:pt x="96" y="403"/>
                </a:lnTo>
                <a:lnTo>
                  <a:pt x="96" y="402"/>
                </a:lnTo>
                <a:lnTo>
                  <a:pt x="96" y="401"/>
                </a:lnTo>
                <a:lnTo>
                  <a:pt x="97" y="401"/>
                </a:lnTo>
                <a:lnTo>
                  <a:pt x="98" y="402"/>
                </a:lnTo>
                <a:lnTo>
                  <a:pt x="99" y="402"/>
                </a:lnTo>
                <a:lnTo>
                  <a:pt x="99" y="401"/>
                </a:lnTo>
                <a:lnTo>
                  <a:pt x="99" y="400"/>
                </a:lnTo>
                <a:lnTo>
                  <a:pt x="100" y="400"/>
                </a:lnTo>
                <a:lnTo>
                  <a:pt x="100" y="399"/>
                </a:lnTo>
                <a:lnTo>
                  <a:pt x="101" y="400"/>
                </a:lnTo>
                <a:lnTo>
                  <a:pt x="102" y="400"/>
                </a:lnTo>
                <a:lnTo>
                  <a:pt x="103" y="400"/>
                </a:lnTo>
                <a:lnTo>
                  <a:pt x="103" y="399"/>
                </a:lnTo>
                <a:lnTo>
                  <a:pt x="104" y="399"/>
                </a:lnTo>
                <a:lnTo>
                  <a:pt x="104" y="398"/>
                </a:lnTo>
                <a:lnTo>
                  <a:pt x="105" y="398"/>
                </a:lnTo>
                <a:lnTo>
                  <a:pt x="105" y="399"/>
                </a:lnTo>
                <a:lnTo>
                  <a:pt x="106" y="399"/>
                </a:lnTo>
                <a:lnTo>
                  <a:pt x="107" y="399"/>
                </a:lnTo>
                <a:lnTo>
                  <a:pt x="108" y="399"/>
                </a:lnTo>
                <a:lnTo>
                  <a:pt x="109" y="398"/>
                </a:lnTo>
                <a:lnTo>
                  <a:pt x="109" y="397"/>
                </a:lnTo>
                <a:lnTo>
                  <a:pt x="109" y="398"/>
                </a:lnTo>
                <a:lnTo>
                  <a:pt x="110" y="398"/>
                </a:lnTo>
                <a:lnTo>
                  <a:pt x="110" y="399"/>
                </a:lnTo>
                <a:lnTo>
                  <a:pt x="111" y="399"/>
                </a:lnTo>
                <a:lnTo>
                  <a:pt x="112" y="399"/>
                </a:lnTo>
                <a:lnTo>
                  <a:pt x="113" y="399"/>
                </a:lnTo>
                <a:lnTo>
                  <a:pt x="112" y="398"/>
                </a:lnTo>
                <a:lnTo>
                  <a:pt x="113" y="398"/>
                </a:lnTo>
                <a:lnTo>
                  <a:pt x="113" y="397"/>
                </a:lnTo>
                <a:lnTo>
                  <a:pt x="114" y="397"/>
                </a:lnTo>
                <a:lnTo>
                  <a:pt x="114" y="396"/>
                </a:lnTo>
                <a:lnTo>
                  <a:pt x="114" y="397"/>
                </a:lnTo>
                <a:lnTo>
                  <a:pt x="115" y="397"/>
                </a:lnTo>
                <a:lnTo>
                  <a:pt x="115" y="396"/>
                </a:lnTo>
                <a:lnTo>
                  <a:pt x="116" y="396"/>
                </a:lnTo>
                <a:lnTo>
                  <a:pt x="116" y="395"/>
                </a:lnTo>
                <a:lnTo>
                  <a:pt x="117" y="395"/>
                </a:lnTo>
                <a:lnTo>
                  <a:pt x="117" y="394"/>
                </a:lnTo>
                <a:lnTo>
                  <a:pt x="116" y="394"/>
                </a:lnTo>
                <a:lnTo>
                  <a:pt x="116" y="393"/>
                </a:lnTo>
                <a:lnTo>
                  <a:pt x="117" y="393"/>
                </a:lnTo>
                <a:lnTo>
                  <a:pt x="117" y="392"/>
                </a:lnTo>
                <a:lnTo>
                  <a:pt x="118" y="392"/>
                </a:lnTo>
                <a:lnTo>
                  <a:pt x="118" y="391"/>
                </a:lnTo>
                <a:lnTo>
                  <a:pt x="119" y="390"/>
                </a:lnTo>
                <a:lnTo>
                  <a:pt x="120" y="390"/>
                </a:lnTo>
                <a:lnTo>
                  <a:pt x="120" y="389"/>
                </a:lnTo>
                <a:lnTo>
                  <a:pt x="120" y="388"/>
                </a:lnTo>
                <a:lnTo>
                  <a:pt x="121" y="388"/>
                </a:lnTo>
                <a:lnTo>
                  <a:pt x="121" y="389"/>
                </a:lnTo>
                <a:lnTo>
                  <a:pt x="122" y="389"/>
                </a:lnTo>
                <a:lnTo>
                  <a:pt x="122" y="388"/>
                </a:lnTo>
                <a:lnTo>
                  <a:pt x="122" y="387"/>
                </a:lnTo>
                <a:lnTo>
                  <a:pt x="122" y="386"/>
                </a:lnTo>
                <a:lnTo>
                  <a:pt x="122" y="385"/>
                </a:lnTo>
                <a:lnTo>
                  <a:pt x="121" y="385"/>
                </a:lnTo>
                <a:lnTo>
                  <a:pt x="121" y="384"/>
                </a:lnTo>
                <a:lnTo>
                  <a:pt x="122" y="384"/>
                </a:lnTo>
                <a:lnTo>
                  <a:pt x="122" y="383"/>
                </a:lnTo>
                <a:lnTo>
                  <a:pt x="122" y="382"/>
                </a:lnTo>
                <a:lnTo>
                  <a:pt x="122" y="381"/>
                </a:lnTo>
                <a:lnTo>
                  <a:pt x="121" y="380"/>
                </a:lnTo>
                <a:lnTo>
                  <a:pt x="121" y="379"/>
                </a:lnTo>
                <a:lnTo>
                  <a:pt x="121" y="378"/>
                </a:lnTo>
                <a:lnTo>
                  <a:pt x="121" y="377"/>
                </a:lnTo>
                <a:lnTo>
                  <a:pt x="121" y="376"/>
                </a:lnTo>
                <a:lnTo>
                  <a:pt x="121" y="375"/>
                </a:lnTo>
                <a:lnTo>
                  <a:pt x="122" y="375"/>
                </a:lnTo>
                <a:lnTo>
                  <a:pt x="123" y="374"/>
                </a:lnTo>
                <a:lnTo>
                  <a:pt x="123" y="373"/>
                </a:lnTo>
                <a:lnTo>
                  <a:pt x="124" y="373"/>
                </a:lnTo>
                <a:lnTo>
                  <a:pt x="123" y="372"/>
                </a:lnTo>
                <a:lnTo>
                  <a:pt x="123" y="371"/>
                </a:lnTo>
                <a:lnTo>
                  <a:pt x="124" y="371"/>
                </a:lnTo>
                <a:lnTo>
                  <a:pt x="125" y="371"/>
                </a:lnTo>
                <a:lnTo>
                  <a:pt x="126" y="371"/>
                </a:lnTo>
                <a:lnTo>
                  <a:pt x="126" y="370"/>
                </a:lnTo>
                <a:lnTo>
                  <a:pt x="126" y="369"/>
                </a:lnTo>
                <a:lnTo>
                  <a:pt x="125" y="369"/>
                </a:lnTo>
                <a:lnTo>
                  <a:pt x="125" y="368"/>
                </a:lnTo>
                <a:lnTo>
                  <a:pt x="126" y="368"/>
                </a:lnTo>
                <a:lnTo>
                  <a:pt x="126" y="367"/>
                </a:lnTo>
                <a:lnTo>
                  <a:pt x="125" y="367"/>
                </a:lnTo>
                <a:lnTo>
                  <a:pt x="125" y="366"/>
                </a:lnTo>
                <a:lnTo>
                  <a:pt x="125" y="365"/>
                </a:lnTo>
                <a:lnTo>
                  <a:pt x="125" y="364"/>
                </a:lnTo>
                <a:lnTo>
                  <a:pt x="126" y="364"/>
                </a:lnTo>
                <a:lnTo>
                  <a:pt x="125" y="364"/>
                </a:lnTo>
                <a:lnTo>
                  <a:pt x="125" y="363"/>
                </a:lnTo>
                <a:lnTo>
                  <a:pt x="125" y="362"/>
                </a:lnTo>
                <a:lnTo>
                  <a:pt x="125" y="361"/>
                </a:lnTo>
                <a:lnTo>
                  <a:pt x="125" y="360"/>
                </a:lnTo>
                <a:lnTo>
                  <a:pt x="124" y="360"/>
                </a:lnTo>
                <a:lnTo>
                  <a:pt x="124" y="359"/>
                </a:lnTo>
                <a:lnTo>
                  <a:pt x="123" y="359"/>
                </a:lnTo>
                <a:lnTo>
                  <a:pt x="122" y="359"/>
                </a:lnTo>
                <a:lnTo>
                  <a:pt x="122" y="358"/>
                </a:lnTo>
                <a:lnTo>
                  <a:pt x="122" y="359"/>
                </a:lnTo>
                <a:lnTo>
                  <a:pt x="121" y="359"/>
                </a:lnTo>
                <a:lnTo>
                  <a:pt x="120" y="359"/>
                </a:lnTo>
                <a:lnTo>
                  <a:pt x="119" y="359"/>
                </a:lnTo>
                <a:lnTo>
                  <a:pt x="119" y="358"/>
                </a:lnTo>
                <a:lnTo>
                  <a:pt x="120" y="358"/>
                </a:lnTo>
                <a:lnTo>
                  <a:pt x="120" y="357"/>
                </a:lnTo>
                <a:lnTo>
                  <a:pt x="120" y="356"/>
                </a:lnTo>
                <a:lnTo>
                  <a:pt x="120" y="355"/>
                </a:lnTo>
                <a:lnTo>
                  <a:pt x="121" y="355"/>
                </a:lnTo>
                <a:lnTo>
                  <a:pt x="121" y="354"/>
                </a:lnTo>
                <a:lnTo>
                  <a:pt x="122" y="354"/>
                </a:lnTo>
                <a:lnTo>
                  <a:pt x="122" y="353"/>
                </a:lnTo>
                <a:lnTo>
                  <a:pt x="121" y="353"/>
                </a:lnTo>
                <a:lnTo>
                  <a:pt x="121" y="352"/>
                </a:lnTo>
                <a:lnTo>
                  <a:pt x="122" y="352"/>
                </a:lnTo>
                <a:lnTo>
                  <a:pt x="122" y="351"/>
                </a:lnTo>
                <a:lnTo>
                  <a:pt x="123" y="351"/>
                </a:lnTo>
                <a:lnTo>
                  <a:pt x="123" y="350"/>
                </a:lnTo>
                <a:lnTo>
                  <a:pt x="123" y="349"/>
                </a:lnTo>
                <a:lnTo>
                  <a:pt x="123" y="348"/>
                </a:lnTo>
                <a:lnTo>
                  <a:pt x="123" y="347"/>
                </a:lnTo>
                <a:lnTo>
                  <a:pt x="124" y="347"/>
                </a:lnTo>
                <a:lnTo>
                  <a:pt x="124" y="346"/>
                </a:lnTo>
                <a:lnTo>
                  <a:pt x="124" y="345"/>
                </a:lnTo>
                <a:lnTo>
                  <a:pt x="124" y="344"/>
                </a:lnTo>
                <a:lnTo>
                  <a:pt x="124" y="343"/>
                </a:lnTo>
                <a:lnTo>
                  <a:pt x="125" y="342"/>
                </a:lnTo>
                <a:lnTo>
                  <a:pt x="125" y="341"/>
                </a:lnTo>
                <a:lnTo>
                  <a:pt x="125" y="340"/>
                </a:lnTo>
                <a:lnTo>
                  <a:pt x="126" y="340"/>
                </a:lnTo>
                <a:lnTo>
                  <a:pt x="126" y="339"/>
                </a:lnTo>
                <a:lnTo>
                  <a:pt x="127" y="339"/>
                </a:lnTo>
                <a:lnTo>
                  <a:pt x="127" y="338"/>
                </a:lnTo>
                <a:lnTo>
                  <a:pt x="128" y="338"/>
                </a:lnTo>
                <a:lnTo>
                  <a:pt x="128" y="337"/>
                </a:lnTo>
                <a:lnTo>
                  <a:pt x="129" y="336"/>
                </a:lnTo>
                <a:lnTo>
                  <a:pt x="129" y="335"/>
                </a:lnTo>
                <a:lnTo>
                  <a:pt x="128" y="335"/>
                </a:lnTo>
                <a:lnTo>
                  <a:pt x="128" y="334"/>
                </a:lnTo>
                <a:lnTo>
                  <a:pt x="127" y="334"/>
                </a:lnTo>
                <a:lnTo>
                  <a:pt x="127" y="333"/>
                </a:lnTo>
                <a:lnTo>
                  <a:pt x="127" y="332"/>
                </a:lnTo>
                <a:lnTo>
                  <a:pt x="126" y="332"/>
                </a:lnTo>
                <a:lnTo>
                  <a:pt x="126" y="333"/>
                </a:lnTo>
                <a:lnTo>
                  <a:pt x="125" y="333"/>
                </a:lnTo>
                <a:lnTo>
                  <a:pt x="125" y="332"/>
                </a:lnTo>
                <a:lnTo>
                  <a:pt x="124" y="332"/>
                </a:lnTo>
                <a:lnTo>
                  <a:pt x="124" y="331"/>
                </a:lnTo>
                <a:lnTo>
                  <a:pt x="124" y="330"/>
                </a:lnTo>
                <a:lnTo>
                  <a:pt x="124" y="329"/>
                </a:lnTo>
                <a:lnTo>
                  <a:pt x="123" y="329"/>
                </a:lnTo>
                <a:lnTo>
                  <a:pt x="123" y="328"/>
                </a:lnTo>
                <a:lnTo>
                  <a:pt x="122" y="328"/>
                </a:lnTo>
                <a:lnTo>
                  <a:pt x="121" y="328"/>
                </a:lnTo>
                <a:lnTo>
                  <a:pt x="121" y="327"/>
                </a:lnTo>
                <a:lnTo>
                  <a:pt x="122" y="327"/>
                </a:lnTo>
                <a:lnTo>
                  <a:pt x="122" y="326"/>
                </a:lnTo>
                <a:lnTo>
                  <a:pt x="121" y="326"/>
                </a:lnTo>
                <a:lnTo>
                  <a:pt x="121" y="325"/>
                </a:lnTo>
                <a:lnTo>
                  <a:pt x="121" y="324"/>
                </a:lnTo>
                <a:lnTo>
                  <a:pt x="121" y="323"/>
                </a:lnTo>
                <a:lnTo>
                  <a:pt x="121" y="322"/>
                </a:lnTo>
                <a:lnTo>
                  <a:pt x="121" y="320"/>
                </a:lnTo>
                <a:lnTo>
                  <a:pt x="121" y="319"/>
                </a:lnTo>
                <a:lnTo>
                  <a:pt x="121" y="318"/>
                </a:lnTo>
                <a:lnTo>
                  <a:pt x="121" y="317"/>
                </a:lnTo>
                <a:lnTo>
                  <a:pt x="121" y="316"/>
                </a:lnTo>
                <a:lnTo>
                  <a:pt x="121" y="315"/>
                </a:lnTo>
                <a:lnTo>
                  <a:pt x="121" y="314"/>
                </a:lnTo>
                <a:lnTo>
                  <a:pt x="122" y="313"/>
                </a:lnTo>
                <a:lnTo>
                  <a:pt x="122" y="312"/>
                </a:lnTo>
                <a:lnTo>
                  <a:pt x="122" y="311"/>
                </a:lnTo>
                <a:lnTo>
                  <a:pt x="122" y="310"/>
                </a:lnTo>
                <a:lnTo>
                  <a:pt x="122" y="309"/>
                </a:lnTo>
                <a:lnTo>
                  <a:pt x="122" y="308"/>
                </a:lnTo>
                <a:lnTo>
                  <a:pt x="122" y="307"/>
                </a:lnTo>
                <a:lnTo>
                  <a:pt x="123" y="307"/>
                </a:lnTo>
                <a:lnTo>
                  <a:pt x="123" y="306"/>
                </a:lnTo>
                <a:lnTo>
                  <a:pt x="124" y="306"/>
                </a:lnTo>
                <a:lnTo>
                  <a:pt x="124" y="305"/>
                </a:lnTo>
                <a:lnTo>
                  <a:pt x="124" y="304"/>
                </a:lnTo>
                <a:lnTo>
                  <a:pt x="124" y="303"/>
                </a:lnTo>
                <a:lnTo>
                  <a:pt x="125" y="302"/>
                </a:lnTo>
                <a:lnTo>
                  <a:pt x="125" y="301"/>
                </a:lnTo>
                <a:lnTo>
                  <a:pt x="126" y="301"/>
                </a:lnTo>
                <a:lnTo>
                  <a:pt x="127" y="300"/>
                </a:lnTo>
                <a:lnTo>
                  <a:pt x="128" y="300"/>
                </a:lnTo>
                <a:lnTo>
                  <a:pt x="127" y="300"/>
                </a:lnTo>
                <a:lnTo>
                  <a:pt x="127" y="299"/>
                </a:lnTo>
                <a:lnTo>
                  <a:pt x="127" y="298"/>
                </a:lnTo>
                <a:lnTo>
                  <a:pt x="126" y="298"/>
                </a:lnTo>
                <a:lnTo>
                  <a:pt x="126" y="297"/>
                </a:lnTo>
                <a:lnTo>
                  <a:pt x="126" y="296"/>
                </a:lnTo>
                <a:lnTo>
                  <a:pt x="125" y="296"/>
                </a:lnTo>
                <a:lnTo>
                  <a:pt x="125" y="295"/>
                </a:lnTo>
                <a:lnTo>
                  <a:pt x="125" y="294"/>
                </a:lnTo>
                <a:lnTo>
                  <a:pt x="124" y="294"/>
                </a:lnTo>
                <a:lnTo>
                  <a:pt x="123" y="294"/>
                </a:lnTo>
                <a:lnTo>
                  <a:pt x="122" y="294"/>
                </a:lnTo>
                <a:lnTo>
                  <a:pt x="121" y="293"/>
                </a:lnTo>
                <a:lnTo>
                  <a:pt x="121" y="292"/>
                </a:lnTo>
                <a:lnTo>
                  <a:pt x="121" y="291"/>
                </a:lnTo>
                <a:lnTo>
                  <a:pt x="120" y="291"/>
                </a:lnTo>
                <a:lnTo>
                  <a:pt x="120" y="290"/>
                </a:lnTo>
                <a:lnTo>
                  <a:pt x="119" y="290"/>
                </a:lnTo>
                <a:lnTo>
                  <a:pt x="119" y="289"/>
                </a:lnTo>
                <a:lnTo>
                  <a:pt x="118" y="289"/>
                </a:lnTo>
                <a:lnTo>
                  <a:pt x="118" y="288"/>
                </a:lnTo>
                <a:lnTo>
                  <a:pt x="118" y="287"/>
                </a:lnTo>
                <a:lnTo>
                  <a:pt x="119" y="287"/>
                </a:lnTo>
                <a:lnTo>
                  <a:pt x="120" y="287"/>
                </a:lnTo>
                <a:lnTo>
                  <a:pt x="120" y="286"/>
                </a:lnTo>
                <a:lnTo>
                  <a:pt x="120" y="285"/>
                </a:lnTo>
                <a:lnTo>
                  <a:pt x="119" y="285"/>
                </a:lnTo>
                <a:lnTo>
                  <a:pt x="119" y="284"/>
                </a:lnTo>
                <a:lnTo>
                  <a:pt x="118" y="284"/>
                </a:lnTo>
                <a:lnTo>
                  <a:pt x="118" y="283"/>
                </a:lnTo>
                <a:lnTo>
                  <a:pt x="117" y="283"/>
                </a:lnTo>
                <a:lnTo>
                  <a:pt x="116" y="283"/>
                </a:lnTo>
                <a:lnTo>
                  <a:pt x="116" y="282"/>
                </a:lnTo>
                <a:lnTo>
                  <a:pt x="116" y="281"/>
                </a:lnTo>
                <a:lnTo>
                  <a:pt x="116" y="280"/>
                </a:lnTo>
                <a:lnTo>
                  <a:pt x="116" y="279"/>
                </a:lnTo>
                <a:lnTo>
                  <a:pt x="117" y="279"/>
                </a:lnTo>
                <a:lnTo>
                  <a:pt x="117" y="278"/>
                </a:lnTo>
                <a:lnTo>
                  <a:pt x="116" y="278"/>
                </a:lnTo>
                <a:lnTo>
                  <a:pt x="116" y="277"/>
                </a:lnTo>
                <a:lnTo>
                  <a:pt x="117" y="277"/>
                </a:lnTo>
                <a:lnTo>
                  <a:pt x="117" y="276"/>
                </a:lnTo>
                <a:lnTo>
                  <a:pt x="117" y="275"/>
                </a:lnTo>
                <a:lnTo>
                  <a:pt x="116" y="275"/>
                </a:lnTo>
                <a:lnTo>
                  <a:pt x="116" y="274"/>
                </a:lnTo>
                <a:lnTo>
                  <a:pt x="117" y="274"/>
                </a:lnTo>
                <a:lnTo>
                  <a:pt x="117" y="273"/>
                </a:lnTo>
                <a:lnTo>
                  <a:pt x="116" y="273"/>
                </a:lnTo>
                <a:lnTo>
                  <a:pt x="116" y="272"/>
                </a:lnTo>
                <a:lnTo>
                  <a:pt x="116" y="273"/>
                </a:lnTo>
                <a:lnTo>
                  <a:pt x="115" y="273"/>
                </a:lnTo>
                <a:lnTo>
                  <a:pt x="115" y="272"/>
                </a:lnTo>
                <a:lnTo>
                  <a:pt x="114" y="272"/>
                </a:lnTo>
                <a:lnTo>
                  <a:pt x="113" y="272"/>
                </a:lnTo>
                <a:lnTo>
                  <a:pt x="113" y="271"/>
                </a:lnTo>
                <a:lnTo>
                  <a:pt x="112" y="271"/>
                </a:lnTo>
                <a:lnTo>
                  <a:pt x="111" y="271"/>
                </a:lnTo>
                <a:lnTo>
                  <a:pt x="111" y="270"/>
                </a:lnTo>
                <a:lnTo>
                  <a:pt x="111" y="269"/>
                </a:lnTo>
                <a:lnTo>
                  <a:pt x="110" y="269"/>
                </a:lnTo>
                <a:lnTo>
                  <a:pt x="110" y="268"/>
                </a:lnTo>
                <a:lnTo>
                  <a:pt x="110" y="267"/>
                </a:lnTo>
                <a:lnTo>
                  <a:pt x="109" y="267"/>
                </a:lnTo>
                <a:lnTo>
                  <a:pt x="109" y="266"/>
                </a:lnTo>
                <a:lnTo>
                  <a:pt x="110" y="266"/>
                </a:lnTo>
                <a:lnTo>
                  <a:pt x="110" y="265"/>
                </a:lnTo>
                <a:lnTo>
                  <a:pt x="109" y="265"/>
                </a:lnTo>
                <a:lnTo>
                  <a:pt x="109" y="264"/>
                </a:lnTo>
                <a:lnTo>
                  <a:pt x="110" y="264"/>
                </a:lnTo>
                <a:lnTo>
                  <a:pt x="110" y="263"/>
                </a:lnTo>
                <a:lnTo>
                  <a:pt x="110" y="262"/>
                </a:lnTo>
                <a:lnTo>
                  <a:pt x="109" y="262"/>
                </a:lnTo>
                <a:lnTo>
                  <a:pt x="109" y="261"/>
                </a:lnTo>
                <a:lnTo>
                  <a:pt x="108" y="261"/>
                </a:lnTo>
                <a:lnTo>
                  <a:pt x="108" y="260"/>
                </a:lnTo>
                <a:lnTo>
                  <a:pt x="107" y="260"/>
                </a:lnTo>
                <a:lnTo>
                  <a:pt x="107" y="259"/>
                </a:lnTo>
                <a:lnTo>
                  <a:pt x="106" y="258"/>
                </a:lnTo>
                <a:lnTo>
                  <a:pt x="106" y="257"/>
                </a:lnTo>
                <a:lnTo>
                  <a:pt x="106" y="256"/>
                </a:lnTo>
                <a:lnTo>
                  <a:pt x="105" y="256"/>
                </a:lnTo>
                <a:lnTo>
                  <a:pt x="105" y="255"/>
                </a:lnTo>
                <a:lnTo>
                  <a:pt x="104" y="255"/>
                </a:lnTo>
                <a:lnTo>
                  <a:pt x="103" y="255"/>
                </a:lnTo>
                <a:lnTo>
                  <a:pt x="102" y="255"/>
                </a:lnTo>
                <a:lnTo>
                  <a:pt x="102" y="254"/>
                </a:lnTo>
                <a:lnTo>
                  <a:pt x="101" y="254"/>
                </a:lnTo>
                <a:lnTo>
                  <a:pt x="100" y="254"/>
                </a:lnTo>
                <a:lnTo>
                  <a:pt x="100" y="253"/>
                </a:lnTo>
                <a:lnTo>
                  <a:pt x="99" y="253"/>
                </a:lnTo>
                <a:lnTo>
                  <a:pt x="99" y="252"/>
                </a:lnTo>
                <a:lnTo>
                  <a:pt x="98" y="252"/>
                </a:lnTo>
                <a:lnTo>
                  <a:pt x="98" y="251"/>
                </a:lnTo>
                <a:lnTo>
                  <a:pt x="98" y="250"/>
                </a:lnTo>
                <a:lnTo>
                  <a:pt x="99" y="250"/>
                </a:lnTo>
                <a:lnTo>
                  <a:pt x="99" y="249"/>
                </a:lnTo>
                <a:lnTo>
                  <a:pt x="98" y="249"/>
                </a:lnTo>
                <a:lnTo>
                  <a:pt x="98" y="248"/>
                </a:lnTo>
                <a:lnTo>
                  <a:pt x="98" y="247"/>
                </a:lnTo>
                <a:lnTo>
                  <a:pt x="97" y="247"/>
                </a:lnTo>
                <a:lnTo>
                  <a:pt x="97" y="246"/>
                </a:lnTo>
                <a:lnTo>
                  <a:pt x="97" y="245"/>
                </a:lnTo>
                <a:lnTo>
                  <a:pt x="97" y="243"/>
                </a:lnTo>
                <a:lnTo>
                  <a:pt x="98" y="243"/>
                </a:lnTo>
                <a:lnTo>
                  <a:pt x="98" y="242"/>
                </a:lnTo>
                <a:lnTo>
                  <a:pt x="97" y="242"/>
                </a:lnTo>
                <a:lnTo>
                  <a:pt x="97" y="241"/>
                </a:lnTo>
                <a:lnTo>
                  <a:pt x="96" y="241"/>
                </a:lnTo>
                <a:lnTo>
                  <a:pt x="96" y="240"/>
                </a:lnTo>
                <a:lnTo>
                  <a:pt x="96" y="239"/>
                </a:lnTo>
                <a:lnTo>
                  <a:pt x="95" y="239"/>
                </a:lnTo>
                <a:lnTo>
                  <a:pt x="95" y="238"/>
                </a:lnTo>
                <a:lnTo>
                  <a:pt x="95" y="237"/>
                </a:lnTo>
                <a:lnTo>
                  <a:pt x="94" y="237"/>
                </a:lnTo>
                <a:lnTo>
                  <a:pt x="94" y="236"/>
                </a:lnTo>
                <a:lnTo>
                  <a:pt x="94" y="235"/>
                </a:lnTo>
                <a:lnTo>
                  <a:pt x="94" y="234"/>
                </a:lnTo>
                <a:lnTo>
                  <a:pt x="93" y="234"/>
                </a:lnTo>
                <a:lnTo>
                  <a:pt x="93" y="233"/>
                </a:lnTo>
                <a:lnTo>
                  <a:pt x="93" y="232"/>
                </a:lnTo>
                <a:lnTo>
                  <a:pt x="93" y="231"/>
                </a:lnTo>
                <a:lnTo>
                  <a:pt x="92" y="231"/>
                </a:lnTo>
                <a:lnTo>
                  <a:pt x="92" y="230"/>
                </a:lnTo>
                <a:lnTo>
                  <a:pt x="92" y="229"/>
                </a:lnTo>
                <a:lnTo>
                  <a:pt x="92" y="228"/>
                </a:lnTo>
                <a:lnTo>
                  <a:pt x="91" y="228"/>
                </a:lnTo>
                <a:lnTo>
                  <a:pt x="91" y="227"/>
                </a:lnTo>
                <a:lnTo>
                  <a:pt x="92" y="227"/>
                </a:lnTo>
                <a:lnTo>
                  <a:pt x="92" y="226"/>
                </a:lnTo>
                <a:lnTo>
                  <a:pt x="93" y="226"/>
                </a:lnTo>
                <a:lnTo>
                  <a:pt x="93" y="225"/>
                </a:lnTo>
                <a:lnTo>
                  <a:pt x="93" y="224"/>
                </a:lnTo>
                <a:lnTo>
                  <a:pt x="93" y="223"/>
                </a:lnTo>
                <a:lnTo>
                  <a:pt x="94" y="223"/>
                </a:lnTo>
                <a:lnTo>
                  <a:pt x="94" y="222"/>
                </a:lnTo>
                <a:lnTo>
                  <a:pt x="95" y="222"/>
                </a:lnTo>
                <a:lnTo>
                  <a:pt x="96" y="222"/>
                </a:lnTo>
                <a:lnTo>
                  <a:pt x="96" y="221"/>
                </a:lnTo>
                <a:lnTo>
                  <a:pt x="96" y="220"/>
                </a:lnTo>
                <a:lnTo>
                  <a:pt x="97" y="220"/>
                </a:lnTo>
                <a:lnTo>
                  <a:pt x="96" y="219"/>
                </a:lnTo>
                <a:lnTo>
                  <a:pt x="95" y="219"/>
                </a:lnTo>
                <a:lnTo>
                  <a:pt x="94" y="219"/>
                </a:lnTo>
                <a:lnTo>
                  <a:pt x="93" y="219"/>
                </a:lnTo>
                <a:lnTo>
                  <a:pt x="92" y="219"/>
                </a:lnTo>
                <a:lnTo>
                  <a:pt x="92" y="217"/>
                </a:lnTo>
                <a:lnTo>
                  <a:pt x="91" y="217"/>
                </a:lnTo>
                <a:lnTo>
                  <a:pt x="91" y="216"/>
                </a:lnTo>
                <a:lnTo>
                  <a:pt x="90" y="216"/>
                </a:lnTo>
                <a:lnTo>
                  <a:pt x="90" y="215"/>
                </a:lnTo>
                <a:lnTo>
                  <a:pt x="90" y="214"/>
                </a:lnTo>
                <a:lnTo>
                  <a:pt x="90" y="213"/>
                </a:lnTo>
                <a:lnTo>
                  <a:pt x="89" y="212"/>
                </a:lnTo>
                <a:lnTo>
                  <a:pt x="89" y="211"/>
                </a:lnTo>
                <a:lnTo>
                  <a:pt x="89" y="210"/>
                </a:lnTo>
                <a:lnTo>
                  <a:pt x="90" y="210"/>
                </a:lnTo>
                <a:lnTo>
                  <a:pt x="90" y="209"/>
                </a:lnTo>
                <a:lnTo>
                  <a:pt x="90" y="210"/>
                </a:lnTo>
                <a:lnTo>
                  <a:pt x="91" y="210"/>
                </a:lnTo>
                <a:lnTo>
                  <a:pt x="92" y="210"/>
                </a:lnTo>
                <a:lnTo>
                  <a:pt x="93" y="210"/>
                </a:lnTo>
                <a:lnTo>
                  <a:pt x="94" y="210"/>
                </a:lnTo>
                <a:lnTo>
                  <a:pt x="94" y="209"/>
                </a:lnTo>
                <a:lnTo>
                  <a:pt x="95" y="209"/>
                </a:lnTo>
                <a:lnTo>
                  <a:pt x="96" y="209"/>
                </a:lnTo>
                <a:lnTo>
                  <a:pt x="97" y="209"/>
                </a:lnTo>
                <a:lnTo>
                  <a:pt x="98" y="208"/>
                </a:lnTo>
                <a:lnTo>
                  <a:pt x="99" y="208"/>
                </a:lnTo>
                <a:lnTo>
                  <a:pt x="100" y="207"/>
                </a:lnTo>
                <a:lnTo>
                  <a:pt x="101" y="207"/>
                </a:lnTo>
                <a:lnTo>
                  <a:pt x="102" y="207"/>
                </a:lnTo>
                <a:lnTo>
                  <a:pt x="105" y="205"/>
                </a:lnTo>
                <a:lnTo>
                  <a:pt x="104" y="205"/>
                </a:lnTo>
                <a:lnTo>
                  <a:pt x="104" y="204"/>
                </a:lnTo>
                <a:lnTo>
                  <a:pt x="104" y="203"/>
                </a:lnTo>
                <a:lnTo>
                  <a:pt x="103" y="203"/>
                </a:lnTo>
                <a:lnTo>
                  <a:pt x="103" y="202"/>
                </a:lnTo>
                <a:lnTo>
                  <a:pt x="104" y="202"/>
                </a:lnTo>
                <a:lnTo>
                  <a:pt x="104" y="201"/>
                </a:lnTo>
                <a:lnTo>
                  <a:pt x="103" y="201"/>
                </a:lnTo>
                <a:lnTo>
                  <a:pt x="103" y="200"/>
                </a:lnTo>
                <a:lnTo>
                  <a:pt x="103" y="199"/>
                </a:lnTo>
                <a:lnTo>
                  <a:pt x="103" y="198"/>
                </a:lnTo>
                <a:lnTo>
                  <a:pt x="103" y="197"/>
                </a:lnTo>
                <a:lnTo>
                  <a:pt x="103" y="196"/>
                </a:lnTo>
                <a:lnTo>
                  <a:pt x="103" y="195"/>
                </a:lnTo>
                <a:lnTo>
                  <a:pt x="103" y="194"/>
                </a:lnTo>
                <a:lnTo>
                  <a:pt x="103" y="193"/>
                </a:lnTo>
                <a:lnTo>
                  <a:pt x="104" y="193"/>
                </a:lnTo>
                <a:lnTo>
                  <a:pt x="104" y="192"/>
                </a:lnTo>
                <a:lnTo>
                  <a:pt x="105" y="191"/>
                </a:lnTo>
                <a:lnTo>
                  <a:pt x="105" y="190"/>
                </a:lnTo>
                <a:lnTo>
                  <a:pt x="105" y="189"/>
                </a:lnTo>
                <a:lnTo>
                  <a:pt x="106" y="188"/>
                </a:lnTo>
                <a:lnTo>
                  <a:pt x="106" y="187"/>
                </a:lnTo>
                <a:lnTo>
                  <a:pt x="106" y="186"/>
                </a:lnTo>
                <a:lnTo>
                  <a:pt x="106" y="185"/>
                </a:lnTo>
                <a:lnTo>
                  <a:pt x="106" y="183"/>
                </a:lnTo>
                <a:lnTo>
                  <a:pt x="106" y="182"/>
                </a:lnTo>
                <a:lnTo>
                  <a:pt x="106" y="181"/>
                </a:lnTo>
                <a:lnTo>
                  <a:pt x="106" y="180"/>
                </a:lnTo>
                <a:lnTo>
                  <a:pt x="107" y="180"/>
                </a:lnTo>
                <a:lnTo>
                  <a:pt x="108" y="180"/>
                </a:lnTo>
                <a:lnTo>
                  <a:pt x="108" y="179"/>
                </a:lnTo>
                <a:lnTo>
                  <a:pt x="108" y="178"/>
                </a:lnTo>
                <a:lnTo>
                  <a:pt x="109" y="177"/>
                </a:lnTo>
                <a:lnTo>
                  <a:pt x="109" y="176"/>
                </a:lnTo>
                <a:lnTo>
                  <a:pt x="108" y="176"/>
                </a:lnTo>
                <a:lnTo>
                  <a:pt x="107" y="176"/>
                </a:lnTo>
                <a:lnTo>
                  <a:pt x="107" y="175"/>
                </a:lnTo>
                <a:lnTo>
                  <a:pt x="107" y="174"/>
                </a:lnTo>
                <a:lnTo>
                  <a:pt x="106" y="174"/>
                </a:lnTo>
                <a:lnTo>
                  <a:pt x="105" y="174"/>
                </a:lnTo>
                <a:lnTo>
                  <a:pt x="105" y="173"/>
                </a:lnTo>
                <a:lnTo>
                  <a:pt x="106" y="173"/>
                </a:lnTo>
                <a:lnTo>
                  <a:pt x="106" y="172"/>
                </a:lnTo>
                <a:lnTo>
                  <a:pt x="107" y="171"/>
                </a:lnTo>
                <a:lnTo>
                  <a:pt x="107" y="170"/>
                </a:lnTo>
                <a:lnTo>
                  <a:pt x="107" y="169"/>
                </a:lnTo>
                <a:lnTo>
                  <a:pt x="107" y="168"/>
                </a:lnTo>
                <a:lnTo>
                  <a:pt x="108" y="168"/>
                </a:lnTo>
                <a:lnTo>
                  <a:pt x="108" y="167"/>
                </a:lnTo>
                <a:lnTo>
                  <a:pt x="109" y="167"/>
                </a:lnTo>
                <a:lnTo>
                  <a:pt x="109" y="166"/>
                </a:lnTo>
                <a:lnTo>
                  <a:pt x="109" y="165"/>
                </a:lnTo>
                <a:lnTo>
                  <a:pt x="109" y="164"/>
                </a:lnTo>
                <a:lnTo>
                  <a:pt x="109" y="163"/>
                </a:lnTo>
                <a:lnTo>
                  <a:pt x="110" y="163"/>
                </a:lnTo>
                <a:lnTo>
                  <a:pt x="110" y="162"/>
                </a:lnTo>
                <a:lnTo>
                  <a:pt x="109" y="162"/>
                </a:lnTo>
                <a:lnTo>
                  <a:pt x="109" y="161"/>
                </a:lnTo>
                <a:lnTo>
                  <a:pt x="108" y="161"/>
                </a:lnTo>
                <a:lnTo>
                  <a:pt x="109" y="160"/>
                </a:lnTo>
                <a:lnTo>
                  <a:pt x="108" y="160"/>
                </a:lnTo>
                <a:lnTo>
                  <a:pt x="107" y="160"/>
                </a:lnTo>
                <a:lnTo>
                  <a:pt x="107" y="159"/>
                </a:lnTo>
                <a:lnTo>
                  <a:pt x="106" y="159"/>
                </a:lnTo>
                <a:lnTo>
                  <a:pt x="106" y="158"/>
                </a:lnTo>
                <a:lnTo>
                  <a:pt x="106" y="157"/>
                </a:lnTo>
                <a:lnTo>
                  <a:pt x="104" y="157"/>
                </a:lnTo>
                <a:lnTo>
                  <a:pt x="103" y="157"/>
                </a:lnTo>
                <a:lnTo>
                  <a:pt x="103" y="156"/>
                </a:lnTo>
                <a:lnTo>
                  <a:pt x="102" y="156"/>
                </a:lnTo>
                <a:lnTo>
                  <a:pt x="101" y="155"/>
                </a:lnTo>
                <a:lnTo>
                  <a:pt x="101" y="154"/>
                </a:lnTo>
                <a:lnTo>
                  <a:pt x="101" y="153"/>
                </a:lnTo>
                <a:lnTo>
                  <a:pt x="101" y="152"/>
                </a:lnTo>
                <a:lnTo>
                  <a:pt x="102" y="152"/>
                </a:lnTo>
                <a:lnTo>
                  <a:pt x="102" y="151"/>
                </a:lnTo>
                <a:lnTo>
                  <a:pt x="102" y="152"/>
                </a:lnTo>
                <a:lnTo>
                  <a:pt x="103" y="152"/>
                </a:lnTo>
                <a:lnTo>
                  <a:pt x="104" y="152"/>
                </a:lnTo>
                <a:lnTo>
                  <a:pt x="104" y="151"/>
                </a:lnTo>
                <a:lnTo>
                  <a:pt x="104" y="150"/>
                </a:lnTo>
                <a:lnTo>
                  <a:pt x="103" y="150"/>
                </a:lnTo>
                <a:lnTo>
                  <a:pt x="103" y="149"/>
                </a:lnTo>
                <a:lnTo>
                  <a:pt x="104" y="148"/>
                </a:lnTo>
                <a:lnTo>
                  <a:pt x="104" y="147"/>
                </a:lnTo>
                <a:lnTo>
                  <a:pt x="105" y="147"/>
                </a:lnTo>
                <a:lnTo>
                  <a:pt x="106" y="147"/>
                </a:lnTo>
                <a:lnTo>
                  <a:pt x="106" y="148"/>
                </a:lnTo>
                <a:lnTo>
                  <a:pt x="106" y="149"/>
                </a:lnTo>
                <a:lnTo>
                  <a:pt x="107" y="149"/>
                </a:lnTo>
                <a:lnTo>
                  <a:pt x="108" y="149"/>
                </a:lnTo>
                <a:lnTo>
                  <a:pt x="108" y="148"/>
                </a:lnTo>
                <a:lnTo>
                  <a:pt x="107" y="148"/>
                </a:lnTo>
                <a:lnTo>
                  <a:pt x="108" y="148"/>
                </a:lnTo>
                <a:lnTo>
                  <a:pt x="109" y="148"/>
                </a:lnTo>
                <a:lnTo>
                  <a:pt x="110" y="148"/>
                </a:lnTo>
                <a:lnTo>
                  <a:pt x="110" y="149"/>
                </a:lnTo>
                <a:lnTo>
                  <a:pt x="111" y="149"/>
                </a:lnTo>
                <a:lnTo>
                  <a:pt x="112" y="149"/>
                </a:lnTo>
                <a:lnTo>
                  <a:pt x="113" y="149"/>
                </a:lnTo>
                <a:lnTo>
                  <a:pt x="114" y="149"/>
                </a:lnTo>
                <a:lnTo>
                  <a:pt x="115" y="149"/>
                </a:lnTo>
                <a:lnTo>
                  <a:pt x="116" y="149"/>
                </a:lnTo>
                <a:lnTo>
                  <a:pt x="116" y="148"/>
                </a:lnTo>
                <a:lnTo>
                  <a:pt x="116" y="147"/>
                </a:lnTo>
                <a:lnTo>
                  <a:pt x="116" y="148"/>
                </a:lnTo>
                <a:lnTo>
                  <a:pt x="117" y="148"/>
                </a:lnTo>
                <a:lnTo>
                  <a:pt x="117" y="147"/>
                </a:lnTo>
                <a:lnTo>
                  <a:pt x="118" y="147"/>
                </a:lnTo>
                <a:lnTo>
                  <a:pt x="119" y="147"/>
                </a:lnTo>
                <a:lnTo>
                  <a:pt x="119" y="146"/>
                </a:lnTo>
                <a:lnTo>
                  <a:pt x="120" y="146"/>
                </a:lnTo>
                <a:lnTo>
                  <a:pt x="120" y="145"/>
                </a:lnTo>
                <a:lnTo>
                  <a:pt x="121" y="145"/>
                </a:lnTo>
                <a:lnTo>
                  <a:pt x="121" y="144"/>
                </a:lnTo>
                <a:lnTo>
                  <a:pt x="122" y="144"/>
                </a:lnTo>
                <a:lnTo>
                  <a:pt x="122" y="145"/>
                </a:lnTo>
                <a:lnTo>
                  <a:pt x="123" y="145"/>
                </a:lnTo>
                <a:lnTo>
                  <a:pt x="124" y="146"/>
                </a:lnTo>
                <a:lnTo>
                  <a:pt x="125" y="146"/>
                </a:lnTo>
                <a:lnTo>
                  <a:pt x="125" y="147"/>
                </a:lnTo>
                <a:lnTo>
                  <a:pt x="126" y="147"/>
                </a:lnTo>
                <a:lnTo>
                  <a:pt x="126" y="146"/>
                </a:lnTo>
                <a:lnTo>
                  <a:pt x="127" y="146"/>
                </a:lnTo>
                <a:lnTo>
                  <a:pt x="127" y="145"/>
                </a:lnTo>
                <a:lnTo>
                  <a:pt x="128" y="145"/>
                </a:lnTo>
                <a:lnTo>
                  <a:pt x="129" y="145"/>
                </a:lnTo>
                <a:lnTo>
                  <a:pt x="129" y="144"/>
                </a:lnTo>
                <a:lnTo>
                  <a:pt x="130" y="144"/>
                </a:lnTo>
                <a:lnTo>
                  <a:pt x="130" y="143"/>
                </a:lnTo>
                <a:lnTo>
                  <a:pt x="130" y="142"/>
                </a:lnTo>
                <a:lnTo>
                  <a:pt x="131" y="142"/>
                </a:lnTo>
                <a:lnTo>
                  <a:pt x="132" y="142"/>
                </a:lnTo>
                <a:lnTo>
                  <a:pt x="132" y="143"/>
                </a:lnTo>
                <a:lnTo>
                  <a:pt x="132" y="144"/>
                </a:lnTo>
                <a:lnTo>
                  <a:pt x="133" y="144"/>
                </a:lnTo>
                <a:lnTo>
                  <a:pt x="132" y="144"/>
                </a:lnTo>
                <a:lnTo>
                  <a:pt x="132" y="145"/>
                </a:lnTo>
                <a:lnTo>
                  <a:pt x="133" y="145"/>
                </a:lnTo>
                <a:lnTo>
                  <a:pt x="133" y="146"/>
                </a:lnTo>
                <a:lnTo>
                  <a:pt x="134" y="146"/>
                </a:lnTo>
                <a:lnTo>
                  <a:pt x="134" y="147"/>
                </a:lnTo>
                <a:lnTo>
                  <a:pt x="135" y="147"/>
                </a:lnTo>
                <a:lnTo>
                  <a:pt x="135" y="146"/>
                </a:lnTo>
                <a:lnTo>
                  <a:pt x="136" y="146"/>
                </a:lnTo>
                <a:lnTo>
                  <a:pt x="137" y="146"/>
                </a:lnTo>
                <a:lnTo>
                  <a:pt x="138" y="146"/>
                </a:lnTo>
                <a:lnTo>
                  <a:pt x="138" y="145"/>
                </a:lnTo>
                <a:lnTo>
                  <a:pt x="138" y="144"/>
                </a:lnTo>
                <a:lnTo>
                  <a:pt x="139" y="144"/>
                </a:lnTo>
                <a:lnTo>
                  <a:pt x="138" y="144"/>
                </a:lnTo>
                <a:lnTo>
                  <a:pt x="138" y="143"/>
                </a:lnTo>
                <a:lnTo>
                  <a:pt x="139" y="143"/>
                </a:lnTo>
                <a:lnTo>
                  <a:pt x="139" y="142"/>
                </a:lnTo>
                <a:lnTo>
                  <a:pt x="140" y="141"/>
                </a:lnTo>
                <a:lnTo>
                  <a:pt x="140" y="140"/>
                </a:lnTo>
                <a:lnTo>
                  <a:pt x="141" y="140"/>
                </a:lnTo>
                <a:lnTo>
                  <a:pt x="141" y="139"/>
                </a:lnTo>
                <a:lnTo>
                  <a:pt x="141" y="138"/>
                </a:lnTo>
                <a:lnTo>
                  <a:pt x="142" y="138"/>
                </a:lnTo>
                <a:lnTo>
                  <a:pt x="142" y="137"/>
                </a:lnTo>
                <a:lnTo>
                  <a:pt x="143" y="136"/>
                </a:lnTo>
                <a:lnTo>
                  <a:pt x="144" y="136"/>
                </a:lnTo>
                <a:lnTo>
                  <a:pt x="144" y="135"/>
                </a:lnTo>
                <a:lnTo>
                  <a:pt x="145" y="135"/>
                </a:lnTo>
                <a:lnTo>
                  <a:pt x="145" y="134"/>
                </a:lnTo>
                <a:lnTo>
                  <a:pt x="145" y="133"/>
                </a:lnTo>
                <a:lnTo>
                  <a:pt x="146" y="133"/>
                </a:lnTo>
                <a:lnTo>
                  <a:pt x="146" y="132"/>
                </a:lnTo>
                <a:lnTo>
                  <a:pt x="147" y="132"/>
                </a:lnTo>
                <a:lnTo>
                  <a:pt x="146" y="132"/>
                </a:lnTo>
                <a:lnTo>
                  <a:pt x="146" y="131"/>
                </a:lnTo>
                <a:lnTo>
                  <a:pt x="147" y="131"/>
                </a:lnTo>
                <a:lnTo>
                  <a:pt x="147" y="130"/>
                </a:lnTo>
                <a:lnTo>
                  <a:pt x="148" y="130"/>
                </a:lnTo>
                <a:lnTo>
                  <a:pt x="148" y="129"/>
                </a:lnTo>
                <a:lnTo>
                  <a:pt x="148" y="128"/>
                </a:lnTo>
                <a:lnTo>
                  <a:pt x="149" y="128"/>
                </a:lnTo>
                <a:lnTo>
                  <a:pt x="149" y="127"/>
                </a:lnTo>
                <a:lnTo>
                  <a:pt x="150" y="127"/>
                </a:lnTo>
                <a:lnTo>
                  <a:pt x="150" y="126"/>
                </a:lnTo>
                <a:lnTo>
                  <a:pt x="150" y="125"/>
                </a:lnTo>
                <a:lnTo>
                  <a:pt x="150" y="124"/>
                </a:lnTo>
                <a:lnTo>
                  <a:pt x="151" y="124"/>
                </a:lnTo>
                <a:lnTo>
                  <a:pt x="152" y="124"/>
                </a:lnTo>
                <a:lnTo>
                  <a:pt x="153" y="124"/>
                </a:lnTo>
                <a:lnTo>
                  <a:pt x="154" y="124"/>
                </a:lnTo>
                <a:lnTo>
                  <a:pt x="154" y="125"/>
                </a:lnTo>
                <a:lnTo>
                  <a:pt x="155" y="125"/>
                </a:lnTo>
                <a:lnTo>
                  <a:pt x="156" y="125"/>
                </a:lnTo>
                <a:lnTo>
                  <a:pt x="157" y="125"/>
                </a:lnTo>
                <a:lnTo>
                  <a:pt x="158" y="125"/>
                </a:lnTo>
                <a:lnTo>
                  <a:pt x="158" y="124"/>
                </a:lnTo>
                <a:lnTo>
                  <a:pt x="159" y="124"/>
                </a:lnTo>
                <a:lnTo>
                  <a:pt x="159" y="123"/>
                </a:lnTo>
                <a:lnTo>
                  <a:pt x="158" y="123"/>
                </a:lnTo>
                <a:lnTo>
                  <a:pt x="159" y="123"/>
                </a:lnTo>
                <a:lnTo>
                  <a:pt x="159" y="122"/>
                </a:lnTo>
                <a:lnTo>
                  <a:pt x="160" y="121"/>
                </a:lnTo>
                <a:lnTo>
                  <a:pt x="160" y="120"/>
                </a:lnTo>
                <a:lnTo>
                  <a:pt x="161" y="120"/>
                </a:lnTo>
                <a:lnTo>
                  <a:pt x="161" y="119"/>
                </a:lnTo>
                <a:lnTo>
                  <a:pt x="162" y="116"/>
                </a:lnTo>
                <a:lnTo>
                  <a:pt x="163" y="114"/>
                </a:lnTo>
                <a:lnTo>
                  <a:pt x="165" y="112"/>
                </a:lnTo>
                <a:lnTo>
                  <a:pt x="167" y="112"/>
                </a:lnTo>
                <a:lnTo>
                  <a:pt x="169" y="111"/>
                </a:lnTo>
                <a:lnTo>
                  <a:pt x="170" y="111"/>
                </a:lnTo>
                <a:lnTo>
                  <a:pt x="171" y="111"/>
                </a:lnTo>
                <a:lnTo>
                  <a:pt x="175" y="111"/>
                </a:lnTo>
                <a:lnTo>
                  <a:pt x="175" y="110"/>
                </a:lnTo>
                <a:lnTo>
                  <a:pt x="176" y="110"/>
                </a:lnTo>
                <a:lnTo>
                  <a:pt x="177" y="110"/>
                </a:lnTo>
                <a:lnTo>
                  <a:pt x="177" y="111"/>
                </a:lnTo>
                <a:lnTo>
                  <a:pt x="177" y="112"/>
                </a:lnTo>
                <a:lnTo>
                  <a:pt x="178" y="113"/>
                </a:lnTo>
                <a:lnTo>
                  <a:pt x="179" y="113"/>
                </a:lnTo>
                <a:lnTo>
                  <a:pt x="180" y="113"/>
                </a:lnTo>
                <a:lnTo>
                  <a:pt x="180" y="114"/>
                </a:lnTo>
                <a:lnTo>
                  <a:pt x="180" y="115"/>
                </a:lnTo>
                <a:lnTo>
                  <a:pt x="182" y="116"/>
                </a:lnTo>
                <a:lnTo>
                  <a:pt x="183" y="116"/>
                </a:lnTo>
                <a:lnTo>
                  <a:pt x="184" y="116"/>
                </a:lnTo>
                <a:lnTo>
                  <a:pt x="184" y="115"/>
                </a:lnTo>
                <a:lnTo>
                  <a:pt x="184" y="116"/>
                </a:lnTo>
                <a:lnTo>
                  <a:pt x="185" y="116"/>
                </a:lnTo>
                <a:lnTo>
                  <a:pt x="186" y="117"/>
                </a:lnTo>
                <a:lnTo>
                  <a:pt x="187" y="117"/>
                </a:lnTo>
                <a:lnTo>
                  <a:pt x="189" y="116"/>
                </a:lnTo>
                <a:lnTo>
                  <a:pt x="189" y="115"/>
                </a:lnTo>
                <a:lnTo>
                  <a:pt x="189" y="114"/>
                </a:lnTo>
                <a:lnTo>
                  <a:pt x="191" y="114"/>
                </a:lnTo>
                <a:lnTo>
                  <a:pt x="194" y="115"/>
                </a:lnTo>
                <a:lnTo>
                  <a:pt x="195" y="116"/>
                </a:lnTo>
                <a:lnTo>
                  <a:pt x="197" y="116"/>
                </a:lnTo>
                <a:lnTo>
                  <a:pt x="198" y="116"/>
                </a:lnTo>
                <a:lnTo>
                  <a:pt x="198" y="117"/>
                </a:lnTo>
                <a:lnTo>
                  <a:pt x="199" y="117"/>
                </a:lnTo>
                <a:lnTo>
                  <a:pt x="199" y="118"/>
                </a:lnTo>
                <a:lnTo>
                  <a:pt x="200" y="119"/>
                </a:lnTo>
                <a:lnTo>
                  <a:pt x="201" y="118"/>
                </a:lnTo>
                <a:lnTo>
                  <a:pt x="202" y="118"/>
                </a:lnTo>
                <a:lnTo>
                  <a:pt x="203" y="118"/>
                </a:lnTo>
                <a:lnTo>
                  <a:pt x="204" y="119"/>
                </a:lnTo>
                <a:lnTo>
                  <a:pt x="206" y="118"/>
                </a:lnTo>
                <a:lnTo>
                  <a:pt x="208" y="118"/>
                </a:lnTo>
                <a:lnTo>
                  <a:pt x="209" y="118"/>
                </a:lnTo>
                <a:lnTo>
                  <a:pt x="211" y="119"/>
                </a:lnTo>
                <a:lnTo>
                  <a:pt x="212" y="119"/>
                </a:lnTo>
                <a:lnTo>
                  <a:pt x="213" y="119"/>
                </a:lnTo>
                <a:lnTo>
                  <a:pt x="213" y="118"/>
                </a:lnTo>
                <a:lnTo>
                  <a:pt x="215" y="119"/>
                </a:lnTo>
                <a:lnTo>
                  <a:pt x="215" y="120"/>
                </a:lnTo>
                <a:lnTo>
                  <a:pt x="216" y="120"/>
                </a:lnTo>
                <a:lnTo>
                  <a:pt x="221" y="120"/>
                </a:lnTo>
                <a:lnTo>
                  <a:pt x="221" y="119"/>
                </a:lnTo>
                <a:lnTo>
                  <a:pt x="222" y="118"/>
                </a:lnTo>
                <a:lnTo>
                  <a:pt x="223" y="118"/>
                </a:lnTo>
                <a:lnTo>
                  <a:pt x="223" y="117"/>
                </a:lnTo>
                <a:lnTo>
                  <a:pt x="224" y="117"/>
                </a:lnTo>
                <a:lnTo>
                  <a:pt x="224" y="118"/>
                </a:lnTo>
                <a:lnTo>
                  <a:pt x="224" y="119"/>
                </a:lnTo>
                <a:lnTo>
                  <a:pt x="225" y="121"/>
                </a:lnTo>
                <a:lnTo>
                  <a:pt x="226" y="121"/>
                </a:lnTo>
                <a:lnTo>
                  <a:pt x="227" y="121"/>
                </a:lnTo>
                <a:lnTo>
                  <a:pt x="228" y="121"/>
                </a:lnTo>
                <a:lnTo>
                  <a:pt x="229" y="121"/>
                </a:lnTo>
                <a:lnTo>
                  <a:pt x="230" y="121"/>
                </a:lnTo>
                <a:lnTo>
                  <a:pt x="231" y="121"/>
                </a:lnTo>
                <a:lnTo>
                  <a:pt x="231" y="122"/>
                </a:lnTo>
                <a:lnTo>
                  <a:pt x="231" y="123"/>
                </a:lnTo>
                <a:lnTo>
                  <a:pt x="232" y="124"/>
                </a:lnTo>
                <a:lnTo>
                  <a:pt x="233" y="124"/>
                </a:lnTo>
                <a:lnTo>
                  <a:pt x="235" y="124"/>
                </a:lnTo>
                <a:lnTo>
                  <a:pt x="236" y="124"/>
                </a:lnTo>
                <a:lnTo>
                  <a:pt x="236" y="125"/>
                </a:lnTo>
                <a:lnTo>
                  <a:pt x="238" y="125"/>
                </a:lnTo>
                <a:lnTo>
                  <a:pt x="239" y="124"/>
                </a:lnTo>
                <a:lnTo>
                  <a:pt x="240" y="124"/>
                </a:lnTo>
                <a:lnTo>
                  <a:pt x="240" y="123"/>
                </a:lnTo>
                <a:lnTo>
                  <a:pt x="240" y="122"/>
                </a:lnTo>
                <a:lnTo>
                  <a:pt x="243" y="121"/>
                </a:lnTo>
                <a:lnTo>
                  <a:pt x="244" y="122"/>
                </a:lnTo>
                <a:lnTo>
                  <a:pt x="244" y="123"/>
                </a:lnTo>
                <a:lnTo>
                  <a:pt x="245" y="124"/>
                </a:lnTo>
                <a:lnTo>
                  <a:pt x="246" y="124"/>
                </a:lnTo>
                <a:lnTo>
                  <a:pt x="248" y="124"/>
                </a:lnTo>
                <a:lnTo>
                  <a:pt x="251" y="124"/>
                </a:lnTo>
                <a:lnTo>
                  <a:pt x="252" y="124"/>
                </a:lnTo>
                <a:lnTo>
                  <a:pt x="253" y="125"/>
                </a:lnTo>
                <a:lnTo>
                  <a:pt x="254" y="124"/>
                </a:lnTo>
                <a:lnTo>
                  <a:pt x="255" y="124"/>
                </a:lnTo>
                <a:lnTo>
                  <a:pt x="256" y="123"/>
                </a:lnTo>
                <a:lnTo>
                  <a:pt x="257" y="124"/>
                </a:lnTo>
                <a:lnTo>
                  <a:pt x="257" y="123"/>
                </a:lnTo>
                <a:lnTo>
                  <a:pt x="258" y="122"/>
                </a:lnTo>
                <a:lnTo>
                  <a:pt x="258" y="121"/>
                </a:lnTo>
                <a:lnTo>
                  <a:pt x="258" y="120"/>
                </a:lnTo>
                <a:lnTo>
                  <a:pt x="260" y="120"/>
                </a:lnTo>
                <a:lnTo>
                  <a:pt x="261" y="121"/>
                </a:lnTo>
                <a:lnTo>
                  <a:pt x="261" y="120"/>
                </a:lnTo>
                <a:lnTo>
                  <a:pt x="262" y="120"/>
                </a:lnTo>
                <a:lnTo>
                  <a:pt x="262" y="119"/>
                </a:lnTo>
                <a:lnTo>
                  <a:pt x="261" y="118"/>
                </a:lnTo>
                <a:lnTo>
                  <a:pt x="262" y="118"/>
                </a:lnTo>
                <a:lnTo>
                  <a:pt x="263" y="118"/>
                </a:lnTo>
                <a:lnTo>
                  <a:pt x="263" y="119"/>
                </a:lnTo>
                <a:lnTo>
                  <a:pt x="264" y="118"/>
                </a:lnTo>
                <a:lnTo>
                  <a:pt x="262" y="116"/>
                </a:lnTo>
                <a:lnTo>
                  <a:pt x="261" y="116"/>
                </a:lnTo>
                <a:lnTo>
                  <a:pt x="262" y="114"/>
                </a:lnTo>
                <a:lnTo>
                  <a:pt x="262" y="113"/>
                </a:lnTo>
                <a:lnTo>
                  <a:pt x="263" y="113"/>
                </a:lnTo>
                <a:lnTo>
                  <a:pt x="264" y="112"/>
                </a:lnTo>
                <a:lnTo>
                  <a:pt x="265" y="112"/>
                </a:lnTo>
                <a:lnTo>
                  <a:pt x="266" y="111"/>
                </a:lnTo>
                <a:lnTo>
                  <a:pt x="265" y="111"/>
                </a:lnTo>
                <a:lnTo>
                  <a:pt x="265" y="110"/>
                </a:lnTo>
                <a:lnTo>
                  <a:pt x="264" y="110"/>
                </a:lnTo>
                <a:lnTo>
                  <a:pt x="265" y="110"/>
                </a:lnTo>
                <a:lnTo>
                  <a:pt x="266" y="109"/>
                </a:lnTo>
                <a:lnTo>
                  <a:pt x="267" y="108"/>
                </a:lnTo>
                <a:lnTo>
                  <a:pt x="267" y="107"/>
                </a:lnTo>
                <a:lnTo>
                  <a:pt x="267" y="106"/>
                </a:lnTo>
                <a:lnTo>
                  <a:pt x="270" y="106"/>
                </a:lnTo>
                <a:lnTo>
                  <a:pt x="270" y="105"/>
                </a:lnTo>
                <a:lnTo>
                  <a:pt x="271" y="105"/>
                </a:lnTo>
                <a:lnTo>
                  <a:pt x="271" y="104"/>
                </a:lnTo>
                <a:lnTo>
                  <a:pt x="271" y="103"/>
                </a:lnTo>
                <a:lnTo>
                  <a:pt x="271" y="102"/>
                </a:lnTo>
                <a:lnTo>
                  <a:pt x="270" y="101"/>
                </a:lnTo>
                <a:lnTo>
                  <a:pt x="269" y="101"/>
                </a:lnTo>
                <a:lnTo>
                  <a:pt x="269" y="100"/>
                </a:lnTo>
                <a:lnTo>
                  <a:pt x="269" y="98"/>
                </a:lnTo>
                <a:lnTo>
                  <a:pt x="272" y="98"/>
                </a:lnTo>
                <a:lnTo>
                  <a:pt x="273" y="98"/>
                </a:lnTo>
                <a:lnTo>
                  <a:pt x="275" y="98"/>
                </a:lnTo>
                <a:lnTo>
                  <a:pt x="275" y="96"/>
                </a:lnTo>
                <a:lnTo>
                  <a:pt x="275" y="94"/>
                </a:lnTo>
                <a:lnTo>
                  <a:pt x="275" y="92"/>
                </a:lnTo>
                <a:lnTo>
                  <a:pt x="275" y="90"/>
                </a:lnTo>
                <a:lnTo>
                  <a:pt x="277" y="88"/>
                </a:lnTo>
                <a:lnTo>
                  <a:pt x="280" y="85"/>
                </a:lnTo>
                <a:lnTo>
                  <a:pt x="281" y="85"/>
                </a:lnTo>
                <a:lnTo>
                  <a:pt x="281" y="84"/>
                </a:lnTo>
                <a:lnTo>
                  <a:pt x="281" y="83"/>
                </a:lnTo>
                <a:lnTo>
                  <a:pt x="282" y="82"/>
                </a:lnTo>
                <a:lnTo>
                  <a:pt x="283" y="80"/>
                </a:lnTo>
                <a:lnTo>
                  <a:pt x="284" y="79"/>
                </a:lnTo>
                <a:lnTo>
                  <a:pt x="284" y="78"/>
                </a:lnTo>
                <a:lnTo>
                  <a:pt x="284" y="77"/>
                </a:lnTo>
                <a:lnTo>
                  <a:pt x="283" y="77"/>
                </a:lnTo>
                <a:lnTo>
                  <a:pt x="283" y="74"/>
                </a:lnTo>
                <a:lnTo>
                  <a:pt x="284" y="73"/>
                </a:lnTo>
                <a:lnTo>
                  <a:pt x="285" y="73"/>
                </a:lnTo>
                <a:lnTo>
                  <a:pt x="287" y="73"/>
                </a:lnTo>
                <a:lnTo>
                  <a:pt x="288" y="73"/>
                </a:lnTo>
                <a:lnTo>
                  <a:pt x="290" y="74"/>
                </a:lnTo>
                <a:lnTo>
                  <a:pt x="291" y="75"/>
                </a:lnTo>
                <a:lnTo>
                  <a:pt x="292" y="74"/>
                </a:lnTo>
                <a:lnTo>
                  <a:pt x="293" y="72"/>
                </a:lnTo>
                <a:lnTo>
                  <a:pt x="293" y="71"/>
                </a:lnTo>
                <a:lnTo>
                  <a:pt x="293" y="70"/>
                </a:lnTo>
                <a:lnTo>
                  <a:pt x="294" y="70"/>
                </a:lnTo>
                <a:lnTo>
                  <a:pt x="294" y="69"/>
                </a:lnTo>
                <a:lnTo>
                  <a:pt x="295" y="69"/>
                </a:lnTo>
                <a:lnTo>
                  <a:pt x="296" y="69"/>
                </a:lnTo>
                <a:lnTo>
                  <a:pt x="297" y="69"/>
                </a:lnTo>
                <a:lnTo>
                  <a:pt x="298" y="69"/>
                </a:lnTo>
                <a:lnTo>
                  <a:pt x="299" y="68"/>
                </a:lnTo>
                <a:lnTo>
                  <a:pt x="299" y="66"/>
                </a:lnTo>
                <a:lnTo>
                  <a:pt x="300" y="65"/>
                </a:lnTo>
                <a:lnTo>
                  <a:pt x="300" y="64"/>
                </a:lnTo>
                <a:lnTo>
                  <a:pt x="300" y="63"/>
                </a:lnTo>
                <a:lnTo>
                  <a:pt x="299" y="63"/>
                </a:lnTo>
                <a:lnTo>
                  <a:pt x="299" y="62"/>
                </a:lnTo>
                <a:lnTo>
                  <a:pt x="299" y="61"/>
                </a:lnTo>
                <a:lnTo>
                  <a:pt x="299" y="60"/>
                </a:lnTo>
                <a:lnTo>
                  <a:pt x="299" y="59"/>
                </a:lnTo>
                <a:lnTo>
                  <a:pt x="300" y="59"/>
                </a:lnTo>
                <a:lnTo>
                  <a:pt x="300" y="58"/>
                </a:lnTo>
                <a:lnTo>
                  <a:pt x="301" y="58"/>
                </a:lnTo>
                <a:lnTo>
                  <a:pt x="302" y="58"/>
                </a:lnTo>
                <a:lnTo>
                  <a:pt x="302" y="57"/>
                </a:lnTo>
                <a:lnTo>
                  <a:pt x="302" y="56"/>
                </a:lnTo>
                <a:lnTo>
                  <a:pt x="301" y="56"/>
                </a:lnTo>
                <a:lnTo>
                  <a:pt x="301" y="55"/>
                </a:lnTo>
                <a:lnTo>
                  <a:pt x="301" y="54"/>
                </a:lnTo>
                <a:lnTo>
                  <a:pt x="302" y="54"/>
                </a:lnTo>
                <a:lnTo>
                  <a:pt x="303" y="54"/>
                </a:lnTo>
                <a:lnTo>
                  <a:pt x="303" y="52"/>
                </a:lnTo>
                <a:lnTo>
                  <a:pt x="304" y="52"/>
                </a:lnTo>
                <a:lnTo>
                  <a:pt x="304" y="51"/>
                </a:lnTo>
                <a:lnTo>
                  <a:pt x="303" y="50"/>
                </a:lnTo>
                <a:lnTo>
                  <a:pt x="303" y="49"/>
                </a:lnTo>
                <a:lnTo>
                  <a:pt x="305" y="47"/>
                </a:lnTo>
                <a:lnTo>
                  <a:pt x="306" y="47"/>
                </a:lnTo>
                <a:lnTo>
                  <a:pt x="307" y="46"/>
                </a:lnTo>
                <a:lnTo>
                  <a:pt x="309" y="45"/>
                </a:lnTo>
                <a:lnTo>
                  <a:pt x="310" y="45"/>
                </a:lnTo>
                <a:lnTo>
                  <a:pt x="311" y="46"/>
                </a:lnTo>
                <a:lnTo>
                  <a:pt x="312" y="47"/>
                </a:lnTo>
                <a:lnTo>
                  <a:pt x="313" y="47"/>
                </a:lnTo>
                <a:lnTo>
                  <a:pt x="314" y="47"/>
                </a:lnTo>
                <a:lnTo>
                  <a:pt x="318" y="45"/>
                </a:lnTo>
                <a:lnTo>
                  <a:pt x="319" y="45"/>
                </a:lnTo>
                <a:lnTo>
                  <a:pt x="324" y="43"/>
                </a:lnTo>
                <a:lnTo>
                  <a:pt x="327" y="42"/>
                </a:lnTo>
                <a:lnTo>
                  <a:pt x="328" y="41"/>
                </a:lnTo>
                <a:lnTo>
                  <a:pt x="328" y="40"/>
                </a:lnTo>
                <a:lnTo>
                  <a:pt x="329" y="40"/>
                </a:lnTo>
                <a:lnTo>
                  <a:pt x="330" y="39"/>
                </a:lnTo>
                <a:lnTo>
                  <a:pt x="331" y="39"/>
                </a:lnTo>
                <a:lnTo>
                  <a:pt x="331" y="38"/>
                </a:lnTo>
                <a:lnTo>
                  <a:pt x="331" y="37"/>
                </a:lnTo>
                <a:lnTo>
                  <a:pt x="330" y="36"/>
                </a:lnTo>
                <a:lnTo>
                  <a:pt x="330" y="34"/>
                </a:lnTo>
                <a:lnTo>
                  <a:pt x="331" y="34"/>
                </a:lnTo>
                <a:lnTo>
                  <a:pt x="332" y="34"/>
                </a:lnTo>
                <a:lnTo>
                  <a:pt x="333" y="34"/>
                </a:lnTo>
                <a:lnTo>
                  <a:pt x="334" y="34"/>
                </a:lnTo>
                <a:lnTo>
                  <a:pt x="335" y="33"/>
                </a:lnTo>
                <a:lnTo>
                  <a:pt x="335" y="32"/>
                </a:lnTo>
                <a:lnTo>
                  <a:pt x="335" y="31"/>
                </a:lnTo>
                <a:lnTo>
                  <a:pt x="336" y="31"/>
                </a:lnTo>
                <a:lnTo>
                  <a:pt x="337" y="32"/>
                </a:lnTo>
                <a:lnTo>
                  <a:pt x="339" y="32"/>
                </a:lnTo>
                <a:lnTo>
                  <a:pt x="339" y="31"/>
                </a:lnTo>
                <a:lnTo>
                  <a:pt x="340" y="32"/>
                </a:lnTo>
                <a:lnTo>
                  <a:pt x="341" y="32"/>
                </a:lnTo>
                <a:lnTo>
                  <a:pt x="342" y="33"/>
                </a:lnTo>
                <a:lnTo>
                  <a:pt x="343" y="34"/>
                </a:lnTo>
                <a:lnTo>
                  <a:pt x="343" y="33"/>
                </a:lnTo>
                <a:lnTo>
                  <a:pt x="344" y="33"/>
                </a:lnTo>
                <a:lnTo>
                  <a:pt x="345" y="34"/>
                </a:lnTo>
                <a:lnTo>
                  <a:pt x="346" y="34"/>
                </a:lnTo>
                <a:lnTo>
                  <a:pt x="347" y="34"/>
                </a:lnTo>
                <a:lnTo>
                  <a:pt x="347" y="35"/>
                </a:lnTo>
                <a:lnTo>
                  <a:pt x="348" y="35"/>
                </a:lnTo>
                <a:lnTo>
                  <a:pt x="348" y="34"/>
                </a:lnTo>
                <a:lnTo>
                  <a:pt x="348" y="33"/>
                </a:lnTo>
                <a:lnTo>
                  <a:pt x="346" y="32"/>
                </a:lnTo>
                <a:lnTo>
                  <a:pt x="345" y="31"/>
                </a:lnTo>
                <a:lnTo>
                  <a:pt x="345" y="30"/>
                </a:lnTo>
                <a:lnTo>
                  <a:pt x="345" y="29"/>
                </a:lnTo>
                <a:lnTo>
                  <a:pt x="346" y="29"/>
                </a:lnTo>
                <a:lnTo>
                  <a:pt x="346" y="28"/>
                </a:lnTo>
                <a:lnTo>
                  <a:pt x="344" y="25"/>
                </a:lnTo>
                <a:lnTo>
                  <a:pt x="344" y="24"/>
                </a:lnTo>
                <a:lnTo>
                  <a:pt x="343" y="24"/>
                </a:lnTo>
                <a:lnTo>
                  <a:pt x="343" y="23"/>
                </a:lnTo>
                <a:lnTo>
                  <a:pt x="342" y="21"/>
                </a:lnTo>
                <a:lnTo>
                  <a:pt x="341" y="21"/>
                </a:lnTo>
                <a:lnTo>
                  <a:pt x="341" y="19"/>
                </a:lnTo>
                <a:lnTo>
                  <a:pt x="342" y="16"/>
                </a:lnTo>
                <a:lnTo>
                  <a:pt x="343" y="13"/>
                </a:lnTo>
                <a:lnTo>
                  <a:pt x="344" y="12"/>
                </a:lnTo>
                <a:lnTo>
                  <a:pt x="344" y="11"/>
                </a:lnTo>
                <a:lnTo>
                  <a:pt x="345" y="10"/>
                </a:lnTo>
                <a:lnTo>
                  <a:pt x="345" y="9"/>
                </a:lnTo>
                <a:lnTo>
                  <a:pt x="346" y="9"/>
                </a:lnTo>
                <a:lnTo>
                  <a:pt x="347" y="9"/>
                </a:lnTo>
                <a:lnTo>
                  <a:pt x="347" y="8"/>
                </a:lnTo>
                <a:lnTo>
                  <a:pt x="348" y="7"/>
                </a:lnTo>
                <a:lnTo>
                  <a:pt x="348" y="6"/>
                </a:lnTo>
                <a:lnTo>
                  <a:pt x="349" y="6"/>
                </a:lnTo>
                <a:lnTo>
                  <a:pt x="350" y="6"/>
                </a:lnTo>
                <a:lnTo>
                  <a:pt x="351" y="6"/>
                </a:lnTo>
                <a:lnTo>
                  <a:pt x="352" y="6"/>
                </a:lnTo>
                <a:lnTo>
                  <a:pt x="352" y="7"/>
                </a:lnTo>
                <a:lnTo>
                  <a:pt x="354" y="7"/>
                </a:lnTo>
                <a:lnTo>
                  <a:pt x="356" y="7"/>
                </a:lnTo>
                <a:lnTo>
                  <a:pt x="357" y="7"/>
                </a:lnTo>
                <a:lnTo>
                  <a:pt x="358" y="6"/>
                </a:lnTo>
                <a:lnTo>
                  <a:pt x="359" y="5"/>
                </a:lnTo>
                <a:lnTo>
                  <a:pt x="361" y="3"/>
                </a:lnTo>
                <a:lnTo>
                  <a:pt x="362" y="3"/>
                </a:lnTo>
                <a:lnTo>
                  <a:pt x="363" y="1"/>
                </a:lnTo>
                <a:lnTo>
                  <a:pt x="364" y="1"/>
                </a:lnTo>
                <a:lnTo>
                  <a:pt x="365" y="0"/>
                </a:lnTo>
                <a:lnTo>
                  <a:pt x="366" y="0"/>
                </a:lnTo>
                <a:lnTo>
                  <a:pt x="366" y="1"/>
                </a:lnTo>
                <a:lnTo>
                  <a:pt x="366" y="2"/>
                </a:lnTo>
                <a:lnTo>
                  <a:pt x="365" y="3"/>
                </a:lnTo>
                <a:lnTo>
                  <a:pt x="365" y="4"/>
                </a:lnTo>
                <a:lnTo>
                  <a:pt x="365" y="5"/>
                </a:lnTo>
                <a:lnTo>
                  <a:pt x="366" y="5"/>
                </a:lnTo>
                <a:lnTo>
                  <a:pt x="366" y="6"/>
                </a:lnTo>
                <a:lnTo>
                  <a:pt x="367" y="6"/>
                </a:lnTo>
                <a:lnTo>
                  <a:pt x="368" y="6"/>
                </a:lnTo>
                <a:lnTo>
                  <a:pt x="369" y="7"/>
                </a:lnTo>
                <a:lnTo>
                  <a:pt x="371" y="8"/>
                </a:lnTo>
                <a:lnTo>
                  <a:pt x="372" y="9"/>
                </a:lnTo>
                <a:lnTo>
                  <a:pt x="372" y="10"/>
                </a:lnTo>
                <a:lnTo>
                  <a:pt x="373" y="11"/>
                </a:lnTo>
                <a:lnTo>
                  <a:pt x="375" y="11"/>
                </a:lnTo>
                <a:lnTo>
                  <a:pt x="375" y="10"/>
                </a:lnTo>
                <a:lnTo>
                  <a:pt x="375" y="9"/>
                </a:lnTo>
                <a:lnTo>
                  <a:pt x="376" y="10"/>
                </a:lnTo>
                <a:lnTo>
                  <a:pt x="377" y="10"/>
                </a:lnTo>
                <a:lnTo>
                  <a:pt x="378" y="12"/>
                </a:lnTo>
                <a:lnTo>
                  <a:pt x="379" y="12"/>
                </a:lnTo>
                <a:lnTo>
                  <a:pt x="380" y="12"/>
                </a:lnTo>
                <a:lnTo>
                  <a:pt x="382" y="12"/>
                </a:lnTo>
                <a:lnTo>
                  <a:pt x="383" y="11"/>
                </a:lnTo>
                <a:lnTo>
                  <a:pt x="384" y="12"/>
                </a:lnTo>
                <a:lnTo>
                  <a:pt x="385" y="12"/>
                </a:lnTo>
                <a:lnTo>
                  <a:pt x="385" y="13"/>
                </a:lnTo>
                <a:lnTo>
                  <a:pt x="385" y="14"/>
                </a:lnTo>
                <a:lnTo>
                  <a:pt x="386" y="14"/>
                </a:lnTo>
                <a:lnTo>
                  <a:pt x="387" y="15"/>
                </a:lnTo>
                <a:lnTo>
                  <a:pt x="389" y="14"/>
                </a:lnTo>
                <a:lnTo>
                  <a:pt x="390" y="15"/>
                </a:lnTo>
                <a:lnTo>
                  <a:pt x="390" y="16"/>
                </a:lnTo>
                <a:lnTo>
                  <a:pt x="390" y="17"/>
                </a:lnTo>
                <a:lnTo>
                  <a:pt x="389" y="17"/>
                </a:lnTo>
                <a:lnTo>
                  <a:pt x="389" y="18"/>
                </a:lnTo>
                <a:lnTo>
                  <a:pt x="390" y="19"/>
                </a:lnTo>
                <a:lnTo>
                  <a:pt x="391" y="20"/>
                </a:lnTo>
                <a:lnTo>
                  <a:pt x="392" y="20"/>
                </a:lnTo>
                <a:lnTo>
                  <a:pt x="392" y="21"/>
                </a:lnTo>
                <a:lnTo>
                  <a:pt x="392" y="22"/>
                </a:lnTo>
                <a:lnTo>
                  <a:pt x="391" y="23"/>
                </a:lnTo>
                <a:lnTo>
                  <a:pt x="391" y="24"/>
                </a:lnTo>
                <a:lnTo>
                  <a:pt x="392" y="24"/>
                </a:lnTo>
                <a:lnTo>
                  <a:pt x="395" y="26"/>
                </a:lnTo>
                <a:lnTo>
                  <a:pt x="396" y="26"/>
                </a:lnTo>
                <a:lnTo>
                  <a:pt x="399" y="26"/>
                </a:lnTo>
                <a:lnTo>
                  <a:pt x="399" y="27"/>
                </a:lnTo>
                <a:lnTo>
                  <a:pt x="400" y="26"/>
                </a:lnTo>
                <a:lnTo>
                  <a:pt x="403" y="27"/>
                </a:lnTo>
                <a:lnTo>
                  <a:pt x="407" y="27"/>
                </a:lnTo>
                <a:lnTo>
                  <a:pt x="408" y="28"/>
                </a:lnTo>
                <a:lnTo>
                  <a:pt x="409" y="28"/>
                </a:lnTo>
                <a:lnTo>
                  <a:pt x="410" y="28"/>
                </a:lnTo>
                <a:lnTo>
                  <a:pt x="411" y="29"/>
                </a:lnTo>
                <a:lnTo>
                  <a:pt x="412" y="29"/>
                </a:lnTo>
                <a:lnTo>
                  <a:pt x="413" y="31"/>
                </a:lnTo>
                <a:lnTo>
                  <a:pt x="414" y="31"/>
                </a:lnTo>
                <a:lnTo>
                  <a:pt x="414" y="32"/>
                </a:lnTo>
                <a:lnTo>
                  <a:pt x="417" y="33"/>
                </a:lnTo>
                <a:lnTo>
                  <a:pt x="418" y="33"/>
                </a:lnTo>
                <a:lnTo>
                  <a:pt x="418" y="32"/>
                </a:lnTo>
                <a:lnTo>
                  <a:pt x="419" y="32"/>
                </a:lnTo>
                <a:lnTo>
                  <a:pt x="420" y="33"/>
                </a:lnTo>
                <a:lnTo>
                  <a:pt x="420" y="34"/>
                </a:lnTo>
                <a:lnTo>
                  <a:pt x="420" y="35"/>
                </a:lnTo>
                <a:lnTo>
                  <a:pt x="421" y="35"/>
                </a:lnTo>
                <a:lnTo>
                  <a:pt x="423" y="36"/>
                </a:lnTo>
                <a:lnTo>
                  <a:pt x="424" y="37"/>
                </a:lnTo>
                <a:lnTo>
                  <a:pt x="426" y="37"/>
                </a:lnTo>
                <a:lnTo>
                  <a:pt x="428" y="37"/>
                </a:lnTo>
                <a:lnTo>
                  <a:pt x="428" y="38"/>
                </a:lnTo>
                <a:lnTo>
                  <a:pt x="430" y="38"/>
                </a:lnTo>
                <a:lnTo>
                  <a:pt x="430" y="37"/>
                </a:lnTo>
                <a:lnTo>
                  <a:pt x="429" y="37"/>
                </a:lnTo>
                <a:lnTo>
                  <a:pt x="428" y="35"/>
                </a:lnTo>
                <a:lnTo>
                  <a:pt x="428" y="34"/>
                </a:lnTo>
                <a:lnTo>
                  <a:pt x="429" y="34"/>
                </a:lnTo>
                <a:lnTo>
                  <a:pt x="430" y="34"/>
                </a:lnTo>
                <a:lnTo>
                  <a:pt x="432" y="34"/>
                </a:lnTo>
                <a:lnTo>
                  <a:pt x="433" y="32"/>
                </a:lnTo>
                <a:lnTo>
                  <a:pt x="433" y="30"/>
                </a:lnTo>
                <a:lnTo>
                  <a:pt x="434" y="30"/>
                </a:lnTo>
                <a:lnTo>
                  <a:pt x="433" y="30"/>
                </a:lnTo>
                <a:lnTo>
                  <a:pt x="433" y="29"/>
                </a:lnTo>
                <a:lnTo>
                  <a:pt x="433" y="28"/>
                </a:lnTo>
                <a:lnTo>
                  <a:pt x="433" y="27"/>
                </a:lnTo>
                <a:lnTo>
                  <a:pt x="435" y="26"/>
                </a:lnTo>
                <a:lnTo>
                  <a:pt x="436" y="26"/>
                </a:lnTo>
                <a:lnTo>
                  <a:pt x="436" y="25"/>
                </a:lnTo>
                <a:lnTo>
                  <a:pt x="437" y="25"/>
                </a:lnTo>
                <a:lnTo>
                  <a:pt x="437" y="26"/>
                </a:lnTo>
                <a:lnTo>
                  <a:pt x="438" y="26"/>
                </a:lnTo>
                <a:lnTo>
                  <a:pt x="439" y="26"/>
                </a:lnTo>
                <a:lnTo>
                  <a:pt x="441" y="25"/>
                </a:lnTo>
                <a:lnTo>
                  <a:pt x="442" y="26"/>
                </a:lnTo>
                <a:lnTo>
                  <a:pt x="442" y="27"/>
                </a:lnTo>
                <a:lnTo>
                  <a:pt x="442" y="28"/>
                </a:lnTo>
                <a:lnTo>
                  <a:pt x="441" y="28"/>
                </a:lnTo>
                <a:lnTo>
                  <a:pt x="441" y="29"/>
                </a:lnTo>
                <a:lnTo>
                  <a:pt x="442" y="29"/>
                </a:lnTo>
                <a:lnTo>
                  <a:pt x="443" y="29"/>
                </a:lnTo>
                <a:lnTo>
                  <a:pt x="444" y="29"/>
                </a:lnTo>
                <a:lnTo>
                  <a:pt x="444" y="30"/>
                </a:lnTo>
                <a:lnTo>
                  <a:pt x="444" y="32"/>
                </a:lnTo>
                <a:lnTo>
                  <a:pt x="447" y="34"/>
                </a:lnTo>
                <a:lnTo>
                  <a:pt x="450" y="34"/>
                </a:lnTo>
                <a:lnTo>
                  <a:pt x="450" y="33"/>
                </a:lnTo>
                <a:lnTo>
                  <a:pt x="451" y="34"/>
                </a:lnTo>
                <a:lnTo>
                  <a:pt x="452" y="35"/>
                </a:lnTo>
                <a:lnTo>
                  <a:pt x="452" y="36"/>
                </a:lnTo>
                <a:lnTo>
                  <a:pt x="452" y="38"/>
                </a:lnTo>
                <a:lnTo>
                  <a:pt x="453" y="42"/>
                </a:lnTo>
                <a:lnTo>
                  <a:pt x="454" y="42"/>
                </a:lnTo>
                <a:lnTo>
                  <a:pt x="455" y="41"/>
                </a:lnTo>
                <a:lnTo>
                  <a:pt x="456" y="41"/>
                </a:lnTo>
                <a:lnTo>
                  <a:pt x="457" y="41"/>
                </a:lnTo>
                <a:lnTo>
                  <a:pt x="457" y="42"/>
                </a:lnTo>
                <a:lnTo>
                  <a:pt x="458" y="43"/>
                </a:lnTo>
                <a:lnTo>
                  <a:pt x="458" y="42"/>
                </a:lnTo>
                <a:lnTo>
                  <a:pt x="459" y="42"/>
                </a:lnTo>
                <a:lnTo>
                  <a:pt x="459" y="41"/>
                </a:lnTo>
                <a:lnTo>
                  <a:pt x="460" y="40"/>
                </a:lnTo>
                <a:lnTo>
                  <a:pt x="461" y="40"/>
                </a:lnTo>
                <a:lnTo>
                  <a:pt x="463" y="41"/>
                </a:lnTo>
                <a:lnTo>
                  <a:pt x="464" y="41"/>
                </a:lnTo>
                <a:lnTo>
                  <a:pt x="464" y="42"/>
                </a:lnTo>
                <a:lnTo>
                  <a:pt x="465" y="42"/>
                </a:lnTo>
                <a:lnTo>
                  <a:pt x="466" y="43"/>
                </a:lnTo>
                <a:lnTo>
                  <a:pt x="467" y="43"/>
                </a:lnTo>
                <a:lnTo>
                  <a:pt x="467" y="42"/>
                </a:lnTo>
                <a:lnTo>
                  <a:pt x="467" y="41"/>
                </a:lnTo>
                <a:lnTo>
                  <a:pt x="468" y="41"/>
                </a:lnTo>
                <a:lnTo>
                  <a:pt x="468" y="42"/>
                </a:lnTo>
                <a:lnTo>
                  <a:pt x="469" y="42"/>
                </a:lnTo>
                <a:lnTo>
                  <a:pt x="469" y="43"/>
                </a:lnTo>
                <a:lnTo>
                  <a:pt x="469" y="42"/>
                </a:lnTo>
                <a:lnTo>
                  <a:pt x="470" y="42"/>
                </a:lnTo>
                <a:lnTo>
                  <a:pt x="471" y="41"/>
                </a:lnTo>
                <a:lnTo>
                  <a:pt x="472" y="42"/>
                </a:lnTo>
                <a:lnTo>
                  <a:pt x="472" y="43"/>
                </a:lnTo>
                <a:lnTo>
                  <a:pt x="473" y="44"/>
                </a:lnTo>
                <a:lnTo>
                  <a:pt x="474" y="44"/>
                </a:lnTo>
                <a:lnTo>
                  <a:pt x="475" y="44"/>
                </a:lnTo>
                <a:lnTo>
                  <a:pt x="476" y="45"/>
                </a:lnTo>
                <a:lnTo>
                  <a:pt x="477" y="46"/>
                </a:lnTo>
                <a:lnTo>
                  <a:pt x="478" y="46"/>
                </a:lnTo>
                <a:lnTo>
                  <a:pt x="480" y="47"/>
                </a:lnTo>
                <a:lnTo>
                  <a:pt x="480" y="48"/>
                </a:lnTo>
                <a:lnTo>
                  <a:pt x="480" y="49"/>
                </a:lnTo>
                <a:lnTo>
                  <a:pt x="480" y="50"/>
                </a:lnTo>
                <a:lnTo>
                  <a:pt x="483" y="54"/>
                </a:lnTo>
                <a:lnTo>
                  <a:pt x="484" y="54"/>
                </a:lnTo>
                <a:lnTo>
                  <a:pt x="485" y="55"/>
                </a:lnTo>
                <a:lnTo>
                  <a:pt x="485" y="56"/>
                </a:lnTo>
                <a:lnTo>
                  <a:pt x="485" y="57"/>
                </a:lnTo>
                <a:lnTo>
                  <a:pt x="485" y="58"/>
                </a:lnTo>
                <a:lnTo>
                  <a:pt x="484" y="59"/>
                </a:lnTo>
                <a:lnTo>
                  <a:pt x="484" y="60"/>
                </a:lnTo>
                <a:lnTo>
                  <a:pt x="484" y="61"/>
                </a:lnTo>
                <a:lnTo>
                  <a:pt x="484" y="62"/>
                </a:lnTo>
                <a:lnTo>
                  <a:pt x="485" y="63"/>
                </a:lnTo>
                <a:lnTo>
                  <a:pt x="486" y="63"/>
                </a:lnTo>
                <a:lnTo>
                  <a:pt x="488" y="63"/>
                </a:lnTo>
                <a:lnTo>
                  <a:pt x="489" y="63"/>
                </a:lnTo>
                <a:lnTo>
                  <a:pt x="490" y="64"/>
                </a:lnTo>
                <a:lnTo>
                  <a:pt x="491" y="65"/>
                </a:lnTo>
                <a:lnTo>
                  <a:pt x="492" y="65"/>
                </a:lnTo>
                <a:lnTo>
                  <a:pt x="494" y="65"/>
                </a:lnTo>
                <a:lnTo>
                  <a:pt x="496" y="66"/>
                </a:lnTo>
                <a:lnTo>
                  <a:pt x="497" y="66"/>
                </a:lnTo>
                <a:lnTo>
                  <a:pt x="498" y="66"/>
                </a:lnTo>
                <a:lnTo>
                  <a:pt x="498" y="67"/>
                </a:lnTo>
                <a:lnTo>
                  <a:pt x="501" y="67"/>
                </a:lnTo>
                <a:lnTo>
                  <a:pt x="501" y="68"/>
                </a:lnTo>
                <a:lnTo>
                  <a:pt x="505" y="68"/>
                </a:lnTo>
                <a:lnTo>
                  <a:pt x="506" y="68"/>
                </a:lnTo>
                <a:lnTo>
                  <a:pt x="506" y="67"/>
                </a:lnTo>
                <a:lnTo>
                  <a:pt x="507" y="67"/>
                </a:lnTo>
                <a:lnTo>
                  <a:pt x="508" y="67"/>
                </a:lnTo>
                <a:lnTo>
                  <a:pt x="509" y="66"/>
                </a:lnTo>
                <a:lnTo>
                  <a:pt x="510" y="66"/>
                </a:lnTo>
                <a:lnTo>
                  <a:pt x="511" y="65"/>
                </a:lnTo>
                <a:lnTo>
                  <a:pt x="511" y="66"/>
                </a:lnTo>
                <a:lnTo>
                  <a:pt x="512" y="66"/>
                </a:lnTo>
                <a:lnTo>
                  <a:pt x="513" y="66"/>
                </a:lnTo>
                <a:lnTo>
                  <a:pt x="514" y="66"/>
                </a:lnTo>
                <a:lnTo>
                  <a:pt x="514" y="65"/>
                </a:lnTo>
                <a:lnTo>
                  <a:pt x="515" y="66"/>
                </a:lnTo>
                <a:lnTo>
                  <a:pt x="516" y="66"/>
                </a:lnTo>
                <a:lnTo>
                  <a:pt x="518" y="66"/>
                </a:lnTo>
                <a:lnTo>
                  <a:pt x="520" y="65"/>
                </a:lnTo>
                <a:lnTo>
                  <a:pt x="520" y="66"/>
                </a:lnTo>
                <a:lnTo>
                  <a:pt x="521" y="67"/>
                </a:lnTo>
                <a:lnTo>
                  <a:pt x="522" y="67"/>
                </a:lnTo>
                <a:lnTo>
                  <a:pt x="523" y="68"/>
                </a:lnTo>
                <a:lnTo>
                  <a:pt x="526" y="69"/>
                </a:lnTo>
                <a:lnTo>
                  <a:pt x="527" y="69"/>
                </a:lnTo>
                <a:lnTo>
                  <a:pt x="528" y="69"/>
                </a:lnTo>
                <a:lnTo>
                  <a:pt x="531" y="68"/>
                </a:lnTo>
                <a:lnTo>
                  <a:pt x="532" y="68"/>
                </a:lnTo>
                <a:lnTo>
                  <a:pt x="533" y="69"/>
                </a:lnTo>
                <a:lnTo>
                  <a:pt x="534" y="69"/>
                </a:lnTo>
                <a:lnTo>
                  <a:pt x="535" y="70"/>
                </a:lnTo>
                <a:lnTo>
                  <a:pt x="535" y="69"/>
                </a:lnTo>
                <a:lnTo>
                  <a:pt x="536" y="69"/>
                </a:lnTo>
                <a:lnTo>
                  <a:pt x="537" y="68"/>
                </a:lnTo>
                <a:lnTo>
                  <a:pt x="537" y="67"/>
                </a:lnTo>
                <a:lnTo>
                  <a:pt x="537" y="66"/>
                </a:lnTo>
                <a:lnTo>
                  <a:pt x="538" y="66"/>
                </a:lnTo>
                <a:lnTo>
                  <a:pt x="539" y="65"/>
                </a:lnTo>
                <a:lnTo>
                  <a:pt x="540" y="65"/>
                </a:lnTo>
                <a:lnTo>
                  <a:pt x="541" y="64"/>
                </a:lnTo>
                <a:lnTo>
                  <a:pt x="542" y="65"/>
                </a:lnTo>
                <a:lnTo>
                  <a:pt x="543" y="66"/>
                </a:lnTo>
                <a:lnTo>
                  <a:pt x="546" y="66"/>
                </a:lnTo>
                <a:lnTo>
                  <a:pt x="547" y="65"/>
                </a:lnTo>
                <a:lnTo>
                  <a:pt x="550" y="64"/>
                </a:lnTo>
                <a:lnTo>
                  <a:pt x="551" y="64"/>
                </a:lnTo>
                <a:lnTo>
                  <a:pt x="551" y="63"/>
                </a:lnTo>
                <a:lnTo>
                  <a:pt x="552" y="61"/>
                </a:lnTo>
                <a:lnTo>
                  <a:pt x="553" y="60"/>
                </a:lnTo>
                <a:lnTo>
                  <a:pt x="553" y="59"/>
                </a:lnTo>
                <a:lnTo>
                  <a:pt x="552" y="58"/>
                </a:lnTo>
                <a:lnTo>
                  <a:pt x="553" y="56"/>
                </a:lnTo>
                <a:lnTo>
                  <a:pt x="552" y="53"/>
                </a:lnTo>
                <a:lnTo>
                  <a:pt x="552" y="52"/>
                </a:lnTo>
                <a:lnTo>
                  <a:pt x="552" y="51"/>
                </a:lnTo>
                <a:lnTo>
                  <a:pt x="552" y="49"/>
                </a:lnTo>
                <a:lnTo>
                  <a:pt x="552" y="48"/>
                </a:lnTo>
                <a:lnTo>
                  <a:pt x="553" y="46"/>
                </a:lnTo>
                <a:lnTo>
                  <a:pt x="554" y="45"/>
                </a:lnTo>
                <a:lnTo>
                  <a:pt x="555" y="46"/>
                </a:lnTo>
                <a:lnTo>
                  <a:pt x="556" y="46"/>
                </a:lnTo>
                <a:lnTo>
                  <a:pt x="558" y="47"/>
                </a:lnTo>
                <a:lnTo>
                  <a:pt x="559" y="47"/>
                </a:lnTo>
                <a:lnTo>
                  <a:pt x="560" y="46"/>
                </a:lnTo>
                <a:lnTo>
                  <a:pt x="561" y="45"/>
                </a:lnTo>
                <a:lnTo>
                  <a:pt x="562" y="45"/>
                </a:lnTo>
                <a:lnTo>
                  <a:pt x="563" y="44"/>
                </a:lnTo>
                <a:lnTo>
                  <a:pt x="566" y="44"/>
                </a:lnTo>
                <a:lnTo>
                  <a:pt x="567" y="44"/>
                </a:lnTo>
                <a:lnTo>
                  <a:pt x="568" y="44"/>
                </a:lnTo>
                <a:lnTo>
                  <a:pt x="568" y="43"/>
                </a:lnTo>
                <a:lnTo>
                  <a:pt x="569" y="43"/>
                </a:lnTo>
                <a:lnTo>
                  <a:pt x="569" y="42"/>
                </a:lnTo>
                <a:lnTo>
                  <a:pt x="570" y="42"/>
                </a:lnTo>
                <a:lnTo>
                  <a:pt x="571" y="43"/>
                </a:lnTo>
                <a:lnTo>
                  <a:pt x="571" y="44"/>
                </a:lnTo>
                <a:lnTo>
                  <a:pt x="572" y="44"/>
                </a:lnTo>
                <a:lnTo>
                  <a:pt x="573" y="44"/>
                </a:lnTo>
                <a:lnTo>
                  <a:pt x="574" y="41"/>
                </a:lnTo>
                <a:lnTo>
                  <a:pt x="574" y="40"/>
                </a:lnTo>
                <a:lnTo>
                  <a:pt x="575" y="40"/>
                </a:lnTo>
                <a:lnTo>
                  <a:pt x="576" y="40"/>
                </a:lnTo>
                <a:lnTo>
                  <a:pt x="577" y="40"/>
                </a:lnTo>
                <a:lnTo>
                  <a:pt x="578" y="41"/>
                </a:lnTo>
                <a:lnTo>
                  <a:pt x="580" y="41"/>
                </a:lnTo>
                <a:lnTo>
                  <a:pt x="581" y="41"/>
                </a:lnTo>
                <a:lnTo>
                  <a:pt x="583" y="40"/>
                </a:lnTo>
                <a:lnTo>
                  <a:pt x="583" y="39"/>
                </a:lnTo>
                <a:lnTo>
                  <a:pt x="584" y="38"/>
                </a:lnTo>
                <a:lnTo>
                  <a:pt x="585" y="37"/>
                </a:lnTo>
                <a:lnTo>
                  <a:pt x="585" y="38"/>
                </a:lnTo>
                <a:lnTo>
                  <a:pt x="586" y="38"/>
                </a:lnTo>
                <a:lnTo>
                  <a:pt x="586" y="39"/>
                </a:lnTo>
                <a:lnTo>
                  <a:pt x="589" y="40"/>
                </a:lnTo>
                <a:lnTo>
                  <a:pt x="590" y="40"/>
                </a:lnTo>
                <a:lnTo>
                  <a:pt x="590" y="39"/>
                </a:lnTo>
                <a:lnTo>
                  <a:pt x="592" y="38"/>
                </a:lnTo>
                <a:lnTo>
                  <a:pt x="592" y="37"/>
                </a:lnTo>
                <a:lnTo>
                  <a:pt x="594" y="36"/>
                </a:lnTo>
                <a:lnTo>
                  <a:pt x="593" y="36"/>
                </a:lnTo>
                <a:lnTo>
                  <a:pt x="593" y="35"/>
                </a:lnTo>
                <a:lnTo>
                  <a:pt x="593" y="34"/>
                </a:lnTo>
                <a:lnTo>
                  <a:pt x="593" y="33"/>
                </a:lnTo>
                <a:lnTo>
                  <a:pt x="594" y="33"/>
                </a:lnTo>
                <a:lnTo>
                  <a:pt x="595" y="32"/>
                </a:lnTo>
                <a:lnTo>
                  <a:pt x="596" y="31"/>
                </a:lnTo>
                <a:lnTo>
                  <a:pt x="597" y="30"/>
                </a:lnTo>
                <a:lnTo>
                  <a:pt x="597" y="27"/>
                </a:lnTo>
                <a:lnTo>
                  <a:pt x="596" y="27"/>
                </a:lnTo>
                <a:lnTo>
                  <a:pt x="596" y="26"/>
                </a:lnTo>
                <a:lnTo>
                  <a:pt x="596" y="25"/>
                </a:lnTo>
                <a:lnTo>
                  <a:pt x="596" y="24"/>
                </a:lnTo>
                <a:lnTo>
                  <a:pt x="598" y="24"/>
                </a:lnTo>
                <a:lnTo>
                  <a:pt x="599" y="24"/>
                </a:lnTo>
                <a:lnTo>
                  <a:pt x="599" y="25"/>
                </a:lnTo>
                <a:lnTo>
                  <a:pt x="600" y="25"/>
                </a:lnTo>
                <a:lnTo>
                  <a:pt x="603" y="25"/>
                </a:lnTo>
                <a:lnTo>
                  <a:pt x="604" y="25"/>
                </a:lnTo>
                <a:lnTo>
                  <a:pt x="605" y="24"/>
                </a:lnTo>
                <a:lnTo>
                  <a:pt x="605" y="23"/>
                </a:lnTo>
                <a:lnTo>
                  <a:pt x="605" y="22"/>
                </a:lnTo>
                <a:lnTo>
                  <a:pt x="605" y="21"/>
                </a:lnTo>
                <a:lnTo>
                  <a:pt x="606" y="20"/>
                </a:lnTo>
                <a:lnTo>
                  <a:pt x="607" y="18"/>
                </a:lnTo>
                <a:lnTo>
                  <a:pt x="608" y="18"/>
                </a:lnTo>
                <a:lnTo>
                  <a:pt x="609" y="18"/>
                </a:lnTo>
                <a:lnTo>
                  <a:pt x="611" y="18"/>
                </a:lnTo>
                <a:lnTo>
                  <a:pt x="613" y="18"/>
                </a:lnTo>
                <a:lnTo>
                  <a:pt x="614" y="18"/>
                </a:lnTo>
                <a:lnTo>
                  <a:pt x="615" y="19"/>
                </a:lnTo>
                <a:lnTo>
                  <a:pt x="617" y="20"/>
                </a:lnTo>
                <a:lnTo>
                  <a:pt x="617" y="21"/>
                </a:lnTo>
                <a:lnTo>
                  <a:pt x="618" y="21"/>
                </a:lnTo>
                <a:lnTo>
                  <a:pt x="618" y="22"/>
                </a:lnTo>
                <a:lnTo>
                  <a:pt x="619" y="22"/>
                </a:lnTo>
                <a:lnTo>
                  <a:pt x="621" y="22"/>
                </a:lnTo>
                <a:lnTo>
                  <a:pt x="622" y="22"/>
                </a:lnTo>
                <a:lnTo>
                  <a:pt x="622" y="21"/>
                </a:lnTo>
                <a:lnTo>
                  <a:pt x="623" y="21"/>
                </a:lnTo>
                <a:lnTo>
                  <a:pt x="624" y="22"/>
                </a:lnTo>
                <a:lnTo>
                  <a:pt x="625" y="23"/>
                </a:lnTo>
                <a:lnTo>
                  <a:pt x="626" y="24"/>
                </a:lnTo>
                <a:lnTo>
                  <a:pt x="627" y="24"/>
                </a:lnTo>
                <a:lnTo>
                  <a:pt x="628" y="25"/>
                </a:lnTo>
                <a:lnTo>
                  <a:pt x="629" y="25"/>
                </a:lnTo>
                <a:lnTo>
                  <a:pt x="630" y="25"/>
                </a:lnTo>
                <a:lnTo>
                  <a:pt x="630" y="24"/>
                </a:lnTo>
                <a:lnTo>
                  <a:pt x="630" y="25"/>
                </a:lnTo>
                <a:lnTo>
                  <a:pt x="631" y="25"/>
                </a:lnTo>
                <a:lnTo>
                  <a:pt x="631" y="26"/>
                </a:lnTo>
                <a:lnTo>
                  <a:pt x="632" y="26"/>
                </a:lnTo>
                <a:lnTo>
                  <a:pt x="632" y="27"/>
                </a:lnTo>
                <a:lnTo>
                  <a:pt x="633" y="27"/>
                </a:lnTo>
                <a:lnTo>
                  <a:pt x="633" y="28"/>
                </a:lnTo>
                <a:lnTo>
                  <a:pt x="633" y="27"/>
                </a:lnTo>
                <a:lnTo>
                  <a:pt x="634" y="27"/>
                </a:lnTo>
                <a:lnTo>
                  <a:pt x="634" y="28"/>
                </a:lnTo>
                <a:lnTo>
                  <a:pt x="635" y="29"/>
                </a:lnTo>
                <a:lnTo>
                  <a:pt x="634" y="29"/>
                </a:lnTo>
                <a:lnTo>
                  <a:pt x="634" y="30"/>
                </a:lnTo>
                <a:lnTo>
                  <a:pt x="635" y="30"/>
                </a:lnTo>
                <a:lnTo>
                  <a:pt x="636" y="31"/>
                </a:lnTo>
                <a:lnTo>
                  <a:pt x="637" y="31"/>
                </a:lnTo>
                <a:lnTo>
                  <a:pt x="638" y="31"/>
                </a:lnTo>
                <a:lnTo>
                  <a:pt x="639" y="32"/>
                </a:lnTo>
                <a:lnTo>
                  <a:pt x="639" y="33"/>
                </a:lnTo>
                <a:lnTo>
                  <a:pt x="640" y="34"/>
                </a:lnTo>
                <a:lnTo>
                  <a:pt x="641" y="36"/>
                </a:lnTo>
                <a:lnTo>
                  <a:pt x="642" y="37"/>
                </a:lnTo>
                <a:lnTo>
                  <a:pt x="643" y="37"/>
                </a:lnTo>
                <a:lnTo>
                  <a:pt x="643" y="36"/>
                </a:lnTo>
                <a:lnTo>
                  <a:pt x="644" y="36"/>
                </a:lnTo>
                <a:lnTo>
                  <a:pt x="645" y="35"/>
                </a:lnTo>
                <a:lnTo>
                  <a:pt x="646" y="35"/>
                </a:lnTo>
                <a:lnTo>
                  <a:pt x="647" y="35"/>
                </a:lnTo>
                <a:lnTo>
                  <a:pt x="648" y="35"/>
                </a:lnTo>
                <a:lnTo>
                  <a:pt x="649" y="34"/>
                </a:lnTo>
                <a:lnTo>
                  <a:pt x="649" y="33"/>
                </a:lnTo>
                <a:lnTo>
                  <a:pt x="650" y="31"/>
                </a:lnTo>
                <a:lnTo>
                  <a:pt x="651" y="31"/>
                </a:lnTo>
                <a:lnTo>
                  <a:pt x="652" y="31"/>
                </a:lnTo>
                <a:lnTo>
                  <a:pt x="652" y="32"/>
                </a:lnTo>
                <a:lnTo>
                  <a:pt x="653" y="32"/>
                </a:lnTo>
                <a:lnTo>
                  <a:pt x="656" y="34"/>
                </a:lnTo>
                <a:lnTo>
                  <a:pt x="658" y="33"/>
                </a:lnTo>
                <a:lnTo>
                  <a:pt x="659" y="33"/>
                </a:lnTo>
                <a:lnTo>
                  <a:pt x="661" y="33"/>
                </a:lnTo>
                <a:lnTo>
                  <a:pt x="661" y="34"/>
                </a:lnTo>
                <a:lnTo>
                  <a:pt x="662" y="35"/>
                </a:lnTo>
                <a:lnTo>
                  <a:pt x="663" y="35"/>
                </a:lnTo>
                <a:lnTo>
                  <a:pt x="668" y="36"/>
                </a:lnTo>
                <a:lnTo>
                  <a:pt x="669" y="37"/>
                </a:lnTo>
                <a:lnTo>
                  <a:pt x="670" y="37"/>
                </a:lnTo>
                <a:lnTo>
                  <a:pt x="671" y="38"/>
                </a:lnTo>
                <a:lnTo>
                  <a:pt x="671" y="39"/>
                </a:lnTo>
                <a:lnTo>
                  <a:pt x="671" y="40"/>
                </a:lnTo>
                <a:lnTo>
                  <a:pt x="670" y="40"/>
                </a:lnTo>
                <a:lnTo>
                  <a:pt x="669" y="41"/>
                </a:lnTo>
                <a:lnTo>
                  <a:pt x="669" y="42"/>
                </a:lnTo>
                <a:lnTo>
                  <a:pt x="669" y="43"/>
                </a:lnTo>
                <a:lnTo>
                  <a:pt x="669" y="44"/>
                </a:lnTo>
                <a:lnTo>
                  <a:pt x="669" y="45"/>
                </a:lnTo>
                <a:lnTo>
                  <a:pt x="669" y="46"/>
                </a:lnTo>
                <a:lnTo>
                  <a:pt x="670" y="46"/>
                </a:lnTo>
                <a:lnTo>
                  <a:pt x="671" y="48"/>
                </a:lnTo>
                <a:lnTo>
                  <a:pt x="670" y="49"/>
                </a:lnTo>
                <a:lnTo>
                  <a:pt x="670" y="50"/>
                </a:lnTo>
                <a:lnTo>
                  <a:pt x="670" y="51"/>
                </a:lnTo>
                <a:lnTo>
                  <a:pt x="670" y="52"/>
                </a:lnTo>
                <a:lnTo>
                  <a:pt x="670" y="53"/>
                </a:lnTo>
                <a:lnTo>
                  <a:pt x="669" y="53"/>
                </a:lnTo>
                <a:lnTo>
                  <a:pt x="669" y="56"/>
                </a:lnTo>
                <a:lnTo>
                  <a:pt x="669" y="57"/>
                </a:lnTo>
                <a:lnTo>
                  <a:pt x="668" y="57"/>
                </a:lnTo>
                <a:lnTo>
                  <a:pt x="667" y="58"/>
                </a:lnTo>
                <a:lnTo>
                  <a:pt x="668" y="60"/>
                </a:lnTo>
                <a:lnTo>
                  <a:pt x="668" y="61"/>
                </a:lnTo>
                <a:lnTo>
                  <a:pt x="668" y="62"/>
                </a:lnTo>
                <a:lnTo>
                  <a:pt x="667" y="63"/>
                </a:lnTo>
                <a:lnTo>
                  <a:pt x="669" y="64"/>
                </a:lnTo>
                <a:lnTo>
                  <a:pt x="669" y="65"/>
                </a:lnTo>
                <a:lnTo>
                  <a:pt x="669" y="66"/>
                </a:lnTo>
                <a:lnTo>
                  <a:pt x="669" y="68"/>
                </a:lnTo>
                <a:lnTo>
                  <a:pt x="670" y="68"/>
                </a:lnTo>
                <a:lnTo>
                  <a:pt x="671" y="68"/>
                </a:lnTo>
                <a:lnTo>
                  <a:pt x="672" y="68"/>
                </a:lnTo>
                <a:lnTo>
                  <a:pt x="674" y="69"/>
                </a:lnTo>
                <a:lnTo>
                  <a:pt x="675" y="70"/>
                </a:lnTo>
                <a:lnTo>
                  <a:pt x="676" y="72"/>
                </a:lnTo>
                <a:lnTo>
                  <a:pt x="677" y="74"/>
                </a:lnTo>
                <a:lnTo>
                  <a:pt x="677" y="76"/>
                </a:lnTo>
                <a:lnTo>
                  <a:pt x="676" y="76"/>
                </a:lnTo>
                <a:lnTo>
                  <a:pt x="676" y="77"/>
                </a:lnTo>
                <a:lnTo>
                  <a:pt x="677" y="78"/>
                </a:lnTo>
                <a:lnTo>
                  <a:pt x="678" y="78"/>
                </a:lnTo>
                <a:lnTo>
                  <a:pt x="678" y="79"/>
                </a:lnTo>
                <a:lnTo>
                  <a:pt x="678" y="81"/>
                </a:lnTo>
                <a:lnTo>
                  <a:pt x="680" y="83"/>
                </a:lnTo>
                <a:lnTo>
                  <a:pt x="681" y="83"/>
                </a:lnTo>
                <a:lnTo>
                  <a:pt x="682" y="83"/>
                </a:lnTo>
                <a:lnTo>
                  <a:pt x="683" y="83"/>
                </a:lnTo>
                <a:lnTo>
                  <a:pt x="683" y="84"/>
                </a:lnTo>
                <a:lnTo>
                  <a:pt x="684" y="84"/>
                </a:lnTo>
                <a:lnTo>
                  <a:pt x="685" y="85"/>
                </a:lnTo>
                <a:lnTo>
                  <a:pt x="686" y="86"/>
                </a:lnTo>
                <a:lnTo>
                  <a:pt x="687" y="86"/>
                </a:lnTo>
                <a:lnTo>
                  <a:pt x="689" y="86"/>
                </a:lnTo>
                <a:lnTo>
                  <a:pt x="690" y="86"/>
                </a:lnTo>
                <a:lnTo>
                  <a:pt x="690" y="85"/>
                </a:lnTo>
                <a:lnTo>
                  <a:pt x="691" y="85"/>
                </a:lnTo>
                <a:lnTo>
                  <a:pt x="693" y="84"/>
                </a:lnTo>
                <a:lnTo>
                  <a:pt x="694" y="84"/>
                </a:lnTo>
                <a:lnTo>
                  <a:pt x="694" y="83"/>
                </a:lnTo>
                <a:lnTo>
                  <a:pt x="695" y="83"/>
                </a:lnTo>
                <a:lnTo>
                  <a:pt x="695" y="82"/>
                </a:lnTo>
                <a:lnTo>
                  <a:pt x="696" y="83"/>
                </a:lnTo>
                <a:lnTo>
                  <a:pt x="697" y="84"/>
                </a:lnTo>
                <a:lnTo>
                  <a:pt x="697" y="85"/>
                </a:lnTo>
                <a:lnTo>
                  <a:pt x="698" y="86"/>
                </a:lnTo>
                <a:lnTo>
                  <a:pt x="699" y="86"/>
                </a:lnTo>
                <a:lnTo>
                  <a:pt x="700" y="86"/>
                </a:lnTo>
                <a:lnTo>
                  <a:pt x="700" y="87"/>
                </a:lnTo>
                <a:lnTo>
                  <a:pt x="700" y="88"/>
                </a:lnTo>
                <a:lnTo>
                  <a:pt x="701" y="88"/>
                </a:lnTo>
                <a:lnTo>
                  <a:pt x="703" y="89"/>
                </a:lnTo>
                <a:lnTo>
                  <a:pt x="704" y="89"/>
                </a:lnTo>
                <a:lnTo>
                  <a:pt x="705" y="89"/>
                </a:lnTo>
                <a:lnTo>
                  <a:pt x="707" y="89"/>
                </a:lnTo>
                <a:lnTo>
                  <a:pt x="708" y="90"/>
                </a:lnTo>
                <a:lnTo>
                  <a:pt x="708" y="91"/>
                </a:lnTo>
                <a:lnTo>
                  <a:pt x="708" y="92"/>
                </a:lnTo>
                <a:lnTo>
                  <a:pt x="709" y="93"/>
                </a:lnTo>
                <a:lnTo>
                  <a:pt x="714" y="93"/>
                </a:lnTo>
                <a:lnTo>
                  <a:pt x="715" y="93"/>
                </a:lnTo>
                <a:lnTo>
                  <a:pt x="715" y="94"/>
                </a:lnTo>
                <a:lnTo>
                  <a:pt x="716" y="94"/>
                </a:lnTo>
                <a:lnTo>
                  <a:pt x="717" y="94"/>
                </a:lnTo>
                <a:lnTo>
                  <a:pt x="718" y="94"/>
                </a:lnTo>
                <a:lnTo>
                  <a:pt x="719" y="95"/>
                </a:lnTo>
                <a:lnTo>
                  <a:pt x="719" y="96"/>
                </a:lnTo>
                <a:lnTo>
                  <a:pt x="720" y="96"/>
                </a:lnTo>
                <a:lnTo>
                  <a:pt x="721" y="96"/>
                </a:lnTo>
                <a:lnTo>
                  <a:pt x="721" y="97"/>
                </a:lnTo>
                <a:lnTo>
                  <a:pt x="722" y="97"/>
                </a:lnTo>
                <a:lnTo>
                  <a:pt x="722" y="98"/>
                </a:lnTo>
                <a:lnTo>
                  <a:pt x="723" y="98"/>
                </a:lnTo>
                <a:lnTo>
                  <a:pt x="723" y="99"/>
                </a:lnTo>
                <a:lnTo>
                  <a:pt x="724" y="99"/>
                </a:lnTo>
                <a:lnTo>
                  <a:pt x="726" y="98"/>
                </a:lnTo>
                <a:lnTo>
                  <a:pt x="727" y="98"/>
                </a:lnTo>
                <a:lnTo>
                  <a:pt x="728" y="99"/>
                </a:lnTo>
                <a:lnTo>
                  <a:pt x="728" y="100"/>
                </a:lnTo>
                <a:lnTo>
                  <a:pt x="727" y="101"/>
                </a:lnTo>
                <a:lnTo>
                  <a:pt x="727" y="102"/>
                </a:lnTo>
                <a:lnTo>
                  <a:pt x="728" y="102"/>
                </a:lnTo>
                <a:lnTo>
                  <a:pt x="729" y="102"/>
                </a:lnTo>
                <a:lnTo>
                  <a:pt x="730" y="102"/>
                </a:lnTo>
                <a:lnTo>
                  <a:pt x="732" y="102"/>
                </a:lnTo>
                <a:lnTo>
                  <a:pt x="736" y="103"/>
                </a:lnTo>
                <a:lnTo>
                  <a:pt x="736" y="104"/>
                </a:lnTo>
                <a:lnTo>
                  <a:pt x="736" y="105"/>
                </a:lnTo>
                <a:lnTo>
                  <a:pt x="737" y="105"/>
                </a:lnTo>
                <a:lnTo>
                  <a:pt x="739" y="105"/>
                </a:lnTo>
                <a:lnTo>
                  <a:pt x="740" y="105"/>
                </a:lnTo>
                <a:lnTo>
                  <a:pt x="743" y="104"/>
                </a:lnTo>
                <a:lnTo>
                  <a:pt x="745" y="103"/>
                </a:lnTo>
                <a:lnTo>
                  <a:pt x="747" y="103"/>
                </a:lnTo>
                <a:lnTo>
                  <a:pt x="751" y="103"/>
                </a:lnTo>
                <a:lnTo>
                  <a:pt x="751" y="104"/>
                </a:lnTo>
                <a:lnTo>
                  <a:pt x="752" y="104"/>
                </a:lnTo>
                <a:lnTo>
                  <a:pt x="753" y="105"/>
                </a:lnTo>
                <a:lnTo>
                  <a:pt x="754" y="105"/>
                </a:lnTo>
                <a:lnTo>
                  <a:pt x="755" y="105"/>
                </a:lnTo>
                <a:lnTo>
                  <a:pt x="756" y="105"/>
                </a:lnTo>
                <a:lnTo>
                  <a:pt x="757" y="105"/>
                </a:lnTo>
                <a:lnTo>
                  <a:pt x="758" y="105"/>
                </a:lnTo>
                <a:lnTo>
                  <a:pt x="758" y="107"/>
                </a:lnTo>
                <a:lnTo>
                  <a:pt x="758" y="108"/>
                </a:lnTo>
                <a:lnTo>
                  <a:pt x="759" y="108"/>
                </a:lnTo>
                <a:lnTo>
                  <a:pt x="761" y="107"/>
                </a:lnTo>
                <a:lnTo>
                  <a:pt x="762" y="107"/>
                </a:lnTo>
                <a:lnTo>
                  <a:pt x="763" y="107"/>
                </a:lnTo>
                <a:lnTo>
                  <a:pt x="764" y="107"/>
                </a:lnTo>
                <a:lnTo>
                  <a:pt x="764" y="108"/>
                </a:lnTo>
                <a:lnTo>
                  <a:pt x="766" y="108"/>
                </a:lnTo>
                <a:lnTo>
                  <a:pt x="768" y="108"/>
                </a:lnTo>
                <a:lnTo>
                  <a:pt x="769" y="108"/>
                </a:lnTo>
                <a:lnTo>
                  <a:pt x="770" y="106"/>
                </a:lnTo>
                <a:lnTo>
                  <a:pt x="771" y="106"/>
                </a:lnTo>
                <a:lnTo>
                  <a:pt x="771" y="105"/>
                </a:lnTo>
                <a:lnTo>
                  <a:pt x="771" y="104"/>
                </a:lnTo>
                <a:lnTo>
                  <a:pt x="773" y="103"/>
                </a:lnTo>
                <a:lnTo>
                  <a:pt x="774" y="102"/>
                </a:lnTo>
                <a:lnTo>
                  <a:pt x="775" y="102"/>
                </a:lnTo>
                <a:lnTo>
                  <a:pt x="776" y="102"/>
                </a:lnTo>
                <a:lnTo>
                  <a:pt x="776" y="103"/>
                </a:lnTo>
                <a:lnTo>
                  <a:pt x="778" y="103"/>
                </a:lnTo>
                <a:lnTo>
                  <a:pt x="781" y="103"/>
                </a:lnTo>
                <a:lnTo>
                  <a:pt x="784" y="103"/>
                </a:lnTo>
                <a:lnTo>
                  <a:pt x="785" y="102"/>
                </a:lnTo>
                <a:lnTo>
                  <a:pt x="786" y="103"/>
                </a:lnTo>
                <a:lnTo>
                  <a:pt x="786" y="104"/>
                </a:lnTo>
                <a:lnTo>
                  <a:pt x="787" y="104"/>
                </a:lnTo>
                <a:lnTo>
                  <a:pt x="788" y="104"/>
                </a:lnTo>
                <a:lnTo>
                  <a:pt x="788" y="105"/>
                </a:lnTo>
                <a:lnTo>
                  <a:pt x="789" y="105"/>
                </a:lnTo>
                <a:lnTo>
                  <a:pt x="790" y="105"/>
                </a:lnTo>
                <a:lnTo>
                  <a:pt x="790" y="104"/>
                </a:lnTo>
                <a:lnTo>
                  <a:pt x="791" y="105"/>
                </a:lnTo>
                <a:lnTo>
                  <a:pt x="792" y="106"/>
                </a:lnTo>
                <a:lnTo>
                  <a:pt x="793" y="107"/>
                </a:lnTo>
                <a:lnTo>
                  <a:pt x="793" y="108"/>
                </a:lnTo>
                <a:lnTo>
                  <a:pt x="793" y="109"/>
                </a:lnTo>
                <a:lnTo>
                  <a:pt x="793" y="110"/>
                </a:lnTo>
                <a:lnTo>
                  <a:pt x="794" y="110"/>
                </a:lnTo>
                <a:lnTo>
                  <a:pt x="794" y="114"/>
                </a:lnTo>
                <a:lnTo>
                  <a:pt x="795" y="114"/>
                </a:lnTo>
                <a:lnTo>
                  <a:pt x="796" y="113"/>
                </a:lnTo>
                <a:lnTo>
                  <a:pt x="797" y="113"/>
                </a:lnTo>
                <a:lnTo>
                  <a:pt x="798" y="112"/>
                </a:lnTo>
                <a:lnTo>
                  <a:pt x="798" y="113"/>
                </a:lnTo>
                <a:lnTo>
                  <a:pt x="799" y="113"/>
                </a:lnTo>
                <a:lnTo>
                  <a:pt x="799" y="112"/>
                </a:lnTo>
                <a:lnTo>
                  <a:pt x="800" y="112"/>
                </a:lnTo>
                <a:lnTo>
                  <a:pt x="800" y="113"/>
                </a:lnTo>
                <a:lnTo>
                  <a:pt x="802" y="115"/>
                </a:lnTo>
                <a:lnTo>
                  <a:pt x="802" y="116"/>
                </a:lnTo>
                <a:lnTo>
                  <a:pt x="803" y="116"/>
                </a:lnTo>
                <a:lnTo>
                  <a:pt x="804" y="116"/>
                </a:lnTo>
                <a:lnTo>
                  <a:pt x="805" y="116"/>
                </a:lnTo>
                <a:lnTo>
                  <a:pt x="806" y="114"/>
                </a:lnTo>
                <a:lnTo>
                  <a:pt x="807" y="114"/>
                </a:lnTo>
                <a:lnTo>
                  <a:pt x="807" y="113"/>
                </a:lnTo>
                <a:lnTo>
                  <a:pt x="808" y="113"/>
                </a:lnTo>
                <a:lnTo>
                  <a:pt x="809" y="113"/>
                </a:lnTo>
                <a:lnTo>
                  <a:pt x="810" y="113"/>
                </a:lnTo>
                <a:lnTo>
                  <a:pt x="811" y="113"/>
                </a:lnTo>
                <a:lnTo>
                  <a:pt x="811" y="112"/>
                </a:lnTo>
                <a:lnTo>
                  <a:pt x="812" y="112"/>
                </a:lnTo>
                <a:lnTo>
                  <a:pt x="812" y="113"/>
                </a:lnTo>
                <a:lnTo>
                  <a:pt x="813" y="113"/>
                </a:lnTo>
                <a:lnTo>
                  <a:pt x="813" y="112"/>
                </a:lnTo>
                <a:lnTo>
                  <a:pt x="814" y="111"/>
                </a:lnTo>
                <a:lnTo>
                  <a:pt x="816" y="112"/>
                </a:lnTo>
                <a:lnTo>
                  <a:pt x="817" y="112"/>
                </a:lnTo>
                <a:lnTo>
                  <a:pt x="818" y="112"/>
                </a:lnTo>
                <a:lnTo>
                  <a:pt x="820" y="112"/>
                </a:lnTo>
                <a:lnTo>
                  <a:pt x="821" y="112"/>
                </a:lnTo>
                <a:lnTo>
                  <a:pt x="822" y="112"/>
                </a:lnTo>
                <a:lnTo>
                  <a:pt x="824" y="112"/>
                </a:lnTo>
                <a:lnTo>
                  <a:pt x="825" y="112"/>
                </a:lnTo>
                <a:lnTo>
                  <a:pt x="825" y="111"/>
                </a:lnTo>
                <a:lnTo>
                  <a:pt x="826" y="111"/>
                </a:lnTo>
                <a:lnTo>
                  <a:pt x="826" y="110"/>
                </a:lnTo>
                <a:lnTo>
                  <a:pt x="827" y="110"/>
                </a:lnTo>
                <a:lnTo>
                  <a:pt x="828" y="110"/>
                </a:lnTo>
                <a:lnTo>
                  <a:pt x="828" y="109"/>
                </a:lnTo>
                <a:lnTo>
                  <a:pt x="829" y="109"/>
                </a:lnTo>
                <a:lnTo>
                  <a:pt x="830" y="109"/>
                </a:lnTo>
                <a:lnTo>
                  <a:pt x="831" y="109"/>
                </a:lnTo>
                <a:lnTo>
                  <a:pt x="832" y="109"/>
                </a:lnTo>
                <a:lnTo>
                  <a:pt x="832" y="108"/>
                </a:lnTo>
                <a:lnTo>
                  <a:pt x="833" y="108"/>
                </a:lnTo>
                <a:lnTo>
                  <a:pt x="834" y="107"/>
                </a:lnTo>
                <a:lnTo>
                  <a:pt x="835" y="107"/>
                </a:lnTo>
                <a:lnTo>
                  <a:pt x="836" y="106"/>
                </a:lnTo>
                <a:lnTo>
                  <a:pt x="837" y="106"/>
                </a:lnTo>
                <a:lnTo>
                  <a:pt x="838" y="106"/>
                </a:lnTo>
                <a:lnTo>
                  <a:pt x="840" y="106"/>
                </a:lnTo>
                <a:lnTo>
                  <a:pt x="840" y="105"/>
                </a:lnTo>
                <a:lnTo>
                  <a:pt x="841" y="104"/>
                </a:lnTo>
                <a:lnTo>
                  <a:pt x="842" y="103"/>
                </a:lnTo>
                <a:lnTo>
                  <a:pt x="842" y="102"/>
                </a:lnTo>
                <a:lnTo>
                  <a:pt x="843" y="101"/>
                </a:lnTo>
                <a:lnTo>
                  <a:pt x="843" y="100"/>
                </a:lnTo>
                <a:lnTo>
                  <a:pt x="844" y="100"/>
                </a:lnTo>
                <a:lnTo>
                  <a:pt x="844" y="99"/>
                </a:lnTo>
                <a:lnTo>
                  <a:pt x="844" y="98"/>
                </a:lnTo>
                <a:lnTo>
                  <a:pt x="843" y="98"/>
                </a:lnTo>
                <a:lnTo>
                  <a:pt x="842" y="98"/>
                </a:lnTo>
                <a:lnTo>
                  <a:pt x="842" y="97"/>
                </a:lnTo>
                <a:lnTo>
                  <a:pt x="841" y="97"/>
                </a:lnTo>
                <a:lnTo>
                  <a:pt x="841" y="96"/>
                </a:lnTo>
                <a:lnTo>
                  <a:pt x="841" y="95"/>
                </a:lnTo>
                <a:lnTo>
                  <a:pt x="842" y="94"/>
                </a:lnTo>
                <a:lnTo>
                  <a:pt x="843" y="94"/>
                </a:lnTo>
                <a:lnTo>
                  <a:pt x="844" y="94"/>
                </a:lnTo>
                <a:lnTo>
                  <a:pt x="845" y="94"/>
                </a:lnTo>
                <a:lnTo>
                  <a:pt x="846" y="94"/>
                </a:lnTo>
                <a:lnTo>
                  <a:pt x="847" y="94"/>
                </a:lnTo>
                <a:lnTo>
                  <a:pt x="848" y="93"/>
                </a:lnTo>
                <a:lnTo>
                  <a:pt x="849" y="93"/>
                </a:lnTo>
                <a:lnTo>
                  <a:pt x="850" y="94"/>
                </a:lnTo>
                <a:lnTo>
                  <a:pt x="851" y="94"/>
                </a:lnTo>
                <a:lnTo>
                  <a:pt x="852" y="94"/>
                </a:lnTo>
                <a:lnTo>
                  <a:pt x="852" y="93"/>
                </a:lnTo>
                <a:lnTo>
                  <a:pt x="853" y="93"/>
                </a:lnTo>
                <a:lnTo>
                  <a:pt x="854" y="93"/>
                </a:lnTo>
                <a:lnTo>
                  <a:pt x="855" y="92"/>
                </a:lnTo>
                <a:lnTo>
                  <a:pt x="856" y="92"/>
                </a:lnTo>
                <a:lnTo>
                  <a:pt x="857" y="92"/>
                </a:lnTo>
                <a:lnTo>
                  <a:pt x="859" y="92"/>
                </a:lnTo>
                <a:lnTo>
                  <a:pt x="860" y="92"/>
                </a:lnTo>
                <a:lnTo>
                  <a:pt x="861" y="92"/>
                </a:lnTo>
                <a:lnTo>
                  <a:pt x="865" y="92"/>
                </a:lnTo>
                <a:lnTo>
                  <a:pt x="866" y="92"/>
                </a:lnTo>
                <a:lnTo>
                  <a:pt x="867" y="92"/>
                </a:lnTo>
                <a:lnTo>
                  <a:pt x="868" y="91"/>
                </a:lnTo>
                <a:lnTo>
                  <a:pt x="869" y="91"/>
                </a:lnTo>
                <a:lnTo>
                  <a:pt x="870" y="91"/>
                </a:lnTo>
                <a:lnTo>
                  <a:pt x="871" y="91"/>
                </a:lnTo>
                <a:lnTo>
                  <a:pt x="873" y="91"/>
                </a:lnTo>
                <a:lnTo>
                  <a:pt x="874" y="91"/>
                </a:lnTo>
                <a:lnTo>
                  <a:pt x="874" y="90"/>
                </a:lnTo>
                <a:lnTo>
                  <a:pt x="874" y="91"/>
                </a:lnTo>
                <a:lnTo>
                  <a:pt x="875" y="91"/>
                </a:lnTo>
                <a:lnTo>
                  <a:pt x="876" y="92"/>
                </a:lnTo>
                <a:lnTo>
                  <a:pt x="877" y="92"/>
                </a:lnTo>
                <a:lnTo>
                  <a:pt x="878" y="91"/>
                </a:lnTo>
                <a:lnTo>
                  <a:pt x="879" y="91"/>
                </a:lnTo>
                <a:lnTo>
                  <a:pt x="880" y="91"/>
                </a:lnTo>
                <a:lnTo>
                  <a:pt x="881" y="91"/>
                </a:lnTo>
                <a:lnTo>
                  <a:pt x="882" y="91"/>
                </a:lnTo>
                <a:lnTo>
                  <a:pt x="882" y="90"/>
                </a:lnTo>
                <a:lnTo>
                  <a:pt x="883" y="90"/>
                </a:lnTo>
                <a:lnTo>
                  <a:pt x="884" y="90"/>
                </a:lnTo>
                <a:lnTo>
                  <a:pt x="884" y="89"/>
                </a:lnTo>
                <a:lnTo>
                  <a:pt x="885" y="89"/>
                </a:lnTo>
                <a:lnTo>
                  <a:pt x="886" y="88"/>
                </a:lnTo>
                <a:lnTo>
                  <a:pt x="887" y="89"/>
                </a:lnTo>
                <a:lnTo>
                  <a:pt x="888" y="89"/>
                </a:lnTo>
                <a:lnTo>
                  <a:pt x="889" y="89"/>
                </a:lnTo>
                <a:lnTo>
                  <a:pt x="889" y="88"/>
                </a:lnTo>
                <a:lnTo>
                  <a:pt x="890" y="88"/>
                </a:lnTo>
                <a:lnTo>
                  <a:pt x="891" y="88"/>
                </a:lnTo>
                <a:lnTo>
                  <a:pt x="892" y="87"/>
                </a:lnTo>
                <a:lnTo>
                  <a:pt x="893" y="87"/>
                </a:lnTo>
                <a:lnTo>
                  <a:pt x="894" y="87"/>
                </a:lnTo>
                <a:lnTo>
                  <a:pt x="895" y="86"/>
                </a:lnTo>
                <a:lnTo>
                  <a:pt x="897" y="85"/>
                </a:lnTo>
                <a:lnTo>
                  <a:pt x="898" y="85"/>
                </a:lnTo>
                <a:lnTo>
                  <a:pt x="899" y="85"/>
                </a:lnTo>
                <a:lnTo>
                  <a:pt x="901" y="85"/>
                </a:lnTo>
                <a:lnTo>
                  <a:pt x="902" y="85"/>
                </a:lnTo>
                <a:lnTo>
                  <a:pt x="905" y="84"/>
                </a:lnTo>
                <a:lnTo>
                  <a:pt x="906" y="84"/>
                </a:lnTo>
                <a:lnTo>
                  <a:pt x="907" y="84"/>
                </a:lnTo>
                <a:lnTo>
                  <a:pt x="908" y="83"/>
                </a:lnTo>
                <a:lnTo>
                  <a:pt x="909" y="83"/>
                </a:lnTo>
                <a:lnTo>
                  <a:pt x="911" y="81"/>
                </a:lnTo>
                <a:lnTo>
                  <a:pt x="913" y="79"/>
                </a:lnTo>
                <a:lnTo>
                  <a:pt x="915" y="79"/>
                </a:lnTo>
                <a:lnTo>
                  <a:pt x="916" y="79"/>
                </a:lnTo>
                <a:lnTo>
                  <a:pt x="917" y="79"/>
                </a:lnTo>
                <a:lnTo>
                  <a:pt x="918" y="79"/>
                </a:lnTo>
                <a:lnTo>
                  <a:pt x="920" y="79"/>
                </a:lnTo>
                <a:lnTo>
                  <a:pt x="921" y="79"/>
                </a:lnTo>
                <a:lnTo>
                  <a:pt x="921" y="80"/>
                </a:lnTo>
                <a:lnTo>
                  <a:pt x="922" y="80"/>
                </a:lnTo>
                <a:lnTo>
                  <a:pt x="923" y="80"/>
                </a:lnTo>
                <a:lnTo>
                  <a:pt x="924" y="81"/>
                </a:lnTo>
                <a:lnTo>
                  <a:pt x="925" y="81"/>
                </a:lnTo>
                <a:lnTo>
                  <a:pt x="926" y="82"/>
                </a:lnTo>
                <a:lnTo>
                  <a:pt x="927" y="82"/>
                </a:lnTo>
                <a:lnTo>
                  <a:pt x="928" y="82"/>
                </a:lnTo>
                <a:lnTo>
                  <a:pt x="929" y="82"/>
                </a:lnTo>
                <a:lnTo>
                  <a:pt x="930" y="82"/>
                </a:lnTo>
                <a:lnTo>
                  <a:pt x="931" y="82"/>
                </a:lnTo>
                <a:lnTo>
                  <a:pt x="932" y="82"/>
                </a:lnTo>
                <a:lnTo>
                  <a:pt x="933" y="82"/>
                </a:lnTo>
                <a:lnTo>
                  <a:pt x="934" y="81"/>
                </a:lnTo>
                <a:lnTo>
                  <a:pt x="935" y="81"/>
                </a:lnTo>
                <a:lnTo>
                  <a:pt x="937" y="81"/>
                </a:lnTo>
                <a:lnTo>
                  <a:pt x="938" y="81"/>
                </a:lnTo>
                <a:lnTo>
                  <a:pt x="939" y="81"/>
                </a:lnTo>
                <a:lnTo>
                  <a:pt x="940" y="81"/>
                </a:lnTo>
                <a:lnTo>
                  <a:pt x="940" y="80"/>
                </a:lnTo>
                <a:lnTo>
                  <a:pt x="941" y="80"/>
                </a:lnTo>
                <a:lnTo>
                  <a:pt x="940" y="79"/>
                </a:lnTo>
                <a:lnTo>
                  <a:pt x="941" y="79"/>
                </a:lnTo>
                <a:lnTo>
                  <a:pt x="942" y="79"/>
                </a:lnTo>
                <a:lnTo>
                  <a:pt x="944" y="79"/>
                </a:lnTo>
                <a:lnTo>
                  <a:pt x="946" y="78"/>
                </a:lnTo>
                <a:lnTo>
                  <a:pt x="948" y="79"/>
                </a:lnTo>
                <a:lnTo>
                  <a:pt x="948" y="80"/>
                </a:lnTo>
                <a:lnTo>
                  <a:pt x="947" y="80"/>
                </a:lnTo>
                <a:lnTo>
                  <a:pt x="947" y="81"/>
                </a:lnTo>
                <a:lnTo>
                  <a:pt x="949" y="82"/>
                </a:lnTo>
                <a:lnTo>
                  <a:pt x="950" y="83"/>
                </a:lnTo>
                <a:lnTo>
                  <a:pt x="951" y="83"/>
                </a:lnTo>
                <a:lnTo>
                  <a:pt x="953" y="85"/>
                </a:lnTo>
                <a:lnTo>
                  <a:pt x="954" y="85"/>
                </a:lnTo>
                <a:lnTo>
                  <a:pt x="954" y="86"/>
                </a:lnTo>
                <a:lnTo>
                  <a:pt x="955" y="87"/>
                </a:lnTo>
                <a:lnTo>
                  <a:pt x="955" y="88"/>
                </a:lnTo>
                <a:lnTo>
                  <a:pt x="956" y="89"/>
                </a:lnTo>
                <a:lnTo>
                  <a:pt x="956" y="90"/>
                </a:lnTo>
                <a:lnTo>
                  <a:pt x="956" y="92"/>
                </a:lnTo>
                <a:lnTo>
                  <a:pt x="956" y="93"/>
                </a:lnTo>
                <a:lnTo>
                  <a:pt x="956" y="94"/>
                </a:lnTo>
                <a:lnTo>
                  <a:pt x="957" y="94"/>
                </a:lnTo>
                <a:lnTo>
                  <a:pt x="958" y="95"/>
                </a:lnTo>
                <a:lnTo>
                  <a:pt x="959" y="95"/>
                </a:lnTo>
                <a:lnTo>
                  <a:pt x="960" y="96"/>
                </a:lnTo>
                <a:lnTo>
                  <a:pt x="962" y="97"/>
                </a:lnTo>
                <a:lnTo>
                  <a:pt x="963" y="97"/>
                </a:lnTo>
                <a:lnTo>
                  <a:pt x="965" y="98"/>
                </a:lnTo>
                <a:lnTo>
                  <a:pt x="966" y="99"/>
                </a:lnTo>
                <a:lnTo>
                  <a:pt x="969" y="100"/>
                </a:lnTo>
                <a:lnTo>
                  <a:pt x="970" y="100"/>
                </a:lnTo>
                <a:lnTo>
                  <a:pt x="971" y="100"/>
                </a:lnTo>
                <a:lnTo>
                  <a:pt x="972" y="101"/>
                </a:lnTo>
                <a:lnTo>
                  <a:pt x="973" y="101"/>
                </a:lnTo>
                <a:lnTo>
                  <a:pt x="972" y="101"/>
                </a:lnTo>
                <a:lnTo>
                  <a:pt x="972" y="102"/>
                </a:lnTo>
                <a:lnTo>
                  <a:pt x="973" y="103"/>
                </a:lnTo>
                <a:lnTo>
                  <a:pt x="973" y="104"/>
                </a:lnTo>
                <a:lnTo>
                  <a:pt x="974" y="104"/>
                </a:lnTo>
                <a:lnTo>
                  <a:pt x="974" y="105"/>
                </a:lnTo>
                <a:lnTo>
                  <a:pt x="975" y="105"/>
                </a:lnTo>
                <a:lnTo>
                  <a:pt x="975" y="106"/>
                </a:lnTo>
                <a:lnTo>
                  <a:pt x="976" y="106"/>
                </a:lnTo>
                <a:lnTo>
                  <a:pt x="976" y="107"/>
                </a:lnTo>
                <a:lnTo>
                  <a:pt x="977" y="107"/>
                </a:lnTo>
                <a:lnTo>
                  <a:pt x="977" y="108"/>
                </a:lnTo>
                <a:lnTo>
                  <a:pt x="978" y="108"/>
                </a:lnTo>
                <a:lnTo>
                  <a:pt x="978" y="107"/>
                </a:lnTo>
                <a:lnTo>
                  <a:pt x="979" y="107"/>
                </a:lnTo>
                <a:lnTo>
                  <a:pt x="980" y="108"/>
                </a:lnTo>
                <a:lnTo>
                  <a:pt x="981" y="108"/>
                </a:lnTo>
                <a:lnTo>
                  <a:pt x="981" y="107"/>
                </a:lnTo>
                <a:lnTo>
                  <a:pt x="982" y="107"/>
                </a:lnTo>
                <a:lnTo>
                  <a:pt x="983" y="107"/>
                </a:lnTo>
                <a:lnTo>
                  <a:pt x="983" y="106"/>
                </a:lnTo>
                <a:lnTo>
                  <a:pt x="984" y="106"/>
                </a:lnTo>
                <a:lnTo>
                  <a:pt x="984" y="105"/>
                </a:lnTo>
                <a:lnTo>
                  <a:pt x="984" y="104"/>
                </a:lnTo>
                <a:lnTo>
                  <a:pt x="985" y="103"/>
                </a:lnTo>
                <a:lnTo>
                  <a:pt x="986" y="102"/>
                </a:lnTo>
                <a:lnTo>
                  <a:pt x="986" y="101"/>
                </a:lnTo>
                <a:lnTo>
                  <a:pt x="986" y="100"/>
                </a:lnTo>
                <a:lnTo>
                  <a:pt x="987" y="100"/>
                </a:lnTo>
                <a:lnTo>
                  <a:pt x="988" y="100"/>
                </a:lnTo>
                <a:lnTo>
                  <a:pt x="988" y="99"/>
                </a:lnTo>
                <a:lnTo>
                  <a:pt x="988" y="98"/>
                </a:lnTo>
                <a:lnTo>
                  <a:pt x="989" y="98"/>
                </a:lnTo>
                <a:lnTo>
                  <a:pt x="989" y="97"/>
                </a:lnTo>
                <a:lnTo>
                  <a:pt x="990" y="96"/>
                </a:lnTo>
                <a:lnTo>
                  <a:pt x="991" y="96"/>
                </a:lnTo>
                <a:lnTo>
                  <a:pt x="992" y="96"/>
                </a:lnTo>
                <a:lnTo>
                  <a:pt x="993" y="96"/>
                </a:lnTo>
                <a:lnTo>
                  <a:pt x="994" y="95"/>
                </a:lnTo>
                <a:lnTo>
                  <a:pt x="995" y="94"/>
                </a:lnTo>
                <a:lnTo>
                  <a:pt x="996" y="94"/>
                </a:lnTo>
                <a:lnTo>
                  <a:pt x="997" y="94"/>
                </a:lnTo>
                <a:lnTo>
                  <a:pt x="999" y="94"/>
                </a:lnTo>
                <a:lnTo>
                  <a:pt x="1000" y="94"/>
                </a:lnTo>
                <a:lnTo>
                  <a:pt x="1001" y="93"/>
                </a:lnTo>
                <a:lnTo>
                  <a:pt x="1002" y="93"/>
                </a:lnTo>
                <a:lnTo>
                  <a:pt x="1003" y="93"/>
                </a:lnTo>
                <a:lnTo>
                  <a:pt x="1004" y="93"/>
                </a:lnTo>
                <a:lnTo>
                  <a:pt x="1005" y="93"/>
                </a:lnTo>
                <a:lnTo>
                  <a:pt x="1006" y="93"/>
                </a:lnTo>
                <a:lnTo>
                  <a:pt x="1007" y="93"/>
                </a:lnTo>
                <a:lnTo>
                  <a:pt x="1008" y="93"/>
                </a:lnTo>
                <a:lnTo>
                  <a:pt x="1009" y="93"/>
                </a:lnTo>
                <a:lnTo>
                  <a:pt x="1009" y="92"/>
                </a:lnTo>
                <a:lnTo>
                  <a:pt x="1010" y="92"/>
                </a:lnTo>
                <a:lnTo>
                  <a:pt x="1010" y="93"/>
                </a:lnTo>
                <a:lnTo>
                  <a:pt x="1011" y="93"/>
                </a:lnTo>
                <a:lnTo>
                  <a:pt x="1011" y="94"/>
                </a:lnTo>
                <a:lnTo>
                  <a:pt x="1012" y="94"/>
                </a:lnTo>
                <a:lnTo>
                  <a:pt x="1013" y="94"/>
                </a:lnTo>
                <a:lnTo>
                  <a:pt x="1015" y="94"/>
                </a:lnTo>
                <a:lnTo>
                  <a:pt x="1018" y="94"/>
                </a:lnTo>
                <a:lnTo>
                  <a:pt x="1019" y="94"/>
                </a:lnTo>
                <a:lnTo>
                  <a:pt x="1020" y="94"/>
                </a:lnTo>
                <a:lnTo>
                  <a:pt x="1021" y="94"/>
                </a:lnTo>
                <a:lnTo>
                  <a:pt x="1022" y="94"/>
                </a:lnTo>
                <a:lnTo>
                  <a:pt x="1022" y="95"/>
                </a:lnTo>
                <a:lnTo>
                  <a:pt x="1024" y="95"/>
                </a:lnTo>
                <a:lnTo>
                  <a:pt x="1025" y="95"/>
                </a:lnTo>
                <a:lnTo>
                  <a:pt x="1025" y="96"/>
                </a:lnTo>
                <a:lnTo>
                  <a:pt x="1026" y="96"/>
                </a:lnTo>
                <a:lnTo>
                  <a:pt x="1027" y="95"/>
                </a:lnTo>
                <a:lnTo>
                  <a:pt x="1029" y="95"/>
                </a:lnTo>
                <a:lnTo>
                  <a:pt x="1029" y="94"/>
                </a:lnTo>
                <a:lnTo>
                  <a:pt x="1030" y="94"/>
                </a:lnTo>
                <a:lnTo>
                  <a:pt x="1030" y="93"/>
                </a:lnTo>
                <a:lnTo>
                  <a:pt x="1031" y="93"/>
                </a:lnTo>
                <a:lnTo>
                  <a:pt x="1032" y="92"/>
                </a:lnTo>
                <a:lnTo>
                  <a:pt x="1032" y="91"/>
                </a:lnTo>
                <a:lnTo>
                  <a:pt x="1033" y="91"/>
                </a:lnTo>
                <a:lnTo>
                  <a:pt x="1034" y="91"/>
                </a:lnTo>
                <a:lnTo>
                  <a:pt x="1034" y="90"/>
                </a:lnTo>
                <a:lnTo>
                  <a:pt x="1035" y="90"/>
                </a:lnTo>
                <a:lnTo>
                  <a:pt x="1035" y="89"/>
                </a:lnTo>
                <a:lnTo>
                  <a:pt x="1036" y="89"/>
                </a:lnTo>
                <a:lnTo>
                  <a:pt x="1037" y="89"/>
                </a:lnTo>
                <a:lnTo>
                  <a:pt x="1038" y="88"/>
                </a:lnTo>
                <a:lnTo>
                  <a:pt x="1039" y="88"/>
                </a:lnTo>
                <a:lnTo>
                  <a:pt x="1040" y="88"/>
                </a:lnTo>
                <a:lnTo>
                  <a:pt x="1040" y="89"/>
                </a:lnTo>
                <a:lnTo>
                  <a:pt x="1041" y="89"/>
                </a:lnTo>
                <a:lnTo>
                  <a:pt x="1041" y="88"/>
                </a:lnTo>
                <a:lnTo>
                  <a:pt x="1042" y="87"/>
                </a:lnTo>
                <a:lnTo>
                  <a:pt x="1043" y="87"/>
                </a:lnTo>
                <a:lnTo>
                  <a:pt x="1043" y="86"/>
                </a:lnTo>
                <a:lnTo>
                  <a:pt x="1044" y="86"/>
                </a:lnTo>
                <a:lnTo>
                  <a:pt x="1044" y="87"/>
                </a:lnTo>
                <a:lnTo>
                  <a:pt x="1044" y="86"/>
                </a:lnTo>
                <a:lnTo>
                  <a:pt x="1045" y="85"/>
                </a:lnTo>
                <a:lnTo>
                  <a:pt x="1045" y="84"/>
                </a:lnTo>
                <a:lnTo>
                  <a:pt x="1046" y="83"/>
                </a:lnTo>
                <a:lnTo>
                  <a:pt x="1046" y="82"/>
                </a:lnTo>
                <a:lnTo>
                  <a:pt x="1047" y="81"/>
                </a:lnTo>
                <a:lnTo>
                  <a:pt x="1047" y="80"/>
                </a:lnTo>
                <a:lnTo>
                  <a:pt x="1048" y="78"/>
                </a:lnTo>
                <a:lnTo>
                  <a:pt x="1049" y="77"/>
                </a:lnTo>
                <a:lnTo>
                  <a:pt x="1050" y="77"/>
                </a:lnTo>
                <a:lnTo>
                  <a:pt x="1051" y="77"/>
                </a:lnTo>
                <a:lnTo>
                  <a:pt x="1051" y="76"/>
                </a:lnTo>
                <a:lnTo>
                  <a:pt x="1052" y="76"/>
                </a:lnTo>
                <a:lnTo>
                  <a:pt x="1052" y="75"/>
                </a:lnTo>
                <a:lnTo>
                  <a:pt x="1053" y="74"/>
                </a:lnTo>
                <a:lnTo>
                  <a:pt x="1053" y="73"/>
                </a:lnTo>
                <a:lnTo>
                  <a:pt x="1053" y="72"/>
                </a:lnTo>
                <a:lnTo>
                  <a:pt x="1053" y="71"/>
                </a:lnTo>
                <a:lnTo>
                  <a:pt x="1054" y="70"/>
                </a:lnTo>
                <a:lnTo>
                  <a:pt x="1054" y="69"/>
                </a:lnTo>
                <a:lnTo>
                  <a:pt x="1055" y="69"/>
                </a:lnTo>
                <a:lnTo>
                  <a:pt x="1055" y="68"/>
                </a:lnTo>
                <a:lnTo>
                  <a:pt x="1056" y="67"/>
                </a:lnTo>
                <a:lnTo>
                  <a:pt x="1057" y="67"/>
                </a:lnTo>
                <a:lnTo>
                  <a:pt x="1058" y="66"/>
                </a:lnTo>
                <a:lnTo>
                  <a:pt x="1059" y="66"/>
                </a:lnTo>
                <a:lnTo>
                  <a:pt x="1059" y="67"/>
                </a:lnTo>
                <a:lnTo>
                  <a:pt x="1059" y="66"/>
                </a:lnTo>
                <a:lnTo>
                  <a:pt x="1060" y="66"/>
                </a:lnTo>
                <a:lnTo>
                  <a:pt x="1060" y="65"/>
                </a:lnTo>
                <a:lnTo>
                  <a:pt x="1060" y="64"/>
                </a:lnTo>
                <a:lnTo>
                  <a:pt x="1061" y="63"/>
                </a:lnTo>
                <a:lnTo>
                  <a:pt x="1062" y="63"/>
                </a:lnTo>
                <a:lnTo>
                  <a:pt x="1063" y="63"/>
                </a:lnTo>
                <a:lnTo>
                  <a:pt x="1063" y="62"/>
                </a:lnTo>
                <a:lnTo>
                  <a:pt x="1064" y="61"/>
                </a:lnTo>
                <a:lnTo>
                  <a:pt x="1063" y="61"/>
                </a:lnTo>
                <a:lnTo>
                  <a:pt x="1063" y="60"/>
                </a:lnTo>
                <a:lnTo>
                  <a:pt x="1063" y="59"/>
                </a:lnTo>
                <a:lnTo>
                  <a:pt x="1062" y="59"/>
                </a:lnTo>
                <a:lnTo>
                  <a:pt x="1062" y="58"/>
                </a:lnTo>
                <a:lnTo>
                  <a:pt x="1062" y="57"/>
                </a:lnTo>
                <a:lnTo>
                  <a:pt x="1062" y="56"/>
                </a:lnTo>
                <a:lnTo>
                  <a:pt x="1063" y="56"/>
                </a:lnTo>
                <a:lnTo>
                  <a:pt x="1063" y="55"/>
                </a:lnTo>
                <a:lnTo>
                  <a:pt x="1063" y="54"/>
                </a:lnTo>
                <a:lnTo>
                  <a:pt x="1063" y="53"/>
                </a:lnTo>
                <a:lnTo>
                  <a:pt x="1064" y="53"/>
                </a:lnTo>
                <a:lnTo>
                  <a:pt x="1064" y="52"/>
                </a:lnTo>
                <a:lnTo>
                  <a:pt x="1064" y="51"/>
                </a:lnTo>
                <a:lnTo>
                  <a:pt x="1064" y="49"/>
                </a:lnTo>
                <a:lnTo>
                  <a:pt x="1064" y="48"/>
                </a:lnTo>
                <a:lnTo>
                  <a:pt x="1065" y="48"/>
                </a:lnTo>
                <a:lnTo>
                  <a:pt x="1066" y="48"/>
                </a:lnTo>
                <a:lnTo>
                  <a:pt x="1067" y="48"/>
                </a:lnTo>
                <a:lnTo>
                  <a:pt x="1068" y="48"/>
                </a:lnTo>
                <a:lnTo>
                  <a:pt x="1069" y="48"/>
                </a:lnTo>
                <a:lnTo>
                  <a:pt x="1070" y="48"/>
                </a:lnTo>
                <a:lnTo>
                  <a:pt x="1071" y="48"/>
                </a:lnTo>
                <a:lnTo>
                  <a:pt x="1072" y="48"/>
                </a:lnTo>
                <a:lnTo>
                  <a:pt x="1072" y="47"/>
                </a:lnTo>
                <a:lnTo>
                  <a:pt x="1074" y="47"/>
                </a:lnTo>
                <a:lnTo>
                  <a:pt x="1075" y="47"/>
                </a:lnTo>
                <a:lnTo>
                  <a:pt x="1075" y="46"/>
                </a:lnTo>
                <a:lnTo>
                  <a:pt x="1076" y="46"/>
                </a:lnTo>
                <a:lnTo>
                  <a:pt x="1076" y="45"/>
                </a:lnTo>
                <a:lnTo>
                  <a:pt x="1076" y="44"/>
                </a:lnTo>
                <a:lnTo>
                  <a:pt x="1077" y="44"/>
                </a:lnTo>
                <a:lnTo>
                  <a:pt x="1077" y="45"/>
                </a:lnTo>
                <a:lnTo>
                  <a:pt x="1078" y="45"/>
                </a:lnTo>
                <a:lnTo>
                  <a:pt x="1079" y="45"/>
                </a:lnTo>
                <a:lnTo>
                  <a:pt x="1080" y="45"/>
                </a:lnTo>
                <a:lnTo>
                  <a:pt x="1080" y="46"/>
                </a:lnTo>
                <a:lnTo>
                  <a:pt x="1081" y="46"/>
                </a:lnTo>
                <a:lnTo>
                  <a:pt x="1081" y="47"/>
                </a:lnTo>
                <a:lnTo>
                  <a:pt x="1082" y="47"/>
                </a:lnTo>
                <a:lnTo>
                  <a:pt x="1083" y="47"/>
                </a:lnTo>
                <a:lnTo>
                  <a:pt x="1084" y="47"/>
                </a:lnTo>
                <a:lnTo>
                  <a:pt x="1084" y="48"/>
                </a:lnTo>
                <a:lnTo>
                  <a:pt x="1085" y="47"/>
                </a:lnTo>
                <a:lnTo>
                  <a:pt x="1086" y="47"/>
                </a:lnTo>
                <a:lnTo>
                  <a:pt x="1086" y="46"/>
                </a:lnTo>
                <a:lnTo>
                  <a:pt x="1087" y="46"/>
                </a:lnTo>
                <a:lnTo>
                  <a:pt x="1087" y="45"/>
                </a:lnTo>
                <a:lnTo>
                  <a:pt x="1088" y="45"/>
                </a:lnTo>
                <a:lnTo>
                  <a:pt x="1088" y="44"/>
                </a:lnTo>
                <a:lnTo>
                  <a:pt x="1089" y="44"/>
                </a:lnTo>
                <a:lnTo>
                  <a:pt x="1090" y="43"/>
                </a:lnTo>
                <a:lnTo>
                  <a:pt x="1091" y="43"/>
                </a:lnTo>
                <a:lnTo>
                  <a:pt x="1091" y="42"/>
                </a:lnTo>
                <a:lnTo>
                  <a:pt x="1092" y="42"/>
                </a:lnTo>
                <a:lnTo>
                  <a:pt x="1093" y="42"/>
                </a:lnTo>
                <a:lnTo>
                  <a:pt x="1094" y="42"/>
                </a:lnTo>
                <a:lnTo>
                  <a:pt x="1095" y="42"/>
                </a:lnTo>
                <a:lnTo>
                  <a:pt x="1096" y="42"/>
                </a:lnTo>
                <a:lnTo>
                  <a:pt x="1096" y="41"/>
                </a:lnTo>
                <a:lnTo>
                  <a:pt x="1097" y="40"/>
                </a:lnTo>
                <a:lnTo>
                  <a:pt x="1098" y="40"/>
                </a:lnTo>
                <a:lnTo>
                  <a:pt x="1099" y="40"/>
                </a:lnTo>
                <a:lnTo>
                  <a:pt x="1099" y="41"/>
                </a:lnTo>
                <a:lnTo>
                  <a:pt x="1099" y="42"/>
                </a:lnTo>
                <a:lnTo>
                  <a:pt x="1100" y="42"/>
                </a:lnTo>
                <a:lnTo>
                  <a:pt x="1101" y="43"/>
                </a:lnTo>
                <a:lnTo>
                  <a:pt x="1102" y="43"/>
                </a:lnTo>
                <a:lnTo>
                  <a:pt x="1102" y="44"/>
                </a:lnTo>
                <a:lnTo>
                  <a:pt x="1103" y="44"/>
                </a:lnTo>
                <a:lnTo>
                  <a:pt x="1103" y="45"/>
                </a:lnTo>
                <a:lnTo>
                  <a:pt x="1104" y="45"/>
                </a:lnTo>
                <a:lnTo>
                  <a:pt x="1105" y="45"/>
                </a:lnTo>
                <a:lnTo>
                  <a:pt x="1106" y="45"/>
                </a:lnTo>
                <a:lnTo>
                  <a:pt x="1106" y="44"/>
                </a:lnTo>
                <a:lnTo>
                  <a:pt x="1106" y="43"/>
                </a:lnTo>
                <a:lnTo>
                  <a:pt x="1106" y="44"/>
                </a:lnTo>
                <a:lnTo>
                  <a:pt x="1107" y="44"/>
                </a:lnTo>
                <a:lnTo>
                  <a:pt x="1107" y="43"/>
                </a:lnTo>
                <a:lnTo>
                  <a:pt x="1106" y="43"/>
                </a:lnTo>
                <a:lnTo>
                  <a:pt x="1107" y="43"/>
                </a:lnTo>
                <a:lnTo>
                  <a:pt x="1107" y="42"/>
                </a:lnTo>
                <a:lnTo>
                  <a:pt x="1107" y="41"/>
                </a:lnTo>
                <a:lnTo>
                  <a:pt x="1108" y="41"/>
                </a:lnTo>
                <a:lnTo>
                  <a:pt x="1108" y="42"/>
                </a:lnTo>
                <a:lnTo>
                  <a:pt x="1109" y="42"/>
                </a:lnTo>
                <a:lnTo>
                  <a:pt x="1110" y="42"/>
                </a:lnTo>
                <a:lnTo>
                  <a:pt x="1110" y="43"/>
                </a:lnTo>
                <a:lnTo>
                  <a:pt x="1111" y="43"/>
                </a:lnTo>
                <a:lnTo>
                  <a:pt x="1112" y="43"/>
                </a:lnTo>
                <a:lnTo>
                  <a:pt x="1113" y="43"/>
                </a:lnTo>
                <a:lnTo>
                  <a:pt x="1114" y="44"/>
                </a:lnTo>
                <a:lnTo>
                  <a:pt x="1114" y="43"/>
                </a:lnTo>
                <a:lnTo>
                  <a:pt x="1115" y="43"/>
                </a:lnTo>
                <a:lnTo>
                  <a:pt x="1115" y="44"/>
                </a:lnTo>
                <a:lnTo>
                  <a:pt x="1116" y="44"/>
                </a:lnTo>
                <a:lnTo>
                  <a:pt x="1116" y="43"/>
                </a:lnTo>
                <a:lnTo>
                  <a:pt x="1117" y="43"/>
                </a:lnTo>
                <a:lnTo>
                  <a:pt x="1117" y="44"/>
                </a:lnTo>
                <a:lnTo>
                  <a:pt x="1118" y="45"/>
                </a:lnTo>
                <a:lnTo>
                  <a:pt x="1118" y="44"/>
                </a:lnTo>
                <a:lnTo>
                  <a:pt x="1119" y="44"/>
                </a:lnTo>
                <a:lnTo>
                  <a:pt x="1120" y="43"/>
                </a:lnTo>
                <a:lnTo>
                  <a:pt x="1121" y="43"/>
                </a:lnTo>
                <a:lnTo>
                  <a:pt x="1121" y="44"/>
                </a:lnTo>
                <a:lnTo>
                  <a:pt x="1122" y="44"/>
                </a:lnTo>
                <a:lnTo>
                  <a:pt x="1123" y="43"/>
                </a:lnTo>
                <a:lnTo>
                  <a:pt x="1123" y="42"/>
                </a:lnTo>
                <a:lnTo>
                  <a:pt x="1123" y="41"/>
                </a:lnTo>
                <a:lnTo>
                  <a:pt x="1124" y="41"/>
                </a:lnTo>
                <a:lnTo>
                  <a:pt x="1125" y="42"/>
                </a:lnTo>
                <a:lnTo>
                  <a:pt x="1126" y="42"/>
                </a:lnTo>
                <a:lnTo>
                  <a:pt x="1127" y="42"/>
                </a:lnTo>
                <a:lnTo>
                  <a:pt x="1128" y="42"/>
                </a:lnTo>
                <a:lnTo>
                  <a:pt x="1128" y="43"/>
                </a:lnTo>
                <a:lnTo>
                  <a:pt x="1128" y="42"/>
                </a:lnTo>
                <a:lnTo>
                  <a:pt x="1129" y="42"/>
                </a:lnTo>
                <a:lnTo>
                  <a:pt x="1129" y="41"/>
                </a:lnTo>
                <a:lnTo>
                  <a:pt x="1129" y="40"/>
                </a:lnTo>
                <a:lnTo>
                  <a:pt x="1130" y="40"/>
                </a:lnTo>
                <a:lnTo>
                  <a:pt x="1131" y="40"/>
                </a:lnTo>
                <a:lnTo>
                  <a:pt x="1132" y="40"/>
                </a:lnTo>
                <a:lnTo>
                  <a:pt x="1133" y="40"/>
                </a:lnTo>
                <a:lnTo>
                  <a:pt x="1133" y="39"/>
                </a:lnTo>
                <a:lnTo>
                  <a:pt x="1133" y="38"/>
                </a:lnTo>
                <a:lnTo>
                  <a:pt x="1133" y="37"/>
                </a:lnTo>
                <a:lnTo>
                  <a:pt x="1134" y="37"/>
                </a:lnTo>
                <a:lnTo>
                  <a:pt x="1135" y="37"/>
                </a:lnTo>
                <a:lnTo>
                  <a:pt x="1136" y="37"/>
                </a:lnTo>
                <a:lnTo>
                  <a:pt x="1137" y="37"/>
                </a:lnTo>
                <a:lnTo>
                  <a:pt x="1137" y="36"/>
                </a:lnTo>
                <a:lnTo>
                  <a:pt x="1138" y="36"/>
                </a:lnTo>
                <a:lnTo>
                  <a:pt x="1139" y="36"/>
                </a:lnTo>
                <a:lnTo>
                  <a:pt x="1139" y="37"/>
                </a:lnTo>
                <a:lnTo>
                  <a:pt x="1140" y="37"/>
                </a:lnTo>
                <a:lnTo>
                  <a:pt x="1141" y="37"/>
                </a:lnTo>
                <a:lnTo>
                  <a:pt x="1142" y="37"/>
                </a:lnTo>
                <a:lnTo>
                  <a:pt x="1143" y="37"/>
                </a:lnTo>
                <a:lnTo>
                  <a:pt x="1143" y="38"/>
                </a:lnTo>
                <a:lnTo>
                  <a:pt x="1144" y="38"/>
                </a:lnTo>
                <a:lnTo>
                  <a:pt x="1144" y="39"/>
                </a:lnTo>
                <a:lnTo>
                  <a:pt x="1144" y="38"/>
                </a:lnTo>
                <a:lnTo>
                  <a:pt x="1145" y="38"/>
                </a:lnTo>
                <a:lnTo>
                  <a:pt x="1146" y="38"/>
                </a:lnTo>
                <a:lnTo>
                  <a:pt x="1147" y="38"/>
                </a:lnTo>
                <a:lnTo>
                  <a:pt x="1148" y="38"/>
                </a:lnTo>
                <a:lnTo>
                  <a:pt x="1149" y="38"/>
                </a:lnTo>
                <a:lnTo>
                  <a:pt x="1149" y="40"/>
                </a:lnTo>
                <a:lnTo>
                  <a:pt x="1150" y="40"/>
                </a:lnTo>
                <a:lnTo>
                  <a:pt x="1150" y="42"/>
                </a:lnTo>
                <a:lnTo>
                  <a:pt x="1151" y="42"/>
                </a:lnTo>
                <a:lnTo>
                  <a:pt x="1151" y="43"/>
                </a:lnTo>
                <a:lnTo>
                  <a:pt x="1151" y="44"/>
                </a:lnTo>
                <a:lnTo>
                  <a:pt x="1152" y="44"/>
                </a:lnTo>
                <a:lnTo>
                  <a:pt x="1153" y="44"/>
                </a:lnTo>
                <a:lnTo>
                  <a:pt x="1154" y="44"/>
                </a:lnTo>
                <a:lnTo>
                  <a:pt x="1155" y="44"/>
                </a:lnTo>
                <a:lnTo>
                  <a:pt x="1156" y="44"/>
                </a:lnTo>
                <a:lnTo>
                  <a:pt x="1157" y="43"/>
                </a:lnTo>
                <a:lnTo>
                  <a:pt x="1157" y="42"/>
                </a:lnTo>
                <a:lnTo>
                  <a:pt x="1158" y="42"/>
                </a:lnTo>
                <a:lnTo>
                  <a:pt x="1158" y="41"/>
                </a:lnTo>
                <a:lnTo>
                  <a:pt x="1159" y="41"/>
                </a:lnTo>
                <a:lnTo>
                  <a:pt x="1160" y="41"/>
                </a:lnTo>
                <a:lnTo>
                  <a:pt x="1160" y="42"/>
                </a:lnTo>
                <a:lnTo>
                  <a:pt x="1161" y="42"/>
                </a:lnTo>
                <a:lnTo>
                  <a:pt x="1161" y="41"/>
                </a:lnTo>
                <a:lnTo>
                  <a:pt x="1162" y="41"/>
                </a:lnTo>
                <a:lnTo>
                  <a:pt x="1163" y="41"/>
                </a:lnTo>
                <a:lnTo>
                  <a:pt x="1164" y="41"/>
                </a:lnTo>
                <a:lnTo>
                  <a:pt x="1164" y="42"/>
                </a:lnTo>
                <a:lnTo>
                  <a:pt x="1164" y="41"/>
                </a:lnTo>
                <a:lnTo>
                  <a:pt x="1165" y="41"/>
                </a:lnTo>
                <a:lnTo>
                  <a:pt x="1166" y="41"/>
                </a:lnTo>
                <a:lnTo>
                  <a:pt x="1167" y="41"/>
                </a:lnTo>
                <a:lnTo>
                  <a:pt x="1167" y="42"/>
                </a:lnTo>
                <a:lnTo>
                  <a:pt x="1168" y="42"/>
                </a:lnTo>
                <a:lnTo>
                  <a:pt x="1169" y="42"/>
                </a:lnTo>
                <a:lnTo>
                  <a:pt x="1169" y="43"/>
                </a:lnTo>
                <a:lnTo>
                  <a:pt x="1170" y="43"/>
                </a:lnTo>
                <a:lnTo>
                  <a:pt x="1171" y="43"/>
                </a:lnTo>
                <a:lnTo>
                  <a:pt x="1171" y="42"/>
                </a:lnTo>
                <a:lnTo>
                  <a:pt x="1172" y="42"/>
                </a:lnTo>
                <a:lnTo>
                  <a:pt x="1173" y="42"/>
                </a:lnTo>
                <a:lnTo>
                  <a:pt x="1174" y="42"/>
                </a:lnTo>
                <a:lnTo>
                  <a:pt x="1174" y="41"/>
                </a:lnTo>
                <a:lnTo>
                  <a:pt x="1175" y="41"/>
                </a:lnTo>
                <a:lnTo>
                  <a:pt x="1175" y="42"/>
                </a:lnTo>
                <a:lnTo>
                  <a:pt x="1176" y="42"/>
                </a:lnTo>
                <a:lnTo>
                  <a:pt x="1176" y="43"/>
                </a:lnTo>
                <a:lnTo>
                  <a:pt x="1176" y="42"/>
                </a:lnTo>
                <a:lnTo>
                  <a:pt x="1177" y="42"/>
                </a:lnTo>
                <a:lnTo>
                  <a:pt x="1177" y="43"/>
                </a:lnTo>
                <a:lnTo>
                  <a:pt x="1177" y="44"/>
                </a:lnTo>
                <a:lnTo>
                  <a:pt x="1178" y="44"/>
                </a:lnTo>
                <a:lnTo>
                  <a:pt x="1179" y="44"/>
                </a:lnTo>
                <a:lnTo>
                  <a:pt x="1180" y="44"/>
                </a:lnTo>
                <a:lnTo>
                  <a:pt x="1181" y="44"/>
                </a:lnTo>
                <a:lnTo>
                  <a:pt x="1181" y="45"/>
                </a:lnTo>
                <a:lnTo>
                  <a:pt x="1182" y="45"/>
                </a:lnTo>
                <a:lnTo>
                  <a:pt x="1182" y="44"/>
                </a:lnTo>
                <a:lnTo>
                  <a:pt x="1183" y="44"/>
                </a:lnTo>
                <a:lnTo>
                  <a:pt x="1184" y="44"/>
                </a:lnTo>
                <a:lnTo>
                  <a:pt x="1184" y="43"/>
                </a:lnTo>
                <a:lnTo>
                  <a:pt x="1184" y="42"/>
                </a:lnTo>
                <a:lnTo>
                  <a:pt x="1184" y="41"/>
                </a:lnTo>
                <a:lnTo>
                  <a:pt x="1185" y="41"/>
                </a:lnTo>
                <a:lnTo>
                  <a:pt x="1186" y="40"/>
                </a:lnTo>
                <a:lnTo>
                  <a:pt x="1187" y="40"/>
                </a:lnTo>
                <a:lnTo>
                  <a:pt x="1187" y="39"/>
                </a:lnTo>
                <a:lnTo>
                  <a:pt x="1188" y="38"/>
                </a:lnTo>
                <a:lnTo>
                  <a:pt x="1189" y="38"/>
                </a:lnTo>
                <a:lnTo>
                  <a:pt x="1189" y="37"/>
                </a:lnTo>
                <a:lnTo>
                  <a:pt x="1190" y="37"/>
                </a:lnTo>
                <a:lnTo>
                  <a:pt x="1191" y="37"/>
                </a:lnTo>
                <a:lnTo>
                  <a:pt x="1192" y="37"/>
                </a:lnTo>
                <a:lnTo>
                  <a:pt x="1192" y="38"/>
                </a:lnTo>
                <a:lnTo>
                  <a:pt x="1193" y="38"/>
                </a:lnTo>
                <a:lnTo>
                  <a:pt x="1193" y="37"/>
                </a:lnTo>
                <a:lnTo>
                  <a:pt x="1194" y="37"/>
                </a:lnTo>
                <a:lnTo>
                  <a:pt x="1194" y="36"/>
                </a:lnTo>
                <a:lnTo>
                  <a:pt x="1195" y="36"/>
                </a:lnTo>
                <a:lnTo>
                  <a:pt x="1195" y="37"/>
                </a:lnTo>
                <a:lnTo>
                  <a:pt x="1195" y="36"/>
                </a:lnTo>
                <a:lnTo>
                  <a:pt x="1196" y="36"/>
                </a:lnTo>
                <a:lnTo>
                  <a:pt x="1196" y="37"/>
                </a:lnTo>
                <a:lnTo>
                  <a:pt x="1197" y="37"/>
                </a:lnTo>
                <a:lnTo>
                  <a:pt x="1198" y="38"/>
                </a:lnTo>
                <a:lnTo>
                  <a:pt x="1199" y="38"/>
                </a:lnTo>
                <a:lnTo>
                  <a:pt x="1199" y="37"/>
                </a:lnTo>
                <a:lnTo>
                  <a:pt x="1200" y="37"/>
                </a:lnTo>
                <a:lnTo>
                  <a:pt x="1201" y="37"/>
                </a:lnTo>
                <a:lnTo>
                  <a:pt x="1201" y="38"/>
                </a:lnTo>
                <a:lnTo>
                  <a:pt x="1202" y="38"/>
                </a:lnTo>
                <a:lnTo>
                  <a:pt x="1203" y="38"/>
                </a:lnTo>
                <a:lnTo>
                  <a:pt x="1203" y="37"/>
                </a:lnTo>
                <a:lnTo>
                  <a:pt x="1206" y="35"/>
                </a:lnTo>
                <a:lnTo>
                  <a:pt x="1207" y="35"/>
                </a:lnTo>
                <a:lnTo>
                  <a:pt x="1208" y="35"/>
                </a:lnTo>
                <a:lnTo>
                  <a:pt x="1208" y="34"/>
                </a:lnTo>
                <a:lnTo>
                  <a:pt x="1209" y="34"/>
                </a:lnTo>
                <a:lnTo>
                  <a:pt x="1208" y="34"/>
                </a:lnTo>
                <a:lnTo>
                  <a:pt x="1208" y="33"/>
                </a:lnTo>
                <a:lnTo>
                  <a:pt x="1209" y="33"/>
                </a:lnTo>
                <a:lnTo>
                  <a:pt x="1210" y="32"/>
                </a:lnTo>
                <a:lnTo>
                  <a:pt x="1211" y="32"/>
                </a:lnTo>
                <a:lnTo>
                  <a:pt x="1211" y="31"/>
                </a:lnTo>
                <a:lnTo>
                  <a:pt x="1211" y="30"/>
                </a:lnTo>
                <a:lnTo>
                  <a:pt x="1212" y="30"/>
                </a:lnTo>
                <a:lnTo>
                  <a:pt x="1212" y="31"/>
                </a:lnTo>
                <a:lnTo>
                  <a:pt x="1214" y="32"/>
                </a:lnTo>
                <a:lnTo>
                  <a:pt x="1215" y="32"/>
                </a:lnTo>
                <a:lnTo>
                  <a:pt x="1216" y="32"/>
                </a:lnTo>
                <a:lnTo>
                  <a:pt x="1216" y="31"/>
                </a:lnTo>
                <a:lnTo>
                  <a:pt x="1217" y="31"/>
                </a:lnTo>
                <a:lnTo>
                  <a:pt x="1218" y="31"/>
                </a:lnTo>
                <a:lnTo>
                  <a:pt x="1219" y="31"/>
                </a:lnTo>
                <a:lnTo>
                  <a:pt x="1219" y="32"/>
                </a:lnTo>
                <a:lnTo>
                  <a:pt x="1219" y="33"/>
                </a:lnTo>
                <a:lnTo>
                  <a:pt x="1220" y="33"/>
                </a:lnTo>
                <a:lnTo>
                  <a:pt x="1221" y="33"/>
                </a:lnTo>
                <a:lnTo>
                  <a:pt x="1222" y="33"/>
                </a:lnTo>
                <a:lnTo>
                  <a:pt x="1222" y="34"/>
                </a:lnTo>
                <a:lnTo>
                  <a:pt x="1222" y="35"/>
                </a:lnTo>
                <a:lnTo>
                  <a:pt x="1221" y="37"/>
                </a:lnTo>
                <a:lnTo>
                  <a:pt x="1221" y="38"/>
                </a:lnTo>
                <a:lnTo>
                  <a:pt x="1221" y="40"/>
                </a:lnTo>
                <a:lnTo>
                  <a:pt x="1221" y="41"/>
                </a:lnTo>
                <a:lnTo>
                  <a:pt x="1221" y="42"/>
                </a:lnTo>
                <a:lnTo>
                  <a:pt x="1222" y="42"/>
                </a:lnTo>
                <a:lnTo>
                  <a:pt x="1222" y="43"/>
                </a:lnTo>
                <a:lnTo>
                  <a:pt x="1223" y="43"/>
                </a:lnTo>
                <a:lnTo>
                  <a:pt x="1224" y="43"/>
                </a:lnTo>
                <a:lnTo>
                  <a:pt x="1225" y="43"/>
                </a:lnTo>
                <a:lnTo>
                  <a:pt x="1226" y="43"/>
                </a:lnTo>
                <a:lnTo>
                  <a:pt x="1227" y="43"/>
                </a:lnTo>
                <a:lnTo>
                  <a:pt x="1227" y="44"/>
                </a:lnTo>
                <a:lnTo>
                  <a:pt x="1228" y="44"/>
                </a:lnTo>
                <a:lnTo>
                  <a:pt x="1228" y="45"/>
                </a:lnTo>
                <a:lnTo>
                  <a:pt x="1229" y="45"/>
                </a:lnTo>
                <a:lnTo>
                  <a:pt x="1230" y="45"/>
                </a:lnTo>
                <a:lnTo>
                  <a:pt x="1231" y="46"/>
                </a:lnTo>
                <a:lnTo>
                  <a:pt x="1232" y="46"/>
                </a:lnTo>
                <a:lnTo>
                  <a:pt x="1232" y="47"/>
                </a:lnTo>
                <a:lnTo>
                  <a:pt x="1233" y="47"/>
                </a:lnTo>
                <a:lnTo>
                  <a:pt x="1233" y="46"/>
                </a:lnTo>
                <a:lnTo>
                  <a:pt x="1234" y="46"/>
                </a:lnTo>
                <a:lnTo>
                  <a:pt x="1235" y="46"/>
                </a:lnTo>
                <a:lnTo>
                  <a:pt x="1236" y="46"/>
                </a:lnTo>
                <a:lnTo>
                  <a:pt x="1236" y="45"/>
                </a:lnTo>
                <a:lnTo>
                  <a:pt x="1237" y="45"/>
                </a:lnTo>
                <a:lnTo>
                  <a:pt x="1238" y="45"/>
                </a:lnTo>
                <a:lnTo>
                  <a:pt x="1239" y="45"/>
                </a:lnTo>
                <a:lnTo>
                  <a:pt x="1240" y="44"/>
                </a:lnTo>
                <a:lnTo>
                  <a:pt x="1240" y="45"/>
                </a:lnTo>
                <a:lnTo>
                  <a:pt x="1241" y="45"/>
                </a:lnTo>
                <a:lnTo>
                  <a:pt x="1242" y="45"/>
                </a:lnTo>
                <a:lnTo>
                  <a:pt x="1243" y="45"/>
                </a:lnTo>
                <a:lnTo>
                  <a:pt x="1243" y="44"/>
                </a:lnTo>
                <a:lnTo>
                  <a:pt x="1244" y="44"/>
                </a:lnTo>
                <a:lnTo>
                  <a:pt x="1245" y="44"/>
                </a:lnTo>
                <a:lnTo>
                  <a:pt x="1245" y="45"/>
                </a:lnTo>
                <a:lnTo>
                  <a:pt x="1246" y="45"/>
                </a:lnTo>
                <a:lnTo>
                  <a:pt x="1247" y="45"/>
                </a:lnTo>
                <a:lnTo>
                  <a:pt x="1249" y="44"/>
                </a:lnTo>
                <a:lnTo>
                  <a:pt x="1249" y="45"/>
                </a:lnTo>
                <a:lnTo>
                  <a:pt x="1249" y="44"/>
                </a:lnTo>
                <a:lnTo>
                  <a:pt x="1250" y="44"/>
                </a:lnTo>
                <a:lnTo>
                  <a:pt x="1250" y="43"/>
                </a:lnTo>
                <a:lnTo>
                  <a:pt x="1251" y="43"/>
                </a:lnTo>
                <a:lnTo>
                  <a:pt x="1253" y="43"/>
                </a:lnTo>
                <a:lnTo>
                  <a:pt x="1254" y="43"/>
                </a:lnTo>
                <a:lnTo>
                  <a:pt x="1254" y="44"/>
                </a:lnTo>
                <a:lnTo>
                  <a:pt x="1255" y="44"/>
                </a:lnTo>
                <a:lnTo>
                  <a:pt x="1256" y="44"/>
                </a:lnTo>
                <a:lnTo>
                  <a:pt x="1256" y="45"/>
                </a:lnTo>
                <a:lnTo>
                  <a:pt x="1257" y="45"/>
                </a:lnTo>
                <a:lnTo>
                  <a:pt x="1258" y="45"/>
                </a:lnTo>
                <a:lnTo>
                  <a:pt x="1258" y="46"/>
                </a:lnTo>
                <a:lnTo>
                  <a:pt x="1261" y="46"/>
                </a:lnTo>
                <a:lnTo>
                  <a:pt x="1262" y="45"/>
                </a:lnTo>
                <a:lnTo>
                  <a:pt x="1262" y="44"/>
                </a:lnTo>
                <a:lnTo>
                  <a:pt x="1263" y="44"/>
                </a:lnTo>
                <a:lnTo>
                  <a:pt x="1263" y="45"/>
                </a:lnTo>
                <a:lnTo>
                  <a:pt x="1264" y="45"/>
                </a:lnTo>
                <a:lnTo>
                  <a:pt x="1264" y="44"/>
                </a:lnTo>
                <a:lnTo>
                  <a:pt x="1265" y="44"/>
                </a:lnTo>
                <a:lnTo>
                  <a:pt x="1265" y="45"/>
                </a:lnTo>
                <a:lnTo>
                  <a:pt x="1266" y="45"/>
                </a:lnTo>
                <a:lnTo>
                  <a:pt x="1266" y="46"/>
                </a:lnTo>
                <a:lnTo>
                  <a:pt x="1267" y="46"/>
                </a:lnTo>
                <a:lnTo>
                  <a:pt x="1267" y="45"/>
                </a:lnTo>
                <a:lnTo>
                  <a:pt x="1268" y="45"/>
                </a:lnTo>
                <a:lnTo>
                  <a:pt x="1270" y="45"/>
                </a:lnTo>
                <a:lnTo>
                  <a:pt x="1270" y="46"/>
                </a:lnTo>
                <a:lnTo>
                  <a:pt x="1271" y="46"/>
                </a:lnTo>
                <a:lnTo>
                  <a:pt x="1276" y="46"/>
                </a:lnTo>
                <a:lnTo>
                  <a:pt x="1277" y="46"/>
                </a:lnTo>
                <a:lnTo>
                  <a:pt x="1277" y="45"/>
                </a:lnTo>
                <a:lnTo>
                  <a:pt x="1278" y="45"/>
                </a:lnTo>
                <a:lnTo>
                  <a:pt x="1279" y="45"/>
                </a:lnTo>
                <a:lnTo>
                  <a:pt x="1280" y="46"/>
                </a:lnTo>
                <a:lnTo>
                  <a:pt x="1280" y="45"/>
                </a:lnTo>
                <a:lnTo>
                  <a:pt x="1281" y="45"/>
                </a:lnTo>
                <a:lnTo>
                  <a:pt x="1282" y="45"/>
                </a:lnTo>
                <a:lnTo>
                  <a:pt x="1282" y="44"/>
                </a:lnTo>
                <a:lnTo>
                  <a:pt x="1282" y="43"/>
                </a:lnTo>
                <a:lnTo>
                  <a:pt x="1282" y="42"/>
                </a:lnTo>
                <a:lnTo>
                  <a:pt x="1282" y="41"/>
                </a:lnTo>
                <a:lnTo>
                  <a:pt x="1283" y="41"/>
                </a:lnTo>
                <a:lnTo>
                  <a:pt x="1283" y="42"/>
                </a:lnTo>
                <a:lnTo>
                  <a:pt x="1284" y="42"/>
                </a:lnTo>
                <a:lnTo>
                  <a:pt x="1285" y="42"/>
                </a:lnTo>
                <a:lnTo>
                  <a:pt x="1286" y="42"/>
                </a:lnTo>
                <a:lnTo>
                  <a:pt x="1287" y="43"/>
                </a:lnTo>
                <a:lnTo>
                  <a:pt x="1288" y="43"/>
                </a:lnTo>
                <a:lnTo>
                  <a:pt x="1288" y="42"/>
                </a:lnTo>
                <a:lnTo>
                  <a:pt x="1289" y="42"/>
                </a:lnTo>
                <a:lnTo>
                  <a:pt x="1290" y="43"/>
                </a:lnTo>
                <a:lnTo>
                  <a:pt x="1291" y="43"/>
                </a:lnTo>
                <a:lnTo>
                  <a:pt x="1292" y="43"/>
                </a:lnTo>
                <a:lnTo>
                  <a:pt x="1293" y="43"/>
                </a:lnTo>
                <a:lnTo>
                  <a:pt x="1294" y="43"/>
                </a:lnTo>
                <a:lnTo>
                  <a:pt x="1295" y="43"/>
                </a:lnTo>
                <a:lnTo>
                  <a:pt x="1296" y="43"/>
                </a:lnTo>
                <a:lnTo>
                  <a:pt x="1296" y="44"/>
                </a:lnTo>
                <a:lnTo>
                  <a:pt x="1297" y="44"/>
                </a:lnTo>
                <a:lnTo>
                  <a:pt x="1298" y="44"/>
                </a:lnTo>
                <a:lnTo>
                  <a:pt x="1299" y="44"/>
                </a:lnTo>
                <a:lnTo>
                  <a:pt x="1300" y="44"/>
                </a:lnTo>
                <a:lnTo>
                  <a:pt x="1300" y="45"/>
                </a:lnTo>
                <a:lnTo>
                  <a:pt x="1301" y="45"/>
                </a:lnTo>
                <a:lnTo>
                  <a:pt x="1302" y="45"/>
                </a:lnTo>
                <a:lnTo>
                  <a:pt x="1305" y="45"/>
                </a:lnTo>
                <a:lnTo>
                  <a:pt x="1305" y="44"/>
                </a:lnTo>
                <a:lnTo>
                  <a:pt x="1306" y="44"/>
                </a:lnTo>
                <a:lnTo>
                  <a:pt x="1307" y="43"/>
                </a:lnTo>
                <a:lnTo>
                  <a:pt x="1308" y="43"/>
                </a:lnTo>
                <a:lnTo>
                  <a:pt x="1308" y="42"/>
                </a:lnTo>
                <a:lnTo>
                  <a:pt x="1309" y="42"/>
                </a:lnTo>
                <a:lnTo>
                  <a:pt x="1310" y="43"/>
                </a:lnTo>
                <a:lnTo>
                  <a:pt x="1311" y="43"/>
                </a:lnTo>
                <a:lnTo>
                  <a:pt x="1311" y="44"/>
                </a:lnTo>
                <a:lnTo>
                  <a:pt x="1312" y="44"/>
                </a:lnTo>
                <a:lnTo>
                  <a:pt x="1313" y="44"/>
                </a:lnTo>
                <a:lnTo>
                  <a:pt x="1313" y="43"/>
                </a:lnTo>
                <a:lnTo>
                  <a:pt x="1314" y="43"/>
                </a:lnTo>
                <a:lnTo>
                  <a:pt x="1314" y="42"/>
                </a:lnTo>
                <a:lnTo>
                  <a:pt x="1315" y="42"/>
                </a:lnTo>
                <a:lnTo>
                  <a:pt x="1315" y="41"/>
                </a:lnTo>
                <a:lnTo>
                  <a:pt x="1316" y="41"/>
                </a:lnTo>
                <a:lnTo>
                  <a:pt x="1317" y="41"/>
                </a:lnTo>
                <a:lnTo>
                  <a:pt x="1318" y="41"/>
                </a:lnTo>
                <a:lnTo>
                  <a:pt x="1319" y="41"/>
                </a:lnTo>
                <a:lnTo>
                  <a:pt x="1319" y="42"/>
                </a:lnTo>
                <a:lnTo>
                  <a:pt x="1320" y="42"/>
                </a:lnTo>
                <a:lnTo>
                  <a:pt x="1320" y="43"/>
                </a:lnTo>
                <a:lnTo>
                  <a:pt x="1321" y="43"/>
                </a:lnTo>
                <a:lnTo>
                  <a:pt x="1321" y="42"/>
                </a:lnTo>
                <a:lnTo>
                  <a:pt x="1321" y="43"/>
                </a:lnTo>
                <a:lnTo>
                  <a:pt x="1322" y="43"/>
                </a:lnTo>
                <a:lnTo>
                  <a:pt x="1323" y="43"/>
                </a:lnTo>
                <a:lnTo>
                  <a:pt x="1324" y="43"/>
                </a:lnTo>
                <a:lnTo>
                  <a:pt x="1325" y="43"/>
                </a:lnTo>
                <a:lnTo>
                  <a:pt x="1325" y="44"/>
                </a:lnTo>
                <a:lnTo>
                  <a:pt x="1326" y="44"/>
                </a:lnTo>
                <a:lnTo>
                  <a:pt x="1327" y="44"/>
                </a:lnTo>
                <a:lnTo>
                  <a:pt x="1328" y="45"/>
                </a:lnTo>
                <a:lnTo>
                  <a:pt x="1329" y="45"/>
                </a:lnTo>
                <a:lnTo>
                  <a:pt x="1330" y="45"/>
                </a:lnTo>
                <a:lnTo>
                  <a:pt x="1330" y="44"/>
                </a:lnTo>
                <a:lnTo>
                  <a:pt x="1330" y="43"/>
                </a:lnTo>
                <a:lnTo>
                  <a:pt x="1329" y="42"/>
                </a:lnTo>
                <a:lnTo>
                  <a:pt x="1330" y="42"/>
                </a:lnTo>
                <a:lnTo>
                  <a:pt x="1331" y="42"/>
                </a:lnTo>
                <a:lnTo>
                  <a:pt x="1332" y="42"/>
                </a:lnTo>
                <a:lnTo>
                  <a:pt x="1332" y="41"/>
                </a:lnTo>
                <a:lnTo>
                  <a:pt x="1332" y="42"/>
                </a:lnTo>
                <a:lnTo>
                  <a:pt x="1333" y="42"/>
                </a:lnTo>
                <a:lnTo>
                  <a:pt x="1333" y="4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1920600" y="4636800"/>
            <a:ext cx="248040" cy="438480"/>
          </a:xfrm>
          <a:custGeom>
            <a:avLst/>
            <a:gdLst/>
            <a:ahLst/>
            <a:rect l="0" t="0" r="r" b="b"/>
            <a:pathLst>
              <a:path w="689" h="1218">
                <a:moveTo>
                  <a:pt x="645" y="3"/>
                </a:moveTo>
                <a:lnTo>
                  <a:pt x="644" y="8"/>
                </a:lnTo>
                <a:lnTo>
                  <a:pt x="644" y="10"/>
                </a:lnTo>
                <a:lnTo>
                  <a:pt x="643" y="10"/>
                </a:lnTo>
                <a:lnTo>
                  <a:pt x="641" y="11"/>
                </a:lnTo>
                <a:lnTo>
                  <a:pt x="639" y="14"/>
                </a:lnTo>
                <a:lnTo>
                  <a:pt x="639" y="16"/>
                </a:lnTo>
                <a:lnTo>
                  <a:pt x="638" y="18"/>
                </a:lnTo>
                <a:lnTo>
                  <a:pt x="638" y="19"/>
                </a:lnTo>
                <a:lnTo>
                  <a:pt x="636" y="21"/>
                </a:lnTo>
                <a:lnTo>
                  <a:pt x="635" y="22"/>
                </a:lnTo>
                <a:lnTo>
                  <a:pt x="634" y="22"/>
                </a:lnTo>
                <a:lnTo>
                  <a:pt x="634" y="24"/>
                </a:lnTo>
                <a:lnTo>
                  <a:pt x="635" y="28"/>
                </a:lnTo>
                <a:lnTo>
                  <a:pt x="636" y="29"/>
                </a:lnTo>
                <a:lnTo>
                  <a:pt x="637" y="29"/>
                </a:lnTo>
                <a:lnTo>
                  <a:pt x="637" y="28"/>
                </a:lnTo>
                <a:lnTo>
                  <a:pt x="637" y="27"/>
                </a:lnTo>
                <a:lnTo>
                  <a:pt x="638" y="27"/>
                </a:lnTo>
                <a:lnTo>
                  <a:pt x="639" y="27"/>
                </a:lnTo>
                <a:lnTo>
                  <a:pt x="639" y="28"/>
                </a:lnTo>
                <a:lnTo>
                  <a:pt x="639" y="29"/>
                </a:lnTo>
                <a:lnTo>
                  <a:pt x="638" y="31"/>
                </a:lnTo>
                <a:lnTo>
                  <a:pt x="638" y="32"/>
                </a:lnTo>
                <a:lnTo>
                  <a:pt x="639" y="33"/>
                </a:lnTo>
                <a:lnTo>
                  <a:pt x="640" y="35"/>
                </a:lnTo>
                <a:lnTo>
                  <a:pt x="641" y="35"/>
                </a:lnTo>
                <a:lnTo>
                  <a:pt x="642" y="35"/>
                </a:lnTo>
                <a:lnTo>
                  <a:pt x="643" y="34"/>
                </a:lnTo>
                <a:lnTo>
                  <a:pt x="644" y="34"/>
                </a:lnTo>
                <a:lnTo>
                  <a:pt x="644" y="33"/>
                </a:lnTo>
                <a:lnTo>
                  <a:pt x="645" y="33"/>
                </a:lnTo>
                <a:lnTo>
                  <a:pt x="646" y="33"/>
                </a:lnTo>
                <a:lnTo>
                  <a:pt x="647" y="34"/>
                </a:lnTo>
                <a:lnTo>
                  <a:pt x="647" y="35"/>
                </a:lnTo>
                <a:lnTo>
                  <a:pt x="647" y="36"/>
                </a:lnTo>
                <a:lnTo>
                  <a:pt x="646" y="36"/>
                </a:lnTo>
                <a:lnTo>
                  <a:pt x="646" y="37"/>
                </a:lnTo>
                <a:lnTo>
                  <a:pt x="646" y="38"/>
                </a:lnTo>
                <a:lnTo>
                  <a:pt x="647" y="38"/>
                </a:lnTo>
                <a:lnTo>
                  <a:pt x="648" y="38"/>
                </a:lnTo>
                <a:lnTo>
                  <a:pt x="648" y="37"/>
                </a:lnTo>
                <a:lnTo>
                  <a:pt x="649" y="36"/>
                </a:lnTo>
                <a:lnTo>
                  <a:pt x="650" y="36"/>
                </a:lnTo>
                <a:lnTo>
                  <a:pt x="651" y="36"/>
                </a:lnTo>
                <a:lnTo>
                  <a:pt x="651" y="37"/>
                </a:lnTo>
                <a:lnTo>
                  <a:pt x="651" y="38"/>
                </a:lnTo>
                <a:lnTo>
                  <a:pt x="650" y="38"/>
                </a:lnTo>
                <a:lnTo>
                  <a:pt x="649" y="39"/>
                </a:lnTo>
                <a:lnTo>
                  <a:pt x="650" y="40"/>
                </a:lnTo>
                <a:lnTo>
                  <a:pt x="651" y="41"/>
                </a:lnTo>
                <a:lnTo>
                  <a:pt x="651" y="42"/>
                </a:lnTo>
                <a:lnTo>
                  <a:pt x="652" y="42"/>
                </a:lnTo>
                <a:lnTo>
                  <a:pt x="653" y="43"/>
                </a:lnTo>
                <a:lnTo>
                  <a:pt x="654" y="43"/>
                </a:lnTo>
                <a:lnTo>
                  <a:pt x="655" y="43"/>
                </a:lnTo>
                <a:lnTo>
                  <a:pt x="656" y="43"/>
                </a:lnTo>
                <a:lnTo>
                  <a:pt x="657" y="43"/>
                </a:lnTo>
                <a:lnTo>
                  <a:pt x="658" y="43"/>
                </a:lnTo>
                <a:lnTo>
                  <a:pt x="657" y="45"/>
                </a:lnTo>
                <a:lnTo>
                  <a:pt x="656" y="45"/>
                </a:lnTo>
                <a:lnTo>
                  <a:pt x="655" y="45"/>
                </a:lnTo>
                <a:lnTo>
                  <a:pt x="655" y="46"/>
                </a:lnTo>
                <a:lnTo>
                  <a:pt x="654" y="48"/>
                </a:lnTo>
                <a:lnTo>
                  <a:pt x="654" y="49"/>
                </a:lnTo>
                <a:lnTo>
                  <a:pt x="654" y="50"/>
                </a:lnTo>
                <a:lnTo>
                  <a:pt x="654" y="51"/>
                </a:lnTo>
                <a:lnTo>
                  <a:pt x="655" y="52"/>
                </a:lnTo>
                <a:lnTo>
                  <a:pt x="655" y="53"/>
                </a:lnTo>
                <a:lnTo>
                  <a:pt x="654" y="54"/>
                </a:lnTo>
                <a:lnTo>
                  <a:pt x="653" y="55"/>
                </a:lnTo>
                <a:lnTo>
                  <a:pt x="653" y="56"/>
                </a:lnTo>
                <a:lnTo>
                  <a:pt x="653" y="57"/>
                </a:lnTo>
                <a:lnTo>
                  <a:pt x="652" y="58"/>
                </a:lnTo>
                <a:lnTo>
                  <a:pt x="652" y="60"/>
                </a:lnTo>
                <a:lnTo>
                  <a:pt x="652" y="61"/>
                </a:lnTo>
                <a:lnTo>
                  <a:pt x="651" y="62"/>
                </a:lnTo>
                <a:lnTo>
                  <a:pt x="651" y="63"/>
                </a:lnTo>
                <a:lnTo>
                  <a:pt x="650" y="64"/>
                </a:lnTo>
                <a:lnTo>
                  <a:pt x="649" y="65"/>
                </a:lnTo>
                <a:lnTo>
                  <a:pt x="649" y="66"/>
                </a:lnTo>
                <a:lnTo>
                  <a:pt x="649" y="67"/>
                </a:lnTo>
                <a:lnTo>
                  <a:pt x="650" y="67"/>
                </a:lnTo>
                <a:lnTo>
                  <a:pt x="650" y="68"/>
                </a:lnTo>
                <a:lnTo>
                  <a:pt x="651" y="68"/>
                </a:lnTo>
                <a:lnTo>
                  <a:pt x="651" y="69"/>
                </a:lnTo>
                <a:lnTo>
                  <a:pt x="650" y="71"/>
                </a:lnTo>
                <a:lnTo>
                  <a:pt x="650" y="72"/>
                </a:lnTo>
                <a:lnTo>
                  <a:pt x="650" y="73"/>
                </a:lnTo>
                <a:lnTo>
                  <a:pt x="649" y="73"/>
                </a:lnTo>
                <a:lnTo>
                  <a:pt x="649" y="74"/>
                </a:lnTo>
                <a:lnTo>
                  <a:pt x="648" y="74"/>
                </a:lnTo>
                <a:lnTo>
                  <a:pt x="648" y="75"/>
                </a:lnTo>
                <a:lnTo>
                  <a:pt x="648" y="76"/>
                </a:lnTo>
                <a:lnTo>
                  <a:pt x="648" y="78"/>
                </a:lnTo>
                <a:lnTo>
                  <a:pt x="648" y="79"/>
                </a:lnTo>
                <a:lnTo>
                  <a:pt x="647" y="79"/>
                </a:lnTo>
                <a:lnTo>
                  <a:pt x="647" y="80"/>
                </a:lnTo>
                <a:lnTo>
                  <a:pt x="645" y="83"/>
                </a:lnTo>
                <a:lnTo>
                  <a:pt x="644" y="84"/>
                </a:lnTo>
                <a:lnTo>
                  <a:pt x="643" y="85"/>
                </a:lnTo>
                <a:lnTo>
                  <a:pt x="642" y="86"/>
                </a:lnTo>
                <a:lnTo>
                  <a:pt x="641" y="86"/>
                </a:lnTo>
                <a:lnTo>
                  <a:pt x="641" y="87"/>
                </a:lnTo>
                <a:lnTo>
                  <a:pt x="640" y="87"/>
                </a:lnTo>
                <a:lnTo>
                  <a:pt x="638" y="87"/>
                </a:lnTo>
                <a:lnTo>
                  <a:pt x="636" y="87"/>
                </a:lnTo>
                <a:lnTo>
                  <a:pt x="636" y="88"/>
                </a:lnTo>
                <a:lnTo>
                  <a:pt x="635" y="88"/>
                </a:lnTo>
                <a:lnTo>
                  <a:pt x="632" y="91"/>
                </a:lnTo>
                <a:lnTo>
                  <a:pt x="631" y="91"/>
                </a:lnTo>
                <a:lnTo>
                  <a:pt x="631" y="92"/>
                </a:lnTo>
                <a:lnTo>
                  <a:pt x="630" y="93"/>
                </a:lnTo>
                <a:lnTo>
                  <a:pt x="630" y="94"/>
                </a:lnTo>
                <a:lnTo>
                  <a:pt x="630" y="96"/>
                </a:lnTo>
                <a:lnTo>
                  <a:pt x="631" y="96"/>
                </a:lnTo>
                <a:lnTo>
                  <a:pt x="631" y="97"/>
                </a:lnTo>
                <a:lnTo>
                  <a:pt x="632" y="97"/>
                </a:lnTo>
                <a:lnTo>
                  <a:pt x="634" y="101"/>
                </a:lnTo>
                <a:lnTo>
                  <a:pt x="634" y="104"/>
                </a:lnTo>
                <a:lnTo>
                  <a:pt x="635" y="107"/>
                </a:lnTo>
                <a:lnTo>
                  <a:pt x="635" y="108"/>
                </a:lnTo>
                <a:lnTo>
                  <a:pt x="634" y="110"/>
                </a:lnTo>
                <a:lnTo>
                  <a:pt x="633" y="110"/>
                </a:lnTo>
                <a:lnTo>
                  <a:pt x="633" y="111"/>
                </a:lnTo>
                <a:lnTo>
                  <a:pt x="633" y="112"/>
                </a:lnTo>
                <a:lnTo>
                  <a:pt x="634" y="113"/>
                </a:lnTo>
                <a:lnTo>
                  <a:pt x="634" y="114"/>
                </a:lnTo>
                <a:lnTo>
                  <a:pt x="634" y="115"/>
                </a:lnTo>
                <a:lnTo>
                  <a:pt x="634" y="116"/>
                </a:lnTo>
                <a:lnTo>
                  <a:pt x="634" y="117"/>
                </a:lnTo>
                <a:lnTo>
                  <a:pt x="633" y="117"/>
                </a:lnTo>
                <a:lnTo>
                  <a:pt x="633" y="118"/>
                </a:lnTo>
                <a:lnTo>
                  <a:pt x="633" y="119"/>
                </a:lnTo>
                <a:lnTo>
                  <a:pt x="632" y="120"/>
                </a:lnTo>
                <a:lnTo>
                  <a:pt x="633" y="120"/>
                </a:lnTo>
                <a:lnTo>
                  <a:pt x="632" y="121"/>
                </a:lnTo>
                <a:lnTo>
                  <a:pt x="632" y="122"/>
                </a:lnTo>
                <a:lnTo>
                  <a:pt x="632" y="123"/>
                </a:lnTo>
                <a:lnTo>
                  <a:pt x="631" y="123"/>
                </a:lnTo>
                <a:lnTo>
                  <a:pt x="631" y="124"/>
                </a:lnTo>
                <a:lnTo>
                  <a:pt x="630" y="124"/>
                </a:lnTo>
                <a:lnTo>
                  <a:pt x="629" y="124"/>
                </a:lnTo>
                <a:lnTo>
                  <a:pt x="629" y="125"/>
                </a:lnTo>
                <a:lnTo>
                  <a:pt x="629" y="126"/>
                </a:lnTo>
                <a:lnTo>
                  <a:pt x="629" y="127"/>
                </a:lnTo>
                <a:lnTo>
                  <a:pt x="630" y="127"/>
                </a:lnTo>
                <a:lnTo>
                  <a:pt x="630" y="128"/>
                </a:lnTo>
                <a:lnTo>
                  <a:pt x="629" y="130"/>
                </a:lnTo>
                <a:lnTo>
                  <a:pt x="629" y="131"/>
                </a:lnTo>
                <a:lnTo>
                  <a:pt x="629" y="132"/>
                </a:lnTo>
                <a:lnTo>
                  <a:pt x="628" y="132"/>
                </a:lnTo>
                <a:lnTo>
                  <a:pt x="628" y="133"/>
                </a:lnTo>
                <a:lnTo>
                  <a:pt x="628" y="134"/>
                </a:lnTo>
                <a:lnTo>
                  <a:pt x="627" y="134"/>
                </a:lnTo>
                <a:lnTo>
                  <a:pt x="627" y="135"/>
                </a:lnTo>
                <a:lnTo>
                  <a:pt x="626" y="135"/>
                </a:lnTo>
                <a:lnTo>
                  <a:pt x="626" y="136"/>
                </a:lnTo>
                <a:lnTo>
                  <a:pt x="625" y="136"/>
                </a:lnTo>
                <a:lnTo>
                  <a:pt x="624" y="138"/>
                </a:lnTo>
                <a:lnTo>
                  <a:pt x="624" y="139"/>
                </a:lnTo>
                <a:lnTo>
                  <a:pt x="625" y="139"/>
                </a:lnTo>
                <a:lnTo>
                  <a:pt x="625" y="140"/>
                </a:lnTo>
                <a:lnTo>
                  <a:pt x="625" y="141"/>
                </a:lnTo>
                <a:lnTo>
                  <a:pt x="625" y="142"/>
                </a:lnTo>
                <a:lnTo>
                  <a:pt x="624" y="143"/>
                </a:lnTo>
                <a:lnTo>
                  <a:pt x="623" y="143"/>
                </a:lnTo>
                <a:lnTo>
                  <a:pt x="623" y="144"/>
                </a:lnTo>
                <a:lnTo>
                  <a:pt x="623" y="145"/>
                </a:lnTo>
                <a:lnTo>
                  <a:pt x="622" y="146"/>
                </a:lnTo>
                <a:lnTo>
                  <a:pt x="622" y="147"/>
                </a:lnTo>
                <a:lnTo>
                  <a:pt x="622" y="148"/>
                </a:lnTo>
                <a:lnTo>
                  <a:pt x="622" y="149"/>
                </a:lnTo>
                <a:lnTo>
                  <a:pt x="621" y="149"/>
                </a:lnTo>
                <a:lnTo>
                  <a:pt x="621" y="150"/>
                </a:lnTo>
                <a:lnTo>
                  <a:pt x="622" y="150"/>
                </a:lnTo>
                <a:lnTo>
                  <a:pt x="622" y="151"/>
                </a:lnTo>
                <a:lnTo>
                  <a:pt x="623" y="153"/>
                </a:lnTo>
                <a:lnTo>
                  <a:pt x="623" y="154"/>
                </a:lnTo>
                <a:lnTo>
                  <a:pt x="624" y="154"/>
                </a:lnTo>
                <a:lnTo>
                  <a:pt x="624" y="155"/>
                </a:lnTo>
                <a:lnTo>
                  <a:pt x="625" y="155"/>
                </a:lnTo>
                <a:lnTo>
                  <a:pt x="626" y="155"/>
                </a:lnTo>
                <a:lnTo>
                  <a:pt x="627" y="155"/>
                </a:lnTo>
                <a:lnTo>
                  <a:pt x="627" y="156"/>
                </a:lnTo>
                <a:lnTo>
                  <a:pt x="626" y="156"/>
                </a:lnTo>
                <a:lnTo>
                  <a:pt x="626" y="157"/>
                </a:lnTo>
                <a:lnTo>
                  <a:pt x="626" y="158"/>
                </a:lnTo>
                <a:lnTo>
                  <a:pt x="626" y="160"/>
                </a:lnTo>
                <a:lnTo>
                  <a:pt x="626" y="161"/>
                </a:lnTo>
                <a:lnTo>
                  <a:pt x="626" y="164"/>
                </a:lnTo>
                <a:lnTo>
                  <a:pt x="626" y="165"/>
                </a:lnTo>
                <a:lnTo>
                  <a:pt x="625" y="165"/>
                </a:lnTo>
                <a:lnTo>
                  <a:pt x="625" y="166"/>
                </a:lnTo>
                <a:lnTo>
                  <a:pt x="623" y="166"/>
                </a:lnTo>
                <a:lnTo>
                  <a:pt x="622" y="166"/>
                </a:lnTo>
                <a:lnTo>
                  <a:pt x="621" y="166"/>
                </a:lnTo>
                <a:lnTo>
                  <a:pt x="621" y="167"/>
                </a:lnTo>
                <a:lnTo>
                  <a:pt x="622" y="167"/>
                </a:lnTo>
                <a:lnTo>
                  <a:pt x="622" y="169"/>
                </a:lnTo>
                <a:lnTo>
                  <a:pt x="622" y="171"/>
                </a:lnTo>
                <a:lnTo>
                  <a:pt x="622" y="172"/>
                </a:lnTo>
                <a:lnTo>
                  <a:pt x="622" y="173"/>
                </a:lnTo>
                <a:lnTo>
                  <a:pt x="623" y="174"/>
                </a:lnTo>
                <a:lnTo>
                  <a:pt x="623" y="175"/>
                </a:lnTo>
                <a:lnTo>
                  <a:pt x="622" y="175"/>
                </a:lnTo>
                <a:lnTo>
                  <a:pt x="622" y="176"/>
                </a:lnTo>
                <a:lnTo>
                  <a:pt x="620" y="177"/>
                </a:lnTo>
                <a:lnTo>
                  <a:pt x="619" y="177"/>
                </a:lnTo>
                <a:lnTo>
                  <a:pt x="618" y="177"/>
                </a:lnTo>
                <a:lnTo>
                  <a:pt x="617" y="176"/>
                </a:lnTo>
                <a:lnTo>
                  <a:pt x="616" y="176"/>
                </a:lnTo>
                <a:lnTo>
                  <a:pt x="613" y="176"/>
                </a:lnTo>
                <a:lnTo>
                  <a:pt x="612" y="176"/>
                </a:lnTo>
                <a:lnTo>
                  <a:pt x="612" y="177"/>
                </a:lnTo>
                <a:lnTo>
                  <a:pt x="610" y="181"/>
                </a:lnTo>
                <a:lnTo>
                  <a:pt x="609" y="185"/>
                </a:lnTo>
                <a:lnTo>
                  <a:pt x="609" y="186"/>
                </a:lnTo>
                <a:lnTo>
                  <a:pt x="609" y="187"/>
                </a:lnTo>
                <a:lnTo>
                  <a:pt x="609" y="188"/>
                </a:lnTo>
                <a:lnTo>
                  <a:pt x="609" y="189"/>
                </a:lnTo>
                <a:lnTo>
                  <a:pt x="608" y="189"/>
                </a:lnTo>
                <a:lnTo>
                  <a:pt x="607" y="190"/>
                </a:lnTo>
                <a:lnTo>
                  <a:pt x="606" y="191"/>
                </a:lnTo>
                <a:lnTo>
                  <a:pt x="605" y="191"/>
                </a:lnTo>
                <a:lnTo>
                  <a:pt x="603" y="193"/>
                </a:lnTo>
                <a:lnTo>
                  <a:pt x="602" y="194"/>
                </a:lnTo>
                <a:lnTo>
                  <a:pt x="601" y="195"/>
                </a:lnTo>
                <a:lnTo>
                  <a:pt x="601" y="196"/>
                </a:lnTo>
                <a:lnTo>
                  <a:pt x="601" y="197"/>
                </a:lnTo>
                <a:lnTo>
                  <a:pt x="600" y="197"/>
                </a:lnTo>
                <a:lnTo>
                  <a:pt x="600" y="198"/>
                </a:lnTo>
                <a:lnTo>
                  <a:pt x="599" y="199"/>
                </a:lnTo>
                <a:lnTo>
                  <a:pt x="598" y="199"/>
                </a:lnTo>
                <a:lnTo>
                  <a:pt x="597" y="199"/>
                </a:lnTo>
                <a:lnTo>
                  <a:pt x="597" y="200"/>
                </a:lnTo>
                <a:lnTo>
                  <a:pt x="595" y="200"/>
                </a:lnTo>
                <a:lnTo>
                  <a:pt x="595" y="199"/>
                </a:lnTo>
                <a:lnTo>
                  <a:pt x="594" y="199"/>
                </a:lnTo>
                <a:lnTo>
                  <a:pt x="593" y="199"/>
                </a:lnTo>
                <a:lnTo>
                  <a:pt x="591" y="199"/>
                </a:lnTo>
                <a:lnTo>
                  <a:pt x="591" y="200"/>
                </a:lnTo>
                <a:lnTo>
                  <a:pt x="590" y="200"/>
                </a:lnTo>
                <a:lnTo>
                  <a:pt x="590" y="201"/>
                </a:lnTo>
                <a:lnTo>
                  <a:pt x="589" y="202"/>
                </a:lnTo>
                <a:lnTo>
                  <a:pt x="589" y="203"/>
                </a:lnTo>
                <a:lnTo>
                  <a:pt x="589" y="205"/>
                </a:lnTo>
                <a:lnTo>
                  <a:pt x="589" y="206"/>
                </a:lnTo>
                <a:lnTo>
                  <a:pt x="589" y="207"/>
                </a:lnTo>
                <a:lnTo>
                  <a:pt x="589" y="208"/>
                </a:lnTo>
                <a:lnTo>
                  <a:pt x="589" y="210"/>
                </a:lnTo>
                <a:lnTo>
                  <a:pt x="589" y="211"/>
                </a:lnTo>
                <a:lnTo>
                  <a:pt x="589" y="212"/>
                </a:lnTo>
                <a:lnTo>
                  <a:pt x="589" y="213"/>
                </a:lnTo>
                <a:lnTo>
                  <a:pt x="589" y="214"/>
                </a:lnTo>
                <a:lnTo>
                  <a:pt x="588" y="214"/>
                </a:lnTo>
                <a:lnTo>
                  <a:pt x="587" y="214"/>
                </a:lnTo>
                <a:lnTo>
                  <a:pt x="587" y="215"/>
                </a:lnTo>
                <a:lnTo>
                  <a:pt x="586" y="215"/>
                </a:lnTo>
                <a:lnTo>
                  <a:pt x="586" y="214"/>
                </a:lnTo>
                <a:lnTo>
                  <a:pt x="585" y="214"/>
                </a:lnTo>
                <a:lnTo>
                  <a:pt x="585" y="215"/>
                </a:lnTo>
                <a:lnTo>
                  <a:pt x="584" y="215"/>
                </a:lnTo>
                <a:lnTo>
                  <a:pt x="583" y="215"/>
                </a:lnTo>
                <a:lnTo>
                  <a:pt x="583" y="216"/>
                </a:lnTo>
                <a:lnTo>
                  <a:pt x="583" y="217"/>
                </a:lnTo>
                <a:lnTo>
                  <a:pt x="582" y="217"/>
                </a:lnTo>
                <a:lnTo>
                  <a:pt x="582" y="218"/>
                </a:lnTo>
                <a:lnTo>
                  <a:pt x="582" y="219"/>
                </a:lnTo>
                <a:lnTo>
                  <a:pt x="582" y="223"/>
                </a:lnTo>
                <a:lnTo>
                  <a:pt x="583" y="225"/>
                </a:lnTo>
                <a:lnTo>
                  <a:pt x="584" y="226"/>
                </a:lnTo>
                <a:lnTo>
                  <a:pt x="584" y="227"/>
                </a:lnTo>
                <a:lnTo>
                  <a:pt x="584" y="228"/>
                </a:lnTo>
                <a:lnTo>
                  <a:pt x="584" y="229"/>
                </a:lnTo>
                <a:lnTo>
                  <a:pt x="583" y="232"/>
                </a:lnTo>
                <a:lnTo>
                  <a:pt x="582" y="232"/>
                </a:lnTo>
                <a:lnTo>
                  <a:pt x="582" y="233"/>
                </a:lnTo>
                <a:lnTo>
                  <a:pt x="582" y="234"/>
                </a:lnTo>
                <a:lnTo>
                  <a:pt x="582" y="235"/>
                </a:lnTo>
                <a:lnTo>
                  <a:pt x="583" y="235"/>
                </a:lnTo>
                <a:lnTo>
                  <a:pt x="583" y="236"/>
                </a:lnTo>
                <a:lnTo>
                  <a:pt x="583" y="237"/>
                </a:lnTo>
                <a:lnTo>
                  <a:pt x="583" y="238"/>
                </a:lnTo>
                <a:lnTo>
                  <a:pt x="583" y="239"/>
                </a:lnTo>
                <a:lnTo>
                  <a:pt x="583" y="240"/>
                </a:lnTo>
                <a:lnTo>
                  <a:pt x="583" y="241"/>
                </a:lnTo>
                <a:lnTo>
                  <a:pt x="583" y="242"/>
                </a:lnTo>
                <a:lnTo>
                  <a:pt x="583" y="244"/>
                </a:lnTo>
                <a:lnTo>
                  <a:pt x="583" y="245"/>
                </a:lnTo>
                <a:lnTo>
                  <a:pt x="584" y="245"/>
                </a:lnTo>
                <a:lnTo>
                  <a:pt x="585" y="245"/>
                </a:lnTo>
                <a:lnTo>
                  <a:pt x="585" y="246"/>
                </a:lnTo>
                <a:lnTo>
                  <a:pt x="586" y="247"/>
                </a:lnTo>
                <a:lnTo>
                  <a:pt x="586" y="248"/>
                </a:lnTo>
                <a:lnTo>
                  <a:pt x="586" y="249"/>
                </a:lnTo>
                <a:lnTo>
                  <a:pt x="585" y="250"/>
                </a:lnTo>
                <a:lnTo>
                  <a:pt x="585" y="251"/>
                </a:lnTo>
                <a:lnTo>
                  <a:pt x="585" y="252"/>
                </a:lnTo>
                <a:lnTo>
                  <a:pt x="585" y="253"/>
                </a:lnTo>
                <a:lnTo>
                  <a:pt x="586" y="254"/>
                </a:lnTo>
                <a:lnTo>
                  <a:pt x="587" y="255"/>
                </a:lnTo>
                <a:lnTo>
                  <a:pt x="588" y="255"/>
                </a:lnTo>
                <a:lnTo>
                  <a:pt x="589" y="255"/>
                </a:lnTo>
                <a:lnTo>
                  <a:pt x="590" y="255"/>
                </a:lnTo>
                <a:lnTo>
                  <a:pt x="590" y="256"/>
                </a:lnTo>
                <a:lnTo>
                  <a:pt x="593" y="257"/>
                </a:lnTo>
                <a:lnTo>
                  <a:pt x="594" y="258"/>
                </a:lnTo>
                <a:lnTo>
                  <a:pt x="595" y="259"/>
                </a:lnTo>
                <a:lnTo>
                  <a:pt x="597" y="263"/>
                </a:lnTo>
                <a:lnTo>
                  <a:pt x="598" y="264"/>
                </a:lnTo>
                <a:lnTo>
                  <a:pt x="598" y="265"/>
                </a:lnTo>
                <a:lnTo>
                  <a:pt x="599" y="266"/>
                </a:lnTo>
                <a:lnTo>
                  <a:pt x="601" y="270"/>
                </a:lnTo>
                <a:lnTo>
                  <a:pt x="603" y="272"/>
                </a:lnTo>
                <a:lnTo>
                  <a:pt x="604" y="275"/>
                </a:lnTo>
                <a:lnTo>
                  <a:pt x="604" y="276"/>
                </a:lnTo>
                <a:lnTo>
                  <a:pt x="604" y="277"/>
                </a:lnTo>
                <a:lnTo>
                  <a:pt x="605" y="277"/>
                </a:lnTo>
                <a:lnTo>
                  <a:pt x="605" y="278"/>
                </a:lnTo>
                <a:lnTo>
                  <a:pt x="606" y="278"/>
                </a:lnTo>
                <a:lnTo>
                  <a:pt x="606" y="279"/>
                </a:lnTo>
                <a:lnTo>
                  <a:pt x="607" y="279"/>
                </a:lnTo>
                <a:lnTo>
                  <a:pt x="608" y="279"/>
                </a:lnTo>
                <a:lnTo>
                  <a:pt x="610" y="280"/>
                </a:lnTo>
                <a:lnTo>
                  <a:pt x="613" y="281"/>
                </a:lnTo>
                <a:lnTo>
                  <a:pt x="614" y="282"/>
                </a:lnTo>
                <a:lnTo>
                  <a:pt x="615" y="283"/>
                </a:lnTo>
                <a:lnTo>
                  <a:pt x="615" y="284"/>
                </a:lnTo>
                <a:lnTo>
                  <a:pt x="615" y="285"/>
                </a:lnTo>
                <a:lnTo>
                  <a:pt x="615" y="286"/>
                </a:lnTo>
                <a:lnTo>
                  <a:pt x="612" y="287"/>
                </a:lnTo>
                <a:lnTo>
                  <a:pt x="611" y="287"/>
                </a:lnTo>
                <a:lnTo>
                  <a:pt x="610" y="287"/>
                </a:lnTo>
                <a:lnTo>
                  <a:pt x="610" y="288"/>
                </a:lnTo>
                <a:lnTo>
                  <a:pt x="609" y="288"/>
                </a:lnTo>
                <a:lnTo>
                  <a:pt x="609" y="289"/>
                </a:lnTo>
                <a:lnTo>
                  <a:pt x="609" y="290"/>
                </a:lnTo>
                <a:lnTo>
                  <a:pt x="609" y="291"/>
                </a:lnTo>
                <a:lnTo>
                  <a:pt x="610" y="291"/>
                </a:lnTo>
                <a:lnTo>
                  <a:pt x="610" y="292"/>
                </a:lnTo>
                <a:lnTo>
                  <a:pt x="611" y="292"/>
                </a:lnTo>
                <a:lnTo>
                  <a:pt x="612" y="292"/>
                </a:lnTo>
                <a:lnTo>
                  <a:pt x="613" y="293"/>
                </a:lnTo>
                <a:lnTo>
                  <a:pt x="614" y="293"/>
                </a:lnTo>
                <a:lnTo>
                  <a:pt x="616" y="293"/>
                </a:lnTo>
                <a:lnTo>
                  <a:pt x="617" y="294"/>
                </a:lnTo>
                <a:lnTo>
                  <a:pt x="618" y="294"/>
                </a:lnTo>
                <a:lnTo>
                  <a:pt x="618" y="295"/>
                </a:lnTo>
                <a:lnTo>
                  <a:pt x="619" y="295"/>
                </a:lnTo>
                <a:lnTo>
                  <a:pt x="620" y="297"/>
                </a:lnTo>
                <a:lnTo>
                  <a:pt x="621" y="297"/>
                </a:lnTo>
                <a:lnTo>
                  <a:pt x="621" y="298"/>
                </a:lnTo>
                <a:lnTo>
                  <a:pt x="620" y="299"/>
                </a:lnTo>
                <a:lnTo>
                  <a:pt x="619" y="299"/>
                </a:lnTo>
                <a:lnTo>
                  <a:pt x="618" y="299"/>
                </a:lnTo>
                <a:lnTo>
                  <a:pt x="617" y="300"/>
                </a:lnTo>
                <a:lnTo>
                  <a:pt x="617" y="302"/>
                </a:lnTo>
                <a:lnTo>
                  <a:pt x="618" y="303"/>
                </a:lnTo>
                <a:lnTo>
                  <a:pt x="618" y="304"/>
                </a:lnTo>
                <a:lnTo>
                  <a:pt x="618" y="305"/>
                </a:lnTo>
                <a:lnTo>
                  <a:pt x="618" y="307"/>
                </a:lnTo>
                <a:lnTo>
                  <a:pt x="618" y="308"/>
                </a:lnTo>
                <a:lnTo>
                  <a:pt x="619" y="309"/>
                </a:lnTo>
                <a:lnTo>
                  <a:pt x="620" y="310"/>
                </a:lnTo>
                <a:lnTo>
                  <a:pt x="621" y="311"/>
                </a:lnTo>
                <a:lnTo>
                  <a:pt x="621" y="312"/>
                </a:lnTo>
                <a:lnTo>
                  <a:pt x="621" y="313"/>
                </a:lnTo>
                <a:lnTo>
                  <a:pt x="620" y="314"/>
                </a:lnTo>
                <a:lnTo>
                  <a:pt x="620" y="315"/>
                </a:lnTo>
                <a:lnTo>
                  <a:pt x="619" y="315"/>
                </a:lnTo>
                <a:lnTo>
                  <a:pt x="619" y="316"/>
                </a:lnTo>
                <a:lnTo>
                  <a:pt x="618" y="316"/>
                </a:lnTo>
                <a:lnTo>
                  <a:pt x="618" y="317"/>
                </a:lnTo>
                <a:lnTo>
                  <a:pt x="619" y="317"/>
                </a:lnTo>
                <a:lnTo>
                  <a:pt x="619" y="318"/>
                </a:lnTo>
                <a:lnTo>
                  <a:pt x="619" y="319"/>
                </a:lnTo>
                <a:lnTo>
                  <a:pt x="618" y="319"/>
                </a:lnTo>
                <a:lnTo>
                  <a:pt x="618" y="320"/>
                </a:lnTo>
                <a:lnTo>
                  <a:pt x="618" y="321"/>
                </a:lnTo>
                <a:lnTo>
                  <a:pt x="617" y="322"/>
                </a:lnTo>
                <a:lnTo>
                  <a:pt x="617" y="324"/>
                </a:lnTo>
                <a:lnTo>
                  <a:pt x="618" y="324"/>
                </a:lnTo>
                <a:lnTo>
                  <a:pt x="618" y="325"/>
                </a:lnTo>
                <a:lnTo>
                  <a:pt x="618" y="326"/>
                </a:lnTo>
                <a:lnTo>
                  <a:pt x="617" y="329"/>
                </a:lnTo>
                <a:lnTo>
                  <a:pt x="616" y="330"/>
                </a:lnTo>
                <a:lnTo>
                  <a:pt x="615" y="330"/>
                </a:lnTo>
                <a:lnTo>
                  <a:pt x="613" y="330"/>
                </a:lnTo>
                <a:lnTo>
                  <a:pt x="610" y="331"/>
                </a:lnTo>
                <a:lnTo>
                  <a:pt x="609" y="331"/>
                </a:lnTo>
                <a:lnTo>
                  <a:pt x="606" y="332"/>
                </a:lnTo>
                <a:lnTo>
                  <a:pt x="605" y="332"/>
                </a:lnTo>
                <a:lnTo>
                  <a:pt x="605" y="333"/>
                </a:lnTo>
                <a:lnTo>
                  <a:pt x="604" y="333"/>
                </a:lnTo>
                <a:lnTo>
                  <a:pt x="604" y="334"/>
                </a:lnTo>
                <a:lnTo>
                  <a:pt x="604" y="338"/>
                </a:lnTo>
                <a:lnTo>
                  <a:pt x="603" y="339"/>
                </a:lnTo>
                <a:lnTo>
                  <a:pt x="603" y="340"/>
                </a:lnTo>
                <a:lnTo>
                  <a:pt x="603" y="341"/>
                </a:lnTo>
                <a:lnTo>
                  <a:pt x="603" y="342"/>
                </a:lnTo>
                <a:lnTo>
                  <a:pt x="604" y="342"/>
                </a:lnTo>
                <a:lnTo>
                  <a:pt x="604" y="344"/>
                </a:lnTo>
                <a:lnTo>
                  <a:pt x="605" y="344"/>
                </a:lnTo>
                <a:lnTo>
                  <a:pt x="606" y="345"/>
                </a:lnTo>
                <a:lnTo>
                  <a:pt x="607" y="345"/>
                </a:lnTo>
                <a:lnTo>
                  <a:pt x="608" y="345"/>
                </a:lnTo>
                <a:lnTo>
                  <a:pt x="610" y="345"/>
                </a:lnTo>
                <a:lnTo>
                  <a:pt x="611" y="345"/>
                </a:lnTo>
                <a:lnTo>
                  <a:pt x="612" y="345"/>
                </a:lnTo>
                <a:lnTo>
                  <a:pt x="612" y="346"/>
                </a:lnTo>
                <a:lnTo>
                  <a:pt x="612" y="347"/>
                </a:lnTo>
                <a:lnTo>
                  <a:pt x="612" y="348"/>
                </a:lnTo>
                <a:lnTo>
                  <a:pt x="612" y="349"/>
                </a:lnTo>
                <a:lnTo>
                  <a:pt x="611" y="349"/>
                </a:lnTo>
                <a:lnTo>
                  <a:pt x="611" y="350"/>
                </a:lnTo>
                <a:lnTo>
                  <a:pt x="610" y="350"/>
                </a:lnTo>
                <a:lnTo>
                  <a:pt x="610" y="351"/>
                </a:lnTo>
                <a:lnTo>
                  <a:pt x="610" y="352"/>
                </a:lnTo>
                <a:lnTo>
                  <a:pt x="611" y="353"/>
                </a:lnTo>
                <a:lnTo>
                  <a:pt x="611" y="354"/>
                </a:lnTo>
                <a:lnTo>
                  <a:pt x="611" y="355"/>
                </a:lnTo>
                <a:lnTo>
                  <a:pt x="611" y="356"/>
                </a:lnTo>
                <a:lnTo>
                  <a:pt x="610" y="356"/>
                </a:lnTo>
                <a:lnTo>
                  <a:pt x="609" y="356"/>
                </a:lnTo>
                <a:lnTo>
                  <a:pt x="608" y="356"/>
                </a:lnTo>
                <a:lnTo>
                  <a:pt x="607" y="357"/>
                </a:lnTo>
                <a:lnTo>
                  <a:pt x="607" y="360"/>
                </a:lnTo>
                <a:lnTo>
                  <a:pt x="607" y="361"/>
                </a:lnTo>
                <a:lnTo>
                  <a:pt x="606" y="361"/>
                </a:lnTo>
                <a:lnTo>
                  <a:pt x="606" y="362"/>
                </a:lnTo>
                <a:lnTo>
                  <a:pt x="605" y="362"/>
                </a:lnTo>
                <a:lnTo>
                  <a:pt x="605" y="363"/>
                </a:lnTo>
                <a:lnTo>
                  <a:pt x="605" y="364"/>
                </a:lnTo>
                <a:lnTo>
                  <a:pt x="604" y="365"/>
                </a:lnTo>
                <a:lnTo>
                  <a:pt x="603" y="366"/>
                </a:lnTo>
                <a:lnTo>
                  <a:pt x="603" y="367"/>
                </a:lnTo>
                <a:lnTo>
                  <a:pt x="602" y="368"/>
                </a:lnTo>
                <a:lnTo>
                  <a:pt x="601" y="369"/>
                </a:lnTo>
                <a:lnTo>
                  <a:pt x="601" y="371"/>
                </a:lnTo>
                <a:lnTo>
                  <a:pt x="600" y="371"/>
                </a:lnTo>
                <a:lnTo>
                  <a:pt x="600" y="372"/>
                </a:lnTo>
                <a:lnTo>
                  <a:pt x="599" y="373"/>
                </a:lnTo>
                <a:lnTo>
                  <a:pt x="599" y="374"/>
                </a:lnTo>
                <a:lnTo>
                  <a:pt x="598" y="375"/>
                </a:lnTo>
                <a:lnTo>
                  <a:pt x="597" y="375"/>
                </a:lnTo>
                <a:lnTo>
                  <a:pt x="596" y="377"/>
                </a:lnTo>
                <a:lnTo>
                  <a:pt x="595" y="378"/>
                </a:lnTo>
                <a:lnTo>
                  <a:pt x="594" y="378"/>
                </a:lnTo>
                <a:lnTo>
                  <a:pt x="594" y="379"/>
                </a:lnTo>
                <a:lnTo>
                  <a:pt x="594" y="381"/>
                </a:lnTo>
                <a:lnTo>
                  <a:pt x="594" y="382"/>
                </a:lnTo>
                <a:lnTo>
                  <a:pt x="594" y="383"/>
                </a:lnTo>
                <a:lnTo>
                  <a:pt x="594" y="384"/>
                </a:lnTo>
                <a:lnTo>
                  <a:pt x="593" y="384"/>
                </a:lnTo>
                <a:lnTo>
                  <a:pt x="592" y="385"/>
                </a:lnTo>
                <a:lnTo>
                  <a:pt x="591" y="385"/>
                </a:lnTo>
                <a:lnTo>
                  <a:pt x="591" y="386"/>
                </a:lnTo>
                <a:lnTo>
                  <a:pt x="590" y="386"/>
                </a:lnTo>
                <a:lnTo>
                  <a:pt x="590" y="387"/>
                </a:lnTo>
                <a:lnTo>
                  <a:pt x="590" y="388"/>
                </a:lnTo>
                <a:lnTo>
                  <a:pt x="589" y="389"/>
                </a:lnTo>
                <a:lnTo>
                  <a:pt x="588" y="390"/>
                </a:lnTo>
                <a:lnTo>
                  <a:pt x="588" y="391"/>
                </a:lnTo>
                <a:lnTo>
                  <a:pt x="587" y="392"/>
                </a:lnTo>
                <a:lnTo>
                  <a:pt x="587" y="393"/>
                </a:lnTo>
                <a:lnTo>
                  <a:pt x="586" y="394"/>
                </a:lnTo>
                <a:lnTo>
                  <a:pt x="584" y="394"/>
                </a:lnTo>
                <a:lnTo>
                  <a:pt x="583" y="394"/>
                </a:lnTo>
                <a:lnTo>
                  <a:pt x="582" y="394"/>
                </a:lnTo>
                <a:lnTo>
                  <a:pt x="582" y="395"/>
                </a:lnTo>
                <a:lnTo>
                  <a:pt x="581" y="395"/>
                </a:lnTo>
                <a:lnTo>
                  <a:pt x="581" y="396"/>
                </a:lnTo>
                <a:lnTo>
                  <a:pt x="582" y="397"/>
                </a:lnTo>
                <a:lnTo>
                  <a:pt x="584" y="397"/>
                </a:lnTo>
                <a:lnTo>
                  <a:pt x="585" y="397"/>
                </a:lnTo>
                <a:lnTo>
                  <a:pt x="585" y="398"/>
                </a:lnTo>
                <a:lnTo>
                  <a:pt x="585" y="399"/>
                </a:lnTo>
                <a:lnTo>
                  <a:pt x="585" y="400"/>
                </a:lnTo>
                <a:lnTo>
                  <a:pt x="584" y="400"/>
                </a:lnTo>
                <a:lnTo>
                  <a:pt x="583" y="400"/>
                </a:lnTo>
                <a:lnTo>
                  <a:pt x="582" y="399"/>
                </a:lnTo>
                <a:lnTo>
                  <a:pt x="581" y="398"/>
                </a:lnTo>
                <a:lnTo>
                  <a:pt x="580" y="398"/>
                </a:lnTo>
                <a:lnTo>
                  <a:pt x="579" y="397"/>
                </a:lnTo>
                <a:lnTo>
                  <a:pt x="578" y="397"/>
                </a:lnTo>
                <a:lnTo>
                  <a:pt x="578" y="398"/>
                </a:lnTo>
                <a:lnTo>
                  <a:pt x="577" y="398"/>
                </a:lnTo>
                <a:lnTo>
                  <a:pt x="577" y="399"/>
                </a:lnTo>
                <a:lnTo>
                  <a:pt x="576" y="399"/>
                </a:lnTo>
                <a:lnTo>
                  <a:pt x="577" y="399"/>
                </a:lnTo>
                <a:lnTo>
                  <a:pt x="577" y="400"/>
                </a:lnTo>
                <a:lnTo>
                  <a:pt x="578" y="401"/>
                </a:lnTo>
                <a:lnTo>
                  <a:pt x="579" y="402"/>
                </a:lnTo>
                <a:lnTo>
                  <a:pt x="580" y="402"/>
                </a:lnTo>
                <a:lnTo>
                  <a:pt x="581" y="403"/>
                </a:lnTo>
                <a:lnTo>
                  <a:pt x="582" y="404"/>
                </a:lnTo>
                <a:lnTo>
                  <a:pt x="582" y="405"/>
                </a:lnTo>
                <a:lnTo>
                  <a:pt x="583" y="406"/>
                </a:lnTo>
                <a:lnTo>
                  <a:pt x="583" y="407"/>
                </a:lnTo>
                <a:lnTo>
                  <a:pt x="583" y="408"/>
                </a:lnTo>
                <a:lnTo>
                  <a:pt x="583" y="409"/>
                </a:lnTo>
                <a:lnTo>
                  <a:pt x="582" y="411"/>
                </a:lnTo>
                <a:lnTo>
                  <a:pt x="582" y="413"/>
                </a:lnTo>
                <a:lnTo>
                  <a:pt x="581" y="416"/>
                </a:lnTo>
                <a:lnTo>
                  <a:pt x="581" y="417"/>
                </a:lnTo>
                <a:lnTo>
                  <a:pt x="581" y="418"/>
                </a:lnTo>
                <a:lnTo>
                  <a:pt x="580" y="418"/>
                </a:lnTo>
                <a:lnTo>
                  <a:pt x="580" y="419"/>
                </a:lnTo>
                <a:lnTo>
                  <a:pt x="578" y="419"/>
                </a:lnTo>
                <a:lnTo>
                  <a:pt x="577" y="419"/>
                </a:lnTo>
                <a:lnTo>
                  <a:pt x="577" y="420"/>
                </a:lnTo>
                <a:lnTo>
                  <a:pt x="578" y="420"/>
                </a:lnTo>
                <a:lnTo>
                  <a:pt x="578" y="421"/>
                </a:lnTo>
                <a:lnTo>
                  <a:pt x="579" y="421"/>
                </a:lnTo>
                <a:lnTo>
                  <a:pt x="581" y="421"/>
                </a:lnTo>
                <a:lnTo>
                  <a:pt x="582" y="421"/>
                </a:lnTo>
                <a:lnTo>
                  <a:pt x="583" y="422"/>
                </a:lnTo>
                <a:lnTo>
                  <a:pt x="583" y="423"/>
                </a:lnTo>
                <a:lnTo>
                  <a:pt x="583" y="425"/>
                </a:lnTo>
                <a:lnTo>
                  <a:pt x="583" y="426"/>
                </a:lnTo>
                <a:lnTo>
                  <a:pt x="582" y="427"/>
                </a:lnTo>
                <a:lnTo>
                  <a:pt x="582" y="428"/>
                </a:lnTo>
                <a:lnTo>
                  <a:pt x="583" y="428"/>
                </a:lnTo>
                <a:lnTo>
                  <a:pt x="584" y="429"/>
                </a:lnTo>
                <a:lnTo>
                  <a:pt x="584" y="430"/>
                </a:lnTo>
                <a:lnTo>
                  <a:pt x="584" y="431"/>
                </a:lnTo>
                <a:lnTo>
                  <a:pt x="583" y="432"/>
                </a:lnTo>
                <a:lnTo>
                  <a:pt x="582" y="435"/>
                </a:lnTo>
                <a:lnTo>
                  <a:pt x="582" y="436"/>
                </a:lnTo>
                <a:lnTo>
                  <a:pt x="581" y="436"/>
                </a:lnTo>
                <a:lnTo>
                  <a:pt x="581" y="435"/>
                </a:lnTo>
                <a:lnTo>
                  <a:pt x="580" y="435"/>
                </a:lnTo>
                <a:lnTo>
                  <a:pt x="579" y="436"/>
                </a:lnTo>
                <a:lnTo>
                  <a:pt x="580" y="437"/>
                </a:lnTo>
                <a:lnTo>
                  <a:pt x="582" y="437"/>
                </a:lnTo>
                <a:lnTo>
                  <a:pt x="583" y="437"/>
                </a:lnTo>
                <a:lnTo>
                  <a:pt x="584" y="437"/>
                </a:lnTo>
                <a:lnTo>
                  <a:pt x="585" y="438"/>
                </a:lnTo>
                <a:lnTo>
                  <a:pt x="585" y="439"/>
                </a:lnTo>
                <a:lnTo>
                  <a:pt x="585" y="440"/>
                </a:lnTo>
                <a:lnTo>
                  <a:pt x="585" y="441"/>
                </a:lnTo>
                <a:lnTo>
                  <a:pt x="584" y="441"/>
                </a:lnTo>
                <a:lnTo>
                  <a:pt x="584" y="442"/>
                </a:lnTo>
                <a:lnTo>
                  <a:pt x="583" y="442"/>
                </a:lnTo>
                <a:lnTo>
                  <a:pt x="583" y="443"/>
                </a:lnTo>
                <a:lnTo>
                  <a:pt x="584" y="443"/>
                </a:lnTo>
                <a:lnTo>
                  <a:pt x="585" y="443"/>
                </a:lnTo>
                <a:lnTo>
                  <a:pt x="585" y="442"/>
                </a:lnTo>
                <a:lnTo>
                  <a:pt x="586" y="442"/>
                </a:lnTo>
                <a:lnTo>
                  <a:pt x="586" y="441"/>
                </a:lnTo>
                <a:lnTo>
                  <a:pt x="587" y="441"/>
                </a:lnTo>
                <a:lnTo>
                  <a:pt x="588" y="441"/>
                </a:lnTo>
                <a:lnTo>
                  <a:pt x="588" y="442"/>
                </a:lnTo>
                <a:lnTo>
                  <a:pt x="588" y="443"/>
                </a:lnTo>
                <a:lnTo>
                  <a:pt x="587" y="443"/>
                </a:lnTo>
                <a:lnTo>
                  <a:pt x="586" y="445"/>
                </a:lnTo>
                <a:lnTo>
                  <a:pt x="586" y="446"/>
                </a:lnTo>
                <a:lnTo>
                  <a:pt x="586" y="447"/>
                </a:lnTo>
                <a:lnTo>
                  <a:pt x="586" y="448"/>
                </a:lnTo>
                <a:lnTo>
                  <a:pt x="587" y="448"/>
                </a:lnTo>
                <a:lnTo>
                  <a:pt x="587" y="449"/>
                </a:lnTo>
                <a:lnTo>
                  <a:pt x="586" y="449"/>
                </a:lnTo>
                <a:lnTo>
                  <a:pt x="586" y="450"/>
                </a:lnTo>
                <a:lnTo>
                  <a:pt x="585" y="450"/>
                </a:lnTo>
                <a:lnTo>
                  <a:pt x="584" y="449"/>
                </a:lnTo>
                <a:lnTo>
                  <a:pt x="584" y="448"/>
                </a:lnTo>
                <a:lnTo>
                  <a:pt x="583" y="447"/>
                </a:lnTo>
                <a:lnTo>
                  <a:pt x="582" y="447"/>
                </a:lnTo>
                <a:lnTo>
                  <a:pt x="582" y="448"/>
                </a:lnTo>
                <a:lnTo>
                  <a:pt x="581" y="448"/>
                </a:lnTo>
                <a:lnTo>
                  <a:pt x="581" y="449"/>
                </a:lnTo>
                <a:lnTo>
                  <a:pt x="581" y="450"/>
                </a:lnTo>
                <a:lnTo>
                  <a:pt x="582" y="450"/>
                </a:lnTo>
                <a:lnTo>
                  <a:pt x="582" y="451"/>
                </a:lnTo>
                <a:lnTo>
                  <a:pt x="583" y="452"/>
                </a:lnTo>
                <a:lnTo>
                  <a:pt x="584" y="452"/>
                </a:lnTo>
                <a:lnTo>
                  <a:pt x="585" y="452"/>
                </a:lnTo>
                <a:lnTo>
                  <a:pt x="585" y="453"/>
                </a:lnTo>
                <a:lnTo>
                  <a:pt x="586" y="454"/>
                </a:lnTo>
                <a:lnTo>
                  <a:pt x="587" y="455"/>
                </a:lnTo>
                <a:lnTo>
                  <a:pt x="587" y="456"/>
                </a:lnTo>
                <a:lnTo>
                  <a:pt x="587" y="457"/>
                </a:lnTo>
                <a:lnTo>
                  <a:pt x="588" y="458"/>
                </a:lnTo>
                <a:lnTo>
                  <a:pt x="589" y="459"/>
                </a:lnTo>
                <a:lnTo>
                  <a:pt x="591" y="461"/>
                </a:lnTo>
                <a:lnTo>
                  <a:pt x="591" y="462"/>
                </a:lnTo>
                <a:lnTo>
                  <a:pt x="591" y="463"/>
                </a:lnTo>
                <a:lnTo>
                  <a:pt x="592" y="463"/>
                </a:lnTo>
                <a:lnTo>
                  <a:pt x="593" y="463"/>
                </a:lnTo>
                <a:lnTo>
                  <a:pt x="594" y="464"/>
                </a:lnTo>
                <a:lnTo>
                  <a:pt x="595" y="465"/>
                </a:lnTo>
                <a:lnTo>
                  <a:pt x="594" y="465"/>
                </a:lnTo>
                <a:lnTo>
                  <a:pt x="594" y="466"/>
                </a:lnTo>
                <a:lnTo>
                  <a:pt x="594" y="467"/>
                </a:lnTo>
                <a:lnTo>
                  <a:pt x="594" y="468"/>
                </a:lnTo>
                <a:lnTo>
                  <a:pt x="594" y="469"/>
                </a:lnTo>
                <a:lnTo>
                  <a:pt x="594" y="470"/>
                </a:lnTo>
                <a:lnTo>
                  <a:pt x="595" y="471"/>
                </a:lnTo>
                <a:lnTo>
                  <a:pt x="595" y="472"/>
                </a:lnTo>
                <a:lnTo>
                  <a:pt x="595" y="474"/>
                </a:lnTo>
                <a:lnTo>
                  <a:pt x="596" y="475"/>
                </a:lnTo>
                <a:lnTo>
                  <a:pt x="596" y="476"/>
                </a:lnTo>
                <a:lnTo>
                  <a:pt x="596" y="477"/>
                </a:lnTo>
                <a:lnTo>
                  <a:pt x="596" y="478"/>
                </a:lnTo>
                <a:lnTo>
                  <a:pt x="596" y="479"/>
                </a:lnTo>
                <a:lnTo>
                  <a:pt x="596" y="480"/>
                </a:lnTo>
                <a:lnTo>
                  <a:pt x="596" y="481"/>
                </a:lnTo>
                <a:lnTo>
                  <a:pt x="595" y="481"/>
                </a:lnTo>
                <a:lnTo>
                  <a:pt x="595" y="482"/>
                </a:lnTo>
                <a:lnTo>
                  <a:pt x="594" y="482"/>
                </a:lnTo>
                <a:lnTo>
                  <a:pt x="593" y="483"/>
                </a:lnTo>
                <a:lnTo>
                  <a:pt x="593" y="484"/>
                </a:lnTo>
                <a:lnTo>
                  <a:pt x="593" y="485"/>
                </a:lnTo>
                <a:lnTo>
                  <a:pt x="593" y="486"/>
                </a:lnTo>
                <a:lnTo>
                  <a:pt x="594" y="486"/>
                </a:lnTo>
                <a:lnTo>
                  <a:pt x="594" y="487"/>
                </a:lnTo>
                <a:lnTo>
                  <a:pt x="595" y="488"/>
                </a:lnTo>
                <a:lnTo>
                  <a:pt x="595" y="489"/>
                </a:lnTo>
                <a:lnTo>
                  <a:pt x="595" y="490"/>
                </a:lnTo>
                <a:lnTo>
                  <a:pt x="595" y="491"/>
                </a:lnTo>
                <a:lnTo>
                  <a:pt x="595" y="492"/>
                </a:lnTo>
                <a:lnTo>
                  <a:pt x="595" y="493"/>
                </a:lnTo>
                <a:lnTo>
                  <a:pt x="595" y="494"/>
                </a:lnTo>
                <a:lnTo>
                  <a:pt x="594" y="494"/>
                </a:lnTo>
                <a:lnTo>
                  <a:pt x="594" y="495"/>
                </a:lnTo>
                <a:lnTo>
                  <a:pt x="593" y="496"/>
                </a:lnTo>
                <a:lnTo>
                  <a:pt x="593" y="497"/>
                </a:lnTo>
                <a:lnTo>
                  <a:pt x="593" y="499"/>
                </a:lnTo>
                <a:lnTo>
                  <a:pt x="593" y="500"/>
                </a:lnTo>
                <a:lnTo>
                  <a:pt x="592" y="501"/>
                </a:lnTo>
                <a:lnTo>
                  <a:pt x="592" y="502"/>
                </a:lnTo>
                <a:lnTo>
                  <a:pt x="592" y="503"/>
                </a:lnTo>
                <a:lnTo>
                  <a:pt x="592" y="504"/>
                </a:lnTo>
                <a:lnTo>
                  <a:pt x="593" y="504"/>
                </a:lnTo>
                <a:lnTo>
                  <a:pt x="593" y="505"/>
                </a:lnTo>
                <a:lnTo>
                  <a:pt x="594" y="505"/>
                </a:lnTo>
                <a:lnTo>
                  <a:pt x="594" y="506"/>
                </a:lnTo>
                <a:lnTo>
                  <a:pt x="594" y="507"/>
                </a:lnTo>
                <a:lnTo>
                  <a:pt x="594" y="508"/>
                </a:lnTo>
                <a:lnTo>
                  <a:pt x="593" y="508"/>
                </a:lnTo>
                <a:lnTo>
                  <a:pt x="593" y="509"/>
                </a:lnTo>
                <a:lnTo>
                  <a:pt x="594" y="510"/>
                </a:lnTo>
                <a:lnTo>
                  <a:pt x="594" y="513"/>
                </a:lnTo>
                <a:lnTo>
                  <a:pt x="595" y="513"/>
                </a:lnTo>
                <a:lnTo>
                  <a:pt x="595" y="515"/>
                </a:lnTo>
                <a:lnTo>
                  <a:pt x="594" y="516"/>
                </a:lnTo>
                <a:lnTo>
                  <a:pt x="594" y="517"/>
                </a:lnTo>
                <a:lnTo>
                  <a:pt x="593" y="517"/>
                </a:lnTo>
                <a:lnTo>
                  <a:pt x="593" y="519"/>
                </a:lnTo>
                <a:lnTo>
                  <a:pt x="592" y="519"/>
                </a:lnTo>
                <a:lnTo>
                  <a:pt x="592" y="520"/>
                </a:lnTo>
                <a:lnTo>
                  <a:pt x="592" y="521"/>
                </a:lnTo>
                <a:lnTo>
                  <a:pt x="593" y="521"/>
                </a:lnTo>
                <a:lnTo>
                  <a:pt x="593" y="522"/>
                </a:lnTo>
                <a:lnTo>
                  <a:pt x="593" y="523"/>
                </a:lnTo>
                <a:lnTo>
                  <a:pt x="593" y="524"/>
                </a:lnTo>
                <a:lnTo>
                  <a:pt x="593" y="525"/>
                </a:lnTo>
                <a:lnTo>
                  <a:pt x="593" y="526"/>
                </a:lnTo>
                <a:lnTo>
                  <a:pt x="592" y="526"/>
                </a:lnTo>
                <a:lnTo>
                  <a:pt x="592" y="527"/>
                </a:lnTo>
                <a:lnTo>
                  <a:pt x="592" y="528"/>
                </a:lnTo>
                <a:lnTo>
                  <a:pt x="592" y="529"/>
                </a:lnTo>
                <a:lnTo>
                  <a:pt x="592" y="530"/>
                </a:lnTo>
                <a:lnTo>
                  <a:pt x="592" y="531"/>
                </a:lnTo>
                <a:lnTo>
                  <a:pt x="593" y="531"/>
                </a:lnTo>
                <a:lnTo>
                  <a:pt x="593" y="533"/>
                </a:lnTo>
                <a:lnTo>
                  <a:pt x="593" y="535"/>
                </a:lnTo>
                <a:lnTo>
                  <a:pt x="593" y="536"/>
                </a:lnTo>
                <a:lnTo>
                  <a:pt x="594" y="537"/>
                </a:lnTo>
                <a:lnTo>
                  <a:pt x="594" y="538"/>
                </a:lnTo>
                <a:lnTo>
                  <a:pt x="595" y="539"/>
                </a:lnTo>
                <a:lnTo>
                  <a:pt x="596" y="541"/>
                </a:lnTo>
                <a:lnTo>
                  <a:pt x="595" y="541"/>
                </a:lnTo>
                <a:lnTo>
                  <a:pt x="595" y="542"/>
                </a:lnTo>
                <a:lnTo>
                  <a:pt x="596" y="543"/>
                </a:lnTo>
                <a:lnTo>
                  <a:pt x="596" y="544"/>
                </a:lnTo>
                <a:lnTo>
                  <a:pt x="597" y="544"/>
                </a:lnTo>
                <a:lnTo>
                  <a:pt x="597" y="545"/>
                </a:lnTo>
                <a:lnTo>
                  <a:pt x="597" y="546"/>
                </a:lnTo>
                <a:lnTo>
                  <a:pt x="598" y="546"/>
                </a:lnTo>
                <a:lnTo>
                  <a:pt x="598" y="547"/>
                </a:lnTo>
                <a:lnTo>
                  <a:pt x="598" y="548"/>
                </a:lnTo>
                <a:lnTo>
                  <a:pt x="599" y="548"/>
                </a:lnTo>
                <a:lnTo>
                  <a:pt x="599" y="549"/>
                </a:lnTo>
                <a:lnTo>
                  <a:pt x="599" y="550"/>
                </a:lnTo>
                <a:lnTo>
                  <a:pt x="599" y="551"/>
                </a:lnTo>
                <a:lnTo>
                  <a:pt x="600" y="552"/>
                </a:lnTo>
                <a:lnTo>
                  <a:pt x="600" y="553"/>
                </a:lnTo>
                <a:lnTo>
                  <a:pt x="599" y="553"/>
                </a:lnTo>
                <a:lnTo>
                  <a:pt x="599" y="554"/>
                </a:lnTo>
                <a:lnTo>
                  <a:pt x="599" y="555"/>
                </a:lnTo>
                <a:lnTo>
                  <a:pt x="599" y="556"/>
                </a:lnTo>
                <a:lnTo>
                  <a:pt x="600" y="556"/>
                </a:lnTo>
                <a:lnTo>
                  <a:pt x="601" y="556"/>
                </a:lnTo>
                <a:lnTo>
                  <a:pt x="601" y="557"/>
                </a:lnTo>
                <a:lnTo>
                  <a:pt x="602" y="557"/>
                </a:lnTo>
                <a:lnTo>
                  <a:pt x="602" y="558"/>
                </a:lnTo>
                <a:lnTo>
                  <a:pt x="602" y="559"/>
                </a:lnTo>
                <a:lnTo>
                  <a:pt x="602" y="560"/>
                </a:lnTo>
                <a:lnTo>
                  <a:pt x="601" y="560"/>
                </a:lnTo>
                <a:lnTo>
                  <a:pt x="601" y="561"/>
                </a:lnTo>
                <a:lnTo>
                  <a:pt x="601" y="563"/>
                </a:lnTo>
                <a:lnTo>
                  <a:pt x="601" y="564"/>
                </a:lnTo>
                <a:lnTo>
                  <a:pt x="602" y="564"/>
                </a:lnTo>
                <a:lnTo>
                  <a:pt x="602" y="565"/>
                </a:lnTo>
                <a:lnTo>
                  <a:pt x="603" y="565"/>
                </a:lnTo>
                <a:lnTo>
                  <a:pt x="602" y="566"/>
                </a:lnTo>
                <a:lnTo>
                  <a:pt x="602" y="567"/>
                </a:lnTo>
                <a:lnTo>
                  <a:pt x="602" y="568"/>
                </a:lnTo>
                <a:lnTo>
                  <a:pt x="603" y="568"/>
                </a:lnTo>
                <a:lnTo>
                  <a:pt x="603" y="569"/>
                </a:lnTo>
                <a:lnTo>
                  <a:pt x="602" y="570"/>
                </a:lnTo>
                <a:lnTo>
                  <a:pt x="602" y="571"/>
                </a:lnTo>
                <a:lnTo>
                  <a:pt x="602" y="572"/>
                </a:lnTo>
                <a:lnTo>
                  <a:pt x="603" y="572"/>
                </a:lnTo>
                <a:lnTo>
                  <a:pt x="604" y="572"/>
                </a:lnTo>
                <a:lnTo>
                  <a:pt x="605" y="572"/>
                </a:lnTo>
                <a:lnTo>
                  <a:pt x="606" y="571"/>
                </a:lnTo>
                <a:lnTo>
                  <a:pt x="607" y="572"/>
                </a:lnTo>
                <a:lnTo>
                  <a:pt x="607" y="574"/>
                </a:lnTo>
                <a:lnTo>
                  <a:pt x="607" y="575"/>
                </a:lnTo>
                <a:lnTo>
                  <a:pt x="607" y="576"/>
                </a:lnTo>
                <a:lnTo>
                  <a:pt x="607" y="577"/>
                </a:lnTo>
                <a:lnTo>
                  <a:pt x="607" y="578"/>
                </a:lnTo>
                <a:lnTo>
                  <a:pt x="608" y="578"/>
                </a:lnTo>
                <a:lnTo>
                  <a:pt x="608" y="579"/>
                </a:lnTo>
                <a:lnTo>
                  <a:pt x="609" y="580"/>
                </a:lnTo>
                <a:lnTo>
                  <a:pt x="610" y="583"/>
                </a:lnTo>
                <a:lnTo>
                  <a:pt x="610" y="584"/>
                </a:lnTo>
                <a:lnTo>
                  <a:pt x="610" y="585"/>
                </a:lnTo>
                <a:lnTo>
                  <a:pt x="609" y="585"/>
                </a:lnTo>
                <a:lnTo>
                  <a:pt x="609" y="586"/>
                </a:lnTo>
                <a:lnTo>
                  <a:pt x="610" y="586"/>
                </a:lnTo>
                <a:lnTo>
                  <a:pt x="610" y="587"/>
                </a:lnTo>
                <a:lnTo>
                  <a:pt x="611" y="588"/>
                </a:lnTo>
                <a:lnTo>
                  <a:pt x="611" y="589"/>
                </a:lnTo>
                <a:lnTo>
                  <a:pt x="611" y="590"/>
                </a:lnTo>
                <a:lnTo>
                  <a:pt x="611" y="591"/>
                </a:lnTo>
                <a:lnTo>
                  <a:pt x="611" y="592"/>
                </a:lnTo>
                <a:lnTo>
                  <a:pt x="611" y="593"/>
                </a:lnTo>
                <a:lnTo>
                  <a:pt x="611" y="594"/>
                </a:lnTo>
                <a:lnTo>
                  <a:pt x="612" y="595"/>
                </a:lnTo>
                <a:lnTo>
                  <a:pt x="612" y="596"/>
                </a:lnTo>
                <a:lnTo>
                  <a:pt x="612" y="597"/>
                </a:lnTo>
                <a:lnTo>
                  <a:pt x="612" y="598"/>
                </a:lnTo>
                <a:lnTo>
                  <a:pt x="612" y="599"/>
                </a:lnTo>
                <a:lnTo>
                  <a:pt x="612" y="600"/>
                </a:lnTo>
                <a:lnTo>
                  <a:pt x="613" y="600"/>
                </a:lnTo>
                <a:lnTo>
                  <a:pt x="613" y="601"/>
                </a:lnTo>
                <a:lnTo>
                  <a:pt x="614" y="601"/>
                </a:lnTo>
                <a:lnTo>
                  <a:pt x="614" y="604"/>
                </a:lnTo>
                <a:lnTo>
                  <a:pt x="614" y="605"/>
                </a:lnTo>
                <a:lnTo>
                  <a:pt x="615" y="605"/>
                </a:lnTo>
                <a:lnTo>
                  <a:pt x="616" y="606"/>
                </a:lnTo>
                <a:lnTo>
                  <a:pt x="616" y="607"/>
                </a:lnTo>
                <a:lnTo>
                  <a:pt x="617" y="607"/>
                </a:lnTo>
                <a:lnTo>
                  <a:pt x="617" y="608"/>
                </a:lnTo>
                <a:lnTo>
                  <a:pt x="617" y="610"/>
                </a:lnTo>
                <a:lnTo>
                  <a:pt x="617" y="612"/>
                </a:lnTo>
                <a:lnTo>
                  <a:pt x="616" y="612"/>
                </a:lnTo>
                <a:lnTo>
                  <a:pt x="616" y="613"/>
                </a:lnTo>
                <a:lnTo>
                  <a:pt x="617" y="613"/>
                </a:lnTo>
                <a:lnTo>
                  <a:pt x="616" y="614"/>
                </a:lnTo>
                <a:lnTo>
                  <a:pt x="617" y="614"/>
                </a:lnTo>
                <a:lnTo>
                  <a:pt x="617" y="615"/>
                </a:lnTo>
                <a:lnTo>
                  <a:pt x="616" y="618"/>
                </a:lnTo>
                <a:lnTo>
                  <a:pt x="615" y="618"/>
                </a:lnTo>
                <a:lnTo>
                  <a:pt x="614" y="619"/>
                </a:lnTo>
                <a:lnTo>
                  <a:pt x="614" y="620"/>
                </a:lnTo>
                <a:lnTo>
                  <a:pt x="613" y="620"/>
                </a:lnTo>
                <a:lnTo>
                  <a:pt x="613" y="621"/>
                </a:lnTo>
                <a:lnTo>
                  <a:pt x="612" y="623"/>
                </a:lnTo>
                <a:lnTo>
                  <a:pt x="612" y="624"/>
                </a:lnTo>
                <a:lnTo>
                  <a:pt x="611" y="625"/>
                </a:lnTo>
                <a:lnTo>
                  <a:pt x="611" y="626"/>
                </a:lnTo>
                <a:lnTo>
                  <a:pt x="611" y="627"/>
                </a:lnTo>
                <a:lnTo>
                  <a:pt x="611" y="628"/>
                </a:lnTo>
                <a:lnTo>
                  <a:pt x="611" y="629"/>
                </a:lnTo>
                <a:lnTo>
                  <a:pt x="610" y="630"/>
                </a:lnTo>
                <a:lnTo>
                  <a:pt x="610" y="631"/>
                </a:lnTo>
                <a:lnTo>
                  <a:pt x="610" y="632"/>
                </a:lnTo>
                <a:lnTo>
                  <a:pt x="609" y="633"/>
                </a:lnTo>
                <a:lnTo>
                  <a:pt x="609" y="634"/>
                </a:lnTo>
                <a:lnTo>
                  <a:pt x="609" y="635"/>
                </a:lnTo>
                <a:lnTo>
                  <a:pt x="608" y="635"/>
                </a:lnTo>
                <a:lnTo>
                  <a:pt x="608" y="636"/>
                </a:lnTo>
                <a:lnTo>
                  <a:pt x="606" y="638"/>
                </a:lnTo>
                <a:lnTo>
                  <a:pt x="605" y="640"/>
                </a:lnTo>
                <a:lnTo>
                  <a:pt x="604" y="640"/>
                </a:lnTo>
                <a:lnTo>
                  <a:pt x="603" y="640"/>
                </a:lnTo>
                <a:lnTo>
                  <a:pt x="603" y="641"/>
                </a:lnTo>
                <a:lnTo>
                  <a:pt x="602" y="642"/>
                </a:lnTo>
                <a:lnTo>
                  <a:pt x="602" y="643"/>
                </a:lnTo>
                <a:lnTo>
                  <a:pt x="601" y="644"/>
                </a:lnTo>
                <a:lnTo>
                  <a:pt x="601" y="645"/>
                </a:lnTo>
                <a:lnTo>
                  <a:pt x="600" y="646"/>
                </a:lnTo>
                <a:lnTo>
                  <a:pt x="599" y="646"/>
                </a:lnTo>
                <a:lnTo>
                  <a:pt x="598" y="647"/>
                </a:lnTo>
                <a:lnTo>
                  <a:pt x="598" y="648"/>
                </a:lnTo>
                <a:lnTo>
                  <a:pt x="598" y="649"/>
                </a:lnTo>
                <a:lnTo>
                  <a:pt x="598" y="650"/>
                </a:lnTo>
                <a:lnTo>
                  <a:pt x="598" y="651"/>
                </a:lnTo>
                <a:lnTo>
                  <a:pt x="597" y="651"/>
                </a:lnTo>
                <a:lnTo>
                  <a:pt x="597" y="652"/>
                </a:lnTo>
                <a:lnTo>
                  <a:pt x="596" y="653"/>
                </a:lnTo>
                <a:lnTo>
                  <a:pt x="596" y="654"/>
                </a:lnTo>
                <a:lnTo>
                  <a:pt x="595" y="655"/>
                </a:lnTo>
                <a:lnTo>
                  <a:pt x="596" y="656"/>
                </a:lnTo>
                <a:lnTo>
                  <a:pt x="596" y="657"/>
                </a:lnTo>
                <a:lnTo>
                  <a:pt x="595" y="657"/>
                </a:lnTo>
                <a:lnTo>
                  <a:pt x="595" y="658"/>
                </a:lnTo>
                <a:lnTo>
                  <a:pt x="595" y="659"/>
                </a:lnTo>
                <a:lnTo>
                  <a:pt x="595" y="660"/>
                </a:lnTo>
                <a:lnTo>
                  <a:pt x="595" y="661"/>
                </a:lnTo>
                <a:lnTo>
                  <a:pt x="595" y="662"/>
                </a:lnTo>
                <a:lnTo>
                  <a:pt x="594" y="662"/>
                </a:lnTo>
                <a:lnTo>
                  <a:pt x="594" y="663"/>
                </a:lnTo>
                <a:lnTo>
                  <a:pt x="594" y="664"/>
                </a:lnTo>
                <a:lnTo>
                  <a:pt x="593" y="664"/>
                </a:lnTo>
                <a:lnTo>
                  <a:pt x="592" y="664"/>
                </a:lnTo>
                <a:lnTo>
                  <a:pt x="592" y="665"/>
                </a:lnTo>
                <a:lnTo>
                  <a:pt x="591" y="665"/>
                </a:lnTo>
                <a:lnTo>
                  <a:pt x="591" y="666"/>
                </a:lnTo>
                <a:lnTo>
                  <a:pt x="591" y="667"/>
                </a:lnTo>
                <a:lnTo>
                  <a:pt x="591" y="668"/>
                </a:lnTo>
                <a:lnTo>
                  <a:pt x="590" y="668"/>
                </a:lnTo>
                <a:lnTo>
                  <a:pt x="590" y="669"/>
                </a:lnTo>
                <a:lnTo>
                  <a:pt x="591" y="670"/>
                </a:lnTo>
                <a:lnTo>
                  <a:pt x="591" y="671"/>
                </a:lnTo>
                <a:lnTo>
                  <a:pt x="591" y="672"/>
                </a:lnTo>
                <a:lnTo>
                  <a:pt x="591" y="673"/>
                </a:lnTo>
                <a:lnTo>
                  <a:pt x="591" y="674"/>
                </a:lnTo>
                <a:lnTo>
                  <a:pt x="590" y="675"/>
                </a:lnTo>
                <a:lnTo>
                  <a:pt x="590" y="676"/>
                </a:lnTo>
                <a:lnTo>
                  <a:pt x="590" y="677"/>
                </a:lnTo>
                <a:lnTo>
                  <a:pt x="590" y="678"/>
                </a:lnTo>
                <a:lnTo>
                  <a:pt x="590" y="679"/>
                </a:lnTo>
                <a:lnTo>
                  <a:pt x="590" y="680"/>
                </a:lnTo>
                <a:lnTo>
                  <a:pt x="590" y="682"/>
                </a:lnTo>
                <a:lnTo>
                  <a:pt x="591" y="684"/>
                </a:lnTo>
                <a:lnTo>
                  <a:pt x="591" y="685"/>
                </a:lnTo>
                <a:lnTo>
                  <a:pt x="592" y="685"/>
                </a:lnTo>
                <a:lnTo>
                  <a:pt x="592" y="686"/>
                </a:lnTo>
                <a:lnTo>
                  <a:pt x="592" y="687"/>
                </a:lnTo>
                <a:lnTo>
                  <a:pt x="591" y="688"/>
                </a:lnTo>
                <a:lnTo>
                  <a:pt x="591" y="689"/>
                </a:lnTo>
                <a:lnTo>
                  <a:pt x="591" y="690"/>
                </a:lnTo>
                <a:lnTo>
                  <a:pt x="590" y="691"/>
                </a:lnTo>
                <a:lnTo>
                  <a:pt x="590" y="692"/>
                </a:lnTo>
                <a:lnTo>
                  <a:pt x="590" y="693"/>
                </a:lnTo>
                <a:lnTo>
                  <a:pt x="589" y="693"/>
                </a:lnTo>
                <a:lnTo>
                  <a:pt x="589" y="694"/>
                </a:lnTo>
                <a:lnTo>
                  <a:pt x="588" y="694"/>
                </a:lnTo>
                <a:lnTo>
                  <a:pt x="587" y="694"/>
                </a:lnTo>
                <a:lnTo>
                  <a:pt x="587" y="695"/>
                </a:lnTo>
                <a:lnTo>
                  <a:pt x="587" y="696"/>
                </a:lnTo>
                <a:lnTo>
                  <a:pt x="588" y="697"/>
                </a:lnTo>
                <a:lnTo>
                  <a:pt x="588" y="698"/>
                </a:lnTo>
                <a:lnTo>
                  <a:pt x="588" y="699"/>
                </a:lnTo>
                <a:lnTo>
                  <a:pt x="588" y="700"/>
                </a:lnTo>
                <a:lnTo>
                  <a:pt x="587" y="701"/>
                </a:lnTo>
                <a:lnTo>
                  <a:pt x="587" y="703"/>
                </a:lnTo>
                <a:lnTo>
                  <a:pt x="586" y="703"/>
                </a:lnTo>
                <a:lnTo>
                  <a:pt x="585" y="704"/>
                </a:lnTo>
                <a:lnTo>
                  <a:pt x="584" y="704"/>
                </a:lnTo>
                <a:lnTo>
                  <a:pt x="584" y="705"/>
                </a:lnTo>
                <a:lnTo>
                  <a:pt x="585" y="706"/>
                </a:lnTo>
                <a:lnTo>
                  <a:pt x="585" y="707"/>
                </a:lnTo>
                <a:lnTo>
                  <a:pt x="585" y="708"/>
                </a:lnTo>
                <a:lnTo>
                  <a:pt x="584" y="708"/>
                </a:lnTo>
                <a:lnTo>
                  <a:pt x="584" y="709"/>
                </a:lnTo>
                <a:lnTo>
                  <a:pt x="583" y="710"/>
                </a:lnTo>
                <a:lnTo>
                  <a:pt x="582" y="710"/>
                </a:lnTo>
                <a:lnTo>
                  <a:pt x="582" y="711"/>
                </a:lnTo>
                <a:lnTo>
                  <a:pt x="581" y="711"/>
                </a:lnTo>
                <a:lnTo>
                  <a:pt x="581" y="712"/>
                </a:lnTo>
                <a:lnTo>
                  <a:pt x="581" y="713"/>
                </a:lnTo>
                <a:lnTo>
                  <a:pt x="581" y="714"/>
                </a:lnTo>
                <a:lnTo>
                  <a:pt x="580" y="715"/>
                </a:lnTo>
                <a:lnTo>
                  <a:pt x="579" y="715"/>
                </a:lnTo>
                <a:lnTo>
                  <a:pt x="579" y="716"/>
                </a:lnTo>
                <a:lnTo>
                  <a:pt x="578" y="716"/>
                </a:lnTo>
                <a:lnTo>
                  <a:pt x="578" y="717"/>
                </a:lnTo>
                <a:lnTo>
                  <a:pt x="577" y="717"/>
                </a:lnTo>
                <a:lnTo>
                  <a:pt x="577" y="718"/>
                </a:lnTo>
                <a:lnTo>
                  <a:pt x="577" y="719"/>
                </a:lnTo>
                <a:lnTo>
                  <a:pt x="577" y="723"/>
                </a:lnTo>
                <a:lnTo>
                  <a:pt x="577" y="724"/>
                </a:lnTo>
                <a:lnTo>
                  <a:pt x="577" y="725"/>
                </a:lnTo>
                <a:lnTo>
                  <a:pt x="577" y="726"/>
                </a:lnTo>
                <a:lnTo>
                  <a:pt x="578" y="726"/>
                </a:lnTo>
                <a:lnTo>
                  <a:pt x="578" y="727"/>
                </a:lnTo>
                <a:lnTo>
                  <a:pt x="578" y="728"/>
                </a:lnTo>
                <a:lnTo>
                  <a:pt x="578" y="729"/>
                </a:lnTo>
                <a:lnTo>
                  <a:pt x="578" y="730"/>
                </a:lnTo>
                <a:lnTo>
                  <a:pt x="578" y="731"/>
                </a:lnTo>
                <a:lnTo>
                  <a:pt x="579" y="731"/>
                </a:lnTo>
                <a:lnTo>
                  <a:pt x="579" y="732"/>
                </a:lnTo>
                <a:lnTo>
                  <a:pt x="579" y="733"/>
                </a:lnTo>
                <a:lnTo>
                  <a:pt x="579" y="734"/>
                </a:lnTo>
                <a:lnTo>
                  <a:pt x="579" y="735"/>
                </a:lnTo>
                <a:lnTo>
                  <a:pt x="579" y="736"/>
                </a:lnTo>
                <a:lnTo>
                  <a:pt x="580" y="736"/>
                </a:lnTo>
                <a:lnTo>
                  <a:pt x="580" y="737"/>
                </a:lnTo>
                <a:lnTo>
                  <a:pt x="580" y="738"/>
                </a:lnTo>
                <a:lnTo>
                  <a:pt x="580" y="739"/>
                </a:lnTo>
                <a:lnTo>
                  <a:pt x="580" y="740"/>
                </a:lnTo>
                <a:lnTo>
                  <a:pt x="580" y="741"/>
                </a:lnTo>
                <a:lnTo>
                  <a:pt x="581" y="742"/>
                </a:lnTo>
                <a:lnTo>
                  <a:pt x="581" y="743"/>
                </a:lnTo>
                <a:lnTo>
                  <a:pt x="581" y="744"/>
                </a:lnTo>
                <a:lnTo>
                  <a:pt x="581" y="745"/>
                </a:lnTo>
                <a:lnTo>
                  <a:pt x="581" y="748"/>
                </a:lnTo>
                <a:lnTo>
                  <a:pt x="581" y="749"/>
                </a:lnTo>
                <a:lnTo>
                  <a:pt x="581" y="750"/>
                </a:lnTo>
                <a:lnTo>
                  <a:pt x="581" y="751"/>
                </a:lnTo>
                <a:lnTo>
                  <a:pt x="580" y="751"/>
                </a:lnTo>
                <a:lnTo>
                  <a:pt x="580" y="752"/>
                </a:lnTo>
                <a:lnTo>
                  <a:pt x="580" y="753"/>
                </a:lnTo>
                <a:lnTo>
                  <a:pt x="580" y="754"/>
                </a:lnTo>
                <a:lnTo>
                  <a:pt x="580" y="755"/>
                </a:lnTo>
                <a:lnTo>
                  <a:pt x="580" y="756"/>
                </a:lnTo>
                <a:lnTo>
                  <a:pt x="580" y="757"/>
                </a:lnTo>
                <a:lnTo>
                  <a:pt x="580" y="759"/>
                </a:lnTo>
                <a:lnTo>
                  <a:pt x="579" y="759"/>
                </a:lnTo>
                <a:lnTo>
                  <a:pt x="579" y="760"/>
                </a:lnTo>
                <a:lnTo>
                  <a:pt x="580" y="761"/>
                </a:lnTo>
                <a:lnTo>
                  <a:pt x="580" y="762"/>
                </a:lnTo>
                <a:lnTo>
                  <a:pt x="580" y="763"/>
                </a:lnTo>
                <a:lnTo>
                  <a:pt x="581" y="763"/>
                </a:lnTo>
                <a:lnTo>
                  <a:pt x="581" y="764"/>
                </a:lnTo>
                <a:lnTo>
                  <a:pt x="582" y="764"/>
                </a:lnTo>
                <a:lnTo>
                  <a:pt x="582" y="765"/>
                </a:lnTo>
                <a:lnTo>
                  <a:pt x="583" y="765"/>
                </a:lnTo>
                <a:lnTo>
                  <a:pt x="583" y="766"/>
                </a:lnTo>
                <a:lnTo>
                  <a:pt x="584" y="766"/>
                </a:lnTo>
                <a:lnTo>
                  <a:pt x="585" y="766"/>
                </a:lnTo>
                <a:lnTo>
                  <a:pt x="586" y="767"/>
                </a:lnTo>
                <a:lnTo>
                  <a:pt x="587" y="767"/>
                </a:lnTo>
                <a:lnTo>
                  <a:pt x="592" y="767"/>
                </a:lnTo>
                <a:lnTo>
                  <a:pt x="594" y="767"/>
                </a:lnTo>
                <a:lnTo>
                  <a:pt x="595" y="767"/>
                </a:lnTo>
                <a:lnTo>
                  <a:pt x="595" y="768"/>
                </a:lnTo>
                <a:lnTo>
                  <a:pt x="596" y="768"/>
                </a:lnTo>
                <a:lnTo>
                  <a:pt x="597" y="768"/>
                </a:lnTo>
                <a:lnTo>
                  <a:pt x="596" y="769"/>
                </a:lnTo>
                <a:lnTo>
                  <a:pt x="596" y="770"/>
                </a:lnTo>
                <a:lnTo>
                  <a:pt x="596" y="772"/>
                </a:lnTo>
                <a:lnTo>
                  <a:pt x="596" y="773"/>
                </a:lnTo>
                <a:lnTo>
                  <a:pt x="595" y="773"/>
                </a:lnTo>
                <a:lnTo>
                  <a:pt x="596" y="773"/>
                </a:lnTo>
                <a:lnTo>
                  <a:pt x="596" y="774"/>
                </a:lnTo>
                <a:lnTo>
                  <a:pt x="597" y="774"/>
                </a:lnTo>
                <a:lnTo>
                  <a:pt x="599" y="774"/>
                </a:lnTo>
                <a:lnTo>
                  <a:pt x="600" y="774"/>
                </a:lnTo>
                <a:lnTo>
                  <a:pt x="600" y="775"/>
                </a:lnTo>
                <a:lnTo>
                  <a:pt x="599" y="775"/>
                </a:lnTo>
                <a:lnTo>
                  <a:pt x="598" y="775"/>
                </a:lnTo>
                <a:lnTo>
                  <a:pt x="597" y="776"/>
                </a:lnTo>
                <a:lnTo>
                  <a:pt x="597" y="777"/>
                </a:lnTo>
                <a:lnTo>
                  <a:pt x="596" y="777"/>
                </a:lnTo>
                <a:lnTo>
                  <a:pt x="596" y="778"/>
                </a:lnTo>
                <a:lnTo>
                  <a:pt x="595" y="778"/>
                </a:lnTo>
                <a:lnTo>
                  <a:pt x="595" y="779"/>
                </a:lnTo>
                <a:lnTo>
                  <a:pt x="595" y="781"/>
                </a:lnTo>
                <a:lnTo>
                  <a:pt x="596" y="782"/>
                </a:lnTo>
                <a:lnTo>
                  <a:pt x="596" y="784"/>
                </a:lnTo>
                <a:lnTo>
                  <a:pt x="597" y="785"/>
                </a:lnTo>
                <a:lnTo>
                  <a:pt x="597" y="784"/>
                </a:lnTo>
                <a:lnTo>
                  <a:pt x="598" y="786"/>
                </a:lnTo>
                <a:lnTo>
                  <a:pt x="598" y="787"/>
                </a:lnTo>
                <a:lnTo>
                  <a:pt x="599" y="788"/>
                </a:lnTo>
                <a:lnTo>
                  <a:pt x="600" y="788"/>
                </a:lnTo>
                <a:lnTo>
                  <a:pt x="600" y="789"/>
                </a:lnTo>
                <a:lnTo>
                  <a:pt x="600" y="790"/>
                </a:lnTo>
                <a:lnTo>
                  <a:pt x="600" y="791"/>
                </a:lnTo>
                <a:lnTo>
                  <a:pt x="601" y="791"/>
                </a:lnTo>
                <a:lnTo>
                  <a:pt x="601" y="792"/>
                </a:lnTo>
                <a:lnTo>
                  <a:pt x="601" y="793"/>
                </a:lnTo>
                <a:lnTo>
                  <a:pt x="602" y="794"/>
                </a:lnTo>
                <a:lnTo>
                  <a:pt x="602" y="795"/>
                </a:lnTo>
                <a:lnTo>
                  <a:pt x="602" y="796"/>
                </a:lnTo>
                <a:lnTo>
                  <a:pt x="603" y="796"/>
                </a:lnTo>
                <a:lnTo>
                  <a:pt x="604" y="796"/>
                </a:lnTo>
                <a:lnTo>
                  <a:pt x="604" y="797"/>
                </a:lnTo>
                <a:lnTo>
                  <a:pt x="605" y="797"/>
                </a:lnTo>
                <a:lnTo>
                  <a:pt x="606" y="798"/>
                </a:lnTo>
                <a:lnTo>
                  <a:pt x="607" y="798"/>
                </a:lnTo>
                <a:lnTo>
                  <a:pt x="608" y="798"/>
                </a:lnTo>
                <a:lnTo>
                  <a:pt x="609" y="798"/>
                </a:lnTo>
                <a:lnTo>
                  <a:pt x="609" y="797"/>
                </a:lnTo>
                <a:lnTo>
                  <a:pt x="610" y="797"/>
                </a:lnTo>
                <a:lnTo>
                  <a:pt x="611" y="797"/>
                </a:lnTo>
                <a:lnTo>
                  <a:pt x="610" y="798"/>
                </a:lnTo>
                <a:lnTo>
                  <a:pt x="610" y="799"/>
                </a:lnTo>
                <a:lnTo>
                  <a:pt x="611" y="800"/>
                </a:lnTo>
                <a:lnTo>
                  <a:pt x="611" y="801"/>
                </a:lnTo>
                <a:lnTo>
                  <a:pt x="611" y="802"/>
                </a:lnTo>
                <a:lnTo>
                  <a:pt x="612" y="803"/>
                </a:lnTo>
                <a:lnTo>
                  <a:pt x="612" y="804"/>
                </a:lnTo>
                <a:lnTo>
                  <a:pt x="612" y="805"/>
                </a:lnTo>
                <a:lnTo>
                  <a:pt x="613" y="805"/>
                </a:lnTo>
                <a:lnTo>
                  <a:pt x="614" y="805"/>
                </a:lnTo>
                <a:lnTo>
                  <a:pt x="614" y="806"/>
                </a:lnTo>
                <a:lnTo>
                  <a:pt x="614" y="807"/>
                </a:lnTo>
                <a:lnTo>
                  <a:pt x="615" y="807"/>
                </a:lnTo>
                <a:lnTo>
                  <a:pt x="614" y="808"/>
                </a:lnTo>
                <a:lnTo>
                  <a:pt x="614" y="810"/>
                </a:lnTo>
                <a:lnTo>
                  <a:pt x="613" y="811"/>
                </a:lnTo>
                <a:lnTo>
                  <a:pt x="611" y="810"/>
                </a:lnTo>
                <a:lnTo>
                  <a:pt x="611" y="811"/>
                </a:lnTo>
                <a:lnTo>
                  <a:pt x="610" y="813"/>
                </a:lnTo>
                <a:lnTo>
                  <a:pt x="609" y="813"/>
                </a:lnTo>
                <a:lnTo>
                  <a:pt x="609" y="814"/>
                </a:lnTo>
                <a:lnTo>
                  <a:pt x="608" y="815"/>
                </a:lnTo>
                <a:lnTo>
                  <a:pt x="607" y="815"/>
                </a:lnTo>
                <a:lnTo>
                  <a:pt x="606" y="815"/>
                </a:lnTo>
                <a:lnTo>
                  <a:pt x="606" y="816"/>
                </a:lnTo>
                <a:lnTo>
                  <a:pt x="605" y="817"/>
                </a:lnTo>
                <a:lnTo>
                  <a:pt x="606" y="818"/>
                </a:lnTo>
                <a:lnTo>
                  <a:pt x="608" y="820"/>
                </a:lnTo>
                <a:lnTo>
                  <a:pt x="608" y="821"/>
                </a:lnTo>
                <a:lnTo>
                  <a:pt x="607" y="821"/>
                </a:lnTo>
                <a:lnTo>
                  <a:pt x="607" y="822"/>
                </a:lnTo>
                <a:lnTo>
                  <a:pt x="607" y="823"/>
                </a:lnTo>
                <a:lnTo>
                  <a:pt x="608" y="823"/>
                </a:lnTo>
                <a:lnTo>
                  <a:pt x="609" y="823"/>
                </a:lnTo>
                <a:lnTo>
                  <a:pt x="610" y="823"/>
                </a:lnTo>
                <a:lnTo>
                  <a:pt x="611" y="823"/>
                </a:lnTo>
                <a:lnTo>
                  <a:pt x="611" y="824"/>
                </a:lnTo>
                <a:lnTo>
                  <a:pt x="613" y="824"/>
                </a:lnTo>
                <a:lnTo>
                  <a:pt x="614" y="824"/>
                </a:lnTo>
                <a:lnTo>
                  <a:pt x="615" y="825"/>
                </a:lnTo>
                <a:lnTo>
                  <a:pt x="616" y="826"/>
                </a:lnTo>
                <a:lnTo>
                  <a:pt x="617" y="826"/>
                </a:lnTo>
                <a:lnTo>
                  <a:pt x="617" y="825"/>
                </a:lnTo>
                <a:lnTo>
                  <a:pt x="618" y="825"/>
                </a:lnTo>
                <a:lnTo>
                  <a:pt x="620" y="826"/>
                </a:lnTo>
                <a:lnTo>
                  <a:pt x="621" y="826"/>
                </a:lnTo>
                <a:lnTo>
                  <a:pt x="621" y="827"/>
                </a:lnTo>
                <a:lnTo>
                  <a:pt x="622" y="827"/>
                </a:lnTo>
                <a:lnTo>
                  <a:pt x="622" y="828"/>
                </a:lnTo>
                <a:lnTo>
                  <a:pt x="622" y="829"/>
                </a:lnTo>
                <a:lnTo>
                  <a:pt x="624" y="830"/>
                </a:lnTo>
                <a:lnTo>
                  <a:pt x="624" y="829"/>
                </a:lnTo>
                <a:lnTo>
                  <a:pt x="625" y="829"/>
                </a:lnTo>
                <a:lnTo>
                  <a:pt x="626" y="830"/>
                </a:lnTo>
                <a:lnTo>
                  <a:pt x="626" y="831"/>
                </a:lnTo>
                <a:lnTo>
                  <a:pt x="627" y="831"/>
                </a:lnTo>
                <a:lnTo>
                  <a:pt x="628" y="831"/>
                </a:lnTo>
                <a:lnTo>
                  <a:pt x="629" y="832"/>
                </a:lnTo>
                <a:lnTo>
                  <a:pt x="630" y="832"/>
                </a:lnTo>
                <a:lnTo>
                  <a:pt x="630" y="831"/>
                </a:lnTo>
                <a:lnTo>
                  <a:pt x="632" y="833"/>
                </a:lnTo>
                <a:lnTo>
                  <a:pt x="633" y="833"/>
                </a:lnTo>
                <a:lnTo>
                  <a:pt x="633" y="834"/>
                </a:lnTo>
                <a:lnTo>
                  <a:pt x="633" y="835"/>
                </a:lnTo>
                <a:lnTo>
                  <a:pt x="632" y="836"/>
                </a:lnTo>
                <a:lnTo>
                  <a:pt x="631" y="837"/>
                </a:lnTo>
                <a:lnTo>
                  <a:pt x="631" y="838"/>
                </a:lnTo>
                <a:lnTo>
                  <a:pt x="631" y="839"/>
                </a:lnTo>
                <a:lnTo>
                  <a:pt x="630" y="839"/>
                </a:lnTo>
                <a:lnTo>
                  <a:pt x="630" y="841"/>
                </a:lnTo>
                <a:lnTo>
                  <a:pt x="629" y="842"/>
                </a:lnTo>
                <a:lnTo>
                  <a:pt x="628" y="842"/>
                </a:lnTo>
                <a:lnTo>
                  <a:pt x="627" y="842"/>
                </a:lnTo>
                <a:lnTo>
                  <a:pt x="627" y="843"/>
                </a:lnTo>
                <a:lnTo>
                  <a:pt x="627" y="844"/>
                </a:lnTo>
                <a:lnTo>
                  <a:pt x="628" y="845"/>
                </a:lnTo>
                <a:lnTo>
                  <a:pt x="628" y="846"/>
                </a:lnTo>
                <a:lnTo>
                  <a:pt x="628" y="848"/>
                </a:lnTo>
                <a:lnTo>
                  <a:pt x="627" y="849"/>
                </a:lnTo>
                <a:lnTo>
                  <a:pt x="627" y="850"/>
                </a:lnTo>
                <a:lnTo>
                  <a:pt x="627" y="851"/>
                </a:lnTo>
                <a:lnTo>
                  <a:pt x="628" y="852"/>
                </a:lnTo>
                <a:lnTo>
                  <a:pt x="627" y="852"/>
                </a:lnTo>
                <a:lnTo>
                  <a:pt x="627" y="853"/>
                </a:lnTo>
                <a:lnTo>
                  <a:pt x="627" y="854"/>
                </a:lnTo>
                <a:lnTo>
                  <a:pt x="627" y="855"/>
                </a:lnTo>
                <a:lnTo>
                  <a:pt x="628" y="855"/>
                </a:lnTo>
                <a:lnTo>
                  <a:pt x="629" y="855"/>
                </a:lnTo>
                <a:lnTo>
                  <a:pt x="630" y="855"/>
                </a:lnTo>
                <a:lnTo>
                  <a:pt x="631" y="854"/>
                </a:lnTo>
                <a:lnTo>
                  <a:pt x="630" y="854"/>
                </a:lnTo>
                <a:lnTo>
                  <a:pt x="630" y="853"/>
                </a:lnTo>
                <a:lnTo>
                  <a:pt x="631" y="853"/>
                </a:lnTo>
                <a:lnTo>
                  <a:pt x="632" y="853"/>
                </a:lnTo>
                <a:lnTo>
                  <a:pt x="633" y="854"/>
                </a:lnTo>
                <a:lnTo>
                  <a:pt x="632" y="855"/>
                </a:lnTo>
                <a:lnTo>
                  <a:pt x="633" y="856"/>
                </a:lnTo>
                <a:lnTo>
                  <a:pt x="634" y="856"/>
                </a:lnTo>
                <a:lnTo>
                  <a:pt x="634" y="857"/>
                </a:lnTo>
                <a:lnTo>
                  <a:pt x="634" y="858"/>
                </a:lnTo>
                <a:lnTo>
                  <a:pt x="635" y="858"/>
                </a:lnTo>
                <a:lnTo>
                  <a:pt x="635" y="859"/>
                </a:lnTo>
                <a:lnTo>
                  <a:pt x="635" y="860"/>
                </a:lnTo>
                <a:lnTo>
                  <a:pt x="635" y="862"/>
                </a:lnTo>
                <a:lnTo>
                  <a:pt x="636" y="863"/>
                </a:lnTo>
                <a:lnTo>
                  <a:pt x="637" y="863"/>
                </a:lnTo>
                <a:lnTo>
                  <a:pt x="638" y="863"/>
                </a:lnTo>
                <a:lnTo>
                  <a:pt x="638" y="864"/>
                </a:lnTo>
                <a:lnTo>
                  <a:pt x="638" y="865"/>
                </a:lnTo>
                <a:lnTo>
                  <a:pt x="639" y="865"/>
                </a:lnTo>
                <a:lnTo>
                  <a:pt x="639" y="866"/>
                </a:lnTo>
                <a:lnTo>
                  <a:pt x="638" y="867"/>
                </a:lnTo>
                <a:lnTo>
                  <a:pt x="637" y="867"/>
                </a:lnTo>
                <a:lnTo>
                  <a:pt x="636" y="867"/>
                </a:lnTo>
                <a:lnTo>
                  <a:pt x="635" y="867"/>
                </a:lnTo>
                <a:lnTo>
                  <a:pt x="635" y="868"/>
                </a:lnTo>
                <a:lnTo>
                  <a:pt x="634" y="870"/>
                </a:lnTo>
                <a:lnTo>
                  <a:pt x="633" y="870"/>
                </a:lnTo>
                <a:lnTo>
                  <a:pt x="633" y="871"/>
                </a:lnTo>
                <a:lnTo>
                  <a:pt x="633" y="872"/>
                </a:lnTo>
                <a:lnTo>
                  <a:pt x="632" y="872"/>
                </a:lnTo>
                <a:lnTo>
                  <a:pt x="631" y="872"/>
                </a:lnTo>
                <a:lnTo>
                  <a:pt x="631" y="873"/>
                </a:lnTo>
                <a:lnTo>
                  <a:pt x="630" y="873"/>
                </a:lnTo>
                <a:lnTo>
                  <a:pt x="629" y="874"/>
                </a:lnTo>
                <a:lnTo>
                  <a:pt x="629" y="876"/>
                </a:lnTo>
                <a:lnTo>
                  <a:pt x="628" y="876"/>
                </a:lnTo>
                <a:lnTo>
                  <a:pt x="629" y="876"/>
                </a:lnTo>
                <a:lnTo>
                  <a:pt x="629" y="877"/>
                </a:lnTo>
                <a:lnTo>
                  <a:pt x="630" y="877"/>
                </a:lnTo>
                <a:lnTo>
                  <a:pt x="630" y="878"/>
                </a:lnTo>
                <a:lnTo>
                  <a:pt x="631" y="878"/>
                </a:lnTo>
                <a:lnTo>
                  <a:pt x="632" y="878"/>
                </a:lnTo>
                <a:lnTo>
                  <a:pt x="632" y="879"/>
                </a:lnTo>
                <a:lnTo>
                  <a:pt x="632" y="880"/>
                </a:lnTo>
                <a:lnTo>
                  <a:pt x="632" y="881"/>
                </a:lnTo>
                <a:lnTo>
                  <a:pt x="633" y="881"/>
                </a:lnTo>
                <a:lnTo>
                  <a:pt x="634" y="881"/>
                </a:lnTo>
                <a:lnTo>
                  <a:pt x="634" y="882"/>
                </a:lnTo>
                <a:lnTo>
                  <a:pt x="635" y="882"/>
                </a:lnTo>
                <a:lnTo>
                  <a:pt x="637" y="881"/>
                </a:lnTo>
                <a:lnTo>
                  <a:pt x="638" y="880"/>
                </a:lnTo>
                <a:lnTo>
                  <a:pt x="639" y="880"/>
                </a:lnTo>
                <a:lnTo>
                  <a:pt x="639" y="881"/>
                </a:lnTo>
                <a:lnTo>
                  <a:pt x="640" y="882"/>
                </a:lnTo>
                <a:lnTo>
                  <a:pt x="641" y="882"/>
                </a:lnTo>
                <a:lnTo>
                  <a:pt x="641" y="883"/>
                </a:lnTo>
                <a:lnTo>
                  <a:pt x="642" y="883"/>
                </a:lnTo>
                <a:lnTo>
                  <a:pt x="643" y="883"/>
                </a:lnTo>
                <a:lnTo>
                  <a:pt x="644" y="883"/>
                </a:lnTo>
                <a:lnTo>
                  <a:pt x="645" y="884"/>
                </a:lnTo>
                <a:lnTo>
                  <a:pt x="646" y="885"/>
                </a:lnTo>
                <a:lnTo>
                  <a:pt x="646" y="886"/>
                </a:lnTo>
                <a:lnTo>
                  <a:pt x="646" y="887"/>
                </a:lnTo>
                <a:lnTo>
                  <a:pt x="647" y="887"/>
                </a:lnTo>
                <a:lnTo>
                  <a:pt x="647" y="888"/>
                </a:lnTo>
                <a:lnTo>
                  <a:pt x="648" y="888"/>
                </a:lnTo>
                <a:lnTo>
                  <a:pt x="649" y="889"/>
                </a:lnTo>
                <a:lnTo>
                  <a:pt x="651" y="889"/>
                </a:lnTo>
                <a:lnTo>
                  <a:pt x="652" y="889"/>
                </a:lnTo>
                <a:lnTo>
                  <a:pt x="652" y="888"/>
                </a:lnTo>
                <a:lnTo>
                  <a:pt x="653" y="888"/>
                </a:lnTo>
                <a:lnTo>
                  <a:pt x="653" y="889"/>
                </a:lnTo>
                <a:lnTo>
                  <a:pt x="653" y="890"/>
                </a:lnTo>
                <a:lnTo>
                  <a:pt x="654" y="890"/>
                </a:lnTo>
                <a:lnTo>
                  <a:pt x="654" y="891"/>
                </a:lnTo>
                <a:lnTo>
                  <a:pt x="655" y="891"/>
                </a:lnTo>
                <a:lnTo>
                  <a:pt x="656" y="892"/>
                </a:lnTo>
                <a:lnTo>
                  <a:pt x="656" y="893"/>
                </a:lnTo>
                <a:lnTo>
                  <a:pt x="657" y="894"/>
                </a:lnTo>
                <a:lnTo>
                  <a:pt x="658" y="895"/>
                </a:lnTo>
                <a:lnTo>
                  <a:pt x="658" y="896"/>
                </a:lnTo>
                <a:lnTo>
                  <a:pt x="658" y="897"/>
                </a:lnTo>
                <a:lnTo>
                  <a:pt x="659" y="898"/>
                </a:lnTo>
                <a:lnTo>
                  <a:pt x="659" y="900"/>
                </a:lnTo>
                <a:lnTo>
                  <a:pt x="660" y="900"/>
                </a:lnTo>
                <a:lnTo>
                  <a:pt x="660" y="901"/>
                </a:lnTo>
                <a:lnTo>
                  <a:pt x="660" y="902"/>
                </a:lnTo>
                <a:lnTo>
                  <a:pt x="659" y="903"/>
                </a:lnTo>
                <a:lnTo>
                  <a:pt x="659" y="904"/>
                </a:lnTo>
                <a:lnTo>
                  <a:pt x="659" y="905"/>
                </a:lnTo>
                <a:lnTo>
                  <a:pt x="660" y="906"/>
                </a:lnTo>
                <a:lnTo>
                  <a:pt x="661" y="906"/>
                </a:lnTo>
                <a:lnTo>
                  <a:pt x="661" y="907"/>
                </a:lnTo>
                <a:lnTo>
                  <a:pt x="661" y="908"/>
                </a:lnTo>
                <a:lnTo>
                  <a:pt x="662" y="908"/>
                </a:lnTo>
                <a:lnTo>
                  <a:pt x="663" y="909"/>
                </a:lnTo>
                <a:lnTo>
                  <a:pt x="664" y="909"/>
                </a:lnTo>
                <a:lnTo>
                  <a:pt x="665" y="910"/>
                </a:lnTo>
                <a:lnTo>
                  <a:pt x="665" y="911"/>
                </a:lnTo>
                <a:lnTo>
                  <a:pt x="667" y="913"/>
                </a:lnTo>
                <a:lnTo>
                  <a:pt x="668" y="912"/>
                </a:lnTo>
                <a:lnTo>
                  <a:pt x="669" y="913"/>
                </a:lnTo>
                <a:lnTo>
                  <a:pt x="670" y="913"/>
                </a:lnTo>
                <a:lnTo>
                  <a:pt x="671" y="913"/>
                </a:lnTo>
                <a:lnTo>
                  <a:pt x="672" y="914"/>
                </a:lnTo>
                <a:lnTo>
                  <a:pt x="674" y="914"/>
                </a:lnTo>
                <a:lnTo>
                  <a:pt x="675" y="914"/>
                </a:lnTo>
                <a:lnTo>
                  <a:pt x="675" y="915"/>
                </a:lnTo>
                <a:lnTo>
                  <a:pt x="676" y="916"/>
                </a:lnTo>
                <a:lnTo>
                  <a:pt x="677" y="916"/>
                </a:lnTo>
                <a:lnTo>
                  <a:pt x="677" y="915"/>
                </a:lnTo>
                <a:lnTo>
                  <a:pt x="678" y="916"/>
                </a:lnTo>
                <a:lnTo>
                  <a:pt x="679" y="916"/>
                </a:lnTo>
                <a:lnTo>
                  <a:pt x="679" y="917"/>
                </a:lnTo>
                <a:lnTo>
                  <a:pt x="680" y="918"/>
                </a:lnTo>
                <a:lnTo>
                  <a:pt x="681" y="918"/>
                </a:lnTo>
                <a:lnTo>
                  <a:pt x="681" y="919"/>
                </a:lnTo>
                <a:lnTo>
                  <a:pt x="682" y="920"/>
                </a:lnTo>
                <a:lnTo>
                  <a:pt x="683" y="920"/>
                </a:lnTo>
                <a:lnTo>
                  <a:pt x="683" y="921"/>
                </a:lnTo>
                <a:lnTo>
                  <a:pt x="683" y="922"/>
                </a:lnTo>
                <a:lnTo>
                  <a:pt x="683" y="923"/>
                </a:lnTo>
                <a:lnTo>
                  <a:pt x="684" y="923"/>
                </a:lnTo>
                <a:lnTo>
                  <a:pt x="683" y="924"/>
                </a:lnTo>
                <a:lnTo>
                  <a:pt x="683" y="925"/>
                </a:lnTo>
                <a:lnTo>
                  <a:pt x="683" y="927"/>
                </a:lnTo>
                <a:lnTo>
                  <a:pt x="684" y="927"/>
                </a:lnTo>
                <a:lnTo>
                  <a:pt x="684" y="928"/>
                </a:lnTo>
                <a:lnTo>
                  <a:pt x="685" y="929"/>
                </a:lnTo>
                <a:lnTo>
                  <a:pt x="685" y="930"/>
                </a:lnTo>
                <a:lnTo>
                  <a:pt x="686" y="930"/>
                </a:lnTo>
                <a:lnTo>
                  <a:pt x="686" y="931"/>
                </a:lnTo>
                <a:lnTo>
                  <a:pt x="686" y="932"/>
                </a:lnTo>
                <a:lnTo>
                  <a:pt x="687" y="934"/>
                </a:lnTo>
                <a:lnTo>
                  <a:pt x="686" y="935"/>
                </a:lnTo>
                <a:lnTo>
                  <a:pt x="686" y="936"/>
                </a:lnTo>
                <a:lnTo>
                  <a:pt x="686" y="937"/>
                </a:lnTo>
                <a:lnTo>
                  <a:pt x="686" y="938"/>
                </a:lnTo>
                <a:lnTo>
                  <a:pt x="686" y="939"/>
                </a:lnTo>
                <a:lnTo>
                  <a:pt x="686" y="940"/>
                </a:lnTo>
                <a:lnTo>
                  <a:pt x="685" y="941"/>
                </a:lnTo>
                <a:lnTo>
                  <a:pt x="685" y="942"/>
                </a:lnTo>
                <a:lnTo>
                  <a:pt x="684" y="942"/>
                </a:lnTo>
                <a:lnTo>
                  <a:pt x="684" y="941"/>
                </a:lnTo>
                <a:lnTo>
                  <a:pt x="683" y="941"/>
                </a:lnTo>
                <a:lnTo>
                  <a:pt x="683" y="942"/>
                </a:lnTo>
                <a:lnTo>
                  <a:pt x="684" y="942"/>
                </a:lnTo>
                <a:lnTo>
                  <a:pt x="684" y="943"/>
                </a:lnTo>
                <a:lnTo>
                  <a:pt x="685" y="944"/>
                </a:lnTo>
                <a:lnTo>
                  <a:pt x="685" y="945"/>
                </a:lnTo>
                <a:lnTo>
                  <a:pt x="685" y="947"/>
                </a:lnTo>
                <a:lnTo>
                  <a:pt x="686" y="948"/>
                </a:lnTo>
                <a:lnTo>
                  <a:pt x="686" y="949"/>
                </a:lnTo>
                <a:lnTo>
                  <a:pt x="687" y="949"/>
                </a:lnTo>
                <a:lnTo>
                  <a:pt x="687" y="950"/>
                </a:lnTo>
                <a:lnTo>
                  <a:pt x="688" y="950"/>
                </a:lnTo>
                <a:lnTo>
                  <a:pt x="688" y="951"/>
                </a:lnTo>
                <a:lnTo>
                  <a:pt x="688" y="952"/>
                </a:lnTo>
                <a:lnTo>
                  <a:pt x="689" y="952"/>
                </a:lnTo>
                <a:lnTo>
                  <a:pt x="688" y="953"/>
                </a:lnTo>
                <a:lnTo>
                  <a:pt x="687" y="954"/>
                </a:lnTo>
                <a:lnTo>
                  <a:pt x="688" y="954"/>
                </a:lnTo>
                <a:lnTo>
                  <a:pt x="688" y="955"/>
                </a:lnTo>
                <a:lnTo>
                  <a:pt x="688" y="957"/>
                </a:lnTo>
                <a:lnTo>
                  <a:pt x="689" y="957"/>
                </a:lnTo>
                <a:lnTo>
                  <a:pt x="688" y="957"/>
                </a:lnTo>
                <a:lnTo>
                  <a:pt x="688" y="958"/>
                </a:lnTo>
                <a:lnTo>
                  <a:pt x="687" y="958"/>
                </a:lnTo>
                <a:lnTo>
                  <a:pt x="686" y="958"/>
                </a:lnTo>
                <a:lnTo>
                  <a:pt x="686" y="959"/>
                </a:lnTo>
                <a:lnTo>
                  <a:pt x="685" y="960"/>
                </a:lnTo>
                <a:lnTo>
                  <a:pt x="685" y="961"/>
                </a:lnTo>
                <a:lnTo>
                  <a:pt x="685" y="962"/>
                </a:lnTo>
                <a:lnTo>
                  <a:pt x="686" y="962"/>
                </a:lnTo>
                <a:lnTo>
                  <a:pt x="685" y="962"/>
                </a:lnTo>
                <a:lnTo>
                  <a:pt x="684" y="962"/>
                </a:lnTo>
                <a:lnTo>
                  <a:pt x="684" y="963"/>
                </a:lnTo>
                <a:lnTo>
                  <a:pt x="684" y="964"/>
                </a:lnTo>
                <a:lnTo>
                  <a:pt x="684" y="965"/>
                </a:lnTo>
                <a:lnTo>
                  <a:pt x="684" y="966"/>
                </a:lnTo>
                <a:lnTo>
                  <a:pt x="683" y="967"/>
                </a:lnTo>
                <a:lnTo>
                  <a:pt x="683" y="968"/>
                </a:lnTo>
                <a:lnTo>
                  <a:pt x="684" y="969"/>
                </a:lnTo>
                <a:lnTo>
                  <a:pt x="684" y="970"/>
                </a:lnTo>
                <a:lnTo>
                  <a:pt x="683" y="969"/>
                </a:lnTo>
                <a:lnTo>
                  <a:pt x="682" y="969"/>
                </a:lnTo>
                <a:lnTo>
                  <a:pt x="681" y="969"/>
                </a:lnTo>
                <a:lnTo>
                  <a:pt x="680" y="970"/>
                </a:lnTo>
                <a:lnTo>
                  <a:pt x="680" y="971"/>
                </a:lnTo>
                <a:lnTo>
                  <a:pt x="680" y="972"/>
                </a:lnTo>
                <a:lnTo>
                  <a:pt x="679" y="972"/>
                </a:lnTo>
                <a:lnTo>
                  <a:pt x="678" y="973"/>
                </a:lnTo>
                <a:lnTo>
                  <a:pt x="678" y="974"/>
                </a:lnTo>
                <a:lnTo>
                  <a:pt x="678" y="975"/>
                </a:lnTo>
                <a:lnTo>
                  <a:pt x="677" y="976"/>
                </a:lnTo>
                <a:lnTo>
                  <a:pt x="676" y="977"/>
                </a:lnTo>
                <a:lnTo>
                  <a:pt x="676" y="978"/>
                </a:lnTo>
                <a:lnTo>
                  <a:pt x="675" y="978"/>
                </a:lnTo>
                <a:lnTo>
                  <a:pt x="675" y="977"/>
                </a:lnTo>
                <a:lnTo>
                  <a:pt x="675" y="976"/>
                </a:lnTo>
                <a:lnTo>
                  <a:pt x="675" y="977"/>
                </a:lnTo>
                <a:lnTo>
                  <a:pt x="674" y="977"/>
                </a:lnTo>
                <a:lnTo>
                  <a:pt x="674" y="978"/>
                </a:lnTo>
                <a:lnTo>
                  <a:pt x="673" y="978"/>
                </a:lnTo>
                <a:lnTo>
                  <a:pt x="673" y="977"/>
                </a:lnTo>
                <a:lnTo>
                  <a:pt x="672" y="977"/>
                </a:lnTo>
                <a:lnTo>
                  <a:pt x="671" y="977"/>
                </a:lnTo>
                <a:lnTo>
                  <a:pt x="670" y="977"/>
                </a:lnTo>
                <a:lnTo>
                  <a:pt x="670" y="976"/>
                </a:lnTo>
                <a:lnTo>
                  <a:pt x="669" y="977"/>
                </a:lnTo>
                <a:lnTo>
                  <a:pt x="668" y="977"/>
                </a:lnTo>
                <a:lnTo>
                  <a:pt x="667" y="978"/>
                </a:lnTo>
                <a:lnTo>
                  <a:pt x="666" y="978"/>
                </a:lnTo>
                <a:lnTo>
                  <a:pt x="665" y="978"/>
                </a:lnTo>
                <a:lnTo>
                  <a:pt x="665" y="979"/>
                </a:lnTo>
                <a:lnTo>
                  <a:pt x="664" y="979"/>
                </a:lnTo>
                <a:lnTo>
                  <a:pt x="663" y="980"/>
                </a:lnTo>
                <a:lnTo>
                  <a:pt x="663" y="981"/>
                </a:lnTo>
                <a:lnTo>
                  <a:pt x="663" y="983"/>
                </a:lnTo>
                <a:lnTo>
                  <a:pt x="663" y="984"/>
                </a:lnTo>
                <a:lnTo>
                  <a:pt x="664" y="984"/>
                </a:lnTo>
                <a:lnTo>
                  <a:pt x="664" y="985"/>
                </a:lnTo>
                <a:lnTo>
                  <a:pt x="664" y="986"/>
                </a:lnTo>
                <a:lnTo>
                  <a:pt x="663" y="986"/>
                </a:lnTo>
                <a:lnTo>
                  <a:pt x="662" y="986"/>
                </a:lnTo>
                <a:lnTo>
                  <a:pt x="662" y="985"/>
                </a:lnTo>
                <a:lnTo>
                  <a:pt x="661" y="986"/>
                </a:lnTo>
                <a:lnTo>
                  <a:pt x="661" y="987"/>
                </a:lnTo>
                <a:lnTo>
                  <a:pt x="659" y="988"/>
                </a:lnTo>
                <a:lnTo>
                  <a:pt x="658" y="987"/>
                </a:lnTo>
                <a:lnTo>
                  <a:pt x="657" y="987"/>
                </a:lnTo>
                <a:lnTo>
                  <a:pt x="656" y="987"/>
                </a:lnTo>
                <a:lnTo>
                  <a:pt x="656" y="988"/>
                </a:lnTo>
                <a:lnTo>
                  <a:pt x="655" y="988"/>
                </a:lnTo>
                <a:lnTo>
                  <a:pt x="654" y="989"/>
                </a:lnTo>
                <a:lnTo>
                  <a:pt x="654" y="990"/>
                </a:lnTo>
                <a:lnTo>
                  <a:pt x="653" y="990"/>
                </a:lnTo>
                <a:lnTo>
                  <a:pt x="652" y="990"/>
                </a:lnTo>
                <a:lnTo>
                  <a:pt x="652" y="991"/>
                </a:lnTo>
                <a:lnTo>
                  <a:pt x="652" y="992"/>
                </a:lnTo>
                <a:lnTo>
                  <a:pt x="651" y="992"/>
                </a:lnTo>
                <a:lnTo>
                  <a:pt x="652" y="992"/>
                </a:lnTo>
                <a:lnTo>
                  <a:pt x="652" y="993"/>
                </a:lnTo>
                <a:lnTo>
                  <a:pt x="652" y="994"/>
                </a:lnTo>
                <a:lnTo>
                  <a:pt x="652" y="995"/>
                </a:lnTo>
                <a:lnTo>
                  <a:pt x="651" y="996"/>
                </a:lnTo>
                <a:lnTo>
                  <a:pt x="650" y="996"/>
                </a:lnTo>
                <a:lnTo>
                  <a:pt x="649" y="995"/>
                </a:lnTo>
                <a:lnTo>
                  <a:pt x="648" y="994"/>
                </a:lnTo>
                <a:lnTo>
                  <a:pt x="647" y="993"/>
                </a:lnTo>
                <a:lnTo>
                  <a:pt x="646" y="992"/>
                </a:lnTo>
                <a:lnTo>
                  <a:pt x="646" y="991"/>
                </a:lnTo>
                <a:lnTo>
                  <a:pt x="646" y="990"/>
                </a:lnTo>
                <a:lnTo>
                  <a:pt x="645" y="990"/>
                </a:lnTo>
                <a:lnTo>
                  <a:pt x="644" y="989"/>
                </a:lnTo>
                <a:lnTo>
                  <a:pt x="643" y="988"/>
                </a:lnTo>
                <a:lnTo>
                  <a:pt x="643" y="986"/>
                </a:lnTo>
                <a:lnTo>
                  <a:pt x="642" y="986"/>
                </a:lnTo>
                <a:lnTo>
                  <a:pt x="642" y="987"/>
                </a:lnTo>
                <a:lnTo>
                  <a:pt x="642" y="988"/>
                </a:lnTo>
                <a:lnTo>
                  <a:pt x="642" y="989"/>
                </a:lnTo>
                <a:lnTo>
                  <a:pt x="641" y="989"/>
                </a:lnTo>
                <a:lnTo>
                  <a:pt x="640" y="989"/>
                </a:lnTo>
                <a:lnTo>
                  <a:pt x="639" y="989"/>
                </a:lnTo>
                <a:lnTo>
                  <a:pt x="638" y="988"/>
                </a:lnTo>
                <a:lnTo>
                  <a:pt x="637" y="988"/>
                </a:lnTo>
                <a:lnTo>
                  <a:pt x="636" y="988"/>
                </a:lnTo>
                <a:lnTo>
                  <a:pt x="635" y="987"/>
                </a:lnTo>
                <a:lnTo>
                  <a:pt x="636" y="987"/>
                </a:lnTo>
                <a:lnTo>
                  <a:pt x="636" y="985"/>
                </a:lnTo>
                <a:lnTo>
                  <a:pt x="636" y="984"/>
                </a:lnTo>
                <a:lnTo>
                  <a:pt x="636" y="981"/>
                </a:lnTo>
                <a:lnTo>
                  <a:pt x="635" y="980"/>
                </a:lnTo>
                <a:lnTo>
                  <a:pt x="636" y="980"/>
                </a:lnTo>
                <a:lnTo>
                  <a:pt x="635" y="979"/>
                </a:lnTo>
                <a:lnTo>
                  <a:pt x="635" y="978"/>
                </a:lnTo>
                <a:lnTo>
                  <a:pt x="634" y="978"/>
                </a:lnTo>
                <a:lnTo>
                  <a:pt x="634" y="977"/>
                </a:lnTo>
                <a:lnTo>
                  <a:pt x="634" y="976"/>
                </a:lnTo>
                <a:lnTo>
                  <a:pt x="634" y="975"/>
                </a:lnTo>
                <a:lnTo>
                  <a:pt x="633" y="975"/>
                </a:lnTo>
                <a:lnTo>
                  <a:pt x="633" y="974"/>
                </a:lnTo>
                <a:lnTo>
                  <a:pt x="632" y="974"/>
                </a:lnTo>
                <a:lnTo>
                  <a:pt x="631" y="974"/>
                </a:lnTo>
                <a:lnTo>
                  <a:pt x="631" y="973"/>
                </a:lnTo>
                <a:lnTo>
                  <a:pt x="629" y="973"/>
                </a:lnTo>
                <a:lnTo>
                  <a:pt x="628" y="973"/>
                </a:lnTo>
                <a:lnTo>
                  <a:pt x="627" y="973"/>
                </a:lnTo>
                <a:lnTo>
                  <a:pt x="627" y="974"/>
                </a:lnTo>
                <a:lnTo>
                  <a:pt x="628" y="975"/>
                </a:lnTo>
                <a:lnTo>
                  <a:pt x="627" y="976"/>
                </a:lnTo>
                <a:lnTo>
                  <a:pt x="627" y="977"/>
                </a:lnTo>
                <a:lnTo>
                  <a:pt x="626" y="977"/>
                </a:lnTo>
                <a:lnTo>
                  <a:pt x="626" y="976"/>
                </a:lnTo>
                <a:lnTo>
                  <a:pt x="625" y="976"/>
                </a:lnTo>
                <a:lnTo>
                  <a:pt x="625" y="977"/>
                </a:lnTo>
                <a:lnTo>
                  <a:pt x="624" y="978"/>
                </a:lnTo>
                <a:lnTo>
                  <a:pt x="624" y="979"/>
                </a:lnTo>
                <a:lnTo>
                  <a:pt x="623" y="980"/>
                </a:lnTo>
                <a:lnTo>
                  <a:pt x="622" y="980"/>
                </a:lnTo>
                <a:lnTo>
                  <a:pt x="623" y="980"/>
                </a:lnTo>
                <a:lnTo>
                  <a:pt x="623" y="981"/>
                </a:lnTo>
                <a:lnTo>
                  <a:pt x="622" y="982"/>
                </a:lnTo>
                <a:lnTo>
                  <a:pt x="621" y="983"/>
                </a:lnTo>
                <a:lnTo>
                  <a:pt x="620" y="984"/>
                </a:lnTo>
                <a:lnTo>
                  <a:pt x="620" y="985"/>
                </a:lnTo>
                <a:lnTo>
                  <a:pt x="620" y="986"/>
                </a:lnTo>
                <a:lnTo>
                  <a:pt x="619" y="986"/>
                </a:lnTo>
                <a:lnTo>
                  <a:pt x="618" y="985"/>
                </a:lnTo>
                <a:lnTo>
                  <a:pt x="617" y="985"/>
                </a:lnTo>
                <a:lnTo>
                  <a:pt x="616" y="985"/>
                </a:lnTo>
                <a:lnTo>
                  <a:pt x="616" y="986"/>
                </a:lnTo>
                <a:lnTo>
                  <a:pt x="615" y="986"/>
                </a:lnTo>
                <a:lnTo>
                  <a:pt x="614" y="986"/>
                </a:lnTo>
                <a:lnTo>
                  <a:pt x="613" y="986"/>
                </a:lnTo>
                <a:lnTo>
                  <a:pt x="612" y="986"/>
                </a:lnTo>
                <a:lnTo>
                  <a:pt x="611" y="986"/>
                </a:lnTo>
                <a:lnTo>
                  <a:pt x="610" y="986"/>
                </a:lnTo>
                <a:lnTo>
                  <a:pt x="609" y="986"/>
                </a:lnTo>
                <a:lnTo>
                  <a:pt x="608" y="986"/>
                </a:lnTo>
                <a:lnTo>
                  <a:pt x="608" y="985"/>
                </a:lnTo>
                <a:lnTo>
                  <a:pt x="608" y="984"/>
                </a:lnTo>
                <a:lnTo>
                  <a:pt x="607" y="985"/>
                </a:lnTo>
                <a:lnTo>
                  <a:pt x="606" y="986"/>
                </a:lnTo>
                <a:lnTo>
                  <a:pt x="605" y="986"/>
                </a:lnTo>
                <a:lnTo>
                  <a:pt x="604" y="986"/>
                </a:lnTo>
                <a:lnTo>
                  <a:pt x="604" y="987"/>
                </a:lnTo>
                <a:lnTo>
                  <a:pt x="604" y="988"/>
                </a:lnTo>
                <a:lnTo>
                  <a:pt x="604" y="989"/>
                </a:lnTo>
                <a:lnTo>
                  <a:pt x="603" y="989"/>
                </a:lnTo>
                <a:lnTo>
                  <a:pt x="603" y="988"/>
                </a:lnTo>
                <a:lnTo>
                  <a:pt x="602" y="988"/>
                </a:lnTo>
                <a:lnTo>
                  <a:pt x="600" y="988"/>
                </a:lnTo>
                <a:lnTo>
                  <a:pt x="600" y="987"/>
                </a:lnTo>
                <a:lnTo>
                  <a:pt x="598" y="987"/>
                </a:lnTo>
                <a:lnTo>
                  <a:pt x="597" y="987"/>
                </a:lnTo>
                <a:lnTo>
                  <a:pt x="595" y="988"/>
                </a:lnTo>
                <a:lnTo>
                  <a:pt x="594" y="988"/>
                </a:lnTo>
                <a:lnTo>
                  <a:pt x="594" y="989"/>
                </a:lnTo>
                <a:lnTo>
                  <a:pt x="593" y="989"/>
                </a:lnTo>
                <a:lnTo>
                  <a:pt x="592" y="989"/>
                </a:lnTo>
                <a:lnTo>
                  <a:pt x="592" y="988"/>
                </a:lnTo>
                <a:lnTo>
                  <a:pt x="591" y="989"/>
                </a:lnTo>
                <a:lnTo>
                  <a:pt x="590" y="989"/>
                </a:lnTo>
                <a:lnTo>
                  <a:pt x="588" y="989"/>
                </a:lnTo>
                <a:lnTo>
                  <a:pt x="587" y="987"/>
                </a:lnTo>
                <a:lnTo>
                  <a:pt x="587" y="986"/>
                </a:lnTo>
                <a:lnTo>
                  <a:pt x="586" y="986"/>
                </a:lnTo>
                <a:lnTo>
                  <a:pt x="585" y="986"/>
                </a:lnTo>
                <a:lnTo>
                  <a:pt x="584" y="985"/>
                </a:lnTo>
                <a:lnTo>
                  <a:pt x="583" y="985"/>
                </a:lnTo>
                <a:lnTo>
                  <a:pt x="583" y="984"/>
                </a:lnTo>
                <a:lnTo>
                  <a:pt x="583" y="983"/>
                </a:lnTo>
                <a:lnTo>
                  <a:pt x="582" y="982"/>
                </a:lnTo>
                <a:lnTo>
                  <a:pt x="581" y="982"/>
                </a:lnTo>
                <a:lnTo>
                  <a:pt x="580" y="983"/>
                </a:lnTo>
                <a:lnTo>
                  <a:pt x="579" y="983"/>
                </a:lnTo>
                <a:lnTo>
                  <a:pt x="578" y="983"/>
                </a:lnTo>
                <a:lnTo>
                  <a:pt x="577" y="983"/>
                </a:lnTo>
                <a:lnTo>
                  <a:pt x="576" y="984"/>
                </a:lnTo>
                <a:lnTo>
                  <a:pt x="575" y="984"/>
                </a:lnTo>
                <a:lnTo>
                  <a:pt x="575" y="983"/>
                </a:lnTo>
                <a:lnTo>
                  <a:pt x="574" y="983"/>
                </a:lnTo>
                <a:lnTo>
                  <a:pt x="573" y="983"/>
                </a:lnTo>
                <a:lnTo>
                  <a:pt x="573" y="984"/>
                </a:lnTo>
                <a:lnTo>
                  <a:pt x="571" y="984"/>
                </a:lnTo>
                <a:lnTo>
                  <a:pt x="571" y="983"/>
                </a:lnTo>
                <a:lnTo>
                  <a:pt x="570" y="983"/>
                </a:lnTo>
                <a:lnTo>
                  <a:pt x="570" y="984"/>
                </a:lnTo>
                <a:lnTo>
                  <a:pt x="570" y="985"/>
                </a:lnTo>
                <a:lnTo>
                  <a:pt x="569" y="985"/>
                </a:lnTo>
                <a:lnTo>
                  <a:pt x="568" y="985"/>
                </a:lnTo>
                <a:lnTo>
                  <a:pt x="567" y="985"/>
                </a:lnTo>
                <a:lnTo>
                  <a:pt x="566" y="985"/>
                </a:lnTo>
                <a:lnTo>
                  <a:pt x="565" y="985"/>
                </a:lnTo>
                <a:lnTo>
                  <a:pt x="565" y="984"/>
                </a:lnTo>
                <a:lnTo>
                  <a:pt x="564" y="984"/>
                </a:lnTo>
                <a:lnTo>
                  <a:pt x="563" y="983"/>
                </a:lnTo>
                <a:lnTo>
                  <a:pt x="562" y="983"/>
                </a:lnTo>
                <a:lnTo>
                  <a:pt x="561" y="984"/>
                </a:lnTo>
                <a:lnTo>
                  <a:pt x="560" y="984"/>
                </a:lnTo>
                <a:lnTo>
                  <a:pt x="560" y="985"/>
                </a:lnTo>
                <a:lnTo>
                  <a:pt x="559" y="985"/>
                </a:lnTo>
                <a:lnTo>
                  <a:pt x="558" y="984"/>
                </a:lnTo>
                <a:lnTo>
                  <a:pt x="557" y="984"/>
                </a:lnTo>
                <a:lnTo>
                  <a:pt x="555" y="983"/>
                </a:lnTo>
                <a:lnTo>
                  <a:pt x="554" y="982"/>
                </a:lnTo>
                <a:lnTo>
                  <a:pt x="553" y="981"/>
                </a:lnTo>
                <a:lnTo>
                  <a:pt x="552" y="981"/>
                </a:lnTo>
                <a:lnTo>
                  <a:pt x="551" y="981"/>
                </a:lnTo>
                <a:lnTo>
                  <a:pt x="550" y="980"/>
                </a:lnTo>
                <a:lnTo>
                  <a:pt x="549" y="980"/>
                </a:lnTo>
                <a:lnTo>
                  <a:pt x="548" y="980"/>
                </a:lnTo>
                <a:lnTo>
                  <a:pt x="547" y="979"/>
                </a:lnTo>
                <a:lnTo>
                  <a:pt x="546" y="979"/>
                </a:lnTo>
                <a:lnTo>
                  <a:pt x="545" y="978"/>
                </a:lnTo>
                <a:lnTo>
                  <a:pt x="544" y="978"/>
                </a:lnTo>
                <a:lnTo>
                  <a:pt x="543" y="978"/>
                </a:lnTo>
                <a:lnTo>
                  <a:pt x="542" y="979"/>
                </a:lnTo>
                <a:lnTo>
                  <a:pt x="541" y="979"/>
                </a:lnTo>
                <a:lnTo>
                  <a:pt x="540" y="979"/>
                </a:lnTo>
                <a:lnTo>
                  <a:pt x="539" y="980"/>
                </a:lnTo>
                <a:lnTo>
                  <a:pt x="538" y="980"/>
                </a:lnTo>
                <a:lnTo>
                  <a:pt x="537" y="980"/>
                </a:lnTo>
                <a:lnTo>
                  <a:pt x="537" y="981"/>
                </a:lnTo>
                <a:lnTo>
                  <a:pt x="536" y="981"/>
                </a:lnTo>
                <a:lnTo>
                  <a:pt x="535" y="981"/>
                </a:lnTo>
                <a:lnTo>
                  <a:pt x="534" y="981"/>
                </a:lnTo>
                <a:lnTo>
                  <a:pt x="534" y="980"/>
                </a:lnTo>
                <a:lnTo>
                  <a:pt x="533" y="980"/>
                </a:lnTo>
                <a:lnTo>
                  <a:pt x="532" y="980"/>
                </a:lnTo>
                <a:lnTo>
                  <a:pt x="532" y="981"/>
                </a:lnTo>
                <a:lnTo>
                  <a:pt x="529" y="981"/>
                </a:lnTo>
                <a:lnTo>
                  <a:pt x="528" y="981"/>
                </a:lnTo>
                <a:lnTo>
                  <a:pt x="527" y="981"/>
                </a:lnTo>
                <a:lnTo>
                  <a:pt x="526" y="981"/>
                </a:lnTo>
                <a:lnTo>
                  <a:pt x="525" y="981"/>
                </a:lnTo>
                <a:lnTo>
                  <a:pt x="524" y="980"/>
                </a:lnTo>
                <a:lnTo>
                  <a:pt x="525" y="980"/>
                </a:lnTo>
                <a:lnTo>
                  <a:pt x="525" y="979"/>
                </a:lnTo>
                <a:lnTo>
                  <a:pt x="524" y="979"/>
                </a:lnTo>
                <a:lnTo>
                  <a:pt x="524" y="978"/>
                </a:lnTo>
                <a:lnTo>
                  <a:pt x="523" y="978"/>
                </a:lnTo>
                <a:lnTo>
                  <a:pt x="522" y="978"/>
                </a:lnTo>
                <a:lnTo>
                  <a:pt x="521" y="978"/>
                </a:lnTo>
                <a:lnTo>
                  <a:pt x="520" y="978"/>
                </a:lnTo>
                <a:lnTo>
                  <a:pt x="519" y="978"/>
                </a:lnTo>
                <a:lnTo>
                  <a:pt x="519" y="979"/>
                </a:lnTo>
                <a:lnTo>
                  <a:pt x="519" y="980"/>
                </a:lnTo>
                <a:lnTo>
                  <a:pt x="518" y="980"/>
                </a:lnTo>
                <a:lnTo>
                  <a:pt x="518" y="979"/>
                </a:lnTo>
                <a:lnTo>
                  <a:pt x="517" y="979"/>
                </a:lnTo>
                <a:lnTo>
                  <a:pt x="517" y="978"/>
                </a:lnTo>
                <a:lnTo>
                  <a:pt x="517" y="977"/>
                </a:lnTo>
                <a:lnTo>
                  <a:pt x="517" y="976"/>
                </a:lnTo>
                <a:lnTo>
                  <a:pt x="516" y="976"/>
                </a:lnTo>
                <a:lnTo>
                  <a:pt x="514" y="976"/>
                </a:lnTo>
                <a:lnTo>
                  <a:pt x="514" y="977"/>
                </a:lnTo>
                <a:lnTo>
                  <a:pt x="513" y="978"/>
                </a:lnTo>
                <a:lnTo>
                  <a:pt x="513" y="979"/>
                </a:lnTo>
                <a:lnTo>
                  <a:pt x="512" y="979"/>
                </a:lnTo>
                <a:lnTo>
                  <a:pt x="512" y="980"/>
                </a:lnTo>
                <a:lnTo>
                  <a:pt x="513" y="980"/>
                </a:lnTo>
                <a:lnTo>
                  <a:pt x="513" y="981"/>
                </a:lnTo>
                <a:lnTo>
                  <a:pt x="513" y="982"/>
                </a:lnTo>
                <a:lnTo>
                  <a:pt x="512" y="982"/>
                </a:lnTo>
                <a:lnTo>
                  <a:pt x="511" y="982"/>
                </a:lnTo>
                <a:lnTo>
                  <a:pt x="509" y="982"/>
                </a:lnTo>
                <a:lnTo>
                  <a:pt x="508" y="982"/>
                </a:lnTo>
                <a:lnTo>
                  <a:pt x="507" y="982"/>
                </a:lnTo>
                <a:lnTo>
                  <a:pt x="504" y="981"/>
                </a:lnTo>
                <a:lnTo>
                  <a:pt x="503" y="981"/>
                </a:lnTo>
                <a:lnTo>
                  <a:pt x="503" y="982"/>
                </a:lnTo>
                <a:lnTo>
                  <a:pt x="502" y="982"/>
                </a:lnTo>
                <a:lnTo>
                  <a:pt x="502" y="981"/>
                </a:lnTo>
                <a:lnTo>
                  <a:pt x="501" y="981"/>
                </a:lnTo>
                <a:lnTo>
                  <a:pt x="500" y="981"/>
                </a:lnTo>
                <a:lnTo>
                  <a:pt x="500" y="982"/>
                </a:lnTo>
                <a:lnTo>
                  <a:pt x="501" y="982"/>
                </a:lnTo>
                <a:lnTo>
                  <a:pt x="500" y="982"/>
                </a:lnTo>
                <a:lnTo>
                  <a:pt x="500" y="983"/>
                </a:lnTo>
                <a:lnTo>
                  <a:pt x="499" y="984"/>
                </a:lnTo>
                <a:lnTo>
                  <a:pt x="499" y="985"/>
                </a:lnTo>
                <a:lnTo>
                  <a:pt x="499" y="986"/>
                </a:lnTo>
                <a:lnTo>
                  <a:pt x="498" y="986"/>
                </a:lnTo>
                <a:lnTo>
                  <a:pt x="498" y="987"/>
                </a:lnTo>
                <a:lnTo>
                  <a:pt x="497" y="987"/>
                </a:lnTo>
                <a:lnTo>
                  <a:pt x="496" y="988"/>
                </a:lnTo>
                <a:lnTo>
                  <a:pt x="496" y="989"/>
                </a:lnTo>
                <a:lnTo>
                  <a:pt x="496" y="990"/>
                </a:lnTo>
                <a:lnTo>
                  <a:pt x="495" y="991"/>
                </a:lnTo>
                <a:lnTo>
                  <a:pt x="494" y="991"/>
                </a:lnTo>
                <a:lnTo>
                  <a:pt x="494" y="992"/>
                </a:lnTo>
                <a:lnTo>
                  <a:pt x="493" y="992"/>
                </a:lnTo>
                <a:lnTo>
                  <a:pt x="493" y="994"/>
                </a:lnTo>
                <a:lnTo>
                  <a:pt x="492" y="995"/>
                </a:lnTo>
                <a:lnTo>
                  <a:pt x="491" y="995"/>
                </a:lnTo>
                <a:lnTo>
                  <a:pt x="491" y="996"/>
                </a:lnTo>
                <a:lnTo>
                  <a:pt x="492" y="996"/>
                </a:lnTo>
                <a:lnTo>
                  <a:pt x="493" y="996"/>
                </a:lnTo>
                <a:lnTo>
                  <a:pt x="494" y="997"/>
                </a:lnTo>
                <a:lnTo>
                  <a:pt x="495" y="997"/>
                </a:lnTo>
                <a:lnTo>
                  <a:pt x="496" y="997"/>
                </a:lnTo>
                <a:lnTo>
                  <a:pt x="497" y="997"/>
                </a:lnTo>
                <a:lnTo>
                  <a:pt x="498" y="997"/>
                </a:lnTo>
                <a:lnTo>
                  <a:pt x="500" y="997"/>
                </a:lnTo>
                <a:lnTo>
                  <a:pt x="501" y="997"/>
                </a:lnTo>
                <a:lnTo>
                  <a:pt x="501" y="998"/>
                </a:lnTo>
                <a:lnTo>
                  <a:pt x="502" y="998"/>
                </a:lnTo>
                <a:lnTo>
                  <a:pt x="504" y="998"/>
                </a:lnTo>
                <a:lnTo>
                  <a:pt x="506" y="998"/>
                </a:lnTo>
                <a:lnTo>
                  <a:pt x="506" y="999"/>
                </a:lnTo>
                <a:lnTo>
                  <a:pt x="507" y="999"/>
                </a:lnTo>
                <a:lnTo>
                  <a:pt x="508" y="999"/>
                </a:lnTo>
                <a:lnTo>
                  <a:pt x="509" y="999"/>
                </a:lnTo>
                <a:lnTo>
                  <a:pt x="509" y="1000"/>
                </a:lnTo>
                <a:lnTo>
                  <a:pt x="510" y="1000"/>
                </a:lnTo>
                <a:lnTo>
                  <a:pt x="511" y="999"/>
                </a:lnTo>
                <a:lnTo>
                  <a:pt x="512" y="1000"/>
                </a:lnTo>
                <a:lnTo>
                  <a:pt x="513" y="1001"/>
                </a:lnTo>
                <a:lnTo>
                  <a:pt x="513" y="1002"/>
                </a:lnTo>
                <a:lnTo>
                  <a:pt x="514" y="1002"/>
                </a:lnTo>
                <a:lnTo>
                  <a:pt x="514" y="1001"/>
                </a:lnTo>
                <a:lnTo>
                  <a:pt x="515" y="1000"/>
                </a:lnTo>
                <a:lnTo>
                  <a:pt x="516" y="1000"/>
                </a:lnTo>
                <a:lnTo>
                  <a:pt x="517" y="1000"/>
                </a:lnTo>
                <a:lnTo>
                  <a:pt x="518" y="1000"/>
                </a:lnTo>
                <a:lnTo>
                  <a:pt x="519" y="1000"/>
                </a:lnTo>
                <a:lnTo>
                  <a:pt x="520" y="1000"/>
                </a:lnTo>
                <a:lnTo>
                  <a:pt x="521" y="1000"/>
                </a:lnTo>
                <a:lnTo>
                  <a:pt x="522" y="1000"/>
                </a:lnTo>
                <a:lnTo>
                  <a:pt x="523" y="999"/>
                </a:lnTo>
                <a:lnTo>
                  <a:pt x="524" y="1000"/>
                </a:lnTo>
                <a:lnTo>
                  <a:pt x="525" y="1000"/>
                </a:lnTo>
                <a:lnTo>
                  <a:pt x="525" y="1001"/>
                </a:lnTo>
                <a:lnTo>
                  <a:pt x="525" y="1002"/>
                </a:lnTo>
                <a:lnTo>
                  <a:pt x="526" y="1002"/>
                </a:lnTo>
                <a:lnTo>
                  <a:pt x="527" y="1002"/>
                </a:lnTo>
                <a:lnTo>
                  <a:pt x="528" y="1002"/>
                </a:lnTo>
                <a:lnTo>
                  <a:pt x="529" y="1002"/>
                </a:lnTo>
                <a:lnTo>
                  <a:pt x="529" y="1003"/>
                </a:lnTo>
                <a:lnTo>
                  <a:pt x="530" y="1003"/>
                </a:lnTo>
                <a:lnTo>
                  <a:pt x="531" y="1004"/>
                </a:lnTo>
                <a:lnTo>
                  <a:pt x="532" y="1005"/>
                </a:lnTo>
                <a:lnTo>
                  <a:pt x="533" y="1005"/>
                </a:lnTo>
                <a:lnTo>
                  <a:pt x="534" y="1006"/>
                </a:lnTo>
                <a:lnTo>
                  <a:pt x="535" y="1006"/>
                </a:lnTo>
                <a:lnTo>
                  <a:pt x="536" y="1006"/>
                </a:lnTo>
                <a:lnTo>
                  <a:pt x="537" y="1006"/>
                </a:lnTo>
                <a:lnTo>
                  <a:pt x="538" y="1006"/>
                </a:lnTo>
                <a:lnTo>
                  <a:pt x="538" y="1007"/>
                </a:lnTo>
                <a:lnTo>
                  <a:pt x="537" y="1007"/>
                </a:lnTo>
                <a:lnTo>
                  <a:pt x="537" y="1008"/>
                </a:lnTo>
                <a:lnTo>
                  <a:pt x="537" y="1009"/>
                </a:lnTo>
                <a:lnTo>
                  <a:pt x="537" y="1010"/>
                </a:lnTo>
                <a:lnTo>
                  <a:pt x="537" y="1011"/>
                </a:lnTo>
                <a:lnTo>
                  <a:pt x="537" y="1012"/>
                </a:lnTo>
                <a:lnTo>
                  <a:pt x="537" y="1013"/>
                </a:lnTo>
                <a:lnTo>
                  <a:pt x="537" y="1014"/>
                </a:lnTo>
                <a:lnTo>
                  <a:pt x="537" y="1015"/>
                </a:lnTo>
                <a:lnTo>
                  <a:pt x="537" y="1016"/>
                </a:lnTo>
                <a:lnTo>
                  <a:pt x="536" y="1017"/>
                </a:lnTo>
                <a:lnTo>
                  <a:pt x="537" y="1017"/>
                </a:lnTo>
                <a:lnTo>
                  <a:pt x="537" y="1019"/>
                </a:lnTo>
                <a:lnTo>
                  <a:pt x="536" y="1019"/>
                </a:lnTo>
                <a:lnTo>
                  <a:pt x="536" y="1020"/>
                </a:lnTo>
                <a:lnTo>
                  <a:pt x="536" y="1021"/>
                </a:lnTo>
                <a:lnTo>
                  <a:pt x="536" y="1022"/>
                </a:lnTo>
                <a:lnTo>
                  <a:pt x="536" y="1023"/>
                </a:lnTo>
                <a:lnTo>
                  <a:pt x="535" y="1023"/>
                </a:lnTo>
                <a:lnTo>
                  <a:pt x="535" y="1024"/>
                </a:lnTo>
                <a:lnTo>
                  <a:pt x="536" y="1025"/>
                </a:lnTo>
                <a:lnTo>
                  <a:pt x="536" y="1026"/>
                </a:lnTo>
                <a:lnTo>
                  <a:pt x="536" y="1027"/>
                </a:lnTo>
                <a:lnTo>
                  <a:pt x="535" y="1027"/>
                </a:lnTo>
                <a:lnTo>
                  <a:pt x="535" y="1028"/>
                </a:lnTo>
                <a:lnTo>
                  <a:pt x="535" y="1029"/>
                </a:lnTo>
                <a:lnTo>
                  <a:pt x="534" y="1031"/>
                </a:lnTo>
                <a:lnTo>
                  <a:pt x="535" y="1031"/>
                </a:lnTo>
                <a:lnTo>
                  <a:pt x="536" y="1032"/>
                </a:lnTo>
                <a:lnTo>
                  <a:pt x="536" y="1033"/>
                </a:lnTo>
                <a:lnTo>
                  <a:pt x="537" y="1033"/>
                </a:lnTo>
                <a:lnTo>
                  <a:pt x="537" y="1034"/>
                </a:lnTo>
                <a:lnTo>
                  <a:pt x="538" y="1034"/>
                </a:lnTo>
                <a:lnTo>
                  <a:pt x="538" y="1035"/>
                </a:lnTo>
                <a:lnTo>
                  <a:pt x="539" y="1035"/>
                </a:lnTo>
                <a:lnTo>
                  <a:pt x="540" y="1035"/>
                </a:lnTo>
                <a:lnTo>
                  <a:pt x="540" y="1034"/>
                </a:lnTo>
                <a:lnTo>
                  <a:pt x="541" y="1034"/>
                </a:lnTo>
                <a:lnTo>
                  <a:pt x="542" y="1033"/>
                </a:lnTo>
                <a:lnTo>
                  <a:pt x="543" y="1033"/>
                </a:lnTo>
                <a:lnTo>
                  <a:pt x="544" y="1033"/>
                </a:lnTo>
                <a:lnTo>
                  <a:pt x="545" y="1032"/>
                </a:lnTo>
                <a:lnTo>
                  <a:pt x="545" y="1031"/>
                </a:lnTo>
                <a:lnTo>
                  <a:pt x="546" y="1031"/>
                </a:lnTo>
                <a:lnTo>
                  <a:pt x="546" y="1030"/>
                </a:lnTo>
                <a:lnTo>
                  <a:pt x="546" y="1029"/>
                </a:lnTo>
                <a:lnTo>
                  <a:pt x="547" y="1029"/>
                </a:lnTo>
                <a:lnTo>
                  <a:pt x="548" y="1029"/>
                </a:lnTo>
                <a:lnTo>
                  <a:pt x="548" y="1030"/>
                </a:lnTo>
                <a:lnTo>
                  <a:pt x="549" y="1031"/>
                </a:lnTo>
                <a:lnTo>
                  <a:pt x="550" y="1031"/>
                </a:lnTo>
                <a:lnTo>
                  <a:pt x="551" y="1030"/>
                </a:lnTo>
                <a:lnTo>
                  <a:pt x="552" y="1030"/>
                </a:lnTo>
                <a:lnTo>
                  <a:pt x="553" y="1031"/>
                </a:lnTo>
                <a:lnTo>
                  <a:pt x="554" y="1031"/>
                </a:lnTo>
                <a:lnTo>
                  <a:pt x="554" y="1032"/>
                </a:lnTo>
                <a:lnTo>
                  <a:pt x="555" y="1032"/>
                </a:lnTo>
                <a:lnTo>
                  <a:pt x="555" y="1033"/>
                </a:lnTo>
                <a:lnTo>
                  <a:pt x="557" y="1033"/>
                </a:lnTo>
                <a:lnTo>
                  <a:pt x="558" y="1033"/>
                </a:lnTo>
                <a:lnTo>
                  <a:pt x="559" y="1033"/>
                </a:lnTo>
                <a:lnTo>
                  <a:pt x="560" y="1033"/>
                </a:lnTo>
                <a:lnTo>
                  <a:pt x="561" y="1033"/>
                </a:lnTo>
                <a:lnTo>
                  <a:pt x="562" y="1033"/>
                </a:lnTo>
                <a:lnTo>
                  <a:pt x="563" y="1033"/>
                </a:lnTo>
                <a:lnTo>
                  <a:pt x="563" y="1034"/>
                </a:lnTo>
                <a:lnTo>
                  <a:pt x="564" y="1034"/>
                </a:lnTo>
                <a:lnTo>
                  <a:pt x="565" y="1035"/>
                </a:lnTo>
                <a:lnTo>
                  <a:pt x="566" y="1035"/>
                </a:lnTo>
                <a:lnTo>
                  <a:pt x="567" y="1034"/>
                </a:lnTo>
                <a:lnTo>
                  <a:pt x="568" y="1035"/>
                </a:lnTo>
                <a:lnTo>
                  <a:pt x="568" y="1036"/>
                </a:lnTo>
                <a:lnTo>
                  <a:pt x="569" y="1036"/>
                </a:lnTo>
                <a:lnTo>
                  <a:pt x="571" y="1038"/>
                </a:lnTo>
                <a:lnTo>
                  <a:pt x="572" y="1038"/>
                </a:lnTo>
                <a:lnTo>
                  <a:pt x="574" y="1038"/>
                </a:lnTo>
                <a:lnTo>
                  <a:pt x="574" y="1039"/>
                </a:lnTo>
                <a:lnTo>
                  <a:pt x="575" y="1039"/>
                </a:lnTo>
                <a:lnTo>
                  <a:pt x="576" y="1039"/>
                </a:lnTo>
                <a:lnTo>
                  <a:pt x="577" y="1040"/>
                </a:lnTo>
                <a:lnTo>
                  <a:pt x="578" y="1041"/>
                </a:lnTo>
                <a:lnTo>
                  <a:pt x="579" y="1041"/>
                </a:lnTo>
                <a:lnTo>
                  <a:pt x="579" y="1042"/>
                </a:lnTo>
                <a:lnTo>
                  <a:pt x="579" y="1043"/>
                </a:lnTo>
                <a:lnTo>
                  <a:pt x="580" y="1044"/>
                </a:lnTo>
                <a:lnTo>
                  <a:pt x="581" y="1044"/>
                </a:lnTo>
                <a:lnTo>
                  <a:pt x="582" y="1044"/>
                </a:lnTo>
                <a:lnTo>
                  <a:pt x="582" y="1043"/>
                </a:lnTo>
                <a:lnTo>
                  <a:pt x="582" y="1044"/>
                </a:lnTo>
                <a:lnTo>
                  <a:pt x="582" y="1046"/>
                </a:lnTo>
                <a:lnTo>
                  <a:pt x="582" y="1047"/>
                </a:lnTo>
                <a:lnTo>
                  <a:pt x="581" y="1047"/>
                </a:lnTo>
                <a:lnTo>
                  <a:pt x="580" y="1047"/>
                </a:lnTo>
                <a:lnTo>
                  <a:pt x="580" y="1048"/>
                </a:lnTo>
                <a:lnTo>
                  <a:pt x="581" y="1049"/>
                </a:lnTo>
                <a:lnTo>
                  <a:pt x="582" y="1050"/>
                </a:lnTo>
                <a:lnTo>
                  <a:pt x="583" y="1050"/>
                </a:lnTo>
                <a:lnTo>
                  <a:pt x="584" y="1050"/>
                </a:lnTo>
                <a:lnTo>
                  <a:pt x="585" y="1050"/>
                </a:lnTo>
                <a:lnTo>
                  <a:pt x="585" y="1051"/>
                </a:lnTo>
                <a:lnTo>
                  <a:pt x="585" y="1052"/>
                </a:lnTo>
                <a:lnTo>
                  <a:pt x="585" y="1053"/>
                </a:lnTo>
                <a:lnTo>
                  <a:pt x="585" y="1055"/>
                </a:lnTo>
                <a:lnTo>
                  <a:pt x="586" y="1055"/>
                </a:lnTo>
                <a:lnTo>
                  <a:pt x="586" y="1056"/>
                </a:lnTo>
                <a:lnTo>
                  <a:pt x="586" y="1057"/>
                </a:lnTo>
                <a:lnTo>
                  <a:pt x="587" y="1057"/>
                </a:lnTo>
                <a:lnTo>
                  <a:pt x="586" y="1058"/>
                </a:lnTo>
                <a:lnTo>
                  <a:pt x="586" y="1059"/>
                </a:lnTo>
                <a:lnTo>
                  <a:pt x="585" y="1059"/>
                </a:lnTo>
                <a:lnTo>
                  <a:pt x="585" y="1060"/>
                </a:lnTo>
                <a:lnTo>
                  <a:pt x="585" y="1061"/>
                </a:lnTo>
                <a:lnTo>
                  <a:pt x="585" y="1062"/>
                </a:lnTo>
                <a:lnTo>
                  <a:pt x="585" y="1063"/>
                </a:lnTo>
                <a:lnTo>
                  <a:pt x="587" y="1065"/>
                </a:lnTo>
                <a:lnTo>
                  <a:pt x="588" y="1065"/>
                </a:lnTo>
                <a:lnTo>
                  <a:pt x="588" y="1066"/>
                </a:lnTo>
                <a:lnTo>
                  <a:pt x="588" y="1067"/>
                </a:lnTo>
                <a:lnTo>
                  <a:pt x="589" y="1067"/>
                </a:lnTo>
                <a:lnTo>
                  <a:pt x="589" y="1068"/>
                </a:lnTo>
                <a:lnTo>
                  <a:pt x="590" y="1068"/>
                </a:lnTo>
                <a:lnTo>
                  <a:pt x="590" y="1069"/>
                </a:lnTo>
                <a:lnTo>
                  <a:pt x="591" y="1069"/>
                </a:lnTo>
                <a:lnTo>
                  <a:pt x="592" y="1069"/>
                </a:lnTo>
                <a:lnTo>
                  <a:pt x="592" y="1070"/>
                </a:lnTo>
                <a:lnTo>
                  <a:pt x="591" y="1070"/>
                </a:lnTo>
                <a:lnTo>
                  <a:pt x="591" y="1071"/>
                </a:lnTo>
                <a:lnTo>
                  <a:pt x="590" y="1071"/>
                </a:lnTo>
                <a:lnTo>
                  <a:pt x="590" y="1072"/>
                </a:lnTo>
                <a:lnTo>
                  <a:pt x="589" y="1072"/>
                </a:lnTo>
                <a:lnTo>
                  <a:pt x="589" y="1073"/>
                </a:lnTo>
                <a:lnTo>
                  <a:pt x="588" y="1074"/>
                </a:lnTo>
                <a:lnTo>
                  <a:pt x="588" y="1075"/>
                </a:lnTo>
                <a:lnTo>
                  <a:pt x="587" y="1075"/>
                </a:lnTo>
                <a:lnTo>
                  <a:pt x="587" y="1076"/>
                </a:lnTo>
                <a:lnTo>
                  <a:pt x="586" y="1076"/>
                </a:lnTo>
                <a:lnTo>
                  <a:pt x="585" y="1077"/>
                </a:lnTo>
                <a:lnTo>
                  <a:pt x="584" y="1077"/>
                </a:lnTo>
                <a:lnTo>
                  <a:pt x="584" y="1076"/>
                </a:lnTo>
                <a:lnTo>
                  <a:pt x="584" y="1075"/>
                </a:lnTo>
                <a:lnTo>
                  <a:pt x="583" y="1074"/>
                </a:lnTo>
                <a:lnTo>
                  <a:pt x="583" y="1075"/>
                </a:lnTo>
                <a:lnTo>
                  <a:pt x="582" y="1074"/>
                </a:lnTo>
                <a:lnTo>
                  <a:pt x="582" y="1073"/>
                </a:lnTo>
                <a:lnTo>
                  <a:pt x="580" y="1073"/>
                </a:lnTo>
                <a:lnTo>
                  <a:pt x="579" y="1073"/>
                </a:lnTo>
                <a:lnTo>
                  <a:pt x="577" y="1073"/>
                </a:lnTo>
                <a:lnTo>
                  <a:pt x="577" y="1075"/>
                </a:lnTo>
                <a:lnTo>
                  <a:pt x="577" y="1076"/>
                </a:lnTo>
                <a:lnTo>
                  <a:pt x="577" y="1077"/>
                </a:lnTo>
                <a:lnTo>
                  <a:pt x="578" y="1077"/>
                </a:lnTo>
                <a:lnTo>
                  <a:pt x="578" y="1078"/>
                </a:lnTo>
                <a:lnTo>
                  <a:pt x="577" y="1078"/>
                </a:lnTo>
                <a:lnTo>
                  <a:pt x="576" y="1078"/>
                </a:lnTo>
                <a:lnTo>
                  <a:pt x="575" y="1079"/>
                </a:lnTo>
                <a:lnTo>
                  <a:pt x="575" y="1080"/>
                </a:lnTo>
                <a:lnTo>
                  <a:pt x="574" y="1080"/>
                </a:lnTo>
                <a:lnTo>
                  <a:pt x="574" y="1081"/>
                </a:lnTo>
                <a:lnTo>
                  <a:pt x="574" y="1082"/>
                </a:lnTo>
                <a:lnTo>
                  <a:pt x="573" y="1082"/>
                </a:lnTo>
                <a:lnTo>
                  <a:pt x="572" y="1083"/>
                </a:lnTo>
                <a:lnTo>
                  <a:pt x="571" y="1083"/>
                </a:lnTo>
                <a:lnTo>
                  <a:pt x="571" y="1084"/>
                </a:lnTo>
                <a:lnTo>
                  <a:pt x="571" y="1085"/>
                </a:lnTo>
                <a:lnTo>
                  <a:pt x="570" y="1085"/>
                </a:lnTo>
                <a:lnTo>
                  <a:pt x="568" y="1085"/>
                </a:lnTo>
                <a:lnTo>
                  <a:pt x="567" y="1084"/>
                </a:lnTo>
                <a:lnTo>
                  <a:pt x="566" y="1084"/>
                </a:lnTo>
                <a:lnTo>
                  <a:pt x="565" y="1084"/>
                </a:lnTo>
                <a:lnTo>
                  <a:pt x="564" y="1084"/>
                </a:lnTo>
                <a:lnTo>
                  <a:pt x="564" y="1083"/>
                </a:lnTo>
                <a:lnTo>
                  <a:pt x="564" y="1082"/>
                </a:lnTo>
                <a:lnTo>
                  <a:pt x="563" y="1081"/>
                </a:lnTo>
                <a:lnTo>
                  <a:pt x="563" y="1080"/>
                </a:lnTo>
                <a:lnTo>
                  <a:pt x="562" y="1080"/>
                </a:lnTo>
                <a:lnTo>
                  <a:pt x="561" y="1081"/>
                </a:lnTo>
                <a:lnTo>
                  <a:pt x="560" y="1081"/>
                </a:lnTo>
                <a:lnTo>
                  <a:pt x="559" y="1081"/>
                </a:lnTo>
                <a:lnTo>
                  <a:pt x="559" y="1080"/>
                </a:lnTo>
                <a:lnTo>
                  <a:pt x="558" y="1079"/>
                </a:lnTo>
                <a:lnTo>
                  <a:pt x="557" y="1078"/>
                </a:lnTo>
                <a:lnTo>
                  <a:pt x="556" y="1078"/>
                </a:lnTo>
                <a:lnTo>
                  <a:pt x="556" y="1079"/>
                </a:lnTo>
                <a:lnTo>
                  <a:pt x="555" y="1079"/>
                </a:lnTo>
                <a:lnTo>
                  <a:pt x="555" y="1078"/>
                </a:lnTo>
                <a:lnTo>
                  <a:pt x="554" y="1078"/>
                </a:lnTo>
                <a:lnTo>
                  <a:pt x="553" y="1078"/>
                </a:lnTo>
                <a:lnTo>
                  <a:pt x="552" y="1078"/>
                </a:lnTo>
                <a:lnTo>
                  <a:pt x="553" y="1078"/>
                </a:lnTo>
                <a:lnTo>
                  <a:pt x="552" y="1078"/>
                </a:lnTo>
                <a:lnTo>
                  <a:pt x="552" y="1079"/>
                </a:lnTo>
                <a:lnTo>
                  <a:pt x="551" y="1079"/>
                </a:lnTo>
                <a:lnTo>
                  <a:pt x="549" y="1080"/>
                </a:lnTo>
                <a:lnTo>
                  <a:pt x="548" y="1080"/>
                </a:lnTo>
                <a:lnTo>
                  <a:pt x="547" y="1080"/>
                </a:lnTo>
                <a:lnTo>
                  <a:pt x="546" y="1080"/>
                </a:lnTo>
                <a:lnTo>
                  <a:pt x="545" y="1081"/>
                </a:lnTo>
                <a:lnTo>
                  <a:pt x="544" y="1081"/>
                </a:lnTo>
                <a:lnTo>
                  <a:pt x="542" y="1081"/>
                </a:lnTo>
                <a:lnTo>
                  <a:pt x="541" y="1081"/>
                </a:lnTo>
                <a:lnTo>
                  <a:pt x="540" y="1081"/>
                </a:lnTo>
                <a:lnTo>
                  <a:pt x="539" y="1081"/>
                </a:lnTo>
                <a:lnTo>
                  <a:pt x="539" y="1080"/>
                </a:lnTo>
                <a:lnTo>
                  <a:pt x="538" y="1080"/>
                </a:lnTo>
                <a:lnTo>
                  <a:pt x="537" y="1080"/>
                </a:lnTo>
                <a:lnTo>
                  <a:pt x="536" y="1080"/>
                </a:lnTo>
                <a:lnTo>
                  <a:pt x="535" y="1080"/>
                </a:lnTo>
                <a:lnTo>
                  <a:pt x="535" y="1079"/>
                </a:lnTo>
                <a:lnTo>
                  <a:pt x="533" y="1078"/>
                </a:lnTo>
                <a:lnTo>
                  <a:pt x="533" y="1077"/>
                </a:lnTo>
                <a:lnTo>
                  <a:pt x="532" y="1077"/>
                </a:lnTo>
                <a:lnTo>
                  <a:pt x="531" y="1078"/>
                </a:lnTo>
                <a:lnTo>
                  <a:pt x="530" y="1078"/>
                </a:lnTo>
                <a:lnTo>
                  <a:pt x="530" y="1077"/>
                </a:lnTo>
                <a:lnTo>
                  <a:pt x="529" y="1078"/>
                </a:lnTo>
                <a:lnTo>
                  <a:pt x="528" y="1078"/>
                </a:lnTo>
                <a:lnTo>
                  <a:pt x="528" y="1079"/>
                </a:lnTo>
                <a:lnTo>
                  <a:pt x="527" y="1079"/>
                </a:lnTo>
                <a:lnTo>
                  <a:pt x="526" y="1078"/>
                </a:lnTo>
                <a:lnTo>
                  <a:pt x="525" y="1078"/>
                </a:lnTo>
                <a:lnTo>
                  <a:pt x="524" y="1079"/>
                </a:lnTo>
                <a:lnTo>
                  <a:pt x="522" y="1079"/>
                </a:lnTo>
                <a:lnTo>
                  <a:pt x="521" y="1079"/>
                </a:lnTo>
                <a:lnTo>
                  <a:pt x="519" y="1079"/>
                </a:lnTo>
                <a:lnTo>
                  <a:pt x="519" y="1080"/>
                </a:lnTo>
                <a:lnTo>
                  <a:pt x="518" y="1081"/>
                </a:lnTo>
                <a:lnTo>
                  <a:pt x="519" y="1081"/>
                </a:lnTo>
                <a:lnTo>
                  <a:pt x="519" y="1082"/>
                </a:lnTo>
                <a:lnTo>
                  <a:pt x="519" y="1083"/>
                </a:lnTo>
                <a:lnTo>
                  <a:pt x="519" y="1084"/>
                </a:lnTo>
                <a:lnTo>
                  <a:pt x="519" y="1083"/>
                </a:lnTo>
                <a:lnTo>
                  <a:pt x="519" y="1084"/>
                </a:lnTo>
                <a:lnTo>
                  <a:pt x="518" y="1084"/>
                </a:lnTo>
                <a:lnTo>
                  <a:pt x="518" y="1085"/>
                </a:lnTo>
                <a:lnTo>
                  <a:pt x="519" y="1085"/>
                </a:lnTo>
                <a:lnTo>
                  <a:pt x="520" y="1085"/>
                </a:lnTo>
                <a:lnTo>
                  <a:pt x="521" y="1085"/>
                </a:lnTo>
                <a:lnTo>
                  <a:pt x="521" y="1086"/>
                </a:lnTo>
                <a:lnTo>
                  <a:pt x="521" y="1088"/>
                </a:lnTo>
                <a:lnTo>
                  <a:pt x="521" y="1089"/>
                </a:lnTo>
                <a:lnTo>
                  <a:pt x="519" y="1089"/>
                </a:lnTo>
                <a:lnTo>
                  <a:pt x="519" y="1090"/>
                </a:lnTo>
                <a:lnTo>
                  <a:pt x="519" y="1091"/>
                </a:lnTo>
                <a:lnTo>
                  <a:pt x="518" y="1091"/>
                </a:lnTo>
                <a:lnTo>
                  <a:pt x="517" y="1091"/>
                </a:lnTo>
                <a:lnTo>
                  <a:pt x="515" y="1092"/>
                </a:lnTo>
                <a:lnTo>
                  <a:pt x="514" y="1092"/>
                </a:lnTo>
                <a:lnTo>
                  <a:pt x="514" y="1093"/>
                </a:lnTo>
                <a:lnTo>
                  <a:pt x="514" y="1094"/>
                </a:lnTo>
                <a:lnTo>
                  <a:pt x="514" y="1095"/>
                </a:lnTo>
                <a:lnTo>
                  <a:pt x="513" y="1095"/>
                </a:lnTo>
                <a:lnTo>
                  <a:pt x="513" y="1096"/>
                </a:lnTo>
                <a:lnTo>
                  <a:pt x="513" y="1097"/>
                </a:lnTo>
                <a:lnTo>
                  <a:pt x="511" y="1097"/>
                </a:lnTo>
                <a:lnTo>
                  <a:pt x="511" y="1098"/>
                </a:lnTo>
                <a:lnTo>
                  <a:pt x="511" y="1099"/>
                </a:lnTo>
                <a:lnTo>
                  <a:pt x="511" y="1100"/>
                </a:lnTo>
                <a:lnTo>
                  <a:pt x="510" y="1100"/>
                </a:lnTo>
                <a:lnTo>
                  <a:pt x="511" y="1101"/>
                </a:lnTo>
                <a:lnTo>
                  <a:pt x="511" y="1102"/>
                </a:lnTo>
                <a:lnTo>
                  <a:pt x="510" y="1102"/>
                </a:lnTo>
                <a:lnTo>
                  <a:pt x="509" y="1103"/>
                </a:lnTo>
                <a:lnTo>
                  <a:pt x="509" y="1105"/>
                </a:lnTo>
                <a:lnTo>
                  <a:pt x="508" y="1105"/>
                </a:lnTo>
                <a:lnTo>
                  <a:pt x="508" y="1106"/>
                </a:lnTo>
                <a:lnTo>
                  <a:pt x="508" y="1108"/>
                </a:lnTo>
                <a:lnTo>
                  <a:pt x="509" y="1109"/>
                </a:lnTo>
                <a:lnTo>
                  <a:pt x="509" y="1110"/>
                </a:lnTo>
                <a:lnTo>
                  <a:pt x="509" y="1111"/>
                </a:lnTo>
                <a:lnTo>
                  <a:pt x="508" y="1111"/>
                </a:lnTo>
                <a:lnTo>
                  <a:pt x="507" y="1111"/>
                </a:lnTo>
                <a:lnTo>
                  <a:pt x="506" y="1111"/>
                </a:lnTo>
                <a:lnTo>
                  <a:pt x="506" y="1112"/>
                </a:lnTo>
                <a:lnTo>
                  <a:pt x="504" y="1112"/>
                </a:lnTo>
                <a:lnTo>
                  <a:pt x="504" y="1113"/>
                </a:lnTo>
                <a:lnTo>
                  <a:pt x="506" y="1115"/>
                </a:lnTo>
                <a:lnTo>
                  <a:pt x="506" y="1116"/>
                </a:lnTo>
                <a:lnTo>
                  <a:pt x="506" y="1117"/>
                </a:lnTo>
                <a:lnTo>
                  <a:pt x="506" y="1118"/>
                </a:lnTo>
                <a:lnTo>
                  <a:pt x="507" y="1119"/>
                </a:lnTo>
                <a:lnTo>
                  <a:pt x="507" y="1120"/>
                </a:lnTo>
                <a:lnTo>
                  <a:pt x="508" y="1120"/>
                </a:lnTo>
                <a:lnTo>
                  <a:pt x="508" y="1121"/>
                </a:lnTo>
                <a:lnTo>
                  <a:pt x="507" y="1122"/>
                </a:lnTo>
                <a:lnTo>
                  <a:pt x="506" y="1123"/>
                </a:lnTo>
                <a:lnTo>
                  <a:pt x="506" y="1124"/>
                </a:lnTo>
                <a:lnTo>
                  <a:pt x="504" y="1125"/>
                </a:lnTo>
                <a:lnTo>
                  <a:pt x="504" y="1126"/>
                </a:lnTo>
                <a:lnTo>
                  <a:pt x="504" y="1127"/>
                </a:lnTo>
                <a:lnTo>
                  <a:pt x="504" y="1128"/>
                </a:lnTo>
                <a:lnTo>
                  <a:pt x="506" y="1129"/>
                </a:lnTo>
                <a:lnTo>
                  <a:pt x="507" y="1129"/>
                </a:lnTo>
                <a:lnTo>
                  <a:pt x="507" y="1128"/>
                </a:lnTo>
                <a:lnTo>
                  <a:pt x="508" y="1128"/>
                </a:lnTo>
                <a:lnTo>
                  <a:pt x="508" y="1129"/>
                </a:lnTo>
                <a:lnTo>
                  <a:pt x="508" y="1130"/>
                </a:lnTo>
                <a:lnTo>
                  <a:pt x="508" y="1131"/>
                </a:lnTo>
                <a:lnTo>
                  <a:pt x="509" y="1131"/>
                </a:lnTo>
                <a:lnTo>
                  <a:pt x="510" y="1131"/>
                </a:lnTo>
                <a:lnTo>
                  <a:pt x="510" y="1133"/>
                </a:lnTo>
                <a:lnTo>
                  <a:pt x="511" y="1134"/>
                </a:lnTo>
                <a:lnTo>
                  <a:pt x="511" y="1135"/>
                </a:lnTo>
                <a:lnTo>
                  <a:pt x="512" y="1136"/>
                </a:lnTo>
                <a:lnTo>
                  <a:pt x="513" y="1137"/>
                </a:lnTo>
                <a:lnTo>
                  <a:pt x="513" y="1138"/>
                </a:lnTo>
                <a:lnTo>
                  <a:pt x="514" y="1138"/>
                </a:lnTo>
                <a:lnTo>
                  <a:pt x="514" y="1137"/>
                </a:lnTo>
                <a:lnTo>
                  <a:pt x="515" y="1137"/>
                </a:lnTo>
                <a:lnTo>
                  <a:pt x="515" y="1138"/>
                </a:lnTo>
                <a:lnTo>
                  <a:pt x="518" y="1139"/>
                </a:lnTo>
                <a:lnTo>
                  <a:pt x="519" y="1139"/>
                </a:lnTo>
                <a:lnTo>
                  <a:pt x="519" y="1140"/>
                </a:lnTo>
                <a:lnTo>
                  <a:pt x="520" y="1140"/>
                </a:lnTo>
                <a:lnTo>
                  <a:pt x="520" y="1141"/>
                </a:lnTo>
                <a:lnTo>
                  <a:pt x="519" y="1141"/>
                </a:lnTo>
                <a:lnTo>
                  <a:pt x="519" y="1142"/>
                </a:lnTo>
                <a:lnTo>
                  <a:pt x="519" y="1143"/>
                </a:lnTo>
                <a:lnTo>
                  <a:pt x="519" y="1144"/>
                </a:lnTo>
                <a:lnTo>
                  <a:pt x="518" y="1144"/>
                </a:lnTo>
                <a:lnTo>
                  <a:pt x="518" y="1145"/>
                </a:lnTo>
                <a:lnTo>
                  <a:pt x="518" y="1147"/>
                </a:lnTo>
                <a:lnTo>
                  <a:pt x="518" y="1149"/>
                </a:lnTo>
                <a:lnTo>
                  <a:pt x="518" y="1151"/>
                </a:lnTo>
                <a:lnTo>
                  <a:pt x="520" y="1152"/>
                </a:lnTo>
                <a:lnTo>
                  <a:pt x="521" y="1153"/>
                </a:lnTo>
                <a:lnTo>
                  <a:pt x="521" y="1154"/>
                </a:lnTo>
                <a:lnTo>
                  <a:pt x="522" y="1154"/>
                </a:lnTo>
                <a:lnTo>
                  <a:pt x="522" y="1155"/>
                </a:lnTo>
                <a:lnTo>
                  <a:pt x="522" y="1156"/>
                </a:lnTo>
                <a:lnTo>
                  <a:pt x="521" y="1157"/>
                </a:lnTo>
                <a:lnTo>
                  <a:pt x="521" y="1158"/>
                </a:lnTo>
                <a:lnTo>
                  <a:pt x="521" y="1159"/>
                </a:lnTo>
                <a:lnTo>
                  <a:pt x="522" y="1159"/>
                </a:lnTo>
                <a:lnTo>
                  <a:pt x="522" y="1160"/>
                </a:lnTo>
                <a:lnTo>
                  <a:pt x="521" y="1161"/>
                </a:lnTo>
                <a:lnTo>
                  <a:pt x="520" y="1161"/>
                </a:lnTo>
                <a:lnTo>
                  <a:pt x="519" y="1164"/>
                </a:lnTo>
                <a:lnTo>
                  <a:pt x="519" y="1165"/>
                </a:lnTo>
                <a:lnTo>
                  <a:pt x="519" y="1166"/>
                </a:lnTo>
                <a:lnTo>
                  <a:pt x="518" y="1167"/>
                </a:lnTo>
                <a:lnTo>
                  <a:pt x="519" y="1168"/>
                </a:lnTo>
                <a:lnTo>
                  <a:pt x="519" y="1170"/>
                </a:lnTo>
                <a:lnTo>
                  <a:pt x="519" y="1171"/>
                </a:lnTo>
                <a:lnTo>
                  <a:pt x="519" y="1172"/>
                </a:lnTo>
                <a:lnTo>
                  <a:pt x="520" y="1172"/>
                </a:lnTo>
                <a:lnTo>
                  <a:pt x="520" y="1173"/>
                </a:lnTo>
                <a:lnTo>
                  <a:pt x="521" y="1173"/>
                </a:lnTo>
                <a:lnTo>
                  <a:pt x="522" y="1173"/>
                </a:lnTo>
                <a:lnTo>
                  <a:pt x="522" y="1174"/>
                </a:lnTo>
                <a:lnTo>
                  <a:pt x="523" y="1174"/>
                </a:lnTo>
                <a:lnTo>
                  <a:pt x="524" y="1175"/>
                </a:lnTo>
                <a:lnTo>
                  <a:pt x="524" y="1176"/>
                </a:lnTo>
                <a:lnTo>
                  <a:pt x="524" y="1177"/>
                </a:lnTo>
                <a:lnTo>
                  <a:pt x="524" y="1178"/>
                </a:lnTo>
                <a:lnTo>
                  <a:pt x="524" y="1179"/>
                </a:lnTo>
                <a:lnTo>
                  <a:pt x="524" y="1180"/>
                </a:lnTo>
                <a:lnTo>
                  <a:pt x="525" y="1180"/>
                </a:lnTo>
                <a:lnTo>
                  <a:pt x="525" y="1181"/>
                </a:lnTo>
                <a:lnTo>
                  <a:pt x="524" y="1181"/>
                </a:lnTo>
                <a:lnTo>
                  <a:pt x="524" y="1182"/>
                </a:lnTo>
                <a:lnTo>
                  <a:pt x="524" y="1183"/>
                </a:lnTo>
                <a:lnTo>
                  <a:pt x="523" y="1183"/>
                </a:lnTo>
                <a:lnTo>
                  <a:pt x="522" y="1183"/>
                </a:lnTo>
                <a:lnTo>
                  <a:pt x="521" y="1183"/>
                </a:lnTo>
                <a:lnTo>
                  <a:pt x="521" y="1184"/>
                </a:lnTo>
                <a:lnTo>
                  <a:pt x="520" y="1184"/>
                </a:lnTo>
                <a:lnTo>
                  <a:pt x="520" y="1185"/>
                </a:lnTo>
                <a:lnTo>
                  <a:pt x="520" y="1186"/>
                </a:lnTo>
                <a:lnTo>
                  <a:pt x="520" y="1187"/>
                </a:lnTo>
                <a:lnTo>
                  <a:pt x="519" y="1187"/>
                </a:lnTo>
                <a:lnTo>
                  <a:pt x="519" y="1188"/>
                </a:lnTo>
                <a:lnTo>
                  <a:pt x="520" y="1189"/>
                </a:lnTo>
                <a:lnTo>
                  <a:pt x="521" y="1189"/>
                </a:lnTo>
                <a:lnTo>
                  <a:pt x="522" y="1189"/>
                </a:lnTo>
                <a:lnTo>
                  <a:pt x="523" y="1190"/>
                </a:lnTo>
                <a:lnTo>
                  <a:pt x="523" y="1192"/>
                </a:lnTo>
                <a:lnTo>
                  <a:pt x="523" y="1193"/>
                </a:lnTo>
                <a:lnTo>
                  <a:pt x="523" y="1194"/>
                </a:lnTo>
                <a:lnTo>
                  <a:pt x="524" y="1195"/>
                </a:lnTo>
                <a:lnTo>
                  <a:pt x="525" y="1195"/>
                </a:lnTo>
                <a:lnTo>
                  <a:pt x="525" y="1196"/>
                </a:lnTo>
                <a:lnTo>
                  <a:pt x="525" y="1197"/>
                </a:lnTo>
                <a:lnTo>
                  <a:pt x="525" y="1198"/>
                </a:lnTo>
                <a:lnTo>
                  <a:pt x="526" y="1198"/>
                </a:lnTo>
                <a:lnTo>
                  <a:pt x="526" y="1199"/>
                </a:lnTo>
                <a:lnTo>
                  <a:pt x="527" y="1199"/>
                </a:lnTo>
                <a:lnTo>
                  <a:pt x="527" y="1200"/>
                </a:lnTo>
                <a:lnTo>
                  <a:pt x="527" y="1201"/>
                </a:lnTo>
                <a:lnTo>
                  <a:pt x="526" y="1201"/>
                </a:lnTo>
                <a:lnTo>
                  <a:pt x="525" y="1201"/>
                </a:lnTo>
                <a:lnTo>
                  <a:pt x="524" y="1201"/>
                </a:lnTo>
                <a:lnTo>
                  <a:pt x="523" y="1201"/>
                </a:lnTo>
                <a:lnTo>
                  <a:pt x="522" y="1202"/>
                </a:lnTo>
                <a:lnTo>
                  <a:pt x="522" y="1203"/>
                </a:lnTo>
                <a:lnTo>
                  <a:pt x="522" y="1204"/>
                </a:lnTo>
                <a:lnTo>
                  <a:pt x="521" y="1204"/>
                </a:lnTo>
                <a:lnTo>
                  <a:pt x="521" y="1205"/>
                </a:lnTo>
                <a:lnTo>
                  <a:pt x="521" y="1206"/>
                </a:lnTo>
                <a:lnTo>
                  <a:pt x="521" y="1207"/>
                </a:lnTo>
                <a:lnTo>
                  <a:pt x="521" y="1208"/>
                </a:lnTo>
                <a:lnTo>
                  <a:pt x="521" y="1209"/>
                </a:lnTo>
                <a:lnTo>
                  <a:pt x="522" y="1209"/>
                </a:lnTo>
                <a:lnTo>
                  <a:pt x="522" y="1210"/>
                </a:lnTo>
                <a:lnTo>
                  <a:pt x="523" y="1210"/>
                </a:lnTo>
                <a:lnTo>
                  <a:pt x="523" y="1211"/>
                </a:lnTo>
                <a:lnTo>
                  <a:pt x="522" y="1211"/>
                </a:lnTo>
                <a:lnTo>
                  <a:pt x="522" y="1212"/>
                </a:lnTo>
                <a:lnTo>
                  <a:pt x="521" y="1212"/>
                </a:lnTo>
                <a:lnTo>
                  <a:pt x="520" y="1212"/>
                </a:lnTo>
                <a:lnTo>
                  <a:pt x="520" y="1213"/>
                </a:lnTo>
                <a:lnTo>
                  <a:pt x="519" y="1213"/>
                </a:lnTo>
                <a:lnTo>
                  <a:pt x="518" y="1213"/>
                </a:lnTo>
                <a:lnTo>
                  <a:pt x="516" y="1213"/>
                </a:lnTo>
                <a:lnTo>
                  <a:pt x="513" y="1214"/>
                </a:lnTo>
                <a:lnTo>
                  <a:pt x="512" y="1214"/>
                </a:lnTo>
                <a:lnTo>
                  <a:pt x="511" y="1214"/>
                </a:lnTo>
                <a:lnTo>
                  <a:pt x="511" y="1215"/>
                </a:lnTo>
                <a:lnTo>
                  <a:pt x="510" y="1215"/>
                </a:lnTo>
                <a:lnTo>
                  <a:pt x="509" y="1215"/>
                </a:lnTo>
                <a:lnTo>
                  <a:pt x="509" y="1214"/>
                </a:lnTo>
                <a:lnTo>
                  <a:pt x="508" y="1215"/>
                </a:lnTo>
                <a:lnTo>
                  <a:pt x="507" y="1215"/>
                </a:lnTo>
                <a:lnTo>
                  <a:pt x="506" y="1215"/>
                </a:lnTo>
                <a:lnTo>
                  <a:pt x="504" y="1216"/>
                </a:lnTo>
                <a:lnTo>
                  <a:pt x="504" y="1215"/>
                </a:lnTo>
                <a:lnTo>
                  <a:pt x="503" y="1215"/>
                </a:lnTo>
                <a:lnTo>
                  <a:pt x="503" y="1214"/>
                </a:lnTo>
                <a:lnTo>
                  <a:pt x="502" y="1214"/>
                </a:lnTo>
                <a:lnTo>
                  <a:pt x="501" y="1214"/>
                </a:lnTo>
                <a:lnTo>
                  <a:pt x="501" y="1215"/>
                </a:lnTo>
                <a:lnTo>
                  <a:pt x="499" y="1215"/>
                </a:lnTo>
                <a:lnTo>
                  <a:pt x="498" y="1215"/>
                </a:lnTo>
                <a:lnTo>
                  <a:pt x="498" y="1216"/>
                </a:lnTo>
                <a:lnTo>
                  <a:pt x="498" y="1217"/>
                </a:lnTo>
                <a:lnTo>
                  <a:pt x="497" y="1217"/>
                </a:lnTo>
                <a:lnTo>
                  <a:pt x="496" y="1217"/>
                </a:lnTo>
                <a:lnTo>
                  <a:pt x="495" y="1217"/>
                </a:lnTo>
                <a:lnTo>
                  <a:pt x="494" y="1218"/>
                </a:lnTo>
                <a:lnTo>
                  <a:pt x="493" y="1217"/>
                </a:lnTo>
                <a:lnTo>
                  <a:pt x="492" y="1217"/>
                </a:lnTo>
                <a:lnTo>
                  <a:pt x="491" y="1217"/>
                </a:lnTo>
                <a:lnTo>
                  <a:pt x="490" y="1217"/>
                </a:lnTo>
                <a:lnTo>
                  <a:pt x="488" y="1217"/>
                </a:lnTo>
                <a:lnTo>
                  <a:pt x="486" y="1217"/>
                </a:lnTo>
                <a:lnTo>
                  <a:pt x="485" y="1217"/>
                </a:lnTo>
                <a:lnTo>
                  <a:pt x="484" y="1217"/>
                </a:lnTo>
                <a:lnTo>
                  <a:pt x="482" y="1217"/>
                </a:lnTo>
                <a:lnTo>
                  <a:pt x="482" y="1216"/>
                </a:lnTo>
                <a:lnTo>
                  <a:pt x="481" y="1216"/>
                </a:lnTo>
                <a:lnTo>
                  <a:pt x="481" y="1215"/>
                </a:lnTo>
                <a:lnTo>
                  <a:pt x="481" y="1214"/>
                </a:lnTo>
                <a:lnTo>
                  <a:pt x="481" y="1213"/>
                </a:lnTo>
                <a:lnTo>
                  <a:pt x="481" y="1212"/>
                </a:lnTo>
                <a:lnTo>
                  <a:pt x="480" y="1212"/>
                </a:lnTo>
                <a:lnTo>
                  <a:pt x="479" y="1212"/>
                </a:lnTo>
                <a:lnTo>
                  <a:pt x="479" y="1211"/>
                </a:lnTo>
                <a:lnTo>
                  <a:pt x="480" y="1211"/>
                </a:lnTo>
                <a:lnTo>
                  <a:pt x="479" y="1210"/>
                </a:lnTo>
                <a:lnTo>
                  <a:pt x="477" y="1210"/>
                </a:lnTo>
                <a:lnTo>
                  <a:pt x="477" y="1209"/>
                </a:lnTo>
                <a:lnTo>
                  <a:pt x="478" y="1209"/>
                </a:lnTo>
                <a:lnTo>
                  <a:pt x="478" y="1208"/>
                </a:lnTo>
                <a:lnTo>
                  <a:pt x="479" y="1207"/>
                </a:lnTo>
                <a:lnTo>
                  <a:pt x="480" y="1207"/>
                </a:lnTo>
                <a:lnTo>
                  <a:pt x="480" y="1206"/>
                </a:lnTo>
                <a:lnTo>
                  <a:pt x="480" y="1205"/>
                </a:lnTo>
                <a:lnTo>
                  <a:pt x="480" y="1204"/>
                </a:lnTo>
                <a:lnTo>
                  <a:pt x="479" y="1203"/>
                </a:lnTo>
                <a:lnTo>
                  <a:pt x="478" y="1203"/>
                </a:lnTo>
                <a:lnTo>
                  <a:pt x="477" y="1203"/>
                </a:lnTo>
                <a:lnTo>
                  <a:pt x="476" y="1203"/>
                </a:lnTo>
                <a:lnTo>
                  <a:pt x="476" y="1202"/>
                </a:lnTo>
                <a:lnTo>
                  <a:pt x="475" y="1202"/>
                </a:lnTo>
                <a:lnTo>
                  <a:pt x="474" y="1202"/>
                </a:lnTo>
                <a:lnTo>
                  <a:pt x="473" y="1202"/>
                </a:lnTo>
                <a:lnTo>
                  <a:pt x="472" y="1201"/>
                </a:lnTo>
                <a:lnTo>
                  <a:pt x="471" y="1201"/>
                </a:lnTo>
                <a:lnTo>
                  <a:pt x="469" y="1201"/>
                </a:lnTo>
                <a:lnTo>
                  <a:pt x="469" y="1200"/>
                </a:lnTo>
                <a:lnTo>
                  <a:pt x="469" y="1198"/>
                </a:lnTo>
                <a:lnTo>
                  <a:pt x="470" y="1198"/>
                </a:lnTo>
                <a:lnTo>
                  <a:pt x="469" y="1198"/>
                </a:lnTo>
                <a:lnTo>
                  <a:pt x="470" y="1198"/>
                </a:lnTo>
                <a:lnTo>
                  <a:pt x="470" y="1197"/>
                </a:lnTo>
                <a:lnTo>
                  <a:pt x="469" y="1197"/>
                </a:lnTo>
                <a:lnTo>
                  <a:pt x="469" y="1196"/>
                </a:lnTo>
                <a:lnTo>
                  <a:pt x="468" y="1196"/>
                </a:lnTo>
                <a:lnTo>
                  <a:pt x="469" y="1196"/>
                </a:lnTo>
                <a:lnTo>
                  <a:pt x="468" y="1195"/>
                </a:lnTo>
                <a:lnTo>
                  <a:pt x="467" y="1195"/>
                </a:lnTo>
                <a:lnTo>
                  <a:pt x="466" y="1193"/>
                </a:lnTo>
                <a:lnTo>
                  <a:pt x="465" y="1193"/>
                </a:lnTo>
                <a:lnTo>
                  <a:pt x="465" y="1192"/>
                </a:lnTo>
                <a:lnTo>
                  <a:pt x="464" y="1192"/>
                </a:lnTo>
                <a:lnTo>
                  <a:pt x="463" y="1192"/>
                </a:lnTo>
                <a:lnTo>
                  <a:pt x="461" y="1191"/>
                </a:lnTo>
                <a:lnTo>
                  <a:pt x="461" y="1190"/>
                </a:lnTo>
                <a:lnTo>
                  <a:pt x="460" y="1190"/>
                </a:lnTo>
                <a:lnTo>
                  <a:pt x="459" y="1190"/>
                </a:lnTo>
                <a:lnTo>
                  <a:pt x="459" y="1189"/>
                </a:lnTo>
                <a:lnTo>
                  <a:pt x="458" y="1188"/>
                </a:lnTo>
                <a:lnTo>
                  <a:pt x="457" y="1187"/>
                </a:lnTo>
                <a:lnTo>
                  <a:pt x="456" y="1187"/>
                </a:lnTo>
                <a:lnTo>
                  <a:pt x="455" y="1185"/>
                </a:lnTo>
                <a:lnTo>
                  <a:pt x="454" y="1184"/>
                </a:lnTo>
                <a:lnTo>
                  <a:pt x="453" y="1184"/>
                </a:lnTo>
                <a:lnTo>
                  <a:pt x="453" y="1183"/>
                </a:lnTo>
                <a:lnTo>
                  <a:pt x="452" y="1183"/>
                </a:lnTo>
                <a:lnTo>
                  <a:pt x="451" y="1183"/>
                </a:lnTo>
                <a:lnTo>
                  <a:pt x="450" y="1182"/>
                </a:lnTo>
                <a:lnTo>
                  <a:pt x="450" y="1181"/>
                </a:lnTo>
                <a:lnTo>
                  <a:pt x="449" y="1181"/>
                </a:lnTo>
                <a:lnTo>
                  <a:pt x="449" y="1180"/>
                </a:lnTo>
                <a:lnTo>
                  <a:pt x="448" y="1180"/>
                </a:lnTo>
                <a:lnTo>
                  <a:pt x="446" y="1180"/>
                </a:lnTo>
                <a:lnTo>
                  <a:pt x="446" y="1179"/>
                </a:lnTo>
                <a:lnTo>
                  <a:pt x="445" y="1179"/>
                </a:lnTo>
                <a:lnTo>
                  <a:pt x="444" y="1179"/>
                </a:lnTo>
                <a:lnTo>
                  <a:pt x="443" y="1178"/>
                </a:lnTo>
                <a:lnTo>
                  <a:pt x="442" y="1178"/>
                </a:lnTo>
                <a:lnTo>
                  <a:pt x="442" y="1177"/>
                </a:lnTo>
                <a:lnTo>
                  <a:pt x="439" y="1177"/>
                </a:lnTo>
                <a:lnTo>
                  <a:pt x="438" y="1178"/>
                </a:lnTo>
                <a:lnTo>
                  <a:pt x="437" y="1178"/>
                </a:lnTo>
                <a:lnTo>
                  <a:pt x="437" y="1177"/>
                </a:lnTo>
                <a:lnTo>
                  <a:pt x="436" y="1176"/>
                </a:lnTo>
                <a:lnTo>
                  <a:pt x="435" y="1177"/>
                </a:lnTo>
                <a:lnTo>
                  <a:pt x="434" y="1177"/>
                </a:lnTo>
                <a:lnTo>
                  <a:pt x="433" y="1177"/>
                </a:lnTo>
                <a:lnTo>
                  <a:pt x="432" y="1177"/>
                </a:lnTo>
                <a:lnTo>
                  <a:pt x="431" y="1177"/>
                </a:lnTo>
                <a:lnTo>
                  <a:pt x="430" y="1177"/>
                </a:lnTo>
                <a:lnTo>
                  <a:pt x="430" y="1176"/>
                </a:lnTo>
                <a:lnTo>
                  <a:pt x="429" y="1176"/>
                </a:lnTo>
                <a:lnTo>
                  <a:pt x="429" y="1175"/>
                </a:lnTo>
                <a:lnTo>
                  <a:pt x="428" y="1175"/>
                </a:lnTo>
                <a:lnTo>
                  <a:pt x="427" y="1175"/>
                </a:lnTo>
                <a:lnTo>
                  <a:pt x="426" y="1174"/>
                </a:lnTo>
                <a:lnTo>
                  <a:pt x="425" y="1173"/>
                </a:lnTo>
                <a:lnTo>
                  <a:pt x="425" y="1172"/>
                </a:lnTo>
                <a:lnTo>
                  <a:pt x="425" y="1171"/>
                </a:lnTo>
                <a:lnTo>
                  <a:pt x="424" y="1171"/>
                </a:lnTo>
                <a:lnTo>
                  <a:pt x="424" y="1170"/>
                </a:lnTo>
                <a:lnTo>
                  <a:pt x="423" y="1170"/>
                </a:lnTo>
                <a:lnTo>
                  <a:pt x="423" y="1169"/>
                </a:lnTo>
                <a:lnTo>
                  <a:pt x="422" y="1169"/>
                </a:lnTo>
                <a:lnTo>
                  <a:pt x="421" y="1169"/>
                </a:lnTo>
                <a:lnTo>
                  <a:pt x="420" y="1169"/>
                </a:lnTo>
                <a:lnTo>
                  <a:pt x="420" y="1168"/>
                </a:lnTo>
                <a:lnTo>
                  <a:pt x="419" y="1169"/>
                </a:lnTo>
                <a:lnTo>
                  <a:pt x="418" y="1168"/>
                </a:lnTo>
                <a:lnTo>
                  <a:pt x="417" y="1168"/>
                </a:lnTo>
                <a:lnTo>
                  <a:pt x="415" y="1167"/>
                </a:lnTo>
                <a:lnTo>
                  <a:pt x="414" y="1166"/>
                </a:lnTo>
                <a:lnTo>
                  <a:pt x="413" y="1165"/>
                </a:lnTo>
                <a:lnTo>
                  <a:pt x="412" y="1165"/>
                </a:lnTo>
                <a:lnTo>
                  <a:pt x="412" y="1164"/>
                </a:lnTo>
                <a:lnTo>
                  <a:pt x="412" y="1163"/>
                </a:lnTo>
                <a:lnTo>
                  <a:pt x="412" y="1162"/>
                </a:lnTo>
                <a:lnTo>
                  <a:pt x="412" y="1161"/>
                </a:lnTo>
                <a:lnTo>
                  <a:pt x="411" y="1161"/>
                </a:lnTo>
                <a:lnTo>
                  <a:pt x="411" y="1160"/>
                </a:lnTo>
                <a:lnTo>
                  <a:pt x="410" y="1160"/>
                </a:lnTo>
                <a:lnTo>
                  <a:pt x="409" y="1159"/>
                </a:lnTo>
                <a:lnTo>
                  <a:pt x="409" y="1160"/>
                </a:lnTo>
                <a:lnTo>
                  <a:pt x="408" y="1160"/>
                </a:lnTo>
                <a:lnTo>
                  <a:pt x="407" y="1160"/>
                </a:lnTo>
                <a:lnTo>
                  <a:pt x="406" y="1160"/>
                </a:lnTo>
                <a:lnTo>
                  <a:pt x="405" y="1160"/>
                </a:lnTo>
                <a:lnTo>
                  <a:pt x="404" y="1160"/>
                </a:lnTo>
                <a:lnTo>
                  <a:pt x="402" y="1160"/>
                </a:lnTo>
                <a:lnTo>
                  <a:pt x="401" y="1160"/>
                </a:lnTo>
                <a:lnTo>
                  <a:pt x="401" y="1159"/>
                </a:lnTo>
                <a:lnTo>
                  <a:pt x="400" y="1159"/>
                </a:lnTo>
                <a:lnTo>
                  <a:pt x="400" y="1158"/>
                </a:lnTo>
                <a:lnTo>
                  <a:pt x="399" y="1158"/>
                </a:lnTo>
                <a:lnTo>
                  <a:pt x="399" y="1157"/>
                </a:lnTo>
                <a:lnTo>
                  <a:pt x="398" y="1156"/>
                </a:lnTo>
                <a:lnTo>
                  <a:pt x="397" y="1156"/>
                </a:lnTo>
                <a:lnTo>
                  <a:pt x="396" y="1156"/>
                </a:lnTo>
                <a:lnTo>
                  <a:pt x="395" y="1155"/>
                </a:lnTo>
                <a:lnTo>
                  <a:pt x="394" y="1154"/>
                </a:lnTo>
                <a:lnTo>
                  <a:pt x="393" y="1153"/>
                </a:lnTo>
                <a:lnTo>
                  <a:pt x="392" y="1153"/>
                </a:lnTo>
                <a:lnTo>
                  <a:pt x="391" y="1152"/>
                </a:lnTo>
                <a:lnTo>
                  <a:pt x="391" y="1151"/>
                </a:lnTo>
                <a:lnTo>
                  <a:pt x="391" y="1150"/>
                </a:lnTo>
                <a:lnTo>
                  <a:pt x="390" y="1150"/>
                </a:lnTo>
                <a:lnTo>
                  <a:pt x="388" y="1150"/>
                </a:lnTo>
                <a:lnTo>
                  <a:pt x="387" y="1150"/>
                </a:lnTo>
                <a:lnTo>
                  <a:pt x="387" y="1149"/>
                </a:lnTo>
                <a:lnTo>
                  <a:pt x="386" y="1150"/>
                </a:lnTo>
                <a:lnTo>
                  <a:pt x="385" y="1149"/>
                </a:lnTo>
                <a:lnTo>
                  <a:pt x="384" y="1149"/>
                </a:lnTo>
                <a:lnTo>
                  <a:pt x="384" y="1148"/>
                </a:lnTo>
                <a:lnTo>
                  <a:pt x="383" y="1148"/>
                </a:lnTo>
                <a:lnTo>
                  <a:pt x="382" y="1147"/>
                </a:lnTo>
                <a:lnTo>
                  <a:pt x="381" y="1146"/>
                </a:lnTo>
                <a:lnTo>
                  <a:pt x="380" y="1146"/>
                </a:lnTo>
                <a:lnTo>
                  <a:pt x="380" y="1145"/>
                </a:lnTo>
                <a:lnTo>
                  <a:pt x="380" y="1144"/>
                </a:lnTo>
                <a:lnTo>
                  <a:pt x="381" y="1144"/>
                </a:lnTo>
                <a:lnTo>
                  <a:pt x="381" y="1142"/>
                </a:lnTo>
                <a:lnTo>
                  <a:pt x="381" y="1141"/>
                </a:lnTo>
                <a:lnTo>
                  <a:pt x="380" y="1141"/>
                </a:lnTo>
                <a:lnTo>
                  <a:pt x="380" y="1140"/>
                </a:lnTo>
                <a:lnTo>
                  <a:pt x="380" y="1139"/>
                </a:lnTo>
                <a:lnTo>
                  <a:pt x="379" y="1139"/>
                </a:lnTo>
                <a:lnTo>
                  <a:pt x="379" y="1140"/>
                </a:lnTo>
                <a:lnTo>
                  <a:pt x="378" y="1140"/>
                </a:lnTo>
                <a:lnTo>
                  <a:pt x="378" y="1139"/>
                </a:lnTo>
                <a:lnTo>
                  <a:pt x="377" y="1139"/>
                </a:lnTo>
                <a:lnTo>
                  <a:pt x="377" y="1138"/>
                </a:lnTo>
                <a:lnTo>
                  <a:pt x="377" y="1137"/>
                </a:lnTo>
                <a:lnTo>
                  <a:pt x="376" y="1136"/>
                </a:lnTo>
                <a:lnTo>
                  <a:pt x="375" y="1136"/>
                </a:lnTo>
                <a:lnTo>
                  <a:pt x="375" y="1137"/>
                </a:lnTo>
                <a:lnTo>
                  <a:pt x="373" y="1137"/>
                </a:lnTo>
                <a:lnTo>
                  <a:pt x="372" y="1137"/>
                </a:lnTo>
                <a:lnTo>
                  <a:pt x="371" y="1137"/>
                </a:lnTo>
                <a:lnTo>
                  <a:pt x="370" y="1137"/>
                </a:lnTo>
                <a:lnTo>
                  <a:pt x="369" y="1137"/>
                </a:lnTo>
                <a:lnTo>
                  <a:pt x="369" y="1138"/>
                </a:lnTo>
                <a:lnTo>
                  <a:pt x="368" y="1138"/>
                </a:lnTo>
                <a:lnTo>
                  <a:pt x="367" y="1138"/>
                </a:lnTo>
                <a:lnTo>
                  <a:pt x="367" y="1137"/>
                </a:lnTo>
                <a:lnTo>
                  <a:pt x="366" y="1137"/>
                </a:lnTo>
                <a:lnTo>
                  <a:pt x="365" y="1137"/>
                </a:lnTo>
                <a:lnTo>
                  <a:pt x="365" y="1138"/>
                </a:lnTo>
                <a:lnTo>
                  <a:pt x="364" y="1138"/>
                </a:lnTo>
                <a:lnTo>
                  <a:pt x="363" y="1139"/>
                </a:lnTo>
                <a:lnTo>
                  <a:pt x="361" y="1139"/>
                </a:lnTo>
                <a:lnTo>
                  <a:pt x="360" y="1139"/>
                </a:lnTo>
                <a:lnTo>
                  <a:pt x="359" y="1140"/>
                </a:lnTo>
                <a:lnTo>
                  <a:pt x="359" y="1141"/>
                </a:lnTo>
                <a:lnTo>
                  <a:pt x="359" y="1142"/>
                </a:lnTo>
                <a:lnTo>
                  <a:pt x="358" y="1142"/>
                </a:lnTo>
                <a:lnTo>
                  <a:pt x="355" y="1142"/>
                </a:lnTo>
                <a:lnTo>
                  <a:pt x="354" y="1142"/>
                </a:lnTo>
                <a:lnTo>
                  <a:pt x="354" y="1141"/>
                </a:lnTo>
                <a:lnTo>
                  <a:pt x="353" y="1140"/>
                </a:lnTo>
                <a:lnTo>
                  <a:pt x="352" y="1140"/>
                </a:lnTo>
                <a:lnTo>
                  <a:pt x="351" y="1139"/>
                </a:lnTo>
                <a:lnTo>
                  <a:pt x="350" y="1139"/>
                </a:lnTo>
                <a:lnTo>
                  <a:pt x="349" y="1139"/>
                </a:lnTo>
                <a:lnTo>
                  <a:pt x="349" y="1138"/>
                </a:lnTo>
                <a:lnTo>
                  <a:pt x="349" y="1137"/>
                </a:lnTo>
                <a:lnTo>
                  <a:pt x="348" y="1137"/>
                </a:lnTo>
                <a:lnTo>
                  <a:pt x="348" y="1136"/>
                </a:lnTo>
                <a:lnTo>
                  <a:pt x="347" y="1136"/>
                </a:lnTo>
                <a:lnTo>
                  <a:pt x="346" y="1136"/>
                </a:lnTo>
                <a:lnTo>
                  <a:pt x="345" y="1137"/>
                </a:lnTo>
                <a:lnTo>
                  <a:pt x="345" y="1138"/>
                </a:lnTo>
                <a:lnTo>
                  <a:pt x="344" y="1139"/>
                </a:lnTo>
                <a:lnTo>
                  <a:pt x="343" y="1138"/>
                </a:lnTo>
                <a:lnTo>
                  <a:pt x="343" y="1139"/>
                </a:lnTo>
                <a:lnTo>
                  <a:pt x="343" y="1140"/>
                </a:lnTo>
                <a:lnTo>
                  <a:pt x="343" y="1141"/>
                </a:lnTo>
                <a:lnTo>
                  <a:pt x="342" y="1141"/>
                </a:lnTo>
                <a:lnTo>
                  <a:pt x="342" y="1142"/>
                </a:lnTo>
                <a:lnTo>
                  <a:pt x="341" y="1142"/>
                </a:lnTo>
                <a:lnTo>
                  <a:pt x="341" y="1143"/>
                </a:lnTo>
                <a:lnTo>
                  <a:pt x="341" y="1144"/>
                </a:lnTo>
                <a:lnTo>
                  <a:pt x="340" y="1145"/>
                </a:lnTo>
                <a:lnTo>
                  <a:pt x="339" y="1145"/>
                </a:lnTo>
                <a:lnTo>
                  <a:pt x="339" y="1144"/>
                </a:lnTo>
                <a:lnTo>
                  <a:pt x="338" y="1144"/>
                </a:lnTo>
                <a:lnTo>
                  <a:pt x="337" y="1143"/>
                </a:lnTo>
                <a:lnTo>
                  <a:pt x="336" y="1142"/>
                </a:lnTo>
                <a:lnTo>
                  <a:pt x="335" y="1143"/>
                </a:lnTo>
                <a:lnTo>
                  <a:pt x="335" y="1144"/>
                </a:lnTo>
                <a:lnTo>
                  <a:pt x="335" y="1145"/>
                </a:lnTo>
                <a:lnTo>
                  <a:pt x="334" y="1145"/>
                </a:lnTo>
                <a:lnTo>
                  <a:pt x="333" y="1145"/>
                </a:lnTo>
                <a:lnTo>
                  <a:pt x="332" y="1145"/>
                </a:lnTo>
                <a:lnTo>
                  <a:pt x="331" y="1145"/>
                </a:lnTo>
                <a:lnTo>
                  <a:pt x="330" y="1145"/>
                </a:lnTo>
                <a:lnTo>
                  <a:pt x="330" y="1144"/>
                </a:lnTo>
                <a:lnTo>
                  <a:pt x="329" y="1144"/>
                </a:lnTo>
                <a:lnTo>
                  <a:pt x="329" y="1143"/>
                </a:lnTo>
                <a:lnTo>
                  <a:pt x="328" y="1143"/>
                </a:lnTo>
                <a:lnTo>
                  <a:pt x="327" y="1143"/>
                </a:lnTo>
                <a:lnTo>
                  <a:pt x="326" y="1144"/>
                </a:lnTo>
                <a:lnTo>
                  <a:pt x="325" y="1143"/>
                </a:lnTo>
                <a:lnTo>
                  <a:pt x="325" y="1144"/>
                </a:lnTo>
                <a:lnTo>
                  <a:pt x="325" y="1145"/>
                </a:lnTo>
                <a:lnTo>
                  <a:pt x="324" y="1145"/>
                </a:lnTo>
                <a:lnTo>
                  <a:pt x="322" y="1146"/>
                </a:lnTo>
                <a:lnTo>
                  <a:pt x="321" y="1146"/>
                </a:lnTo>
                <a:lnTo>
                  <a:pt x="321" y="1145"/>
                </a:lnTo>
                <a:lnTo>
                  <a:pt x="320" y="1145"/>
                </a:lnTo>
                <a:lnTo>
                  <a:pt x="320" y="1146"/>
                </a:lnTo>
                <a:lnTo>
                  <a:pt x="319" y="1146"/>
                </a:lnTo>
                <a:lnTo>
                  <a:pt x="319" y="1149"/>
                </a:lnTo>
                <a:lnTo>
                  <a:pt x="319" y="1150"/>
                </a:lnTo>
                <a:lnTo>
                  <a:pt x="319" y="1151"/>
                </a:lnTo>
                <a:lnTo>
                  <a:pt x="320" y="1152"/>
                </a:lnTo>
                <a:lnTo>
                  <a:pt x="319" y="1153"/>
                </a:lnTo>
                <a:lnTo>
                  <a:pt x="317" y="1154"/>
                </a:lnTo>
                <a:lnTo>
                  <a:pt x="317" y="1155"/>
                </a:lnTo>
                <a:lnTo>
                  <a:pt x="317" y="1156"/>
                </a:lnTo>
                <a:lnTo>
                  <a:pt x="316" y="1157"/>
                </a:lnTo>
                <a:lnTo>
                  <a:pt x="314" y="1157"/>
                </a:lnTo>
                <a:lnTo>
                  <a:pt x="313" y="1156"/>
                </a:lnTo>
                <a:lnTo>
                  <a:pt x="313" y="1155"/>
                </a:lnTo>
                <a:lnTo>
                  <a:pt x="312" y="1154"/>
                </a:lnTo>
                <a:lnTo>
                  <a:pt x="311" y="1154"/>
                </a:lnTo>
                <a:lnTo>
                  <a:pt x="309" y="1152"/>
                </a:lnTo>
                <a:lnTo>
                  <a:pt x="309" y="1151"/>
                </a:lnTo>
                <a:lnTo>
                  <a:pt x="308" y="1151"/>
                </a:lnTo>
                <a:lnTo>
                  <a:pt x="307" y="1150"/>
                </a:lnTo>
                <a:lnTo>
                  <a:pt x="307" y="1149"/>
                </a:lnTo>
                <a:lnTo>
                  <a:pt x="306" y="1149"/>
                </a:lnTo>
                <a:lnTo>
                  <a:pt x="305" y="1148"/>
                </a:lnTo>
                <a:lnTo>
                  <a:pt x="304" y="1148"/>
                </a:lnTo>
                <a:lnTo>
                  <a:pt x="304" y="1147"/>
                </a:lnTo>
                <a:lnTo>
                  <a:pt x="303" y="1147"/>
                </a:lnTo>
                <a:lnTo>
                  <a:pt x="302" y="1147"/>
                </a:lnTo>
                <a:lnTo>
                  <a:pt x="302" y="1148"/>
                </a:lnTo>
                <a:lnTo>
                  <a:pt x="301" y="1148"/>
                </a:lnTo>
                <a:lnTo>
                  <a:pt x="301" y="1149"/>
                </a:lnTo>
                <a:lnTo>
                  <a:pt x="300" y="1149"/>
                </a:lnTo>
                <a:lnTo>
                  <a:pt x="299" y="1148"/>
                </a:lnTo>
                <a:lnTo>
                  <a:pt x="298" y="1147"/>
                </a:lnTo>
                <a:lnTo>
                  <a:pt x="297" y="1146"/>
                </a:lnTo>
                <a:lnTo>
                  <a:pt x="297" y="1145"/>
                </a:lnTo>
                <a:lnTo>
                  <a:pt x="296" y="1145"/>
                </a:lnTo>
                <a:lnTo>
                  <a:pt x="295" y="1146"/>
                </a:lnTo>
                <a:lnTo>
                  <a:pt x="295" y="1145"/>
                </a:lnTo>
                <a:lnTo>
                  <a:pt x="294" y="1144"/>
                </a:lnTo>
                <a:lnTo>
                  <a:pt x="294" y="1143"/>
                </a:lnTo>
                <a:lnTo>
                  <a:pt x="293" y="1143"/>
                </a:lnTo>
                <a:lnTo>
                  <a:pt x="292" y="1142"/>
                </a:lnTo>
                <a:lnTo>
                  <a:pt x="292" y="1141"/>
                </a:lnTo>
                <a:lnTo>
                  <a:pt x="292" y="1140"/>
                </a:lnTo>
                <a:lnTo>
                  <a:pt x="292" y="1139"/>
                </a:lnTo>
                <a:lnTo>
                  <a:pt x="291" y="1139"/>
                </a:lnTo>
                <a:lnTo>
                  <a:pt x="290" y="1138"/>
                </a:lnTo>
                <a:lnTo>
                  <a:pt x="290" y="1137"/>
                </a:lnTo>
                <a:lnTo>
                  <a:pt x="289" y="1137"/>
                </a:lnTo>
                <a:lnTo>
                  <a:pt x="289" y="1136"/>
                </a:lnTo>
                <a:lnTo>
                  <a:pt x="289" y="1135"/>
                </a:lnTo>
                <a:lnTo>
                  <a:pt x="288" y="1134"/>
                </a:lnTo>
                <a:lnTo>
                  <a:pt x="288" y="1133"/>
                </a:lnTo>
                <a:lnTo>
                  <a:pt x="287" y="1132"/>
                </a:lnTo>
                <a:lnTo>
                  <a:pt x="286" y="1131"/>
                </a:lnTo>
                <a:lnTo>
                  <a:pt x="286" y="1130"/>
                </a:lnTo>
                <a:lnTo>
                  <a:pt x="285" y="1130"/>
                </a:lnTo>
                <a:lnTo>
                  <a:pt x="285" y="1129"/>
                </a:lnTo>
                <a:lnTo>
                  <a:pt x="285" y="1128"/>
                </a:lnTo>
                <a:lnTo>
                  <a:pt x="284" y="1128"/>
                </a:lnTo>
                <a:lnTo>
                  <a:pt x="283" y="1129"/>
                </a:lnTo>
                <a:lnTo>
                  <a:pt x="282" y="1129"/>
                </a:lnTo>
                <a:lnTo>
                  <a:pt x="281" y="1130"/>
                </a:lnTo>
                <a:lnTo>
                  <a:pt x="280" y="1130"/>
                </a:lnTo>
                <a:lnTo>
                  <a:pt x="279" y="1130"/>
                </a:lnTo>
                <a:lnTo>
                  <a:pt x="279" y="1129"/>
                </a:lnTo>
                <a:lnTo>
                  <a:pt x="278" y="1128"/>
                </a:lnTo>
                <a:lnTo>
                  <a:pt x="278" y="1127"/>
                </a:lnTo>
                <a:lnTo>
                  <a:pt x="277" y="1126"/>
                </a:lnTo>
                <a:lnTo>
                  <a:pt x="277" y="1125"/>
                </a:lnTo>
                <a:lnTo>
                  <a:pt x="277" y="1124"/>
                </a:lnTo>
                <a:lnTo>
                  <a:pt x="277" y="1123"/>
                </a:lnTo>
                <a:lnTo>
                  <a:pt x="277" y="1122"/>
                </a:lnTo>
                <a:lnTo>
                  <a:pt x="276" y="1120"/>
                </a:lnTo>
                <a:lnTo>
                  <a:pt x="275" y="1120"/>
                </a:lnTo>
                <a:lnTo>
                  <a:pt x="275" y="1119"/>
                </a:lnTo>
                <a:lnTo>
                  <a:pt x="274" y="1119"/>
                </a:lnTo>
                <a:lnTo>
                  <a:pt x="274" y="1120"/>
                </a:lnTo>
                <a:lnTo>
                  <a:pt x="274" y="1119"/>
                </a:lnTo>
                <a:lnTo>
                  <a:pt x="273" y="1119"/>
                </a:lnTo>
                <a:lnTo>
                  <a:pt x="273" y="1118"/>
                </a:lnTo>
                <a:lnTo>
                  <a:pt x="272" y="1118"/>
                </a:lnTo>
                <a:lnTo>
                  <a:pt x="271" y="1117"/>
                </a:lnTo>
                <a:lnTo>
                  <a:pt x="270" y="1118"/>
                </a:lnTo>
                <a:lnTo>
                  <a:pt x="269" y="1118"/>
                </a:lnTo>
                <a:lnTo>
                  <a:pt x="268" y="1118"/>
                </a:lnTo>
                <a:lnTo>
                  <a:pt x="267" y="1118"/>
                </a:lnTo>
                <a:lnTo>
                  <a:pt x="266" y="1117"/>
                </a:lnTo>
                <a:lnTo>
                  <a:pt x="265" y="1117"/>
                </a:lnTo>
                <a:lnTo>
                  <a:pt x="265" y="1118"/>
                </a:lnTo>
                <a:lnTo>
                  <a:pt x="264" y="1118"/>
                </a:lnTo>
                <a:lnTo>
                  <a:pt x="263" y="1118"/>
                </a:lnTo>
                <a:lnTo>
                  <a:pt x="263" y="1119"/>
                </a:lnTo>
                <a:lnTo>
                  <a:pt x="261" y="1120"/>
                </a:lnTo>
                <a:lnTo>
                  <a:pt x="260" y="1120"/>
                </a:lnTo>
                <a:lnTo>
                  <a:pt x="260" y="1121"/>
                </a:lnTo>
                <a:lnTo>
                  <a:pt x="259" y="1121"/>
                </a:lnTo>
                <a:lnTo>
                  <a:pt x="259" y="1120"/>
                </a:lnTo>
                <a:lnTo>
                  <a:pt x="258" y="1120"/>
                </a:lnTo>
                <a:lnTo>
                  <a:pt x="258" y="1121"/>
                </a:lnTo>
                <a:lnTo>
                  <a:pt x="258" y="1122"/>
                </a:lnTo>
                <a:lnTo>
                  <a:pt x="257" y="1122"/>
                </a:lnTo>
                <a:lnTo>
                  <a:pt x="256" y="1122"/>
                </a:lnTo>
                <a:lnTo>
                  <a:pt x="255" y="1121"/>
                </a:lnTo>
                <a:lnTo>
                  <a:pt x="253" y="1120"/>
                </a:lnTo>
                <a:lnTo>
                  <a:pt x="252" y="1120"/>
                </a:lnTo>
                <a:lnTo>
                  <a:pt x="252" y="1119"/>
                </a:lnTo>
                <a:lnTo>
                  <a:pt x="252" y="1118"/>
                </a:lnTo>
                <a:lnTo>
                  <a:pt x="251" y="1117"/>
                </a:lnTo>
                <a:lnTo>
                  <a:pt x="251" y="1116"/>
                </a:lnTo>
                <a:lnTo>
                  <a:pt x="250" y="1116"/>
                </a:lnTo>
                <a:lnTo>
                  <a:pt x="249" y="1116"/>
                </a:lnTo>
                <a:lnTo>
                  <a:pt x="249" y="1117"/>
                </a:lnTo>
                <a:lnTo>
                  <a:pt x="248" y="1117"/>
                </a:lnTo>
                <a:lnTo>
                  <a:pt x="247" y="1117"/>
                </a:lnTo>
                <a:lnTo>
                  <a:pt x="247" y="1116"/>
                </a:lnTo>
                <a:lnTo>
                  <a:pt x="246" y="1116"/>
                </a:lnTo>
                <a:lnTo>
                  <a:pt x="246" y="1115"/>
                </a:lnTo>
                <a:lnTo>
                  <a:pt x="247" y="1114"/>
                </a:lnTo>
                <a:lnTo>
                  <a:pt x="247" y="1113"/>
                </a:lnTo>
                <a:lnTo>
                  <a:pt x="248" y="1112"/>
                </a:lnTo>
                <a:lnTo>
                  <a:pt x="247" y="1111"/>
                </a:lnTo>
                <a:lnTo>
                  <a:pt x="246" y="1110"/>
                </a:lnTo>
                <a:lnTo>
                  <a:pt x="245" y="1110"/>
                </a:lnTo>
                <a:lnTo>
                  <a:pt x="244" y="1108"/>
                </a:lnTo>
                <a:lnTo>
                  <a:pt x="244" y="1107"/>
                </a:lnTo>
                <a:lnTo>
                  <a:pt x="244" y="1106"/>
                </a:lnTo>
                <a:lnTo>
                  <a:pt x="244" y="1105"/>
                </a:lnTo>
                <a:lnTo>
                  <a:pt x="243" y="1103"/>
                </a:lnTo>
                <a:lnTo>
                  <a:pt x="244" y="1103"/>
                </a:lnTo>
                <a:lnTo>
                  <a:pt x="244" y="1102"/>
                </a:lnTo>
                <a:lnTo>
                  <a:pt x="244" y="1101"/>
                </a:lnTo>
                <a:lnTo>
                  <a:pt x="244" y="1100"/>
                </a:lnTo>
                <a:lnTo>
                  <a:pt x="244" y="1099"/>
                </a:lnTo>
                <a:lnTo>
                  <a:pt x="244" y="1098"/>
                </a:lnTo>
                <a:lnTo>
                  <a:pt x="243" y="1098"/>
                </a:lnTo>
                <a:lnTo>
                  <a:pt x="242" y="1098"/>
                </a:lnTo>
                <a:lnTo>
                  <a:pt x="240" y="1098"/>
                </a:lnTo>
                <a:lnTo>
                  <a:pt x="239" y="1098"/>
                </a:lnTo>
                <a:lnTo>
                  <a:pt x="239" y="1097"/>
                </a:lnTo>
                <a:lnTo>
                  <a:pt x="238" y="1097"/>
                </a:lnTo>
                <a:lnTo>
                  <a:pt x="237" y="1097"/>
                </a:lnTo>
                <a:lnTo>
                  <a:pt x="236" y="1098"/>
                </a:lnTo>
                <a:lnTo>
                  <a:pt x="236" y="1099"/>
                </a:lnTo>
                <a:lnTo>
                  <a:pt x="235" y="1100"/>
                </a:lnTo>
                <a:lnTo>
                  <a:pt x="235" y="1101"/>
                </a:lnTo>
                <a:lnTo>
                  <a:pt x="234" y="1101"/>
                </a:lnTo>
                <a:lnTo>
                  <a:pt x="233" y="1102"/>
                </a:lnTo>
                <a:lnTo>
                  <a:pt x="232" y="1102"/>
                </a:lnTo>
                <a:lnTo>
                  <a:pt x="232" y="1103"/>
                </a:lnTo>
                <a:lnTo>
                  <a:pt x="231" y="1103"/>
                </a:lnTo>
                <a:lnTo>
                  <a:pt x="230" y="1105"/>
                </a:lnTo>
                <a:lnTo>
                  <a:pt x="229" y="1105"/>
                </a:lnTo>
                <a:lnTo>
                  <a:pt x="228" y="1106"/>
                </a:lnTo>
                <a:lnTo>
                  <a:pt x="227" y="1107"/>
                </a:lnTo>
                <a:lnTo>
                  <a:pt x="227" y="1108"/>
                </a:lnTo>
                <a:lnTo>
                  <a:pt x="227" y="1109"/>
                </a:lnTo>
                <a:lnTo>
                  <a:pt x="226" y="1110"/>
                </a:lnTo>
                <a:lnTo>
                  <a:pt x="225" y="1110"/>
                </a:lnTo>
                <a:lnTo>
                  <a:pt x="225" y="1111"/>
                </a:lnTo>
                <a:lnTo>
                  <a:pt x="226" y="1112"/>
                </a:lnTo>
                <a:lnTo>
                  <a:pt x="226" y="1113"/>
                </a:lnTo>
                <a:lnTo>
                  <a:pt x="225" y="1113"/>
                </a:lnTo>
                <a:lnTo>
                  <a:pt x="225" y="1114"/>
                </a:lnTo>
                <a:lnTo>
                  <a:pt x="225" y="1115"/>
                </a:lnTo>
                <a:lnTo>
                  <a:pt x="226" y="1115"/>
                </a:lnTo>
                <a:lnTo>
                  <a:pt x="225" y="1115"/>
                </a:lnTo>
                <a:lnTo>
                  <a:pt x="225" y="1117"/>
                </a:lnTo>
                <a:lnTo>
                  <a:pt x="224" y="1117"/>
                </a:lnTo>
                <a:lnTo>
                  <a:pt x="223" y="1117"/>
                </a:lnTo>
                <a:lnTo>
                  <a:pt x="223" y="1118"/>
                </a:lnTo>
                <a:lnTo>
                  <a:pt x="224" y="1118"/>
                </a:lnTo>
                <a:lnTo>
                  <a:pt x="224" y="1119"/>
                </a:lnTo>
                <a:lnTo>
                  <a:pt x="224" y="1120"/>
                </a:lnTo>
                <a:lnTo>
                  <a:pt x="223" y="1120"/>
                </a:lnTo>
                <a:lnTo>
                  <a:pt x="222" y="1119"/>
                </a:lnTo>
                <a:lnTo>
                  <a:pt x="221" y="1118"/>
                </a:lnTo>
                <a:lnTo>
                  <a:pt x="221" y="1119"/>
                </a:lnTo>
                <a:lnTo>
                  <a:pt x="220" y="1119"/>
                </a:lnTo>
                <a:lnTo>
                  <a:pt x="220" y="1118"/>
                </a:lnTo>
                <a:lnTo>
                  <a:pt x="220" y="1117"/>
                </a:lnTo>
                <a:lnTo>
                  <a:pt x="219" y="1116"/>
                </a:lnTo>
                <a:lnTo>
                  <a:pt x="218" y="1116"/>
                </a:lnTo>
                <a:lnTo>
                  <a:pt x="217" y="1115"/>
                </a:lnTo>
                <a:lnTo>
                  <a:pt x="216" y="1115"/>
                </a:lnTo>
                <a:lnTo>
                  <a:pt x="215" y="1115"/>
                </a:lnTo>
                <a:lnTo>
                  <a:pt x="215" y="1114"/>
                </a:lnTo>
                <a:lnTo>
                  <a:pt x="215" y="1113"/>
                </a:lnTo>
                <a:lnTo>
                  <a:pt x="215" y="1112"/>
                </a:lnTo>
                <a:lnTo>
                  <a:pt x="215" y="1111"/>
                </a:lnTo>
                <a:lnTo>
                  <a:pt x="214" y="1110"/>
                </a:lnTo>
                <a:lnTo>
                  <a:pt x="213" y="1110"/>
                </a:lnTo>
                <a:lnTo>
                  <a:pt x="212" y="1109"/>
                </a:lnTo>
                <a:lnTo>
                  <a:pt x="212" y="1108"/>
                </a:lnTo>
                <a:lnTo>
                  <a:pt x="211" y="1108"/>
                </a:lnTo>
                <a:lnTo>
                  <a:pt x="211" y="1109"/>
                </a:lnTo>
                <a:lnTo>
                  <a:pt x="210" y="1109"/>
                </a:lnTo>
                <a:lnTo>
                  <a:pt x="209" y="1109"/>
                </a:lnTo>
                <a:lnTo>
                  <a:pt x="208" y="1109"/>
                </a:lnTo>
                <a:lnTo>
                  <a:pt x="207" y="1108"/>
                </a:lnTo>
                <a:lnTo>
                  <a:pt x="206" y="1109"/>
                </a:lnTo>
                <a:lnTo>
                  <a:pt x="205" y="1108"/>
                </a:lnTo>
                <a:lnTo>
                  <a:pt x="205" y="1106"/>
                </a:lnTo>
                <a:lnTo>
                  <a:pt x="204" y="1106"/>
                </a:lnTo>
                <a:lnTo>
                  <a:pt x="204" y="1105"/>
                </a:lnTo>
                <a:lnTo>
                  <a:pt x="204" y="1103"/>
                </a:lnTo>
                <a:lnTo>
                  <a:pt x="205" y="1103"/>
                </a:lnTo>
                <a:lnTo>
                  <a:pt x="204" y="1102"/>
                </a:lnTo>
                <a:lnTo>
                  <a:pt x="203" y="1102"/>
                </a:lnTo>
                <a:lnTo>
                  <a:pt x="202" y="1102"/>
                </a:lnTo>
                <a:lnTo>
                  <a:pt x="201" y="1101"/>
                </a:lnTo>
                <a:lnTo>
                  <a:pt x="200" y="1101"/>
                </a:lnTo>
                <a:lnTo>
                  <a:pt x="200" y="1100"/>
                </a:lnTo>
                <a:lnTo>
                  <a:pt x="199" y="1100"/>
                </a:lnTo>
                <a:lnTo>
                  <a:pt x="198" y="1100"/>
                </a:lnTo>
                <a:lnTo>
                  <a:pt x="198" y="1099"/>
                </a:lnTo>
                <a:lnTo>
                  <a:pt x="199" y="1099"/>
                </a:lnTo>
                <a:lnTo>
                  <a:pt x="199" y="1098"/>
                </a:lnTo>
                <a:lnTo>
                  <a:pt x="200" y="1098"/>
                </a:lnTo>
                <a:lnTo>
                  <a:pt x="200" y="1097"/>
                </a:lnTo>
                <a:lnTo>
                  <a:pt x="201" y="1097"/>
                </a:lnTo>
                <a:lnTo>
                  <a:pt x="201" y="1096"/>
                </a:lnTo>
                <a:lnTo>
                  <a:pt x="201" y="1094"/>
                </a:lnTo>
                <a:lnTo>
                  <a:pt x="201" y="1093"/>
                </a:lnTo>
                <a:lnTo>
                  <a:pt x="202" y="1092"/>
                </a:lnTo>
                <a:lnTo>
                  <a:pt x="202" y="1091"/>
                </a:lnTo>
                <a:lnTo>
                  <a:pt x="203" y="1091"/>
                </a:lnTo>
                <a:lnTo>
                  <a:pt x="203" y="1090"/>
                </a:lnTo>
                <a:lnTo>
                  <a:pt x="202" y="1090"/>
                </a:lnTo>
                <a:lnTo>
                  <a:pt x="202" y="1089"/>
                </a:lnTo>
                <a:lnTo>
                  <a:pt x="202" y="1088"/>
                </a:lnTo>
                <a:lnTo>
                  <a:pt x="202" y="1087"/>
                </a:lnTo>
                <a:lnTo>
                  <a:pt x="201" y="1086"/>
                </a:lnTo>
                <a:lnTo>
                  <a:pt x="200" y="1085"/>
                </a:lnTo>
                <a:lnTo>
                  <a:pt x="200" y="1083"/>
                </a:lnTo>
                <a:lnTo>
                  <a:pt x="201" y="1083"/>
                </a:lnTo>
                <a:lnTo>
                  <a:pt x="201" y="1082"/>
                </a:lnTo>
                <a:lnTo>
                  <a:pt x="201" y="1081"/>
                </a:lnTo>
                <a:lnTo>
                  <a:pt x="201" y="1079"/>
                </a:lnTo>
                <a:lnTo>
                  <a:pt x="200" y="1079"/>
                </a:lnTo>
                <a:lnTo>
                  <a:pt x="198" y="1079"/>
                </a:lnTo>
                <a:lnTo>
                  <a:pt x="197" y="1078"/>
                </a:lnTo>
                <a:lnTo>
                  <a:pt x="197" y="1077"/>
                </a:lnTo>
                <a:lnTo>
                  <a:pt x="196" y="1077"/>
                </a:lnTo>
                <a:lnTo>
                  <a:pt x="197" y="1075"/>
                </a:lnTo>
                <a:lnTo>
                  <a:pt x="197" y="1074"/>
                </a:lnTo>
                <a:lnTo>
                  <a:pt x="197" y="1073"/>
                </a:lnTo>
                <a:lnTo>
                  <a:pt x="195" y="1072"/>
                </a:lnTo>
                <a:lnTo>
                  <a:pt x="194" y="1072"/>
                </a:lnTo>
                <a:lnTo>
                  <a:pt x="194" y="1073"/>
                </a:lnTo>
                <a:lnTo>
                  <a:pt x="193" y="1073"/>
                </a:lnTo>
                <a:lnTo>
                  <a:pt x="193" y="1072"/>
                </a:lnTo>
                <a:lnTo>
                  <a:pt x="193" y="1071"/>
                </a:lnTo>
                <a:lnTo>
                  <a:pt x="191" y="1071"/>
                </a:lnTo>
                <a:lnTo>
                  <a:pt x="191" y="1070"/>
                </a:lnTo>
                <a:lnTo>
                  <a:pt x="190" y="1070"/>
                </a:lnTo>
                <a:lnTo>
                  <a:pt x="189" y="1071"/>
                </a:lnTo>
                <a:lnTo>
                  <a:pt x="188" y="1072"/>
                </a:lnTo>
                <a:lnTo>
                  <a:pt x="188" y="1073"/>
                </a:lnTo>
                <a:lnTo>
                  <a:pt x="187" y="1073"/>
                </a:lnTo>
                <a:lnTo>
                  <a:pt x="186" y="1072"/>
                </a:lnTo>
                <a:lnTo>
                  <a:pt x="185" y="1072"/>
                </a:lnTo>
                <a:lnTo>
                  <a:pt x="183" y="1072"/>
                </a:lnTo>
                <a:lnTo>
                  <a:pt x="182" y="1072"/>
                </a:lnTo>
                <a:lnTo>
                  <a:pt x="181" y="1073"/>
                </a:lnTo>
                <a:lnTo>
                  <a:pt x="179" y="1074"/>
                </a:lnTo>
                <a:lnTo>
                  <a:pt x="178" y="1074"/>
                </a:lnTo>
                <a:lnTo>
                  <a:pt x="177" y="1073"/>
                </a:lnTo>
                <a:lnTo>
                  <a:pt x="177" y="1072"/>
                </a:lnTo>
                <a:lnTo>
                  <a:pt x="177" y="1071"/>
                </a:lnTo>
                <a:lnTo>
                  <a:pt x="176" y="1071"/>
                </a:lnTo>
                <a:lnTo>
                  <a:pt x="175" y="1071"/>
                </a:lnTo>
                <a:lnTo>
                  <a:pt x="175" y="1072"/>
                </a:lnTo>
                <a:lnTo>
                  <a:pt x="174" y="1071"/>
                </a:lnTo>
                <a:lnTo>
                  <a:pt x="173" y="1071"/>
                </a:lnTo>
                <a:lnTo>
                  <a:pt x="172" y="1071"/>
                </a:lnTo>
                <a:lnTo>
                  <a:pt x="171" y="1071"/>
                </a:lnTo>
                <a:lnTo>
                  <a:pt x="170" y="1071"/>
                </a:lnTo>
                <a:lnTo>
                  <a:pt x="169" y="1072"/>
                </a:lnTo>
                <a:lnTo>
                  <a:pt x="169" y="1073"/>
                </a:lnTo>
                <a:lnTo>
                  <a:pt x="167" y="1074"/>
                </a:lnTo>
                <a:lnTo>
                  <a:pt x="166" y="1074"/>
                </a:lnTo>
                <a:lnTo>
                  <a:pt x="166" y="1073"/>
                </a:lnTo>
                <a:lnTo>
                  <a:pt x="165" y="1073"/>
                </a:lnTo>
                <a:lnTo>
                  <a:pt x="163" y="1073"/>
                </a:lnTo>
                <a:lnTo>
                  <a:pt x="163" y="1074"/>
                </a:lnTo>
                <a:lnTo>
                  <a:pt x="163" y="1075"/>
                </a:lnTo>
                <a:lnTo>
                  <a:pt x="162" y="1075"/>
                </a:lnTo>
                <a:lnTo>
                  <a:pt x="161" y="1073"/>
                </a:lnTo>
                <a:lnTo>
                  <a:pt x="162" y="1073"/>
                </a:lnTo>
                <a:lnTo>
                  <a:pt x="162" y="1072"/>
                </a:lnTo>
                <a:lnTo>
                  <a:pt x="161" y="1071"/>
                </a:lnTo>
                <a:lnTo>
                  <a:pt x="162" y="1070"/>
                </a:lnTo>
                <a:lnTo>
                  <a:pt x="162" y="1069"/>
                </a:lnTo>
                <a:lnTo>
                  <a:pt x="161" y="1069"/>
                </a:lnTo>
                <a:lnTo>
                  <a:pt x="160" y="1069"/>
                </a:lnTo>
                <a:lnTo>
                  <a:pt x="158" y="1069"/>
                </a:lnTo>
                <a:lnTo>
                  <a:pt x="157" y="1069"/>
                </a:lnTo>
                <a:lnTo>
                  <a:pt x="156" y="1069"/>
                </a:lnTo>
                <a:lnTo>
                  <a:pt x="155" y="1069"/>
                </a:lnTo>
                <a:lnTo>
                  <a:pt x="155" y="1070"/>
                </a:lnTo>
                <a:lnTo>
                  <a:pt x="154" y="1070"/>
                </a:lnTo>
                <a:lnTo>
                  <a:pt x="153" y="1071"/>
                </a:lnTo>
                <a:lnTo>
                  <a:pt x="153" y="1072"/>
                </a:lnTo>
                <a:lnTo>
                  <a:pt x="152" y="1072"/>
                </a:lnTo>
                <a:lnTo>
                  <a:pt x="151" y="1073"/>
                </a:lnTo>
                <a:lnTo>
                  <a:pt x="150" y="1073"/>
                </a:lnTo>
                <a:lnTo>
                  <a:pt x="149" y="1074"/>
                </a:lnTo>
                <a:lnTo>
                  <a:pt x="148" y="1075"/>
                </a:lnTo>
                <a:lnTo>
                  <a:pt x="148" y="1076"/>
                </a:lnTo>
                <a:lnTo>
                  <a:pt x="147" y="1077"/>
                </a:lnTo>
                <a:lnTo>
                  <a:pt x="146" y="1077"/>
                </a:lnTo>
                <a:lnTo>
                  <a:pt x="145" y="1077"/>
                </a:lnTo>
                <a:lnTo>
                  <a:pt x="144" y="1077"/>
                </a:lnTo>
                <a:lnTo>
                  <a:pt x="143" y="1077"/>
                </a:lnTo>
                <a:lnTo>
                  <a:pt x="143" y="1078"/>
                </a:lnTo>
                <a:lnTo>
                  <a:pt x="141" y="1078"/>
                </a:lnTo>
                <a:lnTo>
                  <a:pt x="139" y="1077"/>
                </a:lnTo>
                <a:lnTo>
                  <a:pt x="138" y="1077"/>
                </a:lnTo>
                <a:lnTo>
                  <a:pt x="137" y="1077"/>
                </a:lnTo>
                <a:lnTo>
                  <a:pt x="136" y="1078"/>
                </a:lnTo>
                <a:lnTo>
                  <a:pt x="135" y="1079"/>
                </a:lnTo>
                <a:lnTo>
                  <a:pt x="134" y="1079"/>
                </a:lnTo>
                <a:lnTo>
                  <a:pt x="134" y="1080"/>
                </a:lnTo>
                <a:lnTo>
                  <a:pt x="133" y="1080"/>
                </a:lnTo>
                <a:lnTo>
                  <a:pt x="133" y="1079"/>
                </a:lnTo>
                <a:lnTo>
                  <a:pt x="132" y="1079"/>
                </a:lnTo>
                <a:lnTo>
                  <a:pt x="132" y="1080"/>
                </a:lnTo>
                <a:lnTo>
                  <a:pt x="131" y="1080"/>
                </a:lnTo>
                <a:lnTo>
                  <a:pt x="130" y="1080"/>
                </a:lnTo>
                <a:lnTo>
                  <a:pt x="129" y="1080"/>
                </a:lnTo>
                <a:lnTo>
                  <a:pt x="127" y="1081"/>
                </a:lnTo>
                <a:lnTo>
                  <a:pt x="127" y="1083"/>
                </a:lnTo>
                <a:lnTo>
                  <a:pt x="126" y="1083"/>
                </a:lnTo>
                <a:lnTo>
                  <a:pt x="125" y="1083"/>
                </a:lnTo>
                <a:lnTo>
                  <a:pt x="124" y="1083"/>
                </a:lnTo>
                <a:lnTo>
                  <a:pt x="123" y="1083"/>
                </a:lnTo>
                <a:lnTo>
                  <a:pt x="122" y="1083"/>
                </a:lnTo>
                <a:lnTo>
                  <a:pt x="122" y="1082"/>
                </a:lnTo>
                <a:lnTo>
                  <a:pt x="121" y="1082"/>
                </a:lnTo>
                <a:lnTo>
                  <a:pt x="121" y="1083"/>
                </a:lnTo>
                <a:lnTo>
                  <a:pt x="121" y="1084"/>
                </a:lnTo>
                <a:lnTo>
                  <a:pt x="120" y="1085"/>
                </a:lnTo>
                <a:lnTo>
                  <a:pt x="118" y="1087"/>
                </a:lnTo>
                <a:lnTo>
                  <a:pt x="117" y="1088"/>
                </a:lnTo>
                <a:lnTo>
                  <a:pt x="116" y="1088"/>
                </a:lnTo>
                <a:lnTo>
                  <a:pt x="115" y="1088"/>
                </a:lnTo>
                <a:lnTo>
                  <a:pt x="114" y="1088"/>
                </a:lnTo>
                <a:lnTo>
                  <a:pt x="113" y="1087"/>
                </a:lnTo>
                <a:lnTo>
                  <a:pt x="112" y="1085"/>
                </a:lnTo>
                <a:lnTo>
                  <a:pt x="112" y="1084"/>
                </a:lnTo>
                <a:lnTo>
                  <a:pt x="112" y="1083"/>
                </a:lnTo>
                <a:lnTo>
                  <a:pt x="111" y="1083"/>
                </a:lnTo>
                <a:lnTo>
                  <a:pt x="110" y="1082"/>
                </a:lnTo>
                <a:lnTo>
                  <a:pt x="110" y="1081"/>
                </a:lnTo>
                <a:lnTo>
                  <a:pt x="108" y="1080"/>
                </a:lnTo>
                <a:lnTo>
                  <a:pt x="107" y="1080"/>
                </a:lnTo>
                <a:lnTo>
                  <a:pt x="106" y="1080"/>
                </a:lnTo>
                <a:lnTo>
                  <a:pt x="106" y="1079"/>
                </a:lnTo>
                <a:lnTo>
                  <a:pt x="105" y="1080"/>
                </a:lnTo>
                <a:lnTo>
                  <a:pt x="104" y="1080"/>
                </a:lnTo>
                <a:lnTo>
                  <a:pt x="103" y="1080"/>
                </a:lnTo>
                <a:lnTo>
                  <a:pt x="102" y="1080"/>
                </a:lnTo>
                <a:lnTo>
                  <a:pt x="102" y="1079"/>
                </a:lnTo>
                <a:lnTo>
                  <a:pt x="101" y="1079"/>
                </a:lnTo>
                <a:lnTo>
                  <a:pt x="101" y="1080"/>
                </a:lnTo>
                <a:lnTo>
                  <a:pt x="100" y="1080"/>
                </a:lnTo>
                <a:lnTo>
                  <a:pt x="98" y="1080"/>
                </a:lnTo>
                <a:lnTo>
                  <a:pt x="97" y="1080"/>
                </a:lnTo>
                <a:lnTo>
                  <a:pt x="97" y="1079"/>
                </a:lnTo>
                <a:lnTo>
                  <a:pt x="97" y="1078"/>
                </a:lnTo>
                <a:lnTo>
                  <a:pt x="96" y="1077"/>
                </a:lnTo>
                <a:lnTo>
                  <a:pt x="96" y="1076"/>
                </a:lnTo>
                <a:lnTo>
                  <a:pt x="95" y="1076"/>
                </a:lnTo>
                <a:lnTo>
                  <a:pt x="94" y="1077"/>
                </a:lnTo>
                <a:lnTo>
                  <a:pt x="93" y="1077"/>
                </a:lnTo>
                <a:lnTo>
                  <a:pt x="91" y="1077"/>
                </a:lnTo>
                <a:lnTo>
                  <a:pt x="91" y="1076"/>
                </a:lnTo>
                <a:lnTo>
                  <a:pt x="90" y="1076"/>
                </a:lnTo>
                <a:lnTo>
                  <a:pt x="90" y="1077"/>
                </a:lnTo>
                <a:lnTo>
                  <a:pt x="88" y="1077"/>
                </a:lnTo>
                <a:lnTo>
                  <a:pt x="87" y="1077"/>
                </a:lnTo>
                <a:lnTo>
                  <a:pt x="86" y="1077"/>
                </a:lnTo>
                <a:lnTo>
                  <a:pt x="86" y="1076"/>
                </a:lnTo>
                <a:lnTo>
                  <a:pt x="86" y="1075"/>
                </a:lnTo>
                <a:lnTo>
                  <a:pt x="85" y="1075"/>
                </a:lnTo>
                <a:lnTo>
                  <a:pt x="85" y="1074"/>
                </a:lnTo>
                <a:lnTo>
                  <a:pt x="83" y="1075"/>
                </a:lnTo>
                <a:lnTo>
                  <a:pt x="83" y="1074"/>
                </a:lnTo>
                <a:lnTo>
                  <a:pt x="82" y="1073"/>
                </a:lnTo>
                <a:lnTo>
                  <a:pt x="81" y="1073"/>
                </a:lnTo>
                <a:lnTo>
                  <a:pt x="80" y="1073"/>
                </a:lnTo>
                <a:lnTo>
                  <a:pt x="80" y="1072"/>
                </a:lnTo>
                <a:lnTo>
                  <a:pt x="80" y="1073"/>
                </a:lnTo>
                <a:lnTo>
                  <a:pt x="79" y="1073"/>
                </a:lnTo>
                <a:lnTo>
                  <a:pt x="79" y="1072"/>
                </a:lnTo>
                <a:lnTo>
                  <a:pt x="79" y="1073"/>
                </a:lnTo>
                <a:lnTo>
                  <a:pt x="78" y="1073"/>
                </a:lnTo>
                <a:lnTo>
                  <a:pt x="78" y="1072"/>
                </a:lnTo>
                <a:lnTo>
                  <a:pt x="78" y="1071"/>
                </a:lnTo>
                <a:lnTo>
                  <a:pt x="77" y="1071"/>
                </a:lnTo>
                <a:lnTo>
                  <a:pt x="77" y="1070"/>
                </a:lnTo>
                <a:lnTo>
                  <a:pt x="76" y="1070"/>
                </a:lnTo>
                <a:lnTo>
                  <a:pt x="75" y="1070"/>
                </a:lnTo>
                <a:lnTo>
                  <a:pt x="75" y="1069"/>
                </a:lnTo>
                <a:lnTo>
                  <a:pt x="74" y="1068"/>
                </a:lnTo>
                <a:lnTo>
                  <a:pt x="73" y="1068"/>
                </a:lnTo>
                <a:lnTo>
                  <a:pt x="73" y="1067"/>
                </a:lnTo>
                <a:lnTo>
                  <a:pt x="73" y="1066"/>
                </a:lnTo>
                <a:lnTo>
                  <a:pt x="73" y="1065"/>
                </a:lnTo>
                <a:lnTo>
                  <a:pt x="72" y="1065"/>
                </a:lnTo>
                <a:lnTo>
                  <a:pt x="72" y="1064"/>
                </a:lnTo>
                <a:lnTo>
                  <a:pt x="72" y="1063"/>
                </a:lnTo>
                <a:lnTo>
                  <a:pt x="74" y="1062"/>
                </a:lnTo>
                <a:lnTo>
                  <a:pt x="75" y="1062"/>
                </a:lnTo>
                <a:lnTo>
                  <a:pt x="76" y="1062"/>
                </a:lnTo>
                <a:lnTo>
                  <a:pt x="76" y="1061"/>
                </a:lnTo>
                <a:lnTo>
                  <a:pt x="76" y="1060"/>
                </a:lnTo>
                <a:lnTo>
                  <a:pt x="76" y="1059"/>
                </a:lnTo>
                <a:lnTo>
                  <a:pt x="75" y="1059"/>
                </a:lnTo>
                <a:lnTo>
                  <a:pt x="75" y="1058"/>
                </a:lnTo>
                <a:lnTo>
                  <a:pt x="75" y="1057"/>
                </a:lnTo>
                <a:lnTo>
                  <a:pt x="74" y="1057"/>
                </a:lnTo>
                <a:lnTo>
                  <a:pt x="72" y="1057"/>
                </a:lnTo>
                <a:lnTo>
                  <a:pt x="73" y="1056"/>
                </a:lnTo>
                <a:lnTo>
                  <a:pt x="72" y="1056"/>
                </a:lnTo>
                <a:lnTo>
                  <a:pt x="71" y="1055"/>
                </a:lnTo>
                <a:lnTo>
                  <a:pt x="70" y="1054"/>
                </a:lnTo>
                <a:lnTo>
                  <a:pt x="70" y="1052"/>
                </a:lnTo>
                <a:lnTo>
                  <a:pt x="69" y="1051"/>
                </a:lnTo>
                <a:lnTo>
                  <a:pt x="69" y="1052"/>
                </a:lnTo>
                <a:lnTo>
                  <a:pt x="68" y="1053"/>
                </a:lnTo>
                <a:lnTo>
                  <a:pt x="68" y="1052"/>
                </a:lnTo>
                <a:lnTo>
                  <a:pt x="67" y="1052"/>
                </a:lnTo>
                <a:lnTo>
                  <a:pt x="66" y="1052"/>
                </a:lnTo>
                <a:lnTo>
                  <a:pt x="66" y="1053"/>
                </a:lnTo>
                <a:lnTo>
                  <a:pt x="66" y="1054"/>
                </a:lnTo>
                <a:lnTo>
                  <a:pt x="65" y="1055"/>
                </a:lnTo>
                <a:lnTo>
                  <a:pt x="65" y="1056"/>
                </a:lnTo>
                <a:lnTo>
                  <a:pt x="64" y="1056"/>
                </a:lnTo>
                <a:lnTo>
                  <a:pt x="63" y="1056"/>
                </a:lnTo>
                <a:lnTo>
                  <a:pt x="62" y="1055"/>
                </a:lnTo>
                <a:lnTo>
                  <a:pt x="61" y="1055"/>
                </a:lnTo>
                <a:lnTo>
                  <a:pt x="61" y="1054"/>
                </a:lnTo>
                <a:lnTo>
                  <a:pt x="60" y="1054"/>
                </a:lnTo>
                <a:lnTo>
                  <a:pt x="60" y="1053"/>
                </a:lnTo>
                <a:lnTo>
                  <a:pt x="59" y="1053"/>
                </a:lnTo>
                <a:lnTo>
                  <a:pt x="59" y="1054"/>
                </a:lnTo>
                <a:lnTo>
                  <a:pt x="58" y="1055"/>
                </a:lnTo>
                <a:lnTo>
                  <a:pt x="57" y="1056"/>
                </a:lnTo>
                <a:lnTo>
                  <a:pt x="56" y="1056"/>
                </a:lnTo>
                <a:lnTo>
                  <a:pt x="56" y="1057"/>
                </a:lnTo>
                <a:lnTo>
                  <a:pt x="55" y="1057"/>
                </a:lnTo>
                <a:lnTo>
                  <a:pt x="54" y="1057"/>
                </a:lnTo>
                <a:lnTo>
                  <a:pt x="54" y="1056"/>
                </a:lnTo>
                <a:lnTo>
                  <a:pt x="52" y="1056"/>
                </a:lnTo>
                <a:lnTo>
                  <a:pt x="51" y="1056"/>
                </a:lnTo>
                <a:lnTo>
                  <a:pt x="50" y="1055"/>
                </a:lnTo>
                <a:lnTo>
                  <a:pt x="49" y="1056"/>
                </a:lnTo>
                <a:lnTo>
                  <a:pt x="48" y="1056"/>
                </a:lnTo>
                <a:lnTo>
                  <a:pt x="47" y="1056"/>
                </a:lnTo>
                <a:lnTo>
                  <a:pt x="46" y="1057"/>
                </a:lnTo>
                <a:lnTo>
                  <a:pt x="46" y="1058"/>
                </a:lnTo>
                <a:lnTo>
                  <a:pt x="45" y="1058"/>
                </a:lnTo>
                <a:lnTo>
                  <a:pt x="44" y="1058"/>
                </a:lnTo>
                <a:lnTo>
                  <a:pt x="43" y="1057"/>
                </a:lnTo>
                <a:lnTo>
                  <a:pt x="42" y="1057"/>
                </a:lnTo>
                <a:lnTo>
                  <a:pt x="41" y="1059"/>
                </a:lnTo>
                <a:lnTo>
                  <a:pt x="42" y="1061"/>
                </a:lnTo>
                <a:lnTo>
                  <a:pt x="41" y="1062"/>
                </a:lnTo>
                <a:lnTo>
                  <a:pt x="41" y="1063"/>
                </a:lnTo>
                <a:lnTo>
                  <a:pt x="41" y="1064"/>
                </a:lnTo>
                <a:lnTo>
                  <a:pt x="42" y="1066"/>
                </a:lnTo>
                <a:lnTo>
                  <a:pt x="41" y="1066"/>
                </a:lnTo>
                <a:lnTo>
                  <a:pt x="41" y="1065"/>
                </a:lnTo>
                <a:lnTo>
                  <a:pt x="40" y="1065"/>
                </a:lnTo>
                <a:lnTo>
                  <a:pt x="40" y="1066"/>
                </a:lnTo>
                <a:lnTo>
                  <a:pt x="40" y="1067"/>
                </a:lnTo>
                <a:lnTo>
                  <a:pt x="39" y="1068"/>
                </a:lnTo>
                <a:lnTo>
                  <a:pt x="38" y="1068"/>
                </a:lnTo>
                <a:lnTo>
                  <a:pt x="37" y="1068"/>
                </a:lnTo>
                <a:lnTo>
                  <a:pt x="37" y="1069"/>
                </a:lnTo>
                <a:lnTo>
                  <a:pt x="36" y="1069"/>
                </a:lnTo>
                <a:lnTo>
                  <a:pt x="36" y="1068"/>
                </a:lnTo>
                <a:lnTo>
                  <a:pt x="36" y="1067"/>
                </a:lnTo>
                <a:lnTo>
                  <a:pt x="35" y="1066"/>
                </a:lnTo>
                <a:lnTo>
                  <a:pt x="34" y="1066"/>
                </a:lnTo>
                <a:lnTo>
                  <a:pt x="34" y="1067"/>
                </a:lnTo>
                <a:lnTo>
                  <a:pt x="33" y="1067"/>
                </a:lnTo>
                <a:lnTo>
                  <a:pt x="33" y="1066"/>
                </a:lnTo>
                <a:lnTo>
                  <a:pt x="32" y="1066"/>
                </a:lnTo>
                <a:lnTo>
                  <a:pt x="32" y="1067"/>
                </a:lnTo>
                <a:lnTo>
                  <a:pt x="31" y="1067"/>
                </a:lnTo>
                <a:lnTo>
                  <a:pt x="31" y="1068"/>
                </a:lnTo>
                <a:lnTo>
                  <a:pt x="30" y="1068"/>
                </a:lnTo>
                <a:lnTo>
                  <a:pt x="29" y="1067"/>
                </a:lnTo>
                <a:lnTo>
                  <a:pt x="28" y="1068"/>
                </a:lnTo>
                <a:lnTo>
                  <a:pt x="27" y="1068"/>
                </a:lnTo>
                <a:lnTo>
                  <a:pt x="27" y="1069"/>
                </a:lnTo>
                <a:lnTo>
                  <a:pt x="26" y="1070"/>
                </a:lnTo>
                <a:lnTo>
                  <a:pt x="25" y="1070"/>
                </a:lnTo>
                <a:lnTo>
                  <a:pt x="24" y="1071"/>
                </a:lnTo>
                <a:lnTo>
                  <a:pt x="23" y="1072"/>
                </a:lnTo>
                <a:lnTo>
                  <a:pt x="22" y="1072"/>
                </a:lnTo>
                <a:lnTo>
                  <a:pt x="22" y="1073"/>
                </a:lnTo>
                <a:lnTo>
                  <a:pt x="21" y="1073"/>
                </a:lnTo>
                <a:lnTo>
                  <a:pt x="20" y="1074"/>
                </a:lnTo>
                <a:lnTo>
                  <a:pt x="19" y="1075"/>
                </a:lnTo>
                <a:lnTo>
                  <a:pt x="18" y="1075"/>
                </a:lnTo>
                <a:lnTo>
                  <a:pt x="17" y="1076"/>
                </a:lnTo>
                <a:lnTo>
                  <a:pt x="16" y="1076"/>
                </a:lnTo>
                <a:lnTo>
                  <a:pt x="15" y="1076"/>
                </a:lnTo>
                <a:lnTo>
                  <a:pt x="13" y="1076"/>
                </a:lnTo>
                <a:lnTo>
                  <a:pt x="13" y="1075"/>
                </a:lnTo>
                <a:lnTo>
                  <a:pt x="13" y="1074"/>
                </a:lnTo>
                <a:lnTo>
                  <a:pt x="13" y="1073"/>
                </a:lnTo>
                <a:lnTo>
                  <a:pt x="12" y="1072"/>
                </a:lnTo>
                <a:lnTo>
                  <a:pt x="11" y="1072"/>
                </a:lnTo>
                <a:lnTo>
                  <a:pt x="10" y="1073"/>
                </a:lnTo>
                <a:lnTo>
                  <a:pt x="9" y="1072"/>
                </a:lnTo>
                <a:lnTo>
                  <a:pt x="9" y="1071"/>
                </a:lnTo>
                <a:lnTo>
                  <a:pt x="8" y="1071"/>
                </a:lnTo>
                <a:lnTo>
                  <a:pt x="8" y="1069"/>
                </a:lnTo>
                <a:lnTo>
                  <a:pt x="9" y="1068"/>
                </a:lnTo>
                <a:lnTo>
                  <a:pt x="10" y="1068"/>
                </a:lnTo>
                <a:lnTo>
                  <a:pt x="10" y="1067"/>
                </a:lnTo>
                <a:lnTo>
                  <a:pt x="10" y="1066"/>
                </a:lnTo>
                <a:lnTo>
                  <a:pt x="9" y="1066"/>
                </a:lnTo>
                <a:lnTo>
                  <a:pt x="8" y="1066"/>
                </a:lnTo>
                <a:lnTo>
                  <a:pt x="8" y="1065"/>
                </a:lnTo>
                <a:lnTo>
                  <a:pt x="8" y="1064"/>
                </a:lnTo>
                <a:lnTo>
                  <a:pt x="8" y="1063"/>
                </a:lnTo>
                <a:lnTo>
                  <a:pt x="8" y="1062"/>
                </a:lnTo>
                <a:lnTo>
                  <a:pt x="7" y="1062"/>
                </a:lnTo>
                <a:lnTo>
                  <a:pt x="6" y="1063"/>
                </a:lnTo>
                <a:lnTo>
                  <a:pt x="6" y="1062"/>
                </a:lnTo>
                <a:lnTo>
                  <a:pt x="5" y="1062"/>
                </a:lnTo>
                <a:lnTo>
                  <a:pt x="5" y="1061"/>
                </a:lnTo>
                <a:lnTo>
                  <a:pt x="5" y="1060"/>
                </a:lnTo>
                <a:lnTo>
                  <a:pt x="5" y="1059"/>
                </a:lnTo>
                <a:lnTo>
                  <a:pt x="5" y="1058"/>
                </a:lnTo>
                <a:lnTo>
                  <a:pt x="5" y="1057"/>
                </a:lnTo>
                <a:lnTo>
                  <a:pt x="4" y="1055"/>
                </a:lnTo>
                <a:lnTo>
                  <a:pt x="4" y="1054"/>
                </a:lnTo>
                <a:lnTo>
                  <a:pt x="3" y="1052"/>
                </a:lnTo>
                <a:lnTo>
                  <a:pt x="2" y="1052"/>
                </a:lnTo>
                <a:lnTo>
                  <a:pt x="2" y="1051"/>
                </a:lnTo>
                <a:lnTo>
                  <a:pt x="1" y="1051"/>
                </a:lnTo>
                <a:lnTo>
                  <a:pt x="0" y="1049"/>
                </a:lnTo>
                <a:lnTo>
                  <a:pt x="0" y="1048"/>
                </a:lnTo>
                <a:lnTo>
                  <a:pt x="0" y="1047"/>
                </a:lnTo>
                <a:lnTo>
                  <a:pt x="1" y="1047"/>
                </a:lnTo>
                <a:lnTo>
                  <a:pt x="1" y="1046"/>
                </a:lnTo>
                <a:lnTo>
                  <a:pt x="0" y="1046"/>
                </a:lnTo>
                <a:lnTo>
                  <a:pt x="0" y="1045"/>
                </a:lnTo>
                <a:lnTo>
                  <a:pt x="1" y="1045"/>
                </a:lnTo>
                <a:lnTo>
                  <a:pt x="1" y="1044"/>
                </a:lnTo>
                <a:lnTo>
                  <a:pt x="2" y="1043"/>
                </a:lnTo>
                <a:lnTo>
                  <a:pt x="4" y="1043"/>
                </a:lnTo>
                <a:lnTo>
                  <a:pt x="5" y="1043"/>
                </a:lnTo>
                <a:lnTo>
                  <a:pt x="5" y="1044"/>
                </a:lnTo>
                <a:lnTo>
                  <a:pt x="6" y="1045"/>
                </a:lnTo>
                <a:lnTo>
                  <a:pt x="7" y="1045"/>
                </a:lnTo>
                <a:lnTo>
                  <a:pt x="7" y="1044"/>
                </a:lnTo>
                <a:lnTo>
                  <a:pt x="9" y="1045"/>
                </a:lnTo>
                <a:lnTo>
                  <a:pt x="10" y="1046"/>
                </a:lnTo>
                <a:lnTo>
                  <a:pt x="11" y="1047"/>
                </a:lnTo>
                <a:lnTo>
                  <a:pt x="11" y="1048"/>
                </a:lnTo>
                <a:lnTo>
                  <a:pt x="12" y="1049"/>
                </a:lnTo>
                <a:lnTo>
                  <a:pt x="13" y="1049"/>
                </a:lnTo>
                <a:lnTo>
                  <a:pt x="14" y="1048"/>
                </a:lnTo>
                <a:lnTo>
                  <a:pt x="15" y="1048"/>
                </a:lnTo>
                <a:lnTo>
                  <a:pt x="16" y="1048"/>
                </a:lnTo>
                <a:lnTo>
                  <a:pt x="17" y="1049"/>
                </a:lnTo>
                <a:lnTo>
                  <a:pt x="18" y="1048"/>
                </a:lnTo>
                <a:lnTo>
                  <a:pt x="20" y="1047"/>
                </a:lnTo>
                <a:lnTo>
                  <a:pt x="20" y="1046"/>
                </a:lnTo>
                <a:lnTo>
                  <a:pt x="21" y="1046"/>
                </a:lnTo>
                <a:lnTo>
                  <a:pt x="22" y="1045"/>
                </a:lnTo>
                <a:lnTo>
                  <a:pt x="23" y="1045"/>
                </a:lnTo>
                <a:lnTo>
                  <a:pt x="24" y="1045"/>
                </a:lnTo>
                <a:lnTo>
                  <a:pt x="25" y="1045"/>
                </a:lnTo>
                <a:lnTo>
                  <a:pt x="26" y="1045"/>
                </a:lnTo>
                <a:lnTo>
                  <a:pt x="27" y="1044"/>
                </a:lnTo>
                <a:lnTo>
                  <a:pt x="28" y="1044"/>
                </a:lnTo>
                <a:lnTo>
                  <a:pt x="29" y="1045"/>
                </a:lnTo>
                <a:lnTo>
                  <a:pt x="30" y="1045"/>
                </a:lnTo>
                <a:lnTo>
                  <a:pt x="31" y="1044"/>
                </a:lnTo>
                <a:lnTo>
                  <a:pt x="31" y="1043"/>
                </a:lnTo>
                <a:lnTo>
                  <a:pt x="32" y="1043"/>
                </a:lnTo>
                <a:lnTo>
                  <a:pt x="33" y="1042"/>
                </a:lnTo>
                <a:lnTo>
                  <a:pt x="35" y="1042"/>
                </a:lnTo>
                <a:lnTo>
                  <a:pt x="35" y="1041"/>
                </a:lnTo>
                <a:lnTo>
                  <a:pt x="36" y="1041"/>
                </a:lnTo>
                <a:lnTo>
                  <a:pt x="37" y="1040"/>
                </a:lnTo>
                <a:lnTo>
                  <a:pt x="38" y="1040"/>
                </a:lnTo>
                <a:lnTo>
                  <a:pt x="39" y="1040"/>
                </a:lnTo>
                <a:lnTo>
                  <a:pt x="40" y="1039"/>
                </a:lnTo>
                <a:lnTo>
                  <a:pt x="41" y="1038"/>
                </a:lnTo>
                <a:lnTo>
                  <a:pt x="42" y="1037"/>
                </a:lnTo>
                <a:lnTo>
                  <a:pt x="43" y="1037"/>
                </a:lnTo>
                <a:lnTo>
                  <a:pt x="43" y="1038"/>
                </a:lnTo>
                <a:lnTo>
                  <a:pt x="44" y="1038"/>
                </a:lnTo>
                <a:lnTo>
                  <a:pt x="45" y="1038"/>
                </a:lnTo>
                <a:lnTo>
                  <a:pt x="45" y="1039"/>
                </a:lnTo>
                <a:lnTo>
                  <a:pt x="46" y="1039"/>
                </a:lnTo>
                <a:lnTo>
                  <a:pt x="47" y="1039"/>
                </a:lnTo>
                <a:lnTo>
                  <a:pt x="47" y="1037"/>
                </a:lnTo>
                <a:lnTo>
                  <a:pt x="48" y="1036"/>
                </a:lnTo>
                <a:lnTo>
                  <a:pt x="49" y="1036"/>
                </a:lnTo>
                <a:lnTo>
                  <a:pt x="49" y="1035"/>
                </a:lnTo>
                <a:lnTo>
                  <a:pt x="50" y="1035"/>
                </a:lnTo>
                <a:lnTo>
                  <a:pt x="50" y="1034"/>
                </a:lnTo>
                <a:lnTo>
                  <a:pt x="50" y="1033"/>
                </a:lnTo>
                <a:lnTo>
                  <a:pt x="51" y="1032"/>
                </a:lnTo>
                <a:lnTo>
                  <a:pt x="52" y="1031"/>
                </a:lnTo>
                <a:lnTo>
                  <a:pt x="53" y="1031"/>
                </a:lnTo>
                <a:lnTo>
                  <a:pt x="54" y="1031"/>
                </a:lnTo>
                <a:lnTo>
                  <a:pt x="54" y="1029"/>
                </a:lnTo>
                <a:lnTo>
                  <a:pt x="54" y="1028"/>
                </a:lnTo>
                <a:lnTo>
                  <a:pt x="53" y="1028"/>
                </a:lnTo>
                <a:lnTo>
                  <a:pt x="54" y="1027"/>
                </a:lnTo>
                <a:lnTo>
                  <a:pt x="55" y="1026"/>
                </a:lnTo>
                <a:lnTo>
                  <a:pt x="54" y="1024"/>
                </a:lnTo>
                <a:lnTo>
                  <a:pt x="53" y="1023"/>
                </a:lnTo>
                <a:lnTo>
                  <a:pt x="52" y="1022"/>
                </a:lnTo>
                <a:lnTo>
                  <a:pt x="52" y="1020"/>
                </a:lnTo>
                <a:lnTo>
                  <a:pt x="53" y="1020"/>
                </a:lnTo>
                <a:lnTo>
                  <a:pt x="54" y="1020"/>
                </a:lnTo>
                <a:lnTo>
                  <a:pt x="55" y="1019"/>
                </a:lnTo>
                <a:lnTo>
                  <a:pt x="55" y="1018"/>
                </a:lnTo>
                <a:lnTo>
                  <a:pt x="54" y="1018"/>
                </a:lnTo>
                <a:lnTo>
                  <a:pt x="53" y="1016"/>
                </a:lnTo>
                <a:lnTo>
                  <a:pt x="53" y="1014"/>
                </a:lnTo>
                <a:lnTo>
                  <a:pt x="54" y="1013"/>
                </a:lnTo>
                <a:lnTo>
                  <a:pt x="55" y="1013"/>
                </a:lnTo>
                <a:lnTo>
                  <a:pt x="56" y="1012"/>
                </a:lnTo>
                <a:lnTo>
                  <a:pt x="55" y="1012"/>
                </a:lnTo>
                <a:lnTo>
                  <a:pt x="54" y="1012"/>
                </a:lnTo>
                <a:lnTo>
                  <a:pt x="53" y="1011"/>
                </a:lnTo>
                <a:lnTo>
                  <a:pt x="53" y="1010"/>
                </a:lnTo>
                <a:lnTo>
                  <a:pt x="52" y="1010"/>
                </a:lnTo>
                <a:lnTo>
                  <a:pt x="53" y="1010"/>
                </a:lnTo>
                <a:lnTo>
                  <a:pt x="54" y="1010"/>
                </a:lnTo>
                <a:lnTo>
                  <a:pt x="54" y="1009"/>
                </a:lnTo>
                <a:lnTo>
                  <a:pt x="54" y="1008"/>
                </a:lnTo>
                <a:lnTo>
                  <a:pt x="54" y="1007"/>
                </a:lnTo>
                <a:lnTo>
                  <a:pt x="53" y="1008"/>
                </a:lnTo>
                <a:lnTo>
                  <a:pt x="52" y="1009"/>
                </a:lnTo>
                <a:lnTo>
                  <a:pt x="50" y="1008"/>
                </a:lnTo>
                <a:lnTo>
                  <a:pt x="51" y="1006"/>
                </a:lnTo>
                <a:lnTo>
                  <a:pt x="52" y="1006"/>
                </a:lnTo>
                <a:lnTo>
                  <a:pt x="53" y="1006"/>
                </a:lnTo>
                <a:lnTo>
                  <a:pt x="54" y="1005"/>
                </a:lnTo>
                <a:lnTo>
                  <a:pt x="54" y="1004"/>
                </a:lnTo>
                <a:lnTo>
                  <a:pt x="53" y="1004"/>
                </a:lnTo>
                <a:lnTo>
                  <a:pt x="53" y="1003"/>
                </a:lnTo>
                <a:lnTo>
                  <a:pt x="53" y="1002"/>
                </a:lnTo>
                <a:lnTo>
                  <a:pt x="54" y="1001"/>
                </a:lnTo>
                <a:lnTo>
                  <a:pt x="54" y="1000"/>
                </a:lnTo>
                <a:lnTo>
                  <a:pt x="55" y="1000"/>
                </a:lnTo>
                <a:lnTo>
                  <a:pt x="56" y="1001"/>
                </a:lnTo>
                <a:lnTo>
                  <a:pt x="56" y="1002"/>
                </a:lnTo>
                <a:lnTo>
                  <a:pt x="54" y="1003"/>
                </a:lnTo>
                <a:lnTo>
                  <a:pt x="55" y="1003"/>
                </a:lnTo>
                <a:lnTo>
                  <a:pt x="56" y="1003"/>
                </a:lnTo>
                <a:lnTo>
                  <a:pt x="56" y="1004"/>
                </a:lnTo>
                <a:lnTo>
                  <a:pt x="56" y="1005"/>
                </a:lnTo>
                <a:lnTo>
                  <a:pt x="56" y="1006"/>
                </a:lnTo>
                <a:lnTo>
                  <a:pt x="56" y="1007"/>
                </a:lnTo>
                <a:lnTo>
                  <a:pt x="57" y="1007"/>
                </a:lnTo>
                <a:lnTo>
                  <a:pt x="58" y="1008"/>
                </a:lnTo>
                <a:lnTo>
                  <a:pt x="60" y="1008"/>
                </a:lnTo>
                <a:lnTo>
                  <a:pt x="60" y="1007"/>
                </a:lnTo>
                <a:lnTo>
                  <a:pt x="60" y="1006"/>
                </a:lnTo>
                <a:lnTo>
                  <a:pt x="60" y="1005"/>
                </a:lnTo>
                <a:lnTo>
                  <a:pt x="59" y="1004"/>
                </a:lnTo>
                <a:lnTo>
                  <a:pt x="59" y="1002"/>
                </a:lnTo>
                <a:lnTo>
                  <a:pt x="59" y="1000"/>
                </a:lnTo>
                <a:lnTo>
                  <a:pt x="58" y="998"/>
                </a:lnTo>
                <a:lnTo>
                  <a:pt x="58" y="997"/>
                </a:lnTo>
                <a:lnTo>
                  <a:pt x="58" y="998"/>
                </a:lnTo>
                <a:lnTo>
                  <a:pt x="57" y="998"/>
                </a:lnTo>
                <a:lnTo>
                  <a:pt x="56" y="998"/>
                </a:lnTo>
                <a:lnTo>
                  <a:pt x="55" y="997"/>
                </a:lnTo>
                <a:lnTo>
                  <a:pt x="56" y="997"/>
                </a:lnTo>
                <a:lnTo>
                  <a:pt x="57" y="997"/>
                </a:lnTo>
                <a:lnTo>
                  <a:pt x="56" y="996"/>
                </a:lnTo>
                <a:lnTo>
                  <a:pt x="55" y="996"/>
                </a:lnTo>
                <a:lnTo>
                  <a:pt x="55" y="995"/>
                </a:lnTo>
                <a:lnTo>
                  <a:pt x="53" y="993"/>
                </a:lnTo>
                <a:lnTo>
                  <a:pt x="52" y="993"/>
                </a:lnTo>
                <a:lnTo>
                  <a:pt x="51" y="993"/>
                </a:lnTo>
                <a:lnTo>
                  <a:pt x="50" y="993"/>
                </a:lnTo>
                <a:lnTo>
                  <a:pt x="50" y="994"/>
                </a:lnTo>
                <a:lnTo>
                  <a:pt x="49" y="994"/>
                </a:lnTo>
                <a:lnTo>
                  <a:pt x="48" y="994"/>
                </a:lnTo>
                <a:lnTo>
                  <a:pt x="47" y="994"/>
                </a:lnTo>
                <a:lnTo>
                  <a:pt x="46" y="995"/>
                </a:lnTo>
                <a:lnTo>
                  <a:pt x="45" y="994"/>
                </a:lnTo>
                <a:lnTo>
                  <a:pt x="44" y="993"/>
                </a:lnTo>
                <a:lnTo>
                  <a:pt x="43" y="992"/>
                </a:lnTo>
                <a:lnTo>
                  <a:pt x="42" y="992"/>
                </a:lnTo>
                <a:lnTo>
                  <a:pt x="42" y="991"/>
                </a:lnTo>
                <a:lnTo>
                  <a:pt x="41" y="991"/>
                </a:lnTo>
                <a:lnTo>
                  <a:pt x="41" y="992"/>
                </a:lnTo>
                <a:lnTo>
                  <a:pt x="41" y="991"/>
                </a:lnTo>
                <a:lnTo>
                  <a:pt x="40" y="991"/>
                </a:lnTo>
                <a:lnTo>
                  <a:pt x="40" y="990"/>
                </a:lnTo>
                <a:lnTo>
                  <a:pt x="39" y="990"/>
                </a:lnTo>
                <a:lnTo>
                  <a:pt x="39" y="991"/>
                </a:lnTo>
                <a:lnTo>
                  <a:pt x="38" y="990"/>
                </a:lnTo>
                <a:lnTo>
                  <a:pt x="37" y="990"/>
                </a:lnTo>
                <a:lnTo>
                  <a:pt x="37" y="988"/>
                </a:lnTo>
                <a:lnTo>
                  <a:pt x="37" y="987"/>
                </a:lnTo>
                <a:lnTo>
                  <a:pt x="36" y="987"/>
                </a:lnTo>
                <a:lnTo>
                  <a:pt x="35" y="987"/>
                </a:lnTo>
                <a:lnTo>
                  <a:pt x="34" y="987"/>
                </a:lnTo>
                <a:lnTo>
                  <a:pt x="32" y="987"/>
                </a:lnTo>
                <a:lnTo>
                  <a:pt x="32" y="986"/>
                </a:lnTo>
                <a:lnTo>
                  <a:pt x="31" y="983"/>
                </a:lnTo>
                <a:lnTo>
                  <a:pt x="30" y="983"/>
                </a:lnTo>
                <a:lnTo>
                  <a:pt x="31" y="983"/>
                </a:lnTo>
                <a:lnTo>
                  <a:pt x="32" y="983"/>
                </a:lnTo>
                <a:lnTo>
                  <a:pt x="32" y="982"/>
                </a:lnTo>
                <a:lnTo>
                  <a:pt x="33" y="982"/>
                </a:lnTo>
                <a:lnTo>
                  <a:pt x="33" y="981"/>
                </a:lnTo>
                <a:lnTo>
                  <a:pt x="32" y="979"/>
                </a:lnTo>
                <a:lnTo>
                  <a:pt x="32" y="978"/>
                </a:lnTo>
                <a:lnTo>
                  <a:pt x="31" y="978"/>
                </a:lnTo>
                <a:lnTo>
                  <a:pt x="30" y="978"/>
                </a:lnTo>
                <a:lnTo>
                  <a:pt x="29" y="977"/>
                </a:lnTo>
                <a:lnTo>
                  <a:pt x="29" y="975"/>
                </a:lnTo>
                <a:lnTo>
                  <a:pt x="28" y="975"/>
                </a:lnTo>
                <a:lnTo>
                  <a:pt x="28" y="974"/>
                </a:lnTo>
                <a:lnTo>
                  <a:pt x="28" y="973"/>
                </a:lnTo>
                <a:lnTo>
                  <a:pt x="27" y="973"/>
                </a:lnTo>
                <a:lnTo>
                  <a:pt x="26" y="972"/>
                </a:lnTo>
                <a:lnTo>
                  <a:pt x="26" y="971"/>
                </a:lnTo>
                <a:lnTo>
                  <a:pt x="27" y="970"/>
                </a:lnTo>
                <a:lnTo>
                  <a:pt x="29" y="970"/>
                </a:lnTo>
                <a:lnTo>
                  <a:pt x="30" y="970"/>
                </a:lnTo>
                <a:lnTo>
                  <a:pt x="30" y="971"/>
                </a:lnTo>
                <a:lnTo>
                  <a:pt x="30" y="972"/>
                </a:lnTo>
                <a:lnTo>
                  <a:pt x="31" y="972"/>
                </a:lnTo>
                <a:lnTo>
                  <a:pt x="32" y="972"/>
                </a:lnTo>
                <a:lnTo>
                  <a:pt x="32" y="973"/>
                </a:lnTo>
                <a:lnTo>
                  <a:pt x="33" y="973"/>
                </a:lnTo>
                <a:lnTo>
                  <a:pt x="34" y="973"/>
                </a:lnTo>
                <a:lnTo>
                  <a:pt x="34" y="972"/>
                </a:lnTo>
                <a:lnTo>
                  <a:pt x="35" y="971"/>
                </a:lnTo>
                <a:lnTo>
                  <a:pt x="36" y="971"/>
                </a:lnTo>
                <a:lnTo>
                  <a:pt x="36" y="972"/>
                </a:lnTo>
                <a:lnTo>
                  <a:pt x="38" y="972"/>
                </a:lnTo>
                <a:lnTo>
                  <a:pt x="39" y="972"/>
                </a:lnTo>
                <a:lnTo>
                  <a:pt x="40" y="972"/>
                </a:lnTo>
                <a:lnTo>
                  <a:pt x="41" y="972"/>
                </a:lnTo>
                <a:lnTo>
                  <a:pt x="41" y="971"/>
                </a:lnTo>
                <a:lnTo>
                  <a:pt x="42" y="971"/>
                </a:lnTo>
                <a:lnTo>
                  <a:pt x="42" y="970"/>
                </a:lnTo>
                <a:lnTo>
                  <a:pt x="42" y="969"/>
                </a:lnTo>
                <a:lnTo>
                  <a:pt x="42" y="968"/>
                </a:lnTo>
                <a:lnTo>
                  <a:pt x="42" y="967"/>
                </a:lnTo>
                <a:lnTo>
                  <a:pt x="42" y="965"/>
                </a:lnTo>
                <a:lnTo>
                  <a:pt x="43" y="965"/>
                </a:lnTo>
                <a:lnTo>
                  <a:pt x="43" y="963"/>
                </a:lnTo>
                <a:lnTo>
                  <a:pt x="42" y="963"/>
                </a:lnTo>
                <a:lnTo>
                  <a:pt x="42" y="962"/>
                </a:lnTo>
                <a:lnTo>
                  <a:pt x="42" y="961"/>
                </a:lnTo>
                <a:lnTo>
                  <a:pt x="41" y="961"/>
                </a:lnTo>
                <a:lnTo>
                  <a:pt x="41" y="960"/>
                </a:lnTo>
                <a:lnTo>
                  <a:pt x="41" y="959"/>
                </a:lnTo>
                <a:lnTo>
                  <a:pt x="42" y="959"/>
                </a:lnTo>
                <a:lnTo>
                  <a:pt x="43" y="959"/>
                </a:lnTo>
                <a:lnTo>
                  <a:pt x="43" y="958"/>
                </a:lnTo>
                <a:lnTo>
                  <a:pt x="42" y="957"/>
                </a:lnTo>
                <a:lnTo>
                  <a:pt x="43" y="957"/>
                </a:lnTo>
                <a:lnTo>
                  <a:pt x="43" y="956"/>
                </a:lnTo>
                <a:lnTo>
                  <a:pt x="43" y="955"/>
                </a:lnTo>
                <a:lnTo>
                  <a:pt x="43" y="954"/>
                </a:lnTo>
                <a:lnTo>
                  <a:pt x="44" y="953"/>
                </a:lnTo>
                <a:lnTo>
                  <a:pt x="45" y="953"/>
                </a:lnTo>
                <a:lnTo>
                  <a:pt x="46" y="951"/>
                </a:lnTo>
                <a:lnTo>
                  <a:pt x="47" y="951"/>
                </a:lnTo>
                <a:lnTo>
                  <a:pt x="47" y="950"/>
                </a:lnTo>
                <a:lnTo>
                  <a:pt x="48" y="948"/>
                </a:lnTo>
                <a:lnTo>
                  <a:pt x="49" y="948"/>
                </a:lnTo>
                <a:lnTo>
                  <a:pt x="50" y="947"/>
                </a:lnTo>
                <a:lnTo>
                  <a:pt x="50" y="945"/>
                </a:lnTo>
                <a:lnTo>
                  <a:pt x="50" y="944"/>
                </a:lnTo>
                <a:lnTo>
                  <a:pt x="51" y="944"/>
                </a:lnTo>
                <a:lnTo>
                  <a:pt x="52" y="945"/>
                </a:lnTo>
                <a:lnTo>
                  <a:pt x="53" y="945"/>
                </a:lnTo>
                <a:lnTo>
                  <a:pt x="54" y="944"/>
                </a:lnTo>
                <a:lnTo>
                  <a:pt x="55" y="943"/>
                </a:lnTo>
                <a:lnTo>
                  <a:pt x="55" y="942"/>
                </a:lnTo>
                <a:lnTo>
                  <a:pt x="55" y="941"/>
                </a:lnTo>
                <a:lnTo>
                  <a:pt x="56" y="941"/>
                </a:lnTo>
                <a:lnTo>
                  <a:pt x="57" y="940"/>
                </a:lnTo>
                <a:lnTo>
                  <a:pt x="57" y="939"/>
                </a:lnTo>
                <a:lnTo>
                  <a:pt x="58" y="939"/>
                </a:lnTo>
                <a:lnTo>
                  <a:pt x="58" y="938"/>
                </a:lnTo>
                <a:lnTo>
                  <a:pt x="58" y="937"/>
                </a:lnTo>
                <a:lnTo>
                  <a:pt x="57" y="937"/>
                </a:lnTo>
                <a:lnTo>
                  <a:pt x="57" y="936"/>
                </a:lnTo>
                <a:lnTo>
                  <a:pt x="59" y="936"/>
                </a:lnTo>
                <a:lnTo>
                  <a:pt x="59" y="937"/>
                </a:lnTo>
                <a:lnTo>
                  <a:pt x="60" y="937"/>
                </a:lnTo>
                <a:lnTo>
                  <a:pt x="61" y="937"/>
                </a:lnTo>
                <a:lnTo>
                  <a:pt x="62" y="938"/>
                </a:lnTo>
                <a:lnTo>
                  <a:pt x="63" y="938"/>
                </a:lnTo>
                <a:lnTo>
                  <a:pt x="63" y="937"/>
                </a:lnTo>
                <a:lnTo>
                  <a:pt x="64" y="937"/>
                </a:lnTo>
                <a:lnTo>
                  <a:pt x="65" y="937"/>
                </a:lnTo>
                <a:lnTo>
                  <a:pt x="65" y="938"/>
                </a:lnTo>
                <a:lnTo>
                  <a:pt x="65" y="939"/>
                </a:lnTo>
                <a:lnTo>
                  <a:pt x="66" y="939"/>
                </a:lnTo>
                <a:lnTo>
                  <a:pt x="67" y="938"/>
                </a:lnTo>
                <a:lnTo>
                  <a:pt x="68" y="937"/>
                </a:lnTo>
                <a:lnTo>
                  <a:pt x="69" y="937"/>
                </a:lnTo>
                <a:lnTo>
                  <a:pt x="70" y="937"/>
                </a:lnTo>
                <a:lnTo>
                  <a:pt x="70" y="938"/>
                </a:lnTo>
                <a:lnTo>
                  <a:pt x="71" y="937"/>
                </a:lnTo>
                <a:lnTo>
                  <a:pt x="72" y="936"/>
                </a:lnTo>
                <a:lnTo>
                  <a:pt x="73" y="936"/>
                </a:lnTo>
                <a:lnTo>
                  <a:pt x="74" y="936"/>
                </a:lnTo>
                <a:lnTo>
                  <a:pt x="75" y="937"/>
                </a:lnTo>
                <a:lnTo>
                  <a:pt x="76" y="937"/>
                </a:lnTo>
                <a:lnTo>
                  <a:pt x="77" y="938"/>
                </a:lnTo>
                <a:lnTo>
                  <a:pt x="78" y="938"/>
                </a:lnTo>
                <a:lnTo>
                  <a:pt x="79" y="938"/>
                </a:lnTo>
                <a:lnTo>
                  <a:pt x="79" y="939"/>
                </a:lnTo>
                <a:lnTo>
                  <a:pt x="78" y="939"/>
                </a:lnTo>
                <a:lnTo>
                  <a:pt x="78" y="940"/>
                </a:lnTo>
                <a:lnTo>
                  <a:pt x="77" y="940"/>
                </a:lnTo>
                <a:lnTo>
                  <a:pt x="76" y="940"/>
                </a:lnTo>
                <a:lnTo>
                  <a:pt x="76" y="941"/>
                </a:lnTo>
                <a:lnTo>
                  <a:pt x="76" y="942"/>
                </a:lnTo>
                <a:lnTo>
                  <a:pt x="76" y="943"/>
                </a:lnTo>
                <a:lnTo>
                  <a:pt x="77" y="943"/>
                </a:lnTo>
                <a:lnTo>
                  <a:pt x="78" y="943"/>
                </a:lnTo>
                <a:lnTo>
                  <a:pt x="79" y="943"/>
                </a:lnTo>
                <a:lnTo>
                  <a:pt x="79" y="942"/>
                </a:lnTo>
                <a:lnTo>
                  <a:pt x="79" y="941"/>
                </a:lnTo>
                <a:lnTo>
                  <a:pt x="81" y="941"/>
                </a:lnTo>
                <a:lnTo>
                  <a:pt x="80" y="942"/>
                </a:lnTo>
                <a:lnTo>
                  <a:pt x="80" y="943"/>
                </a:lnTo>
                <a:lnTo>
                  <a:pt x="81" y="945"/>
                </a:lnTo>
                <a:lnTo>
                  <a:pt x="82" y="945"/>
                </a:lnTo>
                <a:lnTo>
                  <a:pt x="83" y="945"/>
                </a:lnTo>
                <a:lnTo>
                  <a:pt x="84" y="946"/>
                </a:lnTo>
                <a:lnTo>
                  <a:pt x="85" y="946"/>
                </a:lnTo>
                <a:lnTo>
                  <a:pt x="85" y="947"/>
                </a:lnTo>
                <a:lnTo>
                  <a:pt x="86" y="947"/>
                </a:lnTo>
                <a:lnTo>
                  <a:pt x="86" y="946"/>
                </a:lnTo>
                <a:lnTo>
                  <a:pt x="88" y="945"/>
                </a:lnTo>
                <a:lnTo>
                  <a:pt x="88" y="944"/>
                </a:lnTo>
                <a:lnTo>
                  <a:pt x="89" y="944"/>
                </a:lnTo>
                <a:lnTo>
                  <a:pt x="90" y="944"/>
                </a:lnTo>
                <a:lnTo>
                  <a:pt x="91" y="944"/>
                </a:lnTo>
                <a:lnTo>
                  <a:pt x="92" y="943"/>
                </a:lnTo>
                <a:lnTo>
                  <a:pt x="93" y="942"/>
                </a:lnTo>
                <a:lnTo>
                  <a:pt x="93" y="941"/>
                </a:lnTo>
                <a:lnTo>
                  <a:pt x="94" y="940"/>
                </a:lnTo>
                <a:lnTo>
                  <a:pt x="96" y="938"/>
                </a:lnTo>
                <a:lnTo>
                  <a:pt x="97" y="938"/>
                </a:lnTo>
                <a:lnTo>
                  <a:pt x="97" y="937"/>
                </a:lnTo>
                <a:lnTo>
                  <a:pt x="98" y="937"/>
                </a:lnTo>
                <a:lnTo>
                  <a:pt x="99" y="937"/>
                </a:lnTo>
                <a:lnTo>
                  <a:pt x="100" y="937"/>
                </a:lnTo>
                <a:lnTo>
                  <a:pt x="101" y="937"/>
                </a:lnTo>
                <a:lnTo>
                  <a:pt x="102" y="937"/>
                </a:lnTo>
                <a:lnTo>
                  <a:pt x="102" y="938"/>
                </a:lnTo>
                <a:lnTo>
                  <a:pt x="101" y="938"/>
                </a:lnTo>
                <a:lnTo>
                  <a:pt x="101" y="939"/>
                </a:lnTo>
                <a:lnTo>
                  <a:pt x="102" y="939"/>
                </a:lnTo>
                <a:lnTo>
                  <a:pt x="103" y="939"/>
                </a:lnTo>
                <a:lnTo>
                  <a:pt x="104" y="939"/>
                </a:lnTo>
                <a:lnTo>
                  <a:pt x="104" y="940"/>
                </a:lnTo>
                <a:lnTo>
                  <a:pt x="105" y="940"/>
                </a:lnTo>
                <a:lnTo>
                  <a:pt x="106" y="940"/>
                </a:lnTo>
                <a:lnTo>
                  <a:pt x="106" y="938"/>
                </a:lnTo>
                <a:lnTo>
                  <a:pt x="107" y="938"/>
                </a:lnTo>
                <a:lnTo>
                  <a:pt x="108" y="938"/>
                </a:lnTo>
                <a:lnTo>
                  <a:pt x="109" y="938"/>
                </a:lnTo>
                <a:lnTo>
                  <a:pt x="109" y="937"/>
                </a:lnTo>
                <a:lnTo>
                  <a:pt x="109" y="936"/>
                </a:lnTo>
                <a:lnTo>
                  <a:pt x="109" y="935"/>
                </a:lnTo>
                <a:lnTo>
                  <a:pt x="110" y="935"/>
                </a:lnTo>
                <a:lnTo>
                  <a:pt x="111" y="935"/>
                </a:lnTo>
                <a:lnTo>
                  <a:pt x="112" y="935"/>
                </a:lnTo>
                <a:lnTo>
                  <a:pt x="113" y="935"/>
                </a:lnTo>
                <a:lnTo>
                  <a:pt x="114" y="935"/>
                </a:lnTo>
                <a:lnTo>
                  <a:pt x="114" y="934"/>
                </a:lnTo>
                <a:lnTo>
                  <a:pt x="115" y="934"/>
                </a:lnTo>
                <a:lnTo>
                  <a:pt x="117" y="935"/>
                </a:lnTo>
                <a:lnTo>
                  <a:pt x="118" y="935"/>
                </a:lnTo>
                <a:lnTo>
                  <a:pt x="118" y="936"/>
                </a:lnTo>
                <a:lnTo>
                  <a:pt x="118" y="937"/>
                </a:lnTo>
                <a:lnTo>
                  <a:pt x="118" y="939"/>
                </a:lnTo>
                <a:lnTo>
                  <a:pt x="118" y="940"/>
                </a:lnTo>
                <a:lnTo>
                  <a:pt x="119" y="940"/>
                </a:lnTo>
                <a:lnTo>
                  <a:pt x="119" y="941"/>
                </a:lnTo>
                <a:lnTo>
                  <a:pt x="119" y="942"/>
                </a:lnTo>
                <a:lnTo>
                  <a:pt x="119" y="943"/>
                </a:lnTo>
                <a:lnTo>
                  <a:pt x="119" y="944"/>
                </a:lnTo>
                <a:lnTo>
                  <a:pt x="119" y="945"/>
                </a:lnTo>
                <a:lnTo>
                  <a:pt x="119" y="946"/>
                </a:lnTo>
                <a:lnTo>
                  <a:pt x="119" y="947"/>
                </a:lnTo>
                <a:lnTo>
                  <a:pt x="120" y="947"/>
                </a:lnTo>
                <a:lnTo>
                  <a:pt x="121" y="948"/>
                </a:lnTo>
                <a:lnTo>
                  <a:pt x="121" y="949"/>
                </a:lnTo>
                <a:lnTo>
                  <a:pt x="122" y="949"/>
                </a:lnTo>
                <a:lnTo>
                  <a:pt x="123" y="948"/>
                </a:lnTo>
                <a:lnTo>
                  <a:pt x="123" y="947"/>
                </a:lnTo>
                <a:lnTo>
                  <a:pt x="124" y="947"/>
                </a:lnTo>
                <a:lnTo>
                  <a:pt x="125" y="948"/>
                </a:lnTo>
                <a:lnTo>
                  <a:pt x="125" y="949"/>
                </a:lnTo>
                <a:lnTo>
                  <a:pt x="126" y="950"/>
                </a:lnTo>
                <a:lnTo>
                  <a:pt x="126" y="951"/>
                </a:lnTo>
                <a:lnTo>
                  <a:pt x="127" y="951"/>
                </a:lnTo>
                <a:lnTo>
                  <a:pt x="128" y="950"/>
                </a:lnTo>
                <a:lnTo>
                  <a:pt x="129" y="950"/>
                </a:lnTo>
                <a:lnTo>
                  <a:pt x="130" y="950"/>
                </a:lnTo>
                <a:lnTo>
                  <a:pt x="131" y="949"/>
                </a:lnTo>
                <a:lnTo>
                  <a:pt x="132" y="948"/>
                </a:lnTo>
                <a:lnTo>
                  <a:pt x="132" y="947"/>
                </a:lnTo>
                <a:lnTo>
                  <a:pt x="132" y="946"/>
                </a:lnTo>
                <a:lnTo>
                  <a:pt x="132" y="945"/>
                </a:lnTo>
                <a:lnTo>
                  <a:pt x="131" y="944"/>
                </a:lnTo>
                <a:lnTo>
                  <a:pt x="131" y="943"/>
                </a:lnTo>
                <a:lnTo>
                  <a:pt x="131" y="941"/>
                </a:lnTo>
                <a:lnTo>
                  <a:pt x="132" y="941"/>
                </a:lnTo>
                <a:lnTo>
                  <a:pt x="133" y="941"/>
                </a:lnTo>
                <a:lnTo>
                  <a:pt x="134" y="941"/>
                </a:lnTo>
                <a:lnTo>
                  <a:pt x="134" y="940"/>
                </a:lnTo>
                <a:lnTo>
                  <a:pt x="134" y="939"/>
                </a:lnTo>
                <a:lnTo>
                  <a:pt x="134" y="938"/>
                </a:lnTo>
                <a:lnTo>
                  <a:pt x="134" y="937"/>
                </a:lnTo>
                <a:lnTo>
                  <a:pt x="135" y="936"/>
                </a:lnTo>
                <a:lnTo>
                  <a:pt x="134" y="935"/>
                </a:lnTo>
                <a:lnTo>
                  <a:pt x="134" y="934"/>
                </a:lnTo>
                <a:lnTo>
                  <a:pt x="134" y="933"/>
                </a:lnTo>
                <a:lnTo>
                  <a:pt x="134" y="932"/>
                </a:lnTo>
                <a:lnTo>
                  <a:pt x="133" y="932"/>
                </a:lnTo>
                <a:lnTo>
                  <a:pt x="132" y="931"/>
                </a:lnTo>
                <a:lnTo>
                  <a:pt x="132" y="930"/>
                </a:lnTo>
                <a:lnTo>
                  <a:pt x="131" y="929"/>
                </a:lnTo>
                <a:lnTo>
                  <a:pt x="130" y="929"/>
                </a:lnTo>
                <a:lnTo>
                  <a:pt x="131" y="928"/>
                </a:lnTo>
                <a:lnTo>
                  <a:pt x="131" y="927"/>
                </a:lnTo>
                <a:lnTo>
                  <a:pt x="131" y="926"/>
                </a:lnTo>
                <a:lnTo>
                  <a:pt x="130" y="926"/>
                </a:lnTo>
                <a:lnTo>
                  <a:pt x="129" y="926"/>
                </a:lnTo>
                <a:lnTo>
                  <a:pt x="129" y="925"/>
                </a:lnTo>
                <a:lnTo>
                  <a:pt x="128" y="923"/>
                </a:lnTo>
                <a:lnTo>
                  <a:pt x="127" y="922"/>
                </a:lnTo>
                <a:lnTo>
                  <a:pt x="126" y="922"/>
                </a:lnTo>
                <a:lnTo>
                  <a:pt x="125" y="922"/>
                </a:lnTo>
                <a:lnTo>
                  <a:pt x="124" y="922"/>
                </a:lnTo>
                <a:lnTo>
                  <a:pt x="123" y="921"/>
                </a:lnTo>
                <a:lnTo>
                  <a:pt x="122" y="921"/>
                </a:lnTo>
                <a:lnTo>
                  <a:pt x="122" y="920"/>
                </a:lnTo>
                <a:lnTo>
                  <a:pt x="122" y="918"/>
                </a:lnTo>
                <a:lnTo>
                  <a:pt x="122" y="917"/>
                </a:lnTo>
                <a:lnTo>
                  <a:pt x="123" y="917"/>
                </a:lnTo>
                <a:lnTo>
                  <a:pt x="123" y="916"/>
                </a:lnTo>
                <a:lnTo>
                  <a:pt x="123" y="915"/>
                </a:lnTo>
                <a:lnTo>
                  <a:pt x="122" y="915"/>
                </a:lnTo>
                <a:lnTo>
                  <a:pt x="122" y="914"/>
                </a:lnTo>
                <a:lnTo>
                  <a:pt x="122" y="912"/>
                </a:lnTo>
                <a:lnTo>
                  <a:pt x="122" y="911"/>
                </a:lnTo>
                <a:lnTo>
                  <a:pt x="122" y="910"/>
                </a:lnTo>
                <a:lnTo>
                  <a:pt x="122" y="909"/>
                </a:lnTo>
                <a:lnTo>
                  <a:pt x="121" y="909"/>
                </a:lnTo>
                <a:lnTo>
                  <a:pt x="119" y="909"/>
                </a:lnTo>
                <a:lnTo>
                  <a:pt x="119" y="908"/>
                </a:lnTo>
                <a:lnTo>
                  <a:pt x="119" y="907"/>
                </a:lnTo>
                <a:lnTo>
                  <a:pt x="119" y="906"/>
                </a:lnTo>
                <a:lnTo>
                  <a:pt x="119" y="905"/>
                </a:lnTo>
                <a:lnTo>
                  <a:pt x="119" y="904"/>
                </a:lnTo>
                <a:lnTo>
                  <a:pt x="119" y="903"/>
                </a:lnTo>
                <a:lnTo>
                  <a:pt x="120" y="902"/>
                </a:lnTo>
                <a:lnTo>
                  <a:pt x="121" y="902"/>
                </a:lnTo>
                <a:lnTo>
                  <a:pt x="122" y="902"/>
                </a:lnTo>
                <a:lnTo>
                  <a:pt x="123" y="900"/>
                </a:lnTo>
                <a:lnTo>
                  <a:pt x="123" y="899"/>
                </a:lnTo>
                <a:lnTo>
                  <a:pt x="122" y="898"/>
                </a:lnTo>
                <a:lnTo>
                  <a:pt x="121" y="897"/>
                </a:lnTo>
                <a:lnTo>
                  <a:pt x="121" y="896"/>
                </a:lnTo>
                <a:lnTo>
                  <a:pt x="121" y="895"/>
                </a:lnTo>
                <a:lnTo>
                  <a:pt x="119" y="894"/>
                </a:lnTo>
                <a:lnTo>
                  <a:pt x="119" y="895"/>
                </a:lnTo>
                <a:lnTo>
                  <a:pt x="118" y="895"/>
                </a:lnTo>
                <a:lnTo>
                  <a:pt x="119" y="895"/>
                </a:lnTo>
                <a:lnTo>
                  <a:pt x="118" y="897"/>
                </a:lnTo>
                <a:lnTo>
                  <a:pt x="117" y="897"/>
                </a:lnTo>
                <a:lnTo>
                  <a:pt x="117" y="896"/>
                </a:lnTo>
                <a:lnTo>
                  <a:pt x="116" y="897"/>
                </a:lnTo>
                <a:lnTo>
                  <a:pt x="115" y="897"/>
                </a:lnTo>
                <a:lnTo>
                  <a:pt x="114" y="896"/>
                </a:lnTo>
                <a:lnTo>
                  <a:pt x="114" y="895"/>
                </a:lnTo>
                <a:lnTo>
                  <a:pt x="114" y="894"/>
                </a:lnTo>
                <a:lnTo>
                  <a:pt x="114" y="893"/>
                </a:lnTo>
                <a:lnTo>
                  <a:pt x="114" y="892"/>
                </a:lnTo>
                <a:lnTo>
                  <a:pt x="113" y="891"/>
                </a:lnTo>
                <a:lnTo>
                  <a:pt x="112" y="891"/>
                </a:lnTo>
                <a:lnTo>
                  <a:pt x="112" y="890"/>
                </a:lnTo>
                <a:lnTo>
                  <a:pt x="113" y="890"/>
                </a:lnTo>
                <a:lnTo>
                  <a:pt x="114" y="890"/>
                </a:lnTo>
                <a:lnTo>
                  <a:pt x="115" y="888"/>
                </a:lnTo>
                <a:lnTo>
                  <a:pt x="116" y="888"/>
                </a:lnTo>
                <a:lnTo>
                  <a:pt x="116" y="887"/>
                </a:lnTo>
                <a:lnTo>
                  <a:pt x="117" y="887"/>
                </a:lnTo>
                <a:lnTo>
                  <a:pt x="117" y="886"/>
                </a:lnTo>
                <a:lnTo>
                  <a:pt x="117" y="885"/>
                </a:lnTo>
                <a:lnTo>
                  <a:pt x="117" y="884"/>
                </a:lnTo>
                <a:lnTo>
                  <a:pt x="118" y="883"/>
                </a:lnTo>
                <a:lnTo>
                  <a:pt x="119" y="883"/>
                </a:lnTo>
                <a:lnTo>
                  <a:pt x="120" y="882"/>
                </a:lnTo>
                <a:lnTo>
                  <a:pt x="120" y="881"/>
                </a:lnTo>
                <a:lnTo>
                  <a:pt x="120" y="880"/>
                </a:lnTo>
                <a:lnTo>
                  <a:pt x="120" y="878"/>
                </a:lnTo>
                <a:lnTo>
                  <a:pt x="121" y="878"/>
                </a:lnTo>
                <a:lnTo>
                  <a:pt x="121" y="877"/>
                </a:lnTo>
                <a:lnTo>
                  <a:pt x="121" y="876"/>
                </a:lnTo>
                <a:lnTo>
                  <a:pt x="120" y="875"/>
                </a:lnTo>
                <a:lnTo>
                  <a:pt x="120" y="874"/>
                </a:lnTo>
                <a:lnTo>
                  <a:pt x="120" y="872"/>
                </a:lnTo>
                <a:lnTo>
                  <a:pt x="120" y="871"/>
                </a:lnTo>
                <a:lnTo>
                  <a:pt x="121" y="871"/>
                </a:lnTo>
                <a:lnTo>
                  <a:pt x="122" y="871"/>
                </a:lnTo>
                <a:lnTo>
                  <a:pt x="122" y="870"/>
                </a:lnTo>
                <a:lnTo>
                  <a:pt x="122" y="869"/>
                </a:lnTo>
                <a:lnTo>
                  <a:pt x="123" y="868"/>
                </a:lnTo>
                <a:lnTo>
                  <a:pt x="123" y="867"/>
                </a:lnTo>
                <a:lnTo>
                  <a:pt x="124" y="867"/>
                </a:lnTo>
                <a:lnTo>
                  <a:pt x="124" y="866"/>
                </a:lnTo>
                <a:lnTo>
                  <a:pt x="124" y="865"/>
                </a:lnTo>
                <a:lnTo>
                  <a:pt x="124" y="864"/>
                </a:lnTo>
                <a:lnTo>
                  <a:pt x="124" y="863"/>
                </a:lnTo>
                <a:lnTo>
                  <a:pt x="123" y="862"/>
                </a:lnTo>
                <a:lnTo>
                  <a:pt x="123" y="861"/>
                </a:lnTo>
                <a:lnTo>
                  <a:pt x="123" y="860"/>
                </a:lnTo>
                <a:lnTo>
                  <a:pt x="123" y="859"/>
                </a:lnTo>
                <a:lnTo>
                  <a:pt x="124" y="859"/>
                </a:lnTo>
                <a:lnTo>
                  <a:pt x="125" y="859"/>
                </a:lnTo>
                <a:lnTo>
                  <a:pt x="126" y="859"/>
                </a:lnTo>
                <a:lnTo>
                  <a:pt x="127" y="859"/>
                </a:lnTo>
                <a:lnTo>
                  <a:pt x="128" y="859"/>
                </a:lnTo>
                <a:lnTo>
                  <a:pt x="129" y="859"/>
                </a:lnTo>
                <a:lnTo>
                  <a:pt x="130" y="859"/>
                </a:lnTo>
                <a:lnTo>
                  <a:pt x="131" y="859"/>
                </a:lnTo>
                <a:lnTo>
                  <a:pt x="131" y="857"/>
                </a:lnTo>
                <a:lnTo>
                  <a:pt x="132" y="857"/>
                </a:lnTo>
                <a:lnTo>
                  <a:pt x="132" y="856"/>
                </a:lnTo>
                <a:lnTo>
                  <a:pt x="133" y="855"/>
                </a:lnTo>
                <a:lnTo>
                  <a:pt x="134" y="853"/>
                </a:lnTo>
                <a:lnTo>
                  <a:pt x="133" y="853"/>
                </a:lnTo>
                <a:lnTo>
                  <a:pt x="133" y="852"/>
                </a:lnTo>
                <a:lnTo>
                  <a:pt x="132" y="852"/>
                </a:lnTo>
                <a:lnTo>
                  <a:pt x="132" y="851"/>
                </a:lnTo>
                <a:lnTo>
                  <a:pt x="132" y="850"/>
                </a:lnTo>
                <a:lnTo>
                  <a:pt x="131" y="849"/>
                </a:lnTo>
                <a:lnTo>
                  <a:pt x="131" y="848"/>
                </a:lnTo>
                <a:lnTo>
                  <a:pt x="130" y="847"/>
                </a:lnTo>
                <a:lnTo>
                  <a:pt x="131" y="847"/>
                </a:lnTo>
                <a:lnTo>
                  <a:pt x="131" y="846"/>
                </a:lnTo>
                <a:lnTo>
                  <a:pt x="130" y="846"/>
                </a:lnTo>
                <a:lnTo>
                  <a:pt x="130" y="845"/>
                </a:lnTo>
                <a:lnTo>
                  <a:pt x="130" y="842"/>
                </a:lnTo>
                <a:lnTo>
                  <a:pt x="129" y="841"/>
                </a:lnTo>
                <a:lnTo>
                  <a:pt x="128" y="839"/>
                </a:lnTo>
                <a:lnTo>
                  <a:pt x="128" y="838"/>
                </a:lnTo>
                <a:lnTo>
                  <a:pt x="127" y="837"/>
                </a:lnTo>
                <a:lnTo>
                  <a:pt x="126" y="837"/>
                </a:lnTo>
                <a:lnTo>
                  <a:pt x="126" y="838"/>
                </a:lnTo>
                <a:lnTo>
                  <a:pt x="126" y="839"/>
                </a:lnTo>
                <a:lnTo>
                  <a:pt x="123" y="839"/>
                </a:lnTo>
                <a:lnTo>
                  <a:pt x="122" y="839"/>
                </a:lnTo>
                <a:lnTo>
                  <a:pt x="121" y="838"/>
                </a:lnTo>
                <a:lnTo>
                  <a:pt x="122" y="838"/>
                </a:lnTo>
                <a:lnTo>
                  <a:pt x="122" y="837"/>
                </a:lnTo>
                <a:lnTo>
                  <a:pt x="123" y="836"/>
                </a:lnTo>
                <a:lnTo>
                  <a:pt x="124" y="834"/>
                </a:lnTo>
                <a:lnTo>
                  <a:pt x="124" y="833"/>
                </a:lnTo>
                <a:lnTo>
                  <a:pt x="125" y="833"/>
                </a:lnTo>
                <a:lnTo>
                  <a:pt x="126" y="832"/>
                </a:lnTo>
                <a:lnTo>
                  <a:pt x="126" y="831"/>
                </a:lnTo>
                <a:lnTo>
                  <a:pt x="127" y="831"/>
                </a:lnTo>
                <a:lnTo>
                  <a:pt x="127" y="832"/>
                </a:lnTo>
                <a:lnTo>
                  <a:pt x="128" y="833"/>
                </a:lnTo>
                <a:lnTo>
                  <a:pt x="130" y="833"/>
                </a:lnTo>
                <a:lnTo>
                  <a:pt x="131" y="833"/>
                </a:lnTo>
                <a:lnTo>
                  <a:pt x="132" y="833"/>
                </a:lnTo>
                <a:lnTo>
                  <a:pt x="132" y="834"/>
                </a:lnTo>
                <a:lnTo>
                  <a:pt x="133" y="834"/>
                </a:lnTo>
                <a:lnTo>
                  <a:pt x="133" y="835"/>
                </a:lnTo>
                <a:lnTo>
                  <a:pt x="133" y="836"/>
                </a:lnTo>
                <a:lnTo>
                  <a:pt x="133" y="837"/>
                </a:lnTo>
                <a:lnTo>
                  <a:pt x="134" y="838"/>
                </a:lnTo>
                <a:lnTo>
                  <a:pt x="135" y="837"/>
                </a:lnTo>
                <a:lnTo>
                  <a:pt x="136" y="836"/>
                </a:lnTo>
                <a:lnTo>
                  <a:pt x="137" y="836"/>
                </a:lnTo>
                <a:lnTo>
                  <a:pt x="138" y="836"/>
                </a:lnTo>
                <a:lnTo>
                  <a:pt x="138" y="837"/>
                </a:lnTo>
                <a:lnTo>
                  <a:pt x="139" y="837"/>
                </a:lnTo>
                <a:lnTo>
                  <a:pt x="140" y="838"/>
                </a:lnTo>
                <a:lnTo>
                  <a:pt x="141" y="838"/>
                </a:lnTo>
                <a:lnTo>
                  <a:pt x="143" y="838"/>
                </a:lnTo>
                <a:lnTo>
                  <a:pt x="144" y="838"/>
                </a:lnTo>
                <a:lnTo>
                  <a:pt x="145" y="837"/>
                </a:lnTo>
                <a:lnTo>
                  <a:pt x="145" y="836"/>
                </a:lnTo>
                <a:lnTo>
                  <a:pt x="145" y="835"/>
                </a:lnTo>
                <a:lnTo>
                  <a:pt x="146" y="834"/>
                </a:lnTo>
                <a:lnTo>
                  <a:pt x="147" y="834"/>
                </a:lnTo>
                <a:lnTo>
                  <a:pt x="148" y="833"/>
                </a:lnTo>
                <a:lnTo>
                  <a:pt x="147" y="832"/>
                </a:lnTo>
                <a:lnTo>
                  <a:pt x="147" y="831"/>
                </a:lnTo>
                <a:lnTo>
                  <a:pt x="148" y="830"/>
                </a:lnTo>
                <a:lnTo>
                  <a:pt x="148" y="829"/>
                </a:lnTo>
                <a:lnTo>
                  <a:pt x="148" y="828"/>
                </a:lnTo>
                <a:lnTo>
                  <a:pt x="147" y="826"/>
                </a:lnTo>
                <a:lnTo>
                  <a:pt x="146" y="826"/>
                </a:lnTo>
                <a:lnTo>
                  <a:pt x="146" y="825"/>
                </a:lnTo>
                <a:lnTo>
                  <a:pt x="146" y="824"/>
                </a:lnTo>
                <a:lnTo>
                  <a:pt x="146" y="823"/>
                </a:lnTo>
                <a:lnTo>
                  <a:pt x="148" y="823"/>
                </a:lnTo>
                <a:lnTo>
                  <a:pt x="149" y="823"/>
                </a:lnTo>
                <a:lnTo>
                  <a:pt x="149" y="822"/>
                </a:lnTo>
                <a:lnTo>
                  <a:pt x="149" y="821"/>
                </a:lnTo>
                <a:lnTo>
                  <a:pt x="149" y="819"/>
                </a:lnTo>
                <a:lnTo>
                  <a:pt x="149" y="818"/>
                </a:lnTo>
                <a:lnTo>
                  <a:pt x="148" y="818"/>
                </a:lnTo>
                <a:lnTo>
                  <a:pt x="148" y="819"/>
                </a:lnTo>
                <a:lnTo>
                  <a:pt x="147" y="820"/>
                </a:lnTo>
                <a:lnTo>
                  <a:pt x="147" y="819"/>
                </a:lnTo>
                <a:lnTo>
                  <a:pt x="146" y="819"/>
                </a:lnTo>
                <a:lnTo>
                  <a:pt x="146" y="818"/>
                </a:lnTo>
                <a:lnTo>
                  <a:pt x="146" y="819"/>
                </a:lnTo>
                <a:lnTo>
                  <a:pt x="145" y="819"/>
                </a:lnTo>
                <a:lnTo>
                  <a:pt x="145" y="818"/>
                </a:lnTo>
                <a:lnTo>
                  <a:pt x="145" y="817"/>
                </a:lnTo>
                <a:lnTo>
                  <a:pt x="144" y="817"/>
                </a:lnTo>
                <a:lnTo>
                  <a:pt x="143" y="817"/>
                </a:lnTo>
                <a:lnTo>
                  <a:pt x="143" y="818"/>
                </a:lnTo>
                <a:lnTo>
                  <a:pt x="142" y="818"/>
                </a:lnTo>
                <a:lnTo>
                  <a:pt x="142" y="817"/>
                </a:lnTo>
                <a:lnTo>
                  <a:pt x="141" y="816"/>
                </a:lnTo>
                <a:lnTo>
                  <a:pt x="140" y="816"/>
                </a:lnTo>
                <a:lnTo>
                  <a:pt x="139" y="816"/>
                </a:lnTo>
                <a:lnTo>
                  <a:pt x="139" y="815"/>
                </a:lnTo>
                <a:lnTo>
                  <a:pt x="139" y="814"/>
                </a:lnTo>
                <a:lnTo>
                  <a:pt x="138" y="814"/>
                </a:lnTo>
                <a:lnTo>
                  <a:pt x="138" y="813"/>
                </a:lnTo>
                <a:lnTo>
                  <a:pt x="138" y="812"/>
                </a:lnTo>
                <a:lnTo>
                  <a:pt x="138" y="811"/>
                </a:lnTo>
                <a:lnTo>
                  <a:pt x="137" y="810"/>
                </a:lnTo>
                <a:lnTo>
                  <a:pt x="136" y="809"/>
                </a:lnTo>
                <a:lnTo>
                  <a:pt x="137" y="808"/>
                </a:lnTo>
                <a:lnTo>
                  <a:pt x="137" y="807"/>
                </a:lnTo>
                <a:lnTo>
                  <a:pt x="136" y="807"/>
                </a:lnTo>
                <a:lnTo>
                  <a:pt x="135" y="807"/>
                </a:lnTo>
                <a:lnTo>
                  <a:pt x="135" y="808"/>
                </a:lnTo>
                <a:lnTo>
                  <a:pt x="134" y="807"/>
                </a:lnTo>
                <a:lnTo>
                  <a:pt x="134" y="806"/>
                </a:lnTo>
                <a:lnTo>
                  <a:pt x="134" y="805"/>
                </a:lnTo>
                <a:lnTo>
                  <a:pt x="134" y="806"/>
                </a:lnTo>
                <a:lnTo>
                  <a:pt x="135" y="806"/>
                </a:lnTo>
                <a:lnTo>
                  <a:pt x="135" y="805"/>
                </a:lnTo>
                <a:lnTo>
                  <a:pt x="134" y="805"/>
                </a:lnTo>
                <a:lnTo>
                  <a:pt x="133" y="805"/>
                </a:lnTo>
                <a:lnTo>
                  <a:pt x="133" y="804"/>
                </a:lnTo>
                <a:lnTo>
                  <a:pt x="132" y="804"/>
                </a:lnTo>
                <a:lnTo>
                  <a:pt x="131" y="804"/>
                </a:lnTo>
                <a:lnTo>
                  <a:pt x="131" y="803"/>
                </a:lnTo>
                <a:lnTo>
                  <a:pt x="131" y="802"/>
                </a:lnTo>
                <a:lnTo>
                  <a:pt x="130" y="801"/>
                </a:lnTo>
                <a:lnTo>
                  <a:pt x="129" y="801"/>
                </a:lnTo>
                <a:lnTo>
                  <a:pt x="128" y="802"/>
                </a:lnTo>
                <a:lnTo>
                  <a:pt x="127" y="802"/>
                </a:lnTo>
                <a:lnTo>
                  <a:pt x="127" y="801"/>
                </a:lnTo>
                <a:lnTo>
                  <a:pt x="126" y="801"/>
                </a:lnTo>
                <a:lnTo>
                  <a:pt x="124" y="800"/>
                </a:lnTo>
                <a:lnTo>
                  <a:pt x="124" y="798"/>
                </a:lnTo>
                <a:lnTo>
                  <a:pt x="123" y="798"/>
                </a:lnTo>
                <a:lnTo>
                  <a:pt x="122" y="798"/>
                </a:lnTo>
                <a:lnTo>
                  <a:pt x="121" y="798"/>
                </a:lnTo>
                <a:lnTo>
                  <a:pt x="121" y="797"/>
                </a:lnTo>
                <a:lnTo>
                  <a:pt x="121" y="796"/>
                </a:lnTo>
                <a:lnTo>
                  <a:pt x="120" y="796"/>
                </a:lnTo>
                <a:lnTo>
                  <a:pt x="120" y="797"/>
                </a:lnTo>
                <a:lnTo>
                  <a:pt x="119" y="797"/>
                </a:lnTo>
                <a:lnTo>
                  <a:pt x="119" y="796"/>
                </a:lnTo>
                <a:lnTo>
                  <a:pt x="118" y="795"/>
                </a:lnTo>
                <a:lnTo>
                  <a:pt x="117" y="795"/>
                </a:lnTo>
                <a:lnTo>
                  <a:pt x="116" y="795"/>
                </a:lnTo>
                <a:lnTo>
                  <a:pt x="116" y="796"/>
                </a:lnTo>
                <a:lnTo>
                  <a:pt x="115" y="796"/>
                </a:lnTo>
                <a:lnTo>
                  <a:pt x="114" y="796"/>
                </a:lnTo>
                <a:lnTo>
                  <a:pt x="113" y="796"/>
                </a:lnTo>
                <a:lnTo>
                  <a:pt x="113" y="797"/>
                </a:lnTo>
                <a:lnTo>
                  <a:pt x="112" y="797"/>
                </a:lnTo>
                <a:lnTo>
                  <a:pt x="112" y="796"/>
                </a:lnTo>
                <a:lnTo>
                  <a:pt x="111" y="797"/>
                </a:lnTo>
                <a:lnTo>
                  <a:pt x="110" y="797"/>
                </a:lnTo>
                <a:lnTo>
                  <a:pt x="110" y="798"/>
                </a:lnTo>
                <a:lnTo>
                  <a:pt x="110" y="799"/>
                </a:lnTo>
                <a:lnTo>
                  <a:pt x="109" y="799"/>
                </a:lnTo>
                <a:lnTo>
                  <a:pt x="108" y="798"/>
                </a:lnTo>
                <a:lnTo>
                  <a:pt x="108" y="797"/>
                </a:lnTo>
                <a:lnTo>
                  <a:pt x="107" y="797"/>
                </a:lnTo>
                <a:lnTo>
                  <a:pt x="107" y="798"/>
                </a:lnTo>
                <a:lnTo>
                  <a:pt x="106" y="798"/>
                </a:lnTo>
                <a:lnTo>
                  <a:pt x="105" y="798"/>
                </a:lnTo>
                <a:lnTo>
                  <a:pt x="104" y="797"/>
                </a:lnTo>
                <a:lnTo>
                  <a:pt x="103" y="797"/>
                </a:lnTo>
                <a:lnTo>
                  <a:pt x="103" y="798"/>
                </a:lnTo>
                <a:lnTo>
                  <a:pt x="102" y="798"/>
                </a:lnTo>
                <a:lnTo>
                  <a:pt x="102" y="797"/>
                </a:lnTo>
                <a:lnTo>
                  <a:pt x="103" y="796"/>
                </a:lnTo>
                <a:lnTo>
                  <a:pt x="103" y="795"/>
                </a:lnTo>
                <a:lnTo>
                  <a:pt x="103" y="793"/>
                </a:lnTo>
                <a:lnTo>
                  <a:pt x="102" y="793"/>
                </a:lnTo>
                <a:lnTo>
                  <a:pt x="103" y="792"/>
                </a:lnTo>
                <a:lnTo>
                  <a:pt x="103" y="791"/>
                </a:lnTo>
                <a:lnTo>
                  <a:pt x="103" y="790"/>
                </a:lnTo>
                <a:lnTo>
                  <a:pt x="102" y="789"/>
                </a:lnTo>
                <a:lnTo>
                  <a:pt x="101" y="789"/>
                </a:lnTo>
                <a:lnTo>
                  <a:pt x="100" y="788"/>
                </a:lnTo>
                <a:lnTo>
                  <a:pt x="99" y="788"/>
                </a:lnTo>
                <a:lnTo>
                  <a:pt x="99" y="787"/>
                </a:lnTo>
                <a:lnTo>
                  <a:pt x="100" y="787"/>
                </a:lnTo>
                <a:lnTo>
                  <a:pt x="101" y="786"/>
                </a:lnTo>
                <a:lnTo>
                  <a:pt x="102" y="786"/>
                </a:lnTo>
                <a:lnTo>
                  <a:pt x="102" y="785"/>
                </a:lnTo>
                <a:lnTo>
                  <a:pt x="103" y="785"/>
                </a:lnTo>
                <a:lnTo>
                  <a:pt x="103" y="784"/>
                </a:lnTo>
                <a:lnTo>
                  <a:pt x="104" y="783"/>
                </a:lnTo>
                <a:lnTo>
                  <a:pt x="105" y="782"/>
                </a:lnTo>
                <a:lnTo>
                  <a:pt x="106" y="783"/>
                </a:lnTo>
                <a:lnTo>
                  <a:pt x="107" y="782"/>
                </a:lnTo>
                <a:lnTo>
                  <a:pt x="107" y="781"/>
                </a:lnTo>
                <a:lnTo>
                  <a:pt x="108" y="781"/>
                </a:lnTo>
                <a:lnTo>
                  <a:pt x="108" y="782"/>
                </a:lnTo>
                <a:lnTo>
                  <a:pt x="109" y="781"/>
                </a:lnTo>
                <a:lnTo>
                  <a:pt x="110" y="779"/>
                </a:lnTo>
                <a:lnTo>
                  <a:pt x="111" y="779"/>
                </a:lnTo>
                <a:lnTo>
                  <a:pt x="112" y="778"/>
                </a:lnTo>
                <a:lnTo>
                  <a:pt x="112" y="777"/>
                </a:lnTo>
                <a:lnTo>
                  <a:pt x="112" y="776"/>
                </a:lnTo>
                <a:lnTo>
                  <a:pt x="113" y="776"/>
                </a:lnTo>
                <a:lnTo>
                  <a:pt x="115" y="779"/>
                </a:lnTo>
                <a:lnTo>
                  <a:pt x="116" y="779"/>
                </a:lnTo>
                <a:lnTo>
                  <a:pt x="117" y="779"/>
                </a:lnTo>
                <a:lnTo>
                  <a:pt x="118" y="778"/>
                </a:lnTo>
                <a:lnTo>
                  <a:pt x="119" y="777"/>
                </a:lnTo>
                <a:lnTo>
                  <a:pt x="118" y="776"/>
                </a:lnTo>
                <a:lnTo>
                  <a:pt x="117" y="776"/>
                </a:lnTo>
                <a:lnTo>
                  <a:pt x="117" y="775"/>
                </a:lnTo>
                <a:lnTo>
                  <a:pt x="116" y="775"/>
                </a:lnTo>
                <a:lnTo>
                  <a:pt x="116" y="774"/>
                </a:lnTo>
                <a:lnTo>
                  <a:pt x="116" y="773"/>
                </a:lnTo>
                <a:lnTo>
                  <a:pt x="116" y="772"/>
                </a:lnTo>
                <a:lnTo>
                  <a:pt x="116" y="771"/>
                </a:lnTo>
                <a:lnTo>
                  <a:pt x="116" y="770"/>
                </a:lnTo>
                <a:lnTo>
                  <a:pt x="116" y="768"/>
                </a:lnTo>
                <a:lnTo>
                  <a:pt x="117" y="767"/>
                </a:lnTo>
                <a:lnTo>
                  <a:pt x="118" y="767"/>
                </a:lnTo>
                <a:lnTo>
                  <a:pt x="118" y="768"/>
                </a:lnTo>
                <a:lnTo>
                  <a:pt x="119" y="768"/>
                </a:lnTo>
                <a:lnTo>
                  <a:pt x="119" y="767"/>
                </a:lnTo>
                <a:lnTo>
                  <a:pt x="120" y="767"/>
                </a:lnTo>
                <a:lnTo>
                  <a:pt x="120" y="766"/>
                </a:lnTo>
                <a:lnTo>
                  <a:pt x="121" y="765"/>
                </a:lnTo>
                <a:lnTo>
                  <a:pt x="122" y="765"/>
                </a:lnTo>
                <a:lnTo>
                  <a:pt x="122" y="764"/>
                </a:lnTo>
                <a:lnTo>
                  <a:pt x="121" y="764"/>
                </a:lnTo>
                <a:lnTo>
                  <a:pt x="121" y="763"/>
                </a:lnTo>
                <a:lnTo>
                  <a:pt x="121" y="762"/>
                </a:lnTo>
                <a:lnTo>
                  <a:pt x="122" y="762"/>
                </a:lnTo>
                <a:lnTo>
                  <a:pt x="123" y="763"/>
                </a:lnTo>
                <a:lnTo>
                  <a:pt x="124" y="762"/>
                </a:lnTo>
                <a:lnTo>
                  <a:pt x="125" y="762"/>
                </a:lnTo>
                <a:lnTo>
                  <a:pt x="126" y="762"/>
                </a:lnTo>
                <a:lnTo>
                  <a:pt x="127" y="762"/>
                </a:lnTo>
                <a:lnTo>
                  <a:pt x="128" y="761"/>
                </a:lnTo>
                <a:lnTo>
                  <a:pt x="127" y="760"/>
                </a:lnTo>
                <a:lnTo>
                  <a:pt x="128" y="759"/>
                </a:lnTo>
                <a:lnTo>
                  <a:pt x="129" y="759"/>
                </a:lnTo>
                <a:lnTo>
                  <a:pt x="130" y="759"/>
                </a:lnTo>
                <a:lnTo>
                  <a:pt x="131" y="758"/>
                </a:lnTo>
                <a:lnTo>
                  <a:pt x="131" y="757"/>
                </a:lnTo>
                <a:lnTo>
                  <a:pt x="131" y="756"/>
                </a:lnTo>
                <a:lnTo>
                  <a:pt x="131" y="755"/>
                </a:lnTo>
                <a:lnTo>
                  <a:pt x="130" y="755"/>
                </a:lnTo>
                <a:lnTo>
                  <a:pt x="130" y="754"/>
                </a:lnTo>
                <a:lnTo>
                  <a:pt x="130" y="753"/>
                </a:lnTo>
                <a:lnTo>
                  <a:pt x="130" y="752"/>
                </a:lnTo>
                <a:lnTo>
                  <a:pt x="129" y="752"/>
                </a:lnTo>
                <a:lnTo>
                  <a:pt x="128" y="751"/>
                </a:lnTo>
                <a:lnTo>
                  <a:pt x="128" y="750"/>
                </a:lnTo>
                <a:lnTo>
                  <a:pt x="128" y="749"/>
                </a:lnTo>
                <a:lnTo>
                  <a:pt x="129" y="749"/>
                </a:lnTo>
                <a:lnTo>
                  <a:pt x="129" y="748"/>
                </a:lnTo>
                <a:lnTo>
                  <a:pt x="128" y="747"/>
                </a:lnTo>
                <a:lnTo>
                  <a:pt x="129" y="746"/>
                </a:lnTo>
                <a:lnTo>
                  <a:pt x="129" y="745"/>
                </a:lnTo>
                <a:lnTo>
                  <a:pt x="128" y="745"/>
                </a:lnTo>
                <a:lnTo>
                  <a:pt x="128" y="744"/>
                </a:lnTo>
                <a:lnTo>
                  <a:pt x="127" y="744"/>
                </a:lnTo>
                <a:lnTo>
                  <a:pt x="127" y="743"/>
                </a:lnTo>
                <a:lnTo>
                  <a:pt x="126" y="742"/>
                </a:lnTo>
                <a:lnTo>
                  <a:pt x="125" y="742"/>
                </a:lnTo>
                <a:lnTo>
                  <a:pt x="124" y="742"/>
                </a:lnTo>
                <a:lnTo>
                  <a:pt x="123" y="741"/>
                </a:lnTo>
                <a:lnTo>
                  <a:pt x="123" y="740"/>
                </a:lnTo>
                <a:lnTo>
                  <a:pt x="123" y="739"/>
                </a:lnTo>
                <a:lnTo>
                  <a:pt x="123" y="738"/>
                </a:lnTo>
                <a:lnTo>
                  <a:pt x="123" y="737"/>
                </a:lnTo>
                <a:lnTo>
                  <a:pt x="124" y="736"/>
                </a:lnTo>
                <a:lnTo>
                  <a:pt x="124" y="735"/>
                </a:lnTo>
                <a:lnTo>
                  <a:pt x="123" y="735"/>
                </a:lnTo>
                <a:lnTo>
                  <a:pt x="122" y="735"/>
                </a:lnTo>
                <a:lnTo>
                  <a:pt x="122" y="734"/>
                </a:lnTo>
                <a:lnTo>
                  <a:pt x="121" y="733"/>
                </a:lnTo>
                <a:lnTo>
                  <a:pt x="120" y="733"/>
                </a:lnTo>
                <a:lnTo>
                  <a:pt x="120" y="732"/>
                </a:lnTo>
                <a:lnTo>
                  <a:pt x="120" y="731"/>
                </a:lnTo>
                <a:lnTo>
                  <a:pt x="120" y="730"/>
                </a:lnTo>
                <a:lnTo>
                  <a:pt x="120" y="728"/>
                </a:lnTo>
                <a:lnTo>
                  <a:pt x="120" y="727"/>
                </a:lnTo>
                <a:lnTo>
                  <a:pt x="119" y="727"/>
                </a:lnTo>
                <a:lnTo>
                  <a:pt x="119" y="726"/>
                </a:lnTo>
                <a:lnTo>
                  <a:pt x="120" y="725"/>
                </a:lnTo>
                <a:lnTo>
                  <a:pt x="121" y="725"/>
                </a:lnTo>
                <a:lnTo>
                  <a:pt x="121" y="724"/>
                </a:lnTo>
                <a:lnTo>
                  <a:pt x="121" y="723"/>
                </a:lnTo>
                <a:lnTo>
                  <a:pt x="120" y="723"/>
                </a:lnTo>
                <a:lnTo>
                  <a:pt x="120" y="722"/>
                </a:lnTo>
                <a:lnTo>
                  <a:pt x="121" y="722"/>
                </a:lnTo>
                <a:lnTo>
                  <a:pt x="121" y="721"/>
                </a:lnTo>
                <a:lnTo>
                  <a:pt x="120" y="721"/>
                </a:lnTo>
                <a:lnTo>
                  <a:pt x="120" y="720"/>
                </a:lnTo>
                <a:lnTo>
                  <a:pt x="121" y="719"/>
                </a:lnTo>
                <a:lnTo>
                  <a:pt x="121" y="718"/>
                </a:lnTo>
                <a:lnTo>
                  <a:pt x="122" y="718"/>
                </a:lnTo>
                <a:lnTo>
                  <a:pt x="123" y="719"/>
                </a:lnTo>
                <a:lnTo>
                  <a:pt x="124" y="719"/>
                </a:lnTo>
                <a:lnTo>
                  <a:pt x="124" y="718"/>
                </a:lnTo>
                <a:lnTo>
                  <a:pt x="124" y="717"/>
                </a:lnTo>
                <a:lnTo>
                  <a:pt x="125" y="716"/>
                </a:lnTo>
                <a:lnTo>
                  <a:pt x="125" y="715"/>
                </a:lnTo>
                <a:lnTo>
                  <a:pt x="126" y="714"/>
                </a:lnTo>
                <a:lnTo>
                  <a:pt x="126" y="713"/>
                </a:lnTo>
                <a:lnTo>
                  <a:pt x="126" y="711"/>
                </a:lnTo>
                <a:lnTo>
                  <a:pt x="126" y="710"/>
                </a:lnTo>
                <a:lnTo>
                  <a:pt x="128" y="709"/>
                </a:lnTo>
                <a:lnTo>
                  <a:pt x="128" y="710"/>
                </a:lnTo>
                <a:lnTo>
                  <a:pt x="129" y="710"/>
                </a:lnTo>
                <a:lnTo>
                  <a:pt x="129" y="711"/>
                </a:lnTo>
                <a:lnTo>
                  <a:pt x="130" y="711"/>
                </a:lnTo>
                <a:lnTo>
                  <a:pt x="130" y="710"/>
                </a:lnTo>
                <a:lnTo>
                  <a:pt x="130" y="709"/>
                </a:lnTo>
                <a:lnTo>
                  <a:pt x="132" y="710"/>
                </a:lnTo>
                <a:lnTo>
                  <a:pt x="133" y="710"/>
                </a:lnTo>
                <a:lnTo>
                  <a:pt x="134" y="711"/>
                </a:lnTo>
                <a:lnTo>
                  <a:pt x="135" y="711"/>
                </a:lnTo>
                <a:lnTo>
                  <a:pt x="135" y="712"/>
                </a:lnTo>
                <a:lnTo>
                  <a:pt x="136" y="712"/>
                </a:lnTo>
                <a:lnTo>
                  <a:pt x="138" y="712"/>
                </a:lnTo>
                <a:lnTo>
                  <a:pt x="139" y="711"/>
                </a:lnTo>
                <a:lnTo>
                  <a:pt x="138" y="711"/>
                </a:lnTo>
                <a:lnTo>
                  <a:pt x="139" y="711"/>
                </a:lnTo>
                <a:lnTo>
                  <a:pt x="140" y="711"/>
                </a:lnTo>
                <a:lnTo>
                  <a:pt x="141" y="712"/>
                </a:lnTo>
                <a:lnTo>
                  <a:pt x="141" y="711"/>
                </a:lnTo>
                <a:lnTo>
                  <a:pt x="142" y="711"/>
                </a:lnTo>
                <a:lnTo>
                  <a:pt x="143" y="711"/>
                </a:lnTo>
                <a:lnTo>
                  <a:pt x="144" y="711"/>
                </a:lnTo>
                <a:lnTo>
                  <a:pt x="145" y="711"/>
                </a:lnTo>
                <a:lnTo>
                  <a:pt x="146" y="710"/>
                </a:lnTo>
                <a:lnTo>
                  <a:pt x="146" y="709"/>
                </a:lnTo>
                <a:lnTo>
                  <a:pt x="147" y="709"/>
                </a:lnTo>
                <a:lnTo>
                  <a:pt x="147" y="708"/>
                </a:lnTo>
                <a:lnTo>
                  <a:pt x="148" y="707"/>
                </a:lnTo>
                <a:lnTo>
                  <a:pt x="149" y="707"/>
                </a:lnTo>
                <a:lnTo>
                  <a:pt x="150" y="708"/>
                </a:lnTo>
                <a:lnTo>
                  <a:pt x="151" y="708"/>
                </a:lnTo>
                <a:lnTo>
                  <a:pt x="153" y="708"/>
                </a:lnTo>
                <a:lnTo>
                  <a:pt x="154" y="709"/>
                </a:lnTo>
                <a:lnTo>
                  <a:pt x="156" y="709"/>
                </a:lnTo>
                <a:lnTo>
                  <a:pt x="157" y="709"/>
                </a:lnTo>
                <a:lnTo>
                  <a:pt x="159" y="710"/>
                </a:lnTo>
                <a:lnTo>
                  <a:pt x="160" y="710"/>
                </a:lnTo>
                <a:lnTo>
                  <a:pt x="161" y="710"/>
                </a:lnTo>
                <a:lnTo>
                  <a:pt x="163" y="710"/>
                </a:lnTo>
                <a:lnTo>
                  <a:pt x="163" y="709"/>
                </a:lnTo>
                <a:lnTo>
                  <a:pt x="164" y="709"/>
                </a:lnTo>
                <a:lnTo>
                  <a:pt x="164" y="708"/>
                </a:lnTo>
                <a:lnTo>
                  <a:pt x="165" y="708"/>
                </a:lnTo>
                <a:lnTo>
                  <a:pt x="166" y="708"/>
                </a:lnTo>
                <a:lnTo>
                  <a:pt x="167" y="708"/>
                </a:lnTo>
                <a:lnTo>
                  <a:pt x="168" y="708"/>
                </a:lnTo>
                <a:lnTo>
                  <a:pt x="170" y="708"/>
                </a:lnTo>
                <a:lnTo>
                  <a:pt x="170" y="709"/>
                </a:lnTo>
                <a:lnTo>
                  <a:pt x="171" y="709"/>
                </a:lnTo>
                <a:lnTo>
                  <a:pt x="171" y="710"/>
                </a:lnTo>
                <a:lnTo>
                  <a:pt x="172" y="711"/>
                </a:lnTo>
                <a:lnTo>
                  <a:pt x="173" y="711"/>
                </a:lnTo>
                <a:lnTo>
                  <a:pt x="173" y="710"/>
                </a:lnTo>
                <a:lnTo>
                  <a:pt x="174" y="710"/>
                </a:lnTo>
                <a:lnTo>
                  <a:pt x="175" y="710"/>
                </a:lnTo>
                <a:lnTo>
                  <a:pt x="176" y="711"/>
                </a:lnTo>
                <a:lnTo>
                  <a:pt x="177" y="712"/>
                </a:lnTo>
                <a:lnTo>
                  <a:pt x="178" y="712"/>
                </a:lnTo>
                <a:lnTo>
                  <a:pt x="179" y="712"/>
                </a:lnTo>
                <a:lnTo>
                  <a:pt x="180" y="711"/>
                </a:lnTo>
                <a:lnTo>
                  <a:pt x="180" y="712"/>
                </a:lnTo>
                <a:lnTo>
                  <a:pt x="180" y="713"/>
                </a:lnTo>
                <a:lnTo>
                  <a:pt x="181" y="713"/>
                </a:lnTo>
                <a:lnTo>
                  <a:pt x="182" y="715"/>
                </a:lnTo>
                <a:lnTo>
                  <a:pt x="183" y="716"/>
                </a:lnTo>
                <a:lnTo>
                  <a:pt x="183" y="717"/>
                </a:lnTo>
                <a:lnTo>
                  <a:pt x="183" y="718"/>
                </a:lnTo>
                <a:lnTo>
                  <a:pt x="184" y="718"/>
                </a:lnTo>
                <a:lnTo>
                  <a:pt x="185" y="717"/>
                </a:lnTo>
                <a:lnTo>
                  <a:pt x="185" y="718"/>
                </a:lnTo>
                <a:lnTo>
                  <a:pt x="186" y="718"/>
                </a:lnTo>
                <a:lnTo>
                  <a:pt x="186" y="717"/>
                </a:lnTo>
                <a:lnTo>
                  <a:pt x="186" y="716"/>
                </a:lnTo>
                <a:lnTo>
                  <a:pt x="187" y="716"/>
                </a:lnTo>
                <a:lnTo>
                  <a:pt x="188" y="716"/>
                </a:lnTo>
                <a:lnTo>
                  <a:pt x="188" y="717"/>
                </a:lnTo>
                <a:lnTo>
                  <a:pt x="188" y="718"/>
                </a:lnTo>
                <a:lnTo>
                  <a:pt x="189" y="718"/>
                </a:lnTo>
                <a:lnTo>
                  <a:pt x="189" y="719"/>
                </a:lnTo>
                <a:lnTo>
                  <a:pt x="190" y="719"/>
                </a:lnTo>
                <a:lnTo>
                  <a:pt x="191" y="719"/>
                </a:lnTo>
                <a:lnTo>
                  <a:pt x="192" y="719"/>
                </a:lnTo>
                <a:lnTo>
                  <a:pt x="192" y="720"/>
                </a:lnTo>
                <a:lnTo>
                  <a:pt x="193" y="720"/>
                </a:lnTo>
                <a:lnTo>
                  <a:pt x="193" y="721"/>
                </a:lnTo>
                <a:lnTo>
                  <a:pt x="194" y="723"/>
                </a:lnTo>
                <a:lnTo>
                  <a:pt x="193" y="724"/>
                </a:lnTo>
                <a:lnTo>
                  <a:pt x="193" y="725"/>
                </a:lnTo>
                <a:lnTo>
                  <a:pt x="192" y="725"/>
                </a:lnTo>
                <a:lnTo>
                  <a:pt x="193" y="726"/>
                </a:lnTo>
                <a:lnTo>
                  <a:pt x="194" y="727"/>
                </a:lnTo>
                <a:lnTo>
                  <a:pt x="194" y="728"/>
                </a:lnTo>
                <a:lnTo>
                  <a:pt x="195" y="729"/>
                </a:lnTo>
                <a:lnTo>
                  <a:pt x="196" y="729"/>
                </a:lnTo>
                <a:lnTo>
                  <a:pt x="197" y="729"/>
                </a:lnTo>
                <a:lnTo>
                  <a:pt x="197" y="730"/>
                </a:lnTo>
                <a:lnTo>
                  <a:pt x="199" y="730"/>
                </a:lnTo>
                <a:lnTo>
                  <a:pt x="200" y="730"/>
                </a:lnTo>
                <a:lnTo>
                  <a:pt x="200" y="731"/>
                </a:lnTo>
                <a:lnTo>
                  <a:pt x="201" y="731"/>
                </a:lnTo>
                <a:lnTo>
                  <a:pt x="200" y="731"/>
                </a:lnTo>
                <a:lnTo>
                  <a:pt x="201" y="732"/>
                </a:lnTo>
                <a:lnTo>
                  <a:pt x="202" y="732"/>
                </a:lnTo>
                <a:lnTo>
                  <a:pt x="202" y="731"/>
                </a:lnTo>
                <a:lnTo>
                  <a:pt x="203" y="732"/>
                </a:lnTo>
                <a:lnTo>
                  <a:pt x="204" y="732"/>
                </a:lnTo>
                <a:lnTo>
                  <a:pt x="204" y="733"/>
                </a:lnTo>
                <a:lnTo>
                  <a:pt x="204" y="734"/>
                </a:lnTo>
                <a:lnTo>
                  <a:pt x="205" y="735"/>
                </a:lnTo>
                <a:lnTo>
                  <a:pt x="205" y="736"/>
                </a:lnTo>
                <a:lnTo>
                  <a:pt x="205" y="737"/>
                </a:lnTo>
                <a:lnTo>
                  <a:pt x="204" y="738"/>
                </a:lnTo>
                <a:lnTo>
                  <a:pt x="205" y="739"/>
                </a:lnTo>
                <a:lnTo>
                  <a:pt x="206" y="740"/>
                </a:lnTo>
                <a:lnTo>
                  <a:pt x="207" y="739"/>
                </a:lnTo>
                <a:lnTo>
                  <a:pt x="208" y="739"/>
                </a:lnTo>
                <a:lnTo>
                  <a:pt x="209" y="740"/>
                </a:lnTo>
                <a:lnTo>
                  <a:pt x="210" y="740"/>
                </a:lnTo>
                <a:lnTo>
                  <a:pt x="210" y="739"/>
                </a:lnTo>
                <a:lnTo>
                  <a:pt x="211" y="739"/>
                </a:lnTo>
                <a:lnTo>
                  <a:pt x="212" y="739"/>
                </a:lnTo>
                <a:lnTo>
                  <a:pt x="212" y="740"/>
                </a:lnTo>
                <a:lnTo>
                  <a:pt x="213" y="740"/>
                </a:lnTo>
                <a:lnTo>
                  <a:pt x="213" y="739"/>
                </a:lnTo>
                <a:lnTo>
                  <a:pt x="214" y="738"/>
                </a:lnTo>
                <a:lnTo>
                  <a:pt x="214" y="737"/>
                </a:lnTo>
                <a:lnTo>
                  <a:pt x="214" y="736"/>
                </a:lnTo>
                <a:lnTo>
                  <a:pt x="215" y="735"/>
                </a:lnTo>
                <a:lnTo>
                  <a:pt x="215" y="736"/>
                </a:lnTo>
                <a:lnTo>
                  <a:pt x="216" y="736"/>
                </a:lnTo>
                <a:lnTo>
                  <a:pt x="216" y="735"/>
                </a:lnTo>
                <a:lnTo>
                  <a:pt x="217" y="735"/>
                </a:lnTo>
                <a:lnTo>
                  <a:pt x="216" y="735"/>
                </a:lnTo>
                <a:lnTo>
                  <a:pt x="216" y="734"/>
                </a:lnTo>
                <a:lnTo>
                  <a:pt x="217" y="733"/>
                </a:lnTo>
                <a:lnTo>
                  <a:pt x="217" y="732"/>
                </a:lnTo>
                <a:lnTo>
                  <a:pt x="217" y="731"/>
                </a:lnTo>
                <a:lnTo>
                  <a:pt x="218" y="731"/>
                </a:lnTo>
                <a:lnTo>
                  <a:pt x="218" y="730"/>
                </a:lnTo>
                <a:lnTo>
                  <a:pt x="218" y="731"/>
                </a:lnTo>
                <a:lnTo>
                  <a:pt x="219" y="731"/>
                </a:lnTo>
                <a:lnTo>
                  <a:pt x="220" y="731"/>
                </a:lnTo>
                <a:lnTo>
                  <a:pt x="221" y="731"/>
                </a:lnTo>
                <a:lnTo>
                  <a:pt x="222" y="731"/>
                </a:lnTo>
                <a:lnTo>
                  <a:pt x="224" y="731"/>
                </a:lnTo>
                <a:lnTo>
                  <a:pt x="225" y="732"/>
                </a:lnTo>
                <a:lnTo>
                  <a:pt x="226" y="732"/>
                </a:lnTo>
                <a:lnTo>
                  <a:pt x="226" y="733"/>
                </a:lnTo>
                <a:lnTo>
                  <a:pt x="227" y="734"/>
                </a:lnTo>
                <a:lnTo>
                  <a:pt x="227" y="735"/>
                </a:lnTo>
                <a:lnTo>
                  <a:pt x="227" y="734"/>
                </a:lnTo>
                <a:lnTo>
                  <a:pt x="228" y="732"/>
                </a:lnTo>
                <a:lnTo>
                  <a:pt x="230" y="731"/>
                </a:lnTo>
                <a:lnTo>
                  <a:pt x="230" y="732"/>
                </a:lnTo>
                <a:lnTo>
                  <a:pt x="231" y="732"/>
                </a:lnTo>
                <a:lnTo>
                  <a:pt x="232" y="731"/>
                </a:lnTo>
                <a:lnTo>
                  <a:pt x="233" y="731"/>
                </a:lnTo>
                <a:lnTo>
                  <a:pt x="233" y="732"/>
                </a:lnTo>
                <a:lnTo>
                  <a:pt x="234" y="732"/>
                </a:lnTo>
                <a:lnTo>
                  <a:pt x="234" y="733"/>
                </a:lnTo>
                <a:lnTo>
                  <a:pt x="235" y="733"/>
                </a:lnTo>
                <a:lnTo>
                  <a:pt x="236" y="734"/>
                </a:lnTo>
                <a:lnTo>
                  <a:pt x="237" y="734"/>
                </a:lnTo>
                <a:lnTo>
                  <a:pt x="238" y="734"/>
                </a:lnTo>
                <a:lnTo>
                  <a:pt x="239" y="734"/>
                </a:lnTo>
                <a:lnTo>
                  <a:pt x="240" y="733"/>
                </a:lnTo>
                <a:lnTo>
                  <a:pt x="241" y="733"/>
                </a:lnTo>
                <a:lnTo>
                  <a:pt x="242" y="734"/>
                </a:lnTo>
                <a:lnTo>
                  <a:pt x="242" y="735"/>
                </a:lnTo>
                <a:lnTo>
                  <a:pt x="243" y="735"/>
                </a:lnTo>
                <a:lnTo>
                  <a:pt x="244" y="735"/>
                </a:lnTo>
                <a:lnTo>
                  <a:pt x="244" y="734"/>
                </a:lnTo>
                <a:lnTo>
                  <a:pt x="246" y="734"/>
                </a:lnTo>
                <a:lnTo>
                  <a:pt x="247" y="734"/>
                </a:lnTo>
                <a:lnTo>
                  <a:pt x="247" y="733"/>
                </a:lnTo>
                <a:lnTo>
                  <a:pt x="246" y="733"/>
                </a:lnTo>
                <a:lnTo>
                  <a:pt x="246" y="732"/>
                </a:lnTo>
                <a:lnTo>
                  <a:pt x="247" y="732"/>
                </a:lnTo>
                <a:lnTo>
                  <a:pt x="247" y="731"/>
                </a:lnTo>
                <a:lnTo>
                  <a:pt x="248" y="731"/>
                </a:lnTo>
                <a:lnTo>
                  <a:pt x="249" y="730"/>
                </a:lnTo>
                <a:lnTo>
                  <a:pt x="249" y="729"/>
                </a:lnTo>
                <a:lnTo>
                  <a:pt x="249" y="728"/>
                </a:lnTo>
                <a:lnTo>
                  <a:pt x="250" y="728"/>
                </a:lnTo>
                <a:lnTo>
                  <a:pt x="251" y="727"/>
                </a:lnTo>
                <a:lnTo>
                  <a:pt x="251" y="726"/>
                </a:lnTo>
                <a:lnTo>
                  <a:pt x="252" y="726"/>
                </a:lnTo>
                <a:lnTo>
                  <a:pt x="254" y="726"/>
                </a:lnTo>
                <a:lnTo>
                  <a:pt x="254" y="727"/>
                </a:lnTo>
                <a:lnTo>
                  <a:pt x="254" y="728"/>
                </a:lnTo>
                <a:lnTo>
                  <a:pt x="255" y="728"/>
                </a:lnTo>
                <a:lnTo>
                  <a:pt x="255" y="727"/>
                </a:lnTo>
                <a:lnTo>
                  <a:pt x="255" y="726"/>
                </a:lnTo>
                <a:lnTo>
                  <a:pt x="256" y="726"/>
                </a:lnTo>
                <a:lnTo>
                  <a:pt x="257" y="725"/>
                </a:lnTo>
                <a:lnTo>
                  <a:pt x="258" y="726"/>
                </a:lnTo>
                <a:lnTo>
                  <a:pt x="259" y="726"/>
                </a:lnTo>
                <a:lnTo>
                  <a:pt x="259" y="727"/>
                </a:lnTo>
                <a:lnTo>
                  <a:pt x="259" y="728"/>
                </a:lnTo>
                <a:lnTo>
                  <a:pt x="259" y="729"/>
                </a:lnTo>
                <a:lnTo>
                  <a:pt x="259" y="730"/>
                </a:lnTo>
                <a:lnTo>
                  <a:pt x="259" y="731"/>
                </a:lnTo>
                <a:lnTo>
                  <a:pt x="259" y="732"/>
                </a:lnTo>
                <a:lnTo>
                  <a:pt x="258" y="732"/>
                </a:lnTo>
                <a:lnTo>
                  <a:pt x="258" y="733"/>
                </a:lnTo>
                <a:lnTo>
                  <a:pt x="260" y="733"/>
                </a:lnTo>
                <a:lnTo>
                  <a:pt x="260" y="732"/>
                </a:lnTo>
                <a:lnTo>
                  <a:pt x="260" y="731"/>
                </a:lnTo>
                <a:lnTo>
                  <a:pt x="260" y="730"/>
                </a:lnTo>
                <a:lnTo>
                  <a:pt x="261" y="731"/>
                </a:lnTo>
                <a:lnTo>
                  <a:pt x="262" y="731"/>
                </a:lnTo>
                <a:lnTo>
                  <a:pt x="262" y="730"/>
                </a:lnTo>
                <a:lnTo>
                  <a:pt x="262" y="729"/>
                </a:lnTo>
                <a:lnTo>
                  <a:pt x="263" y="729"/>
                </a:lnTo>
                <a:lnTo>
                  <a:pt x="263" y="728"/>
                </a:lnTo>
                <a:lnTo>
                  <a:pt x="264" y="728"/>
                </a:lnTo>
                <a:lnTo>
                  <a:pt x="265" y="728"/>
                </a:lnTo>
                <a:lnTo>
                  <a:pt x="267" y="728"/>
                </a:lnTo>
                <a:lnTo>
                  <a:pt x="268" y="728"/>
                </a:lnTo>
                <a:lnTo>
                  <a:pt x="268" y="727"/>
                </a:lnTo>
                <a:lnTo>
                  <a:pt x="269" y="726"/>
                </a:lnTo>
                <a:lnTo>
                  <a:pt x="269" y="727"/>
                </a:lnTo>
                <a:lnTo>
                  <a:pt x="269" y="728"/>
                </a:lnTo>
                <a:lnTo>
                  <a:pt x="270" y="728"/>
                </a:lnTo>
                <a:lnTo>
                  <a:pt x="270" y="727"/>
                </a:lnTo>
                <a:lnTo>
                  <a:pt x="271" y="727"/>
                </a:lnTo>
                <a:lnTo>
                  <a:pt x="272" y="727"/>
                </a:lnTo>
                <a:lnTo>
                  <a:pt x="273" y="727"/>
                </a:lnTo>
                <a:lnTo>
                  <a:pt x="273" y="726"/>
                </a:lnTo>
                <a:lnTo>
                  <a:pt x="274" y="726"/>
                </a:lnTo>
                <a:lnTo>
                  <a:pt x="276" y="726"/>
                </a:lnTo>
                <a:lnTo>
                  <a:pt x="277" y="726"/>
                </a:lnTo>
                <a:lnTo>
                  <a:pt x="278" y="726"/>
                </a:lnTo>
                <a:lnTo>
                  <a:pt x="279" y="726"/>
                </a:lnTo>
                <a:lnTo>
                  <a:pt x="280" y="726"/>
                </a:lnTo>
                <a:lnTo>
                  <a:pt x="280" y="727"/>
                </a:lnTo>
                <a:lnTo>
                  <a:pt x="280" y="725"/>
                </a:lnTo>
                <a:lnTo>
                  <a:pt x="279" y="725"/>
                </a:lnTo>
                <a:lnTo>
                  <a:pt x="280" y="724"/>
                </a:lnTo>
                <a:lnTo>
                  <a:pt x="281" y="724"/>
                </a:lnTo>
                <a:lnTo>
                  <a:pt x="282" y="724"/>
                </a:lnTo>
                <a:lnTo>
                  <a:pt x="282" y="723"/>
                </a:lnTo>
                <a:lnTo>
                  <a:pt x="283" y="723"/>
                </a:lnTo>
                <a:lnTo>
                  <a:pt x="284" y="723"/>
                </a:lnTo>
                <a:lnTo>
                  <a:pt x="285" y="723"/>
                </a:lnTo>
                <a:lnTo>
                  <a:pt x="286" y="722"/>
                </a:lnTo>
                <a:lnTo>
                  <a:pt x="287" y="720"/>
                </a:lnTo>
                <a:lnTo>
                  <a:pt x="286" y="720"/>
                </a:lnTo>
                <a:lnTo>
                  <a:pt x="285" y="720"/>
                </a:lnTo>
                <a:lnTo>
                  <a:pt x="285" y="719"/>
                </a:lnTo>
                <a:lnTo>
                  <a:pt x="284" y="719"/>
                </a:lnTo>
                <a:lnTo>
                  <a:pt x="284" y="718"/>
                </a:lnTo>
                <a:lnTo>
                  <a:pt x="284" y="717"/>
                </a:lnTo>
                <a:lnTo>
                  <a:pt x="285" y="716"/>
                </a:lnTo>
                <a:lnTo>
                  <a:pt x="284" y="716"/>
                </a:lnTo>
                <a:lnTo>
                  <a:pt x="283" y="716"/>
                </a:lnTo>
                <a:lnTo>
                  <a:pt x="282" y="716"/>
                </a:lnTo>
                <a:lnTo>
                  <a:pt x="280" y="716"/>
                </a:lnTo>
                <a:lnTo>
                  <a:pt x="279" y="715"/>
                </a:lnTo>
                <a:lnTo>
                  <a:pt x="279" y="714"/>
                </a:lnTo>
                <a:lnTo>
                  <a:pt x="278" y="713"/>
                </a:lnTo>
                <a:lnTo>
                  <a:pt x="277" y="712"/>
                </a:lnTo>
                <a:lnTo>
                  <a:pt x="277" y="711"/>
                </a:lnTo>
                <a:lnTo>
                  <a:pt x="276" y="711"/>
                </a:lnTo>
                <a:lnTo>
                  <a:pt x="276" y="710"/>
                </a:lnTo>
                <a:lnTo>
                  <a:pt x="275" y="710"/>
                </a:lnTo>
                <a:lnTo>
                  <a:pt x="274" y="710"/>
                </a:lnTo>
                <a:lnTo>
                  <a:pt x="274" y="709"/>
                </a:lnTo>
                <a:lnTo>
                  <a:pt x="274" y="708"/>
                </a:lnTo>
                <a:lnTo>
                  <a:pt x="275" y="707"/>
                </a:lnTo>
                <a:lnTo>
                  <a:pt x="274" y="707"/>
                </a:lnTo>
                <a:lnTo>
                  <a:pt x="273" y="705"/>
                </a:lnTo>
                <a:lnTo>
                  <a:pt x="272" y="705"/>
                </a:lnTo>
                <a:lnTo>
                  <a:pt x="271" y="704"/>
                </a:lnTo>
                <a:lnTo>
                  <a:pt x="270" y="704"/>
                </a:lnTo>
                <a:lnTo>
                  <a:pt x="270" y="703"/>
                </a:lnTo>
                <a:lnTo>
                  <a:pt x="269" y="703"/>
                </a:lnTo>
                <a:lnTo>
                  <a:pt x="269" y="702"/>
                </a:lnTo>
                <a:lnTo>
                  <a:pt x="270" y="702"/>
                </a:lnTo>
                <a:lnTo>
                  <a:pt x="270" y="700"/>
                </a:lnTo>
                <a:lnTo>
                  <a:pt x="270" y="698"/>
                </a:lnTo>
                <a:lnTo>
                  <a:pt x="269" y="697"/>
                </a:lnTo>
                <a:lnTo>
                  <a:pt x="268" y="697"/>
                </a:lnTo>
                <a:lnTo>
                  <a:pt x="268" y="696"/>
                </a:lnTo>
                <a:lnTo>
                  <a:pt x="268" y="694"/>
                </a:lnTo>
                <a:lnTo>
                  <a:pt x="268" y="693"/>
                </a:lnTo>
                <a:lnTo>
                  <a:pt x="267" y="692"/>
                </a:lnTo>
                <a:lnTo>
                  <a:pt x="267" y="691"/>
                </a:lnTo>
                <a:lnTo>
                  <a:pt x="266" y="691"/>
                </a:lnTo>
                <a:lnTo>
                  <a:pt x="265" y="690"/>
                </a:lnTo>
                <a:lnTo>
                  <a:pt x="265" y="689"/>
                </a:lnTo>
                <a:lnTo>
                  <a:pt x="265" y="688"/>
                </a:lnTo>
                <a:lnTo>
                  <a:pt x="265" y="687"/>
                </a:lnTo>
                <a:lnTo>
                  <a:pt x="264" y="687"/>
                </a:lnTo>
                <a:lnTo>
                  <a:pt x="263" y="687"/>
                </a:lnTo>
                <a:lnTo>
                  <a:pt x="262" y="688"/>
                </a:lnTo>
                <a:lnTo>
                  <a:pt x="262" y="687"/>
                </a:lnTo>
                <a:lnTo>
                  <a:pt x="262" y="686"/>
                </a:lnTo>
                <a:lnTo>
                  <a:pt x="262" y="685"/>
                </a:lnTo>
                <a:lnTo>
                  <a:pt x="261" y="685"/>
                </a:lnTo>
                <a:lnTo>
                  <a:pt x="262" y="684"/>
                </a:lnTo>
                <a:lnTo>
                  <a:pt x="261" y="684"/>
                </a:lnTo>
                <a:lnTo>
                  <a:pt x="260" y="684"/>
                </a:lnTo>
                <a:lnTo>
                  <a:pt x="260" y="683"/>
                </a:lnTo>
                <a:lnTo>
                  <a:pt x="261" y="682"/>
                </a:lnTo>
                <a:lnTo>
                  <a:pt x="261" y="681"/>
                </a:lnTo>
                <a:lnTo>
                  <a:pt x="262" y="681"/>
                </a:lnTo>
                <a:lnTo>
                  <a:pt x="263" y="681"/>
                </a:lnTo>
                <a:lnTo>
                  <a:pt x="264" y="682"/>
                </a:lnTo>
                <a:lnTo>
                  <a:pt x="265" y="682"/>
                </a:lnTo>
                <a:lnTo>
                  <a:pt x="265" y="681"/>
                </a:lnTo>
                <a:lnTo>
                  <a:pt x="266" y="681"/>
                </a:lnTo>
                <a:lnTo>
                  <a:pt x="267" y="681"/>
                </a:lnTo>
                <a:lnTo>
                  <a:pt x="267" y="682"/>
                </a:lnTo>
                <a:lnTo>
                  <a:pt x="267" y="683"/>
                </a:lnTo>
                <a:lnTo>
                  <a:pt x="268" y="683"/>
                </a:lnTo>
                <a:lnTo>
                  <a:pt x="269" y="683"/>
                </a:lnTo>
                <a:lnTo>
                  <a:pt x="269" y="682"/>
                </a:lnTo>
                <a:lnTo>
                  <a:pt x="268" y="682"/>
                </a:lnTo>
                <a:lnTo>
                  <a:pt x="267" y="681"/>
                </a:lnTo>
                <a:lnTo>
                  <a:pt x="268" y="680"/>
                </a:lnTo>
                <a:lnTo>
                  <a:pt x="268" y="681"/>
                </a:lnTo>
                <a:lnTo>
                  <a:pt x="269" y="681"/>
                </a:lnTo>
                <a:lnTo>
                  <a:pt x="270" y="680"/>
                </a:lnTo>
                <a:lnTo>
                  <a:pt x="269" y="679"/>
                </a:lnTo>
                <a:lnTo>
                  <a:pt x="269" y="680"/>
                </a:lnTo>
                <a:lnTo>
                  <a:pt x="268" y="680"/>
                </a:lnTo>
                <a:lnTo>
                  <a:pt x="268" y="679"/>
                </a:lnTo>
                <a:lnTo>
                  <a:pt x="269" y="679"/>
                </a:lnTo>
                <a:lnTo>
                  <a:pt x="270" y="679"/>
                </a:lnTo>
                <a:lnTo>
                  <a:pt x="271" y="678"/>
                </a:lnTo>
                <a:lnTo>
                  <a:pt x="271" y="677"/>
                </a:lnTo>
                <a:lnTo>
                  <a:pt x="270" y="677"/>
                </a:lnTo>
                <a:lnTo>
                  <a:pt x="270" y="678"/>
                </a:lnTo>
                <a:lnTo>
                  <a:pt x="270" y="677"/>
                </a:lnTo>
                <a:lnTo>
                  <a:pt x="271" y="676"/>
                </a:lnTo>
                <a:lnTo>
                  <a:pt x="271" y="675"/>
                </a:lnTo>
                <a:lnTo>
                  <a:pt x="269" y="674"/>
                </a:lnTo>
                <a:lnTo>
                  <a:pt x="268" y="674"/>
                </a:lnTo>
                <a:lnTo>
                  <a:pt x="268" y="675"/>
                </a:lnTo>
                <a:lnTo>
                  <a:pt x="267" y="676"/>
                </a:lnTo>
                <a:lnTo>
                  <a:pt x="267" y="675"/>
                </a:lnTo>
                <a:lnTo>
                  <a:pt x="267" y="674"/>
                </a:lnTo>
                <a:lnTo>
                  <a:pt x="268" y="674"/>
                </a:lnTo>
                <a:lnTo>
                  <a:pt x="269" y="674"/>
                </a:lnTo>
                <a:lnTo>
                  <a:pt x="269" y="673"/>
                </a:lnTo>
                <a:lnTo>
                  <a:pt x="270" y="673"/>
                </a:lnTo>
                <a:lnTo>
                  <a:pt x="271" y="672"/>
                </a:lnTo>
                <a:lnTo>
                  <a:pt x="271" y="673"/>
                </a:lnTo>
                <a:lnTo>
                  <a:pt x="272" y="673"/>
                </a:lnTo>
                <a:lnTo>
                  <a:pt x="272" y="674"/>
                </a:lnTo>
                <a:lnTo>
                  <a:pt x="273" y="674"/>
                </a:lnTo>
                <a:lnTo>
                  <a:pt x="275" y="674"/>
                </a:lnTo>
                <a:lnTo>
                  <a:pt x="275" y="675"/>
                </a:lnTo>
                <a:lnTo>
                  <a:pt x="276" y="675"/>
                </a:lnTo>
                <a:lnTo>
                  <a:pt x="277" y="675"/>
                </a:lnTo>
                <a:lnTo>
                  <a:pt x="277" y="676"/>
                </a:lnTo>
                <a:lnTo>
                  <a:pt x="278" y="677"/>
                </a:lnTo>
                <a:lnTo>
                  <a:pt x="278" y="676"/>
                </a:lnTo>
                <a:lnTo>
                  <a:pt x="279" y="676"/>
                </a:lnTo>
                <a:lnTo>
                  <a:pt x="280" y="676"/>
                </a:lnTo>
                <a:lnTo>
                  <a:pt x="280" y="677"/>
                </a:lnTo>
                <a:lnTo>
                  <a:pt x="280" y="678"/>
                </a:lnTo>
                <a:lnTo>
                  <a:pt x="282" y="678"/>
                </a:lnTo>
                <a:lnTo>
                  <a:pt x="283" y="678"/>
                </a:lnTo>
                <a:lnTo>
                  <a:pt x="283" y="677"/>
                </a:lnTo>
                <a:lnTo>
                  <a:pt x="284" y="678"/>
                </a:lnTo>
                <a:lnTo>
                  <a:pt x="284" y="679"/>
                </a:lnTo>
                <a:lnTo>
                  <a:pt x="285" y="679"/>
                </a:lnTo>
                <a:lnTo>
                  <a:pt x="286" y="680"/>
                </a:lnTo>
                <a:lnTo>
                  <a:pt x="287" y="680"/>
                </a:lnTo>
                <a:lnTo>
                  <a:pt x="288" y="680"/>
                </a:lnTo>
                <a:lnTo>
                  <a:pt x="290" y="680"/>
                </a:lnTo>
                <a:lnTo>
                  <a:pt x="291" y="680"/>
                </a:lnTo>
                <a:lnTo>
                  <a:pt x="292" y="680"/>
                </a:lnTo>
                <a:lnTo>
                  <a:pt x="292" y="681"/>
                </a:lnTo>
                <a:lnTo>
                  <a:pt x="293" y="681"/>
                </a:lnTo>
                <a:lnTo>
                  <a:pt x="293" y="680"/>
                </a:lnTo>
                <a:lnTo>
                  <a:pt x="293" y="681"/>
                </a:lnTo>
                <a:lnTo>
                  <a:pt x="294" y="681"/>
                </a:lnTo>
                <a:lnTo>
                  <a:pt x="295" y="680"/>
                </a:lnTo>
                <a:lnTo>
                  <a:pt x="294" y="680"/>
                </a:lnTo>
                <a:lnTo>
                  <a:pt x="294" y="678"/>
                </a:lnTo>
                <a:lnTo>
                  <a:pt x="297" y="678"/>
                </a:lnTo>
                <a:lnTo>
                  <a:pt x="298" y="679"/>
                </a:lnTo>
                <a:lnTo>
                  <a:pt x="297" y="680"/>
                </a:lnTo>
                <a:lnTo>
                  <a:pt x="297" y="681"/>
                </a:lnTo>
                <a:lnTo>
                  <a:pt x="297" y="682"/>
                </a:lnTo>
                <a:lnTo>
                  <a:pt x="298" y="682"/>
                </a:lnTo>
                <a:lnTo>
                  <a:pt x="299" y="682"/>
                </a:lnTo>
                <a:lnTo>
                  <a:pt x="300" y="682"/>
                </a:lnTo>
                <a:lnTo>
                  <a:pt x="301" y="682"/>
                </a:lnTo>
                <a:lnTo>
                  <a:pt x="302" y="682"/>
                </a:lnTo>
                <a:lnTo>
                  <a:pt x="302" y="681"/>
                </a:lnTo>
                <a:lnTo>
                  <a:pt x="303" y="681"/>
                </a:lnTo>
                <a:lnTo>
                  <a:pt x="304" y="681"/>
                </a:lnTo>
                <a:lnTo>
                  <a:pt x="305" y="681"/>
                </a:lnTo>
                <a:lnTo>
                  <a:pt x="306" y="681"/>
                </a:lnTo>
                <a:lnTo>
                  <a:pt x="307" y="680"/>
                </a:lnTo>
                <a:lnTo>
                  <a:pt x="308" y="680"/>
                </a:lnTo>
                <a:lnTo>
                  <a:pt x="309" y="680"/>
                </a:lnTo>
                <a:lnTo>
                  <a:pt x="310" y="679"/>
                </a:lnTo>
                <a:lnTo>
                  <a:pt x="311" y="679"/>
                </a:lnTo>
                <a:lnTo>
                  <a:pt x="312" y="678"/>
                </a:lnTo>
                <a:lnTo>
                  <a:pt x="312" y="677"/>
                </a:lnTo>
                <a:lnTo>
                  <a:pt x="313" y="677"/>
                </a:lnTo>
                <a:lnTo>
                  <a:pt x="314" y="676"/>
                </a:lnTo>
                <a:lnTo>
                  <a:pt x="315" y="676"/>
                </a:lnTo>
                <a:lnTo>
                  <a:pt x="316" y="676"/>
                </a:lnTo>
                <a:lnTo>
                  <a:pt x="317" y="676"/>
                </a:lnTo>
                <a:lnTo>
                  <a:pt x="317" y="675"/>
                </a:lnTo>
                <a:lnTo>
                  <a:pt x="318" y="675"/>
                </a:lnTo>
                <a:lnTo>
                  <a:pt x="318" y="674"/>
                </a:lnTo>
                <a:lnTo>
                  <a:pt x="319" y="674"/>
                </a:lnTo>
                <a:lnTo>
                  <a:pt x="320" y="675"/>
                </a:lnTo>
                <a:lnTo>
                  <a:pt x="321" y="675"/>
                </a:lnTo>
                <a:lnTo>
                  <a:pt x="321" y="674"/>
                </a:lnTo>
                <a:lnTo>
                  <a:pt x="321" y="673"/>
                </a:lnTo>
                <a:lnTo>
                  <a:pt x="322" y="673"/>
                </a:lnTo>
                <a:lnTo>
                  <a:pt x="323" y="672"/>
                </a:lnTo>
                <a:lnTo>
                  <a:pt x="324" y="673"/>
                </a:lnTo>
                <a:lnTo>
                  <a:pt x="325" y="673"/>
                </a:lnTo>
                <a:lnTo>
                  <a:pt x="325" y="672"/>
                </a:lnTo>
                <a:lnTo>
                  <a:pt x="326" y="673"/>
                </a:lnTo>
                <a:lnTo>
                  <a:pt x="327" y="673"/>
                </a:lnTo>
                <a:lnTo>
                  <a:pt x="328" y="673"/>
                </a:lnTo>
                <a:lnTo>
                  <a:pt x="329" y="673"/>
                </a:lnTo>
                <a:lnTo>
                  <a:pt x="329" y="674"/>
                </a:lnTo>
                <a:lnTo>
                  <a:pt x="330" y="674"/>
                </a:lnTo>
                <a:lnTo>
                  <a:pt x="330" y="675"/>
                </a:lnTo>
                <a:lnTo>
                  <a:pt x="330" y="676"/>
                </a:lnTo>
                <a:lnTo>
                  <a:pt x="331" y="677"/>
                </a:lnTo>
                <a:lnTo>
                  <a:pt x="331" y="678"/>
                </a:lnTo>
                <a:lnTo>
                  <a:pt x="332" y="678"/>
                </a:lnTo>
                <a:lnTo>
                  <a:pt x="332" y="679"/>
                </a:lnTo>
                <a:lnTo>
                  <a:pt x="333" y="679"/>
                </a:lnTo>
                <a:lnTo>
                  <a:pt x="333" y="680"/>
                </a:lnTo>
                <a:lnTo>
                  <a:pt x="333" y="679"/>
                </a:lnTo>
                <a:lnTo>
                  <a:pt x="333" y="678"/>
                </a:lnTo>
                <a:lnTo>
                  <a:pt x="333" y="677"/>
                </a:lnTo>
                <a:lnTo>
                  <a:pt x="334" y="677"/>
                </a:lnTo>
                <a:lnTo>
                  <a:pt x="335" y="677"/>
                </a:lnTo>
                <a:lnTo>
                  <a:pt x="334" y="677"/>
                </a:lnTo>
                <a:lnTo>
                  <a:pt x="334" y="678"/>
                </a:lnTo>
                <a:lnTo>
                  <a:pt x="335" y="678"/>
                </a:lnTo>
                <a:lnTo>
                  <a:pt x="336" y="678"/>
                </a:lnTo>
                <a:lnTo>
                  <a:pt x="338" y="677"/>
                </a:lnTo>
                <a:lnTo>
                  <a:pt x="339" y="676"/>
                </a:lnTo>
                <a:lnTo>
                  <a:pt x="340" y="675"/>
                </a:lnTo>
                <a:lnTo>
                  <a:pt x="339" y="675"/>
                </a:lnTo>
                <a:lnTo>
                  <a:pt x="339" y="674"/>
                </a:lnTo>
                <a:lnTo>
                  <a:pt x="339" y="673"/>
                </a:lnTo>
                <a:lnTo>
                  <a:pt x="340" y="673"/>
                </a:lnTo>
                <a:lnTo>
                  <a:pt x="340" y="674"/>
                </a:lnTo>
                <a:lnTo>
                  <a:pt x="342" y="674"/>
                </a:lnTo>
                <a:lnTo>
                  <a:pt x="342" y="673"/>
                </a:lnTo>
                <a:lnTo>
                  <a:pt x="343" y="673"/>
                </a:lnTo>
                <a:lnTo>
                  <a:pt x="343" y="672"/>
                </a:lnTo>
                <a:lnTo>
                  <a:pt x="344" y="672"/>
                </a:lnTo>
                <a:lnTo>
                  <a:pt x="345" y="672"/>
                </a:lnTo>
                <a:lnTo>
                  <a:pt x="345" y="673"/>
                </a:lnTo>
                <a:lnTo>
                  <a:pt x="345" y="674"/>
                </a:lnTo>
                <a:lnTo>
                  <a:pt x="345" y="675"/>
                </a:lnTo>
                <a:lnTo>
                  <a:pt x="346" y="675"/>
                </a:lnTo>
                <a:lnTo>
                  <a:pt x="347" y="675"/>
                </a:lnTo>
                <a:lnTo>
                  <a:pt x="347" y="674"/>
                </a:lnTo>
                <a:lnTo>
                  <a:pt x="348" y="674"/>
                </a:lnTo>
                <a:lnTo>
                  <a:pt x="348" y="673"/>
                </a:lnTo>
                <a:lnTo>
                  <a:pt x="349" y="674"/>
                </a:lnTo>
                <a:lnTo>
                  <a:pt x="350" y="674"/>
                </a:lnTo>
                <a:lnTo>
                  <a:pt x="350" y="675"/>
                </a:lnTo>
                <a:lnTo>
                  <a:pt x="352" y="675"/>
                </a:lnTo>
                <a:lnTo>
                  <a:pt x="353" y="676"/>
                </a:lnTo>
                <a:lnTo>
                  <a:pt x="353" y="675"/>
                </a:lnTo>
                <a:lnTo>
                  <a:pt x="354" y="675"/>
                </a:lnTo>
                <a:lnTo>
                  <a:pt x="355" y="675"/>
                </a:lnTo>
                <a:lnTo>
                  <a:pt x="356" y="676"/>
                </a:lnTo>
                <a:lnTo>
                  <a:pt x="357" y="676"/>
                </a:lnTo>
                <a:lnTo>
                  <a:pt x="358" y="675"/>
                </a:lnTo>
                <a:lnTo>
                  <a:pt x="359" y="675"/>
                </a:lnTo>
                <a:lnTo>
                  <a:pt x="360" y="675"/>
                </a:lnTo>
                <a:lnTo>
                  <a:pt x="361" y="675"/>
                </a:lnTo>
                <a:lnTo>
                  <a:pt x="361" y="674"/>
                </a:lnTo>
                <a:lnTo>
                  <a:pt x="362" y="674"/>
                </a:lnTo>
                <a:lnTo>
                  <a:pt x="363" y="674"/>
                </a:lnTo>
                <a:lnTo>
                  <a:pt x="365" y="673"/>
                </a:lnTo>
                <a:lnTo>
                  <a:pt x="366" y="673"/>
                </a:lnTo>
                <a:lnTo>
                  <a:pt x="366" y="672"/>
                </a:lnTo>
                <a:lnTo>
                  <a:pt x="367" y="672"/>
                </a:lnTo>
                <a:lnTo>
                  <a:pt x="368" y="670"/>
                </a:lnTo>
                <a:lnTo>
                  <a:pt x="369" y="671"/>
                </a:lnTo>
                <a:lnTo>
                  <a:pt x="371" y="672"/>
                </a:lnTo>
                <a:lnTo>
                  <a:pt x="372" y="672"/>
                </a:lnTo>
                <a:lnTo>
                  <a:pt x="373" y="672"/>
                </a:lnTo>
                <a:lnTo>
                  <a:pt x="373" y="671"/>
                </a:lnTo>
                <a:lnTo>
                  <a:pt x="373" y="670"/>
                </a:lnTo>
                <a:lnTo>
                  <a:pt x="374" y="670"/>
                </a:lnTo>
                <a:lnTo>
                  <a:pt x="375" y="669"/>
                </a:lnTo>
                <a:lnTo>
                  <a:pt x="376" y="669"/>
                </a:lnTo>
                <a:lnTo>
                  <a:pt x="376" y="668"/>
                </a:lnTo>
                <a:lnTo>
                  <a:pt x="376" y="667"/>
                </a:lnTo>
                <a:lnTo>
                  <a:pt x="377" y="667"/>
                </a:lnTo>
                <a:lnTo>
                  <a:pt x="377" y="666"/>
                </a:lnTo>
                <a:lnTo>
                  <a:pt x="376" y="666"/>
                </a:lnTo>
                <a:lnTo>
                  <a:pt x="376" y="665"/>
                </a:lnTo>
                <a:lnTo>
                  <a:pt x="376" y="663"/>
                </a:lnTo>
                <a:lnTo>
                  <a:pt x="376" y="662"/>
                </a:lnTo>
                <a:lnTo>
                  <a:pt x="376" y="661"/>
                </a:lnTo>
                <a:lnTo>
                  <a:pt x="376" y="660"/>
                </a:lnTo>
                <a:lnTo>
                  <a:pt x="376" y="659"/>
                </a:lnTo>
                <a:lnTo>
                  <a:pt x="377" y="658"/>
                </a:lnTo>
                <a:lnTo>
                  <a:pt x="377" y="657"/>
                </a:lnTo>
                <a:lnTo>
                  <a:pt x="378" y="657"/>
                </a:lnTo>
                <a:lnTo>
                  <a:pt x="379" y="655"/>
                </a:lnTo>
                <a:lnTo>
                  <a:pt x="379" y="654"/>
                </a:lnTo>
                <a:lnTo>
                  <a:pt x="378" y="653"/>
                </a:lnTo>
                <a:lnTo>
                  <a:pt x="378" y="652"/>
                </a:lnTo>
                <a:lnTo>
                  <a:pt x="377" y="652"/>
                </a:lnTo>
                <a:lnTo>
                  <a:pt x="377" y="651"/>
                </a:lnTo>
                <a:lnTo>
                  <a:pt x="378" y="651"/>
                </a:lnTo>
                <a:lnTo>
                  <a:pt x="378" y="650"/>
                </a:lnTo>
                <a:lnTo>
                  <a:pt x="377" y="649"/>
                </a:lnTo>
                <a:lnTo>
                  <a:pt x="377" y="648"/>
                </a:lnTo>
                <a:lnTo>
                  <a:pt x="377" y="647"/>
                </a:lnTo>
                <a:lnTo>
                  <a:pt x="376" y="645"/>
                </a:lnTo>
                <a:lnTo>
                  <a:pt x="376" y="643"/>
                </a:lnTo>
                <a:lnTo>
                  <a:pt x="376" y="642"/>
                </a:lnTo>
                <a:lnTo>
                  <a:pt x="375" y="642"/>
                </a:lnTo>
                <a:lnTo>
                  <a:pt x="375" y="641"/>
                </a:lnTo>
                <a:lnTo>
                  <a:pt x="374" y="641"/>
                </a:lnTo>
                <a:lnTo>
                  <a:pt x="374" y="640"/>
                </a:lnTo>
                <a:lnTo>
                  <a:pt x="374" y="639"/>
                </a:lnTo>
                <a:lnTo>
                  <a:pt x="375" y="638"/>
                </a:lnTo>
                <a:lnTo>
                  <a:pt x="375" y="637"/>
                </a:lnTo>
                <a:lnTo>
                  <a:pt x="376" y="637"/>
                </a:lnTo>
                <a:lnTo>
                  <a:pt x="376" y="635"/>
                </a:lnTo>
                <a:lnTo>
                  <a:pt x="376" y="634"/>
                </a:lnTo>
                <a:lnTo>
                  <a:pt x="376" y="633"/>
                </a:lnTo>
                <a:lnTo>
                  <a:pt x="376" y="632"/>
                </a:lnTo>
                <a:lnTo>
                  <a:pt x="376" y="631"/>
                </a:lnTo>
                <a:lnTo>
                  <a:pt x="375" y="631"/>
                </a:lnTo>
                <a:lnTo>
                  <a:pt x="374" y="630"/>
                </a:lnTo>
                <a:lnTo>
                  <a:pt x="373" y="630"/>
                </a:lnTo>
                <a:lnTo>
                  <a:pt x="373" y="629"/>
                </a:lnTo>
                <a:lnTo>
                  <a:pt x="372" y="629"/>
                </a:lnTo>
                <a:lnTo>
                  <a:pt x="372" y="628"/>
                </a:lnTo>
                <a:lnTo>
                  <a:pt x="371" y="628"/>
                </a:lnTo>
                <a:lnTo>
                  <a:pt x="370" y="628"/>
                </a:lnTo>
                <a:lnTo>
                  <a:pt x="369" y="627"/>
                </a:lnTo>
                <a:lnTo>
                  <a:pt x="369" y="626"/>
                </a:lnTo>
                <a:lnTo>
                  <a:pt x="369" y="625"/>
                </a:lnTo>
                <a:lnTo>
                  <a:pt x="368" y="625"/>
                </a:lnTo>
                <a:lnTo>
                  <a:pt x="367" y="625"/>
                </a:lnTo>
                <a:lnTo>
                  <a:pt x="366" y="625"/>
                </a:lnTo>
                <a:lnTo>
                  <a:pt x="366" y="624"/>
                </a:lnTo>
                <a:lnTo>
                  <a:pt x="366" y="623"/>
                </a:lnTo>
                <a:lnTo>
                  <a:pt x="365" y="622"/>
                </a:lnTo>
                <a:lnTo>
                  <a:pt x="365" y="621"/>
                </a:lnTo>
                <a:lnTo>
                  <a:pt x="364" y="620"/>
                </a:lnTo>
                <a:lnTo>
                  <a:pt x="364" y="619"/>
                </a:lnTo>
                <a:lnTo>
                  <a:pt x="364" y="618"/>
                </a:lnTo>
                <a:lnTo>
                  <a:pt x="363" y="618"/>
                </a:lnTo>
                <a:lnTo>
                  <a:pt x="363" y="617"/>
                </a:lnTo>
                <a:lnTo>
                  <a:pt x="363" y="616"/>
                </a:lnTo>
                <a:lnTo>
                  <a:pt x="364" y="615"/>
                </a:lnTo>
                <a:lnTo>
                  <a:pt x="364" y="614"/>
                </a:lnTo>
                <a:lnTo>
                  <a:pt x="364" y="613"/>
                </a:lnTo>
                <a:lnTo>
                  <a:pt x="364" y="612"/>
                </a:lnTo>
                <a:lnTo>
                  <a:pt x="363" y="611"/>
                </a:lnTo>
                <a:lnTo>
                  <a:pt x="363" y="610"/>
                </a:lnTo>
                <a:lnTo>
                  <a:pt x="364" y="609"/>
                </a:lnTo>
                <a:lnTo>
                  <a:pt x="363" y="608"/>
                </a:lnTo>
                <a:lnTo>
                  <a:pt x="362" y="607"/>
                </a:lnTo>
                <a:lnTo>
                  <a:pt x="362" y="606"/>
                </a:lnTo>
                <a:lnTo>
                  <a:pt x="363" y="606"/>
                </a:lnTo>
                <a:lnTo>
                  <a:pt x="363" y="607"/>
                </a:lnTo>
                <a:lnTo>
                  <a:pt x="363" y="606"/>
                </a:lnTo>
                <a:lnTo>
                  <a:pt x="364" y="606"/>
                </a:lnTo>
                <a:lnTo>
                  <a:pt x="364" y="605"/>
                </a:lnTo>
                <a:lnTo>
                  <a:pt x="364" y="604"/>
                </a:lnTo>
                <a:lnTo>
                  <a:pt x="364" y="603"/>
                </a:lnTo>
                <a:lnTo>
                  <a:pt x="364" y="602"/>
                </a:lnTo>
                <a:lnTo>
                  <a:pt x="363" y="601"/>
                </a:lnTo>
                <a:lnTo>
                  <a:pt x="363" y="600"/>
                </a:lnTo>
                <a:lnTo>
                  <a:pt x="363" y="599"/>
                </a:lnTo>
                <a:lnTo>
                  <a:pt x="364" y="599"/>
                </a:lnTo>
                <a:lnTo>
                  <a:pt x="364" y="597"/>
                </a:lnTo>
                <a:lnTo>
                  <a:pt x="364" y="596"/>
                </a:lnTo>
                <a:lnTo>
                  <a:pt x="363" y="596"/>
                </a:lnTo>
                <a:lnTo>
                  <a:pt x="363" y="595"/>
                </a:lnTo>
                <a:lnTo>
                  <a:pt x="363" y="594"/>
                </a:lnTo>
                <a:lnTo>
                  <a:pt x="363" y="591"/>
                </a:lnTo>
                <a:lnTo>
                  <a:pt x="363" y="589"/>
                </a:lnTo>
                <a:lnTo>
                  <a:pt x="362" y="588"/>
                </a:lnTo>
                <a:lnTo>
                  <a:pt x="361" y="587"/>
                </a:lnTo>
                <a:lnTo>
                  <a:pt x="360" y="587"/>
                </a:lnTo>
                <a:lnTo>
                  <a:pt x="360" y="586"/>
                </a:lnTo>
                <a:lnTo>
                  <a:pt x="360" y="585"/>
                </a:lnTo>
                <a:lnTo>
                  <a:pt x="361" y="585"/>
                </a:lnTo>
                <a:lnTo>
                  <a:pt x="360" y="585"/>
                </a:lnTo>
                <a:lnTo>
                  <a:pt x="360" y="584"/>
                </a:lnTo>
                <a:lnTo>
                  <a:pt x="359" y="584"/>
                </a:lnTo>
                <a:lnTo>
                  <a:pt x="359" y="583"/>
                </a:lnTo>
                <a:lnTo>
                  <a:pt x="360" y="582"/>
                </a:lnTo>
                <a:lnTo>
                  <a:pt x="361" y="581"/>
                </a:lnTo>
                <a:lnTo>
                  <a:pt x="361" y="580"/>
                </a:lnTo>
                <a:lnTo>
                  <a:pt x="361" y="579"/>
                </a:lnTo>
                <a:lnTo>
                  <a:pt x="362" y="578"/>
                </a:lnTo>
                <a:lnTo>
                  <a:pt x="363" y="578"/>
                </a:lnTo>
                <a:lnTo>
                  <a:pt x="364" y="578"/>
                </a:lnTo>
                <a:lnTo>
                  <a:pt x="365" y="578"/>
                </a:lnTo>
                <a:lnTo>
                  <a:pt x="366" y="576"/>
                </a:lnTo>
                <a:lnTo>
                  <a:pt x="367" y="576"/>
                </a:lnTo>
                <a:lnTo>
                  <a:pt x="367" y="575"/>
                </a:lnTo>
                <a:lnTo>
                  <a:pt x="367" y="574"/>
                </a:lnTo>
                <a:lnTo>
                  <a:pt x="368" y="573"/>
                </a:lnTo>
                <a:lnTo>
                  <a:pt x="369" y="573"/>
                </a:lnTo>
                <a:lnTo>
                  <a:pt x="369" y="572"/>
                </a:lnTo>
                <a:lnTo>
                  <a:pt x="369" y="571"/>
                </a:lnTo>
                <a:lnTo>
                  <a:pt x="370" y="571"/>
                </a:lnTo>
                <a:lnTo>
                  <a:pt x="371" y="572"/>
                </a:lnTo>
                <a:lnTo>
                  <a:pt x="372" y="573"/>
                </a:lnTo>
                <a:lnTo>
                  <a:pt x="372" y="572"/>
                </a:lnTo>
                <a:lnTo>
                  <a:pt x="373" y="572"/>
                </a:lnTo>
                <a:lnTo>
                  <a:pt x="374" y="572"/>
                </a:lnTo>
                <a:lnTo>
                  <a:pt x="374" y="573"/>
                </a:lnTo>
                <a:lnTo>
                  <a:pt x="375" y="573"/>
                </a:lnTo>
                <a:lnTo>
                  <a:pt x="375" y="572"/>
                </a:lnTo>
                <a:lnTo>
                  <a:pt x="376" y="572"/>
                </a:lnTo>
                <a:lnTo>
                  <a:pt x="377" y="572"/>
                </a:lnTo>
                <a:lnTo>
                  <a:pt x="378" y="571"/>
                </a:lnTo>
                <a:lnTo>
                  <a:pt x="378" y="570"/>
                </a:lnTo>
                <a:lnTo>
                  <a:pt x="378" y="567"/>
                </a:lnTo>
                <a:lnTo>
                  <a:pt x="378" y="566"/>
                </a:lnTo>
                <a:lnTo>
                  <a:pt x="378" y="565"/>
                </a:lnTo>
                <a:lnTo>
                  <a:pt x="379" y="564"/>
                </a:lnTo>
                <a:lnTo>
                  <a:pt x="380" y="564"/>
                </a:lnTo>
                <a:lnTo>
                  <a:pt x="380" y="563"/>
                </a:lnTo>
                <a:lnTo>
                  <a:pt x="380" y="562"/>
                </a:lnTo>
                <a:lnTo>
                  <a:pt x="381" y="561"/>
                </a:lnTo>
                <a:lnTo>
                  <a:pt x="381" y="560"/>
                </a:lnTo>
                <a:lnTo>
                  <a:pt x="381" y="559"/>
                </a:lnTo>
                <a:lnTo>
                  <a:pt x="381" y="558"/>
                </a:lnTo>
                <a:lnTo>
                  <a:pt x="380" y="556"/>
                </a:lnTo>
                <a:lnTo>
                  <a:pt x="380" y="555"/>
                </a:lnTo>
                <a:lnTo>
                  <a:pt x="380" y="551"/>
                </a:lnTo>
                <a:lnTo>
                  <a:pt x="381" y="550"/>
                </a:lnTo>
                <a:lnTo>
                  <a:pt x="382" y="549"/>
                </a:lnTo>
                <a:lnTo>
                  <a:pt x="382" y="548"/>
                </a:lnTo>
                <a:lnTo>
                  <a:pt x="383" y="546"/>
                </a:lnTo>
                <a:lnTo>
                  <a:pt x="382" y="545"/>
                </a:lnTo>
                <a:lnTo>
                  <a:pt x="383" y="543"/>
                </a:lnTo>
                <a:lnTo>
                  <a:pt x="383" y="542"/>
                </a:lnTo>
                <a:lnTo>
                  <a:pt x="384" y="541"/>
                </a:lnTo>
                <a:lnTo>
                  <a:pt x="383" y="540"/>
                </a:lnTo>
                <a:lnTo>
                  <a:pt x="382" y="538"/>
                </a:lnTo>
                <a:lnTo>
                  <a:pt x="380" y="535"/>
                </a:lnTo>
                <a:lnTo>
                  <a:pt x="378" y="532"/>
                </a:lnTo>
                <a:lnTo>
                  <a:pt x="377" y="531"/>
                </a:lnTo>
                <a:lnTo>
                  <a:pt x="376" y="530"/>
                </a:lnTo>
                <a:lnTo>
                  <a:pt x="376" y="526"/>
                </a:lnTo>
                <a:lnTo>
                  <a:pt x="375" y="523"/>
                </a:lnTo>
                <a:lnTo>
                  <a:pt x="376" y="522"/>
                </a:lnTo>
                <a:lnTo>
                  <a:pt x="376" y="521"/>
                </a:lnTo>
                <a:lnTo>
                  <a:pt x="375" y="519"/>
                </a:lnTo>
                <a:lnTo>
                  <a:pt x="374" y="516"/>
                </a:lnTo>
                <a:lnTo>
                  <a:pt x="374" y="515"/>
                </a:lnTo>
                <a:lnTo>
                  <a:pt x="374" y="509"/>
                </a:lnTo>
                <a:lnTo>
                  <a:pt x="375" y="505"/>
                </a:lnTo>
                <a:lnTo>
                  <a:pt x="375" y="504"/>
                </a:lnTo>
                <a:lnTo>
                  <a:pt x="373" y="502"/>
                </a:lnTo>
                <a:lnTo>
                  <a:pt x="372" y="500"/>
                </a:lnTo>
                <a:lnTo>
                  <a:pt x="372" y="499"/>
                </a:lnTo>
                <a:lnTo>
                  <a:pt x="371" y="497"/>
                </a:lnTo>
                <a:lnTo>
                  <a:pt x="370" y="496"/>
                </a:lnTo>
                <a:lnTo>
                  <a:pt x="369" y="497"/>
                </a:lnTo>
                <a:lnTo>
                  <a:pt x="369" y="498"/>
                </a:lnTo>
                <a:lnTo>
                  <a:pt x="368" y="498"/>
                </a:lnTo>
                <a:lnTo>
                  <a:pt x="367" y="498"/>
                </a:lnTo>
                <a:lnTo>
                  <a:pt x="366" y="497"/>
                </a:lnTo>
                <a:lnTo>
                  <a:pt x="365" y="497"/>
                </a:lnTo>
                <a:lnTo>
                  <a:pt x="364" y="498"/>
                </a:lnTo>
                <a:lnTo>
                  <a:pt x="364" y="497"/>
                </a:lnTo>
                <a:lnTo>
                  <a:pt x="362" y="495"/>
                </a:lnTo>
                <a:lnTo>
                  <a:pt x="359" y="493"/>
                </a:lnTo>
                <a:lnTo>
                  <a:pt x="358" y="491"/>
                </a:lnTo>
                <a:lnTo>
                  <a:pt x="357" y="492"/>
                </a:lnTo>
                <a:lnTo>
                  <a:pt x="357" y="493"/>
                </a:lnTo>
                <a:lnTo>
                  <a:pt x="357" y="494"/>
                </a:lnTo>
                <a:lnTo>
                  <a:pt x="358" y="494"/>
                </a:lnTo>
                <a:lnTo>
                  <a:pt x="358" y="495"/>
                </a:lnTo>
                <a:lnTo>
                  <a:pt x="358" y="496"/>
                </a:lnTo>
                <a:lnTo>
                  <a:pt x="357" y="497"/>
                </a:lnTo>
                <a:lnTo>
                  <a:pt x="356" y="499"/>
                </a:lnTo>
                <a:lnTo>
                  <a:pt x="356" y="500"/>
                </a:lnTo>
                <a:lnTo>
                  <a:pt x="353" y="499"/>
                </a:lnTo>
                <a:lnTo>
                  <a:pt x="349" y="498"/>
                </a:lnTo>
                <a:lnTo>
                  <a:pt x="348" y="497"/>
                </a:lnTo>
                <a:lnTo>
                  <a:pt x="345" y="496"/>
                </a:lnTo>
                <a:lnTo>
                  <a:pt x="345" y="493"/>
                </a:lnTo>
                <a:lnTo>
                  <a:pt x="345" y="492"/>
                </a:lnTo>
                <a:lnTo>
                  <a:pt x="343" y="488"/>
                </a:lnTo>
                <a:lnTo>
                  <a:pt x="342" y="486"/>
                </a:lnTo>
                <a:lnTo>
                  <a:pt x="341" y="486"/>
                </a:lnTo>
                <a:lnTo>
                  <a:pt x="340" y="484"/>
                </a:lnTo>
                <a:lnTo>
                  <a:pt x="339" y="481"/>
                </a:lnTo>
                <a:lnTo>
                  <a:pt x="338" y="480"/>
                </a:lnTo>
                <a:lnTo>
                  <a:pt x="335" y="480"/>
                </a:lnTo>
                <a:lnTo>
                  <a:pt x="332" y="478"/>
                </a:lnTo>
                <a:lnTo>
                  <a:pt x="331" y="478"/>
                </a:lnTo>
                <a:lnTo>
                  <a:pt x="331" y="480"/>
                </a:lnTo>
                <a:lnTo>
                  <a:pt x="332" y="480"/>
                </a:lnTo>
                <a:lnTo>
                  <a:pt x="331" y="480"/>
                </a:lnTo>
                <a:lnTo>
                  <a:pt x="330" y="480"/>
                </a:lnTo>
                <a:lnTo>
                  <a:pt x="329" y="479"/>
                </a:lnTo>
                <a:lnTo>
                  <a:pt x="329" y="478"/>
                </a:lnTo>
                <a:lnTo>
                  <a:pt x="328" y="478"/>
                </a:lnTo>
                <a:lnTo>
                  <a:pt x="328" y="479"/>
                </a:lnTo>
                <a:lnTo>
                  <a:pt x="327" y="479"/>
                </a:lnTo>
                <a:lnTo>
                  <a:pt x="327" y="480"/>
                </a:lnTo>
                <a:lnTo>
                  <a:pt x="328" y="480"/>
                </a:lnTo>
                <a:lnTo>
                  <a:pt x="328" y="481"/>
                </a:lnTo>
                <a:lnTo>
                  <a:pt x="327" y="481"/>
                </a:lnTo>
                <a:lnTo>
                  <a:pt x="325" y="478"/>
                </a:lnTo>
                <a:lnTo>
                  <a:pt x="322" y="478"/>
                </a:lnTo>
                <a:lnTo>
                  <a:pt x="321" y="478"/>
                </a:lnTo>
                <a:lnTo>
                  <a:pt x="321" y="477"/>
                </a:lnTo>
                <a:lnTo>
                  <a:pt x="321" y="474"/>
                </a:lnTo>
                <a:lnTo>
                  <a:pt x="321" y="472"/>
                </a:lnTo>
                <a:lnTo>
                  <a:pt x="322" y="470"/>
                </a:lnTo>
                <a:lnTo>
                  <a:pt x="322" y="469"/>
                </a:lnTo>
                <a:lnTo>
                  <a:pt x="322" y="468"/>
                </a:lnTo>
                <a:lnTo>
                  <a:pt x="321" y="468"/>
                </a:lnTo>
                <a:lnTo>
                  <a:pt x="320" y="468"/>
                </a:lnTo>
                <a:lnTo>
                  <a:pt x="320" y="469"/>
                </a:lnTo>
                <a:lnTo>
                  <a:pt x="320" y="470"/>
                </a:lnTo>
                <a:lnTo>
                  <a:pt x="318" y="471"/>
                </a:lnTo>
                <a:lnTo>
                  <a:pt x="318" y="473"/>
                </a:lnTo>
                <a:lnTo>
                  <a:pt x="317" y="474"/>
                </a:lnTo>
                <a:lnTo>
                  <a:pt x="318" y="474"/>
                </a:lnTo>
                <a:lnTo>
                  <a:pt x="318" y="475"/>
                </a:lnTo>
                <a:lnTo>
                  <a:pt x="317" y="477"/>
                </a:lnTo>
                <a:lnTo>
                  <a:pt x="317" y="478"/>
                </a:lnTo>
                <a:lnTo>
                  <a:pt x="315" y="480"/>
                </a:lnTo>
                <a:lnTo>
                  <a:pt x="314" y="480"/>
                </a:lnTo>
                <a:lnTo>
                  <a:pt x="313" y="479"/>
                </a:lnTo>
                <a:lnTo>
                  <a:pt x="313" y="478"/>
                </a:lnTo>
                <a:lnTo>
                  <a:pt x="313" y="477"/>
                </a:lnTo>
                <a:lnTo>
                  <a:pt x="313" y="476"/>
                </a:lnTo>
                <a:lnTo>
                  <a:pt x="312" y="476"/>
                </a:lnTo>
                <a:lnTo>
                  <a:pt x="310" y="475"/>
                </a:lnTo>
                <a:lnTo>
                  <a:pt x="308" y="475"/>
                </a:lnTo>
                <a:lnTo>
                  <a:pt x="308" y="476"/>
                </a:lnTo>
                <a:lnTo>
                  <a:pt x="307" y="476"/>
                </a:lnTo>
                <a:lnTo>
                  <a:pt x="307" y="475"/>
                </a:lnTo>
                <a:lnTo>
                  <a:pt x="307" y="474"/>
                </a:lnTo>
                <a:lnTo>
                  <a:pt x="307" y="473"/>
                </a:lnTo>
                <a:lnTo>
                  <a:pt x="306" y="472"/>
                </a:lnTo>
                <a:lnTo>
                  <a:pt x="305" y="472"/>
                </a:lnTo>
                <a:lnTo>
                  <a:pt x="305" y="473"/>
                </a:lnTo>
                <a:lnTo>
                  <a:pt x="303" y="475"/>
                </a:lnTo>
                <a:lnTo>
                  <a:pt x="301" y="473"/>
                </a:lnTo>
                <a:lnTo>
                  <a:pt x="300" y="471"/>
                </a:lnTo>
                <a:lnTo>
                  <a:pt x="298" y="470"/>
                </a:lnTo>
                <a:lnTo>
                  <a:pt x="298" y="469"/>
                </a:lnTo>
                <a:lnTo>
                  <a:pt x="297" y="469"/>
                </a:lnTo>
                <a:lnTo>
                  <a:pt x="296" y="469"/>
                </a:lnTo>
                <a:lnTo>
                  <a:pt x="296" y="468"/>
                </a:lnTo>
                <a:lnTo>
                  <a:pt x="296" y="467"/>
                </a:lnTo>
                <a:lnTo>
                  <a:pt x="297" y="467"/>
                </a:lnTo>
                <a:lnTo>
                  <a:pt x="298" y="467"/>
                </a:lnTo>
                <a:lnTo>
                  <a:pt x="299" y="467"/>
                </a:lnTo>
                <a:lnTo>
                  <a:pt x="299" y="465"/>
                </a:lnTo>
                <a:lnTo>
                  <a:pt x="299" y="464"/>
                </a:lnTo>
                <a:lnTo>
                  <a:pt x="298" y="463"/>
                </a:lnTo>
                <a:lnTo>
                  <a:pt x="298" y="462"/>
                </a:lnTo>
                <a:lnTo>
                  <a:pt x="297" y="462"/>
                </a:lnTo>
                <a:lnTo>
                  <a:pt x="297" y="461"/>
                </a:lnTo>
                <a:lnTo>
                  <a:pt x="296" y="461"/>
                </a:lnTo>
                <a:lnTo>
                  <a:pt x="296" y="462"/>
                </a:lnTo>
                <a:lnTo>
                  <a:pt x="294" y="462"/>
                </a:lnTo>
                <a:lnTo>
                  <a:pt x="294" y="463"/>
                </a:lnTo>
                <a:lnTo>
                  <a:pt x="294" y="464"/>
                </a:lnTo>
                <a:lnTo>
                  <a:pt x="294" y="465"/>
                </a:lnTo>
                <a:lnTo>
                  <a:pt x="294" y="466"/>
                </a:lnTo>
                <a:lnTo>
                  <a:pt x="293" y="466"/>
                </a:lnTo>
                <a:lnTo>
                  <a:pt x="293" y="465"/>
                </a:lnTo>
                <a:lnTo>
                  <a:pt x="293" y="464"/>
                </a:lnTo>
                <a:lnTo>
                  <a:pt x="292" y="465"/>
                </a:lnTo>
                <a:lnTo>
                  <a:pt x="290" y="465"/>
                </a:lnTo>
                <a:lnTo>
                  <a:pt x="290" y="466"/>
                </a:lnTo>
                <a:lnTo>
                  <a:pt x="289" y="466"/>
                </a:lnTo>
                <a:lnTo>
                  <a:pt x="288" y="465"/>
                </a:lnTo>
                <a:lnTo>
                  <a:pt x="288" y="463"/>
                </a:lnTo>
                <a:lnTo>
                  <a:pt x="289" y="462"/>
                </a:lnTo>
                <a:lnTo>
                  <a:pt x="289" y="459"/>
                </a:lnTo>
                <a:lnTo>
                  <a:pt x="288" y="458"/>
                </a:lnTo>
                <a:lnTo>
                  <a:pt x="288" y="457"/>
                </a:lnTo>
                <a:lnTo>
                  <a:pt x="287" y="457"/>
                </a:lnTo>
                <a:lnTo>
                  <a:pt x="287" y="458"/>
                </a:lnTo>
                <a:lnTo>
                  <a:pt x="287" y="457"/>
                </a:lnTo>
                <a:lnTo>
                  <a:pt x="286" y="457"/>
                </a:lnTo>
                <a:lnTo>
                  <a:pt x="286" y="456"/>
                </a:lnTo>
                <a:lnTo>
                  <a:pt x="286" y="455"/>
                </a:lnTo>
                <a:lnTo>
                  <a:pt x="286" y="454"/>
                </a:lnTo>
                <a:lnTo>
                  <a:pt x="285" y="454"/>
                </a:lnTo>
                <a:lnTo>
                  <a:pt x="284" y="452"/>
                </a:lnTo>
                <a:lnTo>
                  <a:pt x="283" y="452"/>
                </a:lnTo>
                <a:lnTo>
                  <a:pt x="282" y="452"/>
                </a:lnTo>
                <a:lnTo>
                  <a:pt x="281" y="452"/>
                </a:lnTo>
                <a:lnTo>
                  <a:pt x="280" y="450"/>
                </a:lnTo>
                <a:lnTo>
                  <a:pt x="279" y="449"/>
                </a:lnTo>
                <a:lnTo>
                  <a:pt x="278" y="448"/>
                </a:lnTo>
                <a:lnTo>
                  <a:pt x="278" y="449"/>
                </a:lnTo>
                <a:lnTo>
                  <a:pt x="277" y="448"/>
                </a:lnTo>
                <a:lnTo>
                  <a:pt x="276" y="447"/>
                </a:lnTo>
                <a:lnTo>
                  <a:pt x="275" y="446"/>
                </a:lnTo>
                <a:lnTo>
                  <a:pt x="274" y="447"/>
                </a:lnTo>
                <a:lnTo>
                  <a:pt x="274" y="448"/>
                </a:lnTo>
                <a:lnTo>
                  <a:pt x="272" y="447"/>
                </a:lnTo>
                <a:lnTo>
                  <a:pt x="269" y="446"/>
                </a:lnTo>
                <a:lnTo>
                  <a:pt x="269" y="445"/>
                </a:lnTo>
                <a:lnTo>
                  <a:pt x="268" y="445"/>
                </a:lnTo>
                <a:lnTo>
                  <a:pt x="266" y="444"/>
                </a:lnTo>
                <a:lnTo>
                  <a:pt x="265" y="443"/>
                </a:lnTo>
                <a:lnTo>
                  <a:pt x="263" y="442"/>
                </a:lnTo>
                <a:lnTo>
                  <a:pt x="263" y="443"/>
                </a:lnTo>
                <a:lnTo>
                  <a:pt x="262" y="444"/>
                </a:lnTo>
                <a:lnTo>
                  <a:pt x="260" y="444"/>
                </a:lnTo>
                <a:lnTo>
                  <a:pt x="259" y="443"/>
                </a:lnTo>
                <a:lnTo>
                  <a:pt x="258" y="442"/>
                </a:lnTo>
                <a:lnTo>
                  <a:pt x="258" y="441"/>
                </a:lnTo>
                <a:lnTo>
                  <a:pt x="257" y="440"/>
                </a:lnTo>
                <a:lnTo>
                  <a:pt x="255" y="440"/>
                </a:lnTo>
                <a:lnTo>
                  <a:pt x="254" y="441"/>
                </a:lnTo>
                <a:lnTo>
                  <a:pt x="252" y="442"/>
                </a:lnTo>
                <a:lnTo>
                  <a:pt x="251" y="442"/>
                </a:lnTo>
                <a:lnTo>
                  <a:pt x="248" y="441"/>
                </a:lnTo>
                <a:lnTo>
                  <a:pt x="248" y="440"/>
                </a:lnTo>
                <a:lnTo>
                  <a:pt x="247" y="439"/>
                </a:lnTo>
                <a:lnTo>
                  <a:pt x="245" y="439"/>
                </a:lnTo>
                <a:lnTo>
                  <a:pt x="244" y="439"/>
                </a:lnTo>
                <a:lnTo>
                  <a:pt x="244" y="440"/>
                </a:lnTo>
                <a:lnTo>
                  <a:pt x="243" y="440"/>
                </a:lnTo>
                <a:lnTo>
                  <a:pt x="242" y="440"/>
                </a:lnTo>
                <a:lnTo>
                  <a:pt x="242" y="439"/>
                </a:lnTo>
                <a:lnTo>
                  <a:pt x="241" y="439"/>
                </a:lnTo>
                <a:lnTo>
                  <a:pt x="241" y="440"/>
                </a:lnTo>
                <a:lnTo>
                  <a:pt x="241" y="441"/>
                </a:lnTo>
                <a:lnTo>
                  <a:pt x="240" y="441"/>
                </a:lnTo>
                <a:lnTo>
                  <a:pt x="239" y="439"/>
                </a:lnTo>
                <a:lnTo>
                  <a:pt x="239" y="438"/>
                </a:lnTo>
                <a:lnTo>
                  <a:pt x="240" y="439"/>
                </a:lnTo>
                <a:lnTo>
                  <a:pt x="240" y="438"/>
                </a:lnTo>
                <a:lnTo>
                  <a:pt x="239" y="437"/>
                </a:lnTo>
                <a:lnTo>
                  <a:pt x="239" y="436"/>
                </a:lnTo>
                <a:lnTo>
                  <a:pt x="239" y="435"/>
                </a:lnTo>
                <a:lnTo>
                  <a:pt x="239" y="434"/>
                </a:lnTo>
                <a:lnTo>
                  <a:pt x="237" y="433"/>
                </a:lnTo>
                <a:lnTo>
                  <a:pt x="236" y="432"/>
                </a:lnTo>
                <a:lnTo>
                  <a:pt x="234" y="431"/>
                </a:lnTo>
                <a:lnTo>
                  <a:pt x="234" y="430"/>
                </a:lnTo>
                <a:lnTo>
                  <a:pt x="234" y="429"/>
                </a:lnTo>
                <a:lnTo>
                  <a:pt x="234" y="428"/>
                </a:lnTo>
                <a:lnTo>
                  <a:pt x="235" y="428"/>
                </a:lnTo>
                <a:lnTo>
                  <a:pt x="234" y="428"/>
                </a:lnTo>
                <a:lnTo>
                  <a:pt x="231" y="429"/>
                </a:lnTo>
                <a:lnTo>
                  <a:pt x="230" y="429"/>
                </a:lnTo>
                <a:lnTo>
                  <a:pt x="230" y="430"/>
                </a:lnTo>
                <a:lnTo>
                  <a:pt x="230" y="431"/>
                </a:lnTo>
                <a:lnTo>
                  <a:pt x="229" y="432"/>
                </a:lnTo>
                <a:lnTo>
                  <a:pt x="228" y="432"/>
                </a:lnTo>
                <a:lnTo>
                  <a:pt x="228" y="431"/>
                </a:lnTo>
                <a:lnTo>
                  <a:pt x="228" y="430"/>
                </a:lnTo>
                <a:lnTo>
                  <a:pt x="228" y="429"/>
                </a:lnTo>
                <a:lnTo>
                  <a:pt x="227" y="429"/>
                </a:lnTo>
                <a:lnTo>
                  <a:pt x="226" y="430"/>
                </a:lnTo>
                <a:lnTo>
                  <a:pt x="225" y="430"/>
                </a:lnTo>
                <a:lnTo>
                  <a:pt x="223" y="430"/>
                </a:lnTo>
                <a:lnTo>
                  <a:pt x="223" y="429"/>
                </a:lnTo>
                <a:lnTo>
                  <a:pt x="222" y="429"/>
                </a:lnTo>
                <a:lnTo>
                  <a:pt x="221" y="429"/>
                </a:lnTo>
                <a:lnTo>
                  <a:pt x="220" y="429"/>
                </a:lnTo>
                <a:lnTo>
                  <a:pt x="219" y="429"/>
                </a:lnTo>
                <a:lnTo>
                  <a:pt x="219" y="430"/>
                </a:lnTo>
                <a:lnTo>
                  <a:pt x="218" y="429"/>
                </a:lnTo>
                <a:lnTo>
                  <a:pt x="218" y="428"/>
                </a:lnTo>
                <a:lnTo>
                  <a:pt x="217" y="428"/>
                </a:lnTo>
                <a:lnTo>
                  <a:pt x="216" y="427"/>
                </a:lnTo>
                <a:lnTo>
                  <a:pt x="216" y="426"/>
                </a:lnTo>
                <a:lnTo>
                  <a:pt x="215" y="426"/>
                </a:lnTo>
                <a:lnTo>
                  <a:pt x="215" y="427"/>
                </a:lnTo>
                <a:lnTo>
                  <a:pt x="214" y="428"/>
                </a:lnTo>
                <a:lnTo>
                  <a:pt x="213" y="429"/>
                </a:lnTo>
                <a:lnTo>
                  <a:pt x="213" y="428"/>
                </a:lnTo>
                <a:lnTo>
                  <a:pt x="212" y="428"/>
                </a:lnTo>
                <a:lnTo>
                  <a:pt x="212" y="427"/>
                </a:lnTo>
                <a:lnTo>
                  <a:pt x="212" y="425"/>
                </a:lnTo>
                <a:lnTo>
                  <a:pt x="211" y="425"/>
                </a:lnTo>
                <a:lnTo>
                  <a:pt x="212" y="424"/>
                </a:lnTo>
                <a:lnTo>
                  <a:pt x="212" y="422"/>
                </a:lnTo>
                <a:lnTo>
                  <a:pt x="211" y="420"/>
                </a:lnTo>
                <a:lnTo>
                  <a:pt x="211" y="419"/>
                </a:lnTo>
                <a:lnTo>
                  <a:pt x="210" y="418"/>
                </a:lnTo>
                <a:lnTo>
                  <a:pt x="210" y="416"/>
                </a:lnTo>
                <a:lnTo>
                  <a:pt x="210" y="414"/>
                </a:lnTo>
                <a:lnTo>
                  <a:pt x="210" y="413"/>
                </a:lnTo>
                <a:lnTo>
                  <a:pt x="210" y="412"/>
                </a:lnTo>
                <a:lnTo>
                  <a:pt x="209" y="412"/>
                </a:lnTo>
                <a:lnTo>
                  <a:pt x="209" y="411"/>
                </a:lnTo>
                <a:lnTo>
                  <a:pt x="209" y="410"/>
                </a:lnTo>
                <a:lnTo>
                  <a:pt x="209" y="409"/>
                </a:lnTo>
                <a:lnTo>
                  <a:pt x="208" y="409"/>
                </a:lnTo>
                <a:lnTo>
                  <a:pt x="209" y="409"/>
                </a:lnTo>
                <a:lnTo>
                  <a:pt x="209" y="408"/>
                </a:lnTo>
                <a:lnTo>
                  <a:pt x="209" y="406"/>
                </a:lnTo>
                <a:lnTo>
                  <a:pt x="209" y="405"/>
                </a:lnTo>
                <a:lnTo>
                  <a:pt x="209" y="404"/>
                </a:lnTo>
                <a:lnTo>
                  <a:pt x="208" y="403"/>
                </a:lnTo>
                <a:lnTo>
                  <a:pt x="208" y="401"/>
                </a:lnTo>
                <a:lnTo>
                  <a:pt x="207" y="400"/>
                </a:lnTo>
                <a:lnTo>
                  <a:pt x="208" y="400"/>
                </a:lnTo>
                <a:lnTo>
                  <a:pt x="209" y="400"/>
                </a:lnTo>
                <a:lnTo>
                  <a:pt x="208" y="399"/>
                </a:lnTo>
                <a:lnTo>
                  <a:pt x="208" y="398"/>
                </a:lnTo>
                <a:lnTo>
                  <a:pt x="208" y="396"/>
                </a:lnTo>
                <a:lnTo>
                  <a:pt x="208" y="395"/>
                </a:lnTo>
                <a:lnTo>
                  <a:pt x="208" y="396"/>
                </a:lnTo>
                <a:lnTo>
                  <a:pt x="211" y="399"/>
                </a:lnTo>
                <a:lnTo>
                  <a:pt x="212" y="400"/>
                </a:lnTo>
                <a:lnTo>
                  <a:pt x="214" y="396"/>
                </a:lnTo>
                <a:lnTo>
                  <a:pt x="214" y="395"/>
                </a:lnTo>
                <a:lnTo>
                  <a:pt x="215" y="394"/>
                </a:lnTo>
                <a:lnTo>
                  <a:pt x="215" y="393"/>
                </a:lnTo>
                <a:lnTo>
                  <a:pt x="215" y="391"/>
                </a:lnTo>
                <a:lnTo>
                  <a:pt x="215" y="390"/>
                </a:lnTo>
                <a:lnTo>
                  <a:pt x="215" y="389"/>
                </a:lnTo>
                <a:lnTo>
                  <a:pt x="215" y="388"/>
                </a:lnTo>
                <a:lnTo>
                  <a:pt x="214" y="387"/>
                </a:lnTo>
                <a:lnTo>
                  <a:pt x="213" y="385"/>
                </a:lnTo>
                <a:lnTo>
                  <a:pt x="212" y="385"/>
                </a:lnTo>
                <a:lnTo>
                  <a:pt x="211" y="383"/>
                </a:lnTo>
                <a:lnTo>
                  <a:pt x="209" y="382"/>
                </a:lnTo>
                <a:lnTo>
                  <a:pt x="208" y="381"/>
                </a:lnTo>
                <a:lnTo>
                  <a:pt x="207" y="381"/>
                </a:lnTo>
                <a:lnTo>
                  <a:pt x="206" y="381"/>
                </a:lnTo>
                <a:lnTo>
                  <a:pt x="206" y="380"/>
                </a:lnTo>
                <a:lnTo>
                  <a:pt x="206" y="379"/>
                </a:lnTo>
                <a:lnTo>
                  <a:pt x="208" y="378"/>
                </a:lnTo>
                <a:lnTo>
                  <a:pt x="211" y="379"/>
                </a:lnTo>
                <a:lnTo>
                  <a:pt x="212" y="379"/>
                </a:lnTo>
                <a:lnTo>
                  <a:pt x="212" y="377"/>
                </a:lnTo>
                <a:lnTo>
                  <a:pt x="211" y="377"/>
                </a:lnTo>
                <a:lnTo>
                  <a:pt x="211" y="376"/>
                </a:lnTo>
                <a:lnTo>
                  <a:pt x="211" y="374"/>
                </a:lnTo>
                <a:lnTo>
                  <a:pt x="210" y="374"/>
                </a:lnTo>
                <a:lnTo>
                  <a:pt x="209" y="373"/>
                </a:lnTo>
                <a:lnTo>
                  <a:pt x="207" y="370"/>
                </a:lnTo>
                <a:lnTo>
                  <a:pt x="206" y="367"/>
                </a:lnTo>
                <a:lnTo>
                  <a:pt x="205" y="366"/>
                </a:lnTo>
                <a:lnTo>
                  <a:pt x="205" y="364"/>
                </a:lnTo>
                <a:lnTo>
                  <a:pt x="205" y="363"/>
                </a:lnTo>
                <a:lnTo>
                  <a:pt x="205" y="362"/>
                </a:lnTo>
                <a:lnTo>
                  <a:pt x="206" y="362"/>
                </a:lnTo>
                <a:lnTo>
                  <a:pt x="206" y="358"/>
                </a:lnTo>
                <a:lnTo>
                  <a:pt x="206" y="356"/>
                </a:lnTo>
                <a:lnTo>
                  <a:pt x="206" y="355"/>
                </a:lnTo>
                <a:lnTo>
                  <a:pt x="206" y="354"/>
                </a:lnTo>
                <a:lnTo>
                  <a:pt x="206" y="355"/>
                </a:lnTo>
                <a:lnTo>
                  <a:pt x="207" y="354"/>
                </a:lnTo>
                <a:lnTo>
                  <a:pt x="208" y="353"/>
                </a:lnTo>
                <a:lnTo>
                  <a:pt x="208" y="351"/>
                </a:lnTo>
                <a:lnTo>
                  <a:pt x="207" y="351"/>
                </a:lnTo>
                <a:lnTo>
                  <a:pt x="207" y="349"/>
                </a:lnTo>
                <a:lnTo>
                  <a:pt x="208" y="347"/>
                </a:lnTo>
                <a:lnTo>
                  <a:pt x="208" y="346"/>
                </a:lnTo>
                <a:lnTo>
                  <a:pt x="208" y="344"/>
                </a:lnTo>
                <a:lnTo>
                  <a:pt x="208" y="342"/>
                </a:lnTo>
                <a:lnTo>
                  <a:pt x="208" y="341"/>
                </a:lnTo>
                <a:lnTo>
                  <a:pt x="208" y="340"/>
                </a:lnTo>
                <a:lnTo>
                  <a:pt x="209" y="340"/>
                </a:lnTo>
                <a:lnTo>
                  <a:pt x="211" y="338"/>
                </a:lnTo>
                <a:lnTo>
                  <a:pt x="212" y="338"/>
                </a:lnTo>
                <a:lnTo>
                  <a:pt x="212" y="339"/>
                </a:lnTo>
                <a:lnTo>
                  <a:pt x="213" y="339"/>
                </a:lnTo>
                <a:lnTo>
                  <a:pt x="213" y="338"/>
                </a:lnTo>
                <a:lnTo>
                  <a:pt x="213" y="337"/>
                </a:lnTo>
                <a:lnTo>
                  <a:pt x="214" y="335"/>
                </a:lnTo>
                <a:lnTo>
                  <a:pt x="215" y="335"/>
                </a:lnTo>
                <a:lnTo>
                  <a:pt x="216" y="333"/>
                </a:lnTo>
                <a:lnTo>
                  <a:pt x="215" y="333"/>
                </a:lnTo>
                <a:lnTo>
                  <a:pt x="216" y="332"/>
                </a:lnTo>
                <a:lnTo>
                  <a:pt x="217" y="329"/>
                </a:lnTo>
                <a:lnTo>
                  <a:pt x="217" y="328"/>
                </a:lnTo>
                <a:lnTo>
                  <a:pt x="218" y="326"/>
                </a:lnTo>
                <a:lnTo>
                  <a:pt x="217" y="325"/>
                </a:lnTo>
                <a:lnTo>
                  <a:pt x="215" y="326"/>
                </a:lnTo>
                <a:lnTo>
                  <a:pt x="214" y="326"/>
                </a:lnTo>
                <a:lnTo>
                  <a:pt x="213" y="326"/>
                </a:lnTo>
                <a:lnTo>
                  <a:pt x="211" y="322"/>
                </a:lnTo>
                <a:lnTo>
                  <a:pt x="212" y="322"/>
                </a:lnTo>
                <a:lnTo>
                  <a:pt x="213" y="322"/>
                </a:lnTo>
                <a:lnTo>
                  <a:pt x="215" y="322"/>
                </a:lnTo>
                <a:lnTo>
                  <a:pt x="216" y="321"/>
                </a:lnTo>
                <a:lnTo>
                  <a:pt x="217" y="320"/>
                </a:lnTo>
                <a:lnTo>
                  <a:pt x="217" y="319"/>
                </a:lnTo>
                <a:lnTo>
                  <a:pt x="218" y="317"/>
                </a:lnTo>
                <a:lnTo>
                  <a:pt x="220" y="315"/>
                </a:lnTo>
                <a:lnTo>
                  <a:pt x="223" y="315"/>
                </a:lnTo>
                <a:lnTo>
                  <a:pt x="223" y="313"/>
                </a:lnTo>
                <a:lnTo>
                  <a:pt x="219" y="312"/>
                </a:lnTo>
                <a:lnTo>
                  <a:pt x="219" y="311"/>
                </a:lnTo>
                <a:lnTo>
                  <a:pt x="219" y="310"/>
                </a:lnTo>
                <a:lnTo>
                  <a:pt x="219" y="309"/>
                </a:lnTo>
                <a:lnTo>
                  <a:pt x="221" y="309"/>
                </a:lnTo>
                <a:lnTo>
                  <a:pt x="223" y="310"/>
                </a:lnTo>
                <a:lnTo>
                  <a:pt x="223" y="311"/>
                </a:lnTo>
                <a:lnTo>
                  <a:pt x="224" y="310"/>
                </a:lnTo>
                <a:lnTo>
                  <a:pt x="225" y="309"/>
                </a:lnTo>
                <a:lnTo>
                  <a:pt x="229" y="309"/>
                </a:lnTo>
                <a:lnTo>
                  <a:pt x="228" y="308"/>
                </a:lnTo>
                <a:lnTo>
                  <a:pt x="229" y="307"/>
                </a:lnTo>
                <a:lnTo>
                  <a:pt x="230" y="305"/>
                </a:lnTo>
                <a:lnTo>
                  <a:pt x="232" y="303"/>
                </a:lnTo>
                <a:lnTo>
                  <a:pt x="232" y="302"/>
                </a:lnTo>
                <a:lnTo>
                  <a:pt x="232" y="301"/>
                </a:lnTo>
                <a:lnTo>
                  <a:pt x="232" y="300"/>
                </a:lnTo>
                <a:lnTo>
                  <a:pt x="232" y="299"/>
                </a:lnTo>
                <a:lnTo>
                  <a:pt x="232" y="298"/>
                </a:lnTo>
                <a:lnTo>
                  <a:pt x="232" y="297"/>
                </a:lnTo>
                <a:lnTo>
                  <a:pt x="237" y="295"/>
                </a:lnTo>
                <a:lnTo>
                  <a:pt x="238" y="296"/>
                </a:lnTo>
                <a:lnTo>
                  <a:pt x="239" y="296"/>
                </a:lnTo>
                <a:lnTo>
                  <a:pt x="240" y="296"/>
                </a:lnTo>
                <a:lnTo>
                  <a:pt x="242" y="295"/>
                </a:lnTo>
                <a:lnTo>
                  <a:pt x="243" y="294"/>
                </a:lnTo>
                <a:lnTo>
                  <a:pt x="242" y="293"/>
                </a:lnTo>
                <a:lnTo>
                  <a:pt x="242" y="294"/>
                </a:lnTo>
                <a:lnTo>
                  <a:pt x="241" y="293"/>
                </a:lnTo>
                <a:lnTo>
                  <a:pt x="241" y="292"/>
                </a:lnTo>
                <a:lnTo>
                  <a:pt x="242" y="292"/>
                </a:lnTo>
                <a:lnTo>
                  <a:pt x="242" y="293"/>
                </a:lnTo>
                <a:lnTo>
                  <a:pt x="243" y="293"/>
                </a:lnTo>
                <a:lnTo>
                  <a:pt x="244" y="293"/>
                </a:lnTo>
                <a:lnTo>
                  <a:pt x="245" y="295"/>
                </a:lnTo>
                <a:lnTo>
                  <a:pt x="246" y="296"/>
                </a:lnTo>
                <a:lnTo>
                  <a:pt x="247" y="296"/>
                </a:lnTo>
                <a:lnTo>
                  <a:pt x="247" y="293"/>
                </a:lnTo>
                <a:lnTo>
                  <a:pt x="249" y="291"/>
                </a:lnTo>
                <a:lnTo>
                  <a:pt x="250" y="291"/>
                </a:lnTo>
                <a:lnTo>
                  <a:pt x="250" y="290"/>
                </a:lnTo>
                <a:lnTo>
                  <a:pt x="249" y="290"/>
                </a:lnTo>
                <a:lnTo>
                  <a:pt x="250" y="287"/>
                </a:lnTo>
                <a:lnTo>
                  <a:pt x="250" y="286"/>
                </a:lnTo>
                <a:lnTo>
                  <a:pt x="251" y="286"/>
                </a:lnTo>
                <a:lnTo>
                  <a:pt x="251" y="283"/>
                </a:lnTo>
                <a:lnTo>
                  <a:pt x="250" y="282"/>
                </a:lnTo>
                <a:lnTo>
                  <a:pt x="249" y="282"/>
                </a:lnTo>
                <a:lnTo>
                  <a:pt x="252" y="280"/>
                </a:lnTo>
                <a:lnTo>
                  <a:pt x="253" y="278"/>
                </a:lnTo>
                <a:lnTo>
                  <a:pt x="254" y="278"/>
                </a:lnTo>
                <a:lnTo>
                  <a:pt x="255" y="278"/>
                </a:lnTo>
                <a:lnTo>
                  <a:pt x="254" y="279"/>
                </a:lnTo>
                <a:lnTo>
                  <a:pt x="254" y="280"/>
                </a:lnTo>
                <a:lnTo>
                  <a:pt x="256" y="281"/>
                </a:lnTo>
                <a:lnTo>
                  <a:pt x="259" y="283"/>
                </a:lnTo>
                <a:lnTo>
                  <a:pt x="260" y="284"/>
                </a:lnTo>
                <a:lnTo>
                  <a:pt x="262" y="285"/>
                </a:lnTo>
                <a:lnTo>
                  <a:pt x="264" y="285"/>
                </a:lnTo>
                <a:lnTo>
                  <a:pt x="266" y="286"/>
                </a:lnTo>
                <a:lnTo>
                  <a:pt x="267" y="286"/>
                </a:lnTo>
                <a:lnTo>
                  <a:pt x="269" y="287"/>
                </a:lnTo>
                <a:lnTo>
                  <a:pt x="270" y="286"/>
                </a:lnTo>
                <a:lnTo>
                  <a:pt x="271" y="286"/>
                </a:lnTo>
                <a:lnTo>
                  <a:pt x="272" y="286"/>
                </a:lnTo>
                <a:lnTo>
                  <a:pt x="273" y="287"/>
                </a:lnTo>
                <a:lnTo>
                  <a:pt x="277" y="289"/>
                </a:lnTo>
                <a:lnTo>
                  <a:pt x="278" y="289"/>
                </a:lnTo>
                <a:lnTo>
                  <a:pt x="278" y="288"/>
                </a:lnTo>
                <a:lnTo>
                  <a:pt x="279" y="289"/>
                </a:lnTo>
                <a:lnTo>
                  <a:pt x="281" y="290"/>
                </a:lnTo>
                <a:lnTo>
                  <a:pt x="282" y="290"/>
                </a:lnTo>
                <a:lnTo>
                  <a:pt x="283" y="291"/>
                </a:lnTo>
                <a:lnTo>
                  <a:pt x="289" y="292"/>
                </a:lnTo>
                <a:lnTo>
                  <a:pt x="288" y="296"/>
                </a:lnTo>
                <a:lnTo>
                  <a:pt x="290" y="299"/>
                </a:lnTo>
                <a:lnTo>
                  <a:pt x="290" y="300"/>
                </a:lnTo>
                <a:lnTo>
                  <a:pt x="291" y="300"/>
                </a:lnTo>
                <a:lnTo>
                  <a:pt x="292" y="300"/>
                </a:lnTo>
                <a:lnTo>
                  <a:pt x="292" y="301"/>
                </a:lnTo>
                <a:lnTo>
                  <a:pt x="293" y="302"/>
                </a:lnTo>
                <a:lnTo>
                  <a:pt x="294" y="306"/>
                </a:lnTo>
                <a:lnTo>
                  <a:pt x="294" y="307"/>
                </a:lnTo>
                <a:lnTo>
                  <a:pt x="294" y="308"/>
                </a:lnTo>
                <a:lnTo>
                  <a:pt x="293" y="309"/>
                </a:lnTo>
                <a:lnTo>
                  <a:pt x="293" y="310"/>
                </a:lnTo>
                <a:lnTo>
                  <a:pt x="293" y="311"/>
                </a:lnTo>
                <a:lnTo>
                  <a:pt x="294" y="313"/>
                </a:lnTo>
                <a:lnTo>
                  <a:pt x="298" y="313"/>
                </a:lnTo>
                <a:lnTo>
                  <a:pt x="300" y="314"/>
                </a:lnTo>
                <a:lnTo>
                  <a:pt x="302" y="314"/>
                </a:lnTo>
                <a:lnTo>
                  <a:pt x="304" y="314"/>
                </a:lnTo>
                <a:lnTo>
                  <a:pt x="306" y="316"/>
                </a:lnTo>
                <a:lnTo>
                  <a:pt x="307" y="317"/>
                </a:lnTo>
                <a:lnTo>
                  <a:pt x="309" y="317"/>
                </a:lnTo>
                <a:lnTo>
                  <a:pt x="310" y="317"/>
                </a:lnTo>
                <a:lnTo>
                  <a:pt x="313" y="315"/>
                </a:lnTo>
                <a:lnTo>
                  <a:pt x="315" y="313"/>
                </a:lnTo>
                <a:lnTo>
                  <a:pt x="315" y="312"/>
                </a:lnTo>
                <a:lnTo>
                  <a:pt x="316" y="311"/>
                </a:lnTo>
                <a:lnTo>
                  <a:pt x="319" y="310"/>
                </a:lnTo>
                <a:lnTo>
                  <a:pt x="323" y="310"/>
                </a:lnTo>
                <a:lnTo>
                  <a:pt x="325" y="310"/>
                </a:lnTo>
                <a:lnTo>
                  <a:pt x="326" y="311"/>
                </a:lnTo>
                <a:lnTo>
                  <a:pt x="326" y="312"/>
                </a:lnTo>
                <a:lnTo>
                  <a:pt x="326" y="313"/>
                </a:lnTo>
                <a:lnTo>
                  <a:pt x="327" y="314"/>
                </a:lnTo>
                <a:lnTo>
                  <a:pt x="328" y="314"/>
                </a:lnTo>
                <a:lnTo>
                  <a:pt x="330" y="315"/>
                </a:lnTo>
                <a:lnTo>
                  <a:pt x="331" y="315"/>
                </a:lnTo>
                <a:lnTo>
                  <a:pt x="331" y="314"/>
                </a:lnTo>
                <a:lnTo>
                  <a:pt x="335" y="313"/>
                </a:lnTo>
                <a:lnTo>
                  <a:pt x="339" y="312"/>
                </a:lnTo>
                <a:lnTo>
                  <a:pt x="340" y="312"/>
                </a:lnTo>
                <a:lnTo>
                  <a:pt x="342" y="312"/>
                </a:lnTo>
                <a:lnTo>
                  <a:pt x="342" y="311"/>
                </a:lnTo>
                <a:lnTo>
                  <a:pt x="343" y="311"/>
                </a:lnTo>
                <a:lnTo>
                  <a:pt x="344" y="310"/>
                </a:lnTo>
                <a:lnTo>
                  <a:pt x="345" y="309"/>
                </a:lnTo>
                <a:lnTo>
                  <a:pt x="347" y="308"/>
                </a:lnTo>
                <a:lnTo>
                  <a:pt x="348" y="307"/>
                </a:lnTo>
                <a:lnTo>
                  <a:pt x="354" y="305"/>
                </a:lnTo>
                <a:lnTo>
                  <a:pt x="355" y="305"/>
                </a:lnTo>
                <a:lnTo>
                  <a:pt x="356" y="306"/>
                </a:lnTo>
                <a:lnTo>
                  <a:pt x="357" y="306"/>
                </a:lnTo>
                <a:lnTo>
                  <a:pt x="358" y="307"/>
                </a:lnTo>
                <a:lnTo>
                  <a:pt x="360" y="308"/>
                </a:lnTo>
                <a:lnTo>
                  <a:pt x="361" y="309"/>
                </a:lnTo>
                <a:lnTo>
                  <a:pt x="362" y="309"/>
                </a:lnTo>
                <a:lnTo>
                  <a:pt x="362" y="310"/>
                </a:lnTo>
                <a:lnTo>
                  <a:pt x="366" y="310"/>
                </a:lnTo>
                <a:lnTo>
                  <a:pt x="369" y="309"/>
                </a:lnTo>
                <a:lnTo>
                  <a:pt x="371" y="308"/>
                </a:lnTo>
                <a:lnTo>
                  <a:pt x="374" y="307"/>
                </a:lnTo>
                <a:lnTo>
                  <a:pt x="374" y="306"/>
                </a:lnTo>
                <a:lnTo>
                  <a:pt x="375" y="305"/>
                </a:lnTo>
                <a:lnTo>
                  <a:pt x="376" y="305"/>
                </a:lnTo>
                <a:lnTo>
                  <a:pt x="377" y="305"/>
                </a:lnTo>
                <a:lnTo>
                  <a:pt x="379" y="305"/>
                </a:lnTo>
                <a:lnTo>
                  <a:pt x="381" y="306"/>
                </a:lnTo>
                <a:lnTo>
                  <a:pt x="382" y="305"/>
                </a:lnTo>
                <a:lnTo>
                  <a:pt x="383" y="305"/>
                </a:lnTo>
                <a:lnTo>
                  <a:pt x="383" y="304"/>
                </a:lnTo>
                <a:lnTo>
                  <a:pt x="384" y="302"/>
                </a:lnTo>
                <a:lnTo>
                  <a:pt x="384" y="301"/>
                </a:lnTo>
                <a:lnTo>
                  <a:pt x="384" y="300"/>
                </a:lnTo>
                <a:lnTo>
                  <a:pt x="384" y="299"/>
                </a:lnTo>
                <a:lnTo>
                  <a:pt x="383" y="298"/>
                </a:lnTo>
                <a:lnTo>
                  <a:pt x="383" y="297"/>
                </a:lnTo>
                <a:lnTo>
                  <a:pt x="383" y="294"/>
                </a:lnTo>
                <a:lnTo>
                  <a:pt x="383" y="293"/>
                </a:lnTo>
                <a:lnTo>
                  <a:pt x="383" y="292"/>
                </a:lnTo>
                <a:lnTo>
                  <a:pt x="384" y="290"/>
                </a:lnTo>
                <a:lnTo>
                  <a:pt x="385" y="290"/>
                </a:lnTo>
                <a:lnTo>
                  <a:pt x="385" y="287"/>
                </a:lnTo>
                <a:lnTo>
                  <a:pt x="384" y="286"/>
                </a:lnTo>
                <a:lnTo>
                  <a:pt x="383" y="282"/>
                </a:lnTo>
                <a:lnTo>
                  <a:pt x="383" y="277"/>
                </a:lnTo>
                <a:lnTo>
                  <a:pt x="383" y="274"/>
                </a:lnTo>
                <a:lnTo>
                  <a:pt x="383" y="269"/>
                </a:lnTo>
                <a:lnTo>
                  <a:pt x="383" y="268"/>
                </a:lnTo>
                <a:lnTo>
                  <a:pt x="383" y="265"/>
                </a:lnTo>
                <a:lnTo>
                  <a:pt x="386" y="259"/>
                </a:lnTo>
                <a:lnTo>
                  <a:pt x="387" y="259"/>
                </a:lnTo>
                <a:lnTo>
                  <a:pt x="386" y="254"/>
                </a:lnTo>
                <a:lnTo>
                  <a:pt x="385" y="253"/>
                </a:lnTo>
                <a:lnTo>
                  <a:pt x="384" y="252"/>
                </a:lnTo>
                <a:lnTo>
                  <a:pt x="382" y="249"/>
                </a:lnTo>
                <a:lnTo>
                  <a:pt x="383" y="248"/>
                </a:lnTo>
                <a:lnTo>
                  <a:pt x="387" y="248"/>
                </a:lnTo>
                <a:lnTo>
                  <a:pt x="388" y="249"/>
                </a:lnTo>
                <a:lnTo>
                  <a:pt x="392" y="252"/>
                </a:lnTo>
                <a:lnTo>
                  <a:pt x="394" y="256"/>
                </a:lnTo>
                <a:lnTo>
                  <a:pt x="394" y="258"/>
                </a:lnTo>
                <a:lnTo>
                  <a:pt x="394" y="260"/>
                </a:lnTo>
                <a:lnTo>
                  <a:pt x="395" y="260"/>
                </a:lnTo>
                <a:lnTo>
                  <a:pt x="398" y="265"/>
                </a:lnTo>
                <a:lnTo>
                  <a:pt x="399" y="266"/>
                </a:lnTo>
                <a:lnTo>
                  <a:pt x="399" y="267"/>
                </a:lnTo>
                <a:lnTo>
                  <a:pt x="400" y="268"/>
                </a:lnTo>
                <a:lnTo>
                  <a:pt x="401" y="268"/>
                </a:lnTo>
                <a:lnTo>
                  <a:pt x="404" y="266"/>
                </a:lnTo>
                <a:lnTo>
                  <a:pt x="405" y="264"/>
                </a:lnTo>
                <a:lnTo>
                  <a:pt x="405" y="263"/>
                </a:lnTo>
                <a:lnTo>
                  <a:pt x="404" y="262"/>
                </a:lnTo>
                <a:lnTo>
                  <a:pt x="405" y="261"/>
                </a:lnTo>
                <a:lnTo>
                  <a:pt x="407" y="260"/>
                </a:lnTo>
                <a:lnTo>
                  <a:pt x="409" y="259"/>
                </a:lnTo>
                <a:lnTo>
                  <a:pt x="410" y="257"/>
                </a:lnTo>
                <a:lnTo>
                  <a:pt x="411" y="254"/>
                </a:lnTo>
                <a:lnTo>
                  <a:pt x="414" y="252"/>
                </a:lnTo>
                <a:lnTo>
                  <a:pt x="414" y="251"/>
                </a:lnTo>
                <a:lnTo>
                  <a:pt x="413" y="249"/>
                </a:lnTo>
                <a:lnTo>
                  <a:pt x="412" y="248"/>
                </a:lnTo>
                <a:lnTo>
                  <a:pt x="412" y="247"/>
                </a:lnTo>
                <a:lnTo>
                  <a:pt x="412" y="245"/>
                </a:lnTo>
                <a:lnTo>
                  <a:pt x="413" y="244"/>
                </a:lnTo>
                <a:lnTo>
                  <a:pt x="414" y="241"/>
                </a:lnTo>
                <a:lnTo>
                  <a:pt x="413" y="240"/>
                </a:lnTo>
                <a:lnTo>
                  <a:pt x="411" y="239"/>
                </a:lnTo>
                <a:lnTo>
                  <a:pt x="408" y="236"/>
                </a:lnTo>
                <a:lnTo>
                  <a:pt x="406" y="235"/>
                </a:lnTo>
                <a:lnTo>
                  <a:pt x="403" y="232"/>
                </a:lnTo>
                <a:lnTo>
                  <a:pt x="401" y="231"/>
                </a:lnTo>
                <a:lnTo>
                  <a:pt x="400" y="230"/>
                </a:lnTo>
                <a:lnTo>
                  <a:pt x="399" y="228"/>
                </a:lnTo>
                <a:lnTo>
                  <a:pt x="399" y="223"/>
                </a:lnTo>
                <a:lnTo>
                  <a:pt x="400" y="222"/>
                </a:lnTo>
                <a:lnTo>
                  <a:pt x="400" y="221"/>
                </a:lnTo>
                <a:lnTo>
                  <a:pt x="401" y="221"/>
                </a:lnTo>
                <a:lnTo>
                  <a:pt x="401" y="220"/>
                </a:lnTo>
                <a:lnTo>
                  <a:pt x="402" y="217"/>
                </a:lnTo>
                <a:lnTo>
                  <a:pt x="402" y="216"/>
                </a:lnTo>
                <a:lnTo>
                  <a:pt x="401" y="216"/>
                </a:lnTo>
                <a:lnTo>
                  <a:pt x="401" y="213"/>
                </a:lnTo>
                <a:lnTo>
                  <a:pt x="402" y="212"/>
                </a:lnTo>
                <a:lnTo>
                  <a:pt x="402" y="211"/>
                </a:lnTo>
                <a:lnTo>
                  <a:pt x="402" y="210"/>
                </a:lnTo>
                <a:lnTo>
                  <a:pt x="403" y="209"/>
                </a:lnTo>
                <a:lnTo>
                  <a:pt x="406" y="200"/>
                </a:lnTo>
                <a:lnTo>
                  <a:pt x="408" y="199"/>
                </a:lnTo>
                <a:lnTo>
                  <a:pt x="408" y="198"/>
                </a:lnTo>
                <a:lnTo>
                  <a:pt x="411" y="194"/>
                </a:lnTo>
                <a:lnTo>
                  <a:pt x="411" y="191"/>
                </a:lnTo>
                <a:lnTo>
                  <a:pt x="410" y="190"/>
                </a:lnTo>
                <a:lnTo>
                  <a:pt x="410" y="189"/>
                </a:lnTo>
                <a:lnTo>
                  <a:pt x="415" y="185"/>
                </a:lnTo>
                <a:lnTo>
                  <a:pt x="417" y="183"/>
                </a:lnTo>
                <a:lnTo>
                  <a:pt x="418" y="183"/>
                </a:lnTo>
                <a:lnTo>
                  <a:pt x="419" y="182"/>
                </a:lnTo>
                <a:lnTo>
                  <a:pt x="419" y="181"/>
                </a:lnTo>
                <a:lnTo>
                  <a:pt x="421" y="177"/>
                </a:lnTo>
                <a:lnTo>
                  <a:pt x="425" y="174"/>
                </a:lnTo>
                <a:lnTo>
                  <a:pt x="428" y="169"/>
                </a:lnTo>
                <a:lnTo>
                  <a:pt x="428" y="168"/>
                </a:lnTo>
                <a:lnTo>
                  <a:pt x="431" y="163"/>
                </a:lnTo>
                <a:lnTo>
                  <a:pt x="432" y="162"/>
                </a:lnTo>
                <a:lnTo>
                  <a:pt x="432" y="161"/>
                </a:lnTo>
                <a:lnTo>
                  <a:pt x="434" y="160"/>
                </a:lnTo>
                <a:lnTo>
                  <a:pt x="435" y="159"/>
                </a:lnTo>
                <a:lnTo>
                  <a:pt x="436" y="159"/>
                </a:lnTo>
                <a:lnTo>
                  <a:pt x="437" y="159"/>
                </a:lnTo>
                <a:lnTo>
                  <a:pt x="439" y="160"/>
                </a:lnTo>
                <a:lnTo>
                  <a:pt x="440" y="160"/>
                </a:lnTo>
                <a:lnTo>
                  <a:pt x="441" y="160"/>
                </a:lnTo>
                <a:lnTo>
                  <a:pt x="442" y="159"/>
                </a:lnTo>
                <a:lnTo>
                  <a:pt x="443" y="157"/>
                </a:lnTo>
                <a:lnTo>
                  <a:pt x="442" y="154"/>
                </a:lnTo>
                <a:lnTo>
                  <a:pt x="441" y="154"/>
                </a:lnTo>
                <a:lnTo>
                  <a:pt x="441" y="153"/>
                </a:lnTo>
                <a:lnTo>
                  <a:pt x="440" y="152"/>
                </a:lnTo>
                <a:lnTo>
                  <a:pt x="440" y="151"/>
                </a:lnTo>
                <a:lnTo>
                  <a:pt x="441" y="148"/>
                </a:lnTo>
                <a:lnTo>
                  <a:pt x="442" y="148"/>
                </a:lnTo>
                <a:lnTo>
                  <a:pt x="442" y="147"/>
                </a:lnTo>
                <a:lnTo>
                  <a:pt x="443" y="146"/>
                </a:lnTo>
                <a:lnTo>
                  <a:pt x="444" y="146"/>
                </a:lnTo>
                <a:lnTo>
                  <a:pt x="445" y="145"/>
                </a:lnTo>
                <a:lnTo>
                  <a:pt x="446" y="144"/>
                </a:lnTo>
                <a:lnTo>
                  <a:pt x="449" y="142"/>
                </a:lnTo>
                <a:lnTo>
                  <a:pt x="450" y="139"/>
                </a:lnTo>
                <a:lnTo>
                  <a:pt x="454" y="134"/>
                </a:lnTo>
                <a:lnTo>
                  <a:pt x="454" y="133"/>
                </a:lnTo>
                <a:lnTo>
                  <a:pt x="457" y="129"/>
                </a:lnTo>
                <a:lnTo>
                  <a:pt x="460" y="126"/>
                </a:lnTo>
                <a:lnTo>
                  <a:pt x="461" y="126"/>
                </a:lnTo>
                <a:lnTo>
                  <a:pt x="463" y="127"/>
                </a:lnTo>
                <a:lnTo>
                  <a:pt x="464" y="129"/>
                </a:lnTo>
                <a:lnTo>
                  <a:pt x="465" y="129"/>
                </a:lnTo>
                <a:lnTo>
                  <a:pt x="465" y="130"/>
                </a:lnTo>
                <a:lnTo>
                  <a:pt x="466" y="130"/>
                </a:lnTo>
                <a:lnTo>
                  <a:pt x="466" y="129"/>
                </a:lnTo>
                <a:lnTo>
                  <a:pt x="470" y="124"/>
                </a:lnTo>
                <a:lnTo>
                  <a:pt x="472" y="122"/>
                </a:lnTo>
                <a:lnTo>
                  <a:pt x="474" y="121"/>
                </a:lnTo>
                <a:lnTo>
                  <a:pt x="476" y="117"/>
                </a:lnTo>
                <a:lnTo>
                  <a:pt x="477" y="113"/>
                </a:lnTo>
                <a:lnTo>
                  <a:pt x="479" y="111"/>
                </a:lnTo>
                <a:lnTo>
                  <a:pt x="480" y="108"/>
                </a:lnTo>
                <a:lnTo>
                  <a:pt x="480" y="104"/>
                </a:lnTo>
                <a:lnTo>
                  <a:pt x="480" y="99"/>
                </a:lnTo>
                <a:lnTo>
                  <a:pt x="481" y="96"/>
                </a:lnTo>
                <a:lnTo>
                  <a:pt x="484" y="96"/>
                </a:lnTo>
                <a:lnTo>
                  <a:pt x="486" y="92"/>
                </a:lnTo>
                <a:lnTo>
                  <a:pt x="487" y="90"/>
                </a:lnTo>
                <a:lnTo>
                  <a:pt x="489" y="89"/>
                </a:lnTo>
                <a:lnTo>
                  <a:pt x="489" y="88"/>
                </a:lnTo>
                <a:lnTo>
                  <a:pt x="495" y="87"/>
                </a:lnTo>
                <a:lnTo>
                  <a:pt x="495" y="86"/>
                </a:lnTo>
                <a:lnTo>
                  <a:pt x="496" y="85"/>
                </a:lnTo>
                <a:lnTo>
                  <a:pt x="497" y="85"/>
                </a:lnTo>
                <a:lnTo>
                  <a:pt x="498" y="84"/>
                </a:lnTo>
                <a:lnTo>
                  <a:pt x="499" y="84"/>
                </a:lnTo>
                <a:lnTo>
                  <a:pt x="499" y="83"/>
                </a:lnTo>
                <a:lnTo>
                  <a:pt x="500" y="84"/>
                </a:lnTo>
                <a:lnTo>
                  <a:pt x="501" y="84"/>
                </a:lnTo>
                <a:lnTo>
                  <a:pt x="502" y="83"/>
                </a:lnTo>
                <a:lnTo>
                  <a:pt x="503" y="83"/>
                </a:lnTo>
                <a:lnTo>
                  <a:pt x="503" y="82"/>
                </a:lnTo>
                <a:lnTo>
                  <a:pt x="504" y="82"/>
                </a:lnTo>
                <a:lnTo>
                  <a:pt x="504" y="81"/>
                </a:lnTo>
                <a:lnTo>
                  <a:pt x="504" y="80"/>
                </a:lnTo>
                <a:lnTo>
                  <a:pt x="504" y="79"/>
                </a:lnTo>
                <a:lnTo>
                  <a:pt x="504" y="78"/>
                </a:lnTo>
                <a:lnTo>
                  <a:pt x="504" y="77"/>
                </a:lnTo>
                <a:lnTo>
                  <a:pt x="503" y="76"/>
                </a:lnTo>
                <a:lnTo>
                  <a:pt x="508" y="72"/>
                </a:lnTo>
                <a:lnTo>
                  <a:pt x="508" y="71"/>
                </a:lnTo>
                <a:lnTo>
                  <a:pt x="509" y="71"/>
                </a:lnTo>
                <a:lnTo>
                  <a:pt x="510" y="69"/>
                </a:lnTo>
                <a:lnTo>
                  <a:pt x="511" y="69"/>
                </a:lnTo>
                <a:lnTo>
                  <a:pt x="511" y="68"/>
                </a:lnTo>
                <a:lnTo>
                  <a:pt x="510" y="68"/>
                </a:lnTo>
                <a:lnTo>
                  <a:pt x="504" y="64"/>
                </a:lnTo>
                <a:lnTo>
                  <a:pt x="502" y="63"/>
                </a:lnTo>
                <a:lnTo>
                  <a:pt x="501" y="62"/>
                </a:lnTo>
                <a:lnTo>
                  <a:pt x="500" y="62"/>
                </a:lnTo>
                <a:lnTo>
                  <a:pt x="499" y="61"/>
                </a:lnTo>
                <a:lnTo>
                  <a:pt x="499" y="59"/>
                </a:lnTo>
                <a:lnTo>
                  <a:pt x="500" y="57"/>
                </a:lnTo>
                <a:lnTo>
                  <a:pt x="502" y="56"/>
                </a:lnTo>
                <a:lnTo>
                  <a:pt x="503" y="56"/>
                </a:lnTo>
                <a:lnTo>
                  <a:pt x="506" y="59"/>
                </a:lnTo>
                <a:lnTo>
                  <a:pt x="508" y="60"/>
                </a:lnTo>
                <a:lnTo>
                  <a:pt x="508" y="61"/>
                </a:lnTo>
                <a:lnTo>
                  <a:pt x="509" y="62"/>
                </a:lnTo>
                <a:lnTo>
                  <a:pt x="509" y="63"/>
                </a:lnTo>
                <a:lnTo>
                  <a:pt x="511" y="65"/>
                </a:lnTo>
                <a:lnTo>
                  <a:pt x="513" y="65"/>
                </a:lnTo>
                <a:lnTo>
                  <a:pt x="514" y="65"/>
                </a:lnTo>
                <a:lnTo>
                  <a:pt x="515" y="65"/>
                </a:lnTo>
                <a:lnTo>
                  <a:pt x="517" y="65"/>
                </a:lnTo>
                <a:lnTo>
                  <a:pt x="519" y="64"/>
                </a:lnTo>
                <a:lnTo>
                  <a:pt x="520" y="64"/>
                </a:lnTo>
                <a:lnTo>
                  <a:pt x="520" y="63"/>
                </a:lnTo>
                <a:lnTo>
                  <a:pt x="521" y="63"/>
                </a:lnTo>
                <a:lnTo>
                  <a:pt x="523" y="62"/>
                </a:lnTo>
                <a:lnTo>
                  <a:pt x="525" y="61"/>
                </a:lnTo>
                <a:lnTo>
                  <a:pt x="525" y="60"/>
                </a:lnTo>
                <a:lnTo>
                  <a:pt x="526" y="59"/>
                </a:lnTo>
                <a:lnTo>
                  <a:pt x="527" y="59"/>
                </a:lnTo>
                <a:lnTo>
                  <a:pt x="528" y="58"/>
                </a:lnTo>
                <a:lnTo>
                  <a:pt x="531" y="56"/>
                </a:lnTo>
                <a:lnTo>
                  <a:pt x="536" y="53"/>
                </a:lnTo>
                <a:lnTo>
                  <a:pt x="537" y="53"/>
                </a:lnTo>
                <a:lnTo>
                  <a:pt x="539" y="53"/>
                </a:lnTo>
                <a:lnTo>
                  <a:pt x="539" y="52"/>
                </a:lnTo>
                <a:lnTo>
                  <a:pt x="538" y="52"/>
                </a:lnTo>
                <a:lnTo>
                  <a:pt x="538" y="51"/>
                </a:lnTo>
                <a:lnTo>
                  <a:pt x="538" y="50"/>
                </a:lnTo>
                <a:lnTo>
                  <a:pt x="538" y="49"/>
                </a:lnTo>
                <a:lnTo>
                  <a:pt x="537" y="46"/>
                </a:lnTo>
                <a:lnTo>
                  <a:pt x="537" y="45"/>
                </a:lnTo>
                <a:lnTo>
                  <a:pt x="536" y="45"/>
                </a:lnTo>
                <a:lnTo>
                  <a:pt x="535" y="42"/>
                </a:lnTo>
                <a:lnTo>
                  <a:pt x="535" y="41"/>
                </a:lnTo>
                <a:lnTo>
                  <a:pt x="535" y="40"/>
                </a:lnTo>
                <a:lnTo>
                  <a:pt x="534" y="40"/>
                </a:lnTo>
                <a:lnTo>
                  <a:pt x="533" y="39"/>
                </a:lnTo>
                <a:lnTo>
                  <a:pt x="533" y="38"/>
                </a:lnTo>
                <a:lnTo>
                  <a:pt x="533" y="37"/>
                </a:lnTo>
                <a:lnTo>
                  <a:pt x="532" y="37"/>
                </a:lnTo>
                <a:lnTo>
                  <a:pt x="531" y="37"/>
                </a:lnTo>
                <a:lnTo>
                  <a:pt x="530" y="37"/>
                </a:lnTo>
                <a:lnTo>
                  <a:pt x="529" y="36"/>
                </a:lnTo>
                <a:lnTo>
                  <a:pt x="528" y="33"/>
                </a:lnTo>
                <a:lnTo>
                  <a:pt x="528" y="32"/>
                </a:lnTo>
                <a:lnTo>
                  <a:pt x="528" y="31"/>
                </a:lnTo>
                <a:lnTo>
                  <a:pt x="528" y="28"/>
                </a:lnTo>
                <a:lnTo>
                  <a:pt x="529" y="27"/>
                </a:lnTo>
                <a:lnTo>
                  <a:pt x="530" y="26"/>
                </a:lnTo>
                <a:lnTo>
                  <a:pt x="536" y="29"/>
                </a:lnTo>
                <a:lnTo>
                  <a:pt x="538" y="28"/>
                </a:lnTo>
                <a:lnTo>
                  <a:pt x="540" y="29"/>
                </a:lnTo>
                <a:lnTo>
                  <a:pt x="540" y="30"/>
                </a:lnTo>
                <a:lnTo>
                  <a:pt x="541" y="31"/>
                </a:lnTo>
                <a:lnTo>
                  <a:pt x="545" y="30"/>
                </a:lnTo>
                <a:lnTo>
                  <a:pt x="545" y="31"/>
                </a:lnTo>
                <a:lnTo>
                  <a:pt x="545" y="33"/>
                </a:lnTo>
                <a:lnTo>
                  <a:pt x="544" y="34"/>
                </a:lnTo>
                <a:lnTo>
                  <a:pt x="545" y="34"/>
                </a:lnTo>
                <a:lnTo>
                  <a:pt x="546" y="35"/>
                </a:lnTo>
                <a:lnTo>
                  <a:pt x="547" y="37"/>
                </a:lnTo>
                <a:lnTo>
                  <a:pt x="548" y="37"/>
                </a:lnTo>
                <a:lnTo>
                  <a:pt x="548" y="38"/>
                </a:lnTo>
                <a:lnTo>
                  <a:pt x="550" y="39"/>
                </a:lnTo>
                <a:lnTo>
                  <a:pt x="551" y="40"/>
                </a:lnTo>
                <a:lnTo>
                  <a:pt x="551" y="41"/>
                </a:lnTo>
                <a:lnTo>
                  <a:pt x="552" y="42"/>
                </a:lnTo>
                <a:lnTo>
                  <a:pt x="553" y="43"/>
                </a:lnTo>
                <a:lnTo>
                  <a:pt x="555" y="44"/>
                </a:lnTo>
                <a:lnTo>
                  <a:pt x="556" y="45"/>
                </a:lnTo>
                <a:lnTo>
                  <a:pt x="557" y="45"/>
                </a:lnTo>
                <a:lnTo>
                  <a:pt x="558" y="46"/>
                </a:lnTo>
                <a:lnTo>
                  <a:pt x="558" y="47"/>
                </a:lnTo>
                <a:lnTo>
                  <a:pt x="559" y="47"/>
                </a:lnTo>
                <a:lnTo>
                  <a:pt x="560" y="47"/>
                </a:lnTo>
                <a:lnTo>
                  <a:pt x="561" y="46"/>
                </a:lnTo>
                <a:lnTo>
                  <a:pt x="563" y="43"/>
                </a:lnTo>
                <a:lnTo>
                  <a:pt x="563" y="42"/>
                </a:lnTo>
                <a:lnTo>
                  <a:pt x="562" y="41"/>
                </a:lnTo>
                <a:lnTo>
                  <a:pt x="562" y="39"/>
                </a:lnTo>
                <a:lnTo>
                  <a:pt x="563" y="37"/>
                </a:lnTo>
                <a:lnTo>
                  <a:pt x="564" y="36"/>
                </a:lnTo>
                <a:lnTo>
                  <a:pt x="565" y="36"/>
                </a:lnTo>
                <a:lnTo>
                  <a:pt x="567" y="37"/>
                </a:lnTo>
                <a:lnTo>
                  <a:pt x="568" y="37"/>
                </a:lnTo>
                <a:lnTo>
                  <a:pt x="569" y="38"/>
                </a:lnTo>
                <a:lnTo>
                  <a:pt x="569" y="39"/>
                </a:lnTo>
                <a:lnTo>
                  <a:pt x="570" y="39"/>
                </a:lnTo>
                <a:lnTo>
                  <a:pt x="571" y="39"/>
                </a:lnTo>
                <a:lnTo>
                  <a:pt x="572" y="38"/>
                </a:lnTo>
                <a:lnTo>
                  <a:pt x="573" y="37"/>
                </a:lnTo>
                <a:lnTo>
                  <a:pt x="572" y="37"/>
                </a:lnTo>
                <a:lnTo>
                  <a:pt x="572" y="36"/>
                </a:lnTo>
                <a:lnTo>
                  <a:pt x="573" y="35"/>
                </a:lnTo>
                <a:lnTo>
                  <a:pt x="574" y="35"/>
                </a:lnTo>
                <a:lnTo>
                  <a:pt x="575" y="37"/>
                </a:lnTo>
                <a:lnTo>
                  <a:pt x="576" y="37"/>
                </a:lnTo>
                <a:lnTo>
                  <a:pt x="578" y="39"/>
                </a:lnTo>
                <a:lnTo>
                  <a:pt x="578" y="40"/>
                </a:lnTo>
                <a:lnTo>
                  <a:pt x="580" y="43"/>
                </a:lnTo>
                <a:lnTo>
                  <a:pt x="579" y="45"/>
                </a:lnTo>
                <a:lnTo>
                  <a:pt x="580" y="46"/>
                </a:lnTo>
                <a:lnTo>
                  <a:pt x="581" y="48"/>
                </a:lnTo>
                <a:lnTo>
                  <a:pt x="583" y="50"/>
                </a:lnTo>
                <a:lnTo>
                  <a:pt x="583" y="51"/>
                </a:lnTo>
                <a:lnTo>
                  <a:pt x="586" y="52"/>
                </a:lnTo>
                <a:lnTo>
                  <a:pt x="587" y="52"/>
                </a:lnTo>
                <a:lnTo>
                  <a:pt x="594" y="52"/>
                </a:lnTo>
                <a:lnTo>
                  <a:pt x="595" y="51"/>
                </a:lnTo>
                <a:lnTo>
                  <a:pt x="596" y="50"/>
                </a:lnTo>
                <a:lnTo>
                  <a:pt x="598" y="47"/>
                </a:lnTo>
                <a:lnTo>
                  <a:pt x="599" y="39"/>
                </a:lnTo>
                <a:lnTo>
                  <a:pt x="599" y="38"/>
                </a:lnTo>
                <a:lnTo>
                  <a:pt x="602" y="34"/>
                </a:lnTo>
                <a:lnTo>
                  <a:pt x="603" y="33"/>
                </a:lnTo>
                <a:lnTo>
                  <a:pt x="604" y="32"/>
                </a:lnTo>
                <a:lnTo>
                  <a:pt x="604" y="31"/>
                </a:lnTo>
                <a:lnTo>
                  <a:pt x="604" y="30"/>
                </a:lnTo>
                <a:lnTo>
                  <a:pt x="605" y="30"/>
                </a:lnTo>
                <a:lnTo>
                  <a:pt x="605" y="29"/>
                </a:lnTo>
                <a:lnTo>
                  <a:pt x="606" y="28"/>
                </a:lnTo>
                <a:lnTo>
                  <a:pt x="608" y="25"/>
                </a:lnTo>
                <a:lnTo>
                  <a:pt x="608" y="24"/>
                </a:lnTo>
                <a:lnTo>
                  <a:pt x="610" y="22"/>
                </a:lnTo>
                <a:lnTo>
                  <a:pt x="612" y="18"/>
                </a:lnTo>
                <a:lnTo>
                  <a:pt x="612" y="17"/>
                </a:lnTo>
                <a:lnTo>
                  <a:pt x="612" y="16"/>
                </a:lnTo>
                <a:lnTo>
                  <a:pt x="614" y="14"/>
                </a:lnTo>
                <a:lnTo>
                  <a:pt x="616" y="13"/>
                </a:lnTo>
                <a:lnTo>
                  <a:pt x="617" y="13"/>
                </a:lnTo>
                <a:lnTo>
                  <a:pt x="622" y="12"/>
                </a:lnTo>
                <a:lnTo>
                  <a:pt x="625" y="9"/>
                </a:lnTo>
                <a:lnTo>
                  <a:pt x="626" y="8"/>
                </a:lnTo>
                <a:lnTo>
                  <a:pt x="627" y="7"/>
                </a:lnTo>
                <a:lnTo>
                  <a:pt x="628" y="6"/>
                </a:lnTo>
                <a:lnTo>
                  <a:pt x="630" y="5"/>
                </a:lnTo>
                <a:lnTo>
                  <a:pt x="633" y="5"/>
                </a:lnTo>
                <a:lnTo>
                  <a:pt x="637" y="5"/>
                </a:lnTo>
                <a:lnTo>
                  <a:pt x="638" y="4"/>
                </a:lnTo>
                <a:lnTo>
                  <a:pt x="639" y="4"/>
                </a:lnTo>
                <a:lnTo>
                  <a:pt x="640" y="3"/>
                </a:lnTo>
                <a:lnTo>
                  <a:pt x="640" y="1"/>
                </a:lnTo>
                <a:lnTo>
                  <a:pt x="641" y="1"/>
                </a:lnTo>
                <a:lnTo>
                  <a:pt x="642" y="0"/>
                </a:lnTo>
                <a:lnTo>
                  <a:pt x="644" y="2"/>
                </a:lnTo>
                <a:lnTo>
                  <a:pt x="644" y="3"/>
                </a:lnTo>
                <a:lnTo>
                  <a:pt x="645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1374840" y="4455720"/>
            <a:ext cx="684360" cy="574920"/>
          </a:xfrm>
          <a:custGeom>
            <a:avLst/>
            <a:gdLst/>
            <a:ahLst/>
            <a:rect l="0" t="0" r="r" b="b"/>
            <a:pathLst>
              <a:path w="1901" h="1597">
                <a:moveTo>
                  <a:pt x="599" y="5"/>
                </a:moveTo>
                <a:lnTo>
                  <a:pt x="603" y="19"/>
                </a:lnTo>
                <a:lnTo>
                  <a:pt x="604" y="20"/>
                </a:lnTo>
                <a:lnTo>
                  <a:pt x="605" y="23"/>
                </a:lnTo>
                <a:lnTo>
                  <a:pt x="613" y="46"/>
                </a:lnTo>
                <a:lnTo>
                  <a:pt x="622" y="71"/>
                </a:lnTo>
                <a:lnTo>
                  <a:pt x="622" y="72"/>
                </a:lnTo>
                <a:lnTo>
                  <a:pt x="623" y="75"/>
                </a:lnTo>
                <a:lnTo>
                  <a:pt x="624" y="78"/>
                </a:lnTo>
                <a:lnTo>
                  <a:pt x="625" y="79"/>
                </a:lnTo>
                <a:lnTo>
                  <a:pt x="626" y="83"/>
                </a:lnTo>
                <a:lnTo>
                  <a:pt x="626" y="84"/>
                </a:lnTo>
                <a:lnTo>
                  <a:pt x="627" y="86"/>
                </a:lnTo>
                <a:lnTo>
                  <a:pt x="627" y="87"/>
                </a:lnTo>
                <a:lnTo>
                  <a:pt x="628" y="89"/>
                </a:lnTo>
                <a:lnTo>
                  <a:pt x="630" y="96"/>
                </a:lnTo>
                <a:lnTo>
                  <a:pt x="631" y="98"/>
                </a:lnTo>
                <a:lnTo>
                  <a:pt x="631" y="99"/>
                </a:lnTo>
                <a:lnTo>
                  <a:pt x="632" y="99"/>
                </a:lnTo>
                <a:lnTo>
                  <a:pt x="632" y="101"/>
                </a:lnTo>
                <a:lnTo>
                  <a:pt x="633" y="104"/>
                </a:lnTo>
                <a:lnTo>
                  <a:pt x="634" y="105"/>
                </a:lnTo>
                <a:lnTo>
                  <a:pt x="634" y="106"/>
                </a:lnTo>
                <a:lnTo>
                  <a:pt x="634" y="107"/>
                </a:lnTo>
                <a:lnTo>
                  <a:pt x="634" y="108"/>
                </a:lnTo>
                <a:lnTo>
                  <a:pt x="635" y="109"/>
                </a:lnTo>
                <a:lnTo>
                  <a:pt x="638" y="117"/>
                </a:lnTo>
                <a:lnTo>
                  <a:pt x="638" y="118"/>
                </a:lnTo>
                <a:lnTo>
                  <a:pt x="638" y="119"/>
                </a:lnTo>
                <a:lnTo>
                  <a:pt x="639" y="120"/>
                </a:lnTo>
                <a:lnTo>
                  <a:pt x="639" y="121"/>
                </a:lnTo>
                <a:lnTo>
                  <a:pt x="640" y="122"/>
                </a:lnTo>
                <a:lnTo>
                  <a:pt x="640" y="123"/>
                </a:lnTo>
                <a:lnTo>
                  <a:pt x="640" y="125"/>
                </a:lnTo>
                <a:lnTo>
                  <a:pt x="641" y="125"/>
                </a:lnTo>
                <a:lnTo>
                  <a:pt x="641" y="126"/>
                </a:lnTo>
                <a:lnTo>
                  <a:pt x="641" y="127"/>
                </a:lnTo>
                <a:lnTo>
                  <a:pt x="642" y="129"/>
                </a:lnTo>
                <a:lnTo>
                  <a:pt x="642" y="130"/>
                </a:lnTo>
                <a:lnTo>
                  <a:pt x="643" y="131"/>
                </a:lnTo>
                <a:lnTo>
                  <a:pt x="643" y="133"/>
                </a:lnTo>
                <a:lnTo>
                  <a:pt x="644" y="134"/>
                </a:lnTo>
                <a:lnTo>
                  <a:pt x="645" y="137"/>
                </a:lnTo>
                <a:lnTo>
                  <a:pt x="645" y="138"/>
                </a:lnTo>
                <a:lnTo>
                  <a:pt x="645" y="140"/>
                </a:lnTo>
                <a:lnTo>
                  <a:pt x="646" y="141"/>
                </a:lnTo>
                <a:lnTo>
                  <a:pt x="646" y="143"/>
                </a:lnTo>
                <a:lnTo>
                  <a:pt x="647" y="144"/>
                </a:lnTo>
                <a:lnTo>
                  <a:pt x="647" y="145"/>
                </a:lnTo>
                <a:lnTo>
                  <a:pt x="648" y="147"/>
                </a:lnTo>
                <a:lnTo>
                  <a:pt x="649" y="149"/>
                </a:lnTo>
                <a:lnTo>
                  <a:pt x="649" y="151"/>
                </a:lnTo>
                <a:lnTo>
                  <a:pt x="650" y="152"/>
                </a:lnTo>
                <a:lnTo>
                  <a:pt x="650" y="154"/>
                </a:lnTo>
                <a:lnTo>
                  <a:pt x="651" y="155"/>
                </a:lnTo>
                <a:lnTo>
                  <a:pt x="651" y="156"/>
                </a:lnTo>
                <a:lnTo>
                  <a:pt x="652" y="158"/>
                </a:lnTo>
                <a:lnTo>
                  <a:pt x="652" y="159"/>
                </a:lnTo>
                <a:lnTo>
                  <a:pt x="653" y="161"/>
                </a:lnTo>
                <a:lnTo>
                  <a:pt x="653" y="162"/>
                </a:lnTo>
                <a:lnTo>
                  <a:pt x="654" y="163"/>
                </a:lnTo>
                <a:lnTo>
                  <a:pt x="654" y="164"/>
                </a:lnTo>
                <a:lnTo>
                  <a:pt x="654" y="165"/>
                </a:lnTo>
                <a:lnTo>
                  <a:pt x="655" y="166"/>
                </a:lnTo>
                <a:lnTo>
                  <a:pt x="655" y="167"/>
                </a:lnTo>
                <a:lnTo>
                  <a:pt x="656" y="169"/>
                </a:lnTo>
                <a:lnTo>
                  <a:pt x="656" y="170"/>
                </a:lnTo>
                <a:lnTo>
                  <a:pt x="657" y="172"/>
                </a:lnTo>
                <a:lnTo>
                  <a:pt x="657" y="174"/>
                </a:lnTo>
                <a:lnTo>
                  <a:pt x="658" y="176"/>
                </a:lnTo>
                <a:lnTo>
                  <a:pt x="658" y="177"/>
                </a:lnTo>
                <a:lnTo>
                  <a:pt x="658" y="178"/>
                </a:lnTo>
                <a:lnTo>
                  <a:pt x="659" y="179"/>
                </a:lnTo>
                <a:lnTo>
                  <a:pt x="655" y="182"/>
                </a:lnTo>
                <a:lnTo>
                  <a:pt x="654" y="183"/>
                </a:lnTo>
                <a:lnTo>
                  <a:pt x="653" y="184"/>
                </a:lnTo>
                <a:lnTo>
                  <a:pt x="652" y="185"/>
                </a:lnTo>
                <a:lnTo>
                  <a:pt x="651" y="186"/>
                </a:lnTo>
                <a:lnTo>
                  <a:pt x="650" y="187"/>
                </a:lnTo>
                <a:lnTo>
                  <a:pt x="648" y="189"/>
                </a:lnTo>
                <a:lnTo>
                  <a:pt x="647" y="190"/>
                </a:lnTo>
                <a:lnTo>
                  <a:pt x="646" y="190"/>
                </a:lnTo>
                <a:lnTo>
                  <a:pt x="645" y="192"/>
                </a:lnTo>
                <a:lnTo>
                  <a:pt x="643" y="194"/>
                </a:lnTo>
                <a:lnTo>
                  <a:pt x="642" y="195"/>
                </a:lnTo>
                <a:lnTo>
                  <a:pt x="641" y="195"/>
                </a:lnTo>
                <a:lnTo>
                  <a:pt x="641" y="196"/>
                </a:lnTo>
                <a:lnTo>
                  <a:pt x="639" y="197"/>
                </a:lnTo>
                <a:lnTo>
                  <a:pt x="638" y="198"/>
                </a:lnTo>
                <a:lnTo>
                  <a:pt x="637" y="199"/>
                </a:lnTo>
                <a:lnTo>
                  <a:pt x="637" y="200"/>
                </a:lnTo>
                <a:lnTo>
                  <a:pt x="636" y="200"/>
                </a:lnTo>
                <a:lnTo>
                  <a:pt x="635" y="201"/>
                </a:lnTo>
                <a:lnTo>
                  <a:pt x="634" y="202"/>
                </a:lnTo>
                <a:lnTo>
                  <a:pt x="632" y="204"/>
                </a:lnTo>
                <a:lnTo>
                  <a:pt x="631" y="205"/>
                </a:lnTo>
                <a:lnTo>
                  <a:pt x="631" y="206"/>
                </a:lnTo>
                <a:lnTo>
                  <a:pt x="631" y="207"/>
                </a:lnTo>
                <a:lnTo>
                  <a:pt x="633" y="208"/>
                </a:lnTo>
                <a:lnTo>
                  <a:pt x="633" y="209"/>
                </a:lnTo>
                <a:lnTo>
                  <a:pt x="633" y="210"/>
                </a:lnTo>
                <a:lnTo>
                  <a:pt x="632" y="210"/>
                </a:lnTo>
                <a:lnTo>
                  <a:pt x="633" y="210"/>
                </a:lnTo>
                <a:lnTo>
                  <a:pt x="643" y="227"/>
                </a:lnTo>
                <a:lnTo>
                  <a:pt x="645" y="230"/>
                </a:lnTo>
                <a:lnTo>
                  <a:pt x="660" y="254"/>
                </a:lnTo>
                <a:lnTo>
                  <a:pt x="661" y="255"/>
                </a:lnTo>
                <a:lnTo>
                  <a:pt x="667" y="265"/>
                </a:lnTo>
                <a:lnTo>
                  <a:pt x="670" y="268"/>
                </a:lnTo>
                <a:lnTo>
                  <a:pt x="675" y="272"/>
                </a:lnTo>
                <a:lnTo>
                  <a:pt x="676" y="274"/>
                </a:lnTo>
                <a:lnTo>
                  <a:pt x="680" y="277"/>
                </a:lnTo>
                <a:lnTo>
                  <a:pt x="681" y="278"/>
                </a:lnTo>
                <a:lnTo>
                  <a:pt x="682" y="279"/>
                </a:lnTo>
                <a:lnTo>
                  <a:pt x="683" y="279"/>
                </a:lnTo>
                <a:lnTo>
                  <a:pt x="685" y="281"/>
                </a:lnTo>
                <a:lnTo>
                  <a:pt x="689" y="284"/>
                </a:lnTo>
                <a:lnTo>
                  <a:pt x="690" y="284"/>
                </a:lnTo>
                <a:lnTo>
                  <a:pt x="691" y="285"/>
                </a:lnTo>
                <a:lnTo>
                  <a:pt x="692" y="286"/>
                </a:lnTo>
                <a:lnTo>
                  <a:pt x="692" y="287"/>
                </a:lnTo>
                <a:lnTo>
                  <a:pt x="693" y="288"/>
                </a:lnTo>
                <a:lnTo>
                  <a:pt x="694" y="289"/>
                </a:lnTo>
                <a:lnTo>
                  <a:pt x="695" y="290"/>
                </a:lnTo>
                <a:lnTo>
                  <a:pt x="695" y="291"/>
                </a:lnTo>
                <a:lnTo>
                  <a:pt x="696" y="292"/>
                </a:lnTo>
                <a:lnTo>
                  <a:pt x="697" y="292"/>
                </a:lnTo>
                <a:lnTo>
                  <a:pt x="699" y="292"/>
                </a:lnTo>
                <a:lnTo>
                  <a:pt x="700" y="293"/>
                </a:lnTo>
                <a:lnTo>
                  <a:pt x="702" y="293"/>
                </a:lnTo>
                <a:lnTo>
                  <a:pt x="703" y="294"/>
                </a:lnTo>
                <a:lnTo>
                  <a:pt x="704" y="294"/>
                </a:lnTo>
                <a:lnTo>
                  <a:pt x="705" y="295"/>
                </a:lnTo>
                <a:lnTo>
                  <a:pt x="705" y="298"/>
                </a:lnTo>
                <a:lnTo>
                  <a:pt x="705" y="299"/>
                </a:lnTo>
                <a:lnTo>
                  <a:pt x="705" y="300"/>
                </a:lnTo>
                <a:lnTo>
                  <a:pt x="705" y="302"/>
                </a:lnTo>
                <a:lnTo>
                  <a:pt x="705" y="303"/>
                </a:lnTo>
                <a:lnTo>
                  <a:pt x="705" y="304"/>
                </a:lnTo>
                <a:lnTo>
                  <a:pt x="705" y="307"/>
                </a:lnTo>
                <a:lnTo>
                  <a:pt x="705" y="308"/>
                </a:lnTo>
                <a:lnTo>
                  <a:pt x="705" y="310"/>
                </a:lnTo>
                <a:lnTo>
                  <a:pt x="705" y="311"/>
                </a:lnTo>
                <a:lnTo>
                  <a:pt x="705" y="313"/>
                </a:lnTo>
                <a:lnTo>
                  <a:pt x="705" y="315"/>
                </a:lnTo>
                <a:lnTo>
                  <a:pt x="705" y="316"/>
                </a:lnTo>
                <a:lnTo>
                  <a:pt x="704" y="317"/>
                </a:lnTo>
                <a:lnTo>
                  <a:pt x="704" y="320"/>
                </a:lnTo>
                <a:lnTo>
                  <a:pt x="704" y="321"/>
                </a:lnTo>
                <a:lnTo>
                  <a:pt x="704" y="322"/>
                </a:lnTo>
                <a:lnTo>
                  <a:pt x="704" y="324"/>
                </a:lnTo>
                <a:lnTo>
                  <a:pt x="704" y="325"/>
                </a:lnTo>
                <a:lnTo>
                  <a:pt x="704" y="330"/>
                </a:lnTo>
                <a:lnTo>
                  <a:pt x="704" y="332"/>
                </a:lnTo>
                <a:lnTo>
                  <a:pt x="704" y="334"/>
                </a:lnTo>
                <a:lnTo>
                  <a:pt x="704" y="335"/>
                </a:lnTo>
                <a:lnTo>
                  <a:pt x="704" y="337"/>
                </a:lnTo>
                <a:lnTo>
                  <a:pt x="704" y="339"/>
                </a:lnTo>
                <a:lnTo>
                  <a:pt x="703" y="345"/>
                </a:lnTo>
                <a:lnTo>
                  <a:pt x="703" y="349"/>
                </a:lnTo>
                <a:lnTo>
                  <a:pt x="712" y="345"/>
                </a:lnTo>
                <a:lnTo>
                  <a:pt x="721" y="341"/>
                </a:lnTo>
                <a:lnTo>
                  <a:pt x="722" y="341"/>
                </a:lnTo>
                <a:lnTo>
                  <a:pt x="724" y="340"/>
                </a:lnTo>
                <a:lnTo>
                  <a:pt x="725" y="340"/>
                </a:lnTo>
                <a:lnTo>
                  <a:pt x="726" y="339"/>
                </a:lnTo>
                <a:lnTo>
                  <a:pt x="728" y="338"/>
                </a:lnTo>
                <a:lnTo>
                  <a:pt x="731" y="337"/>
                </a:lnTo>
                <a:lnTo>
                  <a:pt x="732" y="336"/>
                </a:lnTo>
                <a:lnTo>
                  <a:pt x="733" y="336"/>
                </a:lnTo>
                <a:lnTo>
                  <a:pt x="735" y="335"/>
                </a:lnTo>
                <a:lnTo>
                  <a:pt x="736" y="334"/>
                </a:lnTo>
                <a:lnTo>
                  <a:pt x="735" y="333"/>
                </a:lnTo>
                <a:lnTo>
                  <a:pt x="735" y="331"/>
                </a:lnTo>
                <a:lnTo>
                  <a:pt x="734" y="330"/>
                </a:lnTo>
                <a:lnTo>
                  <a:pt x="733" y="328"/>
                </a:lnTo>
                <a:lnTo>
                  <a:pt x="732" y="326"/>
                </a:lnTo>
                <a:lnTo>
                  <a:pt x="731" y="325"/>
                </a:lnTo>
                <a:lnTo>
                  <a:pt x="730" y="323"/>
                </a:lnTo>
                <a:lnTo>
                  <a:pt x="733" y="323"/>
                </a:lnTo>
                <a:lnTo>
                  <a:pt x="736" y="322"/>
                </a:lnTo>
                <a:lnTo>
                  <a:pt x="737" y="321"/>
                </a:lnTo>
                <a:lnTo>
                  <a:pt x="739" y="321"/>
                </a:lnTo>
                <a:lnTo>
                  <a:pt x="740" y="321"/>
                </a:lnTo>
                <a:lnTo>
                  <a:pt x="742" y="320"/>
                </a:lnTo>
                <a:lnTo>
                  <a:pt x="742" y="322"/>
                </a:lnTo>
                <a:lnTo>
                  <a:pt x="742" y="324"/>
                </a:lnTo>
                <a:lnTo>
                  <a:pt x="742" y="326"/>
                </a:lnTo>
                <a:lnTo>
                  <a:pt x="743" y="327"/>
                </a:lnTo>
                <a:lnTo>
                  <a:pt x="743" y="329"/>
                </a:lnTo>
                <a:lnTo>
                  <a:pt x="743" y="330"/>
                </a:lnTo>
                <a:lnTo>
                  <a:pt x="743" y="332"/>
                </a:lnTo>
                <a:lnTo>
                  <a:pt x="743" y="333"/>
                </a:lnTo>
                <a:lnTo>
                  <a:pt x="744" y="333"/>
                </a:lnTo>
                <a:lnTo>
                  <a:pt x="744" y="334"/>
                </a:lnTo>
                <a:lnTo>
                  <a:pt x="744" y="335"/>
                </a:lnTo>
                <a:lnTo>
                  <a:pt x="745" y="336"/>
                </a:lnTo>
                <a:lnTo>
                  <a:pt x="746" y="338"/>
                </a:lnTo>
                <a:lnTo>
                  <a:pt x="747" y="338"/>
                </a:lnTo>
                <a:lnTo>
                  <a:pt x="748" y="339"/>
                </a:lnTo>
                <a:lnTo>
                  <a:pt x="750" y="340"/>
                </a:lnTo>
                <a:lnTo>
                  <a:pt x="751" y="341"/>
                </a:lnTo>
                <a:lnTo>
                  <a:pt x="752" y="342"/>
                </a:lnTo>
                <a:lnTo>
                  <a:pt x="753" y="343"/>
                </a:lnTo>
                <a:lnTo>
                  <a:pt x="754" y="345"/>
                </a:lnTo>
                <a:lnTo>
                  <a:pt x="755" y="346"/>
                </a:lnTo>
                <a:lnTo>
                  <a:pt x="755" y="345"/>
                </a:lnTo>
                <a:lnTo>
                  <a:pt x="755" y="344"/>
                </a:lnTo>
                <a:lnTo>
                  <a:pt x="755" y="343"/>
                </a:lnTo>
                <a:lnTo>
                  <a:pt x="755" y="342"/>
                </a:lnTo>
                <a:lnTo>
                  <a:pt x="755" y="341"/>
                </a:lnTo>
                <a:lnTo>
                  <a:pt x="756" y="341"/>
                </a:lnTo>
                <a:lnTo>
                  <a:pt x="756" y="340"/>
                </a:lnTo>
                <a:lnTo>
                  <a:pt x="755" y="340"/>
                </a:lnTo>
                <a:lnTo>
                  <a:pt x="756" y="340"/>
                </a:lnTo>
                <a:lnTo>
                  <a:pt x="755" y="340"/>
                </a:lnTo>
                <a:lnTo>
                  <a:pt x="755" y="339"/>
                </a:lnTo>
                <a:lnTo>
                  <a:pt x="756" y="339"/>
                </a:lnTo>
                <a:lnTo>
                  <a:pt x="756" y="338"/>
                </a:lnTo>
                <a:lnTo>
                  <a:pt x="756" y="337"/>
                </a:lnTo>
                <a:lnTo>
                  <a:pt x="755" y="337"/>
                </a:lnTo>
                <a:lnTo>
                  <a:pt x="755" y="336"/>
                </a:lnTo>
                <a:lnTo>
                  <a:pt x="754" y="336"/>
                </a:lnTo>
                <a:lnTo>
                  <a:pt x="754" y="335"/>
                </a:lnTo>
                <a:lnTo>
                  <a:pt x="754" y="334"/>
                </a:lnTo>
                <a:lnTo>
                  <a:pt x="755" y="334"/>
                </a:lnTo>
                <a:lnTo>
                  <a:pt x="755" y="333"/>
                </a:lnTo>
                <a:lnTo>
                  <a:pt x="755" y="332"/>
                </a:lnTo>
                <a:lnTo>
                  <a:pt x="755" y="331"/>
                </a:lnTo>
                <a:lnTo>
                  <a:pt x="756" y="331"/>
                </a:lnTo>
                <a:lnTo>
                  <a:pt x="757" y="330"/>
                </a:lnTo>
                <a:lnTo>
                  <a:pt x="759" y="329"/>
                </a:lnTo>
                <a:lnTo>
                  <a:pt x="761" y="328"/>
                </a:lnTo>
                <a:lnTo>
                  <a:pt x="762" y="328"/>
                </a:lnTo>
                <a:lnTo>
                  <a:pt x="766" y="326"/>
                </a:lnTo>
                <a:lnTo>
                  <a:pt x="768" y="326"/>
                </a:lnTo>
                <a:lnTo>
                  <a:pt x="768" y="325"/>
                </a:lnTo>
                <a:lnTo>
                  <a:pt x="769" y="325"/>
                </a:lnTo>
                <a:lnTo>
                  <a:pt x="771" y="324"/>
                </a:lnTo>
                <a:lnTo>
                  <a:pt x="773" y="323"/>
                </a:lnTo>
                <a:lnTo>
                  <a:pt x="775" y="322"/>
                </a:lnTo>
                <a:lnTo>
                  <a:pt x="777" y="321"/>
                </a:lnTo>
                <a:lnTo>
                  <a:pt x="778" y="323"/>
                </a:lnTo>
                <a:lnTo>
                  <a:pt x="779" y="325"/>
                </a:lnTo>
                <a:lnTo>
                  <a:pt x="780" y="327"/>
                </a:lnTo>
                <a:lnTo>
                  <a:pt x="780" y="328"/>
                </a:lnTo>
                <a:lnTo>
                  <a:pt x="781" y="329"/>
                </a:lnTo>
                <a:lnTo>
                  <a:pt x="781" y="330"/>
                </a:lnTo>
                <a:lnTo>
                  <a:pt x="781" y="331"/>
                </a:lnTo>
                <a:lnTo>
                  <a:pt x="782" y="332"/>
                </a:lnTo>
                <a:lnTo>
                  <a:pt x="782" y="333"/>
                </a:lnTo>
                <a:lnTo>
                  <a:pt x="782" y="334"/>
                </a:lnTo>
                <a:lnTo>
                  <a:pt x="783" y="334"/>
                </a:lnTo>
                <a:lnTo>
                  <a:pt x="783" y="335"/>
                </a:lnTo>
                <a:lnTo>
                  <a:pt x="784" y="335"/>
                </a:lnTo>
                <a:lnTo>
                  <a:pt x="785" y="336"/>
                </a:lnTo>
                <a:lnTo>
                  <a:pt x="786" y="336"/>
                </a:lnTo>
                <a:lnTo>
                  <a:pt x="787" y="337"/>
                </a:lnTo>
                <a:lnTo>
                  <a:pt x="788" y="337"/>
                </a:lnTo>
                <a:lnTo>
                  <a:pt x="789" y="338"/>
                </a:lnTo>
                <a:lnTo>
                  <a:pt x="790" y="337"/>
                </a:lnTo>
                <a:lnTo>
                  <a:pt x="791" y="335"/>
                </a:lnTo>
                <a:lnTo>
                  <a:pt x="792" y="334"/>
                </a:lnTo>
                <a:lnTo>
                  <a:pt x="792" y="333"/>
                </a:lnTo>
                <a:lnTo>
                  <a:pt x="793" y="332"/>
                </a:lnTo>
                <a:lnTo>
                  <a:pt x="798" y="328"/>
                </a:lnTo>
                <a:lnTo>
                  <a:pt x="799" y="314"/>
                </a:lnTo>
                <a:lnTo>
                  <a:pt x="799" y="311"/>
                </a:lnTo>
                <a:lnTo>
                  <a:pt x="808" y="311"/>
                </a:lnTo>
                <a:lnTo>
                  <a:pt x="811" y="312"/>
                </a:lnTo>
                <a:lnTo>
                  <a:pt x="820" y="313"/>
                </a:lnTo>
                <a:lnTo>
                  <a:pt x="829" y="314"/>
                </a:lnTo>
                <a:lnTo>
                  <a:pt x="836" y="314"/>
                </a:lnTo>
                <a:lnTo>
                  <a:pt x="843" y="315"/>
                </a:lnTo>
                <a:lnTo>
                  <a:pt x="856" y="302"/>
                </a:lnTo>
                <a:lnTo>
                  <a:pt x="865" y="304"/>
                </a:lnTo>
                <a:lnTo>
                  <a:pt x="873" y="305"/>
                </a:lnTo>
                <a:lnTo>
                  <a:pt x="891" y="308"/>
                </a:lnTo>
                <a:lnTo>
                  <a:pt x="893" y="308"/>
                </a:lnTo>
                <a:lnTo>
                  <a:pt x="899" y="308"/>
                </a:lnTo>
                <a:lnTo>
                  <a:pt x="904" y="314"/>
                </a:lnTo>
                <a:lnTo>
                  <a:pt x="908" y="320"/>
                </a:lnTo>
                <a:lnTo>
                  <a:pt x="909" y="323"/>
                </a:lnTo>
                <a:lnTo>
                  <a:pt x="916" y="337"/>
                </a:lnTo>
                <a:lnTo>
                  <a:pt x="918" y="339"/>
                </a:lnTo>
                <a:lnTo>
                  <a:pt x="918" y="346"/>
                </a:lnTo>
                <a:lnTo>
                  <a:pt x="918" y="354"/>
                </a:lnTo>
                <a:lnTo>
                  <a:pt x="909" y="365"/>
                </a:lnTo>
                <a:lnTo>
                  <a:pt x="909" y="371"/>
                </a:lnTo>
                <a:lnTo>
                  <a:pt x="908" y="384"/>
                </a:lnTo>
                <a:lnTo>
                  <a:pt x="907" y="397"/>
                </a:lnTo>
                <a:lnTo>
                  <a:pt x="907" y="405"/>
                </a:lnTo>
                <a:lnTo>
                  <a:pt x="906" y="406"/>
                </a:lnTo>
                <a:lnTo>
                  <a:pt x="904" y="407"/>
                </a:lnTo>
                <a:lnTo>
                  <a:pt x="902" y="408"/>
                </a:lnTo>
                <a:lnTo>
                  <a:pt x="901" y="409"/>
                </a:lnTo>
                <a:lnTo>
                  <a:pt x="900" y="409"/>
                </a:lnTo>
                <a:lnTo>
                  <a:pt x="899" y="410"/>
                </a:lnTo>
                <a:lnTo>
                  <a:pt x="897" y="411"/>
                </a:lnTo>
                <a:lnTo>
                  <a:pt x="895" y="412"/>
                </a:lnTo>
                <a:lnTo>
                  <a:pt x="894" y="413"/>
                </a:lnTo>
                <a:lnTo>
                  <a:pt x="892" y="414"/>
                </a:lnTo>
                <a:lnTo>
                  <a:pt x="890" y="415"/>
                </a:lnTo>
                <a:lnTo>
                  <a:pt x="889" y="416"/>
                </a:lnTo>
                <a:lnTo>
                  <a:pt x="887" y="417"/>
                </a:lnTo>
                <a:lnTo>
                  <a:pt x="886" y="418"/>
                </a:lnTo>
                <a:lnTo>
                  <a:pt x="886" y="419"/>
                </a:lnTo>
                <a:lnTo>
                  <a:pt x="885" y="419"/>
                </a:lnTo>
                <a:lnTo>
                  <a:pt x="885" y="420"/>
                </a:lnTo>
                <a:lnTo>
                  <a:pt x="884" y="420"/>
                </a:lnTo>
                <a:lnTo>
                  <a:pt x="883" y="421"/>
                </a:lnTo>
                <a:lnTo>
                  <a:pt x="883" y="422"/>
                </a:lnTo>
                <a:lnTo>
                  <a:pt x="882" y="422"/>
                </a:lnTo>
                <a:lnTo>
                  <a:pt x="882" y="423"/>
                </a:lnTo>
                <a:lnTo>
                  <a:pt x="882" y="424"/>
                </a:lnTo>
                <a:lnTo>
                  <a:pt x="881" y="424"/>
                </a:lnTo>
                <a:lnTo>
                  <a:pt x="881" y="425"/>
                </a:lnTo>
                <a:lnTo>
                  <a:pt x="881" y="426"/>
                </a:lnTo>
                <a:lnTo>
                  <a:pt x="881" y="427"/>
                </a:lnTo>
                <a:lnTo>
                  <a:pt x="881" y="428"/>
                </a:lnTo>
                <a:lnTo>
                  <a:pt x="880" y="429"/>
                </a:lnTo>
                <a:lnTo>
                  <a:pt x="880" y="431"/>
                </a:lnTo>
                <a:lnTo>
                  <a:pt x="879" y="432"/>
                </a:lnTo>
                <a:lnTo>
                  <a:pt x="879" y="434"/>
                </a:lnTo>
                <a:lnTo>
                  <a:pt x="878" y="435"/>
                </a:lnTo>
                <a:lnTo>
                  <a:pt x="878" y="436"/>
                </a:lnTo>
                <a:lnTo>
                  <a:pt x="878" y="437"/>
                </a:lnTo>
                <a:lnTo>
                  <a:pt x="877" y="437"/>
                </a:lnTo>
                <a:lnTo>
                  <a:pt x="875" y="439"/>
                </a:lnTo>
                <a:lnTo>
                  <a:pt x="874" y="440"/>
                </a:lnTo>
                <a:lnTo>
                  <a:pt x="873" y="441"/>
                </a:lnTo>
                <a:lnTo>
                  <a:pt x="872" y="442"/>
                </a:lnTo>
                <a:lnTo>
                  <a:pt x="871" y="442"/>
                </a:lnTo>
                <a:lnTo>
                  <a:pt x="871" y="443"/>
                </a:lnTo>
                <a:lnTo>
                  <a:pt x="870" y="443"/>
                </a:lnTo>
                <a:lnTo>
                  <a:pt x="869" y="443"/>
                </a:lnTo>
                <a:lnTo>
                  <a:pt x="869" y="444"/>
                </a:lnTo>
                <a:lnTo>
                  <a:pt x="868" y="444"/>
                </a:lnTo>
                <a:lnTo>
                  <a:pt x="867" y="444"/>
                </a:lnTo>
                <a:lnTo>
                  <a:pt x="866" y="444"/>
                </a:lnTo>
                <a:lnTo>
                  <a:pt x="864" y="444"/>
                </a:lnTo>
                <a:lnTo>
                  <a:pt x="863" y="444"/>
                </a:lnTo>
                <a:lnTo>
                  <a:pt x="859" y="444"/>
                </a:lnTo>
                <a:lnTo>
                  <a:pt x="858" y="444"/>
                </a:lnTo>
                <a:lnTo>
                  <a:pt x="857" y="444"/>
                </a:lnTo>
                <a:lnTo>
                  <a:pt x="857" y="445"/>
                </a:lnTo>
                <a:lnTo>
                  <a:pt x="856" y="446"/>
                </a:lnTo>
                <a:lnTo>
                  <a:pt x="856" y="447"/>
                </a:lnTo>
                <a:lnTo>
                  <a:pt x="855" y="447"/>
                </a:lnTo>
                <a:lnTo>
                  <a:pt x="855" y="448"/>
                </a:lnTo>
                <a:lnTo>
                  <a:pt x="854" y="448"/>
                </a:lnTo>
                <a:lnTo>
                  <a:pt x="854" y="449"/>
                </a:lnTo>
                <a:lnTo>
                  <a:pt x="853" y="449"/>
                </a:lnTo>
                <a:lnTo>
                  <a:pt x="853" y="450"/>
                </a:lnTo>
                <a:lnTo>
                  <a:pt x="852" y="450"/>
                </a:lnTo>
                <a:lnTo>
                  <a:pt x="851" y="451"/>
                </a:lnTo>
                <a:lnTo>
                  <a:pt x="849" y="452"/>
                </a:lnTo>
                <a:lnTo>
                  <a:pt x="848" y="452"/>
                </a:lnTo>
                <a:lnTo>
                  <a:pt x="847" y="453"/>
                </a:lnTo>
                <a:lnTo>
                  <a:pt x="844" y="455"/>
                </a:lnTo>
                <a:lnTo>
                  <a:pt x="843" y="455"/>
                </a:lnTo>
                <a:lnTo>
                  <a:pt x="842" y="455"/>
                </a:lnTo>
                <a:lnTo>
                  <a:pt x="842" y="456"/>
                </a:lnTo>
                <a:lnTo>
                  <a:pt x="841" y="456"/>
                </a:lnTo>
                <a:lnTo>
                  <a:pt x="840" y="456"/>
                </a:lnTo>
                <a:lnTo>
                  <a:pt x="838" y="458"/>
                </a:lnTo>
                <a:lnTo>
                  <a:pt x="835" y="459"/>
                </a:lnTo>
                <a:lnTo>
                  <a:pt x="834" y="459"/>
                </a:lnTo>
                <a:lnTo>
                  <a:pt x="833" y="459"/>
                </a:lnTo>
                <a:lnTo>
                  <a:pt x="832" y="460"/>
                </a:lnTo>
                <a:lnTo>
                  <a:pt x="832" y="461"/>
                </a:lnTo>
                <a:lnTo>
                  <a:pt x="831" y="461"/>
                </a:lnTo>
                <a:lnTo>
                  <a:pt x="830" y="461"/>
                </a:lnTo>
                <a:lnTo>
                  <a:pt x="830" y="462"/>
                </a:lnTo>
                <a:lnTo>
                  <a:pt x="829" y="462"/>
                </a:lnTo>
                <a:lnTo>
                  <a:pt x="827" y="462"/>
                </a:lnTo>
                <a:lnTo>
                  <a:pt x="826" y="462"/>
                </a:lnTo>
                <a:lnTo>
                  <a:pt x="825" y="461"/>
                </a:lnTo>
                <a:lnTo>
                  <a:pt x="825" y="460"/>
                </a:lnTo>
                <a:lnTo>
                  <a:pt x="824" y="459"/>
                </a:lnTo>
                <a:lnTo>
                  <a:pt x="823" y="459"/>
                </a:lnTo>
                <a:lnTo>
                  <a:pt x="822" y="459"/>
                </a:lnTo>
                <a:lnTo>
                  <a:pt x="822" y="460"/>
                </a:lnTo>
                <a:lnTo>
                  <a:pt x="821" y="460"/>
                </a:lnTo>
                <a:lnTo>
                  <a:pt x="821" y="461"/>
                </a:lnTo>
                <a:lnTo>
                  <a:pt x="821" y="462"/>
                </a:lnTo>
                <a:lnTo>
                  <a:pt x="822" y="462"/>
                </a:lnTo>
                <a:lnTo>
                  <a:pt x="822" y="463"/>
                </a:lnTo>
                <a:lnTo>
                  <a:pt x="845" y="462"/>
                </a:lnTo>
                <a:lnTo>
                  <a:pt x="846" y="462"/>
                </a:lnTo>
                <a:lnTo>
                  <a:pt x="847" y="462"/>
                </a:lnTo>
                <a:lnTo>
                  <a:pt x="848" y="462"/>
                </a:lnTo>
                <a:lnTo>
                  <a:pt x="849" y="462"/>
                </a:lnTo>
                <a:lnTo>
                  <a:pt x="850" y="463"/>
                </a:lnTo>
                <a:lnTo>
                  <a:pt x="851" y="464"/>
                </a:lnTo>
                <a:lnTo>
                  <a:pt x="853" y="464"/>
                </a:lnTo>
                <a:lnTo>
                  <a:pt x="855" y="464"/>
                </a:lnTo>
                <a:lnTo>
                  <a:pt x="855" y="465"/>
                </a:lnTo>
                <a:lnTo>
                  <a:pt x="857" y="465"/>
                </a:lnTo>
                <a:lnTo>
                  <a:pt x="859" y="466"/>
                </a:lnTo>
                <a:lnTo>
                  <a:pt x="862" y="466"/>
                </a:lnTo>
                <a:lnTo>
                  <a:pt x="863" y="466"/>
                </a:lnTo>
                <a:lnTo>
                  <a:pt x="863" y="467"/>
                </a:lnTo>
                <a:lnTo>
                  <a:pt x="864" y="467"/>
                </a:lnTo>
                <a:lnTo>
                  <a:pt x="871" y="477"/>
                </a:lnTo>
                <a:lnTo>
                  <a:pt x="873" y="479"/>
                </a:lnTo>
                <a:lnTo>
                  <a:pt x="880" y="482"/>
                </a:lnTo>
                <a:lnTo>
                  <a:pt x="888" y="484"/>
                </a:lnTo>
                <a:lnTo>
                  <a:pt x="897" y="493"/>
                </a:lnTo>
                <a:lnTo>
                  <a:pt x="911" y="497"/>
                </a:lnTo>
                <a:lnTo>
                  <a:pt x="913" y="499"/>
                </a:lnTo>
                <a:lnTo>
                  <a:pt x="918" y="509"/>
                </a:lnTo>
                <a:lnTo>
                  <a:pt x="917" y="514"/>
                </a:lnTo>
                <a:lnTo>
                  <a:pt x="919" y="524"/>
                </a:lnTo>
                <a:lnTo>
                  <a:pt x="933" y="528"/>
                </a:lnTo>
                <a:lnTo>
                  <a:pt x="940" y="529"/>
                </a:lnTo>
                <a:lnTo>
                  <a:pt x="939" y="541"/>
                </a:lnTo>
                <a:lnTo>
                  <a:pt x="941" y="541"/>
                </a:lnTo>
                <a:lnTo>
                  <a:pt x="942" y="542"/>
                </a:lnTo>
                <a:lnTo>
                  <a:pt x="943" y="542"/>
                </a:lnTo>
                <a:lnTo>
                  <a:pt x="944" y="542"/>
                </a:lnTo>
                <a:lnTo>
                  <a:pt x="945" y="542"/>
                </a:lnTo>
                <a:lnTo>
                  <a:pt x="946" y="542"/>
                </a:lnTo>
                <a:lnTo>
                  <a:pt x="947" y="543"/>
                </a:lnTo>
                <a:lnTo>
                  <a:pt x="948" y="543"/>
                </a:lnTo>
                <a:lnTo>
                  <a:pt x="949" y="543"/>
                </a:lnTo>
                <a:lnTo>
                  <a:pt x="950" y="543"/>
                </a:lnTo>
                <a:lnTo>
                  <a:pt x="950" y="544"/>
                </a:lnTo>
                <a:lnTo>
                  <a:pt x="952" y="544"/>
                </a:lnTo>
                <a:lnTo>
                  <a:pt x="955" y="544"/>
                </a:lnTo>
                <a:lnTo>
                  <a:pt x="956" y="544"/>
                </a:lnTo>
                <a:lnTo>
                  <a:pt x="957" y="544"/>
                </a:lnTo>
                <a:lnTo>
                  <a:pt x="958" y="543"/>
                </a:lnTo>
                <a:lnTo>
                  <a:pt x="961" y="542"/>
                </a:lnTo>
                <a:lnTo>
                  <a:pt x="962" y="542"/>
                </a:lnTo>
                <a:lnTo>
                  <a:pt x="963" y="542"/>
                </a:lnTo>
                <a:lnTo>
                  <a:pt x="964" y="542"/>
                </a:lnTo>
                <a:lnTo>
                  <a:pt x="965" y="542"/>
                </a:lnTo>
                <a:lnTo>
                  <a:pt x="967" y="542"/>
                </a:lnTo>
                <a:lnTo>
                  <a:pt x="968" y="542"/>
                </a:lnTo>
                <a:lnTo>
                  <a:pt x="977" y="542"/>
                </a:lnTo>
                <a:lnTo>
                  <a:pt x="977" y="551"/>
                </a:lnTo>
                <a:lnTo>
                  <a:pt x="977" y="560"/>
                </a:lnTo>
                <a:lnTo>
                  <a:pt x="977" y="566"/>
                </a:lnTo>
                <a:lnTo>
                  <a:pt x="977" y="573"/>
                </a:lnTo>
                <a:lnTo>
                  <a:pt x="977" y="574"/>
                </a:lnTo>
                <a:lnTo>
                  <a:pt x="978" y="574"/>
                </a:lnTo>
                <a:lnTo>
                  <a:pt x="978" y="575"/>
                </a:lnTo>
                <a:lnTo>
                  <a:pt x="978" y="576"/>
                </a:lnTo>
                <a:lnTo>
                  <a:pt x="977" y="577"/>
                </a:lnTo>
                <a:lnTo>
                  <a:pt x="978" y="577"/>
                </a:lnTo>
                <a:lnTo>
                  <a:pt x="977" y="577"/>
                </a:lnTo>
                <a:lnTo>
                  <a:pt x="978" y="578"/>
                </a:lnTo>
                <a:lnTo>
                  <a:pt x="978" y="579"/>
                </a:lnTo>
                <a:lnTo>
                  <a:pt x="978" y="580"/>
                </a:lnTo>
                <a:lnTo>
                  <a:pt x="978" y="581"/>
                </a:lnTo>
                <a:lnTo>
                  <a:pt x="979" y="582"/>
                </a:lnTo>
                <a:lnTo>
                  <a:pt x="979" y="583"/>
                </a:lnTo>
                <a:lnTo>
                  <a:pt x="979" y="584"/>
                </a:lnTo>
                <a:lnTo>
                  <a:pt x="979" y="585"/>
                </a:lnTo>
                <a:lnTo>
                  <a:pt x="980" y="585"/>
                </a:lnTo>
                <a:lnTo>
                  <a:pt x="980" y="586"/>
                </a:lnTo>
                <a:lnTo>
                  <a:pt x="979" y="586"/>
                </a:lnTo>
                <a:lnTo>
                  <a:pt x="980" y="587"/>
                </a:lnTo>
                <a:lnTo>
                  <a:pt x="980" y="588"/>
                </a:lnTo>
                <a:lnTo>
                  <a:pt x="979" y="588"/>
                </a:lnTo>
                <a:lnTo>
                  <a:pt x="975" y="593"/>
                </a:lnTo>
                <a:lnTo>
                  <a:pt x="975" y="595"/>
                </a:lnTo>
                <a:lnTo>
                  <a:pt x="975" y="599"/>
                </a:lnTo>
                <a:lnTo>
                  <a:pt x="975" y="600"/>
                </a:lnTo>
                <a:lnTo>
                  <a:pt x="976" y="601"/>
                </a:lnTo>
                <a:lnTo>
                  <a:pt x="976" y="602"/>
                </a:lnTo>
                <a:lnTo>
                  <a:pt x="977" y="602"/>
                </a:lnTo>
                <a:lnTo>
                  <a:pt x="978" y="603"/>
                </a:lnTo>
                <a:lnTo>
                  <a:pt x="980" y="604"/>
                </a:lnTo>
                <a:lnTo>
                  <a:pt x="981" y="605"/>
                </a:lnTo>
                <a:lnTo>
                  <a:pt x="983" y="600"/>
                </a:lnTo>
                <a:lnTo>
                  <a:pt x="986" y="602"/>
                </a:lnTo>
                <a:lnTo>
                  <a:pt x="989" y="604"/>
                </a:lnTo>
                <a:lnTo>
                  <a:pt x="990" y="605"/>
                </a:lnTo>
                <a:lnTo>
                  <a:pt x="990" y="607"/>
                </a:lnTo>
                <a:lnTo>
                  <a:pt x="990" y="608"/>
                </a:lnTo>
                <a:lnTo>
                  <a:pt x="991" y="610"/>
                </a:lnTo>
                <a:lnTo>
                  <a:pt x="990" y="611"/>
                </a:lnTo>
                <a:lnTo>
                  <a:pt x="990" y="612"/>
                </a:lnTo>
                <a:lnTo>
                  <a:pt x="990" y="613"/>
                </a:lnTo>
                <a:lnTo>
                  <a:pt x="990" y="614"/>
                </a:lnTo>
                <a:lnTo>
                  <a:pt x="991" y="613"/>
                </a:lnTo>
                <a:lnTo>
                  <a:pt x="998" y="612"/>
                </a:lnTo>
                <a:lnTo>
                  <a:pt x="1008" y="609"/>
                </a:lnTo>
                <a:lnTo>
                  <a:pt x="1009" y="609"/>
                </a:lnTo>
                <a:lnTo>
                  <a:pt x="1013" y="607"/>
                </a:lnTo>
                <a:lnTo>
                  <a:pt x="1015" y="606"/>
                </a:lnTo>
                <a:lnTo>
                  <a:pt x="1021" y="603"/>
                </a:lnTo>
                <a:lnTo>
                  <a:pt x="1020" y="606"/>
                </a:lnTo>
                <a:lnTo>
                  <a:pt x="1019" y="608"/>
                </a:lnTo>
                <a:lnTo>
                  <a:pt x="1018" y="611"/>
                </a:lnTo>
                <a:lnTo>
                  <a:pt x="1017" y="612"/>
                </a:lnTo>
                <a:lnTo>
                  <a:pt x="1017" y="614"/>
                </a:lnTo>
                <a:lnTo>
                  <a:pt x="1019" y="618"/>
                </a:lnTo>
                <a:lnTo>
                  <a:pt x="1021" y="621"/>
                </a:lnTo>
                <a:lnTo>
                  <a:pt x="1021" y="622"/>
                </a:lnTo>
                <a:lnTo>
                  <a:pt x="1021" y="623"/>
                </a:lnTo>
                <a:lnTo>
                  <a:pt x="1021" y="624"/>
                </a:lnTo>
                <a:lnTo>
                  <a:pt x="1021" y="628"/>
                </a:lnTo>
                <a:lnTo>
                  <a:pt x="1023" y="628"/>
                </a:lnTo>
                <a:lnTo>
                  <a:pt x="1025" y="630"/>
                </a:lnTo>
                <a:lnTo>
                  <a:pt x="1028" y="630"/>
                </a:lnTo>
                <a:lnTo>
                  <a:pt x="1032" y="630"/>
                </a:lnTo>
                <a:lnTo>
                  <a:pt x="1032" y="631"/>
                </a:lnTo>
                <a:lnTo>
                  <a:pt x="1032" y="632"/>
                </a:lnTo>
                <a:lnTo>
                  <a:pt x="1032" y="633"/>
                </a:lnTo>
                <a:lnTo>
                  <a:pt x="1033" y="633"/>
                </a:lnTo>
                <a:lnTo>
                  <a:pt x="1033" y="634"/>
                </a:lnTo>
                <a:lnTo>
                  <a:pt x="1032" y="634"/>
                </a:lnTo>
                <a:lnTo>
                  <a:pt x="1032" y="635"/>
                </a:lnTo>
                <a:lnTo>
                  <a:pt x="1031" y="635"/>
                </a:lnTo>
                <a:lnTo>
                  <a:pt x="1032" y="636"/>
                </a:lnTo>
                <a:lnTo>
                  <a:pt x="1031" y="636"/>
                </a:lnTo>
                <a:lnTo>
                  <a:pt x="1031" y="637"/>
                </a:lnTo>
                <a:lnTo>
                  <a:pt x="1030" y="637"/>
                </a:lnTo>
                <a:lnTo>
                  <a:pt x="1029" y="637"/>
                </a:lnTo>
                <a:lnTo>
                  <a:pt x="1028" y="637"/>
                </a:lnTo>
                <a:lnTo>
                  <a:pt x="1028" y="638"/>
                </a:lnTo>
                <a:lnTo>
                  <a:pt x="1028" y="639"/>
                </a:lnTo>
                <a:lnTo>
                  <a:pt x="1029" y="639"/>
                </a:lnTo>
                <a:lnTo>
                  <a:pt x="1029" y="640"/>
                </a:lnTo>
                <a:lnTo>
                  <a:pt x="1030" y="640"/>
                </a:lnTo>
                <a:lnTo>
                  <a:pt x="1030" y="641"/>
                </a:lnTo>
                <a:lnTo>
                  <a:pt x="1031" y="641"/>
                </a:lnTo>
                <a:lnTo>
                  <a:pt x="1032" y="641"/>
                </a:lnTo>
                <a:lnTo>
                  <a:pt x="1033" y="641"/>
                </a:lnTo>
                <a:lnTo>
                  <a:pt x="1034" y="642"/>
                </a:lnTo>
                <a:lnTo>
                  <a:pt x="1034" y="641"/>
                </a:lnTo>
                <a:lnTo>
                  <a:pt x="1034" y="642"/>
                </a:lnTo>
                <a:lnTo>
                  <a:pt x="1035" y="642"/>
                </a:lnTo>
                <a:lnTo>
                  <a:pt x="1036" y="642"/>
                </a:lnTo>
                <a:lnTo>
                  <a:pt x="1037" y="642"/>
                </a:lnTo>
                <a:lnTo>
                  <a:pt x="1038" y="642"/>
                </a:lnTo>
                <a:lnTo>
                  <a:pt x="1039" y="642"/>
                </a:lnTo>
                <a:lnTo>
                  <a:pt x="1040" y="643"/>
                </a:lnTo>
                <a:lnTo>
                  <a:pt x="1041" y="643"/>
                </a:lnTo>
                <a:lnTo>
                  <a:pt x="1042" y="644"/>
                </a:lnTo>
                <a:lnTo>
                  <a:pt x="1043" y="644"/>
                </a:lnTo>
                <a:lnTo>
                  <a:pt x="1043" y="645"/>
                </a:lnTo>
                <a:lnTo>
                  <a:pt x="1043" y="644"/>
                </a:lnTo>
                <a:lnTo>
                  <a:pt x="1044" y="645"/>
                </a:lnTo>
                <a:lnTo>
                  <a:pt x="1045" y="645"/>
                </a:lnTo>
                <a:lnTo>
                  <a:pt x="1045" y="646"/>
                </a:lnTo>
                <a:lnTo>
                  <a:pt x="1046" y="646"/>
                </a:lnTo>
                <a:lnTo>
                  <a:pt x="1046" y="647"/>
                </a:lnTo>
                <a:lnTo>
                  <a:pt x="1047" y="647"/>
                </a:lnTo>
                <a:lnTo>
                  <a:pt x="1047" y="648"/>
                </a:lnTo>
                <a:lnTo>
                  <a:pt x="1048" y="648"/>
                </a:lnTo>
                <a:lnTo>
                  <a:pt x="1049" y="648"/>
                </a:lnTo>
                <a:lnTo>
                  <a:pt x="1050" y="648"/>
                </a:lnTo>
                <a:lnTo>
                  <a:pt x="1050" y="649"/>
                </a:lnTo>
                <a:lnTo>
                  <a:pt x="1051" y="649"/>
                </a:lnTo>
                <a:lnTo>
                  <a:pt x="1057" y="652"/>
                </a:lnTo>
                <a:lnTo>
                  <a:pt x="1058" y="654"/>
                </a:lnTo>
                <a:lnTo>
                  <a:pt x="1059" y="655"/>
                </a:lnTo>
                <a:lnTo>
                  <a:pt x="1060" y="658"/>
                </a:lnTo>
                <a:lnTo>
                  <a:pt x="1061" y="659"/>
                </a:lnTo>
                <a:lnTo>
                  <a:pt x="1062" y="662"/>
                </a:lnTo>
                <a:lnTo>
                  <a:pt x="1063" y="661"/>
                </a:lnTo>
                <a:lnTo>
                  <a:pt x="1063" y="660"/>
                </a:lnTo>
                <a:lnTo>
                  <a:pt x="1064" y="660"/>
                </a:lnTo>
                <a:lnTo>
                  <a:pt x="1064" y="659"/>
                </a:lnTo>
                <a:lnTo>
                  <a:pt x="1065" y="659"/>
                </a:lnTo>
                <a:lnTo>
                  <a:pt x="1066" y="658"/>
                </a:lnTo>
                <a:lnTo>
                  <a:pt x="1066" y="657"/>
                </a:lnTo>
                <a:lnTo>
                  <a:pt x="1067" y="657"/>
                </a:lnTo>
                <a:lnTo>
                  <a:pt x="1067" y="656"/>
                </a:lnTo>
                <a:lnTo>
                  <a:pt x="1068" y="656"/>
                </a:lnTo>
                <a:lnTo>
                  <a:pt x="1069" y="656"/>
                </a:lnTo>
                <a:lnTo>
                  <a:pt x="1070" y="655"/>
                </a:lnTo>
                <a:lnTo>
                  <a:pt x="1071" y="656"/>
                </a:lnTo>
                <a:lnTo>
                  <a:pt x="1071" y="655"/>
                </a:lnTo>
                <a:lnTo>
                  <a:pt x="1071" y="656"/>
                </a:lnTo>
                <a:lnTo>
                  <a:pt x="1072" y="656"/>
                </a:lnTo>
                <a:lnTo>
                  <a:pt x="1073" y="656"/>
                </a:lnTo>
                <a:lnTo>
                  <a:pt x="1073" y="657"/>
                </a:lnTo>
                <a:lnTo>
                  <a:pt x="1074" y="657"/>
                </a:lnTo>
                <a:lnTo>
                  <a:pt x="1075" y="657"/>
                </a:lnTo>
                <a:lnTo>
                  <a:pt x="1076" y="658"/>
                </a:lnTo>
                <a:lnTo>
                  <a:pt x="1078" y="658"/>
                </a:lnTo>
                <a:lnTo>
                  <a:pt x="1079" y="658"/>
                </a:lnTo>
                <a:lnTo>
                  <a:pt x="1080" y="659"/>
                </a:lnTo>
                <a:lnTo>
                  <a:pt x="1081" y="659"/>
                </a:lnTo>
                <a:lnTo>
                  <a:pt x="1082" y="661"/>
                </a:lnTo>
                <a:lnTo>
                  <a:pt x="1083" y="659"/>
                </a:lnTo>
                <a:lnTo>
                  <a:pt x="1084" y="658"/>
                </a:lnTo>
                <a:lnTo>
                  <a:pt x="1092" y="652"/>
                </a:lnTo>
                <a:lnTo>
                  <a:pt x="1102" y="638"/>
                </a:lnTo>
                <a:lnTo>
                  <a:pt x="1109" y="632"/>
                </a:lnTo>
                <a:lnTo>
                  <a:pt x="1117" y="626"/>
                </a:lnTo>
                <a:lnTo>
                  <a:pt x="1110" y="617"/>
                </a:lnTo>
                <a:lnTo>
                  <a:pt x="1109" y="617"/>
                </a:lnTo>
                <a:lnTo>
                  <a:pt x="1107" y="614"/>
                </a:lnTo>
                <a:lnTo>
                  <a:pt x="1103" y="610"/>
                </a:lnTo>
                <a:lnTo>
                  <a:pt x="1102" y="608"/>
                </a:lnTo>
                <a:lnTo>
                  <a:pt x="1091" y="595"/>
                </a:lnTo>
                <a:lnTo>
                  <a:pt x="1090" y="594"/>
                </a:lnTo>
                <a:lnTo>
                  <a:pt x="1093" y="594"/>
                </a:lnTo>
                <a:lnTo>
                  <a:pt x="1110" y="589"/>
                </a:lnTo>
                <a:lnTo>
                  <a:pt x="1127" y="585"/>
                </a:lnTo>
                <a:lnTo>
                  <a:pt x="1143" y="581"/>
                </a:lnTo>
                <a:lnTo>
                  <a:pt x="1151" y="575"/>
                </a:lnTo>
                <a:lnTo>
                  <a:pt x="1163" y="572"/>
                </a:lnTo>
                <a:lnTo>
                  <a:pt x="1166" y="574"/>
                </a:lnTo>
                <a:lnTo>
                  <a:pt x="1170" y="577"/>
                </a:lnTo>
                <a:lnTo>
                  <a:pt x="1180" y="585"/>
                </a:lnTo>
                <a:lnTo>
                  <a:pt x="1203" y="590"/>
                </a:lnTo>
                <a:lnTo>
                  <a:pt x="1213" y="593"/>
                </a:lnTo>
                <a:lnTo>
                  <a:pt x="1226" y="597"/>
                </a:lnTo>
                <a:lnTo>
                  <a:pt x="1227" y="597"/>
                </a:lnTo>
                <a:lnTo>
                  <a:pt x="1241" y="582"/>
                </a:lnTo>
                <a:lnTo>
                  <a:pt x="1245" y="581"/>
                </a:lnTo>
                <a:lnTo>
                  <a:pt x="1251" y="576"/>
                </a:lnTo>
                <a:lnTo>
                  <a:pt x="1256" y="572"/>
                </a:lnTo>
                <a:lnTo>
                  <a:pt x="1259" y="569"/>
                </a:lnTo>
                <a:lnTo>
                  <a:pt x="1266" y="562"/>
                </a:lnTo>
                <a:lnTo>
                  <a:pt x="1267" y="562"/>
                </a:lnTo>
                <a:lnTo>
                  <a:pt x="1282" y="557"/>
                </a:lnTo>
                <a:lnTo>
                  <a:pt x="1324" y="543"/>
                </a:lnTo>
                <a:lnTo>
                  <a:pt x="1335" y="544"/>
                </a:lnTo>
                <a:lnTo>
                  <a:pt x="1351" y="550"/>
                </a:lnTo>
                <a:lnTo>
                  <a:pt x="1348" y="563"/>
                </a:lnTo>
                <a:lnTo>
                  <a:pt x="1346" y="568"/>
                </a:lnTo>
                <a:lnTo>
                  <a:pt x="1352" y="577"/>
                </a:lnTo>
                <a:lnTo>
                  <a:pt x="1361" y="590"/>
                </a:lnTo>
                <a:lnTo>
                  <a:pt x="1364" y="601"/>
                </a:lnTo>
                <a:lnTo>
                  <a:pt x="1363" y="604"/>
                </a:lnTo>
                <a:lnTo>
                  <a:pt x="1363" y="605"/>
                </a:lnTo>
                <a:lnTo>
                  <a:pt x="1363" y="606"/>
                </a:lnTo>
                <a:lnTo>
                  <a:pt x="1362" y="607"/>
                </a:lnTo>
                <a:lnTo>
                  <a:pt x="1363" y="613"/>
                </a:lnTo>
                <a:lnTo>
                  <a:pt x="1363" y="614"/>
                </a:lnTo>
                <a:lnTo>
                  <a:pt x="1363" y="616"/>
                </a:lnTo>
                <a:lnTo>
                  <a:pt x="1360" y="623"/>
                </a:lnTo>
                <a:lnTo>
                  <a:pt x="1344" y="630"/>
                </a:lnTo>
                <a:lnTo>
                  <a:pt x="1341" y="637"/>
                </a:lnTo>
                <a:lnTo>
                  <a:pt x="1332" y="653"/>
                </a:lnTo>
                <a:lnTo>
                  <a:pt x="1331" y="655"/>
                </a:lnTo>
                <a:lnTo>
                  <a:pt x="1330" y="656"/>
                </a:lnTo>
                <a:lnTo>
                  <a:pt x="1330" y="657"/>
                </a:lnTo>
                <a:lnTo>
                  <a:pt x="1328" y="660"/>
                </a:lnTo>
                <a:lnTo>
                  <a:pt x="1324" y="668"/>
                </a:lnTo>
                <a:lnTo>
                  <a:pt x="1291" y="691"/>
                </a:lnTo>
                <a:lnTo>
                  <a:pt x="1282" y="697"/>
                </a:lnTo>
                <a:lnTo>
                  <a:pt x="1281" y="697"/>
                </a:lnTo>
                <a:lnTo>
                  <a:pt x="1271" y="704"/>
                </a:lnTo>
                <a:lnTo>
                  <a:pt x="1273" y="706"/>
                </a:lnTo>
                <a:lnTo>
                  <a:pt x="1274" y="708"/>
                </a:lnTo>
                <a:lnTo>
                  <a:pt x="1277" y="713"/>
                </a:lnTo>
                <a:lnTo>
                  <a:pt x="1278" y="715"/>
                </a:lnTo>
                <a:lnTo>
                  <a:pt x="1287" y="742"/>
                </a:lnTo>
                <a:lnTo>
                  <a:pt x="1280" y="746"/>
                </a:lnTo>
                <a:lnTo>
                  <a:pt x="1265" y="753"/>
                </a:lnTo>
                <a:lnTo>
                  <a:pt x="1264" y="755"/>
                </a:lnTo>
                <a:lnTo>
                  <a:pt x="1264" y="758"/>
                </a:lnTo>
                <a:lnTo>
                  <a:pt x="1264" y="760"/>
                </a:lnTo>
                <a:lnTo>
                  <a:pt x="1264" y="761"/>
                </a:lnTo>
                <a:lnTo>
                  <a:pt x="1264" y="762"/>
                </a:lnTo>
                <a:lnTo>
                  <a:pt x="1264" y="763"/>
                </a:lnTo>
                <a:lnTo>
                  <a:pt x="1265" y="766"/>
                </a:lnTo>
                <a:lnTo>
                  <a:pt x="1265" y="769"/>
                </a:lnTo>
                <a:lnTo>
                  <a:pt x="1265" y="770"/>
                </a:lnTo>
                <a:lnTo>
                  <a:pt x="1266" y="771"/>
                </a:lnTo>
                <a:lnTo>
                  <a:pt x="1266" y="773"/>
                </a:lnTo>
                <a:lnTo>
                  <a:pt x="1267" y="774"/>
                </a:lnTo>
                <a:lnTo>
                  <a:pt x="1267" y="776"/>
                </a:lnTo>
                <a:lnTo>
                  <a:pt x="1267" y="777"/>
                </a:lnTo>
                <a:lnTo>
                  <a:pt x="1267" y="779"/>
                </a:lnTo>
                <a:lnTo>
                  <a:pt x="1267" y="780"/>
                </a:lnTo>
                <a:lnTo>
                  <a:pt x="1268" y="781"/>
                </a:lnTo>
                <a:lnTo>
                  <a:pt x="1268" y="782"/>
                </a:lnTo>
                <a:lnTo>
                  <a:pt x="1268" y="783"/>
                </a:lnTo>
                <a:lnTo>
                  <a:pt x="1269" y="788"/>
                </a:lnTo>
                <a:lnTo>
                  <a:pt x="1270" y="788"/>
                </a:lnTo>
                <a:lnTo>
                  <a:pt x="1280" y="792"/>
                </a:lnTo>
                <a:lnTo>
                  <a:pt x="1281" y="792"/>
                </a:lnTo>
                <a:lnTo>
                  <a:pt x="1300" y="800"/>
                </a:lnTo>
                <a:lnTo>
                  <a:pt x="1317" y="818"/>
                </a:lnTo>
                <a:lnTo>
                  <a:pt x="1320" y="821"/>
                </a:lnTo>
                <a:lnTo>
                  <a:pt x="1323" y="827"/>
                </a:lnTo>
                <a:lnTo>
                  <a:pt x="1331" y="833"/>
                </a:lnTo>
                <a:lnTo>
                  <a:pt x="1338" y="840"/>
                </a:lnTo>
                <a:lnTo>
                  <a:pt x="1347" y="848"/>
                </a:lnTo>
                <a:lnTo>
                  <a:pt x="1359" y="858"/>
                </a:lnTo>
                <a:lnTo>
                  <a:pt x="1360" y="858"/>
                </a:lnTo>
                <a:lnTo>
                  <a:pt x="1366" y="858"/>
                </a:lnTo>
                <a:lnTo>
                  <a:pt x="1372" y="855"/>
                </a:lnTo>
                <a:lnTo>
                  <a:pt x="1372" y="856"/>
                </a:lnTo>
                <a:lnTo>
                  <a:pt x="1373" y="857"/>
                </a:lnTo>
                <a:lnTo>
                  <a:pt x="1374" y="857"/>
                </a:lnTo>
                <a:lnTo>
                  <a:pt x="1375" y="857"/>
                </a:lnTo>
                <a:lnTo>
                  <a:pt x="1379" y="856"/>
                </a:lnTo>
                <a:lnTo>
                  <a:pt x="1380" y="857"/>
                </a:lnTo>
                <a:lnTo>
                  <a:pt x="1381" y="857"/>
                </a:lnTo>
                <a:lnTo>
                  <a:pt x="1382" y="857"/>
                </a:lnTo>
                <a:lnTo>
                  <a:pt x="1382" y="856"/>
                </a:lnTo>
                <a:lnTo>
                  <a:pt x="1386" y="854"/>
                </a:lnTo>
                <a:lnTo>
                  <a:pt x="1389" y="853"/>
                </a:lnTo>
                <a:lnTo>
                  <a:pt x="1390" y="853"/>
                </a:lnTo>
                <a:lnTo>
                  <a:pt x="1390" y="854"/>
                </a:lnTo>
                <a:lnTo>
                  <a:pt x="1391" y="856"/>
                </a:lnTo>
                <a:lnTo>
                  <a:pt x="1392" y="857"/>
                </a:lnTo>
                <a:lnTo>
                  <a:pt x="1393" y="857"/>
                </a:lnTo>
                <a:lnTo>
                  <a:pt x="1396" y="857"/>
                </a:lnTo>
                <a:lnTo>
                  <a:pt x="1397" y="856"/>
                </a:lnTo>
                <a:lnTo>
                  <a:pt x="1399" y="855"/>
                </a:lnTo>
                <a:lnTo>
                  <a:pt x="1400" y="855"/>
                </a:lnTo>
                <a:lnTo>
                  <a:pt x="1401" y="855"/>
                </a:lnTo>
                <a:lnTo>
                  <a:pt x="1402" y="856"/>
                </a:lnTo>
                <a:lnTo>
                  <a:pt x="1404" y="856"/>
                </a:lnTo>
                <a:lnTo>
                  <a:pt x="1407" y="856"/>
                </a:lnTo>
                <a:lnTo>
                  <a:pt x="1409" y="856"/>
                </a:lnTo>
                <a:lnTo>
                  <a:pt x="1411" y="857"/>
                </a:lnTo>
                <a:lnTo>
                  <a:pt x="1412" y="857"/>
                </a:lnTo>
                <a:lnTo>
                  <a:pt x="1413" y="857"/>
                </a:lnTo>
                <a:lnTo>
                  <a:pt x="1415" y="857"/>
                </a:lnTo>
                <a:lnTo>
                  <a:pt x="1417" y="858"/>
                </a:lnTo>
                <a:lnTo>
                  <a:pt x="1418" y="858"/>
                </a:lnTo>
                <a:lnTo>
                  <a:pt x="1418" y="859"/>
                </a:lnTo>
                <a:lnTo>
                  <a:pt x="1418" y="860"/>
                </a:lnTo>
                <a:lnTo>
                  <a:pt x="1417" y="860"/>
                </a:lnTo>
                <a:lnTo>
                  <a:pt x="1417" y="862"/>
                </a:lnTo>
                <a:lnTo>
                  <a:pt x="1417" y="863"/>
                </a:lnTo>
                <a:lnTo>
                  <a:pt x="1416" y="863"/>
                </a:lnTo>
                <a:lnTo>
                  <a:pt x="1416" y="864"/>
                </a:lnTo>
                <a:lnTo>
                  <a:pt x="1416" y="865"/>
                </a:lnTo>
                <a:lnTo>
                  <a:pt x="1417" y="867"/>
                </a:lnTo>
                <a:lnTo>
                  <a:pt x="1420" y="868"/>
                </a:lnTo>
                <a:lnTo>
                  <a:pt x="1422" y="868"/>
                </a:lnTo>
                <a:lnTo>
                  <a:pt x="1422" y="869"/>
                </a:lnTo>
                <a:lnTo>
                  <a:pt x="1423" y="869"/>
                </a:lnTo>
                <a:lnTo>
                  <a:pt x="1422" y="870"/>
                </a:lnTo>
                <a:lnTo>
                  <a:pt x="1422" y="871"/>
                </a:lnTo>
                <a:lnTo>
                  <a:pt x="1421" y="871"/>
                </a:lnTo>
                <a:lnTo>
                  <a:pt x="1420" y="871"/>
                </a:lnTo>
                <a:lnTo>
                  <a:pt x="1420" y="872"/>
                </a:lnTo>
                <a:lnTo>
                  <a:pt x="1419" y="872"/>
                </a:lnTo>
                <a:lnTo>
                  <a:pt x="1418" y="872"/>
                </a:lnTo>
                <a:lnTo>
                  <a:pt x="1417" y="873"/>
                </a:lnTo>
                <a:lnTo>
                  <a:pt x="1416" y="873"/>
                </a:lnTo>
                <a:lnTo>
                  <a:pt x="1416" y="874"/>
                </a:lnTo>
                <a:lnTo>
                  <a:pt x="1416" y="875"/>
                </a:lnTo>
                <a:lnTo>
                  <a:pt x="1416" y="876"/>
                </a:lnTo>
                <a:lnTo>
                  <a:pt x="1415" y="876"/>
                </a:lnTo>
                <a:lnTo>
                  <a:pt x="1415" y="877"/>
                </a:lnTo>
                <a:lnTo>
                  <a:pt x="1414" y="877"/>
                </a:lnTo>
                <a:lnTo>
                  <a:pt x="1414" y="876"/>
                </a:lnTo>
                <a:lnTo>
                  <a:pt x="1413" y="876"/>
                </a:lnTo>
                <a:lnTo>
                  <a:pt x="1412" y="875"/>
                </a:lnTo>
                <a:lnTo>
                  <a:pt x="1411" y="875"/>
                </a:lnTo>
                <a:lnTo>
                  <a:pt x="1411" y="876"/>
                </a:lnTo>
                <a:lnTo>
                  <a:pt x="1411" y="877"/>
                </a:lnTo>
                <a:lnTo>
                  <a:pt x="1412" y="877"/>
                </a:lnTo>
                <a:lnTo>
                  <a:pt x="1412" y="878"/>
                </a:lnTo>
                <a:lnTo>
                  <a:pt x="1411" y="878"/>
                </a:lnTo>
                <a:lnTo>
                  <a:pt x="1411" y="879"/>
                </a:lnTo>
                <a:lnTo>
                  <a:pt x="1411" y="878"/>
                </a:lnTo>
                <a:lnTo>
                  <a:pt x="1410" y="878"/>
                </a:lnTo>
                <a:lnTo>
                  <a:pt x="1410" y="879"/>
                </a:lnTo>
                <a:lnTo>
                  <a:pt x="1409" y="879"/>
                </a:lnTo>
                <a:lnTo>
                  <a:pt x="1409" y="880"/>
                </a:lnTo>
                <a:lnTo>
                  <a:pt x="1409" y="881"/>
                </a:lnTo>
                <a:lnTo>
                  <a:pt x="1409" y="882"/>
                </a:lnTo>
                <a:lnTo>
                  <a:pt x="1409" y="884"/>
                </a:lnTo>
                <a:lnTo>
                  <a:pt x="1409" y="886"/>
                </a:lnTo>
                <a:lnTo>
                  <a:pt x="1410" y="887"/>
                </a:lnTo>
                <a:lnTo>
                  <a:pt x="1411" y="888"/>
                </a:lnTo>
                <a:lnTo>
                  <a:pt x="1411" y="889"/>
                </a:lnTo>
                <a:lnTo>
                  <a:pt x="1412" y="889"/>
                </a:lnTo>
                <a:lnTo>
                  <a:pt x="1412" y="890"/>
                </a:lnTo>
                <a:lnTo>
                  <a:pt x="1413" y="890"/>
                </a:lnTo>
                <a:lnTo>
                  <a:pt x="1415" y="890"/>
                </a:lnTo>
                <a:lnTo>
                  <a:pt x="1418" y="890"/>
                </a:lnTo>
                <a:lnTo>
                  <a:pt x="1420" y="890"/>
                </a:lnTo>
                <a:lnTo>
                  <a:pt x="1422" y="889"/>
                </a:lnTo>
                <a:lnTo>
                  <a:pt x="1423" y="889"/>
                </a:lnTo>
                <a:lnTo>
                  <a:pt x="1424" y="888"/>
                </a:lnTo>
                <a:lnTo>
                  <a:pt x="1425" y="887"/>
                </a:lnTo>
                <a:lnTo>
                  <a:pt x="1426" y="886"/>
                </a:lnTo>
                <a:lnTo>
                  <a:pt x="1427" y="885"/>
                </a:lnTo>
                <a:lnTo>
                  <a:pt x="1428" y="884"/>
                </a:lnTo>
                <a:lnTo>
                  <a:pt x="1429" y="884"/>
                </a:lnTo>
                <a:lnTo>
                  <a:pt x="1429" y="883"/>
                </a:lnTo>
                <a:lnTo>
                  <a:pt x="1430" y="884"/>
                </a:lnTo>
                <a:lnTo>
                  <a:pt x="1431" y="885"/>
                </a:lnTo>
                <a:lnTo>
                  <a:pt x="1431" y="886"/>
                </a:lnTo>
                <a:lnTo>
                  <a:pt x="1432" y="886"/>
                </a:lnTo>
                <a:lnTo>
                  <a:pt x="1433" y="886"/>
                </a:lnTo>
                <a:lnTo>
                  <a:pt x="1433" y="885"/>
                </a:lnTo>
                <a:lnTo>
                  <a:pt x="1433" y="886"/>
                </a:lnTo>
                <a:lnTo>
                  <a:pt x="1434" y="886"/>
                </a:lnTo>
                <a:lnTo>
                  <a:pt x="1435" y="886"/>
                </a:lnTo>
                <a:lnTo>
                  <a:pt x="1436" y="887"/>
                </a:lnTo>
                <a:lnTo>
                  <a:pt x="1437" y="887"/>
                </a:lnTo>
                <a:lnTo>
                  <a:pt x="1437" y="888"/>
                </a:lnTo>
                <a:lnTo>
                  <a:pt x="1438" y="888"/>
                </a:lnTo>
                <a:lnTo>
                  <a:pt x="1438" y="889"/>
                </a:lnTo>
                <a:lnTo>
                  <a:pt x="1439" y="889"/>
                </a:lnTo>
                <a:lnTo>
                  <a:pt x="1439" y="891"/>
                </a:lnTo>
                <a:lnTo>
                  <a:pt x="1439" y="892"/>
                </a:lnTo>
                <a:lnTo>
                  <a:pt x="1439" y="893"/>
                </a:lnTo>
                <a:lnTo>
                  <a:pt x="1440" y="894"/>
                </a:lnTo>
                <a:lnTo>
                  <a:pt x="1440" y="895"/>
                </a:lnTo>
                <a:lnTo>
                  <a:pt x="1441" y="896"/>
                </a:lnTo>
                <a:lnTo>
                  <a:pt x="1443" y="897"/>
                </a:lnTo>
                <a:lnTo>
                  <a:pt x="1444" y="899"/>
                </a:lnTo>
                <a:lnTo>
                  <a:pt x="1444" y="901"/>
                </a:lnTo>
                <a:lnTo>
                  <a:pt x="1444" y="902"/>
                </a:lnTo>
                <a:lnTo>
                  <a:pt x="1445" y="902"/>
                </a:lnTo>
                <a:lnTo>
                  <a:pt x="1446" y="903"/>
                </a:lnTo>
                <a:lnTo>
                  <a:pt x="1446" y="904"/>
                </a:lnTo>
                <a:lnTo>
                  <a:pt x="1446" y="905"/>
                </a:lnTo>
                <a:lnTo>
                  <a:pt x="1446" y="906"/>
                </a:lnTo>
                <a:lnTo>
                  <a:pt x="1446" y="907"/>
                </a:lnTo>
                <a:lnTo>
                  <a:pt x="1448" y="908"/>
                </a:lnTo>
                <a:lnTo>
                  <a:pt x="1450" y="908"/>
                </a:lnTo>
                <a:lnTo>
                  <a:pt x="1450" y="909"/>
                </a:lnTo>
                <a:lnTo>
                  <a:pt x="1450" y="915"/>
                </a:lnTo>
                <a:lnTo>
                  <a:pt x="1452" y="916"/>
                </a:lnTo>
                <a:lnTo>
                  <a:pt x="1452" y="917"/>
                </a:lnTo>
                <a:lnTo>
                  <a:pt x="1454" y="916"/>
                </a:lnTo>
                <a:lnTo>
                  <a:pt x="1455" y="916"/>
                </a:lnTo>
                <a:lnTo>
                  <a:pt x="1456" y="916"/>
                </a:lnTo>
                <a:lnTo>
                  <a:pt x="1457" y="916"/>
                </a:lnTo>
                <a:lnTo>
                  <a:pt x="1457" y="919"/>
                </a:lnTo>
                <a:lnTo>
                  <a:pt x="1459" y="919"/>
                </a:lnTo>
                <a:lnTo>
                  <a:pt x="1459" y="920"/>
                </a:lnTo>
                <a:lnTo>
                  <a:pt x="1460" y="920"/>
                </a:lnTo>
                <a:lnTo>
                  <a:pt x="1461" y="920"/>
                </a:lnTo>
                <a:lnTo>
                  <a:pt x="1461" y="919"/>
                </a:lnTo>
                <a:lnTo>
                  <a:pt x="1462" y="918"/>
                </a:lnTo>
                <a:lnTo>
                  <a:pt x="1463" y="918"/>
                </a:lnTo>
                <a:lnTo>
                  <a:pt x="1465" y="919"/>
                </a:lnTo>
                <a:lnTo>
                  <a:pt x="1468" y="921"/>
                </a:lnTo>
                <a:lnTo>
                  <a:pt x="1469" y="921"/>
                </a:lnTo>
                <a:lnTo>
                  <a:pt x="1471" y="922"/>
                </a:lnTo>
                <a:lnTo>
                  <a:pt x="1473" y="922"/>
                </a:lnTo>
                <a:lnTo>
                  <a:pt x="1474" y="922"/>
                </a:lnTo>
                <a:lnTo>
                  <a:pt x="1475" y="922"/>
                </a:lnTo>
                <a:lnTo>
                  <a:pt x="1475" y="923"/>
                </a:lnTo>
                <a:lnTo>
                  <a:pt x="1475" y="924"/>
                </a:lnTo>
                <a:lnTo>
                  <a:pt x="1475" y="925"/>
                </a:lnTo>
                <a:lnTo>
                  <a:pt x="1476" y="926"/>
                </a:lnTo>
                <a:lnTo>
                  <a:pt x="1476" y="927"/>
                </a:lnTo>
                <a:lnTo>
                  <a:pt x="1477" y="927"/>
                </a:lnTo>
                <a:lnTo>
                  <a:pt x="1477" y="928"/>
                </a:lnTo>
                <a:lnTo>
                  <a:pt x="1477" y="929"/>
                </a:lnTo>
                <a:lnTo>
                  <a:pt x="1477" y="930"/>
                </a:lnTo>
                <a:lnTo>
                  <a:pt x="1478" y="930"/>
                </a:lnTo>
                <a:lnTo>
                  <a:pt x="1478" y="931"/>
                </a:lnTo>
                <a:lnTo>
                  <a:pt x="1478" y="932"/>
                </a:lnTo>
                <a:lnTo>
                  <a:pt x="1477" y="932"/>
                </a:lnTo>
                <a:lnTo>
                  <a:pt x="1477" y="934"/>
                </a:lnTo>
                <a:lnTo>
                  <a:pt x="1477" y="935"/>
                </a:lnTo>
                <a:lnTo>
                  <a:pt x="1478" y="936"/>
                </a:lnTo>
                <a:lnTo>
                  <a:pt x="1477" y="937"/>
                </a:lnTo>
                <a:lnTo>
                  <a:pt x="1477" y="938"/>
                </a:lnTo>
                <a:lnTo>
                  <a:pt x="1478" y="938"/>
                </a:lnTo>
                <a:lnTo>
                  <a:pt x="1478" y="939"/>
                </a:lnTo>
                <a:lnTo>
                  <a:pt x="1479" y="938"/>
                </a:lnTo>
                <a:lnTo>
                  <a:pt x="1479" y="937"/>
                </a:lnTo>
                <a:lnTo>
                  <a:pt x="1480" y="937"/>
                </a:lnTo>
                <a:lnTo>
                  <a:pt x="1481" y="938"/>
                </a:lnTo>
                <a:lnTo>
                  <a:pt x="1482" y="938"/>
                </a:lnTo>
                <a:lnTo>
                  <a:pt x="1483" y="939"/>
                </a:lnTo>
                <a:lnTo>
                  <a:pt x="1484" y="937"/>
                </a:lnTo>
                <a:lnTo>
                  <a:pt x="1485" y="937"/>
                </a:lnTo>
                <a:lnTo>
                  <a:pt x="1485" y="938"/>
                </a:lnTo>
                <a:lnTo>
                  <a:pt x="1486" y="938"/>
                </a:lnTo>
                <a:lnTo>
                  <a:pt x="1487" y="939"/>
                </a:lnTo>
                <a:lnTo>
                  <a:pt x="1488" y="941"/>
                </a:lnTo>
                <a:lnTo>
                  <a:pt x="1489" y="941"/>
                </a:lnTo>
                <a:lnTo>
                  <a:pt x="1489" y="942"/>
                </a:lnTo>
                <a:lnTo>
                  <a:pt x="1489" y="943"/>
                </a:lnTo>
                <a:lnTo>
                  <a:pt x="1489" y="944"/>
                </a:lnTo>
                <a:lnTo>
                  <a:pt x="1491" y="945"/>
                </a:lnTo>
                <a:lnTo>
                  <a:pt x="1491" y="946"/>
                </a:lnTo>
                <a:lnTo>
                  <a:pt x="1490" y="946"/>
                </a:lnTo>
                <a:lnTo>
                  <a:pt x="1491" y="946"/>
                </a:lnTo>
                <a:lnTo>
                  <a:pt x="1491" y="948"/>
                </a:lnTo>
                <a:lnTo>
                  <a:pt x="1492" y="948"/>
                </a:lnTo>
                <a:lnTo>
                  <a:pt x="1492" y="949"/>
                </a:lnTo>
                <a:lnTo>
                  <a:pt x="1494" y="950"/>
                </a:lnTo>
                <a:lnTo>
                  <a:pt x="1495" y="951"/>
                </a:lnTo>
                <a:lnTo>
                  <a:pt x="1495" y="952"/>
                </a:lnTo>
                <a:lnTo>
                  <a:pt x="1496" y="953"/>
                </a:lnTo>
                <a:lnTo>
                  <a:pt x="1496" y="954"/>
                </a:lnTo>
                <a:lnTo>
                  <a:pt x="1496" y="955"/>
                </a:lnTo>
                <a:lnTo>
                  <a:pt x="1496" y="956"/>
                </a:lnTo>
                <a:lnTo>
                  <a:pt x="1496" y="957"/>
                </a:lnTo>
                <a:lnTo>
                  <a:pt x="1495" y="957"/>
                </a:lnTo>
                <a:lnTo>
                  <a:pt x="1495" y="959"/>
                </a:lnTo>
                <a:lnTo>
                  <a:pt x="1494" y="960"/>
                </a:lnTo>
                <a:lnTo>
                  <a:pt x="1494" y="961"/>
                </a:lnTo>
                <a:lnTo>
                  <a:pt x="1493" y="961"/>
                </a:lnTo>
                <a:lnTo>
                  <a:pt x="1492" y="961"/>
                </a:lnTo>
                <a:lnTo>
                  <a:pt x="1492" y="960"/>
                </a:lnTo>
                <a:lnTo>
                  <a:pt x="1491" y="960"/>
                </a:lnTo>
                <a:lnTo>
                  <a:pt x="1490" y="960"/>
                </a:lnTo>
                <a:lnTo>
                  <a:pt x="1489" y="959"/>
                </a:lnTo>
                <a:lnTo>
                  <a:pt x="1488" y="959"/>
                </a:lnTo>
                <a:lnTo>
                  <a:pt x="1488" y="961"/>
                </a:lnTo>
                <a:lnTo>
                  <a:pt x="1487" y="961"/>
                </a:lnTo>
                <a:lnTo>
                  <a:pt x="1484" y="961"/>
                </a:lnTo>
                <a:lnTo>
                  <a:pt x="1484" y="962"/>
                </a:lnTo>
                <a:lnTo>
                  <a:pt x="1483" y="962"/>
                </a:lnTo>
                <a:lnTo>
                  <a:pt x="1482" y="963"/>
                </a:lnTo>
                <a:lnTo>
                  <a:pt x="1481" y="963"/>
                </a:lnTo>
                <a:lnTo>
                  <a:pt x="1480" y="965"/>
                </a:lnTo>
                <a:lnTo>
                  <a:pt x="1480" y="966"/>
                </a:lnTo>
                <a:lnTo>
                  <a:pt x="1480" y="968"/>
                </a:lnTo>
                <a:lnTo>
                  <a:pt x="1480" y="970"/>
                </a:lnTo>
                <a:lnTo>
                  <a:pt x="1481" y="971"/>
                </a:lnTo>
                <a:lnTo>
                  <a:pt x="1483" y="973"/>
                </a:lnTo>
                <a:lnTo>
                  <a:pt x="1483" y="974"/>
                </a:lnTo>
                <a:lnTo>
                  <a:pt x="1482" y="975"/>
                </a:lnTo>
                <a:lnTo>
                  <a:pt x="1482" y="977"/>
                </a:lnTo>
                <a:lnTo>
                  <a:pt x="1482" y="978"/>
                </a:lnTo>
                <a:lnTo>
                  <a:pt x="1483" y="978"/>
                </a:lnTo>
                <a:lnTo>
                  <a:pt x="1485" y="979"/>
                </a:lnTo>
                <a:lnTo>
                  <a:pt x="1484" y="980"/>
                </a:lnTo>
                <a:lnTo>
                  <a:pt x="1484" y="981"/>
                </a:lnTo>
                <a:lnTo>
                  <a:pt x="1485" y="982"/>
                </a:lnTo>
                <a:lnTo>
                  <a:pt x="1486" y="982"/>
                </a:lnTo>
                <a:lnTo>
                  <a:pt x="1487" y="982"/>
                </a:lnTo>
                <a:lnTo>
                  <a:pt x="1488" y="983"/>
                </a:lnTo>
                <a:lnTo>
                  <a:pt x="1488" y="984"/>
                </a:lnTo>
                <a:lnTo>
                  <a:pt x="1487" y="984"/>
                </a:lnTo>
                <a:lnTo>
                  <a:pt x="1487" y="985"/>
                </a:lnTo>
                <a:lnTo>
                  <a:pt x="1488" y="985"/>
                </a:lnTo>
                <a:lnTo>
                  <a:pt x="1488" y="986"/>
                </a:lnTo>
                <a:lnTo>
                  <a:pt x="1489" y="988"/>
                </a:lnTo>
                <a:lnTo>
                  <a:pt x="1487" y="989"/>
                </a:lnTo>
                <a:lnTo>
                  <a:pt x="1486" y="989"/>
                </a:lnTo>
                <a:lnTo>
                  <a:pt x="1486" y="990"/>
                </a:lnTo>
                <a:lnTo>
                  <a:pt x="1485" y="990"/>
                </a:lnTo>
                <a:lnTo>
                  <a:pt x="1485" y="991"/>
                </a:lnTo>
                <a:lnTo>
                  <a:pt x="1487" y="992"/>
                </a:lnTo>
                <a:lnTo>
                  <a:pt x="1488" y="993"/>
                </a:lnTo>
                <a:lnTo>
                  <a:pt x="1489" y="994"/>
                </a:lnTo>
                <a:lnTo>
                  <a:pt x="1491" y="994"/>
                </a:lnTo>
                <a:lnTo>
                  <a:pt x="1493" y="993"/>
                </a:lnTo>
                <a:lnTo>
                  <a:pt x="1493" y="992"/>
                </a:lnTo>
                <a:lnTo>
                  <a:pt x="1494" y="992"/>
                </a:lnTo>
                <a:lnTo>
                  <a:pt x="1495" y="994"/>
                </a:lnTo>
                <a:lnTo>
                  <a:pt x="1496" y="995"/>
                </a:lnTo>
                <a:lnTo>
                  <a:pt x="1497" y="996"/>
                </a:lnTo>
                <a:lnTo>
                  <a:pt x="1499" y="998"/>
                </a:lnTo>
                <a:lnTo>
                  <a:pt x="1499" y="999"/>
                </a:lnTo>
                <a:lnTo>
                  <a:pt x="1500" y="1000"/>
                </a:lnTo>
                <a:lnTo>
                  <a:pt x="1500" y="1004"/>
                </a:lnTo>
                <a:lnTo>
                  <a:pt x="1500" y="1005"/>
                </a:lnTo>
                <a:lnTo>
                  <a:pt x="1499" y="1006"/>
                </a:lnTo>
                <a:lnTo>
                  <a:pt x="1499" y="1007"/>
                </a:lnTo>
                <a:lnTo>
                  <a:pt x="1499" y="1008"/>
                </a:lnTo>
                <a:lnTo>
                  <a:pt x="1500" y="1008"/>
                </a:lnTo>
                <a:lnTo>
                  <a:pt x="1501" y="1007"/>
                </a:lnTo>
                <a:lnTo>
                  <a:pt x="1502" y="1007"/>
                </a:lnTo>
                <a:lnTo>
                  <a:pt x="1503" y="1008"/>
                </a:lnTo>
                <a:lnTo>
                  <a:pt x="1503" y="1009"/>
                </a:lnTo>
                <a:lnTo>
                  <a:pt x="1503" y="1010"/>
                </a:lnTo>
                <a:lnTo>
                  <a:pt x="1503" y="1012"/>
                </a:lnTo>
                <a:lnTo>
                  <a:pt x="1504" y="1015"/>
                </a:lnTo>
                <a:lnTo>
                  <a:pt x="1504" y="1016"/>
                </a:lnTo>
                <a:lnTo>
                  <a:pt x="1504" y="1015"/>
                </a:lnTo>
                <a:lnTo>
                  <a:pt x="1505" y="1016"/>
                </a:lnTo>
                <a:lnTo>
                  <a:pt x="1506" y="1016"/>
                </a:lnTo>
                <a:lnTo>
                  <a:pt x="1505" y="1018"/>
                </a:lnTo>
                <a:lnTo>
                  <a:pt x="1504" y="1018"/>
                </a:lnTo>
                <a:lnTo>
                  <a:pt x="1504" y="1019"/>
                </a:lnTo>
                <a:lnTo>
                  <a:pt x="1505" y="1019"/>
                </a:lnTo>
                <a:lnTo>
                  <a:pt x="1505" y="1020"/>
                </a:lnTo>
                <a:lnTo>
                  <a:pt x="1505" y="1021"/>
                </a:lnTo>
                <a:lnTo>
                  <a:pt x="1506" y="1021"/>
                </a:lnTo>
                <a:lnTo>
                  <a:pt x="1506" y="1022"/>
                </a:lnTo>
                <a:lnTo>
                  <a:pt x="1507" y="1022"/>
                </a:lnTo>
                <a:lnTo>
                  <a:pt x="1507" y="1024"/>
                </a:lnTo>
                <a:lnTo>
                  <a:pt x="1508" y="1024"/>
                </a:lnTo>
                <a:lnTo>
                  <a:pt x="1508" y="1025"/>
                </a:lnTo>
                <a:lnTo>
                  <a:pt x="1509" y="1024"/>
                </a:lnTo>
                <a:lnTo>
                  <a:pt x="1510" y="1025"/>
                </a:lnTo>
                <a:lnTo>
                  <a:pt x="1510" y="1026"/>
                </a:lnTo>
                <a:lnTo>
                  <a:pt x="1511" y="1027"/>
                </a:lnTo>
                <a:lnTo>
                  <a:pt x="1512" y="1028"/>
                </a:lnTo>
                <a:lnTo>
                  <a:pt x="1512" y="1029"/>
                </a:lnTo>
                <a:lnTo>
                  <a:pt x="1513" y="1030"/>
                </a:lnTo>
                <a:lnTo>
                  <a:pt x="1512" y="1032"/>
                </a:lnTo>
                <a:lnTo>
                  <a:pt x="1511" y="1033"/>
                </a:lnTo>
                <a:lnTo>
                  <a:pt x="1511" y="1034"/>
                </a:lnTo>
                <a:lnTo>
                  <a:pt x="1511" y="1035"/>
                </a:lnTo>
                <a:lnTo>
                  <a:pt x="1511" y="1036"/>
                </a:lnTo>
                <a:lnTo>
                  <a:pt x="1511" y="1037"/>
                </a:lnTo>
                <a:lnTo>
                  <a:pt x="1511" y="1039"/>
                </a:lnTo>
                <a:lnTo>
                  <a:pt x="1511" y="1040"/>
                </a:lnTo>
                <a:lnTo>
                  <a:pt x="1511" y="1041"/>
                </a:lnTo>
                <a:lnTo>
                  <a:pt x="1512" y="1041"/>
                </a:lnTo>
                <a:lnTo>
                  <a:pt x="1513" y="1042"/>
                </a:lnTo>
                <a:lnTo>
                  <a:pt x="1513" y="1043"/>
                </a:lnTo>
                <a:lnTo>
                  <a:pt x="1514" y="1045"/>
                </a:lnTo>
                <a:lnTo>
                  <a:pt x="1514" y="1046"/>
                </a:lnTo>
                <a:lnTo>
                  <a:pt x="1515" y="1047"/>
                </a:lnTo>
                <a:lnTo>
                  <a:pt x="1516" y="1049"/>
                </a:lnTo>
                <a:lnTo>
                  <a:pt x="1516" y="1050"/>
                </a:lnTo>
                <a:lnTo>
                  <a:pt x="1517" y="1051"/>
                </a:lnTo>
                <a:lnTo>
                  <a:pt x="1517" y="1052"/>
                </a:lnTo>
                <a:lnTo>
                  <a:pt x="1517" y="1053"/>
                </a:lnTo>
                <a:lnTo>
                  <a:pt x="1516" y="1056"/>
                </a:lnTo>
                <a:lnTo>
                  <a:pt x="1515" y="1056"/>
                </a:lnTo>
                <a:lnTo>
                  <a:pt x="1515" y="1058"/>
                </a:lnTo>
                <a:lnTo>
                  <a:pt x="1515" y="1059"/>
                </a:lnTo>
                <a:lnTo>
                  <a:pt x="1514" y="1059"/>
                </a:lnTo>
                <a:lnTo>
                  <a:pt x="1513" y="1059"/>
                </a:lnTo>
                <a:lnTo>
                  <a:pt x="1512" y="1059"/>
                </a:lnTo>
                <a:lnTo>
                  <a:pt x="1511" y="1059"/>
                </a:lnTo>
                <a:lnTo>
                  <a:pt x="1511" y="1058"/>
                </a:lnTo>
                <a:lnTo>
                  <a:pt x="1510" y="1059"/>
                </a:lnTo>
                <a:lnTo>
                  <a:pt x="1507" y="1059"/>
                </a:lnTo>
                <a:lnTo>
                  <a:pt x="1505" y="1063"/>
                </a:lnTo>
                <a:lnTo>
                  <a:pt x="1504" y="1063"/>
                </a:lnTo>
                <a:lnTo>
                  <a:pt x="1504" y="1062"/>
                </a:lnTo>
                <a:lnTo>
                  <a:pt x="1503" y="1063"/>
                </a:lnTo>
                <a:lnTo>
                  <a:pt x="1503" y="1064"/>
                </a:lnTo>
                <a:lnTo>
                  <a:pt x="1503" y="1065"/>
                </a:lnTo>
                <a:lnTo>
                  <a:pt x="1502" y="1065"/>
                </a:lnTo>
                <a:lnTo>
                  <a:pt x="1501" y="1065"/>
                </a:lnTo>
                <a:lnTo>
                  <a:pt x="1499" y="1067"/>
                </a:lnTo>
                <a:lnTo>
                  <a:pt x="1499" y="1068"/>
                </a:lnTo>
                <a:lnTo>
                  <a:pt x="1500" y="1069"/>
                </a:lnTo>
                <a:lnTo>
                  <a:pt x="1498" y="1069"/>
                </a:lnTo>
                <a:lnTo>
                  <a:pt x="1497" y="1069"/>
                </a:lnTo>
                <a:lnTo>
                  <a:pt x="1497" y="1070"/>
                </a:lnTo>
                <a:lnTo>
                  <a:pt x="1496" y="1072"/>
                </a:lnTo>
                <a:lnTo>
                  <a:pt x="1496" y="1074"/>
                </a:lnTo>
                <a:lnTo>
                  <a:pt x="1496" y="1075"/>
                </a:lnTo>
                <a:lnTo>
                  <a:pt x="1496" y="1077"/>
                </a:lnTo>
                <a:lnTo>
                  <a:pt x="1496" y="1079"/>
                </a:lnTo>
                <a:lnTo>
                  <a:pt x="1496" y="1081"/>
                </a:lnTo>
                <a:lnTo>
                  <a:pt x="1496" y="1082"/>
                </a:lnTo>
                <a:lnTo>
                  <a:pt x="1495" y="1082"/>
                </a:lnTo>
                <a:lnTo>
                  <a:pt x="1495" y="1083"/>
                </a:lnTo>
                <a:lnTo>
                  <a:pt x="1495" y="1084"/>
                </a:lnTo>
                <a:lnTo>
                  <a:pt x="1495" y="1085"/>
                </a:lnTo>
                <a:lnTo>
                  <a:pt x="1496" y="1085"/>
                </a:lnTo>
                <a:lnTo>
                  <a:pt x="1496" y="1086"/>
                </a:lnTo>
                <a:lnTo>
                  <a:pt x="1496" y="1087"/>
                </a:lnTo>
                <a:lnTo>
                  <a:pt x="1496" y="1088"/>
                </a:lnTo>
                <a:lnTo>
                  <a:pt x="1495" y="1089"/>
                </a:lnTo>
                <a:lnTo>
                  <a:pt x="1495" y="1090"/>
                </a:lnTo>
                <a:lnTo>
                  <a:pt x="1496" y="1091"/>
                </a:lnTo>
                <a:lnTo>
                  <a:pt x="1496" y="1092"/>
                </a:lnTo>
                <a:lnTo>
                  <a:pt x="1497" y="1093"/>
                </a:lnTo>
                <a:lnTo>
                  <a:pt x="1498" y="1093"/>
                </a:lnTo>
                <a:lnTo>
                  <a:pt x="1499" y="1093"/>
                </a:lnTo>
                <a:lnTo>
                  <a:pt x="1500" y="1094"/>
                </a:lnTo>
                <a:lnTo>
                  <a:pt x="1501" y="1094"/>
                </a:lnTo>
                <a:lnTo>
                  <a:pt x="1502" y="1094"/>
                </a:lnTo>
                <a:lnTo>
                  <a:pt x="1503" y="1095"/>
                </a:lnTo>
                <a:lnTo>
                  <a:pt x="1503" y="1096"/>
                </a:lnTo>
                <a:lnTo>
                  <a:pt x="1504" y="1096"/>
                </a:lnTo>
                <a:lnTo>
                  <a:pt x="1504" y="1097"/>
                </a:lnTo>
                <a:lnTo>
                  <a:pt x="1503" y="1098"/>
                </a:lnTo>
                <a:lnTo>
                  <a:pt x="1502" y="1097"/>
                </a:lnTo>
                <a:lnTo>
                  <a:pt x="1501" y="1098"/>
                </a:lnTo>
                <a:lnTo>
                  <a:pt x="1501" y="1099"/>
                </a:lnTo>
                <a:lnTo>
                  <a:pt x="1501" y="1100"/>
                </a:lnTo>
                <a:lnTo>
                  <a:pt x="1501" y="1101"/>
                </a:lnTo>
                <a:lnTo>
                  <a:pt x="1502" y="1103"/>
                </a:lnTo>
                <a:lnTo>
                  <a:pt x="1501" y="1103"/>
                </a:lnTo>
                <a:lnTo>
                  <a:pt x="1501" y="1104"/>
                </a:lnTo>
                <a:lnTo>
                  <a:pt x="1501" y="1106"/>
                </a:lnTo>
                <a:lnTo>
                  <a:pt x="1502" y="1106"/>
                </a:lnTo>
                <a:lnTo>
                  <a:pt x="1503" y="1105"/>
                </a:lnTo>
                <a:lnTo>
                  <a:pt x="1503" y="1104"/>
                </a:lnTo>
                <a:lnTo>
                  <a:pt x="1503" y="1103"/>
                </a:lnTo>
                <a:lnTo>
                  <a:pt x="1504" y="1102"/>
                </a:lnTo>
                <a:lnTo>
                  <a:pt x="1505" y="1102"/>
                </a:lnTo>
                <a:lnTo>
                  <a:pt x="1505" y="1101"/>
                </a:lnTo>
                <a:lnTo>
                  <a:pt x="1506" y="1101"/>
                </a:lnTo>
                <a:lnTo>
                  <a:pt x="1506" y="1102"/>
                </a:lnTo>
                <a:lnTo>
                  <a:pt x="1506" y="1103"/>
                </a:lnTo>
                <a:lnTo>
                  <a:pt x="1507" y="1102"/>
                </a:lnTo>
                <a:lnTo>
                  <a:pt x="1508" y="1103"/>
                </a:lnTo>
                <a:lnTo>
                  <a:pt x="1508" y="1107"/>
                </a:lnTo>
                <a:lnTo>
                  <a:pt x="1508" y="1108"/>
                </a:lnTo>
                <a:lnTo>
                  <a:pt x="1509" y="1108"/>
                </a:lnTo>
                <a:lnTo>
                  <a:pt x="1510" y="1108"/>
                </a:lnTo>
                <a:lnTo>
                  <a:pt x="1510" y="1109"/>
                </a:lnTo>
                <a:lnTo>
                  <a:pt x="1511" y="1110"/>
                </a:lnTo>
                <a:lnTo>
                  <a:pt x="1511" y="1111"/>
                </a:lnTo>
                <a:lnTo>
                  <a:pt x="1510" y="1112"/>
                </a:lnTo>
                <a:lnTo>
                  <a:pt x="1510" y="1113"/>
                </a:lnTo>
                <a:lnTo>
                  <a:pt x="1511" y="1113"/>
                </a:lnTo>
                <a:lnTo>
                  <a:pt x="1512" y="1113"/>
                </a:lnTo>
                <a:lnTo>
                  <a:pt x="1513" y="1113"/>
                </a:lnTo>
                <a:lnTo>
                  <a:pt x="1513" y="1114"/>
                </a:lnTo>
                <a:lnTo>
                  <a:pt x="1513" y="1115"/>
                </a:lnTo>
                <a:lnTo>
                  <a:pt x="1514" y="1116"/>
                </a:lnTo>
                <a:lnTo>
                  <a:pt x="1515" y="1116"/>
                </a:lnTo>
                <a:lnTo>
                  <a:pt x="1515" y="1117"/>
                </a:lnTo>
                <a:lnTo>
                  <a:pt x="1516" y="1117"/>
                </a:lnTo>
                <a:lnTo>
                  <a:pt x="1517" y="1117"/>
                </a:lnTo>
                <a:lnTo>
                  <a:pt x="1518" y="1117"/>
                </a:lnTo>
                <a:lnTo>
                  <a:pt x="1519" y="1117"/>
                </a:lnTo>
                <a:lnTo>
                  <a:pt x="1520" y="1116"/>
                </a:lnTo>
                <a:lnTo>
                  <a:pt x="1521" y="1117"/>
                </a:lnTo>
                <a:lnTo>
                  <a:pt x="1521" y="1116"/>
                </a:lnTo>
                <a:lnTo>
                  <a:pt x="1522" y="1116"/>
                </a:lnTo>
                <a:lnTo>
                  <a:pt x="1523" y="1116"/>
                </a:lnTo>
                <a:lnTo>
                  <a:pt x="1523" y="1117"/>
                </a:lnTo>
                <a:lnTo>
                  <a:pt x="1524" y="1117"/>
                </a:lnTo>
                <a:lnTo>
                  <a:pt x="1524" y="1118"/>
                </a:lnTo>
                <a:lnTo>
                  <a:pt x="1524" y="1119"/>
                </a:lnTo>
                <a:lnTo>
                  <a:pt x="1523" y="1120"/>
                </a:lnTo>
                <a:lnTo>
                  <a:pt x="1523" y="1121"/>
                </a:lnTo>
                <a:lnTo>
                  <a:pt x="1524" y="1122"/>
                </a:lnTo>
                <a:lnTo>
                  <a:pt x="1525" y="1121"/>
                </a:lnTo>
                <a:lnTo>
                  <a:pt x="1525" y="1120"/>
                </a:lnTo>
                <a:lnTo>
                  <a:pt x="1525" y="1119"/>
                </a:lnTo>
                <a:lnTo>
                  <a:pt x="1525" y="1118"/>
                </a:lnTo>
                <a:lnTo>
                  <a:pt x="1526" y="1118"/>
                </a:lnTo>
                <a:lnTo>
                  <a:pt x="1527" y="1118"/>
                </a:lnTo>
                <a:lnTo>
                  <a:pt x="1528" y="1117"/>
                </a:lnTo>
                <a:lnTo>
                  <a:pt x="1528" y="1116"/>
                </a:lnTo>
                <a:lnTo>
                  <a:pt x="1529" y="1116"/>
                </a:lnTo>
                <a:lnTo>
                  <a:pt x="1530" y="1116"/>
                </a:lnTo>
                <a:lnTo>
                  <a:pt x="1531" y="1116"/>
                </a:lnTo>
                <a:lnTo>
                  <a:pt x="1532" y="1115"/>
                </a:lnTo>
                <a:lnTo>
                  <a:pt x="1533" y="1114"/>
                </a:lnTo>
                <a:lnTo>
                  <a:pt x="1534" y="1114"/>
                </a:lnTo>
                <a:lnTo>
                  <a:pt x="1536" y="1112"/>
                </a:lnTo>
                <a:lnTo>
                  <a:pt x="1537" y="1113"/>
                </a:lnTo>
                <a:lnTo>
                  <a:pt x="1537" y="1114"/>
                </a:lnTo>
                <a:lnTo>
                  <a:pt x="1538" y="1114"/>
                </a:lnTo>
                <a:lnTo>
                  <a:pt x="1538" y="1113"/>
                </a:lnTo>
                <a:lnTo>
                  <a:pt x="1539" y="1113"/>
                </a:lnTo>
                <a:lnTo>
                  <a:pt x="1539" y="1114"/>
                </a:lnTo>
                <a:lnTo>
                  <a:pt x="1539" y="1115"/>
                </a:lnTo>
                <a:lnTo>
                  <a:pt x="1540" y="1115"/>
                </a:lnTo>
                <a:lnTo>
                  <a:pt x="1541" y="1115"/>
                </a:lnTo>
                <a:lnTo>
                  <a:pt x="1541" y="1114"/>
                </a:lnTo>
                <a:lnTo>
                  <a:pt x="1542" y="1114"/>
                </a:lnTo>
                <a:lnTo>
                  <a:pt x="1543" y="1115"/>
                </a:lnTo>
                <a:lnTo>
                  <a:pt x="1544" y="1116"/>
                </a:lnTo>
                <a:lnTo>
                  <a:pt x="1545" y="1117"/>
                </a:lnTo>
                <a:lnTo>
                  <a:pt x="1545" y="1116"/>
                </a:lnTo>
                <a:lnTo>
                  <a:pt x="1546" y="1115"/>
                </a:lnTo>
                <a:lnTo>
                  <a:pt x="1547" y="1115"/>
                </a:lnTo>
                <a:lnTo>
                  <a:pt x="1547" y="1116"/>
                </a:lnTo>
                <a:lnTo>
                  <a:pt x="1547" y="1117"/>
                </a:lnTo>
                <a:lnTo>
                  <a:pt x="1546" y="1118"/>
                </a:lnTo>
                <a:lnTo>
                  <a:pt x="1546" y="1119"/>
                </a:lnTo>
                <a:lnTo>
                  <a:pt x="1545" y="1120"/>
                </a:lnTo>
                <a:lnTo>
                  <a:pt x="1544" y="1120"/>
                </a:lnTo>
                <a:lnTo>
                  <a:pt x="1543" y="1120"/>
                </a:lnTo>
                <a:lnTo>
                  <a:pt x="1543" y="1118"/>
                </a:lnTo>
                <a:lnTo>
                  <a:pt x="1543" y="1117"/>
                </a:lnTo>
                <a:lnTo>
                  <a:pt x="1543" y="1116"/>
                </a:lnTo>
                <a:lnTo>
                  <a:pt x="1542" y="1116"/>
                </a:lnTo>
                <a:lnTo>
                  <a:pt x="1542" y="1117"/>
                </a:lnTo>
                <a:lnTo>
                  <a:pt x="1542" y="1118"/>
                </a:lnTo>
                <a:lnTo>
                  <a:pt x="1541" y="1119"/>
                </a:lnTo>
                <a:lnTo>
                  <a:pt x="1541" y="1120"/>
                </a:lnTo>
                <a:lnTo>
                  <a:pt x="1540" y="1120"/>
                </a:lnTo>
                <a:lnTo>
                  <a:pt x="1540" y="1119"/>
                </a:lnTo>
                <a:lnTo>
                  <a:pt x="1539" y="1120"/>
                </a:lnTo>
                <a:lnTo>
                  <a:pt x="1539" y="1122"/>
                </a:lnTo>
                <a:lnTo>
                  <a:pt x="1539" y="1123"/>
                </a:lnTo>
                <a:lnTo>
                  <a:pt x="1541" y="1122"/>
                </a:lnTo>
                <a:lnTo>
                  <a:pt x="1541" y="1123"/>
                </a:lnTo>
                <a:lnTo>
                  <a:pt x="1541" y="1124"/>
                </a:lnTo>
                <a:lnTo>
                  <a:pt x="1542" y="1124"/>
                </a:lnTo>
                <a:lnTo>
                  <a:pt x="1542" y="1123"/>
                </a:lnTo>
                <a:lnTo>
                  <a:pt x="1543" y="1124"/>
                </a:lnTo>
                <a:lnTo>
                  <a:pt x="1543" y="1126"/>
                </a:lnTo>
                <a:lnTo>
                  <a:pt x="1542" y="1127"/>
                </a:lnTo>
                <a:lnTo>
                  <a:pt x="1542" y="1128"/>
                </a:lnTo>
                <a:lnTo>
                  <a:pt x="1543" y="1128"/>
                </a:lnTo>
                <a:lnTo>
                  <a:pt x="1543" y="1129"/>
                </a:lnTo>
                <a:lnTo>
                  <a:pt x="1544" y="1130"/>
                </a:lnTo>
                <a:lnTo>
                  <a:pt x="1544" y="1129"/>
                </a:lnTo>
                <a:lnTo>
                  <a:pt x="1544" y="1130"/>
                </a:lnTo>
                <a:lnTo>
                  <a:pt x="1545" y="1130"/>
                </a:lnTo>
                <a:lnTo>
                  <a:pt x="1545" y="1131"/>
                </a:lnTo>
                <a:lnTo>
                  <a:pt x="1546" y="1131"/>
                </a:lnTo>
                <a:lnTo>
                  <a:pt x="1546" y="1132"/>
                </a:lnTo>
                <a:lnTo>
                  <a:pt x="1547" y="1131"/>
                </a:lnTo>
                <a:lnTo>
                  <a:pt x="1548" y="1130"/>
                </a:lnTo>
                <a:lnTo>
                  <a:pt x="1548" y="1131"/>
                </a:lnTo>
                <a:lnTo>
                  <a:pt x="1547" y="1133"/>
                </a:lnTo>
                <a:lnTo>
                  <a:pt x="1546" y="1133"/>
                </a:lnTo>
                <a:lnTo>
                  <a:pt x="1546" y="1134"/>
                </a:lnTo>
                <a:lnTo>
                  <a:pt x="1547" y="1134"/>
                </a:lnTo>
                <a:lnTo>
                  <a:pt x="1547" y="1135"/>
                </a:lnTo>
                <a:lnTo>
                  <a:pt x="1548" y="1135"/>
                </a:lnTo>
                <a:lnTo>
                  <a:pt x="1549" y="1135"/>
                </a:lnTo>
                <a:lnTo>
                  <a:pt x="1550" y="1136"/>
                </a:lnTo>
                <a:lnTo>
                  <a:pt x="1551" y="1137"/>
                </a:lnTo>
                <a:lnTo>
                  <a:pt x="1550" y="1137"/>
                </a:lnTo>
                <a:lnTo>
                  <a:pt x="1550" y="1138"/>
                </a:lnTo>
                <a:lnTo>
                  <a:pt x="1551" y="1139"/>
                </a:lnTo>
                <a:lnTo>
                  <a:pt x="1551" y="1140"/>
                </a:lnTo>
                <a:lnTo>
                  <a:pt x="1552" y="1141"/>
                </a:lnTo>
                <a:lnTo>
                  <a:pt x="1553" y="1140"/>
                </a:lnTo>
                <a:lnTo>
                  <a:pt x="1554" y="1140"/>
                </a:lnTo>
                <a:lnTo>
                  <a:pt x="1554" y="1139"/>
                </a:lnTo>
                <a:lnTo>
                  <a:pt x="1554" y="1140"/>
                </a:lnTo>
                <a:lnTo>
                  <a:pt x="1555" y="1140"/>
                </a:lnTo>
                <a:lnTo>
                  <a:pt x="1555" y="1141"/>
                </a:lnTo>
                <a:lnTo>
                  <a:pt x="1555" y="1142"/>
                </a:lnTo>
                <a:lnTo>
                  <a:pt x="1555" y="1144"/>
                </a:lnTo>
                <a:lnTo>
                  <a:pt x="1556" y="1145"/>
                </a:lnTo>
                <a:lnTo>
                  <a:pt x="1557" y="1145"/>
                </a:lnTo>
                <a:lnTo>
                  <a:pt x="1557" y="1146"/>
                </a:lnTo>
                <a:lnTo>
                  <a:pt x="1557" y="1147"/>
                </a:lnTo>
                <a:lnTo>
                  <a:pt x="1557" y="1148"/>
                </a:lnTo>
                <a:lnTo>
                  <a:pt x="1556" y="1148"/>
                </a:lnTo>
                <a:lnTo>
                  <a:pt x="1557" y="1149"/>
                </a:lnTo>
                <a:lnTo>
                  <a:pt x="1557" y="1151"/>
                </a:lnTo>
                <a:lnTo>
                  <a:pt x="1557" y="1152"/>
                </a:lnTo>
                <a:lnTo>
                  <a:pt x="1558" y="1152"/>
                </a:lnTo>
                <a:lnTo>
                  <a:pt x="1559" y="1151"/>
                </a:lnTo>
                <a:lnTo>
                  <a:pt x="1559" y="1150"/>
                </a:lnTo>
                <a:lnTo>
                  <a:pt x="1559" y="1149"/>
                </a:lnTo>
                <a:lnTo>
                  <a:pt x="1560" y="1148"/>
                </a:lnTo>
                <a:lnTo>
                  <a:pt x="1560" y="1147"/>
                </a:lnTo>
                <a:lnTo>
                  <a:pt x="1560" y="1146"/>
                </a:lnTo>
                <a:lnTo>
                  <a:pt x="1560" y="1145"/>
                </a:lnTo>
                <a:lnTo>
                  <a:pt x="1561" y="1144"/>
                </a:lnTo>
                <a:lnTo>
                  <a:pt x="1561" y="1145"/>
                </a:lnTo>
                <a:lnTo>
                  <a:pt x="1562" y="1145"/>
                </a:lnTo>
                <a:lnTo>
                  <a:pt x="1562" y="1144"/>
                </a:lnTo>
                <a:lnTo>
                  <a:pt x="1563" y="1144"/>
                </a:lnTo>
                <a:lnTo>
                  <a:pt x="1563" y="1143"/>
                </a:lnTo>
                <a:lnTo>
                  <a:pt x="1565" y="1143"/>
                </a:lnTo>
                <a:lnTo>
                  <a:pt x="1565" y="1144"/>
                </a:lnTo>
                <a:lnTo>
                  <a:pt x="1566" y="1145"/>
                </a:lnTo>
                <a:lnTo>
                  <a:pt x="1568" y="1145"/>
                </a:lnTo>
                <a:lnTo>
                  <a:pt x="1569" y="1145"/>
                </a:lnTo>
                <a:lnTo>
                  <a:pt x="1570" y="1145"/>
                </a:lnTo>
                <a:lnTo>
                  <a:pt x="1571" y="1145"/>
                </a:lnTo>
                <a:lnTo>
                  <a:pt x="1572" y="1145"/>
                </a:lnTo>
                <a:lnTo>
                  <a:pt x="1573" y="1145"/>
                </a:lnTo>
                <a:lnTo>
                  <a:pt x="1574" y="1146"/>
                </a:lnTo>
                <a:lnTo>
                  <a:pt x="1576" y="1146"/>
                </a:lnTo>
                <a:lnTo>
                  <a:pt x="1576" y="1147"/>
                </a:lnTo>
                <a:lnTo>
                  <a:pt x="1577" y="1147"/>
                </a:lnTo>
                <a:lnTo>
                  <a:pt x="1578" y="1147"/>
                </a:lnTo>
                <a:lnTo>
                  <a:pt x="1579" y="1149"/>
                </a:lnTo>
                <a:lnTo>
                  <a:pt x="1578" y="1149"/>
                </a:lnTo>
                <a:lnTo>
                  <a:pt x="1578" y="1150"/>
                </a:lnTo>
                <a:lnTo>
                  <a:pt x="1579" y="1151"/>
                </a:lnTo>
                <a:lnTo>
                  <a:pt x="1580" y="1151"/>
                </a:lnTo>
                <a:lnTo>
                  <a:pt x="1581" y="1151"/>
                </a:lnTo>
                <a:lnTo>
                  <a:pt x="1582" y="1151"/>
                </a:lnTo>
                <a:lnTo>
                  <a:pt x="1583" y="1151"/>
                </a:lnTo>
                <a:lnTo>
                  <a:pt x="1584" y="1150"/>
                </a:lnTo>
                <a:lnTo>
                  <a:pt x="1585" y="1150"/>
                </a:lnTo>
                <a:lnTo>
                  <a:pt x="1585" y="1151"/>
                </a:lnTo>
                <a:lnTo>
                  <a:pt x="1585" y="1152"/>
                </a:lnTo>
                <a:lnTo>
                  <a:pt x="1586" y="1151"/>
                </a:lnTo>
                <a:lnTo>
                  <a:pt x="1586" y="1150"/>
                </a:lnTo>
                <a:lnTo>
                  <a:pt x="1586" y="1149"/>
                </a:lnTo>
                <a:lnTo>
                  <a:pt x="1587" y="1148"/>
                </a:lnTo>
                <a:lnTo>
                  <a:pt x="1587" y="1149"/>
                </a:lnTo>
                <a:lnTo>
                  <a:pt x="1588" y="1149"/>
                </a:lnTo>
                <a:lnTo>
                  <a:pt x="1589" y="1150"/>
                </a:lnTo>
                <a:lnTo>
                  <a:pt x="1588" y="1151"/>
                </a:lnTo>
                <a:lnTo>
                  <a:pt x="1587" y="1151"/>
                </a:lnTo>
                <a:lnTo>
                  <a:pt x="1587" y="1152"/>
                </a:lnTo>
                <a:lnTo>
                  <a:pt x="1585" y="1152"/>
                </a:lnTo>
                <a:lnTo>
                  <a:pt x="1585" y="1153"/>
                </a:lnTo>
                <a:lnTo>
                  <a:pt x="1585" y="1154"/>
                </a:lnTo>
                <a:lnTo>
                  <a:pt x="1585" y="1155"/>
                </a:lnTo>
                <a:lnTo>
                  <a:pt x="1585" y="1156"/>
                </a:lnTo>
                <a:lnTo>
                  <a:pt x="1585" y="1157"/>
                </a:lnTo>
                <a:lnTo>
                  <a:pt x="1585" y="1158"/>
                </a:lnTo>
                <a:lnTo>
                  <a:pt x="1586" y="1158"/>
                </a:lnTo>
                <a:lnTo>
                  <a:pt x="1586" y="1159"/>
                </a:lnTo>
                <a:lnTo>
                  <a:pt x="1586" y="1160"/>
                </a:lnTo>
                <a:lnTo>
                  <a:pt x="1586" y="1162"/>
                </a:lnTo>
                <a:lnTo>
                  <a:pt x="1587" y="1162"/>
                </a:lnTo>
                <a:lnTo>
                  <a:pt x="1587" y="1163"/>
                </a:lnTo>
                <a:lnTo>
                  <a:pt x="1587" y="1164"/>
                </a:lnTo>
                <a:lnTo>
                  <a:pt x="1587" y="1165"/>
                </a:lnTo>
                <a:lnTo>
                  <a:pt x="1588" y="1165"/>
                </a:lnTo>
                <a:lnTo>
                  <a:pt x="1589" y="1165"/>
                </a:lnTo>
                <a:lnTo>
                  <a:pt x="1589" y="1166"/>
                </a:lnTo>
                <a:lnTo>
                  <a:pt x="1589" y="1167"/>
                </a:lnTo>
                <a:lnTo>
                  <a:pt x="1590" y="1168"/>
                </a:lnTo>
                <a:lnTo>
                  <a:pt x="1589" y="1168"/>
                </a:lnTo>
                <a:lnTo>
                  <a:pt x="1589" y="1169"/>
                </a:lnTo>
                <a:lnTo>
                  <a:pt x="1590" y="1171"/>
                </a:lnTo>
                <a:lnTo>
                  <a:pt x="1590" y="1172"/>
                </a:lnTo>
                <a:lnTo>
                  <a:pt x="1591" y="1171"/>
                </a:lnTo>
                <a:lnTo>
                  <a:pt x="1590" y="1170"/>
                </a:lnTo>
                <a:lnTo>
                  <a:pt x="1591" y="1170"/>
                </a:lnTo>
                <a:lnTo>
                  <a:pt x="1591" y="1169"/>
                </a:lnTo>
                <a:lnTo>
                  <a:pt x="1591" y="1170"/>
                </a:lnTo>
                <a:lnTo>
                  <a:pt x="1592" y="1170"/>
                </a:lnTo>
                <a:lnTo>
                  <a:pt x="1592" y="1169"/>
                </a:lnTo>
                <a:lnTo>
                  <a:pt x="1592" y="1168"/>
                </a:lnTo>
                <a:lnTo>
                  <a:pt x="1592" y="1167"/>
                </a:lnTo>
                <a:lnTo>
                  <a:pt x="1592" y="1166"/>
                </a:lnTo>
                <a:lnTo>
                  <a:pt x="1593" y="1166"/>
                </a:lnTo>
                <a:lnTo>
                  <a:pt x="1594" y="1165"/>
                </a:lnTo>
                <a:lnTo>
                  <a:pt x="1595" y="1164"/>
                </a:lnTo>
                <a:lnTo>
                  <a:pt x="1595" y="1163"/>
                </a:lnTo>
                <a:lnTo>
                  <a:pt x="1596" y="1163"/>
                </a:lnTo>
                <a:lnTo>
                  <a:pt x="1597" y="1163"/>
                </a:lnTo>
                <a:lnTo>
                  <a:pt x="1597" y="1162"/>
                </a:lnTo>
                <a:lnTo>
                  <a:pt x="1597" y="1161"/>
                </a:lnTo>
                <a:lnTo>
                  <a:pt x="1597" y="1160"/>
                </a:lnTo>
                <a:lnTo>
                  <a:pt x="1598" y="1160"/>
                </a:lnTo>
                <a:lnTo>
                  <a:pt x="1598" y="1162"/>
                </a:lnTo>
                <a:lnTo>
                  <a:pt x="1599" y="1162"/>
                </a:lnTo>
                <a:lnTo>
                  <a:pt x="1599" y="1163"/>
                </a:lnTo>
                <a:lnTo>
                  <a:pt x="1600" y="1163"/>
                </a:lnTo>
                <a:lnTo>
                  <a:pt x="1600" y="1164"/>
                </a:lnTo>
                <a:lnTo>
                  <a:pt x="1601" y="1164"/>
                </a:lnTo>
                <a:lnTo>
                  <a:pt x="1602" y="1164"/>
                </a:lnTo>
                <a:lnTo>
                  <a:pt x="1603" y="1164"/>
                </a:lnTo>
                <a:lnTo>
                  <a:pt x="1603" y="1163"/>
                </a:lnTo>
                <a:lnTo>
                  <a:pt x="1603" y="1164"/>
                </a:lnTo>
                <a:lnTo>
                  <a:pt x="1604" y="1164"/>
                </a:lnTo>
                <a:lnTo>
                  <a:pt x="1605" y="1164"/>
                </a:lnTo>
                <a:lnTo>
                  <a:pt x="1606" y="1164"/>
                </a:lnTo>
                <a:lnTo>
                  <a:pt x="1606" y="1167"/>
                </a:lnTo>
                <a:lnTo>
                  <a:pt x="1606" y="1168"/>
                </a:lnTo>
                <a:lnTo>
                  <a:pt x="1606" y="1169"/>
                </a:lnTo>
                <a:lnTo>
                  <a:pt x="1607" y="1169"/>
                </a:lnTo>
                <a:lnTo>
                  <a:pt x="1607" y="1170"/>
                </a:lnTo>
                <a:lnTo>
                  <a:pt x="1607" y="1171"/>
                </a:lnTo>
                <a:lnTo>
                  <a:pt x="1606" y="1171"/>
                </a:lnTo>
                <a:lnTo>
                  <a:pt x="1606" y="1172"/>
                </a:lnTo>
                <a:lnTo>
                  <a:pt x="1606" y="1173"/>
                </a:lnTo>
                <a:lnTo>
                  <a:pt x="1607" y="1173"/>
                </a:lnTo>
                <a:lnTo>
                  <a:pt x="1607" y="1174"/>
                </a:lnTo>
                <a:lnTo>
                  <a:pt x="1607" y="1175"/>
                </a:lnTo>
                <a:lnTo>
                  <a:pt x="1608" y="1176"/>
                </a:lnTo>
                <a:lnTo>
                  <a:pt x="1609" y="1176"/>
                </a:lnTo>
                <a:lnTo>
                  <a:pt x="1610" y="1176"/>
                </a:lnTo>
                <a:lnTo>
                  <a:pt x="1612" y="1179"/>
                </a:lnTo>
                <a:lnTo>
                  <a:pt x="1612" y="1180"/>
                </a:lnTo>
                <a:lnTo>
                  <a:pt x="1611" y="1180"/>
                </a:lnTo>
                <a:lnTo>
                  <a:pt x="1612" y="1182"/>
                </a:lnTo>
                <a:lnTo>
                  <a:pt x="1613" y="1184"/>
                </a:lnTo>
                <a:lnTo>
                  <a:pt x="1614" y="1184"/>
                </a:lnTo>
                <a:lnTo>
                  <a:pt x="1614" y="1183"/>
                </a:lnTo>
                <a:lnTo>
                  <a:pt x="1615" y="1184"/>
                </a:lnTo>
                <a:lnTo>
                  <a:pt x="1616" y="1185"/>
                </a:lnTo>
                <a:lnTo>
                  <a:pt x="1616" y="1186"/>
                </a:lnTo>
                <a:lnTo>
                  <a:pt x="1616" y="1187"/>
                </a:lnTo>
                <a:lnTo>
                  <a:pt x="1617" y="1188"/>
                </a:lnTo>
                <a:lnTo>
                  <a:pt x="1617" y="1189"/>
                </a:lnTo>
                <a:lnTo>
                  <a:pt x="1618" y="1189"/>
                </a:lnTo>
                <a:lnTo>
                  <a:pt x="1619" y="1189"/>
                </a:lnTo>
                <a:lnTo>
                  <a:pt x="1620" y="1190"/>
                </a:lnTo>
                <a:lnTo>
                  <a:pt x="1620" y="1191"/>
                </a:lnTo>
                <a:lnTo>
                  <a:pt x="1621" y="1191"/>
                </a:lnTo>
                <a:lnTo>
                  <a:pt x="1622" y="1190"/>
                </a:lnTo>
                <a:lnTo>
                  <a:pt x="1622" y="1189"/>
                </a:lnTo>
                <a:lnTo>
                  <a:pt x="1622" y="1188"/>
                </a:lnTo>
                <a:lnTo>
                  <a:pt x="1622" y="1187"/>
                </a:lnTo>
                <a:lnTo>
                  <a:pt x="1621" y="1187"/>
                </a:lnTo>
                <a:lnTo>
                  <a:pt x="1621" y="1186"/>
                </a:lnTo>
                <a:lnTo>
                  <a:pt x="1622" y="1186"/>
                </a:lnTo>
                <a:lnTo>
                  <a:pt x="1623" y="1186"/>
                </a:lnTo>
                <a:lnTo>
                  <a:pt x="1624" y="1186"/>
                </a:lnTo>
                <a:lnTo>
                  <a:pt x="1625" y="1185"/>
                </a:lnTo>
                <a:lnTo>
                  <a:pt x="1626" y="1186"/>
                </a:lnTo>
                <a:lnTo>
                  <a:pt x="1627" y="1185"/>
                </a:lnTo>
                <a:lnTo>
                  <a:pt x="1628" y="1184"/>
                </a:lnTo>
                <a:lnTo>
                  <a:pt x="1628" y="1183"/>
                </a:lnTo>
                <a:lnTo>
                  <a:pt x="1629" y="1183"/>
                </a:lnTo>
                <a:lnTo>
                  <a:pt x="1630" y="1182"/>
                </a:lnTo>
                <a:lnTo>
                  <a:pt x="1631" y="1182"/>
                </a:lnTo>
                <a:lnTo>
                  <a:pt x="1631" y="1180"/>
                </a:lnTo>
                <a:lnTo>
                  <a:pt x="1632" y="1179"/>
                </a:lnTo>
                <a:lnTo>
                  <a:pt x="1634" y="1179"/>
                </a:lnTo>
                <a:lnTo>
                  <a:pt x="1636" y="1176"/>
                </a:lnTo>
                <a:lnTo>
                  <a:pt x="1636" y="1175"/>
                </a:lnTo>
                <a:lnTo>
                  <a:pt x="1636" y="1174"/>
                </a:lnTo>
                <a:lnTo>
                  <a:pt x="1636" y="1173"/>
                </a:lnTo>
                <a:lnTo>
                  <a:pt x="1636" y="1172"/>
                </a:lnTo>
                <a:lnTo>
                  <a:pt x="1637" y="1172"/>
                </a:lnTo>
                <a:lnTo>
                  <a:pt x="1638" y="1172"/>
                </a:lnTo>
                <a:lnTo>
                  <a:pt x="1638" y="1171"/>
                </a:lnTo>
                <a:lnTo>
                  <a:pt x="1637" y="1171"/>
                </a:lnTo>
                <a:lnTo>
                  <a:pt x="1637" y="1170"/>
                </a:lnTo>
                <a:lnTo>
                  <a:pt x="1637" y="1169"/>
                </a:lnTo>
                <a:lnTo>
                  <a:pt x="1637" y="1167"/>
                </a:lnTo>
                <a:lnTo>
                  <a:pt x="1636" y="1167"/>
                </a:lnTo>
                <a:lnTo>
                  <a:pt x="1636" y="1166"/>
                </a:lnTo>
                <a:lnTo>
                  <a:pt x="1637" y="1165"/>
                </a:lnTo>
                <a:lnTo>
                  <a:pt x="1637" y="1164"/>
                </a:lnTo>
                <a:lnTo>
                  <a:pt x="1638" y="1162"/>
                </a:lnTo>
                <a:lnTo>
                  <a:pt x="1637" y="1162"/>
                </a:lnTo>
                <a:lnTo>
                  <a:pt x="1637" y="1161"/>
                </a:lnTo>
                <a:lnTo>
                  <a:pt x="1637" y="1160"/>
                </a:lnTo>
                <a:lnTo>
                  <a:pt x="1636" y="1160"/>
                </a:lnTo>
                <a:lnTo>
                  <a:pt x="1636" y="1159"/>
                </a:lnTo>
                <a:lnTo>
                  <a:pt x="1635" y="1158"/>
                </a:lnTo>
                <a:lnTo>
                  <a:pt x="1635" y="1156"/>
                </a:lnTo>
                <a:lnTo>
                  <a:pt x="1636" y="1154"/>
                </a:lnTo>
                <a:lnTo>
                  <a:pt x="1636" y="1153"/>
                </a:lnTo>
                <a:lnTo>
                  <a:pt x="1636" y="1152"/>
                </a:lnTo>
                <a:lnTo>
                  <a:pt x="1635" y="1152"/>
                </a:lnTo>
                <a:lnTo>
                  <a:pt x="1635" y="1153"/>
                </a:lnTo>
                <a:lnTo>
                  <a:pt x="1634" y="1153"/>
                </a:lnTo>
                <a:lnTo>
                  <a:pt x="1633" y="1153"/>
                </a:lnTo>
                <a:lnTo>
                  <a:pt x="1633" y="1152"/>
                </a:lnTo>
                <a:lnTo>
                  <a:pt x="1633" y="1150"/>
                </a:lnTo>
                <a:lnTo>
                  <a:pt x="1632" y="1149"/>
                </a:lnTo>
                <a:lnTo>
                  <a:pt x="1631" y="1149"/>
                </a:lnTo>
                <a:lnTo>
                  <a:pt x="1631" y="1148"/>
                </a:lnTo>
                <a:lnTo>
                  <a:pt x="1631" y="1147"/>
                </a:lnTo>
                <a:lnTo>
                  <a:pt x="1630" y="1147"/>
                </a:lnTo>
                <a:lnTo>
                  <a:pt x="1630" y="1146"/>
                </a:lnTo>
                <a:lnTo>
                  <a:pt x="1630" y="1145"/>
                </a:lnTo>
                <a:lnTo>
                  <a:pt x="1631" y="1144"/>
                </a:lnTo>
                <a:lnTo>
                  <a:pt x="1631" y="1143"/>
                </a:lnTo>
                <a:lnTo>
                  <a:pt x="1631" y="1142"/>
                </a:lnTo>
                <a:lnTo>
                  <a:pt x="1631" y="1141"/>
                </a:lnTo>
                <a:lnTo>
                  <a:pt x="1631" y="1140"/>
                </a:lnTo>
                <a:lnTo>
                  <a:pt x="1631" y="1139"/>
                </a:lnTo>
                <a:lnTo>
                  <a:pt x="1632" y="1138"/>
                </a:lnTo>
                <a:lnTo>
                  <a:pt x="1632" y="1137"/>
                </a:lnTo>
                <a:lnTo>
                  <a:pt x="1633" y="1138"/>
                </a:lnTo>
                <a:lnTo>
                  <a:pt x="1634" y="1138"/>
                </a:lnTo>
                <a:lnTo>
                  <a:pt x="1635" y="1138"/>
                </a:lnTo>
                <a:lnTo>
                  <a:pt x="1634" y="1138"/>
                </a:lnTo>
                <a:lnTo>
                  <a:pt x="1634" y="1137"/>
                </a:lnTo>
                <a:lnTo>
                  <a:pt x="1634" y="1136"/>
                </a:lnTo>
                <a:lnTo>
                  <a:pt x="1634" y="1135"/>
                </a:lnTo>
                <a:lnTo>
                  <a:pt x="1633" y="1135"/>
                </a:lnTo>
                <a:lnTo>
                  <a:pt x="1633" y="1134"/>
                </a:lnTo>
                <a:lnTo>
                  <a:pt x="1632" y="1133"/>
                </a:lnTo>
                <a:lnTo>
                  <a:pt x="1632" y="1132"/>
                </a:lnTo>
                <a:lnTo>
                  <a:pt x="1633" y="1132"/>
                </a:lnTo>
                <a:lnTo>
                  <a:pt x="1633" y="1131"/>
                </a:lnTo>
                <a:lnTo>
                  <a:pt x="1632" y="1131"/>
                </a:lnTo>
                <a:lnTo>
                  <a:pt x="1631" y="1130"/>
                </a:lnTo>
                <a:lnTo>
                  <a:pt x="1631" y="1129"/>
                </a:lnTo>
                <a:lnTo>
                  <a:pt x="1632" y="1129"/>
                </a:lnTo>
                <a:lnTo>
                  <a:pt x="1632" y="1128"/>
                </a:lnTo>
                <a:lnTo>
                  <a:pt x="1631" y="1128"/>
                </a:lnTo>
                <a:lnTo>
                  <a:pt x="1631" y="1127"/>
                </a:lnTo>
                <a:lnTo>
                  <a:pt x="1630" y="1127"/>
                </a:lnTo>
                <a:lnTo>
                  <a:pt x="1629" y="1125"/>
                </a:lnTo>
                <a:lnTo>
                  <a:pt x="1629" y="1123"/>
                </a:lnTo>
                <a:lnTo>
                  <a:pt x="1629" y="1121"/>
                </a:lnTo>
                <a:lnTo>
                  <a:pt x="1630" y="1121"/>
                </a:lnTo>
                <a:lnTo>
                  <a:pt x="1630" y="1120"/>
                </a:lnTo>
                <a:lnTo>
                  <a:pt x="1631" y="1119"/>
                </a:lnTo>
                <a:lnTo>
                  <a:pt x="1631" y="1118"/>
                </a:lnTo>
                <a:lnTo>
                  <a:pt x="1632" y="1117"/>
                </a:lnTo>
                <a:lnTo>
                  <a:pt x="1632" y="1116"/>
                </a:lnTo>
                <a:lnTo>
                  <a:pt x="1633" y="1116"/>
                </a:lnTo>
                <a:lnTo>
                  <a:pt x="1634" y="1116"/>
                </a:lnTo>
                <a:lnTo>
                  <a:pt x="1635" y="1116"/>
                </a:lnTo>
                <a:lnTo>
                  <a:pt x="1635" y="1115"/>
                </a:lnTo>
                <a:lnTo>
                  <a:pt x="1635" y="1114"/>
                </a:lnTo>
                <a:lnTo>
                  <a:pt x="1636" y="1114"/>
                </a:lnTo>
                <a:lnTo>
                  <a:pt x="1636" y="1113"/>
                </a:lnTo>
                <a:lnTo>
                  <a:pt x="1637" y="1113"/>
                </a:lnTo>
                <a:lnTo>
                  <a:pt x="1638" y="1113"/>
                </a:lnTo>
                <a:lnTo>
                  <a:pt x="1639" y="1114"/>
                </a:lnTo>
                <a:lnTo>
                  <a:pt x="1639" y="1115"/>
                </a:lnTo>
                <a:lnTo>
                  <a:pt x="1639" y="1114"/>
                </a:lnTo>
                <a:lnTo>
                  <a:pt x="1639" y="1113"/>
                </a:lnTo>
                <a:lnTo>
                  <a:pt x="1640" y="1113"/>
                </a:lnTo>
                <a:lnTo>
                  <a:pt x="1642" y="1113"/>
                </a:lnTo>
                <a:lnTo>
                  <a:pt x="1644" y="1113"/>
                </a:lnTo>
                <a:lnTo>
                  <a:pt x="1645" y="1114"/>
                </a:lnTo>
                <a:lnTo>
                  <a:pt x="1647" y="1115"/>
                </a:lnTo>
                <a:lnTo>
                  <a:pt x="1648" y="1115"/>
                </a:lnTo>
                <a:lnTo>
                  <a:pt x="1649" y="1114"/>
                </a:lnTo>
                <a:lnTo>
                  <a:pt x="1648" y="1114"/>
                </a:lnTo>
                <a:lnTo>
                  <a:pt x="1648" y="1113"/>
                </a:lnTo>
                <a:lnTo>
                  <a:pt x="1648" y="1112"/>
                </a:lnTo>
                <a:lnTo>
                  <a:pt x="1649" y="1112"/>
                </a:lnTo>
                <a:lnTo>
                  <a:pt x="1649" y="1113"/>
                </a:lnTo>
                <a:lnTo>
                  <a:pt x="1650" y="1113"/>
                </a:lnTo>
                <a:lnTo>
                  <a:pt x="1651" y="1112"/>
                </a:lnTo>
                <a:lnTo>
                  <a:pt x="1651" y="1113"/>
                </a:lnTo>
                <a:lnTo>
                  <a:pt x="1651" y="1114"/>
                </a:lnTo>
                <a:lnTo>
                  <a:pt x="1651" y="1115"/>
                </a:lnTo>
                <a:lnTo>
                  <a:pt x="1652" y="1116"/>
                </a:lnTo>
                <a:lnTo>
                  <a:pt x="1652" y="1117"/>
                </a:lnTo>
                <a:lnTo>
                  <a:pt x="1653" y="1117"/>
                </a:lnTo>
                <a:lnTo>
                  <a:pt x="1654" y="1117"/>
                </a:lnTo>
                <a:lnTo>
                  <a:pt x="1655" y="1117"/>
                </a:lnTo>
                <a:lnTo>
                  <a:pt x="1655" y="1118"/>
                </a:lnTo>
                <a:lnTo>
                  <a:pt x="1656" y="1118"/>
                </a:lnTo>
                <a:lnTo>
                  <a:pt x="1657" y="1119"/>
                </a:lnTo>
                <a:lnTo>
                  <a:pt x="1657" y="1118"/>
                </a:lnTo>
                <a:lnTo>
                  <a:pt x="1657" y="1117"/>
                </a:lnTo>
                <a:lnTo>
                  <a:pt x="1657" y="1116"/>
                </a:lnTo>
                <a:lnTo>
                  <a:pt x="1657" y="1115"/>
                </a:lnTo>
                <a:lnTo>
                  <a:pt x="1658" y="1115"/>
                </a:lnTo>
                <a:lnTo>
                  <a:pt x="1658" y="1114"/>
                </a:lnTo>
                <a:lnTo>
                  <a:pt x="1659" y="1114"/>
                </a:lnTo>
                <a:lnTo>
                  <a:pt x="1660" y="1115"/>
                </a:lnTo>
                <a:lnTo>
                  <a:pt x="1660" y="1116"/>
                </a:lnTo>
                <a:lnTo>
                  <a:pt x="1660" y="1117"/>
                </a:lnTo>
                <a:lnTo>
                  <a:pt x="1661" y="1117"/>
                </a:lnTo>
                <a:lnTo>
                  <a:pt x="1663" y="1118"/>
                </a:lnTo>
                <a:lnTo>
                  <a:pt x="1662" y="1118"/>
                </a:lnTo>
                <a:lnTo>
                  <a:pt x="1662" y="1119"/>
                </a:lnTo>
                <a:lnTo>
                  <a:pt x="1663" y="1119"/>
                </a:lnTo>
                <a:lnTo>
                  <a:pt x="1664" y="1119"/>
                </a:lnTo>
                <a:lnTo>
                  <a:pt x="1664" y="1120"/>
                </a:lnTo>
                <a:lnTo>
                  <a:pt x="1664" y="1121"/>
                </a:lnTo>
                <a:lnTo>
                  <a:pt x="1665" y="1121"/>
                </a:lnTo>
                <a:lnTo>
                  <a:pt x="1666" y="1120"/>
                </a:lnTo>
                <a:lnTo>
                  <a:pt x="1667" y="1120"/>
                </a:lnTo>
                <a:lnTo>
                  <a:pt x="1667" y="1119"/>
                </a:lnTo>
                <a:lnTo>
                  <a:pt x="1666" y="1119"/>
                </a:lnTo>
                <a:lnTo>
                  <a:pt x="1665" y="1118"/>
                </a:lnTo>
                <a:lnTo>
                  <a:pt x="1666" y="1118"/>
                </a:lnTo>
                <a:lnTo>
                  <a:pt x="1666" y="1117"/>
                </a:lnTo>
                <a:lnTo>
                  <a:pt x="1667" y="1115"/>
                </a:lnTo>
                <a:lnTo>
                  <a:pt x="1669" y="1114"/>
                </a:lnTo>
                <a:lnTo>
                  <a:pt x="1669" y="1115"/>
                </a:lnTo>
                <a:lnTo>
                  <a:pt x="1671" y="1115"/>
                </a:lnTo>
                <a:lnTo>
                  <a:pt x="1672" y="1115"/>
                </a:lnTo>
                <a:lnTo>
                  <a:pt x="1672" y="1116"/>
                </a:lnTo>
                <a:lnTo>
                  <a:pt x="1672" y="1117"/>
                </a:lnTo>
                <a:lnTo>
                  <a:pt x="1673" y="1117"/>
                </a:lnTo>
                <a:lnTo>
                  <a:pt x="1674" y="1117"/>
                </a:lnTo>
                <a:lnTo>
                  <a:pt x="1675" y="1116"/>
                </a:lnTo>
                <a:lnTo>
                  <a:pt x="1675" y="1114"/>
                </a:lnTo>
                <a:lnTo>
                  <a:pt x="1675" y="1113"/>
                </a:lnTo>
                <a:lnTo>
                  <a:pt x="1675" y="1112"/>
                </a:lnTo>
                <a:lnTo>
                  <a:pt x="1675" y="1111"/>
                </a:lnTo>
                <a:lnTo>
                  <a:pt x="1679" y="1112"/>
                </a:lnTo>
                <a:lnTo>
                  <a:pt x="1680" y="1112"/>
                </a:lnTo>
                <a:lnTo>
                  <a:pt x="1680" y="1113"/>
                </a:lnTo>
                <a:lnTo>
                  <a:pt x="1681" y="1112"/>
                </a:lnTo>
                <a:lnTo>
                  <a:pt x="1681" y="1111"/>
                </a:lnTo>
                <a:lnTo>
                  <a:pt x="1680" y="1110"/>
                </a:lnTo>
                <a:lnTo>
                  <a:pt x="1681" y="1108"/>
                </a:lnTo>
                <a:lnTo>
                  <a:pt x="1681" y="1107"/>
                </a:lnTo>
                <a:lnTo>
                  <a:pt x="1681" y="1106"/>
                </a:lnTo>
                <a:lnTo>
                  <a:pt x="1682" y="1106"/>
                </a:lnTo>
                <a:lnTo>
                  <a:pt x="1683" y="1107"/>
                </a:lnTo>
                <a:lnTo>
                  <a:pt x="1683" y="1108"/>
                </a:lnTo>
                <a:lnTo>
                  <a:pt x="1683" y="1109"/>
                </a:lnTo>
                <a:lnTo>
                  <a:pt x="1684" y="1109"/>
                </a:lnTo>
                <a:lnTo>
                  <a:pt x="1684" y="1108"/>
                </a:lnTo>
                <a:lnTo>
                  <a:pt x="1684" y="1107"/>
                </a:lnTo>
                <a:lnTo>
                  <a:pt x="1685" y="1107"/>
                </a:lnTo>
                <a:lnTo>
                  <a:pt x="1686" y="1108"/>
                </a:lnTo>
                <a:lnTo>
                  <a:pt x="1686" y="1107"/>
                </a:lnTo>
                <a:lnTo>
                  <a:pt x="1686" y="1105"/>
                </a:lnTo>
                <a:lnTo>
                  <a:pt x="1686" y="1104"/>
                </a:lnTo>
                <a:lnTo>
                  <a:pt x="1685" y="1103"/>
                </a:lnTo>
                <a:lnTo>
                  <a:pt x="1684" y="1103"/>
                </a:lnTo>
                <a:lnTo>
                  <a:pt x="1684" y="1102"/>
                </a:lnTo>
                <a:lnTo>
                  <a:pt x="1683" y="1102"/>
                </a:lnTo>
                <a:lnTo>
                  <a:pt x="1683" y="1101"/>
                </a:lnTo>
                <a:lnTo>
                  <a:pt x="1684" y="1101"/>
                </a:lnTo>
                <a:lnTo>
                  <a:pt x="1686" y="1102"/>
                </a:lnTo>
                <a:lnTo>
                  <a:pt x="1687" y="1102"/>
                </a:lnTo>
                <a:lnTo>
                  <a:pt x="1687" y="1103"/>
                </a:lnTo>
                <a:lnTo>
                  <a:pt x="1687" y="1102"/>
                </a:lnTo>
                <a:lnTo>
                  <a:pt x="1688" y="1102"/>
                </a:lnTo>
                <a:lnTo>
                  <a:pt x="1688" y="1101"/>
                </a:lnTo>
                <a:lnTo>
                  <a:pt x="1687" y="1100"/>
                </a:lnTo>
                <a:lnTo>
                  <a:pt x="1686" y="1099"/>
                </a:lnTo>
                <a:lnTo>
                  <a:pt x="1686" y="1098"/>
                </a:lnTo>
                <a:lnTo>
                  <a:pt x="1685" y="1098"/>
                </a:lnTo>
                <a:lnTo>
                  <a:pt x="1685" y="1099"/>
                </a:lnTo>
                <a:lnTo>
                  <a:pt x="1684" y="1099"/>
                </a:lnTo>
                <a:lnTo>
                  <a:pt x="1684" y="1098"/>
                </a:lnTo>
                <a:lnTo>
                  <a:pt x="1683" y="1098"/>
                </a:lnTo>
                <a:lnTo>
                  <a:pt x="1683" y="1097"/>
                </a:lnTo>
                <a:lnTo>
                  <a:pt x="1683" y="1096"/>
                </a:lnTo>
                <a:lnTo>
                  <a:pt x="1682" y="1095"/>
                </a:lnTo>
                <a:lnTo>
                  <a:pt x="1681" y="1095"/>
                </a:lnTo>
                <a:lnTo>
                  <a:pt x="1680" y="1093"/>
                </a:lnTo>
                <a:lnTo>
                  <a:pt x="1680" y="1092"/>
                </a:lnTo>
                <a:lnTo>
                  <a:pt x="1681" y="1092"/>
                </a:lnTo>
                <a:lnTo>
                  <a:pt x="1682" y="1092"/>
                </a:lnTo>
                <a:lnTo>
                  <a:pt x="1682" y="1093"/>
                </a:lnTo>
                <a:lnTo>
                  <a:pt x="1682" y="1091"/>
                </a:lnTo>
                <a:lnTo>
                  <a:pt x="1682" y="1090"/>
                </a:lnTo>
                <a:lnTo>
                  <a:pt x="1681" y="1090"/>
                </a:lnTo>
                <a:lnTo>
                  <a:pt x="1681" y="1091"/>
                </a:lnTo>
                <a:lnTo>
                  <a:pt x="1680" y="1091"/>
                </a:lnTo>
                <a:lnTo>
                  <a:pt x="1679" y="1091"/>
                </a:lnTo>
                <a:lnTo>
                  <a:pt x="1679" y="1090"/>
                </a:lnTo>
                <a:lnTo>
                  <a:pt x="1678" y="1090"/>
                </a:lnTo>
                <a:lnTo>
                  <a:pt x="1679" y="1089"/>
                </a:lnTo>
                <a:lnTo>
                  <a:pt x="1680" y="1089"/>
                </a:lnTo>
                <a:lnTo>
                  <a:pt x="1680" y="1087"/>
                </a:lnTo>
                <a:lnTo>
                  <a:pt x="1681" y="1087"/>
                </a:lnTo>
                <a:lnTo>
                  <a:pt x="1681" y="1086"/>
                </a:lnTo>
                <a:lnTo>
                  <a:pt x="1682" y="1086"/>
                </a:lnTo>
                <a:lnTo>
                  <a:pt x="1683" y="1085"/>
                </a:lnTo>
                <a:lnTo>
                  <a:pt x="1684" y="1085"/>
                </a:lnTo>
                <a:lnTo>
                  <a:pt x="1685" y="1086"/>
                </a:lnTo>
                <a:lnTo>
                  <a:pt x="1685" y="1085"/>
                </a:lnTo>
                <a:lnTo>
                  <a:pt x="1685" y="1084"/>
                </a:lnTo>
                <a:lnTo>
                  <a:pt x="1686" y="1083"/>
                </a:lnTo>
                <a:lnTo>
                  <a:pt x="1687" y="1084"/>
                </a:lnTo>
                <a:lnTo>
                  <a:pt x="1688" y="1084"/>
                </a:lnTo>
                <a:lnTo>
                  <a:pt x="1689" y="1083"/>
                </a:lnTo>
                <a:lnTo>
                  <a:pt x="1690" y="1081"/>
                </a:lnTo>
                <a:lnTo>
                  <a:pt x="1689" y="1081"/>
                </a:lnTo>
                <a:lnTo>
                  <a:pt x="1689" y="1080"/>
                </a:lnTo>
                <a:lnTo>
                  <a:pt x="1688" y="1080"/>
                </a:lnTo>
                <a:lnTo>
                  <a:pt x="1687" y="1080"/>
                </a:lnTo>
                <a:lnTo>
                  <a:pt x="1687" y="1081"/>
                </a:lnTo>
                <a:lnTo>
                  <a:pt x="1686" y="1081"/>
                </a:lnTo>
                <a:lnTo>
                  <a:pt x="1686" y="1082"/>
                </a:lnTo>
                <a:lnTo>
                  <a:pt x="1685" y="1082"/>
                </a:lnTo>
                <a:lnTo>
                  <a:pt x="1684" y="1081"/>
                </a:lnTo>
                <a:lnTo>
                  <a:pt x="1683" y="1079"/>
                </a:lnTo>
                <a:lnTo>
                  <a:pt x="1683" y="1077"/>
                </a:lnTo>
                <a:lnTo>
                  <a:pt x="1684" y="1077"/>
                </a:lnTo>
                <a:lnTo>
                  <a:pt x="1684" y="1078"/>
                </a:lnTo>
                <a:lnTo>
                  <a:pt x="1683" y="1078"/>
                </a:lnTo>
                <a:lnTo>
                  <a:pt x="1683" y="1077"/>
                </a:lnTo>
                <a:lnTo>
                  <a:pt x="1683" y="1078"/>
                </a:lnTo>
                <a:lnTo>
                  <a:pt x="1684" y="1078"/>
                </a:lnTo>
                <a:lnTo>
                  <a:pt x="1685" y="1077"/>
                </a:lnTo>
                <a:lnTo>
                  <a:pt x="1686" y="1078"/>
                </a:lnTo>
                <a:lnTo>
                  <a:pt x="1685" y="1079"/>
                </a:lnTo>
                <a:lnTo>
                  <a:pt x="1684" y="1080"/>
                </a:lnTo>
                <a:lnTo>
                  <a:pt x="1685" y="1080"/>
                </a:lnTo>
                <a:lnTo>
                  <a:pt x="1685" y="1081"/>
                </a:lnTo>
                <a:lnTo>
                  <a:pt x="1686" y="1081"/>
                </a:lnTo>
                <a:lnTo>
                  <a:pt x="1686" y="1080"/>
                </a:lnTo>
                <a:lnTo>
                  <a:pt x="1686" y="1079"/>
                </a:lnTo>
                <a:lnTo>
                  <a:pt x="1686" y="1078"/>
                </a:lnTo>
                <a:lnTo>
                  <a:pt x="1686" y="1077"/>
                </a:lnTo>
                <a:lnTo>
                  <a:pt x="1687" y="1077"/>
                </a:lnTo>
                <a:lnTo>
                  <a:pt x="1688" y="1076"/>
                </a:lnTo>
                <a:lnTo>
                  <a:pt x="1688" y="1075"/>
                </a:lnTo>
                <a:lnTo>
                  <a:pt x="1689" y="1075"/>
                </a:lnTo>
                <a:lnTo>
                  <a:pt x="1689" y="1074"/>
                </a:lnTo>
                <a:lnTo>
                  <a:pt x="1690" y="1074"/>
                </a:lnTo>
                <a:lnTo>
                  <a:pt x="1690" y="1072"/>
                </a:lnTo>
                <a:lnTo>
                  <a:pt x="1690" y="1071"/>
                </a:lnTo>
                <a:lnTo>
                  <a:pt x="1689" y="1071"/>
                </a:lnTo>
                <a:lnTo>
                  <a:pt x="1688" y="1071"/>
                </a:lnTo>
                <a:lnTo>
                  <a:pt x="1687" y="1070"/>
                </a:lnTo>
                <a:lnTo>
                  <a:pt x="1687" y="1069"/>
                </a:lnTo>
                <a:lnTo>
                  <a:pt x="1687" y="1068"/>
                </a:lnTo>
                <a:lnTo>
                  <a:pt x="1688" y="1068"/>
                </a:lnTo>
                <a:lnTo>
                  <a:pt x="1689" y="1067"/>
                </a:lnTo>
                <a:lnTo>
                  <a:pt x="1689" y="1065"/>
                </a:lnTo>
                <a:lnTo>
                  <a:pt x="1688" y="1064"/>
                </a:lnTo>
                <a:lnTo>
                  <a:pt x="1688" y="1063"/>
                </a:lnTo>
                <a:lnTo>
                  <a:pt x="1689" y="1062"/>
                </a:lnTo>
                <a:lnTo>
                  <a:pt x="1690" y="1062"/>
                </a:lnTo>
                <a:lnTo>
                  <a:pt x="1691" y="1061"/>
                </a:lnTo>
                <a:lnTo>
                  <a:pt x="1690" y="1058"/>
                </a:lnTo>
                <a:lnTo>
                  <a:pt x="1689" y="1057"/>
                </a:lnTo>
                <a:lnTo>
                  <a:pt x="1688" y="1056"/>
                </a:lnTo>
                <a:lnTo>
                  <a:pt x="1689" y="1054"/>
                </a:lnTo>
                <a:lnTo>
                  <a:pt x="1689" y="1053"/>
                </a:lnTo>
                <a:lnTo>
                  <a:pt x="1688" y="1053"/>
                </a:lnTo>
                <a:lnTo>
                  <a:pt x="1688" y="1054"/>
                </a:lnTo>
                <a:lnTo>
                  <a:pt x="1687" y="1055"/>
                </a:lnTo>
                <a:lnTo>
                  <a:pt x="1687" y="1054"/>
                </a:lnTo>
                <a:lnTo>
                  <a:pt x="1687" y="1053"/>
                </a:lnTo>
                <a:lnTo>
                  <a:pt x="1687" y="1051"/>
                </a:lnTo>
                <a:lnTo>
                  <a:pt x="1686" y="1052"/>
                </a:lnTo>
                <a:lnTo>
                  <a:pt x="1685" y="1052"/>
                </a:lnTo>
                <a:lnTo>
                  <a:pt x="1684" y="1052"/>
                </a:lnTo>
                <a:lnTo>
                  <a:pt x="1684" y="1051"/>
                </a:lnTo>
                <a:lnTo>
                  <a:pt x="1685" y="1050"/>
                </a:lnTo>
                <a:lnTo>
                  <a:pt x="1684" y="1048"/>
                </a:lnTo>
                <a:lnTo>
                  <a:pt x="1683" y="1046"/>
                </a:lnTo>
                <a:lnTo>
                  <a:pt x="1682" y="1047"/>
                </a:lnTo>
                <a:lnTo>
                  <a:pt x="1681" y="1046"/>
                </a:lnTo>
                <a:lnTo>
                  <a:pt x="1681" y="1045"/>
                </a:lnTo>
                <a:lnTo>
                  <a:pt x="1680" y="1045"/>
                </a:lnTo>
                <a:lnTo>
                  <a:pt x="1680" y="1044"/>
                </a:lnTo>
                <a:lnTo>
                  <a:pt x="1679" y="1044"/>
                </a:lnTo>
                <a:lnTo>
                  <a:pt x="1679" y="1043"/>
                </a:lnTo>
                <a:lnTo>
                  <a:pt x="1678" y="1041"/>
                </a:lnTo>
                <a:lnTo>
                  <a:pt x="1677" y="1041"/>
                </a:lnTo>
                <a:lnTo>
                  <a:pt x="1677" y="1042"/>
                </a:lnTo>
                <a:lnTo>
                  <a:pt x="1677" y="1041"/>
                </a:lnTo>
                <a:lnTo>
                  <a:pt x="1676" y="1041"/>
                </a:lnTo>
                <a:lnTo>
                  <a:pt x="1676" y="1040"/>
                </a:lnTo>
                <a:lnTo>
                  <a:pt x="1676" y="1039"/>
                </a:lnTo>
                <a:lnTo>
                  <a:pt x="1675" y="1037"/>
                </a:lnTo>
                <a:lnTo>
                  <a:pt x="1675" y="1038"/>
                </a:lnTo>
                <a:lnTo>
                  <a:pt x="1674" y="1039"/>
                </a:lnTo>
                <a:lnTo>
                  <a:pt x="1673" y="1039"/>
                </a:lnTo>
                <a:lnTo>
                  <a:pt x="1672" y="1039"/>
                </a:lnTo>
                <a:lnTo>
                  <a:pt x="1672" y="1040"/>
                </a:lnTo>
                <a:lnTo>
                  <a:pt x="1671" y="1039"/>
                </a:lnTo>
                <a:lnTo>
                  <a:pt x="1671" y="1038"/>
                </a:lnTo>
                <a:lnTo>
                  <a:pt x="1670" y="1038"/>
                </a:lnTo>
                <a:lnTo>
                  <a:pt x="1668" y="1038"/>
                </a:lnTo>
                <a:lnTo>
                  <a:pt x="1668" y="1039"/>
                </a:lnTo>
                <a:lnTo>
                  <a:pt x="1668" y="1040"/>
                </a:lnTo>
                <a:lnTo>
                  <a:pt x="1667" y="1040"/>
                </a:lnTo>
                <a:lnTo>
                  <a:pt x="1666" y="1039"/>
                </a:lnTo>
                <a:lnTo>
                  <a:pt x="1665" y="1038"/>
                </a:lnTo>
                <a:lnTo>
                  <a:pt x="1664" y="1037"/>
                </a:lnTo>
                <a:lnTo>
                  <a:pt x="1663" y="1036"/>
                </a:lnTo>
                <a:lnTo>
                  <a:pt x="1663" y="1037"/>
                </a:lnTo>
                <a:lnTo>
                  <a:pt x="1661" y="1037"/>
                </a:lnTo>
                <a:lnTo>
                  <a:pt x="1659" y="1036"/>
                </a:lnTo>
                <a:lnTo>
                  <a:pt x="1659" y="1035"/>
                </a:lnTo>
                <a:lnTo>
                  <a:pt x="1659" y="1034"/>
                </a:lnTo>
                <a:lnTo>
                  <a:pt x="1658" y="1031"/>
                </a:lnTo>
                <a:lnTo>
                  <a:pt x="1657" y="1031"/>
                </a:lnTo>
                <a:lnTo>
                  <a:pt x="1656" y="1032"/>
                </a:lnTo>
                <a:lnTo>
                  <a:pt x="1654" y="1032"/>
                </a:lnTo>
                <a:lnTo>
                  <a:pt x="1654" y="1033"/>
                </a:lnTo>
                <a:lnTo>
                  <a:pt x="1653" y="1033"/>
                </a:lnTo>
                <a:lnTo>
                  <a:pt x="1653" y="1030"/>
                </a:lnTo>
                <a:lnTo>
                  <a:pt x="1652" y="1029"/>
                </a:lnTo>
                <a:lnTo>
                  <a:pt x="1652" y="1030"/>
                </a:lnTo>
                <a:lnTo>
                  <a:pt x="1652" y="1031"/>
                </a:lnTo>
                <a:lnTo>
                  <a:pt x="1652" y="1032"/>
                </a:lnTo>
                <a:lnTo>
                  <a:pt x="1651" y="1032"/>
                </a:lnTo>
                <a:lnTo>
                  <a:pt x="1649" y="1031"/>
                </a:lnTo>
                <a:lnTo>
                  <a:pt x="1648" y="1031"/>
                </a:lnTo>
                <a:lnTo>
                  <a:pt x="1648" y="1028"/>
                </a:lnTo>
                <a:lnTo>
                  <a:pt x="1647" y="1028"/>
                </a:lnTo>
                <a:lnTo>
                  <a:pt x="1647" y="1029"/>
                </a:lnTo>
                <a:lnTo>
                  <a:pt x="1647" y="1030"/>
                </a:lnTo>
                <a:lnTo>
                  <a:pt x="1647" y="1031"/>
                </a:lnTo>
                <a:lnTo>
                  <a:pt x="1647" y="1032"/>
                </a:lnTo>
                <a:lnTo>
                  <a:pt x="1646" y="1030"/>
                </a:lnTo>
                <a:lnTo>
                  <a:pt x="1645" y="1030"/>
                </a:lnTo>
                <a:lnTo>
                  <a:pt x="1644" y="1029"/>
                </a:lnTo>
                <a:lnTo>
                  <a:pt x="1643" y="1029"/>
                </a:lnTo>
                <a:lnTo>
                  <a:pt x="1642" y="1028"/>
                </a:lnTo>
                <a:lnTo>
                  <a:pt x="1642" y="1029"/>
                </a:lnTo>
                <a:lnTo>
                  <a:pt x="1642" y="1030"/>
                </a:lnTo>
                <a:lnTo>
                  <a:pt x="1642" y="1031"/>
                </a:lnTo>
                <a:lnTo>
                  <a:pt x="1643" y="1031"/>
                </a:lnTo>
                <a:lnTo>
                  <a:pt x="1643" y="1032"/>
                </a:lnTo>
                <a:lnTo>
                  <a:pt x="1642" y="1032"/>
                </a:lnTo>
                <a:lnTo>
                  <a:pt x="1642" y="1033"/>
                </a:lnTo>
                <a:lnTo>
                  <a:pt x="1641" y="1034"/>
                </a:lnTo>
                <a:lnTo>
                  <a:pt x="1640" y="1034"/>
                </a:lnTo>
                <a:lnTo>
                  <a:pt x="1639" y="1033"/>
                </a:lnTo>
                <a:lnTo>
                  <a:pt x="1637" y="1032"/>
                </a:lnTo>
                <a:lnTo>
                  <a:pt x="1636" y="1032"/>
                </a:lnTo>
                <a:lnTo>
                  <a:pt x="1635" y="1032"/>
                </a:lnTo>
                <a:lnTo>
                  <a:pt x="1634" y="1030"/>
                </a:lnTo>
                <a:lnTo>
                  <a:pt x="1633" y="1029"/>
                </a:lnTo>
                <a:lnTo>
                  <a:pt x="1633" y="1028"/>
                </a:lnTo>
                <a:lnTo>
                  <a:pt x="1632" y="1027"/>
                </a:lnTo>
                <a:lnTo>
                  <a:pt x="1632" y="1026"/>
                </a:lnTo>
                <a:lnTo>
                  <a:pt x="1631" y="1026"/>
                </a:lnTo>
                <a:lnTo>
                  <a:pt x="1631" y="1025"/>
                </a:lnTo>
                <a:lnTo>
                  <a:pt x="1632" y="1025"/>
                </a:lnTo>
                <a:lnTo>
                  <a:pt x="1633" y="1025"/>
                </a:lnTo>
                <a:lnTo>
                  <a:pt x="1634" y="1025"/>
                </a:lnTo>
                <a:lnTo>
                  <a:pt x="1634" y="1026"/>
                </a:lnTo>
                <a:lnTo>
                  <a:pt x="1635" y="1025"/>
                </a:lnTo>
                <a:lnTo>
                  <a:pt x="1635" y="1024"/>
                </a:lnTo>
                <a:lnTo>
                  <a:pt x="1636" y="1023"/>
                </a:lnTo>
                <a:lnTo>
                  <a:pt x="1636" y="1020"/>
                </a:lnTo>
                <a:lnTo>
                  <a:pt x="1636" y="1019"/>
                </a:lnTo>
                <a:lnTo>
                  <a:pt x="1636" y="1018"/>
                </a:lnTo>
                <a:lnTo>
                  <a:pt x="1636" y="1017"/>
                </a:lnTo>
                <a:lnTo>
                  <a:pt x="1636" y="1016"/>
                </a:lnTo>
                <a:lnTo>
                  <a:pt x="1637" y="1017"/>
                </a:lnTo>
                <a:lnTo>
                  <a:pt x="1639" y="1016"/>
                </a:lnTo>
                <a:lnTo>
                  <a:pt x="1638" y="1013"/>
                </a:lnTo>
                <a:lnTo>
                  <a:pt x="1637" y="1013"/>
                </a:lnTo>
                <a:lnTo>
                  <a:pt x="1635" y="1012"/>
                </a:lnTo>
                <a:lnTo>
                  <a:pt x="1634" y="1012"/>
                </a:lnTo>
                <a:lnTo>
                  <a:pt x="1633" y="1012"/>
                </a:lnTo>
                <a:lnTo>
                  <a:pt x="1633" y="1011"/>
                </a:lnTo>
                <a:lnTo>
                  <a:pt x="1634" y="1011"/>
                </a:lnTo>
                <a:lnTo>
                  <a:pt x="1634" y="1010"/>
                </a:lnTo>
                <a:lnTo>
                  <a:pt x="1634" y="1009"/>
                </a:lnTo>
                <a:lnTo>
                  <a:pt x="1634" y="1008"/>
                </a:lnTo>
                <a:lnTo>
                  <a:pt x="1635" y="1008"/>
                </a:lnTo>
                <a:lnTo>
                  <a:pt x="1635" y="1009"/>
                </a:lnTo>
                <a:lnTo>
                  <a:pt x="1635" y="1010"/>
                </a:lnTo>
                <a:lnTo>
                  <a:pt x="1636" y="1009"/>
                </a:lnTo>
                <a:lnTo>
                  <a:pt x="1636" y="1008"/>
                </a:lnTo>
                <a:lnTo>
                  <a:pt x="1635" y="1007"/>
                </a:lnTo>
                <a:lnTo>
                  <a:pt x="1635" y="1006"/>
                </a:lnTo>
                <a:lnTo>
                  <a:pt x="1635" y="1005"/>
                </a:lnTo>
                <a:lnTo>
                  <a:pt x="1636" y="1004"/>
                </a:lnTo>
                <a:lnTo>
                  <a:pt x="1637" y="1004"/>
                </a:lnTo>
                <a:lnTo>
                  <a:pt x="1637" y="1003"/>
                </a:lnTo>
                <a:lnTo>
                  <a:pt x="1638" y="1001"/>
                </a:lnTo>
                <a:lnTo>
                  <a:pt x="1637" y="1000"/>
                </a:lnTo>
                <a:lnTo>
                  <a:pt x="1636" y="999"/>
                </a:lnTo>
                <a:lnTo>
                  <a:pt x="1635" y="999"/>
                </a:lnTo>
                <a:lnTo>
                  <a:pt x="1635" y="998"/>
                </a:lnTo>
                <a:lnTo>
                  <a:pt x="1634" y="997"/>
                </a:lnTo>
                <a:lnTo>
                  <a:pt x="1634" y="998"/>
                </a:lnTo>
                <a:lnTo>
                  <a:pt x="1634" y="999"/>
                </a:lnTo>
                <a:lnTo>
                  <a:pt x="1633" y="999"/>
                </a:lnTo>
                <a:lnTo>
                  <a:pt x="1633" y="1000"/>
                </a:lnTo>
                <a:lnTo>
                  <a:pt x="1632" y="999"/>
                </a:lnTo>
                <a:lnTo>
                  <a:pt x="1632" y="998"/>
                </a:lnTo>
                <a:lnTo>
                  <a:pt x="1632" y="997"/>
                </a:lnTo>
                <a:lnTo>
                  <a:pt x="1630" y="997"/>
                </a:lnTo>
                <a:lnTo>
                  <a:pt x="1629" y="997"/>
                </a:lnTo>
                <a:lnTo>
                  <a:pt x="1628" y="996"/>
                </a:lnTo>
                <a:lnTo>
                  <a:pt x="1628" y="995"/>
                </a:lnTo>
                <a:lnTo>
                  <a:pt x="1627" y="995"/>
                </a:lnTo>
                <a:lnTo>
                  <a:pt x="1627" y="994"/>
                </a:lnTo>
                <a:lnTo>
                  <a:pt x="1626" y="994"/>
                </a:lnTo>
                <a:lnTo>
                  <a:pt x="1625" y="994"/>
                </a:lnTo>
                <a:lnTo>
                  <a:pt x="1624" y="994"/>
                </a:lnTo>
                <a:lnTo>
                  <a:pt x="1624" y="993"/>
                </a:lnTo>
                <a:lnTo>
                  <a:pt x="1625" y="993"/>
                </a:lnTo>
                <a:lnTo>
                  <a:pt x="1625" y="992"/>
                </a:lnTo>
                <a:lnTo>
                  <a:pt x="1624" y="992"/>
                </a:lnTo>
                <a:lnTo>
                  <a:pt x="1623" y="990"/>
                </a:lnTo>
                <a:lnTo>
                  <a:pt x="1623" y="989"/>
                </a:lnTo>
                <a:lnTo>
                  <a:pt x="1622" y="989"/>
                </a:lnTo>
                <a:lnTo>
                  <a:pt x="1621" y="989"/>
                </a:lnTo>
                <a:lnTo>
                  <a:pt x="1621" y="990"/>
                </a:lnTo>
                <a:lnTo>
                  <a:pt x="1620" y="989"/>
                </a:lnTo>
                <a:lnTo>
                  <a:pt x="1619" y="989"/>
                </a:lnTo>
                <a:lnTo>
                  <a:pt x="1619" y="988"/>
                </a:lnTo>
                <a:lnTo>
                  <a:pt x="1619" y="987"/>
                </a:lnTo>
                <a:lnTo>
                  <a:pt x="1618" y="986"/>
                </a:lnTo>
                <a:lnTo>
                  <a:pt x="1618" y="985"/>
                </a:lnTo>
                <a:lnTo>
                  <a:pt x="1619" y="985"/>
                </a:lnTo>
                <a:lnTo>
                  <a:pt x="1620" y="986"/>
                </a:lnTo>
                <a:lnTo>
                  <a:pt x="1620" y="987"/>
                </a:lnTo>
                <a:lnTo>
                  <a:pt x="1621" y="988"/>
                </a:lnTo>
                <a:lnTo>
                  <a:pt x="1622" y="988"/>
                </a:lnTo>
                <a:lnTo>
                  <a:pt x="1622" y="985"/>
                </a:lnTo>
                <a:lnTo>
                  <a:pt x="1623" y="985"/>
                </a:lnTo>
                <a:lnTo>
                  <a:pt x="1623" y="986"/>
                </a:lnTo>
                <a:lnTo>
                  <a:pt x="1624" y="987"/>
                </a:lnTo>
                <a:lnTo>
                  <a:pt x="1625" y="987"/>
                </a:lnTo>
                <a:lnTo>
                  <a:pt x="1626" y="988"/>
                </a:lnTo>
                <a:lnTo>
                  <a:pt x="1628" y="988"/>
                </a:lnTo>
                <a:lnTo>
                  <a:pt x="1629" y="987"/>
                </a:lnTo>
                <a:lnTo>
                  <a:pt x="1630" y="986"/>
                </a:lnTo>
                <a:lnTo>
                  <a:pt x="1629" y="986"/>
                </a:lnTo>
                <a:lnTo>
                  <a:pt x="1629" y="985"/>
                </a:lnTo>
                <a:lnTo>
                  <a:pt x="1630" y="984"/>
                </a:lnTo>
                <a:lnTo>
                  <a:pt x="1631" y="984"/>
                </a:lnTo>
                <a:lnTo>
                  <a:pt x="1630" y="983"/>
                </a:lnTo>
                <a:lnTo>
                  <a:pt x="1629" y="982"/>
                </a:lnTo>
                <a:lnTo>
                  <a:pt x="1628" y="982"/>
                </a:lnTo>
                <a:lnTo>
                  <a:pt x="1628" y="981"/>
                </a:lnTo>
                <a:lnTo>
                  <a:pt x="1628" y="980"/>
                </a:lnTo>
                <a:lnTo>
                  <a:pt x="1628" y="979"/>
                </a:lnTo>
                <a:lnTo>
                  <a:pt x="1628" y="978"/>
                </a:lnTo>
                <a:lnTo>
                  <a:pt x="1628" y="977"/>
                </a:lnTo>
                <a:lnTo>
                  <a:pt x="1629" y="978"/>
                </a:lnTo>
                <a:lnTo>
                  <a:pt x="1630" y="978"/>
                </a:lnTo>
                <a:lnTo>
                  <a:pt x="1631" y="978"/>
                </a:lnTo>
                <a:lnTo>
                  <a:pt x="1632" y="977"/>
                </a:lnTo>
                <a:lnTo>
                  <a:pt x="1633" y="977"/>
                </a:lnTo>
                <a:lnTo>
                  <a:pt x="1634" y="976"/>
                </a:lnTo>
                <a:lnTo>
                  <a:pt x="1634" y="971"/>
                </a:lnTo>
                <a:lnTo>
                  <a:pt x="1633" y="970"/>
                </a:lnTo>
                <a:lnTo>
                  <a:pt x="1633" y="969"/>
                </a:lnTo>
                <a:lnTo>
                  <a:pt x="1633" y="968"/>
                </a:lnTo>
                <a:lnTo>
                  <a:pt x="1635" y="967"/>
                </a:lnTo>
                <a:lnTo>
                  <a:pt x="1636" y="967"/>
                </a:lnTo>
                <a:lnTo>
                  <a:pt x="1636" y="968"/>
                </a:lnTo>
                <a:lnTo>
                  <a:pt x="1638" y="967"/>
                </a:lnTo>
                <a:lnTo>
                  <a:pt x="1637" y="966"/>
                </a:lnTo>
                <a:lnTo>
                  <a:pt x="1637" y="965"/>
                </a:lnTo>
                <a:lnTo>
                  <a:pt x="1636" y="964"/>
                </a:lnTo>
                <a:lnTo>
                  <a:pt x="1636" y="963"/>
                </a:lnTo>
                <a:lnTo>
                  <a:pt x="1638" y="962"/>
                </a:lnTo>
                <a:lnTo>
                  <a:pt x="1639" y="962"/>
                </a:lnTo>
                <a:lnTo>
                  <a:pt x="1640" y="961"/>
                </a:lnTo>
                <a:lnTo>
                  <a:pt x="1640" y="960"/>
                </a:lnTo>
                <a:lnTo>
                  <a:pt x="1641" y="960"/>
                </a:lnTo>
                <a:lnTo>
                  <a:pt x="1642" y="961"/>
                </a:lnTo>
                <a:lnTo>
                  <a:pt x="1643" y="961"/>
                </a:lnTo>
                <a:lnTo>
                  <a:pt x="1643" y="960"/>
                </a:lnTo>
                <a:lnTo>
                  <a:pt x="1643" y="959"/>
                </a:lnTo>
                <a:lnTo>
                  <a:pt x="1645" y="959"/>
                </a:lnTo>
                <a:lnTo>
                  <a:pt x="1646" y="959"/>
                </a:lnTo>
                <a:lnTo>
                  <a:pt x="1647" y="961"/>
                </a:lnTo>
                <a:lnTo>
                  <a:pt x="1647" y="960"/>
                </a:lnTo>
                <a:lnTo>
                  <a:pt x="1648" y="960"/>
                </a:lnTo>
                <a:lnTo>
                  <a:pt x="1649" y="961"/>
                </a:lnTo>
                <a:lnTo>
                  <a:pt x="1650" y="962"/>
                </a:lnTo>
                <a:lnTo>
                  <a:pt x="1651" y="962"/>
                </a:lnTo>
                <a:lnTo>
                  <a:pt x="1651" y="961"/>
                </a:lnTo>
                <a:lnTo>
                  <a:pt x="1650" y="960"/>
                </a:lnTo>
                <a:lnTo>
                  <a:pt x="1649" y="957"/>
                </a:lnTo>
                <a:lnTo>
                  <a:pt x="1650" y="957"/>
                </a:lnTo>
                <a:lnTo>
                  <a:pt x="1650" y="956"/>
                </a:lnTo>
                <a:lnTo>
                  <a:pt x="1651" y="955"/>
                </a:lnTo>
                <a:lnTo>
                  <a:pt x="1651" y="954"/>
                </a:lnTo>
                <a:lnTo>
                  <a:pt x="1651" y="952"/>
                </a:lnTo>
                <a:lnTo>
                  <a:pt x="1651" y="951"/>
                </a:lnTo>
                <a:lnTo>
                  <a:pt x="1651" y="950"/>
                </a:lnTo>
                <a:lnTo>
                  <a:pt x="1651" y="949"/>
                </a:lnTo>
                <a:lnTo>
                  <a:pt x="1652" y="949"/>
                </a:lnTo>
                <a:lnTo>
                  <a:pt x="1653" y="949"/>
                </a:lnTo>
                <a:lnTo>
                  <a:pt x="1653" y="948"/>
                </a:lnTo>
                <a:lnTo>
                  <a:pt x="1653" y="947"/>
                </a:lnTo>
                <a:lnTo>
                  <a:pt x="1651" y="946"/>
                </a:lnTo>
                <a:lnTo>
                  <a:pt x="1651" y="945"/>
                </a:lnTo>
                <a:lnTo>
                  <a:pt x="1651" y="944"/>
                </a:lnTo>
                <a:lnTo>
                  <a:pt x="1651" y="942"/>
                </a:lnTo>
                <a:lnTo>
                  <a:pt x="1649" y="941"/>
                </a:lnTo>
                <a:lnTo>
                  <a:pt x="1650" y="940"/>
                </a:lnTo>
                <a:lnTo>
                  <a:pt x="1650" y="938"/>
                </a:lnTo>
                <a:lnTo>
                  <a:pt x="1649" y="937"/>
                </a:lnTo>
                <a:lnTo>
                  <a:pt x="1649" y="936"/>
                </a:lnTo>
                <a:lnTo>
                  <a:pt x="1648" y="936"/>
                </a:lnTo>
                <a:lnTo>
                  <a:pt x="1648" y="937"/>
                </a:lnTo>
                <a:lnTo>
                  <a:pt x="1647" y="938"/>
                </a:lnTo>
                <a:lnTo>
                  <a:pt x="1646" y="936"/>
                </a:lnTo>
                <a:lnTo>
                  <a:pt x="1646" y="934"/>
                </a:lnTo>
                <a:lnTo>
                  <a:pt x="1647" y="934"/>
                </a:lnTo>
                <a:lnTo>
                  <a:pt x="1646" y="932"/>
                </a:lnTo>
                <a:lnTo>
                  <a:pt x="1643" y="930"/>
                </a:lnTo>
                <a:lnTo>
                  <a:pt x="1642" y="930"/>
                </a:lnTo>
                <a:lnTo>
                  <a:pt x="1641" y="930"/>
                </a:lnTo>
                <a:lnTo>
                  <a:pt x="1640" y="929"/>
                </a:lnTo>
                <a:lnTo>
                  <a:pt x="1639" y="928"/>
                </a:lnTo>
                <a:lnTo>
                  <a:pt x="1640" y="928"/>
                </a:lnTo>
                <a:lnTo>
                  <a:pt x="1640" y="927"/>
                </a:lnTo>
                <a:lnTo>
                  <a:pt x="1639" y="926"/>
                </a:lnTo>
                <a:lnTo>
                  <a:pt x="1639" y="925"/>
                </a:lnTo>
                <a:lnTo>
                  <a:pt x="1639" y="924"/>
                </a:lnTo>
                <a:lnTo>
                  <a:pt x="1638" y="923"/>
                </a:lnTo>
                <a:lnTo>
                  <a:pt x="1638" y="922"/>
                </a:lnTo>
                <a:lnTo>
                  <a:pt x="1639" y="922"/>
                </a:lnTo>
                <a:lnTo>
                  <a:pt x="1639" y="923"/>
                </a:lnTo>
                <a:lnTo>
                  <a:pt x="1640" y="924"/>
                </a:lnTo>
                <a:lnTo>
                  <a:pt x="1641" y="926"/>
                </a:lnTo>
                <a:lnTo>
                  <a:pt x="1642" y="926"/>
                </a:lnTo>
                <a:lnTo>
                  <a:pt x="1642" y="927"/>
                </a:lnTo>
                <a:lnTo>
                  <a:pt x="1643" y="928"/>
                </a:lnTo>
                <a:lnTo>
                  <a:pt x="1642" y="928"/>
                </a:lnTo>
                <a:lnTo>
                  <a:pt x="1642" y="929"/>
                </a:lnTo>
                <a:lnTo>
                  <a:pt x="1643" y="929"/>
                </a:lnTo>
                <a:lnTo>
                  <a:pt x="1643" y="930"/>
                </a:lnTo>
                <a:lnTo>
                  <a:pt x="1644" y="929"/>
                </a:lnTo>
                <a:lnTo>
                  <a:pt x="1645" y="928"/>
                </a:lnTo>
                <a:lnTo>
                  <a:pt x="1644" y="927"/>
                </a:lnTo>
                <a:lnTo>
                  <a:pt x="1644" y="926"/>
                </a:lnTo>
                <a:lnTo>
                  <a:pt x="1644" y="925"/>
                </a:lnTo>
                <a:lnTo>
                  <a:pt x="1645" y="924"/>
                </a:lnTo>
                <a:lnTo>
                  <a:pt x="1645" y="925"/>
                </a:lnTo>
                <a:lnTo>
                  <a:pt x="1646" y="926"/>
                </a:lnTo>
                <a:lnTo>
                  <a:pt x="1647" y="926"/>
                </a:lnTo>
                <a:lnTo>
                  <a:pt x="1648" y="926"/>
                </a:lnTo>
                <a:lnTo>
                  <a:pt x="1651" y="925"/>
                </a:lnTo>
                <a:lnTo>
                  <a:pt x="1650" y="923"/>
                </a:lnTo>
                <a:lnTo>
                  <a:pt x="1650" y="922"/>
                </a:lnTo>
                <a:lnTo>
                  <a:pt x="1650" y="921"/>
                </a:lnTo>
                <a:lnTo>
                  <a:pt x="1651" y="920"/>
                </a:lnTo>
                <a:lnTo>
                  <a:pt x="1650" y="919"/>
                </a:lnTo>
                <a:lnTo>
                  <a:pt x="1650" y="918"/>
                </a:lnTo>
                <a:lnTo>
                  <a:pt x="1651" y="918"/>
                </a:lnTo>
                <a:lnTo>
                  <a:pt x="1652" y="918"/>
                </a:lnTo>
                <a:lnTo>
                  <a:pt x="1653" y="917"/>
                </a:lnTo>
                <a:lnTo>
                  <a:pt x="1652" y="916"/>
                </a:lnTo>
                <a:lnTo>
                  <a:pt x="1651" y="914"/>
                </a:lnTo>
                <a:lnTo>
                  <a:pt x="1651" y="911"/>
                </a:lnTo>
                <a:lnTo>
                  <a:pt x="1651" y="910"/>
                </a:lnTo>
                <a:lnTo>
                  <a:pt x="1650" y="908"/>
                </a:lnTo>
                <a:lnTo>
                  <a:pt x="1649" y="907"/>
                </a:lnTo>
                <a:lnTo>
                  <a:pt x="1648" y="906"/>
                </a:lnTo>
                <a:lnTo>
                  <a:pt x="1647" y="905"/>
                </a:lnTo>
                <a:lnTo>
                  <a:pt x="1647" y="904"/>
                </a:lnTo>
                <a:lnTo>
                  <a:pt x="1646" y="901"/>
                </a:lnTo>
                <a:lnTo>
                  <a:pt x="1646" y="900"/>
                </a:lnTo>
                <a:lnTo>
                  <a:pt x="1647" y="899"/>
                </a:lnTo>
                <a:lnTo>
                  <a:pt x="1648" y="899"/>
                </a:lnTo>
                <a:lnTo>
                  <a:pt x="1649" y="900"/>
                </a:lnTo>
                <a:lnTo>
                  <a:pt x="1650" y="901"/>
                </a:lnTo>
                <a:lnTo>
                  <a:pt x="1651" y="901"/>
                </a:lnTo>
                <a:lnTo>
                  <a:pt x="1652" y="900"/>
                </a:lnTo>
                <a:lnTo>
                  <a:pt x="1653" y="901"/>
                </a:lnTo>
                <a:lnTo>
                  <a:pt x="1653" y="902"/>
                </a:lnTo>
                <a:lnTo>
                  <a:pt x="1654" y="903"/>
                </a:lnTo>
                <a:lnTo>
                  <a:pt x="1654" y="902"/>
                </a:lnTo>
                <a:lnTo>
                  <a:pt x="1655" y="901"/>
                </a:lnTo>
                <a:lnTo>
                  <a:pt x="1655" y="900"/>
                </a:lnTo>
                <a:lnTo>
                  <a:pt x="1656" y="900"/>
                </a:lnTo>
                <a:lnTo>
                  <a:pt x="1656" y="901"/>
                </a:lnTo>
                <a:lnTo>
                  <a:pt x="1657" y="901"/>
                </a:lnTo>
                <a:lnTo>
                  <a:pt x="1659" y="901"/>
                </a:lnTo>
                <a:lnTo>
                  <a:pt x="1660" y="901"/>
                </a:lnTo>
                <a:lnTo>
                  <a:pt x="1660" y="902"/>
                </a:lnTo>
                <a:lnTo>
                  <a:pt x="1660" y="903"/>
                </a:lnTo>
                <a:lnTo>
                  <a:pt x="1661" y="904"/>
                </a:lnTo>
                <a:lnTo>
                  <a:pt x="1662" y="904"/>
                </a:lnTo>
                <a:lnTo>
                  <a:pt x="1663" y="904"/>
                </a:lnTo>
                <a:lnTo>
                  <a:pt x="1663" y="905"/>
                </a:lnTo>
                <a:lnTo>
                  <a:pt x="1663" y="906"/>
                </a:lnTo>
                <a:lnTo>
                  <a:pt x="1664" y="907"/>
                </a:lnTo>
                <a:lnTo>
                  <a:pt x="1664" y="905"/>
                </a:lnTo>
                <a:lnTo>
                  <a:pt x="1664" y="904"/>
                </a:lnTo>
                <a:lnTo>
                  <a:pt x="1664" y="903"/>
                </a:lnTo>
                <a:lnTo>
                  <a:pt x="1665" y="902"/>
                </a:lnTo>
                <a:lnTo>
                  <a:pt x="1665" y="901"/>
                </a:lnTo>
                <a:lnTo>
                  <a:pt x="1666" y="901"/>
                </a:lnTo>
                <a:lnTo>
                  <a:pt x="1666" y="900"/>
                </a:lnTo>
                <a:lnTo>
                  <a:pt x="1665" y="900"/>
                </a:lnTo>
                <a:lnTo>
                  <a:pt x="1665" y="899"/>
                </a:lnTo>
                <a:lnTo>
                  <a:pt x="1665" y="896"/>
                </a:lnTo>
                <a:lnTo>
                  <a:pt x="1666" y="895"/>
                </a:lnTo>
                <a:lnTo>
                  <a:pt x="1667" y="895"/>
                </a:lnTo>
                <a:lnTo>
                  <a:pt x="1667" y="896"/>
                </a:lnTo>
                <a:lnTo>
                  <a:pt x="1668" y="896"/>
                </a:lnTo>
                <a:lnTo>
                  <a:pt x="1669" y="897"/>
                </a:lnTo>
                <a:lnTo>
                  <a:pt x="1670" y="897"/>
                </a:lnTo>
                <a:lnTo>
                  <a:pt x="1671" y="897"/>
                </a:lnTo>
                <a:lnTo>
                  <a:pt x="1671" y="898"/>
                </a:lnTo>
                <a:lnTo>
                  <a:pt x="1672" y="899"/>
                </a:lnTo>
                <a:lnTo>
                  <a:pt x="1673" y="899"/>
                </a:lnTo>
                <a:lnTo>
                  <a:pt x="1675" y="901"/>
                </a:lnTo>
                <a:lnTo>
                  <a:pt x="1675" y="902"/>
                </a:lnTo>
                <a:lnTo>
                  <a:pt x="1676" y="902"/>
                </a:lnTo>
                <a:lnTo>
                  <a:pt x="1677" y="901"/>
                </a:lnTo>
                <a:lnTo>
                  <a:pt x="1679" y="903"/>
                </a:lnTo>
                <a:lnTo>
                  <a:pt x="1680" y="904"/>
                </a:lnTo>
                <a:lnTo>
                  <a:pt x="1681" y="901"/>
                </a:lnTo>
                <a:lnTo>
                  <a:pt x="1682" y="900"/>
                </a:lnTo>
                <a:lnTo>
                  <a:pt x="1683" y="900"/>
                </a:lnTo>
                <a:lnTo>
                  <a:pt x="1682" y="899"/>
                </a:lnTo>
                <a:lnTo>
                  <a:pt x="1681" y="899"/>
                </a:lnTo>
                <a:lnTo>
                  <a:pt x="1680" y="898"/>
                </a:lnTo>
                <a:lnTo>
                  <a:pt x="1679" y="898"/>
                </a:lnTo>
                <a:lnTo>
                  <a:pt x="1680" y="896"/>
                </a:lnTo>
                <a:lnTo>
                  <a:pt x="1681" y="896"/>
                </a:lnTo>
                <a:lnTo>
                  <a:pt x="1683" y="896"/>
                </a:lnTo>
                <a:lnTo>
                  <a:pt x="1684" y="897"/>
                </a:lnTo>
                <a:lnTo>
                  <a:pt x="1686" y="898"/>
                </a:lnTo>
                <a:lnTo>
                  <a:pt x="1686" y="899"/>
                </a:lnTo>
                <a:lnTo>
                  <a:pt x="1687" y="900"/>
                </a:lnTo>
                <a:lnTo>
                  <a:pt x="1688" y="900"/>
                </a:lnTo>
                <a:lnTo>
                  <a:pt x="1688" y="901"/>
                </a:lnTo>
                <a:lnTo>
                  <a:pt x="1687" y="901"/>
                </a:lnTo>
                <a:lnTo>
                  <a:pt x="1688" y="901"/>
                </a:lnTo>
                <a:lnTo>
                  <a:pt x="1688" y="902"/>
                </a:lnTo>
                <a:lnTo>
                  <a:pt x="1689" y="902"/>
                </a:lnTo>
                <a:lnTo>
                  <a:pt x="1690" y="902"/>
                </a:lnTo>
                <a:lnTo>
                  <a:pt x="1692" y="903"/>
                </a:lnTo>
                <a:lnTo>
                  <a:pt x="1692" y="902"/>
                </a:lnTo>
                <a:lnTo>
                  <a:pt x="1691" y="901"/>
                </a:lnTo>
                <a:lnTo>
                  <a:pt x="1692" y="900"/>
                </a:lnTo>
                <a:lnTo>
                  <a:pt x="1695" y="902"/>
                </a:lnTo>
                <a:lnTo>
                  <a:pt x="1696" y="902"/>
                </a:lnTo>
                <a:lnTo>
                  <a:pt x="1696" y="901"/>
                </a:lnTo>
                <a:lnTo>
                  <a:pt x="1696" y="900"/>
                </a:lnTo>
                <a:lnTo>
                  <a:pt x="1695" y="899"/>
                </a:lnTo>
                <a:lnTo>
                  <a:pt x="1695" y="898"/>
                </a:lnTo>
                <a:lnTo>
                  <a:pt x="1696" y="897"/>
                </a:lnTo>
                <a:lnTo>
                  <a:pt x="1697" y="898"/>
                </a:lnTo>
                <a:lnTo>
                  <a:pt x="1698" y="899"/>
                </a:lnTo>
                <a:lnTo>
                  <a:pt x="1700" y="900"/>
                </a:lnTo>
                <a:lnTo>
                  <a:pt x="1700" y="899"/>
                </a:lnTo>
                <a:lnTo>
                  <a:pt x="1701" y="899"/>
                </a:lnTo>
                <a:lnTo>
                  <a:pt x="1702" y="899"/>
                </a:lnTo>
                <a:lnTo>
                  <a:pt x="1703" y="899"/>
                </a:lnTo>
                <a:lnTo>
                  <a:pt x="1703" y="900"/>
                </a:lnTo>
                <a:lnTo>
                  <a:pt x="1703" y="901"/>
                </a:lnTo>
                <a:lnTo>
                  <a:pt x="1704" y="900"/>
                </a:lnTo>
                <a:lnTo>
                  <a:pt x="1705" y="899"/>
                </a:lnTo>
                <a:lnTo>
                  <a:pt x="1708" y="898"/>
                </a:lnTo>
                <a:lnTo>
                  <a:pt x="1709" y="898"/>
                </a:lnTo>
                <a:lnTo>
                  <a:pt x="1711" y="897"/>
                </a:lnTo>
                <a:lnTo>
                  <a:pt x="1712" y="897"/>
                </a:lnTo>
                <a:lnTo>
                  <a:pt x="1714" y="897"/>
                </a:lnTo>
                <a:lnTo>
                  <a:pt x="1717" y="899"/>
                </a:lnTo>
                <a:lnTo>
                  <a:pt x="1718" y="901"/>
                </a:lnTo>
                <a:lnTo>
                  <a:pt x="1720" y="903"/>
                </a:lnTo>
                <a:lnTo>
                  <a:pt x="1721" y="903"/>
                </a:lnTo>
                <a:lnTo>
                  <a:pt x="1723" y="902"/>
                </a:lnTo>
                <a:lnTo>
                  <a:pt x="1724" y="903"/>
                </a:lnTo>
                <a:lnTo>
                  <a:pt x="1725" y="904"/>
                </a:lnTo>
                <a:lnTo>
                  <a:pt x="1725" y="906"/>
                </a:lnTo>
                <a:lnTo>
                  <a:pt x="1726" y="907"/>
                </a:lnTo>
                <a:lnTo>
                  <a:pt x="1726" y="908"/>
                </a:lnTo>
                <a:lnTo>
                  <a:pt x="1726" y="909"/>
                </a:lnTo>
                <a:lnTo>
                  <a:pt x="1726" y="911"/>
                </a:lnTo>
                <a:lnTo>
                  <a:pt x="1726" y="912"/>
                </a:lnTo>
                <a:lnTo>
                  <a:pt x="1725" y="912"/>
                </a:lnTo>
                <a:lnTo>
                  <a:pt x="1726" y="912"/>
                </a:lnTo>
                <a:lnTo>
                  <a:pt x="1726" y="913"/>
                </a:lnTo>
                <a:lnTo>
                  <a:pt x="1726" y="914"/>
                </a:lnTo>
                <a:lnTo>
                  <a:pt x="1726" y="915"/>
                </a:lnTo>
                <a:lnTo>
                  <a:pt x="1727" y="915"/>
                </a:lnTo>
                <a:lnTo>
                  <a:pt x="1727" y="916"/>
                </a:lnTo>
                <a:lnTo>
                  <a:pt x="1727" y="917"/>
                </a:lnTo>
                <a:lnTo>
                  <a:pt x="1727" y="919"/>
                </a:lnTo>
                <a:lnTo>
                  <a:pt x="1727" y="921"/>
                </a:lnTo>
                <a:lnTo>
                  <a:pt x="1728" y="922"/>
                </a:lnTo>
                <a:lnTo>
                  <a:pt x="1728" y="923"/>
                </a:lnTo>
                <a:lnTo>
                  <a:pt x="1729" y="925"/>
                </a:lnTo>
                <a:lnTo>
                  <a:pt x="1729" y="927"/>
                </a:lnTo>
                <a:lnTo>
                  <a:pt x="1728" y="928"/>
                </a:lnTo>
                <a:lnTo>
                  <a:pt x="1729" y="928"/>
                </a:lnTo>
                <a:lnTo>
                  <a:pt x="1729" y="930"/>
                </a:lnTo>
                <a:lnTo>
                  <a:pt x="1729" y="931"/>
                </a:lnTo>
                <a:lnTo>
                  <a:pt x="1730" y="931"/>
                </a:lnTo>
                <a:lnTo>
                  <a:pt x="1730" y="932"/>
                </a:lnTo>
                <a:lnTo>
                  <a:pt x="1731" y="931"/>
                </a:lnTo>
                <a:lnTo>
                  <a:pt x="1732" y="930"/>
                </a:lnTo>
                <a:lnTo>
                  <a:pt x="1732" y="929"/>
                </a:lnTo>
                <a:lnTo>
                  <a:pt x="1733" y="929"/>
                </a:lnTo>
                <a:lnTo>
                  <a:pt x="1733" y="930"/>
                </a:lnTo>
                <a:lnTo>
                  <a:pt x="1734" y="931"/>
                </a:lnTo>
                <a:lnTo>
                  <a:pt x="1735" y="931"/>
                </a:lnTo>
                <a:lnTo>
                  <a:pt x="1735" y="932"/>
                </a:lnTo>
                <a:lnTo>
                  <a:pt x="1736" y="933"/>
                </a:lnTo>
                <a:lnTo>
                  <a:pt x="1736" y="932"/>
                </a:lnTo>
                <a:lnTo>
                  <a:pt x="1737" y="932"/>
                </a:lnTo>
                <a:lnTo>
                  <a:pt x="1738" y="932"/>
                </a:lnTo>
                <a:lnTo>
                  <a:pt x="1739" y="932"/>
                </a:lnTo>
                <a:lnTo>
                  <a:pt x="1740" y="932"/>
                </a:lnTo>
                <a:lnTo>
                  <a:pt x="1740" y="933"/>
                </a:lnTo>
                <a:lnTo>
                  <a:pt x="1742" y="933"/>
                </a:lnTo>
                <a:lnTo>
                  <a:pt x="1743" y="933"/>
                </a:lnTo>
                <a:lnTo>
                  <a:pt x="1744" y="932"/>
                </a:lnTo>
                <a:lnTo>
                  <a:pt x="1745" y="932"/>
                </a:lnTo>
                <a:lnTo>
                  <a:pt x="1745" y="933"/>
                </a:lnTo>
                <a:lnTo>
                  <a:pt x="1745" y="934"/>
                </a:lnTo>
                <a:lnTo>
                  <a:pt x="1745" y="935"/>
                </a:lnTo>
                <a:lnTo>
                  <a:pt x="1746" y="935"/>
                </a:lnTo>
                <a:lnTo>
                  <a:pt x="1747" y="934"/>
                </a:lnTo>
                <a:lnTo>
                  <a:pt x="1747" y="933"/>
                </a:lnTo>
                <a:lnTo>
                  <a:pt x="1747" y="932"/>
                </a:lnTo>
                <a:lnTo>
                  <a:pt x="1748" y="932"/>
                </a:lnTo>
                <a:lnTo>
                  <a:pt x="1751" y="931"/>
                </a:lnTo>
                <a:lnTo>
                  <a:pt x="1752" y="931"/>
                </a:lnTo>
                <a:lnTo>
                  <a:pt x="1751" y="931"/>
                </a:lnTo>
                <a:lnTo>
                  <a:pt x="1751" y="932"/>
                </a:lnTo>
                <a:lnTo>
                  <a:pt x="1751" y="933"/>
                </a:lnTo>
                <a:lnTo>
                  <a:pt x="1751" y="934"/>
                </a:lnTo>
                <a:lnTo>
                  <a:pt x="1753" y="935"/>
                </a:lnTo>
                <a:lnTo>
                  <a:pt x="1754" y="936"/>
                </a:lnTo>
                <a:lnTo>
                  <a:pt x="1756" y="937"/>
                </a:lnTo>
                <a:lnTo>
                  <a:pt x="1756" y="938"/>
                </a:lnTo>
                <a:lnTo>
                  <a:pt x="1756" y="939"/>
                </a:lnTo>
                <a:lnTo>
                  <a:pt x="1756" y="940"/>
                </a:lnTo>
                <a:lnTo>
                  <a:pt x="1757" y="941"/>
                </a:lnTo>
                <a:lnTo>
                  <a:pt x="1757" y="942"/>
                </a:lnTo>
                <a:lnTo>
                  <a:pt x="1756" y="941"/>
                </a:lnTo>
                <a:lnTo>
                  <a:pt x="1756" y="942"/>
                </a:lnTo>
                <a:lnTo>
                  <a:pt x="1757" y="944"/>
                </a:lnTo>
                <a:lnTo>
                  <a:pt x="1758" y="944"/>
                </a:lnTo>
                <a:lnTo>
                  <a:pt x="1758" y="943"/>
                </a:lnTo>
                <a:lnTo>
                  <a:pt x="1758" y="942"/>
                </a:lnTo>
                <a:lnTo>
                  <a:pt x="1759" y="942"/>
                </a:lnTo>
                <a:lnTo>
                  <a:pt x="1759" y="943"/>
                </a:lnTo>
                <a:lnTo>
                  <a:pt x="1760" y="943"/>
                </a:lnTo>
                <a:lnTo>
                  <a:pt x="1761" y="943"/>
                </a:lnTo>
                <a:lnTo>
                  <a:pt x="1761" y="942"/>
                </a:lnTo>
                <a:lnTo>
                  <a:pt x="1762" y="942"/>
                </a:lnTo>
                <a:lnTo>
                  <a:pt x="1764" y="942"/>
                </a:lnTo>
                <a:lnTo>
                  <a:pt x="1765" y="943"/>
                </a:lnTo>
                <a:lnTo>
                  <a:pt x="1765" y="944"/>
                </a:lnTo>
                <a:lnTo>
                  <a:pt x="1768" y="945"/>
                </a:lnTo>
                <a:lnTo>
                  <a:pt x="1769" y="945"/>
                </a:lnTo>
                <a:lnTo>
                  <a:pt x="1771" y="944"/>
                </a:lnTo>
                <a:lnTo>
                  <a:pt x="1772" y="943"/>
                </a:lnTo>
                <a:lnTo>
                  <a:pt x="1774" y="943"/>
                </a:lnTo>
                <a:lnTo>
                  <a:pt x="1775" y="944"/>
                </a:lnTo>
                <a:lnTo>
                  <a:pt x="1775" y="945"/>
                </a:lnTo>
                <a:lnTo>
                  <a:pt x="1776" y="946"/>
                </a:lnTo>
                <a:lnTo>
                  <a:pt x="1777" y="947"/>
                </a:lnTo>
                <a:lnTo>
                  <a:pt x="1779" y="947"/>
                </a:lnTo>
                <a:lnTo>
                  <a:pt x="1780" y="946"/>
                </a:lnTo>
                <a:lnTo>
                  <a:pt x="1780" y="945"/>
                </a:lnTo>
                <a:lnTo>
                  <a:pt x="1782" y="946"/>
                </a:lnTo>
                <a:lnTo>
                  <a:pt x="1783" y="947"/>
                </a:lnTo>
                <a:lnTo>
                  <a:pt x="1785" y="948"/>
                </a:lnTo>
                <a:lnTo>
                  <a:pt x="1786" y="948"/>
                </a:lnTo>
                <a:lnTo>
                  <a:pt x="1786" y="949"/>
                </a:lnTo>
                <a:lnTo>
                  <a:pt x="1789" y="950"/>
                </a:lnTo>
                <a:lnTo>
                  <a:pt x="1791" y="951"/>
                </a:lnTo>
                <a:lnTo>
                  <a:pt x="1791" y="950"/>
                </a:lnTo>
                <a:lnTo>
                  <a:pt x="1792" y="949"/>
                </a:lnTo>
                <a:lnTo>
                  <a:pt x="1793" y="950"/>
                </a:lnTo>
                <a:lnTo>
                  <a:pt x="1794" y="951"/>
                </a:lnTo>
                <a:lnTo>
                  <a:pt x="1795" y="952"/>
                </a:lnTo>
                <a:lnTo>
                  <a:pt x="1795" y="951"/>
                </a:lnTo>
                <a:lnTo>
                  <a:pt x="1796" y="952"/>
                </a:lnTo>
                <a:lnTo>
                  <a:pt x="1797" y="953"/>
                </a:lnTo>
                <a:lnTo>
                  <a:pt x="1798" y="955"/>
                </a:lnTo>
                <a:lnTo>
                  <a:pt x="1799" y="955"/>
                </a:lnTo>
                <a:lnTo>
                  <a:pt x="1800" y="955"/>
                </a:lnTo>
                <a:lnTo>
                  <a:pt x="1801" y="955"/>
                </a:lnTo>
                <a:lnTo>
                  <a:pt x="1802" y="957"/>
                </a:lnTo>
                <a:lnTo>
                  <a:pt x="1803" y="957"/>
                </a:lnTo>
                <a:lnTo>
                  <a:pt x="1803" y="958"/>
                </a:lnTo>
                <a:lnTo>
                  <a:pt x="1803" y="959"/>
                </a:lnTo>
                <a:lnTo>
                  <a:pt x="1803" y="960"/>
                </a:lnTo>
                <a:lnTo>
                  <a:pt x="1804" y="960"/>
                </a:lnTo>
                <a:lnTo>
                  <a:pt x="1804" y="961"/>
                </a:lnTo>
                <a:lnTo>
                  <a:pt x="1804" y="960"/>
                </a:lnTo>
                <a:lnTo>
                  <a:pt x="1805" y="960"/>
                </a:lnTo>
                <a:lnTo>
                  <a:pt x="1805" y="961"/>
                </a:lnTo>
                <a:lnTo>
                  <a:pt x="1806" y="962"/>
                </a:lnTo>
                <a:lnTo>
                  <a:pt x="1806" y="965"/>
                </a:lnTo>
                <a:lnTo>
                  <a:pt x="1805" y="966"/>
                </a:lnTo>
                <a:lnTo>
                  <a:pt x="1805" y="968"/>
                </a:lnTo>
                <a:lnTo>
                  <a:pt x="1806" y="969"/>
                </a:lnTo>
                <a:lnTo>
                  <a:pt x="1807" y="969"/>
                </a:lnTo>
                <a:lnTo>
                  <a:pt x="1807" y="968"/>
                </a:lnTo>
                <a:lnTo>
                  <a:pt x="1809" y="968"/>
                </a:lnTo>
                <a:lnTo>
                  <a:pt x="1810" y="967"/>
                </a:lnTo>
                <a:lnTo>
                  <a:pt x="1810" y="968"/>
                </a:lnTo>
                <a:lnTo>
                  <a:pt x="1810" y="969"/>
                </a:lnTo>
                <a:lnTo>
                  <a:pt x="1811" y="969"/>
                </a:lnTo>
                <a:lnTo>
                  <a:pt x="1811" y="968"/>
                </a:lnTo>
                <a:lnTo>
                  <a:pt x="1811" y="967"/>
                </a:lnTo>
                <a:lnTo>
                  <a:pt x="1811" y="966"/>
                </a:lnTo>
                <a:lnTo>
                  <a:pt x="1811" y="965"/>
                </a:lnTo>
                <a:lnTo>
                  <a:pt x="1813" y="965"/>
                </a:lnTo>
                <a:lnTo>
                  <a:pt x="1813" y="964"/>
                </a:lnTo>
                <a:lnTo>
                  <a:pt x="1814" y="964"/>
                </a:lnTo>
                <a:lnTo>
                  <a:pt x="1814" y="965"/>
                </a:lnTo>
                <a:lnTo>
                  <a:pt x="1815" y="965"/>
                </a:lnTo>
                <a:lnTo>
                  <a:pt x="1815" y="966"/>
                </a:lnTo>
                <a:lnTo>
                  <a:pt x="1816" y="967"/>
                </a:lnTo>
                <a:lnTo>
                  <a:pt x="1816" y="968"/>
                </a:lnTo>
                <a:lnTo>
                  <a:pt x="1816" y="970"/>
                </a:lnTo>
                <a:lnTo>
                  <a:pt x="1815" y="970"/>
                </a:lnTo>
                <a:lnTo>
                  <a:pt x="1814" y="970"/>
                </a:lnTo>
                <a:lnTo>
                  <a:pt x="1813" y="970"/>
                </a:lnTo>
                <a:lnTo>
                  <a:pt x="1813" y="971"/>
                </a:lnTo>
                <a:lnTo>
                  <a:pt x="1813" y="972"/>
                </a:lnTo>
                <a:lnTo>
                  <a:pt x="1814" y="972"/>
                </a:lnTo>
                <a:lnTo>
                  <a:pt x="1815" y="972"/>
                </a:lnTo>
                <a:lnTo>
                  <a:pt x="1815" y="973"/>
                </a:lnTo>
                <a:lnTo>
                  <a:pt x="1817" y="974"/>
                </a:lnTo>
                <a:lnTo>
                  <a:pt x="1818" y="976"/>
                </a:lnTo>
                <a:lnTo>
                  <a:pt x="1820" y="978"/>
                </a:lnTo>
                <a:lnTo>
                  <a:pt x="1822" y="976"/>
                </a:lnTo>
                <a:lnTo>
                  <a:pt x="1822" y="975"/>
                </a:lnTo>
                <a:lnTo>
                  <a:pt x="1823" y="975"/>
                </a:lnTo>
                <a:lnTo>
                  <a:pt x="1824" y="976"/>
                </a:lnTo>
                <a:lnTo>
                  <a:pt x="1824" y="977"/>
                </a:lnTo>
                <a:lnTo>
                  <a:pt x="1824" y="978"/>
                </a:lnTo>
                <a:lnTo>
                  <a:pt x="1824" y="979"/>
                </a:lnTo>
                <a:lnTo>
                  <a:pt x="1825" y="979"/>
                </a:lnTo>
                <a:lnTo>
                  <a:pt x="1825" y="978"/>
                </a:lnTo>
                <a:lnTo>
                  <a:pt x="1827" y="978"/>
                </a:lnTo>
                <a:lnTo>
                  <a:pt x="1829" y="979"/>
                </a:lnTo>
                <a:lnTo>
                  <a:pt x="1830" y="979"/>
                </a:lnTo>
                <a:lnTo>
                  <a:pt x="1830" y="980"/>
                </a:lnTo>
                <a:lnTo>
                  <a:pt x="1830" y="981"/>
                </a:lnTo>
                <a:lnTo>
                  <a:pt x="1830" y="982"/>
                </a:lnTo>
                <a:lnTo>
                  <a:pt x="1831" y="983"/>
                </a:lnTo>
                <a:lnTo>
                  <a:pt x="1832" y="983"/>
                </a:lnTo>
                <a:lnTo>
                  <a:pt x="1834" y="981"/>
                </a:lnTo>
                <a:lnTo>
                  <a:pt x="1834" y="980"/>
                </a:lnTo>
                <a:lnTo>
                  <a:pt x="1835" y="978"/>
                </a:lnTo>
                <a:lnTo>
                  <a:pt x="1835" y="977"/>
                </a:lnTo>
                <a:lnTo>
                  <a:pt x="1834" y="977"/>
                </a:lnTo>
                <a:lnTo>
                  <a:pt x="1835" y="976"/>
                </a:lnTo>
                <a:lnTo>
                  <a:pt x="1835" y="974"/>
                </a:lnTo>
                <a:lnTo>
                  <a:pt x="1837" y="973"/>
                </a:lnTo>
                <a:lnTo>
                  <a:pt x="1837" y="972"/>
                </a:lnTo>
                <a:lnTo>
                  <a:pt x="1837" y="971"/>
                </a:lnTo>
                <a:lnTo>
                  <a:pt x="1838" y="971"/>
                </a:lnTo>
                <a:lnTo>
                  <a:pt x="1839" y="971"/>
                </a:lnTo>
                <a:lnTo>
                  <a:pt x="1839" y="972"/>
                </a:lnTo>
                <a:lnTo>
                  <a:pt x="1839" y="973"/>
                </a:lnTo>
                <a:lnTo>
                  <a:pt x="1838" y="975"/>
                </a:lnTo>
                <a:lnTo>
                  <a:pt x="1838" y="977"/>
                </a:lnTo>
                <a:lnTo>
                  <a:pt x="1838" y="980"/>
                </a:lnTo>
                <a:lnTo>
                  <a:pt x="1838" y="981"/>
                </a:lnTo>
                <a:lnTo>
                  <a:pt x="1839" y="981"/>
                </a:lnTo>
                <a:lnTo>
                  <a:pt x="1842" y="981"/>
                </a:lnTo>
                <a:lnTo>
                  <a:pt x="1844" y="984"/>
                </a:lnTo>
                <a:lnTo>
                  <a:pt x="1845" y="984"/>
                </a:lnTo>
                <a:lnTo>
                  <a:pt x="1845" y="983"/>
                </a:lnTo>
                <a:lnTo>
                  <a:pt x="1844" y="983"/>
                </a:lnTo>
                <a:lnTo>
                  <a:pt x="1844" y="982"/>
                </a:lnTo>
                <a:lnTo>
                  <a:pt x="1845" y="982"/>
                </a:lnTo>
                <a:lnTo>
                  <a:pt x="1845" y="981"/>
                </a:lnTo>
                <a:lnTo>
                  <a:pt x="1846" y="981"/>
                </a:lnTo>
                <a:lnTo>
                  <a:pt x="1846" y="982"/>
                </a:lnTo>
                <a:lnTo>
                  <a:pt x="1847" y="983"/>
                </a:lnTo>
                <a:lnTo>
                  <a:pt x="1848" y="983"/>
                </a:lnTo>
                <a:lnTo>
                  <a:pt x="1849" y="983"/>
                </a:lnTo>
                <a:lnTo>
                  <a:pt x="1848" y="983"/>
                </a:lnTo>
                <a:lnTo>
                  <a:pt x="1848" y="981"/>
                </a:lnTo>
                <a:lnTo>
                  <a:pt x="1849" y="981"/>
                </a:lnTo>
                <a:lnTo>
                  <a:pt x="1852" y="983"/>
                </a:lnTo>
                <a:lnTo>
                  <a:pt x="1855" y="983"/>
                </a:lnTo>
                <a:lnTo>
                  <a:pt x="1856" y="984"/>
                </a:lnTo>
                <a:lnTo>
                  <a:pt x="1857" y="987"/>
                </a:lnTo>
                <a:lnTo>
                  <a:pt x="1858" y="989"/>
                </a:lnTo>
                <a:lnTo>
                  <a:pt x="1859" y="989"/>
                </a:lnTo>
                <a:lnTo>
                  <a:pt x="1860" y="991"/>
                </a:lnTo>
                <a:lnTo>
                  <a:pt x="1862" y="995"/>
                </a:lnTo>
                <a:lnTo>
                  <a:pt x="1862" y="996"/>
                </a:lnTo>
                <a:lnTo>
                  <a:pt x="1862" y="999"/>
                </a:lnTo>
                <a:lnTo>
                  <a:pt x="1865" y="1000"/>
                </a:lnTo>
                <a:lnTo>
                  <a:pt x="1866" y="1001"/>
                </a:lnTo>
                <a:lnTo>
                  <a:pt x="1870" y="1002"/>
                </a:lnTo>
                <a:lnTo>
                  <a:pt x="1873" y="1003"/>
                </a:lnTo>
                <a:lnTo>
                  <a:pt x="1873" y="1002"/>
                </a:lnTo>
                <a:lnTo>
                  <a:pt x="1874" y="1000"/>
                </a:lnTo>
                <a:lnTo>
                  <a:pt x="1875" y="999"/>
                </a:lnTo>
                <a:lnTo>
                  <a:pt x="1875" y="998"/>
                </a:lnTo>
                <a:lnTo>
                  <a:pt x="1875" y="997"/>
                </a:lnTo>
                <a:lnTo>
                  <a:pt x="1874" y="997"/>
                </a:lnTo>
                <a:lnTo>
                  <a:pt x="1874" y="996"/>
                </a:lnTo>
                <a:lnTo>
                  <a:pt x="1874" y="995"/>
                </a:lnTo>
                <a:lnTo>
                  <a:pt x="1875" y="994"/>
                </a:lnTo>
                <a:lnTo>
                  <a:pt x="1876" y="996"/>
                </a:lnTo>
                <a:lnTo>
                  <a:pt x="1879" y="998"/>
                </a:lnTo>
                <a:lnTo>
                  <a:pt x="1881" y="1000"/>
                </a:lnTo>
                <a:lnTo>
                  <a:pt x="1881" y="1001"/>
                </a:lnTo>
                <a:lnTo>
                  <a:pt x="1882" y="1000"/>
                </a:lnTo>
                <a:lnTo>
                  <a:pt x="1883" y="1000"/>
                </a:lnTo>
                <a:lnTo>
                  <a:pt x="1884" y="1001"/>
                </a:lnTo>
                <a:lnTo>
                  <a:pt x="1885" y="1001"/>
                </a:lnTo>
                <a:lnTo>
                  <a:pt x="1886" y="1001"/>
                </a:lnTo>
                <a:lnTo>
                  <a:pt x="1886" y="1000"/>
                </a:lnTo>
                <a:lnTo>
                  <a:pt x="1887" y="999"/>
                </a:lnTo>
                <a:lnTo>
                  <a:pt x="1888" y="1000"/>
                </a:lnTo>
                <a:lnTo>
                  <a:pt x="1889" y="1002"/>
                </a:lnTo>
                <a:lnTo>
                  <a:pt x="1889" y="1003"/>
                </a:lnTo>
                <a:lnTo>
                  <a:pt x="1890" y="1005"/>
                </a:lnTo>
                <a:lnTo>
                  <a:pt x="1892" y="1007"/>
                </a:lnTo>
                <a:lnTo>
                  <a:pt x="1892" y="1008"/>
                </a:lnTo>
                <a:lnTo>
                  <a:pt x="1891" y="1012"/>
                </a:lnTo>
                <a:lnTo>
                  <a:pt x="1891" y="1018"/>
                </a:lnTo>
                <a:lnTo>
                  <a:pt x="1891" y="1019"/>
                </a:lnTo>
                <a:lnTo>
                  <a:pt x="1892" y="1022"/>
                </a:lnTo>
                <a:lnTo>
                  <a:pt x="1893" y="1024"/>
                </a:lnTo>
                <a:lnTo>
                  <a:pt x="1893" y="1025"/>
                </a:lnTo>
                <a:lnTo>
                  <a:pt x="1892" y="1026"/>
                </a:lnTo>
                <a:lnTo>
                  <a:pt x="1893" y="1029"/>
                </a:lnTo>
                <a:lnTo>
                  <a:pt x="1893" y="1033"/>
                </a:lnTo>
                <a:lnTo>
                  <a:pt x="1894" y="1034"/>
                </a:lnTo>
                <a:lnTo>
                  <a:pt x="1895" y="1035"/>
                </a:lnTo>
                <a:lnTo>
                  <a:pt x="1897" y="1038"/>
                </a:lnTo>
                <a:lnTo>
                  <a:pt x="1899" y="1041"/>
                </a:lnTo>
                <a:lnTo>
                  <a:pt x="1900" y="1043"/>
                </a:lnTo>
                <a:lnTo>
                  <a:pt x="1901" y="1044"/>
                </a:lnTo>
                <a:lnTo>
                  <a:pt x="1900" y="1045"/>
                </a:lnTo>
                <a:lnTo>
                  <a:pt x="1900" y="1046"/>
                </a:lnTo>
                <a:lnTo>
                  <a:pt x="1899" y="1048"/>
                </a:lnTo>
                <a:lnTo>
                  <a:pt x="1900" y="1049"/>
                </a:lnTo>
                <a:lnTo>
                  <a:pt x="1899" y="1051"/>
                </a:lnTo>
                <a:lnTo>
                  <a:pt x="1899" y="1052"/>
                </a:lnTo>
                <a:lnTo>
                  <a:pt x="1898" y="1053"/>
                </a:lnTo>
                <a:lnTo>
                  <a:pt x="1897" y="1054"/>
                </a:lnTo>
                <a:lnTo>
                  <a:pt x="1897" y="1058"/>
                </a:lnTo>
                <a:lnTo>
                  <a:pt x="1897" y="1059"/>
                </a:lnTo>
                <a:lnTo>
                  <a:pt x="1898" y="1061"/>
                </a:lnTo>
                <a:lnTo>
                  <a:pt x="1898" y="1062"/>
                </a:lnTo>
                <a:lnTo>
                  <a:pt x="1898" y="1063"/>
                </a:lnTo>
                <a:lnTo>
                  <a:pt x="1898" y="1064"/>
                </a:lnTo>
                <a:lnTo>
                  <a:pt x="1897" y="1065"/>
                </a:lnTo>
                <a:lnTo>
                  <a:pt x="1897" y="1066"/>
                </a:lnTo>
                <a:lnTo>
                  <a:pt x="1897" y="1067"/>
                </a:lnTo>
                <a:lnTo>
                  <a:pt x="1896" y="1067"/>
                </a:lnTo>
                <a:lnTo>
                  <a:pt x="1895" y="1068"/>
                </a:lnTo>
                <a:lnTo>
                  <a:pt x="1895" y="1069"/>
                </a:lnTo>
                <a:lnTo>
                  <a:pt x="1895" y="1070"/>
                </a:lnTo>
                <a:lnTo>
                  <a:pt x="1895" y="1073"/>
                </a:lnTo>
                <a:lnTo>
                  <a:pt x="1895" y="1074"/>
                </a:lnTo>
                <a:lnTo>
                  <a:pt x="1894" y="1075"/>
                </a:lnTo>
                <a:lnTo>
                  <a:pt x="1893" y="1075"/>
                </a:lnTo>
                <a:lnTo>
                  <a:pt x="1892" y="1075"/>
                </a:lnTo>
                <a:lnTo>
                  <a:pt x="1892" y="1076"/>
                </a:lnTo>
                <a:lnTo>
                  <a:pt x="1891" y="1076"/>
                </a:lnTo>
                <a:lnTo>
                  <a:pt x="1891" y="1075"/>
                </a:lnTo>
                <a:lnTo>
                  <a:pt x="1890" y="1075"/>
                </a:lnTo>
                <a:lnTo>
                  <a:pt x="1889" y="1075"/>
                </a:lnTo>
                <a:lnTo>
                  <a:pt x="1889" y="1076"/>
                </a:lnTo>
                <a:lnTo>
                  <a:pt x="1888" y="1075"/>
                </a:lnTo>
                <a:lnTo>
                  <a:pt x="1887" y="1074"/>
                </a:lnTo>
                <a:lnTo>
                  <a:pt x="1886" y="1074"/>
                </a:lnTo>
                <a:lnTo>
                  <a:pt x="1886" y="1075"/>
                </a:lnTo>
                <a:lnTo>
                  <a:pt x="1886" y="1076"/>
                </a:lnTo>
                <a:lnTo>
                  <a:pt x="1885" y="1076"/>
                </a:lnTo>
                <a:lnTo>
                  <a:pt x="1884" y="1077"/>
                </a:lnTo>
                <a:lnTo>
                  <a:pt x="1884" y="1078"/>
                </a:lnTo>
                <a:lnTo>
                  <a:pt x="1884" y="1079"/>
                </a:lnTo>
                <a:lnTo>
                  <a:pt x="1883" y="1079"/>
                </a:lnTo>
                <a:lnTo>
                  <a:pt x="1882" y="1081"/>
                </a:lnTo>
                <a:lnTo>
                  <a:pt x="1881" y="1081"/>
                </a:lnTo>
                <a:lnTo>
                  <a:pt x="1880" y="1081"/>
                </a:lnTo>
                <a:lnTo>
                  <a:pt x="1879" y="1081"/>
                </a:lnTo>
                <a:lnTo>
                  <a:pt x="1878" y="1082"/>
                </a:lnTo>
                <a:lnTo>
                  <a:pt x="1878" y="1083"/>
                </a:lnTo>
                <a:lnTo>
                  <a:pt x="1878" y="1084"/>
                </a:lnTo>
                <a:lnTo>
                  <a:pt x="1877" y="1085"/>
                </a:lnTo>
                <a:lnTo>
                  <a:pt x="1876" y="1086"/>
                </a:lnTo>
                <a:lnTo>
                  <a:pt x="1876" y="1087"/>
                </a:lnTo>
                <a:lnTo>
                  <a:pt x="1877" y="1087"/>
                </a:lnTo>
                <a:lnTo>
                  <a:pt x="1877" y="1088"/>
                </a:lnTo>
                <a:lnTo>
                  <a:pt x="1878" y="1088"/>
                </a:lnTo>
                <a:lnTo>
                  <a:pt x="1877" y="1088"/>
                </a:lnTo>
                <a:lnTo>
                  <a:pt x="1877" y="1089"/>
                </a:lnTo>
                <a:lnTo>
                  <a:pt x="1877" y="1090"/>
                </a:lnTo>
                <a:lnTo>
                  <a:pt x="1878" y="1090"/>
                </a:lnTo>
                <a:lnTo>
                  <a:pt x="1879" y="1091"/>
                </a:lnTo>
                <a:lnTo>
                  <a:pt x="1880" y="1092"/>
                </a:lnTo>
                <a:lnTo>
                  <a:pt x="1880" y="1094"/>
                </a:lnTo>
                <a:lnTo>
                  <a:pt x="1880" y="1097"/>
                </a:lnTo>
                <a:lnTo>
                  <a:pt x="1880" y="1098"/>
                </a:lnTo>
                <a:lnTo>
                  <a:pt x="1880" y="1099"/>
                </a:lnTo>
                <a:lnTo>
                  <a:pt x="1881" y="1099"/>
                </a:lnTo>
                <a:lnTo>
                  <a:pt x="1881" y="1100"/>
                </a:lnTo>
                <a:lnTo>
                  <a:pt x="1881" y="1102"/>
                </a:lnTo>
                <a:lnTo>
                  <a:pt x="1880" y="1102"/>
                </a:lnTo>
                <a:lnTo>
                  <a:pt x="1880" y="1103"/>
                </a:lnTo>
                <a:lnTo>
                  <a:pt x="1880" y="1104"/>
                </a:lnTo>
                <a:lnTo>
                  <a:pt x="1881" y="1105"/>
                </a:lnTo>
                <a:lnTo>
                  <a:pt x="1881" y="1106"/>
                </a:lnTo>
                <a:lnTo>
                  <a:pt x="1881" y="1107"/>
                </a:lnTo>
                <a:lnTo>
                  <a:pt x="1881" y="1108"/>
                </a:lnTo>
                <a:lnTo>
                  <a:pt x="1881" y="1109"/>
                </a:lnTo>
                <a:lnTo>
                  <a:pt x="1880" y="1109"/>
                </a:lnTo>
                <a:lnTo>
                  <a:pt x="1880" y="1110"/>
                </a:lnTo>
                <a:lnTo>
                  <a:pt x="1880" y="1109"/>
                </a:lnTo>
                <a:lnTo>
                  <a:pt x="1879" y="1109"/>
                </a:lnTo>
                <a:lnTo>
                  <a:pt x="1879" y="1110"/>
                </a:lnTo>
                <a:lnTo>
                  <a:pt x="1880" y="1111"/>
                </a:lnTo>
                <a:lnTo>
                  <a:pt x="1881" y="1112"/>
                </a:lnTo>
                <a:lnTo>
                  <a:pt x="1880" y="1113"/>
                </a:lnTo>
                <a:lnTo>
                  <a:pt x="1880" y="1114"/>
                </a:lnTo>
                <a:lnTo>
                  <a:pt x="1881" y="1115"/>
                </a:lnTo>
                <a:lnTo>
                  <a:pt x="1881" y="1116"/>
                </a:lnTo>
                <a:lnTo>
                  <a:pt x="1881" y="1117"/>
                </a:lnTo>
                <a:lnTo>
                  <a:pt x="1881" y="1118"/>
                </a:lnTo>
                <a:lnTo>
                  <a:pt x="1880" y="1119"/>
                </a:lnTo>
                <a:lnTo>
                  <a:pt x="1880" y="1120"/>
                </a:lnTo>
                <a:lnTo>
                  <a:pt x="1880" y="1121"/>
                </a:lnTo>
                <a:lnTo>
                  <a:pt x="1881" y="1121"/>
                </a:lnTo>
                <a:lnTo>
                  <a:pt x="1881" y="1122"/>
                </a:lnTo>
                <a:lnTo>
                  <a:pt x="1881" y="1123"/>
                </a:lnTo>
                <a:lnTo>
                  <a:pt x="1882" y="1124"/>
                </a:lnTo>
                <a:lnTo>
                  <a:pt x="1882" y="1125"/>
                </a:lnTo>
                <a:lnTo>
                  <a:pt x="1883" y="1126"/>
                </a:lnTo>
                <a:lnTo>
                  <a:pt x="1883" y="1127"/>
                </a:lnTo>
                <a:lnTo>
                  <a:pt x="1883" y="1128"/>
                </a:lnTo>
                <a:lnTo>
                  <a:pt x="1884" y="1128"/>
                </a:lnTo>
                <a:lnTo>
                  <a:pt x="1885" y="1128"/>
                </a:lnTo>
                <a:lnTo>
                  <a:pt x="1886" y="1128"/>
                </a:lnTo>
                <a:lnTo>
                  <a:pt x="1886" y="1129"/>
                </a:lnTo>
                <a:lnTo>
                  <a:pt x="1886" y="1130"/>
                </a:lnTo>
                <a:lnTo>
                  <a:pt x="1887" y="1131"/>
                </a:lnTo>
                <a:lnTo>
                  <a:pt x="1888" y="1131"/>
                </a:lnTo>
                <a:lnTo>
                  <a:pt x="1889" y="1131"/>
                </a:lnTo>
                <a:lnTo>
                  <a:pt x="1889" y="1132"/>
                </a:lnTo>
                <a:lnTo>
                  <a:pt x="1890" y="1132"/>
                </a:lnTo>
                <a:lnTo>
                  <a:pt x="1890" y="1133"/>
                </a:lnTo>
                <a:lnTo>
                  <a:pt x="1891" y="1133"/>
                </a:lnTo>
                <a:lnTo>
                  <a:pt x="1892" y="1134"/>
                </a:lnTo>
                <a:lnTo>
                  <a:pt x="1893" y="1134"/>
                </a:lnTo>
                <a:lnTo>
                  <a:pt x="1893" y="1135"/>
                </a:lnTo>
                <a:lnTo>
                  <a:pt x="1893" y="1136"/>
                </a:lnTo>
                <a:lnTo>
                  <a:pt x="1893" y="1137"/>
                </a:lnTo>
                <a:lnTo>
                  <a:pt x="1893" y="1138"/>
                </a:lnTo>
                <a:lnTo>
                  <a:pt x="1893" y="1140"/>
                </a:lnTo>
                <a:lnTo>
                  <a:pt x="1892" y="1140"/>
                </a:lnTo>
                <a:lnTo>
                  <a:pt x="1892" y="1141"/>
                </a:lnTo>
                <a:lnTo>
                  <a:pt x="1891" y="1142"/>
                </a:lnTo>
                <a:lnTo>
                  <a:pt x="1891" y="1143"/>
                </a:lnTo>
                <a:lnTo>
                  <a:pt x="1891" y="1144"/>
                </a:lnTo>
                <a:lnTo>
                  <a:pt x="1892" y="1144"/>
                </a:lnTo>
                <a:lnTo>
                  <a:pt x="1892" y="1145"/>
                </a:lnTo>
                <a:lnTo>
                  <a:pt x="1893" y="1145"/>
                </a:lnTo>
                <a:lnTo>
                  <a:pt x="1893" y="1146"/>
                </a:lnTo>
                <a:lnTo>
                  <a:pt x="1893" y="1148"/>
                </a:lnTo>
                <a:lnTo>
                  <a:pt x="1894" y="1150"/>
                </a:lnTo>
                <a:lnTo>
                  <a:pt x="1894" y="1151"/>
                </a:lnTo>
                <a:lnTo>
                  <a:pt x="1894" y="1152"/>
                </a:lnTo>
                <a:lnTo>
                  <a:pt x="1895" y="1153"/>
                </a:lnTo>
                <a:lnTo>
                  <a:pt x="1895" y="1154"/>
                </a:lnTo>
                <a:lnTo>
                  <a:pt x="1894" y="1154"/>
                </a:lnTo>
                <a:lnTo>
                  <a:pt x="1894" y="1155"/>
                </a:lnTo>
                <a:lnTo>
                  <a:pt x="1895" y="1155"/>
                </a:lnTo>
                <a:lnTo>
                  <a:pt x="1895" y="1156"/>
                </a:lnTo>
                <a:lnTo>
                  <a:pt x="1896" y="1157"/>
                </a:lnTo>
                <a:lnTo>
                  <a:pt x="1896" y="1158"/>
                </a:lnTo>
                <a:lnTo>
                  <a:pt x="1895" y="1160"/>
                </a:lnTo>
                <a:lnTo>
                  <a:pt x="1894" y="1160"/>
                </a:lnTo>
                <a:lnTo>
                  <a:pt x="1894" y="1161"/>
                </a:lnTo>
                <a:lnTo>
                  <a:pt x="1893" y="1162"/>
                </a:lnTo>
                <a:lnTo>
                  <a:pt x="1893" y="1163"/>
                </a:lnTo>
                <a:lnTo>
                  <a:pt x="1893" y="1164"/>
                </a:lnTo>
                <a:lnTo>
                  <a:pt x="1893" y="1165"/>
                </a:lnTo>
                <a:lnTo>
                  <a:pt x="1893" y="1166"/>
                </a:lnTo>
                <a:lnTo>
                  <a:pt x="1893" y="1168"/>
                </a:lnTo>
                <a:lnTo>
                  <a:pt x="1893" y="1169"/>
                </a:lnTo>
                <a:lnTo>
                  <a:pt x="1894" y="1169"/>
                </a:lnTo>
                <a:lnTo>
                  <a:pt x="1894" y="1170"/>
                </a:lnTo>
                <a:lnTo>
                  <a:pt x="1893" y="1170"/>
                </a:lnTo>
                <a:lnTo>
                  <a:pt x="1893" y="1171"/>
                </a:lnTo>
                <a:lnTo>
                  <a:pt x="1893" y="1172"/>
                </a:lnTo>
                <a:lnTo>
                  <a:pt x="1892" y="1172"/>
                </a:lnTo>
                <a:lnTo>
                  <a:pt x="1891" y="1173"/>
                </a:lnTo>
                <a:lnTo>
                  <a:pt x="1890" y="1173"/>
                </a:lnTo>
                <a:lnTo>
                  <a:pt x="1890" y="1174"/>
                </a:lnTo>
                <a:lnTo>
                  <a:pt x="1890" y="1175"/>
                </a:lnTo>
                <a:lnTo>
                  <a:pt x="1889" y="1175"/>
                </a:lnTo>
                <a:lnTo>
                  <a:pt x="1888" y="1175"/>
                </a:lnTo>
                <a:lnTo>
                  <a:pt x="1886" y="1174"/>
                </a:lnTo>
                <a:lnTo>
                  <a:pt x="1885" y="1173"/>
                </a:lnTo>
                <a:lnTo>
                  <a:pt x="1884" y="1175"/>
                </a:lnTo>
                <a:lnTo>
                  <a:pt x="1883" y="1175"/>
                </a:lnTo>
                <a:lnTo>
                  <a:pt x="1883" y="1176"/>
                </a:lnTo>
                <a:lnTo>
                  <a:pt x="1882" y="1176"/>
                </a:lnTo>
                <a:lnTo>
                  <a:pt x="1880" y="1177"/>
                </a:lnTo>
                <a:lnTo>
                  <a:pt x="1879" y="1177"/>
                </a:lnTo>
                <a:lnTo>
                  <a:pt x="1878" y="1177"/>
                </a:lnTo>
                <a:lnTo>
                  <a:pt x="1878" y="1178"/>
                </a:lnTo>
                <a:lnTo>
                  <a:pt x="1877" y="1178"/>
                </a:lnTo>
                <a:lnTo>
                  <a:pt x="1876" y="1178"/>
                </a:lnTo>
                <a:lnTo>
                  <a:pt x="1875" y="1178"/>
                </a:lnTo>
                <a:lnTo>
                  <a:pt x="1874" y="1179"/>
                </a:lnTo>
                <a:lnTo>
                  <a:pt x="1873" y="1179"/>
                </a:lnTo>
                <a:lnTo>
                  <a:pt x="1872" y="1178"/>
                </a:lnTo>
                <a:lnTo>
                  <a:pt x="1871" y="1178"/>
                </a:lnTo>
                <a:lnTo>
                  <a:pt x="1870" y="1178"/>
                </a:lnTo>
                <a:lnTo>
                  <a:pt x="1870" y="1179"/>
                </a:lnTo>
                <a:lnTo>
                  <a:pt x="1869" y="1178"/>
                </a:lnTo>
                <a:lnTo>
                  <a:pt x="1867" y="1178"/>
                </a:lnTo>
                <a:lnTo>
                  <a:pt x="1867" y="1177"/>
                </a:lnTo>
                <a:lnTo>
                  <a:pt x="1866" y="1177"/>
                </a:lnTo>
                <a:lnTo>
                  <a:pt x="1865" y="1176"/>
                </a:lnTo>
                <a:lnTo>
                  <a:pt x="1865" y="1177"/>
                </a:lnTo>
                <a:lnTo>
                  <a:pt x="1864" y="1177"/>
                </a:lnTo>
                <a:lnTo>
                  <a:pt x="1864" y="1178"/>
                </a:lnTo>
                <a:lnTo>
                  <a:pt x="1863" y="1178"/>
                </a:lnTo>
                <a:lnTo>
                  <a:pt x="1862" y="1178"/>
                </a:lnTo>
                <a:lnTo>
                  <a:pt x="1862" y="1177"/>
                </a:lnTo>
                <a:lnTo>
                  <a:pt x="1862" y="1176"/>
                </a:lnTo>
                <a:lnTo>
                  <a:pt x="1862" y="1175"/>
                </a:lnTo>
                <a:lnTo>
                  <a:pt x="1861" y="1175"/>
                </a:lnTo>
                <a:lnTo>
                  <a:pt x="1860" y="1175"/>
                </a:lnTo>
                <a:lnTo>
                  <a:pt x="1860" y="1176"/>
                </a:lnTo>
                <a:lnTo>
                  <a:pt x="1859" y="1176"/>
                </a:lnTo>
                <a:lnTo>
                  <a:pt x="1859" y="1177"/>
                </a:lnTo>
                <a:lnTo>
                  <a:pt x="1857" y="1177"/>
                </a:lnTo>
                <a:lnTo>
                  <a:pt x="1857" y="1176"/>
                </a:lnTo>
                <a:lnTo>
                  <a:pt x="1856" y="1176"/>
                </a:lnTo>
                <a:lnTo>
                  <a:pt x="1856" y="1177"/>
                </a:lnTo>
                <a:lnTo>
                  <a:pt x="1856" y="1178"/>
                </a:lnTo>
                <a:lnTo>
                  <a:pt x="1857" y="1178"/>
                </a:lnTo>
                <a:lnTo>
                  <a:pt x="1856" y="1179"/>
                </a:lnTo>
                <a:lnTo>
                  <a:pt x="1855" y="1180"/>
                </a:lnTo>
                <a:lnTo>
                  <a:pt x="1853" y="1182"/>
                </a:lnTo>
                <a:lnTo>
                  <a:pt x="1852" y="1182"/>
                </a:lnTo>
                <a:lnTo>
                  <a:pt x="1851" y="1182"/>
                </a:lnTo>
                <a:lnTo>
                  <a:pt x="1851" y="1180"/>
                </a:lnTo>
                <a:lnTo>
                  <a:pt x="1852" y="1180"/>
                </a:lnTo>
                <a:lnTo>
                  <a:pt x="1851" y="1180"/>
                </a:lnTo>
                <a:lnTo>
                  <a:pt x="1850" y="1180"/>
                </a:lnTo>
                <a:lnTo>
                  <a:pt x="1850" y="1182"/>
                </a:lnTo>
                <a:lnTo>
                  <a:pt x="1850" y="1183"/>
                </a:lnTo>
                <a:lnTo>
                  <a:pt x="1850" y="1184"/>
                </a:lnTo>
                <a:lnTo>
                  <a:pt x="1850" y="1183"/>
                </a:lnTo>
                <a:lnTo>
                  <a:pt x="1849" y="1183"/>
                </a:lnTo>
                <a:lnTo>
                  <a:pt x="1849" y="1182"/>
                </a:lnTo>
                <a:lnTo>
                  <a:pt x="1848" y="1182"/>
                </a:lnTo>
                <a:lnTo>
                  <a:pt x="1848" y="1180"/>
                </a:lnTo>
                <a:lnTo>
                  <a:pt x="1847" y="1179"/>
                </a:lnTo>
                <a:lnTo>
                  <a:pt x="1847" y="1178"/>
                </a:lnTo>
                <a:lnTo>
                  <a:pt x="1847" y="1177"/>
                </a:lnTo>
                <a:lnTo>
                  <a:pt x="1846" y="1177"/>
                </a:lnTo>
                <a:lnTo>
                  <a:pt x="1846" y="1176"/>
                </a:lnTo>
                <a:lnTo>
                  <a:pt x="1845" y="1176"/>
                </a:lnTo>
                <a:lnTo>
                  <a:pt x="1844" y="1176"/>
                </a:lnTo>
                <a:lnTo>
                  <a:pt x="1843" y="1176"/>
                </a:lnTo>
                <a:lnTo>
                  <a:pt x="1842" y="1175"/>
                </a:lnTo>
                <a:lnTo>
                  <a:pt x="1842" y="1176"/>
                </a:lnTo>
                <a:lnTo>
                  <a:pt x="1841" y="1176"/>
                </a:lnTo>
                <a:lnTo>
                  <a:pt x="1840" y="1175"/>
                </a:lnTo>
                <a:lnTo>
                  <a:pt x="1839" y="1176"/>
                </a:lnTo>
                <a:lnTo>
                  <a:pt x="1838" y="1176"/>
                </a:lnTo>
                <a:lnTo>
                  <a:pt x="1838" y="1177"/>
                </a:lnTo>
                <a:lnTo>
                  <a:pt x="1838" y="1178"/>
                </a:lnTo>
                <a:lnTo>
                  <a:pt x="1837" y="1178"/>
                </a:lnTo>
                <a:lnTo>
                  <a:pt x="1836" y="1177"/>
                </a:lnTo>
                <a:lnTo>
                  <a:pt x="1835" y="1177"/>
                </a:lnTo>
                <a:lnTo>
                  <a:pt x="1835" y="1178"/>
                </a:lnTo>
                <a:lnTo>
                  <a:pt x="1834" y="1178"/>
                </a:lnTo>
                <a:lnTo>
                  <a:pt x="1834" y="1179"/>
                </a:lnTo>
                <a:lnTo>
                  <a:pt x="1833" y="1179"/>
                </a:lnTo>
                <a:lnTo>
                  <a:pt x="1832" y="1179"/>
                </a:lnTo>
                <a:lnTo>
                  <a:pt x="1831" y="1179"/>
                </a:lnTo>
                <a:lnTo>
                  <a:pt x="1830" y="1180"/>
                </a:lnTo>
                <a:lnTo>
                  <a:pt x="1829" y="1180"/>
                </a:lnTo>
                <a:lnTo>
                  <a:pt x="1829" y="1182"/>
                </a:lnTo>
                <a:lnTo>
                  <a:pt x="1828" y="1183"/>
                </a:lnTo>
                <a:lnTo>
                  <a:pt x="1827" y="1183"/>
                </a:lnTo>
                <a:lnTo>
                  <a:pt x="1826" y="1184"/>
                </a:lnTo>
                <a:lnTo>
                  <a:pt x="1825" y="1184"/>
                </a:lnTo>
                <a:lnTo>
                  <a:pt x="1824" y="1184"/>
                </a:lnTo>
                <a:lnTo>
                  <a:pt x="1823" y="1185"/>
                </a:lnTo>
                <a:lnTo>
                  <a:pt x="1822" y="1185"/>
                </a:lnTo>
                <a:lnTo>
                  <a:pt x="1821" y="1185"/>
                </a:lnTo>
                <a:lnTo>
                  <a:pt x="1820" y="1185"/>
                </a:lnTo>
                <a:lnTo>
                  <a:pt x="1819" y="1185"/>
                </a:lnTo>
                <a:lnTo>
                  <a:pt x="1819" y="1186"/>
                </a:lnTo>
                <a:lnTo>
                  <a:pt x="1818" y="1186"/>
                </a:lnTo>
                <a:lnTo>
                  <a:pt x="1817" y="1186"/>
                </a:lnTo>
                <a:lnTo>
                  <a:pt x="1816" y="1186"/>
                </a:lnTo>
                <a:lnTo>
                  <a:pt x="1815" y="1186"/>
                </a:lnTo>
                <a:lnTo>
                  <a:pt x="1814" y="1186"/>
                </a:lnTo>
                <a:lnTo>
                  <a:pt x="1814" y="1185"/>
                </a:lnTo>
                <a:lnTo>
                  <a:pt x="1814" y="1184"/>
                </a:lnTo>
                <a:lnTo>
                  <a:pt x="1815" y="1183"/>
                </a:lnTo>
                <a:lnTo>
                  <a:pt x="1814" y="1182"/>
                </a:lnTo>
                <a:lnTo>
                  <a:pt x="1811" y="1182"/>
                </a:lnTo>
                <a:lnTo>
                  <a:pt x="1811" y="1184"/>
                </a:lnTo>
                <a:lnTo>
                  <a:pt x="1812" y="1184"/>
                </a:lnTo>
                <a:lnTo>
                  <a:pt x="1811" y="1185"/>
                </a:lnTo>
                <a:lnTo>
                  <a:pt x="1810" y="1185"/>
                </a:lnTo>
                <a:lnTo>
                  <a:pt x="1810" y="1184"/>
                </a:lnTo>
                <a:lnTo>
                  <a:pt x="1810" y="1185"/>
                </a:lnTo>
                <a:lnTo>
                  <a:pt x="1809" y="1185"/>
                </a:lnTo>
                <a:lnTo>
                  <a:pt x="1809" y="1184"/>
                </a:lnTo>
                <a:lnTo>
                  <a:pt x="1808" y="1184"/>
                </a:lnTo>
                <a:lnTo>
                  <a:pt x="1807" y="1184"/>
                </a:lnTo>
                <a:lnTo>
                  <a:pt x="1805" y="1184"/>
                </a:lnTo>
                <a:lnTo>
                  <a:pt x="1804" y="1184"/>
                </a:lnTo>
                <a:lnTo>
                  <a:pt x="1803" y="1184"/>
                </a:lnTo>
                <a:lnTo>
                  <a:pt x="1802" y="1183"/>
                </a:lnTo>
                <a:lnTo>
                  <a:pt x="1801" y="1183"/>
                </a:lnTo>
                <a:lnTo>
                  <a:pt x="1801" y="1182"/>
                </a:lnTo>
                <a:lnTo>
                  <a:pt x="1800" y="1180"/>
                </a:lnTo>
                <a:lnTo>
                  <a:pt x="1800" y="1182"/>
                </a:lnTo>
                <a:lnTo>
                  <a:pt x="1799" y="1182"/>
                </a:lnTo>
                <a:lnTo>
                  <a:pt x="1797" y="1182"/>
                </a:lnTo>
                <a:lnTo>
                  <a:pt x="1797" y="1180"/>
                </a:lnTo>
                <a:lnTo>
                  <a:pt x="1797" y="1179"/>
                </a:lnTo>
                <a:lnTo>
                  <a:pt x="1796" y="1179"/>
                </a:lnTo>
                <a:lnTo>
                  <a:pt x="1795" y="1179"/>
                </a:lnTo>
                <a:lnTo>
                  <a:pt x="1795" y="1180"/>
                </a:lnTo>
                <a:lnTo>
                  <a:pt x="1794" y="1179"/>
                </a:lnTo>
                <a:lnTo>
                  <a:pt x="1794" y="1178"/>
                </a:lnTo>
                <a:lnTo>
                  <a:pt x="1793" y="1178"/>
                </a:lnTo>
                <a:lnTo>
                  <a:pt x="1792" y="1178"/>
                </a:lnTo>
                <a:lnTo>
                  <a:pt x="1792" y="1177"/>
                </a:lnTo>
                <a:lnTo>
                  <a:pt x="1790" y="1177"/>
                </a:lnTo>
                <a:lnTo>
                  <a:pt x="1789" y="1177"/>
                </a:lnTo>
                <a:lnTo>
                  <a:pt x="1789" y="1176"/>
                </a:lnTo>
                <a:lnTo>
                  <a:pt x="1788" y="1176"/>
                </a:lnTo>
                <a:lnTo>
                  <a:pt x="1788" y="1175"/>
                </a:lnTo>
                <a:lnTo>
                  <a:pt x="1787" y="1176"/>
                </a:lnTo>
                <a:lnTo>
                  <a:pt x="1786" y="1176"/>
                </a:lnTo>
                <a:lnTo>
                  <a:pt x="1786" y="1177"/>
                </a:lnTo>
                <a:lnTo>
                  <a:pt x="1785" y="1177"/>
                </a:lnTo>
                <a:lnTo>
                  <a:pt x="1784" y="1177"/>
                </a:lnTo>
                <a:lnTo>
                  <a:pt x="1784" y="1178"/>
                </a:lnTo>
                <a:lnTo>
                  <a:pt x="1784" y="1179"/>
                </a:lnTo>
                <a:lnTo>
                  <a:pt x="1785" y="1178"/>
                </a:lnTo>
                <a:lnTo>
                  <a:pt x="1785" y="1177"/>
                </a:lnTo>
                <a:lnTo>
                  <a:pt x="1786" y="1177"/>
                </a:lnTo>
                <a:lnTo>
                  <a:pt x="1788" y="1178"/>
                </a:lnTo>
                <a:lnTo>
                  <a:pt x="1788" y="1179"/>
                </a:lnTo>
                <a:lnTo>
                  <a:pt x="1787" y="1180"/>
                </a:lnTo>
                <a:lnTo>
                  <a:pt x="1787" y="1182"/>
                </a:lnTo>
                <a:lnTo>
                  <a:pt x="1787" y="1180"/>
                </a:lnTo>
                <a:lnTo>
                  <a:pt x="1788" y="1180"/>
                </a:lnTo>
                <a:lnTo>
                  <a:pt x="1788" y="1182"/>
                </a:lnTo>
                <a:lnTo>
                  <a:pt x="1787" y="1183"/>
                </a:lnTo>
                <a:lnTo>
                  <a:pt x="1786" y="1183"/>
                </a:lnTo>
                <a:lnTo>
                  <a:pt x="1785" y="1183"/>
                </a:lnTo>
                <a:lnTo>
                  <a:pt x="1785" y="1184"/>
                </a:lnTo>
                <a:lnTo>
                  <a:pt x="1786" y="1184"/>
                </a:lnTo>
                <a:lnTo>
                  <a:pt x="1786" y="1183"/>
                </a:lnTo>
                <a:lnTo>
                  <a:pt x="1787" y="1184"/>
                </a:lnTo>
                <a:lnTo>
                  <a:pt x="1786" y="1185"/>
                </a:lnTo>
                <a:lnTo>
                  <a:pt x="1785" y="1185"/>
                </a:lnTo>
                <a:lnTo>
                  <a:pt x="1785" y="1184"/>
                </a:lnTo>
                <a:lnTo>
                  <a:pt x="1784" y="1185"/>
                </a:lnTo>
                <a:lnTo>
                  <a:pt x="1785" y="1186"/>
                </a:lnTo>
                <a:lnTo>
                  <a:pt x="1786" y="1186"/>
                </a:lnTo>
                <a:lnTo>
                  <a:pt x="1786" y="1187"/>
                </a:lnTo>
                <a:lnTo>
                  <a:pt x="1785" y="1187"/>
                </a:lnTo>
                <a:lnTo>
                  <a:pt x="1784" y="1187"/>
                </a:lnTo>
                <a:lnTo>
                  <a:pt x="1784" y="1186"/>
                </a:lnTo>
                <a:lnTo>
                  <a:pt x="1784" y="1185"/>
                </a:lnTo>
                <a:lnTo>
                  <a:pt x="1783" y="1185"/>
                </a:lnTo>
                <a:lnTo>
                  <a:pt x="1782" y="1185"/>
                </a:lnTo>
                <a:lnTo>
                  <a:pt x="1782" y="1186"/>
                </a:lnTo>
                <a:lnTo>
                  <a:pt x="1781" y="1186"/>
                </a:lnTo>
                <a:lnTo>
                  <a:pt x="1780" y="1185"/>
                </a:lnTo>
                <a:lnTo>
                  <a:pt x="1779" y="1185"/>
                </a:lnTo>
                <a:lnTo>
                  <a:pt x="1778" y="1185"/>
                </a:lnTo>
                <a:lnTo>
                  <a:pt x="1778" y="1186"/>
                </a:lnTo>
                <a:lnTo>
                  <a:pt x="1777" y="1187"/>
                </a:lnTo>
                <a:lnTo>
                  <a:pt x="1777" y="1188"/>
                </a:lnTo>
                <a:lnTo>
                  <a:pt x="1778" y="1188"/>
                </a:lnTo>
                <a:lnTo>
                  <a:pt x="1779" y="1188"/>
                </a:lnTo>
                <a:lnTo>
                  <a:pt x="1778" y="1189"/>
                </a:lnTo>
                <a:lnTo>
                  <a:pt x="1779" y="1189"/>
                </a:lnTo>
                <a:lnTo>
                  <a:pt x="1779" y="1190"/>
                </a:lnTo>
                <a:lnTo>
                  <a:pt x="1779" y="1191"/>
                </a:lnTo>
                <a:lnTo>
                  <a:pt x="1779" y="1192"/>
                </a:lnTo>
                <a:lnTo>
                  <a:pt x="1780" y="1191"/>
                </a:lnTo>
                <a:lnTo>
                  <a:pt x="1781" y="1191"/>
                </a:lnTo>
                <a:lnTo>
                  <a:pt x="1782" y="1191"/>
                </a:lnTo>
                <a:lnTo>
                  <a:pt x="1782" y="1192"/>
                </a:lnTo>
                <a:lnTo>
                  <a:pt x="1782" y="1193"/>
                </a:lnTo>
                <a:lnTo>
                  <a:pt x="1782" y="1194"/>
                </a:lnTo>
                <a:lnTo>
                  <a:pt x="1783" y="1195"/>
                </a:lnTo>
                <a:lnTo>
                  <a:pt x="1784" y="1195"/>
                </a:lnTo>
                <a:lnTo>
                  <a:pt x="1784" y="1196"/>
                </a:lnTo>
                <a:lnTo>
                  <a:pt x="1785" y="1197"/>
                </a:lnTo>
                <a:lnTo>
                  <a:pt x="1785" y="1198"/>
                </a:lnTo>
                <a:lnTo>
                  <a:pt x="1785" y="1200"/>
                </a:lnTo>
                <a:lnTo>
                  <a:pt x="1785" y="1201"/>
                </a:lnTo>
                <a:lnTo>
                  <a:pt x="1786" y="1201"/>
                </a:lnTo>
                <a:lnTo>
                  <a:pt x="1787" y="1202"/>
                </a:lnTo>
                <a:lnTo>
                  <a:pt x="1787" y="1204"/>
                </a:lnTo>
                <a:lnTo>
                  <a:pt x="1787" y="1206"/>
                </a:lnTo>
                <a:lnTo>
                  <a:pt x="1786" y="1206"/>
                </a:lnTo>
                <a:lnTo>
                  <a:pt x="1786" y="1207"/>
                </a:lnTo>
                <a:lnTo>
                  <a:pt x="1787" y="1207"/>
                </a:lnTo>
                <a:lnTo>
                  <a:pt x="1787" y="1208"/>
                </a:lnTo>
                <a:lnTo>
                  <a:pt x="1788" y="1208"/>
                </a:lnTo>
                <a:lnTo>
                  <a:pt x="1789" y="1209"/>
                </a:lnTo>
                <a:lnTo>
                  <a:pt x="1790" y="1209"/>
                </a:lnTo>
                <a:lnTo>
                  <a:pt x="1791" y="1211"/>
                </a:lnTo>
                <a:lnTo>
                  <a:pt x="1792" y="1211"/>
                </a:lnTo>
                <a:lnTo>
                  <a:pt x="1791" y="1212"/>
                </a:lnTo>
                <a:lnTo>
                  <a:pt x="1791" y="1213"/>
                </a:lnTo>
                <a:lnTo>
                  <a:pt x="1791" y="1214"/>
                </a:lnTo>
                <a:lnTo>
                  <a:pt x="1792" y="1214"/>
                </a:lnTo>
                <a:lnTo>
                  <a:pt x="1793" y="1214"/>
                </a:lnTo>
                <a:lnTo>
                  <a:pt x="1793" y="1215"/>
                </a:lnTo>
                <a:lnTo>
                  <a:pt x="1794" y="1215"/>
                </a:lnTo>
                <a:lnTo>
                  <a:pt x="1794" y="1216"/>
                </a:lnTo>
                <a:lnTo>
                  <a:pt x="1795" y="1217"/>
                </a:lnTo>
                <a:lnTo>
                  <a:pt x="1796" y="1218"/>
                </a:lnTo>
                <a:lnTo>
                  <a:pt x="1796" y="1219"/>
                </a:lnTo>
                <a:lnTo>
                  <a:pt x="1797" y="1220"/>
                </a:lnTo>
                <a:lnTo>
                  <a:pt x="1799" y="1220"/>
                </a:lnTo>
                <a:lnTo>
                  <a:pt x="1800" y="1220"/>
                </a:lnTo>
                <a:lnTo>
                  <a:pt x="1801" y="1220"/>
                </a:lnTo>
                <a:lnTo>
                  <a:pt x="1802" y="1220"/>
                </a:lnTo>
                <a:lnTo>
                  <a:pt x="1801" y="1221"/>
                </a:lnTo>
                <a:lnTo>
                  <a:pt x="1801" y="1222"/>
                </a:lnTo>
                <a:lnTo>
                  <a:pt x="1801" y="1223"/>
                </a:lnTo>
                <a:lnTo>
                  <a:pt x="1802" y="1223"/>
                </a:lnTo>
                <a:lnTo>
                  <a:pt x="1802" y="1224"/>
                </a:lnTo>
                <a:lnTo>
                  <a:pt x="1803" y="1224"/>
                </a:lnTo>
                <a:lnTo>
                  <a:pt x="1804" y="1224"/>
                </a:lnTo>
                <a:lnTo>
                  <a:pt x="1803" y="1226"/>
                </a:lnTo>
                <a:lnTo>
                  <a:pt x="1802" y="1227"/>
                </a:lnTo>
                <a:lnTo>
                  <a:pt x="1801" y="1227"/>
                </a:lnTo>
                <a:lnTo>
                  <a:pt x="1800" y="1227"/>
                </a:lnTo>
                <a:lnTo>
                  <a:pt x="1799" y="1227"/>
                </a:lnTo>
                <a:lnTo>
                  <a:pt x="1799" y="1228"/>
                </a:lnTo>
                <a:lnTo>
                  <a:pt x="1798" y="1228"/>
                </a:lnTo>
                <a:lnTo>
                  <a:pt x="1797" y="1228"/>
                </a:lnTo>
                <a:lnTo>
                  <a:pt x="1796" y="1229"/>
                </a:lnTo>
                <a:lnTo>
                  <a:pt x="1797" y="1229"/>
                </a:lnTo>
                <a:lnTo>
                  <a:pt x="1797" y="1231"/>
                </a:lnTo>
                <a:lnTo>
                  <a:pt x="1797" y="1230"/>
                </a:lnTo>
                <a:lnTo>
                  <a:pt x="1796" y="1230"/>
                </a:lnTo>
                <a:lnTo>
                  <a:pt x="1795" y="1230"/>
                </a:lnTo>
                <a:lnTo>
                  <a:pt x="1794" y="1230"/>
                </a:lnTo>
                <a:lnTo>
                  <a:pt x="1793" y="1230"/>
                </a:lnTo>
                <a:lnTo>
                  <a:pt x="1791" y="1230"/>
                </a:lnTo>
                <a:lnTo>
                  <a:pt x="1790" y="1230"/>
                </a:lnTo>
                <a:lnTo>
                  <a:pt x="1790" y="1231"/>
                </a:lnTo>
                <a:lnTo>
                  <a:pt x="1789" y="1231"/>
                </a:lnTo>
                <a:lnTo>
                  <a:pt x="1788" y="1231"/>
                </a:lnTo>
                <a:lnTo>
                  <a:pt x="1787" y="1231"/>
                </a:lnTo>
                <a:lnTo>
                  <a:pt x="1787" y="1232"/>
                </a:lnTo>
                <a:lnTo>
                  <a:pt x="1786" y="1232"/>
                </a:lnTo>
                <a:lnTo>
                  <a:pt x="1786" y="1231"/>
                </a:lnTo>
                <a:lnTo>
                  <a:pt x="1786" y="1230"/>
                </a:lnTo>
                <a:lnTo>
                  <a:pt x="1785" y="1231"/>
                </a:lnTo>
                <a:lnTo>
                  <a:pt x="1785" y="1232"/>
                </a:lnTo>
                <a:lnTo>
                  <a:pt x="1784" y="1232"/>
                </a:lnTo>
                <a:lnTo>
                  <a:pt x="1782" y="1232"/>
                </a:lnTo>
                <a:lnTo>
                  <a:pt x="1781" y="1232"/>
                </a:lnTo>
                <a:lnTo>
                  <a:pt x="1780" y="1232"/>
                </a:lnTo>
                <a:lnTo>
                  <a:pt x="1780" y="1233"/>
                </a:lnTo>
                <a:lnTo>
                  <a:pt x="1779" y="1233"/>
                </a:lnTo>
                <a:lnTo>
                  <a:pt x="1779" y="1234"/>
                </a:lnTo>
                <a:lnTo>
                  <a:pt x="1779" y="1235"/>
                </a:lnTo>
                <a:lnTo>
                  <a:pt x="1778" y="1235"/>
                </a:lnTo>
                <a:lnTo>
                  <a:pt x="1777" y="1234"/>
                </a:lnTo>
                <a:lnTo>
                  <a:pt x="1777" y="1235"/>
                </a:lnTo>
                <a:lnTo>
                  <a:pt x="1777" y="1236"/>
                </a:lnTo>
                <a:lnTo>
                  <a:pt x="1777" y="1237"/>
                </a:lnTo>
                <a:lnTo>
                  <a:pt x="1775" y="1237"/>
                </a:lnTo>
                <a:lnTo>
                  <a:pt x="1775" y="1236"/>
                </a:lnTo>
                <a:lnTo>
                  <a:pt x="1776" y="1236"/>
                </a:lnTo>
                <a:lnTo>
                  <a:pt x="1776" y="1235"/>
                </a:lnTo>
                <a:lnTo>
                  <a:pt x="1776" y="1234"/>
                </a:lnTo>
                <a:lnTo>
                  <a:pt x="1776" y="1233"/>
                </a:lnTo>
                <a:lnTo>
                  <a:pt x="1776" y="1232"/>
                </a:lnTo>
                <a:lnTo>
                  <a:pt x="1776" y="1231"/>
                </a:lnTo>
                <a:lnTo>
                  <a:pt x="1776" y="1230"/>
                </a:lnTo>
                <a:lnTo>
                  <a:pt x="1775" y="1230"/>
                </a:lnTo>
                <a:lnTo>
                  <a:pt x="1774" y="1229"/>
                </a:lnTo>
                <a:lnTo>
                  <a:pt x="1773" y="1230"/>
                </a:lnTo>
                <a:lnTo>
                  <a:pt x="1772" y="1230"/>
                </a:lnTo>
                <a:lnTo>
                  <a:pt x="1772" y="1231"/>
                </a:lnTo>
                <a:lnTo>
                  <a:pt x="1772" y="1232"/>
                </a:lnTo>
                <a:lnTo>
                  <a:pt x="1771" y="1232"/>
                </a:lnTo>
                <a:lnTo>
                  <a:pt x="1771" y="1231"/>
                </a:lnTo>
                <a:lnTo>
                  <a:pt x="1771" y="1230"/>
                </a:lnTo>
                <a:lnTo>
                  <a:pt x="1769" y="1230"/>
                </a:lnTo>
                <a:lnTo>
                  <a:pt x="1768" y="1230"/>
                </a:lnTo>
                <a:lnTo>
                  <a:pt x="1768" y="1231"/>
                </a:lnTo>
                <a:lnTo>
                  <a:pt x="1767" y="1232"/>
                </a:lnTo>
                <a:lnTo>
                  <a:pt x="1766" y="1232"/>
                </a:lnTo>
                <a:lnTo>
                  <a:pt x="1766" y="1233"/>
                </a:lnTo>
                <a:lnTo>
                  <a:pt x="1766" y="1234"/>
                </a:lnTo>
                <a:lnTo>
                  <a:pt x="1765" y="1235"/>
                </a:lnTo>
                <a:lnTo>
                  <a:pt x="1764" y="1235"/>
                </a:lnTo>
                <a:lnTo>
                  <a:pt x="1764" y="1236"/>
                </a:lnTo>
                <a:lnTo>
                  <a:pt x="1763" y="1236"/>
                </a:lnTo>
                <a:lnTo>
                  <a:pt x="1763" y="1237"/>
                </a:lnTo>
                <a:lnTo>
                  <a:pt x="1764" y="1237"/>
                </a:lnTo>
                <a:lnTo>
                  <a:pt x="1764" y="1238"/>
                </a:lnTo>
                <a:lnTo>
                  <a:pt x="1763" y="1238"/>
                </a:lnTo>
                <a:lnTo>
                  <a:pt x="1761" y="1238"/>
                </a:lnTo>
                <a:lnTo>
                  <a:pt x="1761" y="1239"/>
                </a:lnTo>
                <a:lnTo>
                  <a:pt x="1760" y="1239"/>
                </a:lnTo>
                <a:lnTo>
                  <a:pt x="1759" y="1239"/>
                </a:lnTo>
                <a:lnTo>
                  <a:pt x="1759" y="1238"/>
                </a:lnTo>
                <a:lnTo>
                  <a:pt x="1758" y="1237"/>
                </a:lnTo>
                <a:lnTo>
                  <a:pt x="1757" y="1237"/>
                </a:lnTo>
                <a:lnTo>
                  <a:pt x="1756" y="1238"/>
                </a:lnTo>
                <a:lnTo>
                  <a:pt x="1755" y="1238"/>
                </a:lnTo>
                <a:lnTo>
                  <a:pt x="1754" y="1238"/>
                </a:lnTo>
                <a:lnTo>
                  <a:pt x="1753" y="1238"/>
                </a:lnTo>
                <a:lnTo>
                  <a:pt x="1752" y="1237"/>
                </a:lnTo>
                <a:lnTo>
                  <a:pt x="1751" y="1237"/>
                </a:lnTo>
                <a:lnTo>
                  <a:pt x="1751" y="1236"/>
                </a:lnTo>
                <a:lnTo>
                  <a:pt x="1750" y="1236"/>
                </a:lnTo>
                <a:lnTo>
                  <a:pt x="1750" y="1235"/>
                </a:lnTo>
                <a:lnTo>
                  <a:pt x="1749" y="1235"/>
                </a:lnTo>
                <a:lnTo>
                  <a:pt x="1748" y="1236"/>
                </a:lnTo>
                <a:lnTo>
                  <a:pt x="1747" y="1236"/>
                </a:lnTo>
                <a:lnTo>
                  <a:pt x="1747" y="1235"/>
                </a:lnTo>
                <a:lnTo>
                  <a:pt x="1745" y="1236"/>
                </a:lnTo>
                <a:lnTo>
                  <a:pt x="1744" y="1238"/>
                </a:lnTo>
                <a:lnTo>
                  <a:pt x="1744" y="1239"/>
                </a:lnTo>
                <a:lnTo>
                  <a:pt x="1744" y="1238"/>
                </a:lnTo>
                <a:lnTo>
                  <a:pt x="1743" y="1237"/>
                </a:lnTo>
                <a:lnTo>
                  <a:pt x="1743" y="1236"/>
                </a:lnTo>
                <a:lnTo>
                  <a:pt x="1742" y="1236"/>
                </a:lnTo>
                <a:lnTo>
                  <a:pt x="1741" y="1235"/>
                </a:lnTo>
                <a:lnTo>
                  <a:pt x="1739" y="1235"/>
                </a:lnTo>
                <a:lnTo>
                  <a:pt x="1738" y="1235"/>
                </a:lnTo>
                <a:lnTo>
                  <a:pt x="1737" y="1235"/>
                </a:lnTo>
                <a:lnTo>
                  <a:pt x="1736" y="1235"/>
                </a:lnTo>
                <a:lnTo>
                  <a:pt x="1735" y="1235"/>
                </a:lnTo>
                <a:lnTo>
                  <a:pt x="1735" y="1234"/>
                </a:lnTo>
                <a:lnTo>
                  <a:pt x="1735" y="1235"/>
                </a:lnTo>
                <a:lnTo>
                  <a:pt x="1734" y="1235"/>
                </a:lnTo>
                <a:lnTo>
                  <a:pt x="1734" y="1236"/>
                </a:lnTo>
                <a:lnTo>
                  <a:pt x="1734" y="1237"/>
                </a:lnTo>
                <a:lnTo>
                  <a:pt x="1733" y="1238"/>
                </a:lnTo>
                <a:lnTo>
                  <a:pt x="1733" y="1239"/>
                </a:lnTo>
                <a:lnTo>
                  <a:pt x="1734" y="1239"/>
                </a:lnTo>
                <a:lnTo>
                  <a:pt x="1733" y="1239"/>
                </a:lnTo>
                <a:lnTo>
                  <a:pt x="1733" y="1240"/>
                </a:lnTo>
                <a:lnTo>
                  <a:pt x="1732" y="1240"/>
                </a:lnTo>
                <a:lnTo>
                  <a:pt x="1732" y="1239"/>
                </a:lnTo>
                <a:lnTo>
                  <a:pt x="1731" y="1240"/>
                </a:lnTo>
                <a:lnTo>
                  <a:pt x="1731" y="1241"/>
                </a:lnTo>
                <a:lnTo>
                  <a:pt x="1731" y="1242"/>
                </a:lnTo>
                <a:lnTo>
                  <a:pt x="1730" y="1243"/>
                </a:lnTo>
                <a:lnTo>
                  <a:pt x="1730" y="1244"/>
                </a:lnTo>
                <a:lnTo>
                  <a:pt x="1729" y="1244"/>
                </a:lnTo>
                <a:lnTo>
                  <a:pt x="1729" y="1243"/>
                </a:lnTo>
                <a:lnTo>
                  <a:pt x="1728" y="1243"/>
                </a:lnTo>
                <a:lnTo>
                  <a:pt x="1727" y="1243"/>
                </a:lnTo>
                <a:lnTo>
                  <a:pt x="1727" y="1244"/>
                </a:lnTo>
                <a:lnTo>
                  <a:pt x="1726" y="1244"/>
                </a:lnTo>
                <a:lnTo>
                  <a:pt x="1725" y="1243"/>
                </a:lnTo>
                <a:lnTo>
                  <a:pt x="1724" y="1243"/>
                </a:lnTo>
                <a:lnTo>
                  <a:pt x="1723" y="1244"/>
                </a:lnTo>
                <a:lnTo>
                  <a:pt x="1722" y="1243"/>
                </a:lnTo>
                <a:lnTo>
                  <a:pt x="1721" y="1242"/>
                </a:lnTo>
                <a:lnTo>
                  <a:pt x="1722" y="1241"/>
                </a:lnTo>
                <a:lnTo>
                  <a:pt x="1722" y="1240"/>
                </a:lnTo>
                <a:lnTo>
                  <a:pt x="1722" y="1239"/>
                </a:lnTo>
                <a:lnTo>
                  <a:pt x="1721" y="1238"/>
                </a:lnTo>
                <a:lnTo>
                  <a:pt x="1721" y="1237"/>
                </a:lnTo>
                <a:lnTo>
                  <a:pt x="1721" y="1236"/>
                </a:lnTo>
                <a:lnTo>
                  <a:pt x="1720" y="1236"/>
                </a:lnTo>
                <a:lnTo>
                  <a:pt x="1719" y="1235"/>
                </a:lnTo>
                <a:lnTo>
                  <a:pt x="1719" y="1236"/>
                </a:lnTo>
                <a:lnTo>
                  <a:pt x="1718" y="1236"/>
                </a:lnTo>
                <a:lnTo>
                  <a:pt x="1717" y="1235"/>
                </a:lnTo>
                <a:lnTo>
                  <a:pt x="1718" y="1235"/>
                </a:lnTo>
                <a:lnTo>
                  <a:pt x="1717" y="1235"/>
                </a:lnTo>
                <a:lnTo>
                  <a:pt x="1717" y="1234"/>
                </a:lnTo>
                <a:lnTo>
                  <a:pt x="1716" y="1234"/>
                </a:lnTo>
                <a:lnTo>
                  <a:pt x="1714" y="1234"/>
                </a:lnTo>
                <a:lnTo>
                  <a:pt x="1714" y="1233"/>
                </a:lnTo>
                <a:lnTo>
                  <a:pt x="1713" y="1233"/>
                </a:lnTo>
                <a:lnTo>
                  <a:pt x="1712" y="1233"/>
                </a:lnTo>
                <a:lnTo>
                  <a:pt x="1711" y="1232"/>
                </a:lnTo>
                <a:lnTo>
                  <a:pt x="1711" y="1231"/>
                </a:lnTo>
                <a:lnTo>
                  <a:pt x="1710" y="1230"/>
                </a:lnTo>
                <a:lnTo>
                  <a:pt x="1709" y="1229"/>
                </a:lnTo>
                <a:lnTo>
                  <a:pt x="1710" y="1229"/>
                </a:lnTo>
                <a:lnTo>
                  <a:pt x="1710" y="1228"/>
                </a:lnTo>
                <a:lnTo>
                  <a:pt x="1711" y="1227"/>
                </a:lnTo>
                <a:lnTo>
                  <a:pt x="1710" y="1225"/>
                </a:lnTo>
                <a:lnTo>
                  <a:pt x="1710" y="1224"/>
                </a:lnTo>
                <a:lnTo>
                  <a:pt x="1709" y="1224"/>
                </a:lnTo>
                <a:lnTo>
                  <a:pt x="1709" y="1223"/>
                </a:lnTo>
                <a:lnTo>
                  <a:pt x="1708" y="1223"/>
                </a:lnTo>
                <a:lnTo>
                  <a:pt x="1707" y="1223"/>
                </a:lnTo>
                <a:lnTo>
                  <a:pt x="1706" y="1223"/>
                </a:lnTo>
                <a:lnTo>
                  <a:pt x="1706" y="1222"/>
                </a:lnTo>
                <a:lnTo>
                  <a:pt x="1705" y="1222"/>
                </a:lnTo>
                <a:lnTo>
                  <a:pt x="1705" y="1221"/>
                </a:lnTo>
                <a:lnTo>
                  <a:pt x="1705" y="1220"/>
                </a:lnTo>
                <a:lnTo>
                  <a:pt x="1704" y="1220"/>
                </a:lnTo>
                <a:lnTo>
                  <a:pt x="1703" y="1220"/>
                </a:lnTo>
                <a:lnTo>
                  <a:pt x="1703" y="1221"/>
                </a:lnTo>
                <a:lnTo>
                  <a:pt x="1703" y="1222"/>
                </a:lnTo>
                <a:lnTo>
                  <a:pt x="1702" y="1222"/>
                </a:lnTo>
                <a:lnTo>
                  <a:pt x="1702" y="1221"/>
                </a:lnTo>
                <a:lnTo>
                  <a:pt x="1701" y="1222"/>
                </a:lnTo>
                <a:lnTo>
                  <a:pt x="1700" y="1222"/>
                </a:lnTo>
                <a:lnTo>
                  <a:pt x="1700" y="1221"/>
                </a:lnTo>
                <a:lnTo>
                  <a:pt x="1700" y="1220"/>
                </a:lnTo>
                <a:lnTo>
                  <a:pt x="1699" y="1219"/>
                </a:lnTo>
                <a:lnTo>
                  <a:pt x="1698" y="1217"/>
                </a:lnTo>
                <a:lnTo>
                  <a:pt x="1697" y="1217"/>
                </a:lnTo>
                <a:lnTo>
                  <a:pt x="1697" y="1216"/>
                </a:lnTo>
                <a:lnTo>
                  <a:pt x="1697" y="1215"/>
                </a:lnTo>
                <a:lnTo>
                  <a:pt x="1696" y="1216"/>
                </a:lnTo>
                <a:lnTo>
                  <a:pt x="1695" y="1216"/>
                </a:lnTo>
                <a:lnTo>
                  <a:pt x="1694" y="1216"/>
                </a:lnTo>
                <a:lnTo>
                  <a:pt x="1693" y="1215"/>
                </a:lnTo>
                <a:lnTo>
                  <a:pt x="1692" y="1214"/>
                </a:lnTo>
                <a:lnTo>
                  <a:pt x="1691" y="1214"/>
                </a:lnTo>
                <a:lnTo>
                  <a:pt x="1690" y="1214"/>
                </a:lnTo>
                <a:lnTo>
                  <a:pt x="1690" y="1215"/>
                </a:lnTo>
                <a:lnTo>
                  <a:pt x="1689" y="1215"/>
                </a:lnTo>
                <a:lnTo>
                  <a:pt x="1688" y="1214"/>
                </a:lnTo>
                <a:lnTo>
                  <a:pt x="1688" y="1213"/>
                </a:lnTo>
                <a:lnTo>
                  <a:pt x="1687" y="1213"/>
                </a:lnTo>
                <a:lnTo>
                  <a:pt x="1687" y="1212"/>
                </a:lnTo>
                <a:lnTo>
                  <a:pt x="1685" y="1212"/>
                </a:lnTo>
                <a:lnTo>
                  <a:pt x="1684" y="1212"/>
                </a:lnTo>
                <a:lnTo>
                  <a:pt x="1683" y="1212"/>
                </a:lnTo>
                <a:lnTo>
                  <a:pt x="1682" y="1212"/>
                </a:lnTo>
                <a:lnTo>
                  <a:pt x="1681" y="1212"/>
                </a:lnTo>
                <a:lnTo>
                  <a:pt x="1681" y="1213"/>
                </a:lnTo>
                <a:lnTo>
                  <a:pt x="1680" y="1213"/>
                </a:lnTo>
                <a:lnTo>
                  <a:pt x="1680" y="1214"/>
                </a:lnTo>
                <a:lnTo>
                  <a:pt x="1678" y="1214"/>
                </a:lnTo>
                <a:lnTo>
                  <a:pt x="1677" y="1214"/>
                </a:lnTo>
                <a:lnTo>
                  <a:pt x="1676" y="1214"/>
                </a:lnTo>
                <a:lnTo>
                  <a:pt x="1674" y="1213"/>
                </a:lnTo>
                <a:lnTo>
                  <a:pt x="1673" y="1213"/>
                </a:lnTo>
                <a:lnTo>
                  <a:pt x="1671" y="1213"/>
                </a:lnTo>
                <a:lnTo>
                  <a:pt x="1670" y="1212"/>
                </a:lnTo>
                <a:lnTo>
                  <a:pt x="1668" y="1212"/>
                </a:lnTo>
                <a:lnTo>
                  <a:pt x="1667" y="1212"/>
                </a:lnTo>
                <a:lnTo>
                  <a:pt x="1666" y="1211"/>
                </a:lnTo>
                <a:lnTo>
                  <a:pt x="1665" y="1211"/>
                </a:lnTo>
                <a:lnTo>
                  <a:pt x="1664" y="1212"/>
                </a:lnTo>
                <a:lnTo>
                  <a:pt x="1664" y="1213"/>
                </a:lnTo>
                <a:lnTo>
                  <a:pt x="1663" y="1213"/>
                </a:lnTo>
                <a:lnTo>
                  <a:pt x="1663" y="1214"/>
                </a:lnTo>
                <a:lnTo>
                  <a:pt x="1662" y="1215"/>
                </a:lnTo>
                <a:lnTo>
                  <a:pt x="1661" y="1215"/>
                </a:lnTo>
                <a:lnTo>
                  <a:pt x="1660" y="1215"/>
                </a:lnTo>
                <a:lnTo>
                  <a:pt x="1659" y="1215"/>
                </a:lnTo>
                <a:lnTo>
                  <a:pt x="1658" y="1215"/>
                </a:lnTo>
                <a:lnTo>
                  <a:pt x="1658" y="1216"/>
                </a:lnTo>
                <a:lnTo>
                  <a:pt x="1657" y="1215"/>
                </a:lnTo>
                <a:lnTo>
                  <a:pt x="1656" y="1215"/>
                </a:lnTo>
                <a:lnTo>
                  <a:pt x="1655" y="1215"/>
                </a:lnTo>
                <a:lnTo>
                  <a:pt x="1656" y="1215"/>
                </a:lnTo>
                <a:lnTo>
                  <a:pt x="1655" y="1216"/>
                </a:lnTo>
                <a:lnTo>
                  <a:pt x="1653" y="1216"/>
                </a:lnTo>
                <a:lnTo>
                  <a:pt x="1652" y="1216"/>
                </a:lnTo>
                <a:lnTo>
                  <a:pt x="1652" y="1215"/>
                </a:lnTo>
                <a:lnTo>
                  <a:pt x="1651" y="1215"/>
                </a:lnTo>
                <a:lnTo>
                  <a:pt x="1650" y="1214"/>
                </a:lnTo>
                <a:lnTo>
                  <a:pt x="1649" y="1214"/>
                </a:lnTo>
                <a:lnTo>
                  <a:pt x="1647" y="1213"/>
                </a:lnTo>
                <a:lnTo>
                  <a:pt x="1647" y="1214"/>
                </a:lnTo>
                <a:lnTo>
                  <a:pt x="1647" y="1215"/>
                </a:lnTo>
                <a:lnTo>
                  <a:pt x="1646" y="1215"/>
                </a:lnTo>
                <a:lnTo>
                  <a:pt x="1646" y="1214"/>
                </a:lnTo>
                <a:lnTo>
                  <a:pt x="1645" y="1214"/>
                </a:lnTo>
                <a:lnTo>
                  <a:pt x="1645" y="1213"/>
                </a:lnTo>
                <a:lnTo>
                  <a:pt x="1643" y="1214"/>
                </a:lnTo>
                <a:lnTo>
                  <a:pt x="1643" y="1215"/>
                </a:lnTo>
                <a:lnTo>
                  <a:pt x="1643" y="1217"/>
                </a:lnTo>
                <a:lnTo>
                  <a:pt x="1643" y="1218"/>
                </a:lnTo>
                <a:lnTo>
                  <a:pt x="1642" y="1219"/>
                </a:lnTo>
                <a:lnTo>
                  <a:pt x="1642" y="1220"/>
                </a:lnTo>
                <a:lnTo>
                  <a:pt x="1641" y="1221"/>
                </a:lnTo>
                <a:lnTo>
                  <a:pt x="1641" y="1222"/>
                </a:lnTo>
                <a:lnTo>
                  <a:pt x="1641" y="1223"/>
                </a:lnTo>
                <a:lnTo>
                  <a:pt x="1640" y="1223"/>
                </a:lnTo>
                <a:lnTo>
                  <a:pt x="1639" y="1222"/>
                </a:lnTo>
                <a:lnTo>
                  <a:pt x="1638" y="1222"/>
                </a:lnTo>
                <a:lnTo>
                  <a:pt x="1638" y="1223"/>
                </a:lnTo>
                <a:lnTo>
                  <a:pt x="1637" y="1224"/>
                </a:lnTo>
                <a:lnTo>
                  <a:pt x="1637" y="1225"/>
                </a:lnTo>
                <a:lnTo>
                  <a:pt x="1638" y="1225"/>
                </a:lnTo>
                <a:lnTo>
                  <a:pt x="1638" y="1226"/>
                </a:lnTo>
                <a:lnTo>
                  <a:pt x="1637" y="1226"/>
                </a:lnTo>
                <a:lnTo>
                  <a:pt x="1637" y="1227"/>
                </a:lnTo>
                <a:lnTo>
                  <a:pt x="1638" y="1227"/>
                </a:lnTo>
                <a:lnTo>
                  <a:pt x="1638" y="1228"/>
                </a:lnTo>
                <a:lnTo>
                  <a:pt x="1638" y="1229"/>
                </a:lnTo>
                <a:lnTo>
                  <a:pt x="1637" y="1229"/>
                </a:lnTo>
                <a:lnTo>
                  <a:pt x="1636" y="1230"/>
                </a:lnTo>
                <a:lnTo>
                  <a:pt x="1636" y="1231"/>
                </a:lnTo>
                <a:lnTo>
                  <a:pt x="1637" y="1231"/>
                </a:lnTo>
                <a:lnTo>
                  <a:pt x="1637" y="1232"/>
                </a:lnTo>
                <a:lnTo>
                  <a:pt x="1637" y="1234"/>
                </a:lnTo>
                <a:lnTo>
                  <a:pt x="1637" y="1235"/>
                </a:lnTo>
                <a:lnTo>
                  <a:pt x="1637" y="1236"/>
                </a:lnTo>
                <a:lnTo>
                  <a:pt x="1637" y="1237"/>
                </a:lnTo>
                <a:lnTo>
                  <a:pt x="1638" y="1237"/>
                </a:lnTo>
                <a:lnTo>
                  <a:pt x="1639" y="1238"/>
                </a:lnTo>
                <a:lnTo>
                  <a:pt x="1639" y="1239"/>
                </a:lnTo>
                <a:lnTo>
                  <a:pt x="1640" y="1239"/>
                </a:lnTo>
                <a:lnTo>
                  <a:pt x="1641" y="1239"/>
                </a:lnTo>
                <a:lnTo>
                  <a:pt x="1641" y="1240"/>
                </a:lnTo>
                <a:lnTo>
                  <a:pt x="1640" y="1241"/>
                </a:lnTo>
                <a:lnTo>
                  <a:pt x="1640" y="1242"/>
                </a:lnTo>
                <a:lnTo>
                  <a:pt x="1640" y="1243"/>
                </a:lnTo>
                <a:lnTo>
                  <a:pt x="1640" y="1244"/>
                </a:lnTo>
                <a:lnTo>
                  <a:pt x="1640" y="1245"/>
                </a:lnTo>
                <a:lnTo>
                  <a:pt x="1641" y="1246"/>
                </a:lnTo>
                <a:lnTo>
                  <a:pt x="1642" y="1246"/>
                </a:lnTo>
                <a:lnTo>
                  <a:pt x="1643" y="1246"/>
                </a:lnTo>
                <a:lnTo>
                  <a:pt x="1644" y="1247"/>
                </a:lnTo>
                <a:lnTo>
                  <a:pt x="1644" y="1248"/>
                </a:lnTo>
                <a:lnTo>
                  <a:pt x="1645" y="1248"/>
                </a:lnTo>
                <a:lnTo>
                  <a:pt x="1645" y="1249"/>
                </a:lnTo>
                <a:lnTo>
                  <a:pt x="1646" y="1249"/>
                </a:lnTo>
                <a:lnTo>
                  <a:pt x="1646" y="1250"/>
                </a:lnTo>
                <a:lnTo>
                  <a:pt x="1645" y="1251"/>
                </a:lnTo>
                <a:lnTo>
                  <a:pt x="1646" y="1252"/>
                </a:lnTo>
                <a:lnTo>
                  <a:pt x="1646" y="1253"/>
                </a:lnTo>
                <a:lnTo>
                  <a:pt x="1645" y="1253"/>
                </a:lnTo>
                <a:lnTo>
                  <a:pt x="1645" y="1254"/>
                </a:lnTo>
                <a:lnTo>
                  <a:pt x="1645" y="1255"/>
                </a:lnTo>
                <a:lnTo>
                  <a:pt x="1646" y="1256"/>
                </a:lnTo>
                <a:lnTo>
                  <a:pt x="1647" y="1256"/>
                </a:lnTo>
                <a:lnTo>
                  <a:pt x="1647" y="1257"/>
                </a:lnTo>
                <a:lnTo>
                  <a:pt x="1647" y="1258"/>
                </a:lnTo>
                <a:lnTo>
                  <a:pt x="1647" y="1259"/>
                </a:lnTo>
                <a:lnTo>
                  <a:pt x="1648" y="1259"/>
                </a:lnTo>
                <a:lnTo>
                  <a:pt x="1648" y="1260"/>
                </a:lnTo>
                <a:lnTo>
                  <a:pt x="1648" y="1261"/>
                </a:lnTo>
                <a:lnTo>
                  <a:pt x="1648" y="1262"/>
                </a:lnTo>
                <a:lnTo>
                  <a:pt x="1647" y="1263"/>
                </a:lnTo>
                <a:lnTo>
                  <a:pt x="1646" y="1263"/>
                </a:lnTo>
                <a:lnTo>
                  <a:pt x="1645" y="1263"/>
                </a:lnTo>
                <a:lnTo>
                  <a:pt x="1644" y="1264"/>
                </a:lnTo>
                <a:lnTo>
                  <a:pt x="1645" y="1265"/>
                </a:lnTo>
                <a:lnTo>
                  <a:pt x="1644" y="1266"/>
                </a:lnTo>
                <a:lnTo>
                  <a:pt x="1643" y="1266"/>
                </a:lnTo>
                <a:lnTo>
                  <a:pt x="1642" y="1266"/>
                </a:lnTo>
                <a:lnTo>
                  <a:pt x="1641" y="1266"/>
                </a:lnTo>
                <a:lnTo>
                  <a:pt x="1640" y="1267"/>
                </a:lnTo>
                <a:lnTo>
                  <a:pt x="1639" y="1266"/>
                </a:lnTo>
                <a:lnTo>
                  <a:pt x="1638" y="1266"/>
                </a:lnTo>
                <a:lnTo>
                  <a:pt x="1638" y="1267"/>
                </a:lnTo>
                <a:lnTo>
                  <a:pt x="1638" y="1268"/>
                </a:lnTo>
                <a:lnTo>
                  <a:pt x="1639" y="1268"/>
                </a:lnTo>
                <a:lnTo>
                  <a:pt x="1639" y="1269"/>
                </a:lnTo>
                <a:lnTo>
                  <a:pt x="1638" y="1269"/>
                </a:lnTo>
                <a:lnTo>
                  <a:pt x="1637" y="1270"/>
                </a:lnTo>
                <a:lnTo>
                  <a:pt x="1637" y="1271"/>
                </a:lnTo>
                <a:lnTo>
                  <a:pt x="1636" y="1271"/>
                </a:lnTo>
                <a:lnTo>
                  <a:pt x="1636" y="1272"/>
                </a:lnTo>
                <a:lnTo>
                  <a:pt x="1635" y="1272"/>
                </a:lnTo>
                <a:lnTo>
                  <a:pt x="1635" y="1271"/>
                </a:lnTo>
                <a:lnTo>
                  <a:pt x="1634" y="1271"/>
                </a:lnTo>
                <a:lnTo>
                  <a:pt x="1633" y="1272"/>
                </a:lnTo>
                <a:lnTo>
                  <a:pt x="1633" y="1274"/>
                </a:lnTo>
                <a:lnTo>
                  <a:pt x="1633" y="1275"/>
                </a:lnTo>
                <a:lnTo>
                  <a:pt x="1633" y="1276"/>
                </a:lnTo>
                <a:lnTo>
                  <a:pt x="1633" y="1277"/>
                </a:lnTo>
                <a:lnTo>
                  <a:pt x="1633" y="1278"/>
                </a:lnTo>
                <a:lnTo>
                  <a:pt x="1633" y="1279"/>
                </a:lnTo>
                <a:lnTo>
                  <a:pt x="1634" y="1279"/>
                </a:lnTo>
                <a:lnTo>
                  <a:pt x="1634" y="1280"/>
                </a:lnTo>
                <a:lnTo>
                  <a:pt x="1635" y="1280"/>
                </a:lnTo>
                <a:lnTo>
                  <a:pt x="1636" y="1281"/>
                </a:lnTo>
                <a:lnTo>
                  <a:pt x="1635" y="1282"/>
                </a:lnTo>
                <a:lnTo>
                  <a:pt x="1634" y="1283"/>
                </a:lnTo>
                <a:lnTo>
                  <a:pt x="1633" y="1283"/>
                </a:lnTo>
                <a:lnTo>
                  <a:pt x="1632" y="1283"/>
                </a:lnTo>
                <a:lnTo>
                  <a:pt x="1630" y="1280"/>
                </a:lnTo>
                <a:lnTo>
                  <a:pt x="1629" y="1280"/>
                </a:lnTo>
                <a:lnTo>
                  <a:pt x="1629" y="1281"/>
                </a:lnTo>
                <a:lnTo>
                  <a:pt x="1629" y="1282"/>
                </a:lnTo>
                <a:lnTo>
                  <a:pt x="1628" y="1283"/>
                </a:lnTo>
                <a:lnTo>
                  <a:pt x="1627" y="1283"/>
                </a:lnTo>
                <a:lnTo>
                  <a:pt x="1626" y="1285"/>
                </a:lnTo>
                <a:lnTo>
                  <a:pt x="1625" y="1286"/>
                </a:lnTo>
                <a:lnTo>
                  <a:pt x="1625" y="1285"/>
                </a:lnTo>
                <a:lnTo>
                  <a:pt x="1624" y="1285"/>
                </a:lnTo>
                <a:lnTo>
                  <a:pt x="1624" y="1286"/>
                </a:lnTo>
                <a:lnTo>
                  <a:pt x="1623" y="1287"/>
                </a:lnTo>
                <a:lnTo>
                  <a:pt x="1622" y="1286"/>
                </a:lnTo>
                <a:lnTo>
                  <a:pt x="1621" y="1287"/>
                </a:lnTo>
                <a:lnTo>
                  <a:pt x="1620" y="1288"/>
                </a:lnTo>
                <a:lnTo>
                  <a:pt x="1620" y="1289"/>
                </a:lnTo>
                <a:lnTo>
                  <a:pt x="1619" y="1289"/>
                </a:lnTo>
                <a:lnTo>
                  <a:pt x="1619" y="1290"/>
                </a:lnTo>
                <a:lnTo>
                  <a:pt x="1618" y="1290"/>
                </a:lnTo>
                <a:lnTo>
                  <a:pt x="1617" y="1291"/>
                </a:lnTo>
                <a:lnTo>
                  <a:pt x="1616" y="1291"/>
                </a:lnTo>
                <a:lnTo>
                  <a:pt x="1616" y="1292"/>
                </a:lnTo>
                <a:lnTo>
                  <a:pt x="1617" y="1292"/>
                </a:lnTo>
                <a:lnTo>
                  <a:pt x="1618" y="1293"/>
                </a:lnTo>
                <a:lnTo>
                  <a:pt x="1619" y="1293"/>
                </a:lnTo>
                <a:lnTo>
                  <a:pt x="1620" y="1294"/>
                </a:lnTo>
                <a:lnTo>
                  <a:pt x="1620" y="1295"/>
                </a:lnTo>
                <a:lnTo>
                  <a:pt x="1620" y="1296"/>
                </a:lnTo>
                <a:lnTo>
                  <a:pt x="1619" y="1297"/>
                </a:lnTo>
                <a:lnTo>
                  <a:pt x="1620" y="1297"/>
                </a:lnTo>
                <a:lnTo>
                  <a:pt x="1620" y="1299"/>
                </a:lnTo>
                <a:lnTo>
                  <a:pt x="1620" y="1300"/>
                </a:lnTo>
                <a:lnTo>
                  <a:pt x="1619" y="1301"/>
                </a:lnTo>
                <a:lnTo>
                  <a:pt x="1619" y="1302"/>
                </a:lnTo>
                <a:lnTo>
                  <a:pt x="1620" y="1302"/>
                </a:lnTo>
                <a:lnTo>
                  <a:pt x="1620" y="1301"/>
                </a:lnTo>
                <a:lnTo>
                  <a:pt x="1621" y="1301"/>
                </a:lnTo>
                <a:lnTo>
                  <a:pt x="1622" y="1302"/>
                </a:lnTo>
                <a:lnTo>
                  <a:pt x="1623" y="1302"/>
                </a:lnTo>
                <a:lnTo>
                  <a:pt x="1624" y="1302"/>
                </a:lnTo>
                <a:lnTo>
                  <a:pt x="1624" y="1301"/>
                </a:lnTo>
                <a:lnTo>
                  <a:pt x="1625" y="1301"/>
                </a:lnTo>
                <a:lnTo>
                  <a:pt x="1625" y="1302"/>
                </a:lnTo>
                <a:lnTo>
                  <a:pt x="1626" y="1303"/>
                </a:lnTo>
                <a:lnTo>
                  <a:pt x="1627" y="1303"/>
                </a:lnTo>
                <a:lnTo>
                  <a:pt x="1627" y="1302"/>
                </a:lnTo>
                <a:lnTo>
                  <a:pt x="1627" y="1301"/>
                </a:lnTo>
                <a:lnTo>
                  <a:pt x="1628" y="1301"/>
                </a:lnTo>
                <a:lnTo>
                  <a:pt x="1629" y="1300"/>
                </a:lnTo>
                <a:lnTo>
                  <a:pt x="1629" y="1301"/>
                </a:lnTo>
                <a:lnTo>
                  <a:pt x="1630" y="1301"/>
                </a:lnTo>
                <a:lnTo>
                  <a:pt x="1630" y="1300"/>
                </a:lnTo>
                <a:lnTo>
                  <a:pt x="1631" y="1300"/>
                </a:lnTo>
                <a:lnTo>
                  <a:pt x="1632" y="1300"/>
                </a:lnTo>
                <a:lnTo>
                  <a:pt x="1633" y="1300"/>
                </a:lnTo>
                <a:lnTo>
                  <a:pt x="1633" y="1299"/>
                </a:lnTo>
                <a:lnTo>
                  <a:pt x="1634" y="1299"/>
                </a:lnTo>
                <a:lnTo>
                  <a:pt x="1635" y="1299"/>
                </a:lnTo>
                <a:lnTo>
                  <a:pt x="1636" y="1300"/>
                </a:lnTo>
                <a:lnTo>
                  <a:pt x="1636" y="1301"/>
                </a:lnTo>
                <a:lnTo>
                  <a:pt x="1637" y="1301"/>
                </a:lnTo>
                <a:lnTo>
                  <a:pt x="1637" y="1300"/>
                </a:lnTo>
                <a:lnTo>
                  <a:pt x="1638" y="1300"/>
                </a:lnTo>
                <a:lnTo>
                  <a:pt x="1638" y="1301"/>
                </a:lnTo>
                <a:lnTo>
                  <a:pt x="1638" y="1302"/>
                </a:lnTo>
                <a:lnTo>
                  <a:pt x="1639" y="1302"/>
                </a:lnTo>
                <a:lnTo>
                  <a:pt x="1640" y="1302"/>
                </a:lnTo>
                <a:lnTo>
                  <a:pt x="1641" y="1302"/>
                </a:lnTo>
                <a:lnTo>
                  <a:pt x="1641" y="1304"/>
                </a:lnTo>
                <a:lnTo>
                  <a:pt x="1643" y="1305"/>
                </a:lnTo>
                <a:lnTo>
                  <a:pt x="1644" y="1305"/>
                </a:lnTo>
                <a:lnTo>
                  <a:pt x="1644" y="1306"/>
                </a:lnTo>
                <a:lnTo>
                  <a:pt x="1645" y="1306"/>
                </a:lnTo>
                <a:lnTo>
                  <a:pt x="1646" y="1305"/>
                </a:lnTo>
                <a:lnTo>
                  <a:pt x="1647" y="1305"/>
                </a:lnTo>
                <a:lnTo>
                  <a:pt x="1648" y="1306"/>
                </a:lnTo>
                <a:lnTo>
                  <a:pt x="1648" y="1307"/>
                </a:lnTo>
                <a:lnTo>
                  <a:pt x="1648" y="1308"/>
                </a:lnTo>
                <a:lnTo>
                  <a:pt x="1649" y="1308"/>
                </a:lnTo>
                <a:lnTo>
                  <a:pt x="1650" y="1308"/>
                </a:lnTo>
                <a:lnTo>
                  <a:pt x="1650" y="1309"/>
                </a:lnTo>
                <a:lnTo>
                  <a:pt x="1651" y="1309"/>
                </a:lnTo>
                <a:lnTo>
                  <a:pt x="1652" y="1309"/>
                </a:lnTo>
                <a:lnTo>
                  <a:pt x="1652" y="1310"/>
                </a:lnTo>
                <a:lnTo>
                  <a:pt x="1651" y="1310"/>
                </a:lnTo>
                <a:lnTo>
                  <a:pt x="1651" y="1309"/>
                </a:lnTo>
                <a:lnTo>
                  <a:pt x="1651" y="1310"/>
                </a:lnTo>
                <a:lnTo>
                  <a:pt x="1651" y="1311"/>
                </a:lnTo>
                <a:lnTo>
                  <a:pt x="1652" y="1312"/>
                </a:lnTo>
                <a:lnTo>
                  <a:pt x="1652" y="1311"/>
                </a:lnTo>
                <a:lnTo>
                  <a:pt x="1653" y="1311"/>
                </a:lnTo>
                <a:lnTo>
                  <a:pt x="1654" y="1311"/>
                </a:lnTo>
                <a:lnTo>
                  <a:pt x="1654" y="1312"/>
                </a:lnTo>
                <a:lnTo>
                  <a:pt x="1653" y="1313"/>
                </a:lnTo>
                <a:lnTo>
                  <a:pt x="1654" y="1314"/>
                </a:lnTo>
                <a:lnTo>
                  <a:pt x="1655" y="1315"/>
                </a:lnTo>
                <a:lnTo>
                  <a:pt x="1655" y="1316"/>
                </a:lnTo>
                <a:lnTo>
                  <a:pt x="1655" y="1317"/>
                </a:lnTo>
                <a:lnTo>
                  <a:pt x="1655" y="1318"/>
                </a:lnTo>
                <a:lnTo>
                  <a:pt x="1656" y="1318"/>
                </a:lnTo>
                <a:lnTo>
                  <a:pt x="1656" y="1319"/>
                </a:lnTo>
                <a:lnTo>
                  <a:pt x="1656" y="1320"/>
                </a:lnTo>
                <a:lnTo>
                  <a:pt x="1657" y="1320"/>
                </a:lnTo>
                <a:lnTo>
                  <a:pt x="1658" y="1320"/>
                </a:lnTo>
                <a:lnTo>
                  <a:pt x="1659" y="1321"/>
                </a:lnTo>
                <a:lnTo>
                  <a:pt x="1659" y="1322"/>
                </a:lnTo>
                <a:lnTo>
                  <a:pt x="1660" y="1322"/>
                </a:lnTo>
                <a:lnTo>
                  <a:pt x="1660" y="1321"/>
                </a:lnTo>
                <a:lnTo>
                  <a:pt x="1661" y="1321"/>
                </a:lnTo>
                <a:lnTo>
                  <a:pt x="1662" y="1321"/>
                </a:lnTo>
                <a:lnTo>
                  <a:pt x="1662" y="1322"/>
                </a:lnTo>
                <a:lnTo>
                  <a:pt x="1662" y="1323"/>
                </a:lnTo>
                <a:lnTo>
                  <a:pt x="1663" y="1323"/>
                </a:lnTo>
                <a:lnTo>
                  <a:pt x="1663" y="1322"/>
                </a:lnTo>
                <a:lnTo>
                  <a:pt x="1663" y="1323"/>
                </a:lnTo>
                <a:lnTo>
                  <a:pt x="1664" y="1323"/>
                </a:lnTo>
                <a:lnTo>
                  <a:pt x="1664" y="1324"/>
                </a:lnTo>
                <a:lnTo>
                  <a:pt x="1665" y="1323"/>
                </a:lnTo>
                <a:lnTo>
                  <a:pt x="1665" y="1322"/>
                </a:lnTo>
                <a:lnTo>
                  <a:pt x="1666" y="1322"/>
                </a:lnTo>
                <a:lnTo>
                  <a:pt x="1666" y="1323"/>
                </a:lnTo>
                <a:lnTo>
                  <a:pt x="1666" y="1325"/>
                </a:lnTo>
                <a:lnTo>
                  <a:pt x="1666" y="1326"/>
                </a:lnTo>
                <a:lnTo>
                  <a:pt x="1666" y="1327"/>
                </a:lnTo>
                <a:lnTo>
                  <a:pt x="1665" y="1327"/>
                </a:lnTo>
                <a:lnTo>
                  <a:pt x="1663" y="1327"/>
                </a:lnTo>
                <a:lnTo>
                  <a:pt x="1663" y="1328"/>
                </a:lnTo>
                <a:lnTo>
                  <a:pt x="1663" y="1329"/>
                </a:lnTo>
                <a:lnTo>
                  <a:pt x="1663" y="1330"/>
                </a:lnTo>
                <a:lnTo>
                  <a:pt x="1664" y="1330"/>
                </a:lnTo>
                <a:lnTo>
                  <a:pt x="1665" y="1332"/>
                </a:lnTo>
                <a:lnTo>
                  <a:pt x="1665" y="1333"/>
                </a:lnTo>
                <a:lnTo>
                  <a:pt x="1665" y="1334"/>
                </a:lnTo>
                <a:lnTo>
                  <a:pt x="1664" y="1335"/>
                </a:lnTo>
                <a:lnTo>
                  <a:pt x="1664" y="1336"/>
                </a:lnTo>
                <a:lnTo>
                  <a:pt x="1665" y="1337"/>
                </a:lnTo>
                <a:lnTo>
                  <a:pt x="1664" y="1338"/>
                </a:lnTo>
                <a:lnTo>
                  <a:pt x="1663" y="1338"/>
                </a:lnTo>
                <a:lnTo>
                  <a:pt x="1662" y="1339"/>
                </a:lnTo>
                <a:lnTo>
                  <a:pt x="1662" y="1340"/>
                </a:lnTo>
                <a:lnTo>
                  <a:pt x="1662" y="1341"/>
                </a:lnTo>
                <a:lnTo>
                  <a:pt x="1661" y="1342"/>
                </a:lnTo>
                <a:lnTo>
                  <a:pt x="1660" y="1342"/>
                </a:lnTo>
                <a:lnTo>
                  <a:pt x="1658" y="1342"/>
                </a:lnTo>
                <a:lnTo>
                  <a:pt x="1657" y="1342"/>
                </a:lnTo>
                <a:lnTo>
                  <a:pt x="1656" y="1341"/>
                </a:lnTo>
                <a:lnTo>
                  <a:pt x="1655" y="1341"/>
                </a:lnTo>
                <a:lnTo>
                  <a:pt x="1655" y="1340"/>
                </a:lnTo>
                <a:lnTo>
                  <a:pt x="1654" y="1340"/>
                </a:lnTo>
                <a:lnTo>
                  <a:pt x="1653" y="1340"/>
                </a:lnTo>
                <a:lnTo>
                  <a:pt x="1652" y="1341"/>
                </a:lnTo>
                <a:lnTo>
                  <a:pt x="1651" y="1342"/>
                </a:lnTo>
                <a:lnTo>
                  <a:pt x="1650" y="1341"/>
                </a:lnTo>
                <a:lnTo>
                  <a:pt x="1650" y="1340"/>
                </a:lnTo>
                <a:lnTo>
                  <a:pt x="1650" y="1339"/>
                </a:lnTo>
                <a:lnTo>
                  <a:pt x="1650" y="1338"/>
                </a:lnTo>
                <a:lnTo>
                  <a:pt x="1649" y="1338"/>
                </a:lnTo>
                <a:lnTo>
                  <a:pt x="1649" y="1337"/>
                </a:lnTo>
                <a:lnTo>
                  <a:pt x="1648" y="1337"/>
                </a:lnTo>
                <a:lnTo>
                  <a:pt x="1647" y="1337"/>
                </a:lnTo>
                <a:lnTo>
                  <a:pt x="1645" y="1337"/>
                </a:lnTo>
                <a:lnTo>
                  <a:pt x="1644" y="1336"/>
                </a:lnTo>
                <a:lnTo>
                  <a:pt x="1644" y="1335"/>
                </a:lnTo>
                <a:lnTo>
                  <a:pt x="1643" y="1335"/>
                </a:lnTo>
                <a:lnTo>
                  <a:pt x="1643" y="1336"/>
                </a:lnTo>
                <a:lnTo>
                  <a:pt x="1642" y="1337"/>
                </a:lnTo>
                <a:lnTo>
                  <a:pt x="1641" y="1337"/>
                </a:lnTo>
                <a:lnTo>
                  <a:pt x="1641" y="1338"/>
                </a:lnTo>
                <a:lnTo>
                  <a:pt x="1640" y="1340"/>
                </a:lnTo>
                <a:lnTo>
                  <a:pt x="1639" y="1341"/>
                </a:lnTo>
                <a:lnTo>
                  <a:pt x="1639" y="1342"/>
                </a:lnTo>
                <a:lnTo>
                  <a:pt x="1638" y="1342"/>
                </a:lnTo>
                <a:lnTo>
                  <a:pt x="1639" y="1343"/>
                </a:lnTo>
                <a:lnTo>
                  <a:pt x="1640" y="1343"/>
                </a:lnTo>
                <a:lnTo>
                  <a:pt x="1643" y="1343"/>
                </a:lnTo>
                <a:lnTo>
                  <a:pt x="1643" y="1342"/>
                </a:lnTo>
                <a:lnTo>
                  <a:pt x="1643" y="1341"/>
                </a:lnTo>
                <a:lnTo>
                  <a:pt x="1644" y="1341"/>
                </a:lnTo>
                <a:lnTo>
                  <a:pt x="1645" y="1342"/>
                </a:lnTo>
                <a:lnTo>
                  <a:pt x="1645" y="1343"/>
                </a:lnTo>
                <a:lnTo>
                  <a:pt x="1646" y="1345"/>
                </a:lnTo>
                <a:lnTo>
                  <a:pt x="1647" y="1346"/>
                </a:lnTo>
                <a:lnTo>
                  <a:pt x="1647" y="1349"/>
                </a:lnTo>
                <a:lnTo>
                  <a:pt x="1647" y="1350"/>
                </a:lnTo>
                <a:lnTo>
                  <a:pt x="1648" y="1350"/>
                </a:lnTo>
                <a:lnTo>
                  <a:pt x="1648" y="1351"/>
                </a:lnTo>
                <a:lnTo>
                  <a:pt x="1647" y="1351"/>
                </a:lnTo>
                <a:lnTo>
                  <a:pt x="1648" y="1352"/>
                </a:lnTo>
                <a:lnTo>
                  <a:pt x="1648" y="1353"/>
                </a:lnTo>
                <a:lnTo>
                  <a:pt x="1649" y="1354"/>
                </a:lnTo>
                <a:lnTo>
                  <a:pt x="1649" y="1355"/>
                </a:lnTo>
                <a:lnTo>
                  <a:pt x="1649" y="1356"/>
                </a:lnTo>
                <a:lnTo>
                  <a:pt x="1650" y="1356"/>
                </a:lnTo>
                <a:lnTo>
                  <a:pt x="1650" y="1357"/>
                </a:lnTo>
                <a:lnTo>
                  <a:pt x="1651" y="1357"/>
                </a:lnTo>
                <a:lnTo>
                  <a:pt x="1650" y="1359"/>
                </a:lnTo>
                <a:lnTo>
                  <a:pt x="1649" y="1360"/>
                </a:lnTo>
                <a:lnTo>
                  <a:pt x="1649" y="1361"/>
                </a:lnTo>
                <a:lnTo>
                  <a:pt x="1648" y="1361"/>
                </a:lnTo>
                <a:lnTo>
                  <a:pt x="1648" y="1363"/>
                </a:lnTo>
                <a:lnTo>
                  <a:pt x="1647" y="1363"/>
                </a:lnTo>
                <a:lnTo>
                  <a:pt x="1646" y="1363"/>
                </a:lnTo>
                <a:lnTo>
                  <a:pt x="1645" y="1363"/>
                </a:lnTo>
                <a:lnTo>
                  <a:pt x="1644" y="1363"/>
                </a:lnTo>
                <a:lnTo>
                  <a:pt x="1643" y="1363"/>
                </a:lnTo>
                <a:lnTo>
                  <a:pt x="1642" y="1363"/>
                </a:lnTo>
                <a:lnTo>
                  <a:pt x="1641" y="1363"/>
                </a:lnTo>
                <a:lnTo>
                  <a:pt x="1640" y="1363"/>
                </a:lnTo>
                <a:lnTo>
                  <a:pt x="1640" y="1364"/>
                </a:lnTo>
                <a:lnTo>
                  <a:pt x="1640" y="1365"/>
                </a:lnTo>
                <a:lnTo>
                  <a:pt x="1640" y="1366"/>
                </a:lnTo>
                <a:lnTo>
                  <a:pt x="1641" y="1367"/>
                </a:lnTo>
                <a:lnTo>
                  <a:pt x="1641" y="1368"/>
                </a:lnTo>
                <a:lnTo>
                  <a:pt x="1641" y="1369"/>
                </a:lnTo>
                <a:lnTo>
                  <a:pt x="1641" y="1370"/>
                </a:lnTo>
                <a:lnTo>
                  <a:pt x="1641" y="1371"/>
                </a:lnTo>
                <a:lnTo>
                  <a:pt x="1640" y="1371"/>
                </a:lnTo>
                <a:lnTo>
                  <a:pt x="1640" y="1372"/>
                </a:lnTo>
                <a:lnTo>
                  <a:pt x="1639" y="1373"/>
                </a:lnTo>
                <a:lnTo>
                  <a:pt x="1639" y="1374"/>
                </a:lnTo>
                <a:lnTo>
                  <a:pt x="1639" y="1375"/>
                </a:lnTo>
                <a:lnTo>
                  <a:pt x="1638" y="1375"/>
                </a:lnTo>
                <a:lnTo>
                  <a:pt x="1637" y="1375"/>
                </a:lnTo>
                <a:lnTo>
                  <a:pt x="1637" y="1376"/>
                </a:lnTo>
                <a:lnTo>
                  <a:pt x="1637" y="1378"/>
                </a:lnTo>
                <a:lnTo>
                  <a:pt x="1637" y="1379"/>
                </a:lnTo>
                <a:lnTo>
                  <a:pt x="1638" y="1380"/>
                </a:lnTo>
                <a:lnTo>
                  <a:pt x="1638" y="1381"/>
                </a:lnTo>
                <a:lnTo>
                  <a:pt x="1638" y="1382"/>
                </a:lnTo>
                <a:lnTo>
                  <a:pt x="1637" y="1382"/>
                </a:lnTo>
                <a:lnTo>
                  <a:pt x="1637" y="1384"/>
                </a:lnTo>
                <a:lnTo>
                  <a:pt x="1637" y="1385"/>
                </a:lnTo>
                <a:lnTo>
                  <a:pt x="1637" y="1386"/>
                </a:lnTo>
                <a:lnTo>
                  <a:pt x="1636" y="1387"/>
                </a:lnTo>
                <a:lnTo>
                  <a:pt x="1635" y="1387"/>
                </a:lnTo>
                <a:lnTo>
                  <a:pt x="1634" y="1388"/>
                </a:lnTo>
                <a:lnTo>
                  <a:pt x="1634" y="1389"/>
                </a:lnTo>
                <a:lnTo>
                  <a:pt x="1634" y="1390"/>
                </a:lnTo>
                <a:lnTo>
                  <a:pt x="1634" y="1391"/>
                </a:lnTo>
                <a:lnTo>
                  <a:pt x="1633" y="1391"/>
                </a:lnTo>
                <a:lnTo>
                  <a:pt x="1633" y="1392"/>
                </a:lnTo>
                <a:lnTo>
                  <a:pt x="1632" y="1392"/>
                </a:lnTo>
                <a:lnTo>
                  <a:pt x="1631" y="1394"/>
                </a:lnTo>
                <a:lnTo>
                  <a:pt x="1630" y="1394"/>
                </a:lnTo>
                <a:lnTo>
                  <a:pt x="1629" y="1394"/>
                </a:lnTo>
                <a:lnTo>
                  <a:pt x="1629" y="1395"/>
                </a:lnTo>
                <a:lnTo>
                  <a:pt x="1630" y="1395"/>
                </a:lnTo>
                <a:lnTo>
                  <a:pt x="1631" y="1396"/>
                </a:lnTo>
                <a:lnTo>
                  <a:pt x="1631" y="1397"/>
                </a:lnTo>
                <a:lnTo>
                  <a:pt x="1631" y="1398"/>
                </a:lnTo>
                <a:lnTo>
                  <a:pt x="1631" y="1399"/>
                </a:lnTo>
                <a:lnTo>
                  <a:pt x="1631" y="1400"/>
                </a:lnTo>
                <a:lnTo>
                  <a:pt x="1632" y="1401"/>
                </a:lnTo>
                <a:lnTo>
                  <a:pt x="1633" y="1401"/>
                </a:lnTo>
                <a:lnTo>
                  <a:pt x="1634" y="1400"/>
                </a:lnTo>
                <a:lnTo>
                  <a:pt x="1634" y="1401"/>
                </a:lnTo>
                <a:lnTo>
                  <a:pt x="1635" y="1401"/>
                </a:lnTo>
                <a:lnTo>
                  <a:pt x="1636" y="1399"/>
                </a:lnTo>
                <a:lnTo>
                  <a:pt x="1635" y="1399"/>
                </a:lnTo>
                <a:lnTo>
                  <a:pt x="1636" y="1399"/>
                </a:lnTo>
                <a:lnTo>
                  <a:pt x="1636" y="1398"/>
                </a:lnTo>
                <a:lnTo>
                  <a:pt x="1638" y="1399"/>
                </a:lnTo>
                <a:lnTo>
                  <a:pt x="1638" y="1400"/>
                </a:lnTo>
                <a:lnTo>
                  <a:pt x="1638" y="1401"/>
                </a:lnTo>
                <a:lnTo>
                  <a:pt x="1639" y="1402"/>
                </a:lnTo>
                <a:lnTo>
                  <a:pt x="1640" y="1403"/>
                </a:lnTo>
                <a:lnTo>
                  <a:pt x="1640" y="1404"/>
                </a:lnTo>
                <a:lnTo>
                  <a:pt x="1639" y="1406"/>
                </a:lnTo>
                <a:lnTo>
                  <a:pt x="1638" y="1406"/>
                </a:lnTo>
                <a:lnTo>
                  <a:pt x="1637" y="1406"/>
                </a:lnTo>
                <a:lnTo>
                  <a:pt x="1636" y="1407"/>
                </a:lnTo>
                <a:lnTo>
                  <a:pt x="1636" y="1408"/>
                </a:lnTo>
                <a:lnTo>
                  <a:pt x="1636" y="1409"/>
                </a:lnTo>
                <a:lnTo>
                  <a:pt x="1636" y="1410"/>
                </a:lnTo>
                <a:lnTo>
                  <a:pt x="1636" y="1411"/>
                </a:lnTo>
                <a:lnTo>
                  <a:pt x="1636" y="1412"/>
                </a:lnTo>
                <a:lnTo>
                  <a:pt x="1636" y="1413"/>
                </a:lnTo>
                <a:lnTo>
                  <a:pt x="1638" y="1413"/>
                </a:lnTo>
                <a:lnTo>
                  <a:pt x="1639" y="1413"/>
                </a:lnTo>
                <a:lnTo>
                  <a:pt x="1639" y="1414"/>
                </a:lnTo>
                <a:lnTo>
                  <a:pt x="1639" y="1415"/>
                </a:lnTo>
                <a:lnTo>
                  <a:pt x="1639" y="1416"/>
                </a:lnTo>
                <a:lnTo>
                  <a:pt x="1639" y="1418"/>
                </a:lnTo>
                <a:lnTo>
                  <a:pt x="1639" y="1419"/>
                </a:lnTo>
                <a:lnTo>
                  <a:pt x="1640" y="1419"/>
                </a:lnTo>
                <a:lnTo>
                  <a:pt x="1640" y="1420"/>
                </a:lnTo>
                <a:lnTo>
                  <a:pt x="1640" y="1421"/>
                </a:lnTo>
                <a:lnTo>
                  <a:pt x="1639" y="1421"/>
                </a:lnTo>
                <a:lnTo>
                  <a:pt x="1639" y="1422"/>
                </a:lnTo>
                <a:lnTo>
                  <a:pt x="1639" y="1424"/>
                </a:lnTo>
                <a:lnTo>
                  <a:pt x="1639" y="1425"/>
                </a:lnTo>
                <a:lnTo>
                  <a:pt x="1640" y="1425"/>
                </a:lnTo>
                <a:lnTo>
                  <a:pt x="1641" y="1426"/>
                </a:lnTo>
                <a:lnTo>
                  <a:pt x="1642" y="1426"/>
                </a:lnTo>
                <a:lnTo>
                  <a:pt x="1643" y="1426"/>
                </a:lnTo>
                <a:lnTo>
                  <a:pt x="1644" y="1426"/>
                </a:lnTo>
                <a:lnTo>
                  <a:pt x="1645" y="1427"/>
                </a:lnTo>
                <a:lnTo>
                  <a:pt x="1646" y="1429"/>
                </a:lnTo>
                <a:lnTo>
                  <a:pt x="1646" y="1430"/>
                </a:lnTo>
                <a:lnTo>
                  <a:pt x="1647" y="1430"/>
                </a:lnTo>
                <a:lnTo>
                  <a:pt x="1648" y="1430"/>
                </a:lnTo>
                <a:lnTo>
                  <a:pt x="1648" y="1431"/>
                </a:lnTo>
                <a:lnTo>
                  <a:pt x="1648" y="1432"/>
                </a:lnTo>
                <a:lnTo>
                  <a:pt x="1647" y="1433"/>
                </a:lnTo>
                <a:lnTo>
                  <a:pt x="1648" y="1433"/>
                </a:lnTo>
                <a:lnTo>
                  <a:pt x="1649" y="1434"/>
                </a:lnTo>
                <a:lnTo>
                  <a:pt x="1649" y="1435"/>
                </a:lnTo>
                <a:lnTo>
                  <a:pt x="1650" y="1436"/>
                </a:lnTo>
                <a:lnTo>
                  <a:pt x="1651" y="1436"/>
                </a:lnTo>
                <a:lnTo>
                  <a:pt x="1651" y="1437"/>
                </a:lnTo>
                <a:lnTo>
                  <a:pt x="1651" y="1438"/>
                </a:lnTo>
                <a:lnTo>
                  <a:pt x="1651" y="1439"/>
                </a:lnTo>
                <a:lnTo>
                  <a:pt x="1652" y="1440"/>
                </a:lnTo>
                <a:lnTo>
                  <a:pt x="1651" y="1441"/>
                </a:lnTo>
                <a:lnTo>
                  <a:pt x="1651" y="1442"/>
                </a:lnTo>
                <a:lnTo>
                  <a:pt x="1651" y="1443"/>
                </a:lnTo>
                <a:lnTo>
                  <a:pt x="1651" y="1444"/>
                </a:lnTo>
                <a:lnTo>
                  <a:pt x="1651" y="1445"/>
                </a:lnTo>
                <a:lnTo>
                  <a:pt x="1650" y="1445"/>
                </a:lnTo>
                <a:lnTo>
                  <a:pt x="1649" y="1445"/>
                </a:lnTo>
                <a:lnTo>
                  <a:pt x="1648" y="1445"/>
                </a:lnTo>
                <a:lnTo>
                  <a:pt x="1648" y="1447"/>
                </a:lnTo>
                <a:lnTo>
                  <a:pt x="1648" y="1448"/>
                </a:lnTo>
                <a:lnTo>
                  <a:pt x="1649" y="1449"/>
                </a:lnTo>
                <a:lnTo>
                  <a:pt x="1649" y="1450"/>
                </a:lnTo>
                <a:lnTo>
                  <a:pt x="1649" y="1451"/>
                </a:lnTo>
                <a:lnTo>
                  <a:pt x="1649" y="1452"/>
                </a:lnTo>
                <a:lnTo>
                  <a:pt x="1648" y="1453"/>
                </a:lnTo>
                <a:lnTo>
                  <a:pt x="1647" y="1454"/>
                </a:lnTo>
                <a:lnTo>
                  <a:pt x="1646" y="1454"/>
                </a:lnTo>
                <a:lnTo>
                  <a:pt x="1645" y="1454"/>
                </a:lnTo>
                <a:lnTo>
                  <a:pt x="1644" y="1455"/>
                </a:lnTo>
                <a:lnTo>
                  <a:pt x="1643" y="1455"/>
                </a:lnTo>
                <a:lnTo>
                  <a:pt x="1643" y="1454"/>
                </a:lnTo>
                <a:lnTo>
                  <a:pt x="1642" y="1453"/>
                </a:lnTo>
                <a:lnTo>
                  <a:pt x="1642" y="1452"/>
                </a:lnTo>
                <a:lnTo>
                  <a:pt x="1641" y="1451"/>
                </a:lnTo>
                <a:lnTo>
                  <a:pt x="1640" y="1451"/>
                </a:lnTo>
                <a:lnTo>
                  <a:pt x="1640" y="1452"/>
                </a:lnTo>
                <a:lnTo>
                  <a:pt x="1639" y="1453"/>
                </a:lnTo>
                <a:lnTo>
                  <a:pt x="1638" y="1453"/>
                </a:lnTo>
                <a:lnTo>
                  <a:pt x="1638" y="1452"/>
                </a:lnTo>
                <a:lnTo>
                  <a:pt x="1637" y="1451"/>
                </a:lnTo>
                <a:lnTo>
                  <a:pt x="1636" y="1451"/>
                </a:lnTo>
                <a:lnTo>
                  <a:pt x="1636" y="1450"/>
                </a:lnTo>
                <a:lnTo>
                  <a:pt x="1636" y="1449"/>
                </a:lnTo>
                <a:lnTo>
                  <a:pt x="1636" y="1448"/>
                </a:lnTo>
                <a:lnTo>
                  <a:pt x="1636" y="1447"/>
                </a:lnTo>
                <a:lnTo>
                  <a:pt x="1636" y="1446"/>
                </a:lnTo>
                <a:lnTo>
                  <a:pt x="1636" y="1445"/>
                </a:lnTo>
                <a:lnTo>
                  <a:pt x="1636" y="1444"/>
                </a:lnTo>
                <a:lnTo>
                  <a:pt x="1635" y="1444"/>
                </a:lnTo>
                <a:lnTo>
                  <a:pt x="1635" y="1443"/>
                </a:lnTo>
                <a:lnTo>
                  <a:pt x="1635" y="1441"/>
                </a:lnTo>
                <a:lnTo>
                  <a:pt x="1635" y="1440"/>
                </a:lnTo>
                <a:lnTo>
                  <a:pt x="1635" y="1439"/>
                </a:lnTo>
                <a:lnTo>
                  <a:pt x="1634" y="1439"/>
                </a:lnTo>
                <a:lnTo>
                  <a:pt x="1632" y="1438"/>
                </a:lnTo>
                <a:lnTo>
                  <a:pt x="1631" y="1438"/>
                </a:lnTo>
                <a:lnTo>
                  <a:pt x="1631" y="1439"/>
                </a:lnTo>
                <a:lnTo>
                  <a:pt x="1630" y="1439"/>
                </a:lnTo>
                <a:lnTo>
                  <a:pt x="1629" y="1439"/>
                </a:lnTo>
                <a:lnTo>
                  <a:pt x="1628" y="1439"/>
                </a:lnTo>
                <a:lnTo>
                  <a:pt x="1627" y="1439"/>
                </a:lnTo>
                <a:lnTo>
                  <a:pt x="1626" y="1439"/>
                </a:lnTo>
                <a:lnTo>
                  <a:pt x="1626" y="1440"/>
                </a:lnTo>
                <a:lnTo>
                  <a:pt x="1626" y="1441"/>
                </a:lnTo>
                <a:lnTo>
                  <a:pt x="1626" y="1442"/>
                </a:lnTo>
                <a:lnTo>
                  <a:pt x="1625" y="1442"/>
                </a:lnTo>
                <a:lnTo>
                  <a:pt x="1624" y="1442"/>
                </a:lnTo>
                <a:lnTo>
                  <a:pt x="1623" y="1442"/>
                </a:lnTo>
                <a:lnTo>
                  <a:pt x="1623" y="1444"/>
                </a:lnTo>
                <a:lnTo>
                  <a:pt x="1622" y="1444"/>
                </a:lnTo>
                <a:lnTo>
                  <a:pt x="1621" y="1444"/>
                </a:lnTo>
                <a:lnTo>
                  <a:pt x="1621" y="1443"/>
                </a:lnTo>
                <a:lnTo>
                  <a:pt x="1620" y="1443"/>
                </a:lnTo>
                <a:lnTo>
                  <a:pt x="1619" y="1443"/>
                </a:lnTo>
                <a:lnTo>
                  <a:pt x="1618" y="1443"/>
                </a:lnTo>
                <a:lnTo>
                  <a:pt x="1618" y="1442"/>
                </a:lnTo>
                <a:lnTo>
                  <a:pt x="1619" y="1442"/>
                </a:lnTo>
                <a:lnTo>
                  <a:pt x="1619" y="1441"/>
                </a:lnTo>
                <a:lnTo>
                  <a:pt x="1618" y="1441"/>
                </a:lnTo>
                <a:lnTo>
                  <a:pt x="1617" y="1441"/>
                </a:lnTo>
                <a:lnTo>
                  <a:pt x="1616" y="1441"/>
                </a:lnTo>
                <a:lnTo>
                  <a:pt x="1615" y="1441"/>
                </a:lnTo>
                <a:lnTo>
                  <a:pt x="1614" y="1441"/>
                </a:lnTo>
                <a:lnTo>
                  <a:pt x="1614" y="1442"/>
                </a:lnTo>
                <a:lnTo>
                  <a:pt x="1613" y="1442"/>
                </a:lnTo>
                <a:lnTo>
                  <a:pt x="1611" y="1444"/>
                </a:lnTo>
                <a:lnTo>
                  <a:pt x="1610" y="1445"/>
                </a:lnTo>
                <a:lnTo>
                  <a:pt x="1610" y="1446"/>
                </a:lnTo>
                <a:lnTo>
                  <a:pt x="1609" y="1447"/>
                </a:lnTo>
                <a:lnTo>
                  <a:pt x="1608" y="1448"/>
                </a:lnTo>
                <a:lnTo>
                  <a:pt x="1607" y="1448"/>
                </a:lnTo>
                <a:lnTo>
                  <a:pt x="1606" y="1448"/>
                </a:lnTo>
                <a:lnTo>
                  <a:pt x="1605" y="1448"/>
                </a:lnTo>
                <a:lnTo>
                  <a:pt x="1605" y="1449"/>
                </a:lnTo>
                <a:lnTo>
                  <a:pt x="1603" y="1450"/>
                </a:lnTo>
                <a:lnTo>
                  <a:pt x="1603" y="1451"/>
                </a:lnTo>
                <a:lnTo>
                  <a:pt x="1602" y="1451"/>
                </a:lnTo>
                <a:lnTo>
                  <a:pt x="1602" y="1450"/>
                </a:lnTo>
                <a:lnTo>
                  <a:pt x="1601" y="1450"/>
                </a:lnTo>
                <a:lnTo>
                  <a:pt x="1600" y="1449"/>
                </a:lnTo>
                <a:lnTo>
                  <a:pt x="1599" y="1449"/>
                </a:lnTo>
                <a:lnTo>
                  <a:pt x="1598" y="1449"/>
                </a:lnTo>
                <a:lnTo>
                  <a:pt x="1597" y="1447"/>
                </a:lnTo>
                <a:lnTo>
                  <a:pt x="1597" y="1446"/>
                </a:lnTo>
                <a:lnTo>
                  <a:pt x="1598" y="1445"/>
                </a:lnTo>
                <a:lnTo>
                  <a:pt x="1596" y="1445"/>
                </a:lnTo>
                <a:lnTo>
                  <a:pt x="1596" y="1446"/>
                </a:lnTo>
                <a:lnTo>
                  <a:pt x="1596" y="1447"/>
                </a:lnTo>
                <a:lnTo>
                  <a:pt x="1595" y="1447"/>
                </a:lnTo>
                <a:lnTo>
                  <a:pt x="1594" y="1447"/>
                </a:lnTo>
                <a:lnTo>
                  <a:pt x="1593" y="1447"/>
                </a:lnTo>
                <a:lnTo>
                  <a:pt x="1593" y="1446"/>
                </a:lnTo>
                <a:lnTo>
                  <a:pt x="1593" y="1445"/>
                </a:lnTo>
                <a:lnTo>
                  <a:pt x="1593" y="1444"/>
                </a:lnTo>
                <a:lnTo>
                  <a:pt x="1594" y="1444"/>
                </a:lnTo>
                <a:lnTo>
                  <a:pt x="1595" y="1444"/>
                </a:lnTo>
                <a:lnTo>
                  <a:pt x="1595" y="1443"/>
                </a:lnTo>
                <a:lnTo>
                  <a:pt x="1596" y="1443"/>
                </a:lnTo>
                <a:lnTo>
                  <a:pt x="1596" y="1442"/>
                </a:lnTo>
                <a:lnTo>
                  <a:pt x="1595" y="1442"/>
                </a:lnTo>
                <a:lnTo>
                  <a:pt x="1594" y="1442"/>
                </a:lnTo>
                <a:lnTo>
                  <a:pt x="1593" y="1441"/>
                </a:lnTo>
                <a:lnTo>
                  <a:pt x="1592" y="1441"/>
                </a:lnTo>
                <a:lnTo>
                  <a:pt x="1591" y="1440"/>
                </a:lnTo>
                <a:lnTo>
                  <a:pt x="1590" y="1440"/>
                </a:lnTo>
                <a:lnTo>
                  <a:pt x="1589" y="1440"/>
                </a:lnTo>
                <a:lnTo>
                  <a:pt x="1588" y="1441"/>
                </a:lnTo>
                <a:lnTo>
                  <a:pt x="1587" y="1442"/>
                </a:lnTo>
                <a:lnTo>
                  <a:pt x="1587" y="1441"/>
                </a:lnTo>
                <a:lnTo>
                  <a:pt x="1586" y="1441"/>
                </a:lnTo>
                <a:lnTo>
                  <a:pt x="1585" y="1441"/>
                </a:lnTo>
                <a:lnTo>
                  <a:pt x="1584" y="1442"/>
                </a:lnTo>
                <a:lnTo>
                  <a:pt x="1583" y="1443"/>
                </a:lnTo>
                <a:lnTo>
                  <a:pt x="1582" y="1443"/>
                </a:lnTo>
                <a:lnTo>
                  <a:pt x="1582" y="1442"/>
                </a:lnTo>
                <a:lnTo>
                  <a:pt x="1582" y="1441"/>
                </a:lnTo>
                <a:lnTo>
                  <a:pt x="1581" y="1441"/>
                </a:lnTo>
                <a:lnTo>
                  <a:pt x="1580" y="1441"/>
                </a:lnTo>
                <a:lnTo>
                  <a:pt x="1580" y="1442"/>
                </a:lnTo>
                <a:lnTo>
                  <a:pt x="1579" y="1442"/>
                </a:lnTo>
                <a:lnTo>
                  <a:pt x="1578" y="1441"/>
                </a:lnTo>
                <a:lnTo>
                  <a:pt x="1577" y="1441"/>
                </a:lnTo>
                <a:lnTo>
                  <a:pt x="1576" y="1441"/>
                </a:lnTo>
                <a:lnTo>
                  <a:pt x="1576" y="1440"/>
                </a:lnTo>
                <a:lnTo>
                  <a:pt x="1574" y="1440"/>
                </a:lnTo>
                <a:lnTo>
                  <a:pt x="1574" y="1441"/>
                </a:lnTo>
                <a:lnTo>
                  <a:pt x="1575" y="1441"/>
                </a:lnTo>
                <a:lnTo>
                  <a:pt x="1575" y="1442"/>
                </a:lnTo>
                <a:lnTo>
                  <a:pt x="1575" y="1443"/>
                </a:lnTo>
                <a:lnTo>
                  <a:pt x="1574" y="1443"/>
                </a:lnTo>
                <a:lnTo>
                  <a:pt x="1574" y="1444"/>
                </a:lnTo>
                <a:lnTo>
                  <a:pt x="1573" y="1445"/>
                </a:lnTo>
                <a:lnTo>
                  <a:pt x="1572" y="1445"/>
                </a:lnTo>
                <a:lnTo>
                  <a:pt x="1572" y="1446"/>
                </a:lnTo>
                <a:lnTo>
                  <a:pt x="1572" y="1447"/>
                </a:lnTo>
                <a:lnTo>
                  <a:pt x="1571" y="1448"/>
                </a:lnTo>
                <a:lnTo>
                  <a:pt x="1570" y="1449"/>
                </a:lnTo>
                <a:lnTo>
                  <a:pt x="1569" y="1449"/>
                </a:lnTo>
                <a:lnTo>
                  <a:pt x="1568" y="1448"/>
                </a:lnTo>
                <a:lnTo>
                  <a:pt x="1567" y="1448"/>
                </a:lnTo>
                <a:lnTo>
                  <a:pt x="1567" y="1449"/>
                </a:lnTo>
                <a:lnTo>
                  <a:pt x="1567" y="1451"/>
                </a:lnTo>
                <a:lnTo>
                  <a:pt x="1566" y="1452"/>
                </a:lnTo>
                <a:lnTo>
                  <a:pt x="1565" y="1452"/>
                </a:lnTo>
                <a:lnTo>
                  <a:pt x="1564" y="1454"/>
                </a:lnTo>
                <a:lnTo>
                  <a:pt x="1564" y="1455"/>
                </a:lnTo>
                <a:lnTo>
                  <a:pt x="1563" y="1455"/>
                </a:lnTo>
                <a:lnTo>
                  <a:pt x="1562" y="1457"/>
                </a:lnTo>
                <a:lnTo>
                  <a:pt x="1561" y="1457"/>
                </a:lnTo>
                <a:lnTo>
                  <a:pt x="1560" y="1458"/>
                </a:lnTo>
                <a:lnTo>
                  <a:pt x="1560" y="1459"/>
                </a:lnTo>
                <a:lnTo>
                  <a:pt x="1560" y="1460"/>
                </a:lnTo>
                <a:lnTo>
                  <a:pt x="1560" y="1461"/>
                </a:lnTo>
                <a:lnTo>
                  <a:pt x="1559" y="1461"/>
                </a:lnTo>
                <a:lnTo>
                  <a:pt x="1560" y="1462"/>
                </a:lnTo>
                <a:lnTo>
                  <a:pt x="1560" y="1463"/>
                </a:lnTo>
                <a:lnTo>
                  <a:pt x="1559" y="1463"/>
                </a:lnTo>
                <a:lnTo>
                  <a:pt x="1558" y="1463"/>
                </a:lnTo>
                <a:lnTo>
                  <a:pt x="1558" y="1464"/>
                </a:lnTo>
                <a:lnTo>
                  <a:pt x="1558" y="1465"/>
                </a:lnTo>
                <a:lnTo>
                  <a:pt x="1559" y="1465"/>
                </a:lnTo>
                <a:lnTo>
                  <a:pt x="1559" y="1466"/>
                </a:lnTo>
                <a:lnTo>
                  <a:pt x="1559" y="1467"/>
                </a:lnTo>
                <a:lnTo>
                  <a:pt x="1560" y="1467"/>
                </a:lnTo>
                <a:lnTo>
                  <a:pt x="1560" y="1469"/>
                </a:lnTo>
                <a:lnTo>
                  <a:pt x="1559" y="1469"/>
                </a:lnTo>
                <a:lnTo>
                  <a:pt x="1559" y="1471"/>
                </a:lnTo>
                <a:lnTo>
                  <a:pt x="1559" y="1472"/>
                </a:lnTo>
                <a:lnTo>
                  <a:pt x="1559" y="1473"/>
                </a:lnTo>
                <a:lnTo>
                  <a:pt x="1559" y="1474"/>
                </a:lnTo>
                <a:lnTo>
                  <a:pt x="1559" y="1475"/>
                </a:lnTo>
                <a:lnTo>
                  <a:pt x="1558" y="1475"/>
                </a:lnTo>
                <a:lnTo>
                  <a:pt x="1558" y="1476"/>
                </a:lnTo>
                <a:lnTo>
                  <a:pt x="1557" y="1476"/>
                </a:lnTo>
                <a:lnTo>
                  <a:pt x="1556" y="1476"/>
                </a:lnTo>
                <a:lnTo>
                  <a:pt x="1555" y="1476"/>
                </a:lnTo>
                <a:lnTo>
                  <a:pt x="1553" y="1476"/>
                </a:lnTo>
                <a:lnTo>
                  <a:pt x="1553" y="1475"/>
                </a:lnTo>
                <a:lnTo>
                  <a:pt x="1552" y="1475"/>
                </a:lnTo>
                <a:lnTo>
                  <a:pt x="1551" y="1476"/>
                </a:lnTo>
                <a:lnTo>
                  <a:pt x="1551" y="1477"/>
                </a:lnTo>
                <a:lnTo>
                  <a:pt x="1550" y="1477"/>
                </a:lnTo>
                <a:lnTo>
                  <a:pt x="1549" y="1477"/>
                </a:lnTo>
                <a:lnTo>
                  <a:pt x="1549" y="1476"/>
                </a:lnTo>
                <a:lnTo>
                  <a:pt x="1548" y="1476"/>
                </a:lnTo>
                <a:lnTo>
                  <a:pt x="1547" y="1476"/>
                </a:lnTo>
                <a:lnTo>
                  <a:pt x="1547" y="1475"/>
                </a:lnTo>
                <a:lnTo>
                  <a:pt x="1547" y="1474"/>
                </a:lnTo>
                <a:lnTo>
                  <a:pt x="1546" y="1474"/>
                </a:lnTo>
                <a:lnTo>
                  <a:pt x="1544" y="1474"/>
                </a:lnTo>
                <a:lnTo>
                  <a:pt x="1543" y="1475"/>
                </a:lnTo>
                <a:lnTo>
                  <a:pt x="1543" y="1476"/>
                </a:lnTo>
                <a:lnTo>
                  <a:pt x="1544" y="1477"/>
                </a:lnTo>
                <a:lnTo>
                  <a:pt x="1545" y="1477"/>
                </a:lnTo>
                <a:lnTo>
                  <a:pt x="1545" y="1478"/>
                </a:lnTo>
                <a:lnTo>
                  <a:pt x="1545" y="1479"/>
                </a:lnTo>
                <a:lnTo>
                  <a:pt x="1546" y="1479"/>
                </a:lnTo>
                <a:lnTo>
                  <a:pt x="1546" y="1481"/>
                </a:lnTo>
                <a:lnTo>
                  <a:pt x="1547" y="1482"/>
                </a:lnTo>
                <a:lnTo>
                  <a:pt x="1548" y="1482"/>
                </a:lnTo>
                <a:lnTo>
                  <a:pt x="1549" y="1482"/>
                </a:lnTo>
                <a:lnTo>
                  <a:pt x="1549" y="1483"/>
                </a:lnTo>
                <a:lnTo>
                  <a:pt x="1550" y="1485"/>
                </a:lnTo>
                <a:lnTo>
                  <a:pt x="1550" y="1486"/>
                </a:lnTo>
                <a:lnTo>
                  <a:pt x="1549" y="1486"/>
                </a:lnTo>
                <a:lnTo>
                  <a:pt x="1549" y="1487"/>
                </a:lnTo>
                <a:lnTo>
                  <a:pt x="1548" y="1487"/>
                </a:lnTo>
                <a:lnTo>
                  <a:pt x="1547" y="1487"/>
                </a:lnTo>
                <a:lnTo>
                  <a:pt x="1548" y="1487"/>
                </a:lnTo>
                <a:lnTo>
                  <a:pt x="1549" y="1490"/>
                </a:lnTo>
                <a:lnTo>
                  <a:pt x="1549" y="1491"/>
                </a:lnTo>
                <a:lnTo>
                  <a:pt x="1551" y="1491"/>
                </a:lnTo>
                <a:lnTo>
                  <a:pt x="1552" y="1491"/>
                </a:lnTo>
                <a:lnTo>
                  <a:pt x="1553" y="1491"/>
                </a:lnTo>
                <a:lnTo>
                  <a:pt x="1554" y="1491"/>
                </a:lnTo>
                <a:lnTo>
                  <a:pt x="1554" y="1492"/>
                </a:lnTo>
                <a:lnTo>
                  <a:pt x="1554" y="1494"/>
                </a:lnTo>
                <a:lnTo>
                  <a:pt x="1555" y="1494"/>
                </a:lnTo>
                <a:lnTo>
                  <a:pt x="1556" y="1495"/>
                </a:lnTo>
                <a:lnTo>
                  <a:pt x="1556" y="1494"/>
                </a:lnTo>
                <a:lnTo>
                  <a:pt x="1557" y="1494"/>
                </a:lnTo>
                <a:lnTo>
                  <a:pt x="1557" y="1495"/>
                </a:lnTo>
                <a:lnTo>
                  <a:pt x="1558" y="1495"/>
                </a:lnTo>
                <a:lnTo>
                  <a:pt x="1558" y="1496"/>
                </a:lnTo>
                <a:lnTo>
                  <a:pt x="1558" y="1495"/>
                </a:lnTo>
                <a:lnTo>
                  <a:pt x="1559" y="1495"/>
                </a:lnTo>
                <a:lnTo>
                  <a:pt x="1559" y="1496"/>
                </a:lnTo>
                <a:lnTo>
                  <a:pt x="1560" y="1496"/>
                </a:lnTo>
                <a:lnTo>
                  <a:pt x="1561" y="1497"/>
                </a:lnTo>
                <a:lnTo>
                  <a:pt x="1562" y="1498"/>
                </a:lnTo>
                <a:lnTo>
                  <a:pt x="1563" y="1499"/>
                </a:lnTo>
                <a:lnTo>
                  <a:pt x="1564" y="1498"/>
                </a:lnTo>
                <a:lnTo>
                  <a:pt x="1565" y="1498"/>
                </a:lnTo>
                <a:lnTo>
                  <a:pt x="1566" y="1498"/>
                </a:lnTo>
                <a:lnTo>
                  <a:pt x="1567" y="1498"/>
                </a:lnTo>
                <a:lnTo>
                  <a:pt x="1567" y="1497"/>
                </a:lnTo>
                <a:lnTo>
                  <a:pt x="1568" y="1497"/>
                </a:lnTo>
                <a:lnTo>
                  <a:pt x="1569" y="1497"/>
                </a:lnTo>
                <a:lnTo>
                  <a:pt x="1570" y="1497"/>
                </a:lnTo>
                <a:lnTo>
                  <a:pt x="1572" y="1499"/>
                </a:lnTo>
                <a:lnTo>
                  <a:pt x="1572" y="1500"/>
                </a:lnTo>
                <a:lnTo>
                  <a:pt x="1573" y="1500"/>
                </a:lnTo>
                <a:lnTo>
                  <a:pt x="1574" y="1501"/>
                </a:lnTo>
                <a:lnTo>
                  <a:pt x="1573" y="1501"/>
                </a:lnTo>
                <a:lnTo>
                  <a:pt x="1572" y="1501"/>
                </a:lnTo>
                <a:lnTo>
                  <a:pt x="1573" y="1502"/>
                </a:lnTo>
                <a:lnTo>
                  <a:pt x="1574" y="1502"/>
                </a:lnTo>
                <a:lnTo>
                  <a:pt x="1575" y="1502"/>
                </a:lnTo>
                <a:lnTo>
                  <a:pt x="1575" y="1501"/>
                </a:lnTo>
                <a:lnTo>
                  <a:pt x="1575" y="1502"/>
                </a:lnTo>
                <a:lnTo>
                  <a:pt x="1576" y="1504"/>
                </a:lnTo>
                <a:lnTo>
                  <a:pt x="1576" y="1506"/>
                </a:lnTo>
                <a:lnTo>
                  <a:pt x="1576" y="1508"/>
                </a:lnTo>
                <a:lnTo>
                  <a:pt x="1577" y="1509"/>
                </a:lnTo>
                <a:lnTo>
                  <a:pt x="1577" y="1510"/>
                </a:lnTo>
                <a:lnTo>
                  <a:pt x="1577" y="1511"/>
                </a:lnTo>
                <a:lnTo>
                  <a:pt x="1577" y="1512"/>
                </a:lnTo>
                <a:lnTo>
                  <a:pt x="1575" y="1512"/>
                </a:lnTo>
                <a:lnTo>
                  <a:pt x="1574" y="1511"/>
                </a:lnTo>
                <a:lnTo>
                  <a:pt x="1573" y="1511"/>
                </a:lnTo>
                <a:lnTo>
                  <a:pt x="1573" y="1510"/>
                </a:lnTo>
                <a:lnTo>
                  <a:pt x="1573" y="1509"/>
                </a:lnTo>
                <a:lnTo>
                  <a:pt x="1573" y="1508"/>
                </a:lnTo>
                <a:lnTo>
                  <a:pt x="1573" y="1507"/>
                </a:lnTo>
                <a:lnTo>
                  <a:pt x="1572" y="1507"/>
                </a:lnTo>
                <a:lnTo>
                  <a:pt x="1571" y="1507"/>
                </a:lnTo>
                <a:lnTo>
                  <a:pt x="1573" y="1506"/>
                </a:lnTo>
                <a:lnTo>
                  <a:pt x="1573" y="1505"/>
                </a:lnTo>
                <a:lnTo>
                  <a:pt x="1572" y="1504"/>
                </a:lnTo>
                <a:lnTo>
                  <a:pt x="1571" y="1504"/>
                </a:lnTo>
                <a:lnTo>
                  <a:pt x="1571" y="1505"/>
                </a:lnTo>
                <a:lnTo>
                  <a:pt x="1570" y="1506"/>
                </a:lnTo>
                <a:lnTo>
                  <a:pt x="1570" y="1507"/>
                </a:lnTo>
                <a:lnTo>
                  <a:pt x="1570" y="1508"/>
                </a:lnTo>
                <a:lnTo>
                  <a:pt x="1571" y="1508"/>
                </a:lnTo>
                <a:lnTo>
                  <a:pt x="1571" y="1509"/>
                </a:lnTo>
                <a:lnTo>
                  <a:pt x="1570" y="1510"/>
                </a:lnTo>
                <a:lnTo>
                  <a:pt x="1569" y="1510"/>
                </a:lnTo>
                <a:lnTo>
                  <a:pt x="1568" y="1510"/>
                </a:lnTo>
                <a:lnTo>
                  <a:pt x="1567" y="1512"/>
                </a:lnTo>
                <a:lnTo>
                  <a:pt x="1569" y="1513"/>
                </a:lnTo>
                <a:lnTo>
                  <a:pt x="1570" y="1512"/>
                </a:lnTo>
                <a:lnTo>
                  <a:pt x="1571" y="1511"/>
                </a:lnTo>
                <a:lnTo>
                  <a:pt x="1571" y="1512"/>
                </a:lnTo>
                <a:lnTo>
                  <a:pt x="1571" y="1513"/>
                </a:lnTo>
                <a:lnTo>
                  <a:pt x="1571" y="1514"/>
                </a:lnTo>
                <a:lnTo>
                  <a:pt x="1570" y="1514"/>
                </a:lnTo>
                <a:lnTo>
                  <a:pt x="1569" y="1514"/>
                </a:lnTo>
                <a:lnTo>
                  <a:pt x="1570" y="1514"/>
                </a:lnTo>
                <a:lnTo>
                  <a:pt x="1570" y="1515"/>
                </a:lnTo>
                <a:lnTo>
                  <a:pt x="1571" y="1516"/>
                </a:lnTo>
                <a:lnTo>
                  <a:pt x="1572" y="1516"/>
                </a:lnTo>
                <a:lnTo>
                  <a:pt x="1573" y="1516"/>
                </a:lnTo>
                <a:lnTo>
                  <a:pt x="1572" y="1517"/>
                </a:lnTo>
                <a:lnTo>
                  <a:pt x="1571" y="1517"/>
                </a:lnTo>
                <a:lnTo>
                  <a:pt x="1570" y="1518"/>
                </a:lnTo>
                <a:lnTo>
                  <a:pt x="1570" y="1520"/>
                </a:lnTo>
                <a:lnTo>
                  <a:pt x="1571" y="1522"/>
                </a:lnTo>
                <a:lnTo>
                  <a:pt x="1572" y="1522"/>
                </a:lnTo>
                <a:lnTo>
                  <a:pt x="1572" y="1523"/>
                </a:lnTo>
                <a:lnTo>
                  <a:pt x="1571" y="1524"/>
                </a:lnTo>
                <a:lnTo>
                  <a:pt x="1570" y="1524"/>
                </a:lnTo>
                <a:lnTo>
                  <a:pt x="1569" y="1524"/>
                </a:lnTo>
                <a:lnTo>
                  <a:pt x="1569" y="1526"/>
                </a:lnTo>
                <a:lnTo>
                  <a:pt x="1570" y="1527"/>
                </a:lnTo>
                <a:lnTo>
                  <a:pt x="1571" y="1528"/>
                </a:lnTo>
                <a:lnTo>
                  <a:pt x="1572" y="1530"/>
                </a:lnTo>
                <a:lnTo>
                  <a:pt x="1571" y="1531"/>
                </a:lnTo>
                <a:lnTo>
                  <a:pt x="1570" y="1532"/>
                </a:lnTo>
                <a:lnTo>
                  <a:pt x="1571" y="1532"/>
                </a:lnTo>
                <a:lnTo>
                  <a:pt x="1571" y="1533"/>
                </a:lnTo>
                <a:lnTo>
                  <a:pt x="1571" y="1535"/>
                </a:lnTo>
                <a:lnTo>
                  <a:pt x="1570" y="1535"/>
                </a:lnTo>
                <a:lnTo>
                  <a:pt x="1569" y="1535"/>
                </a:lnTo>
                <a:lnTo>
                  <a:pt x="1568" y="1536"/>
                </a:lnTo>
                <a:lnTo>
                  <a:pt x="1567" y="1537"/>
                </a:lnTo>
                <a:lnTo>
                  <a:pt x="1567" y="1538"/>
                </a:lnTo>
                <a:lnTo>
                  <a:pt x="1567" y="1539"/>
                </a:lnTo>
                <a:lnTo>
                  <a:pt x="1566" y="1539"/>
                </a:lnTo>
                <a:lnTo>
                  <a:pt x="1566" y="1540"/>
                </a:lnTo>
                <a:lnTo>
                  <a:pt x="1565" y="1540"/>
                </a:lnTo>
                <a:lnTo>
                  <a:pt x="1564" y="1541"/>
                </a:lnTo>
                <a:lnTo>
                  <a:pt x="1564" y="1543"/>
                </a:lnTo>
                <a:lnTo>
                  <a:pt x="1563" y="1543"/>
                </a:lnTo>
                <a:lnTo>
                  <a:pt x="1562" y="1543"/>
                </a:lnTo>
                <a:lnTo>
                  <a:pt x="1562" y="1542"/>
                </a:lnTo>
                <a:lnTo>
                  <a:pt x="1561" y="1542"/>
                </a:lnTo>
                <a:lnTo>
                  <a:pt x="1560" y="1542"/>
                </a:lnTo>
                <a:lnTo>
                  <a:pt x="1560" y="1541"/>
                </a:lnTo>
                <a:lnTo>
                  <a:pt x="1559" y="1541"/>
                </a:lnTo>
                <a:lnTo>
                  <a:pt x="1558" y="1542"/>
                </a:lnTo>
                <a:lnTo>
                  <a:pt x="1557" y="1543"/>
                </a:lnTo>
                <a:lnTo>
                  <a:pt x="1556" y="1544"/>
                </a:lnTo>
                <a:lnTo>
                  <a:pt x="1555" y="1544"/>
                </a:lnTo>
                <a:lnTo>
                  <a:pt x="1554" y="1544"/>
                </a:lnTo>
                <a:lnTo>
                  <a:pt x="1553" y="1545"/>
                </a:lnTo>
                <a:lnTo>
                  <a:pt x="1552" y="1545"/>
                </a:lnTo>
                <a:lnTo>
                  <a:pt x="1552" y="1546"/>
                </a:lnTo>
                <a:lnTo>
                  <a:pt x="1550" y="1546"/>
                </a:lnTo>
                <a:lnTo>
                  <a:pt x="1549" y="1547"/>
                </a:lnTo>
                <a:lnTo>
                  <a:pt x="1548" y="1547"/>
                </a:lnTo>
                <a:lnTo>
                  <a:pt x="1548" y="1548"/>
                </a:lnTo>
                <a:lnTo>
                  <a:pt x="1547" y="1549"/>
                </a:lnTo>
                <a:lnTo>
                  <a:pt x="1546" y="1549"/>
                </a:lnTo>
                <a:lnTo>
                  <a:pt x="1545" y="1548"/>
                </a:lnTo>
                <a:lnTo>
                  <a:pt x="1544" y="1548"/>
                </a:lnTo>
                <a:lnTo>
                  <a:pt x="1543" y="1549"/>
                </a:lnTo>
                <a:lnTo>
                  <a:pt x="1542" y="1549"/>
                </a:lnTo>
                <a:lnTo>
                  <a:pt x="1541" y="1549"/>
                </a:lnTo>
                <a:lnTo>
                  <a:pt x="1540" y="1549"/>
                </a:lnTo>
                <a:lnTo>
                  <a:pt x="1539" y="1549"/>
                </a:lnTo>
                <a:lnTo>
                  <a:pt x="1538" y="1550"/>
                </a:lnTo>
                <a:lnTo>
                  <a:pt x="1537" y="1550"/>
                </a:lnTo>
                <a:lnTo>
                  <a:pt x="1537" y="1551"/>
                </a:lnTo>
                <a:lnTo>
                  <a:pt x="1535" y="1552"/>
                </a:lnTo>
                <a:lnTo>
                  <a:pt x="1534" y="1553"/>
                </a:lnTo>
                <a:lnTo>
                  <a:pt x="1533" y="1552"/>
                </a:lnTo>
                <a:lnTo>
                  <a:pt x="1532" y="1552"/>
                </a:lnTo>
                <a:lnTo>
                  <a:pt x="1531" y="1552"/>
                </a:lnTo>
                <a:lnTo>
                  <a:pt x="1530" y="1553"/>
                </a:lnTo>
                <a:lnTo>
                  <a:pt x="1529" y="1553"/>
                </a:lnTo>
                <a:lnTo>
                  <a:pt x="1528" y="1552"/>
                </a:lnTo>
                <a:lnTo>
                  <a:pt x="1528" y="1551"/>
                </a:lnTo>
                <a:lnTo>
                  <a:pt x="1527" y="1550"/>
                </a:lnTo>
                <a:lnTo>
                  <a:pt x="1526" y="1549"/>
                </a:lnTo>
                <a:lnTo>
                  <a:pt x="1524" y="1548"/>
                </a:lnTo>
                <a:lnTo>
                  <a:pt x="1524" y="1549"/>
                </a:lnTo>
                <a:lnTo>
                  <a:pt x="1523" y="1549"/>
                </a:lnTo>
                <a:lnTo>
                  <a:pt x="1522" y="1548"/>
                </a:lnTo>
                <a:lnTo>
                  <a:pt x="1522" y="1547"/>
                </a:lnTo>
                <a:lnTo>
                  <a:pt x="1521" y="1547"/>
                </a:lnTo>
                <a:lnTo>
                  <a:pt x="1519" y="1547"/>
                </a:lnTo>
                <a:lnTo>
                  <a:pt x="1518" y="1548"/>
                </a:lnTo>
                <a:lnTo>
                  <a:pt x="1517" y="1547"/>
                </a:lnTo>
                <a:lnTo>
                  <a:pt x="1516" y="1547"/>
                </a:lnTo>
                <a:lnTo>
                  <a:pt x="1514" y="1545"/>
                </a:lnTo>
                <a:lnTo>
                  <a:pt x="1512" y="1545"/>
                </a:lnTo>
                <a:lnTo>
                  <a:pt x="1511" y="1545"/>
                </a:lnTo>
                <a:lnTo>
                  <a:pt x="1510" y="1545"/>
                </a:lnTo>
                <a:lnTo>
                  <a:pt x="1509" y="1545"/>
                </a:lnTo>
                <a:lnTo>
                  <a:pt x="1507" y="1547"/>
                </a:lnTo>
                <a:lnTo>
                  <a:pt x="1507" y="1549"/>
                </a:lnTo>
                <a:lnTo>
                  <a:pt x="1507" y="1551"/>
                </a:lnTo>
                <a:lnTo>
                  <a:pt x="1507" y="1552"/>
                </a:lnTo>
                <a:lnTo>
                  <a:pt x="1506" y="1553"/>
                </a:lnTo>
                <a:lnTo>
                  <a:pt x="1504" y="1553"/>
                </a:lnTo>
                <a:lnTo>
                  <a:pt x="1504" y="1554"/>
                </a:lnTo>
                <a:lnTo>
                  <a:pt x="1505" y="1555"/>
                </a:lnTo>
                <a:lnTo>
                  <a:pt x="1505" y="1557"/>
                </a:lnTo>
                <a:lnTo>
                  <a:pt x="1506" y="1557"/>
                </a:lnTo>
                <a:lnTo>
                  <a:pt x="1505" y="1558"/>
                </a:lnTo>
                <a:lnTo>
                  <a:pt x="1505" y="1557"/>
                </a:lnTo>
                <a:lnTo>
                  <a:pt x="1505" y="1558"/>
                </a:lnTo>
                <a:lnTo>
                  <a:pt x="1505" y="1559"/>
                </a:lnTo>
                <a:lnTo>
                  <a:pt x="1505" y="1560"/>
                </a:lnTo>
                <a:lnTo>
                  <a:pt x="1505" y="1561"/>
                </a:lnTo>
                <a:lnTo>
                  <a:pt x="1506" y="1561"/>
                </a:lnTo>
                <a:lnTo>
                  <a:pt x="1506" y="1562"/>
                </a:lnTo>
                <a:lnTo>
                  <a:pt x="1507" y="1563"/>
                </a:lnTo>
                <a:lnTo>
                  <a:pt x="1507" y="1564"/>
                </a:lnTo>
                <a:lnTo>
                  <a:pt x="1508" y="1565"/>
                </a:lnTo>
                <a:lnTo>
                  <a:pt x="1509" y="1566"/>
                </a:lnTo>
                <a:lnTo>
                  <a:pt x="1509" y="1567"/>
                </a:lnTo>
                <a:lnTo>
                  <a:pt x="1509" y="1568"/>
                </a:lnTo>
                <a:lnTo>
                  <a:pt x="1509" y="1569"/>
                </a:lnTo>
                <a:lnTo>
                  <a:pt x="1510" y="1570"/>
                </a:lnTo>
                <a:lnTo>
                  <a:pt x="1511" y="1569"/>
                </a:lnTo>
                <a:lnTo>
                  <a:pt x="1511" y="1570"/>
                </a:lnTo>
                <a:lnTo>
                  <a:pt x="1511" y="1571"/>
                </a:lnTo>
                <a:lnTo>
                  <a:pt x="1512" y="1571"/>
                </a:lnTo>
                <a:lnTo>
                  <a:pt x="1512" y="1570"/>
                </a:lnTo>
                <a:lnTo>
                  <a:pt x="1513" y="1570"/>
                </a:lnTo>
                <a:lnTo>
                  <a:pt x="1513" y="1571"/>
                </a:lnTo>
                <a:lnTo>
                  <a:pt x="1513" y="1572"/>
                </a:lnTo>
                <a:lnTo>
                  <a:pt x="1513" y="1573"/>
                </a:lnTo>
                <a:lnTo>
                  <a:pt x="1513" y="1575"/>
                </a:lnTo>
                <a:lnTo>
                  <a:pt x="1512" y="1575"/>
                </a:lnTo>
                <a:lnTo>
                  <a:pt x="1512" y="1576"/>
                </a:lnTo>
                <a:lnTo>
                  <a:pt x="1511" y="1576"/>
                </a:lnTo>
                <a:lnTo>
                  <a:pt x="1511" y="1575"/>
                </a:lnTo>
                <a:lnTo>
                  <a:pt x="1509" y="1575"/>
                </a:lnTo>
                <a:lnTo>
                  <a:pt x="1509" y="1576"/>
                </a:lnTo>
                <a:lnTo>
                  <a:pt x="1508" y="1576"/>
                </a:lnTo>
                <a:lnTo>
                  <a:pt x="1507" y="1577"/>
                </a:lnTo>
                <a:lnTo>
                  <a:pt x="1507" y="1578"/>
                </a:lnTo>
                <a:lnTo>
                  <a:pt x="1506" y="1578"/>
                </a:lnTo>
                <a:lnTo>
                  <a:pt x="1505" y="1578"/>
                </a:lnTo>
                <a:lnTo>
                  <a:pt x="1503" y="1579"/>
                </a:lnTo>
                <a:lnTo>
                  <a:pt x="1502" y="1579"/>
                </a:lnTo>
                <a:lnTo>
                  <a:pt x="1500" y="1581"/>
                </a:lnTo>
                <a:lnTo>
                  <a:pt x="1500" y="1582"/>
                </a:lnTo>
                <a:lnTo>
                  <a:pt x="1499" y="1583"/>
                </a:lnTo>
                <a:lnTo>
                  <a:pt x="1499" y="1584"/>
                </a:lnTo>
                <a:lnTo>
                  <a:pt x="1498" y="1584"/>
                </a:lnTo>
                <a:lnTo>
                  <a:pt x="1497" y="1584"/>
                </a:lnTo>
                <a:lnTo>
                  <a:pt x="1496" y="1584"/>
                </a:lnTo>
                <a:lnTo>
                  <a:pt x="1496" y="1585"/>
                </a:lnTo>
                <a:lnTo>
                  <a:pt x="1495" y="1585"/>
                </a:lnTo>
                <a:lnTo>
                  <a:pt x="1494" y="1585"/>
                </a:lnTo>
                <a:lnTo>
                  <a:pt x="1494" y="1586"/>
                </a:lnTo>
                <a:lnTo>
                  <a:pt x="1493" y="1587"/>
                </a:lnTo>
                <a:lnTo>
                  <a:pt x="1492" y="1588"/>
                </a:lnTo>
                <a:lnTo>
                  <a:pt x="1491" y="1587"/>
                </a:lnTo>
                <a:lnTo>
                  <a:pt x="1490" y="1587"/>
                </a:lnTo>
                <a:lnTo>
                  <a:pt x="1490" y="1588"/>
                </a:lnTo>
                <a:lnTo>
                  <a:pt x="1489" y="1588"/>
                </a:lnTo>
                <a:lnTo>
                  <a:pt x="1487" y="1587"/>
                </a:lnTo>
                <a:lnTo>
                  <a:pt x="1487" y="1586"/>
                </a:lnTo>
                <a:lnTo>
                  <a:pt x="1486" y="1585"/>
                </a:lnTo>
                <a:lnTo>
                  <a:pt x="1486" y="1586"/>
                </a:lnTo>
                <a:lnTo>
                  <a:pt x="1485" y="1586"/>
                </a:lnTo>
                <a:lnTo>
                  <a:pt x="1484" y="1586"/>
                </a:lnTo>
                <a:lnTo>
                  <a:pt x="1483" y="1586"/>
                </a:lnTo>
                <a:lnTo>
                  <a:pt x="1483" y="1587"/>
                </a:lnTo>
                <a:lnTo>
                  <a:pt x="1483" y="1588"/>
                </a:lnTo>
                <a:lnTo>
                  <a:pt x="1483" y="1589"/>
                </a:lnTo>
                <a:lnTo>
                  <a:pt x="1483" y="1590"/>
                </a:lnTo>
                <a:lnTo>
                  <a:pt x="1482" y="1591"/>
                </a:lnTo>
                <a:lnTo>
                  <a:pt x="1481" y="1592"/>
                </a:lnTo>
                <a:lnTo>
                  <a:pt x="1479" y="1592"/>
                </a:lnTo>
                <a:lnTo>
                  <a:pt x="1479" y="1593"/>
                </a:lnTo>
                <a:lnTo>
                  <a:pt x="1478" y="1594"/>
                </a:lnTo>
                <a:lnTo>
                  <a:pt x="1477" y="1594"/>
                </a:lnTo>
                <a:lnTo>
                  <a:pt x="1476" y="1594"/>
                </a:lnTo>
                <a:lnTo>
                  <a:pt x="1474" y="1595"/>
                </a:lnTo>
                <a:lnTo>
                  <a:pt x="1473" y="1596"/>
                </a:lnTo>
                <a:lnTo>
                  <a:pt x="1471" y="1597"/>
                </a:lnTo>
                <a:lnTo>
                  <a:pt x="1470" y="1597"/>
                </a:lnTo>
                <a:lnTo>
                  <a:pt x="1469" y="1596"/>
                </a:lnTo>
                <a:lnTo>
                  <a:pt x="1468" y="1595"/>
                </a:lnTo>
                <a:lnTo>
                  <a:pt x="1468" y="1594"/>
                </a:lnTo>
                <a:lnTo>
                  <a:pt x="1468" y="1593"/>
                </a:lnTo>
                <a:lnTo>
                  <a:pt x="1467" y="1593"/>
                </a:lnTo>
                <a:lnTo>
                  <a:pt x="1466" y="1591"/>
                </a:lnTo>
                <a:lnTo>
                  <a:pt x="1466" y="1590"/>
                </a:lnTo>
                <a:lnTo>
                  <a:pt x="1465" y="1590"/>
                </a:lnTo>
                <a:lnTo>
                  <a:pt x="1464" y="1590"/>
                </a:lnTo>
                <a:lnTo>
                  <a:pt x="1464" y="1589"/>
                </a:lnTo>
                <a:lnTo>
                  <a:pt x="1463" y="1589"/>
                </a:lnTo>
                <a:lnTo>
                  <a:pt x="1462" y="1589"/>
                </a:lnTo>
                <a:lnTo>
                  <a:pt x="1461" y="1589"/>
                </a:lnTo>
                <a:lnTo>
                  <a:pt x="1460" y="1589"/>
                </a:lnTo>
                <a:lnTo>
                  <a:pt x="1460" y="1588"/>
                </a:lnTo>
                <a:lnTo>
                  <a:pt x="1459" y="1588"/>
                </a:lnTo>
                <a:lnTo>
                  <a:pt x="1459" y="1589"/>
                </a:lnTo>
                <a:lnTo>
                  <a:pt x="1458" y="1590"/>
                </a:lnTo>
                <a:lnTo>
                  <a:pt x="1457" y="1590"/>
                </a:lnTo>
                <a:lnTo>
                  <a:pt x="1456" y="1590"/>
                </a:lnTo>
                <a:lnTo>
                  <a:pt x="1455" y="1590"/>
                </a:lnTo>
                <a:lnTo>
                  <a:pt x="1454" y="1590"/>
                </a:lnTo>
                <a:lnTo>
                  <a:pt x="1454" y="1591"/>
                </a:lnTo>
                <a:lnTo>
                  <a:pt x="1453" y="1591"/>
                </a:lnTo>
                <a:lnTo>
                  <a:pt x="1452" y="1591"/>
                </a:lnTo>
                <a:lnTo>
                  <a:pt x="1451" y="1592"/>
                </a:lnTo>
                <a:lnTo>
                  <a:pt x="1450" y="1593"/>
                </a:lnTo>
                <a:lnTo>
                  <a:pt x="1449" y="1593"/>
                </a:lnTo>
                <a:lnTo>
                  <a:pt x="1448" y="1593"/>
                </a:lnTo>
                <a:lnTo>
                  <a:pt x="1447" y="1593"/>
                </a:lnTo>
                <a:lnTo>
                  <a:pt x="1447" y="1594"/>
                </a:lnTo>
                <a:lnTo>
                  <a:pt x="1447" y="1595"/>
                </a:lnTo>
                <a:lnTo>
                  <a:pt x="1446" y="1595"/>
                </a:lnTo>
                <a:lnTo>
                  <a:pt x="1445" y="1595"/>
                </a:lnTo>
                <a:lnTo>
                  <a:pt x="1444" y="1596"/>
                </a:lnTo>
                <a:lnTo>
                  <a:pt x="1441" y="1596"/>
                </a:lnTo>
                <a:lnTo>
                  <a:pt x="1440" y="1595"/>
                </a:lnTo>
                <a:lnTo>
                  <a:pt x="1440" y="1594"/>
                </a:lnTo>
                <a:lnTo>
                  <a:pt x="1440" y="1593"/>
                </a:lnTo>
                <a:lnTo>
                  <a:pt x="1440" y="1592"/>
                </a:lnTo>
                <a:lnTo>
                  <a:pt x="1439" y="1591"/>
                </a:lnTo>
                <a:lnTo>
                  <a:pt x="1438" y="1591"/>
                </a:lnTo>
                <a:lnTo>
                  <a:pt x="1438" y="1590"/>
                </a:lnTo>
                <a:lnTo>
                  <a:pt x="1437" y="1590"/>
                </a:lnTo>
                <a:lnTo>
                  <a:pt x="1437" y="1589"/>
                </a:lnTo>
                <a:lnTo>
                  <a:pt x="1437" y="1588"/>
                </a:lnTo>
                <a:lnTo>
                  <a:pt x="1436" y="1588"/>
                </a:lnTo>
                <a:lnTo>
                  <a:pt x="1434" y="1586"/>
                </a:lnTo>
                <a:lnTo>
                  <a:pt x="1433" y="1586"/>
                </a:lnTo>
                <a:lnTo>
                  <a:pt x="1433" y="1587"/>
                </a:lnTo>
                <a:lnTo>
                  <a:pt x="1433" y="1588"/>
                </a:lnTo>
                <a:lnTo>
                  <a:pt x="1432" y="1588"/>
                </a:lnTo>
                <a:lnTo>
                  <a:pt x="1431" y="1588"/>
                </a:lnTo>
                <a:lnTo>
                  <a:pt x="1431" y="1589"/>
                </a:lnTo>
                <a:lnTo>
                  <a:pt x="1430" y="1589"/>
                </a:lnTo>
                <a:lnTo>
                  <a:pt x="1428" y="1589"/>
                </a:lnTo>
                <a:lnTo>
                  <a:pt x="1427" y="1590"/>
                </a:lnTo>
                <a:lnTo>
                  <a:pt x="1427" y="1589"/>
                </a:lnTo>
                <a:lnTo>
                  <a:pt x="1426" y="1589"/>
                </a:lnTo>
                <a:lnTo>
                  <a:pt x="1424" y="1590"/>
                </a:lnTo>
                <a:lnTo>
                  <a:pt x="1423" y="1590"/>
                </a:lnTo>
                <a:lnTo>
                  <a:pt x="1422" y="1589"/>
                </a:lnTo>
                <a:lnTo>
                  <a:pt x="1421" y="1589"/>
                </a:lnTo>
                <a:lnTo>
                  <a:pt x="1421" y="1588"/>
                </a:lnTo>
                <a:lnTo>
                  <a:pt x="1420" y="1587"/>
                </a:lnTo>
                <a:lnTo>
                  <a:pt x="1419" y="1587"/>
                </a:lnTo>
                <a:lnTo>
                  <a:pt x="1419" y="1585"/>
                </a:lnTo>
                <a:lnTo>
                  <a:pt x="1418" y="1584"/>
                </a:lnTo>
                <a:lnTo>
                  <a:pt x="1416" y="1585"/>
                </a:lnTo>
                <a:lnTo>
                  <a:pt x="1415" y="1586"/>
                </a:lnTo>
                <a:lnTo>
                  <a:pt x="1414" y="1586"/>
                </a:lnTo>
                <a:lnTo>
                  <a:pt x="1413" y="1586"/>
                </a:lnTo>
                <a:lnTo>
                  <a:pt x="1412" y="1586"/>
                </a:lnTo>
                <a:lnTo>
                  <a:pt x="1412" y="1587"/>
                </a:lnTo>
                <a:lnTo>
                  <a:pt x="1411" y="1587"/>
                </a:lnTo>
                <a:lnTo>
                  <a:pt x="1411" y="1586"/>
                </a:lnTo>
                <a:lnTo>
                  <a:pt x="1410" y="1585"/>
                </a:lnTo>
                <a:lnTo>
                  <a:pt x="1409" y="1584"/>
                </a:lnTo>
                <a:lnTo>
                  <a:pt x="1408" y="1584"/>
                </a:lnTo>
                <a:lnTo>
                  <a:pt x="1408" y="1583"/>
                </a:lnTo>
                <a:lnTo>
                  <a:pt x="1407" y="1582"/>
                </a:lnTo>
                <a:lnTo>
                  <a:pt x="1406" y="1582"/>
                </a:lnTo>
                <a:lnTo>
                  <a:pt x="1405" y="1582"/>
                </a:lnTo>
                <a:lnTo>
                  <a:pt x="1405" y="1581"/>
                </a:lnTo>
                <a:lnTo>
                  <a:pt x="1404" y="1580"/>
                </a:lnTo>
                <a:lnTo>
                  <a:pt x="1404" y="1579"/>
                </a:lnTo>
                <a:lnTo>
                  <a:pt x="1404" y="1577"/>
                </a:lnTo>
                <a:lnTo>
                  <a:pt x="1402" y="1576"/>
                </a:lnTo>
                <a:lnTo>
                  <a:pt x="1400" y="1575"/>
                </a:lnTo>
                <a:lnTo>
                  <a:pt x="1399" y="1576"/>
                </a:lnTo>
                <a:lnTo>
                  <a:pt x="1398" y="1576"/>
                </a:lnTo>
                <a:lnTo>
                  <a:pt x="1398" y="1577"/>
                </a:lnTo>
                <a:lnTo>
                  <a:pt x="1397" y="1577"/>
                </a:lnTo>
                <a:lnTo>
                  <a:pt x="1397" y="1576"/>
                </a:lnTo>
                <a:lnTo>
                  <a:pt x="1396" y="1575"/>
                </a:lnTo>
                <a:lnTo>
                  <a:pt x="1395" y="1574"/>
                </a:lnTo>
                <a:lnTo>
                  <a:pt x="1395" y="1573"/>
                </a:lnTo>
                <a:lnTo>
                  <a:pt x="1395" y="1572"/>
                </a:lnTo>
                <a:lnTo>
                  <a:pt x="1394" y="1572"/>
                </a:lnTo>
                <a:lnTo>
                  <a:pt x="1393" y="1572"/>
                </a:lnTo>
                <a:lnTo>
                  <a:pt x="1392" y="1572"/>
                </a:lnTo>
                <a:lnTo>
                  <a:pt x="1391" y="1573"/>
                </a:lnTo>
                <a:lnTo>
                  <a:pt x="1390" y="1573"/>
                </a:lnTo>
                <a:lnTo>
                  <a:pt x="1389" y="1573"/>
                </a:lnTo>
                <a:lnTo>
                  <a:pt x="1388" y="1573"/>
                </a:lnTo>
                <a:lnTo>
                  <a:pt x="1388" y="1572"/>
                </a:lnTo>
                <a:lnTo>
                  <a:pt x="1387" y="1572"/>
                </a:lnTo>
                <a:lnTo>
                  <a:pt x="1387" y="1571"/>
                </a:lnTo>
                <a:lnTo>
                  <a:pt x="1386" y="1571"/>
                </a:lnTo>
                <a:lnTo>
                  <a:pt x="1385" y="1570"/>
                </a:lnTo>
                <a:lnTo>
                  <a:pt x="1384" y="1570"/>
                </a:lnTo>
                <a:lnTo>
                  <a:pt x="1384" y="1569"/>
                </a:lnTo>
                <a:lnTo>
                  <a:pt x="1384" y="1568"/>
                </a:lnTo>
                <a:lnTo>
                  <a:pt x="1383" y="1568"/>
                </a:lnTo>
                <a:lnTo>
                  <a:pt x="1382" y="1568"/>
                </a:lnTo>
                <a:lnTo>
                  <a:pt x="1381" y="1567"/>
                </a:lnTo>
                <a:lnTo>
                  <a:pt x="1381" y="1566"/>
                </a:lnTo>
                <a:lnTo>
                  <a:pt x="1380" y="1566"/>
                </a:lnTo>
                <a:lnTo>
                  <a:pt x="1379" y="1566"/>
                </a:lnTo>
                <a:lnTo>
                  <a:pt x="1379" y="1565"/>
                </a:lnTo>
                <a:lnTo>
                  <a:pt x="1378" y="1565"/>
                </a:lnTo>
                <a:lnTo>
                  <a:pt x="1378" y="1564"/>
                </a:lnTo>
                <a:lnTo>
                  <a:pt x="1377" y="1564"/>
                </a:lnTo>
                <a:lnTo>
                  <a:pt x="1377" y="1563"/>
                </a:lnTo>
                <a:lnTo>
                  <a:pt x="1377" y="1562"/>
                </a:lnTo>
                <a:lnTo>
                  <a:pt x="1376" y="1562"/>
                </a:lnTo>
                <a:lnTo>
                  <a:pt x="1375" y="1561"/>
                </a:lnTo>
                <a:lnTo>
                  <a:pt x="1372" y="1561"/>
                </a:lnTo>
                <a:lnTo>
                  <a:pt x="1370" y="1561"/>
                </a:lnTo>
                <a:lnTo>
                  <a:pt x="1369" y="1560"/>
                </a:lnTo>
                <a:lnTo>
                  <a:pt x="1368" y="1560"/>
                </a:lnTo>
                <a:lnTo>
                  <a:pt x="1368" y="1559"/>
                </a:lnTo>
                <a:lnTo>
                  <a:pt x="1367" y="1559"/>
                </a:lnTo>
                <a:lnTo>
                  <a:pt x="1368" y="1559"/>
                </a:lnTo>
                <a:lnTo>
                  <a:pt x="1368" y="1557"/>
                </a:lnTo>
                <a:lnTo>
                  <a:pt x="1367" y="1556"/>
                </a:lnTo>
                <a:lnTo>
                  <a:pt x="1367" y="1555"/>
                </a:lnTo>
                <a:lnTo>
                  <a:pt x="1367" y="1553"/>
                </a:lnTo>
                <a:lnTo>
                  <a:pt x="1366" y="1552"/>
                </a:lnTo>
                <a:lnTo>
                  <a:pt x="1366" y="1550"/>
                </a:lnTo>
                <a:lnTo>
                  <a:pt x="1366" y="1549"/>
                </a:lnTo>
                <a:lnTo>
                  <a:pt x="1366" y="1548"/>
                </a:lnTo>
                <a:lnTo>
                  <a:pt x="1366" y="1547"/>
                </a:lnTo>
                <a:lnTo>
                  <a:pt x="1367" y="1546"/>
                </a:lnTo>
                <a:lnTo>
                  <a:pt x="1367" y="1545"/>
                </a:lnTo>
                <a:lnTo>
                  <a:pt x="1367" y="1544"/>
                </a:lnTo>
                <a:lnTo>
                  <a:pt x="1367" y="1543"/>
                </a:lnTo>
                <a:lnTo>
                  <a:pt x="1368" y="1543"/>
                </a:lnTo>
                <a:lnTo>
                  <a:pt x="1369" y="1542"/>
                </a:lnTo>
                <a:lnTo>
                  <a:pt x="1370" y="1542"/>
                </a:lnTo>
                <a:lnTo>
                  <a:pt x="1370" y="1543"/>
                </a:lnTo>
                <a:lnTo>
                  <a:pt x="1371" y="1543"/>
                </a:lnTo>
                <a:lnTo>
                  <a:pt x="1372" y="1543"/>
                </a:lnTo>
                <a:lnTo>
                  <a:pt x="1372" y="1542"/>
                </a:lnTo>
                <a:lnTo>
                  <a:pt x="1372" y="1543"/>
                </a:lnTo>
                <a:lnTo>
                  <a:pt x="1373" y="1543"/>
                </a:lnTo>
                <a:lnTo>
                  <a:pt x="1374" y="1543"/>
                </a:lnTo>
                <a:lnTo>
                  <a:pt x="1374" y="1544"/>
                </a:lnTo>
                <a:lnTo>
                  <a:pt x="1375" y="1544"/>
                </a:lnTo>
                <a:lnTo>
                  <a:pt x="1376" y="1543"/>
                </a:lnTo>
                <a:lnTo>
                  <a:pt x="1377" y="1543"/>
                </a:lnTo>
                <a:lnTo>
                  <a:pt x="1378" y="1542"/>
                </a:lnTo>
                <a:lnTo>
                  <a:pt x="1378" y="1541"/>
                </a:lnTo>
                <a:lnTo>
                  <a:pt x="1378" y="1540"/>
                </a:lnTo>
                <a:lnTo>
                  <a:pt x="1378" y="1539"/>
                </a:lnTo>
                <a:lnTo>
                  <a:pt x="1378" y="1538"/>
                </a:lnTo>
                <a:lnTo>
                  <a:pt x="1378" y="1537"/>
                </a:lnTo>
                <a:lnTo>
                  <a:pt x="1379" y="1536"/>
                </a:lnTo>
                <a:lnTo>
                  <a:pt x="1379" y="1535"/>
                </a:lnTo>
                <a:lnTo>
                  <a:pt x="1380" y="1535"/>
                </a:lnTo>
                <a:lnTo>
                  <a:pt x="1380" y="1534"/>
                </a:lnTo>
                <a:lnTo>
                  <a:pt x="1381" y="1534"/>
                </a:lnTo>
                <a:lnTo>
                  <a:pt x="1383" y="1533"/>
                </a:lnTo>
                <a:lnTo>
                  <a:pt x="1384" y="1533"/>
                </a:lnTo>
                <a:lnTo>
                  <a:pt x="1384" y="1532"/>
                </a:lnTo>
                <a:lnTo>
                  <a:pt x="1384" y="1531"/>
                </a:lnTo>
                <a:lnTo>
                  <a:pt x="1384" y="1530"/>
                </a:lnTo>
                <a:lnTo>
                  <a:pt x="1383" y="1530"/>
                </a:lnTo>
                <a:lnTo>
                  <a:pt x="1382" y="1529"/>
                </a:lnTo>
                <a:lnTo>
                  <a:pt x="1381" y="1529"/>
                </a:lnTo>
                <a:lnTo>
                  <a:pt x="1380" y="1529"/>
                </a:lnTo>
                <a:lnTo>
                  <a:pt x="1379" y="1529"/>
                </a:lnTo>
                <a:lnTo>
                  <a:pt x="1378" y="1530"/>
                </a:lnTo>
                <a:lnTo>
                  <a:pt x="1377" y="1530"/>
                </a:lnTo>
                <a:lnTo>
                  <a:pt x="1376" y="1530"/>
                </a:lnTo>
                <a:lnTo>
                  <a:pt x="1375" y="1529"/>
                </a:lnTo>
                <a:lnTo>
                  <a:pt x="1374" y="1529"/>
                </a:lnTo>
                <a:lnTo>
                  <a:pt x="1374" y="1528"/>
                </a:lnTo>
                <a:lnTo>
                  <a:pt x="1373" y="1528"/>
                </a:lnTo>
                <a:lnTo>
                  <a:pt x="1374" y="1527"/>
                </a:lnTo>
                <a:lnTo>
                  <a:pt x="1374" y="1526"/>
                </a:lnTo>
                <a:lnTo>
                  <a:pt x="1375" y="1526"/>
                </a:lnTo>
                <a:lnTo>
                  <a:pt x="1375" y="1525"/>
                </a:lnTo>
                <a:lnTo>
                  <a:pt x="1376" y="1524"/>
                </a:lnTo>
                <a:lnTo>
                  <a:pt x="1376" y="1523"/>
                </a:lnTo>
                <a:lnTo>
                  <a:pt x="1376" y="1522"/>
                </a:lnTo>
                <a:lnTo>
                  <a:pt x="1377" y="1522"/>
                </a:lnTo>
                <a:lnTo>
                  <a:pt x="1377" y="1521"/>
                </a:lnTo>
                <a:lnTo>
                  <a:pt x="1376" y="1521"/>
                </a:lnTo>
                <a:lnTo>
                  <a:pt x="1375" y="1522"/>
                </a:lnTo>
                <a:lnTo>
                  <a:pt x="1375" y="1521"/>
                </a:lnTo>
                <a:lnTo>
                  <a:pt x="1376" y="1521"/>
                </a:lnTo>
                <a:lnTo>
                  <a:pt x="1376" y="1520"/>
                </a:lnTo>
                <a:lnTo>
                  <a:pt x="1376" y="1519"/>
                </a:lnTo>
                <a:lnTo>
                  <a:pt x="1378" y="1519"/>
                </a:lnTo>
                <a:lnTo>
                  <a:pt x="1379" y="1518"/>
                </a:lnTo>
                <a:lnTo>
                  <a:pt x="1378" y="1518"/>
                </a:lnTo>
                <a:lnTo>
                  <a:pt x="1378" y="1517"/>
                </a:lnTo>
                <a:lnTo>
                  <a:pt x="1378" y="1516"/>
                </a:lnTo>
                <a:lnTo>
                  <a:pt x="1378" y="1515"/>
                </a:lnTo>
                <a:lnTo>
                  <a:pt x="1377" y="1515"/>
                </a:lnTo>
                <a:lnTo>
                  <a:pt x="1377" y="1514"/>
                </a:lnTo>
                <a:lnTo>
                  <a:pt x="1377" y="1513"/>
                </a:lnTo>
                <a:lnTo>
                  <a:pt x="1376" y="1513"/>
                </a:lnTo>
                <a:lnTo>
                  <a:pt x="1376" y="1512"/>
                </a:lnTo>
                <a:lnTo>
                  <a:pt x="1376" y="1511"/>
                </a:lnTo>
                <a:lnTo>
                  <a:pt x="1375" y="1510"/>
                </a:lnTo>
                <a:lnTo>
                  <a:pt x="1375" y="1509"/>
                </a:lnTo>
                <a:lnTo>
                  <a:pt x="1375" y="1508"/>
                </a:lnTo>
                <a:lnTo>
                  <a:pt x="1375" y="1506"/>
                </a:lnTo>
                <a:lnTo>
                  <a:pt x="1374" y="1505"/>
                </a:lnTo>
                <a:lnTo>
                  <a:pt x="1374" y="1504"/>
                </a:lnTo>
                <a:lnTo>
                  <a:pt x="1373" y="1504"/>
                </a:lnTo>
                <a:lnTo>
                  <a:pt x="1373" y="1503"/>
                </a:lnTo>
                <a:lnTo>
                  <a:pt x="1373" y="1502"/>
                </a:lnTo>
                <a:lnTo>
                  <a:pt x="1372" y="1502"/>
                </a:lnTo>
                <a:lnTo>
                  <a:pt x="1372" y="1501"/>
                </a:lnTo>
                <a:lnTo>
                  <a:pt x="1372" y="1500"/>
                </a:lnTo>
                <a:lnTo>
                  <a:pt x="1372" y="1499"/>
                </a:lnTo>
                <a:lnTo>
                  <a:pt x="1372" y="1498"/>
                </a:lnTo>
                <a:lnTo>
                  <a:pt x="1372" y="1497"/>
                </a:lnTo>
                <a:lnTo>
                  <a:pt x="1372" y="1496"/>
                </a:lnTo>
                <a:lnTo>
                  <a:pt x="1372" y="1495"/>
                </a:lnTo>
                <a:lnTo>
                  <a:pt x="1372" y="1494"/>
                </a:lnTo>
                <a:lnTo>
                  <a:pt x="1371" y="1492"/>
                </a:lnTo>
                <a:lnTo>
                  <a:pt x="1371" y="1491"/>
                </a:lnTo>
                <a:lnTo>
                  <a:pt x="1370" y="1490"/>
                </a:lnTo>
                <a:lnTo>
                  <a:pt x="1369" y="1488"/>
                </a:lnTo>
                <a:lnTo>
                  <a:pt x="1370" y="1488"/>
                </a:lnTo>
                <a:lnTo>
                  <a:pt x="1371" y="1487"/>
                </a:lnTo>
                <a:lnTo>
                  <a:pt x="1372" y="1486"/>
                </a:lnTo>
                <a:lnTo>
                  <a:pt x="1373" y="1486"/>
                </a:lnTo>
                <a:lnTo>
                  <a:pt x="1373" y="1487"/>
                </a:lnTo>
                <a:lnTo>
                  <a:pt x="1374" y="1487"/>
                </a:lnTo>
                <a:lnTo>
                  <a:pt x="1374" y="1488"/>
                </a:lnTo>
                <a:lnTo>
                  <a:pt x="1375" y="1488"/>
                </a:lnTo>
                <a:lnTo>
                  <a:pt x="1378" y="1488"/>
                </a:lnTo>
                <a:lnTo>
                  <a:pt x="1379" y="1489"/>
                </a:lnTo>
                <a:lnTo>
                  <a:pt x="1381" y="1489"/>
                </a:lnTo>
                <a:lnTo>
                  <a:pt x="1381" y="1490"/>
                </a:lnTo>
                <a:lnTo>
                  <a:pt x="1381" y="1489"/>
                </a:lnTo>
                <a:lnTo>
                  <a:pt x="1381" y="1488"/>
                </a:lnTo>
                <a:lnTo>
                  <a:pt x="1381" y="1487"/>
                </a:lnTo>
                <a:lnTo>
                  <a:pt x="1380" y="1487"/>
                </a:lnTo>
                <a:lnTo>
                  <a:pt x="1381" y="1487"/>
                </a:lnTo>
                <a:lnTo>
                  <a:pt x="1382" y="1487"/>
                </a:lnTo>
                <a:lnTo>
                  <a:pt x="1382" y="1486"/>
                </a:lnTo>
                <a:lnTo>
                  <a:pt x="1383" y="1486"/>
                </a:lnTo>
                <a:lnTo>
                  <a:pt x="1384" y="1485"/>
                </a:lnTo>
                <a:lnTo>
                  <a:pt x="1385" y="1485"/>
                </a:lnTo>
                <a:lnTo>
                  <a:pt x="1386" y="1485"/>
                </a:lnTo>
                <a:lnTo>
                  <a:pt x="1385" y="1485"/>
                </a:lnTo>
                <a:lnTo>
                  <a:pt x="1385" y="1484"/>
                </a:lnTo>
                <a:lnTo>
                  <a:pt x="1384" y="1485"/>
                </a:lnTo>
                <a:lnTo>
                  <a:pt x="1383" y="1485"/>
                </a:lnTo>
                <a:lnTo>
                  <a:pt x="1383" y="1484"/>
                </a:lnTo>
                <a:lnTo>
                  <a:pt x="1382" y="1483"/>
                </a:lnTo>
                <a:lnTo>
                  <a:pt x="1381" y="1483"/>
                </a:lnTo>
                <a:lnTo>
                  <a:pt x="1380" y="1482"/>
                </a:lnTo>
                <a:lnTo>
                  <a:pt x="1378" y="1481"/>
                </a:lnTo>
                <a:lnTo>
                  <a:pt x="1376" y="1482"/>
                </a:lnTo>
                <a:lnTo>
                  <a:pt x="1374" y="1483"/>
                </a:lnTo>
                <a:lnTo>
                  <a:pt x="1374" y="1484"/>
                </a:lnTo>
                <a:lnTo>
                  <a:pt x="1373" y="1484"/>
                </a:lnTo>
                <a:lnTo>
                  <a:pt x="1372" y="1484"/>
                </a:lnTo>
                <a:lnTo>
                  <a:pt x="1371" y="1483"/>
                </a:lnTo>
                <a:lnTo>
                  <a:pt x="1370" y="1483"/>
                </a:lnTo>
                <a:lnTo>
                  <a:pt x="1369" y="1484"/>
                </a:lnTo>
                <a:lnTo>
                  <a:pt x="1368" y="1484"/>
                </a:lnTo>
                <a:lnTo>
                  <a:pt x="1368" y="1483"/>
                </a:lnTo>
                <a:lnTo>
                  <a:pt x="1368" y="1482"/>
                </a:lnTo>
                <a:lnTo>
                  <a:pt x="1368" y="1481"/>
                </a:lnTo>
                <a:lnTo>
                  <a:pt x="1367" y="1481"/>
                </a:lnTo>
                <a:lnTo>
                  <a:pt x="1367" y="1480"/>
                </a:lnTo>
                <a:lnTo>
                  <a:pt x="1367" y="1479"/>
                </a:lnTo>
                <a:lnTo>
                  <a:pt x="1367" y="1478"/>
                </a:lnTo>
                <a:lnTo>
                  <a:pt x="1366" y="1477"/>
                </a:lnTo>
                <a:lnTo>
                  <a:pt x="1365" y="1475"/>
                </a:lnTo>
                <a:lnTo>
                  <a:pt x="1365" y="1474"/>
                </a:lnTo>
                <a:lnTo>
                  <a:pt x="1364" y="1474"/>
                </a:lnTo>
                <a:lnTo>
                  <a:pt x="1364" y="1473"/>
                </a:lnTo>
                <a:lnTo>
                  <a:pt x="1363" y="1472"/>
                </a:lnTo>
                <a:lnTo>
                  <a:pt x="1362" y="1472"/>
                </a:lnTo>
                <a:lnTo>
                  <a:pt x="1361" y="1472"/>
                </a:lnTo>
                <a:lnTo>
                  <a:pt x="1361" y="1473"/>
                </a:lnTo>
                <a:lnTo>
                  <a:pt x="1360" y="1473"/>
                </a:lnTo>
                <a:lnTo>
                  <a:pt x="1359" y="1473"/>
                </a:lnTo>
                <a:lnTo>
                  <a:pt x="1359" y="1472"/>
                </a:lnTo>
                <a:lnTo>
                  <a:pt x="1359" y="1470"/>
                </a:lnTo>
                <a:lnTo>
                  <a:pt x="1359" y="1469"/>
                </a:lnTo>
                <a:lnTo>
                  <a:pt x="1359" y="1468"/>
                </a:lnTo>
                <a:lnTo>
                  <a:pt x="1359" y="1467"/>
                </a:lnTo>
                <a:lnTo>
                  <a:pt x="1358" y="1466"/>
                </a:lnTo>
                <a:lnTo>
                  <a:pt x="1358" y="1465"/>
                </a:lnTo>
                <a:lnTo>
                  <a:pt x="1358" y="1466"/>
                </a:lnTo>
                <a:lnTo>
                  <a:pt x="1356" y="1465"/>
                </a:lnTo>
                <a:lnTo>
                  <a:pt x="1356" y="1464"/>
                </a:lnTo>
                <a:lnTo>
                  <a:pt x="1355" y="1464"/>
                </a:lnTo>
                <a:lnTo>
                  <a:pt x="1355" y="1463"/>
                </a:lnTo>
                <a:lnTo>
                  <a:pt x="1354" y="1463"/>
                </a:lnTo>
                <a:lnTo>
                  <a:pt x="1354" y="1462"/>
                </a:lnTo>
                <a:lnTo>
                  <a:pt x="1354" y="1461"/>
                </a:lnTo>
                <a:lnTo>
                  <a:pt x="1354" y="1460"/>
                </a:lnTo>
                <a:lnTo>
                  <a:pt x="1354" y="1459"/>
                </a:lnTo>
                <a:lnTo>
                  <a:pt x="1353" y="1458"/>
                </a:lnTo>
                <a:lnTo>
                  <a:pt x="1354" y="1458"/>
                </a:lnTo>
                <a:lnTo>
                  <a:pt x="1354" y="1456"/>
                </a:lnTo>
                <a:lnTo>
                  <a:pt x="1353" y="1456"/>
                </a:lnTo>
                <a:lnTo>
                  <a:pt x="1352" y="1454"/>
                </a:lnTo>
                <a:lnTo>
                  <a:pt x="1352" y="1453"/>
                </a:lnTo>
                <a:lnTo>
                  <a:pt x="1351" y="1452"/>
                </a:lnTo>
                <a:lnTo>
                  <a:pt x="1351" y="1451"/>
                </a:lnTo>
                <a:lnTo>
                  <a:pt x="1351" y="1450"/>
                </a:lnTo>
                <a:lnTo>
                  <a:pt x="1352" y="1449"/>
                </a:lnTo>
                <a:lnTo>
                  <a:pt x="1353" y="1449"/>
                </a:lnTo>
                <a:lnTo>
                  <a:pt x="1353" y="1447"/>
                </a:lnTo>
                <a:lnTo>
                  <a:pt x="1354" y="1446"/>
                </a:lnTo>
                <a:lnTo>
                  <a:pt x="1355" y="1446"/>
                </a:lnTo>
                <a:lnTo>
                  <a:pt x="1354" y="1445"/>
                </a:lnTo>
                <a:lnTo>
                  <a:pt x="1354" y="1444"/>
                </a:lnTo>
                <a:lnTo>
                  <a:pt x="1354" y="1443"/>
                </a:lnTo>
                <a:lnTo>
                  <a:pt x="1354" y="1442"/>
                </a:lnTo>
                <a:lnTo>
                  <a:pt x="1353" y="1441"/>
                </a:lnTo>
                <a:lnTo>
                  <a:pt x="1353" y="1440"/>
                </a:lnTo>
                <a:lnTo>
                  <a:pt x="1352" y="1440"/>
                </a:lnTo>
                <a:lnTo>
                  <a:pt x="1351" y="1439"/>
                </a:lnTo>
                <a:lnTo>
                  <a:pt x="1350" y="1438"/>
                </a:lnTo>
                <a:lnTo>
                  <a:pt x="1349" y="1437"/>
                </a:lnTo>
                <a:lnTo>
                  <a:pt x="1349" y="1436"/>
                </a:lnTo>
                <a:lnTo>
                  <a:pt x="1348" y="1436"/>
                </a:lnTo>
                <a:lnTo>
                  <a:pt x="1347" y="1435"/>
                </a:lnTo>
                <a:lnTo>
                  <a:pt x="1347" y="1434"/>
                </a:lnTo>
                <a:lnTo>
                  <a:pt x="1346" y="1433"/>
                </a:lnTo>
                <a:lnTo>
                  <a:pt x="1345" y="1433"/>
                </a:lnTo>
                <a:lnTo>
                  <a:pt x="1344" y="1432"/>
                </a:lnTo>
                <a:lnTo>
                  <a:pt x="1343" y="1432"/>
                </a:lnTo>
                <a:lnTo>
                  <a:pt x="1342" y="1431"/>
                </a:lnTo>
                <a:lnTo>
                  <a:pt x="1341" y="1431"/>
                </a:lnTo>
                <a:lnTo>
                  <a:pt x="1340" y="1430"/>
                </a:lnTo>
                <a:lnTo>
                  <a:pt x="1338" y="1430"/>
                </a:lnTo>
                <a:lnTo>
                  <a:pt x="1338" y="1429"/>
                </a:lnTo>
                <a:lnTo>
                  <a:pt x="1337" y="1429"/>
                </a:lnTo>
                <a:lnTo>
                  <a:pt x="1336" y="1429"/>
                </a:lnTo>
                <a:lnTo>
                  <a:pt x="1335" y="1430"/>
                </a:lnTo>
                <a:lnTo>
                  <a:pt x="1334" y="1430"/>
                </a:lnTo>
                <a:lnTo>
                  <a:pt x="1332" y="1430"/>
                </a:lnTo>
                <a:lnTo>
                  <a:pt x="1331" y="1430"/>
                </a:lnTo>
                <a:lnTo>
                  <a:pt x="1330" y="1431"/>
                </a:lnTo>
                <a:lnTo>
                  <a:pt x="1329" y="1431"/>
                </a:lnTo>
                <a:lnTo>
                  <a:pt x="1328" y="1431"/>
                </a:lnTo>
                <a:lnTo>
                  <a:pt x="1327" y="1431"/>
                </a:lnTo>
                <a:lnTo>
                  <a:pt x="1326" y="1431"/>
                </a:lnTo>
                <a:lnTo>
                  <a:pt x="1325" y="1430"/>
                </a:lnTo>
                <a:lnTo>
                  <a:pt x="1324" y="1430"/>
                </a:lnTo>
                <a:lnTo>
                  <a:pt x="1322" y="1430"/>
                </a:lnTo>
                <a:lnTo>
                  <a:pt x="1320" y="1430"/>
                </a:lnTo>
                <a:lnTo>
                  <a:pt x="1318" y="1430"/>
                </a:lnTo>
                <a:lnTo>
                  <a:pt x="1317" y="1430"/>
                </a:lnTo>
                <a:lnTo>
                  <a:pt x="1317" y="1429"/>
                </a:lnTo>
                <a:lnTo>
                  <a:pt x="1316" y="1429"/>
                </a:lnTo>
                <a:lnTo>
                  <a:pt x="1314" y="1429"/>
                </a:lnTo>
                <a:lnTo>
                  <a:pt x="1314" y="1430"/>
                </a:lnTo>
                <a:lnTo>
                  <a:pt x="1313" y="1430"/>
                </a:lnTo>
                <a:lnTo>
                  <a:pt x="1312" y="1430"/>
                </a:lnTo>
                <a:lnTo>
                  <a:pt x="1310" y="1430"/>
                </a:lnTo>
                <a:lnTo>
                  <a:pt x="1309" y="1430"/>
                </a:lnTo>
                <a:lnTo>
                  <a:pt x="1309" y="1431"/>
                </a:lnTo>
                <a:lnTo>
                  <a:pt x="1308" y="1432"/>
                </a:lnTo>
                <a:lnTo>
                  <a:pt x="1307" y="1432"/>
                </a:lnTo>
                <a:lnTo>
                  <a:pt x="1306" y="1432"/>
                </a:lnTo>
                <a:lnTo>
                  <a:pt x="1305" y="1432"/>
                </a:lnTo>
                <a:lnTo>
                  <a:pt x="1304" y="1433"/>
                </a:lnTo>
                <a:lnTo>
                  <a:pt x="1303" y="1434"/>
                </a:lnTo>
                <a:lnTo>
                  <a:pt x="1302" y="1433"/>
                </a:lnTo>
                <a:lnTo>
                  <a:pt x="1302" y="1432"/>
                </a:lnTo>
                <a:lnTo>
                  <a:pt x="1302" y="1431"/>
                </a:lnTo>
                <a:lnTo>
                  <a:pt x="1301" y="1431"/>
                </a:lnTo>
                <a:lnTo>
                  <a:pt x="1300" y="1431"/>
                </a:lnTo>
                <a:lnTo>
                  <a:pt x="1299" y="1431"/>
                </a:lnTo>
                <a:lnTo>
                  <a:pt x="1299" y="1430"/>
                </a:lnTo>
                <a:lnTo>
                  <a:pt x="1298" y="1430"/>
                </a:lnTo>
                <a:lnTo>
                  <a:pt x="1297" y="1430"/>
                </a:lnTo>
                <a:lnTo>
                  <a:pt x="1297" y="1429"/>
                </a:lnTo>
                <a:lnTo>
                  <a:pt x="1296" y="1429"/>
                </a:lnTo>
                <a:lnTo>
                  <a:pt x="1295" y="1428"/>
                </a:lnTo>
                <a:lnTo>
                  <a:pt x="1294" y="1428"/>
                </a:lnTo>
                <a:lnTo>
                  <a:pt x="1294" y="1429"/>
                </a:lnTo>
                <a:lnTo>
                  <a:pt x="1293" y="1429"/>
                </a:lnTo>
                <a:lnTo>
                  <a:pt x="1293" y="1428"/>
                </a:lnTo>
                <a:lnTo>
                  <a:pt x="1292" y="1428"/>
                </a:lnTo>
                <a:lnTo>
                  <a:pt x="1292" y="1429"/>
                </a:lnTo>
                <a:lnTo>
                  <a:pt x="1291" y="1429"/>
                </a:lnTo>
                <a:lnTo>
                  <a:pt x="1291" y="1428"/>
                </a:lnTo>
                <a:lnTo>
                  <a:pt x="1291" y="1427"/>
                </a:lnTo>
                <a:lnTo>
                  <a:pt x="1290" y="1427"/>
                </a:lnTo>
                <a:lnTo>
                  <a:pt x="1289" y="1427"/>
                </a:lnTo>
                <a:lnTo>
                  <a:pt x="1289" y="1426"/>
                </a:lnTo>
                <a:lnTo>
                  <a:pt x="1290" y="1426"/>
                </a:lnTo>
                <a:lnTo>
                  <a:pt x="1290" y="1425"/>
                </a:lnTo>
                <a:lnTo>
                  <a:pt x="1291" y="1425"/>
                </a:lnTo>
                <a:lnTo>
                  <a:pt x="1291" y="1424"/>
                </a:lnTo>
                <a:lnTo>
                  <a:pt x="1290" y="1424"/>
                </a:lnTo>
                <a:lnTo>
                  <a:pt x="1289" y="1424"/>
                </a:lnTo>
                <a:lnTo>
                  <a:pt x="1289" y="1423"/>
                </a:lnTo>
                <a:lnTo>
                  <a:pt x="1289" y="1424"/>
                </a:lnTo>
                <a:lnTo>
                  <a:pt x="1289" y="1425"/>
                </a:lnTo>
                <a:lnTo>
                  <a:pt x="1288" y="1425"/>
                </a:lnTo>
                <a:lnTo>
                  <a:pt x="1287" y="1425"/>
                </a:lnTo>
                <a:lnTo>
                  <a:pt x="1286" y="1425"/>
                </a:lnTo>
                <a:lnTo>
                  <a:pt x="1286" y="1424"/>
                </a:lnTo>
                <a:lnTo>
                  <a:pt x="1287" y="1423"/>
                </a:lnTo>
                <a:lnTo>
                  <a:pt x="1286" y="1422"/>
                </a:lnTo>
                <a:lnTo>
                  <a:pt x="1285" y="1423"/>
                </a:lnTo>
                <a:lnTo>
                  <a:pt x="1285" y="1424"/>
                </a:lnTo>
                <a:lnTo>
                  <a:pt x="1284" y="1425"/>
                </a:lnTo>
                <a:lnTo>
                  <a:pt x="1284" y="1424"/>
                </a:lnTo>
                <a:lnTo>
                  <a:pt x="1283" y="1424"/>
                </a:lnTo>
                <a:lnTo>
                  <a:pt x="1283" y="1423"/>
                </a:lnTo>
                <a:lnTo>
                  <a:pt x="1283" y="1422"/>
                </a:lnTo>
                <a:lnTo>
                  <a:pt x="1282" y="1422"/>
                </a:lnTo>
                <a:lnTo>
                  <a:pt x="1282" y="1423"/>
                </a:lnTo>
                <a:lnTo>
                  <a:pt x="1282" y="1424"/>
                </a:lnTo>
                <a:lnTo>
                  <a:pt x="1281" y="1424"/>
                </a:lnTo>
                <a:lnTo>
                  <a:pt x="1281" y="1425"/>
                </a:lnTo>
                <a:lnTo>
                  <a:pt x="1280" y="1426"/>
                </a:lnTo>
                <a:lnTo>
                  <a:pt x="1279" y="1426"/>
                </a:lnTo>
                <a:lnTo>
                  <a:pt x="1278" y="1426"/>
                </a:lnTo>
                <a:lnTo>
                  <a:pt x="1278" y="1427"/>
                </a:lnTo>
                <a:lnTo>
                  <a:pt x="1278" y="1428"/>
                </a:lnTo>
                <a:lnTo>
                  <a:pt x="1277" y="1429"/>
                </a:lnTo>
                <a:lnTo>
                  <a:pt x="1277" y="1430"/>
                </a:lnTo>
                <a:lnTo>
                  <a:pt x="1277" y="1431"/>
                </a:lnTo>
                <a:lnTo>
                  <a:pt x="1276" y="1431"/>
                </a:lnTo>
                <a:lnTo>
                  <a:pt x="1276" y="1430"/>
                </a:lnTo>
                <a:lnTo>
                  <a:pt x="1275" y="1430"/>
                </a:lnTo>
                <a:lnTo>
                  <a:pt x="1274" y="1429"/>
                </a:lnTo>
                <a:lnTo>
                  <a:pt x="1273" y="1429"/>
                </a:lnTo>
                <a:lnTo>
                  <a:pt x="1273" y="1430"/>
                </a:lnTo>
                <a:lnTo>
                  <a:pt x="1273" y="1429"/>
                </a:lnTo>
                <a:lnTo>
                  <a:pt x="1274" y="1428"/>
                </a:lnTo>
                <a:lnTo>
                  <a:pt x="1274" y="1427"/>
                </a:lnTo>
                <a:lnTo>
                  <a:pt x="1274" y="1426"/>
                </a:lnTo>
                <a:lnTo>
                  <a:pt x="1275" y="1426"/>
                </a:lnTo>
                <a:lnTo>
                  <a:pt x="1275" y="1425"/>
                </a:lnTo>
                <a:lnTo>
                  <a:pt x="1276" y="1424"/>
                </a:lnTo>
                <a:lnTo>
                  <a:pt x="1276" y="1423"/>
                </a:lnTo>
                <a:lnTo>
                  <a:pt x="1276" y="1422"/>
                </a:lnTo>
                <a:lnTo>
                  <a:pt x="1276" y="1421"/>
                </a:lnTo>
                <a:lnTo>
                  <a:pt x="1277" y="1421"/>
                </a:lnTo>
                <a:lnTo>
                  <a:pt x="1277" y="1420"/>
                </a:lnTo>
                <a:lnTo>
                  <a:pt x="1276" y="1420"/>
                </a:lnTo>
                <a:lnTo>
                  <a:pt x="1275" y="1420"/>
                </a:lnTo>
                <a:lnTo>
                  <a:pt x="1275" y="1419"/>
                </a:lnTo>
                <a:lnTo>
                  <a:pt x="1274" y="1419"/>
                </a:lnTo>
                <a:lnTo>
                  <a:pt x="1274" y="1418"/>
                </a:lnTo>
                <a:lnTo>
                  <a:pt x="1275" y="1418"/>
                </a:lnTo>
                <a:lnTo>
                  <a:pt x="1275" y="1417"/>
                </a:lnTo>
                <a:lnTo>
                  <a:pt x="1275" y="1416"/>
                </a:lnTo>
                <a:lnTo>
                  <a:pt x="1276" y="1416"/>
                </a:lnTo>
                <a:lnTo>
                  <a:pt x="1275" y="1416"/>
                </a:lnTo>
                <a:lnTo>
                  <a:pt x="1275" y="1415"/>
                </a:lnTo>
                <a:lnTo>
                  <a:pt x="1275" y="1414"/>
                </a:lnTo>
                <a:lnTo>
                  <a:pt x="1274" y="1414"/>
                </a:lnTo>
                <a:lnTo>
                  <a:pt x="1274" y="1413"/>
                </a:lnTo>
                <a:lnTo>
                  <a:pt x="1275" y="1412"/>
                </a:lnTo>
                <a:lnTo>
                  <a:pt x="1275" y="1411"/>
                </a:lnTo>
                <a:lnTo>
                  <a:pt x="1274" y="1410"/>
                </a:lnTo>
                <a:lnTo>
                  <a:pt x="1273" y="1410"/>
                </a:lnTo>
                <a:lnTo>
                  <a:pt x="1272" y="1409"/>
                </a:lnTo>
                <a:lnTo>
                  <a:pt x="1271" y="1409"/>
                </a:lnTo>
                <a:lnTo>
                  <a:pt x="1271" y="1410"/>
                </a:lnTo>
                <a:lnTo>
                  <a:pt x="1270" y="1410"/>
                </a:lnTo>
                <a:lnTo>
                  <a:pt x="1269" y="1410"/>
                </a:lnTo>
                <a:lnTo>
                  <a:pt x="1268" y="1410"/>
                </a:lnTo>
                <a:lnTo>
                  <a:pt x="1268" y="1409"/>
                </a:lnTo>
                <a:lnTo>
                  <a:pt x="1268" y="1410"/>
                </a:lnTo>
                <a:lnTo>
                  <a:pt x="1267" y="1411"/>
                </a:lnTo>
                <a:lnTo>
                  <a:pt x="1266" y="1412"/>
                </a:lnTo>
                <a:lnTo>
                  <a:pt x="1266" y="1413"/>
                </a:lnTo>
                <a:lnTo>
                  <a:pt x="1265" y="1414"/>
                </a:lnTo>
                <a:lnTo>
                  <a:pt x="1265" y="1413"/>
                </a:lnTo>
                <a:lnTo>
                  <a:pt x="1264" y="1414"/>
                </a:lnTo>
                <a:lnTo>
                  <a:pt x="1264" y="1415"/>
                </a:lnTo>
                <a:lnTo>
                  <a:pt x="1263" y="1415"/>
                </a:lnTo>
                <a:lnTo>
                  <a:pt x="1263" y="1416"/>
                </a:lnTo>
                <a:lnTo>
                  <a:pt x="1264" y="1417"/>
                </a:lnTo>
                <a:lnTo>
                  <a:pt x="1264" y="1418"/>
                </a:lnTo>
                <a:lnTo>
                  <a:pt x="1263" y="1418"/>
                </a:lnTo>
                <a:lnTo>
                  <a:pt x="1262" y="1419"/>
                </a:lnTo>
                <a:lnTo>
                  <a:pt x="1262" y="1420"/>
                </a:lnTo>
                <a:lnTo>
                  <a:pt x="1262" y="1419"/>
                </a:lnTo>
                <a:lnTo>
                  <a:pt x="1261" y="1419"/>
                </a:lnTo>
                <a:lnTo>
                  <a:pt x="1260" y="1419"/>
                </a:lnTo>
                <a:lnTo>
                  <a:pt x="1259" y="1419"/>
                </a:lnTo>
                <a:lnTo>
                  <a:pt x="1258" y="1419"/>
                </a:lnTo>
                <a:lnTo>
                  <a:pt x="1257" y="1418"/>
                </a:lnTo>
                <a:lnTo>
                  <a:pt x="1256" y="1418"/>
                </a:lnTo>
                <a:lnTo>
                  <a:pt x="1255" y="1418"/>
                </a:lnTo>
                <a:lnTo>
                  <a:pt x="1255" y="1419"/>
                </a:lnTo>
                <a:lnTo>
                  <a:pt x="1254" y="1419"/>
                </a:lnTo>
                <a:lnTo>
                  <a:pt x="1253" y="1419"/>
                </a:lnTo>
                <a:lnTo>
                  <a:pt x="1252" y="1419"/>
                </a:lnTo>
                <a:lnTo>
                  <a:pt x="1251" y="1420"/>
                </a:lnTo>
                <a:lnTo>
                  <a:pt x="1250" y="1420"/>
                </a:lnTo>
                <a:lnTo>
                  <a:pt x="1250" y="1419"/>
                </a:lnTo>
                <a:lnTo>
                  <a:pt x="1249" y="1419"/>
                </a:lnTo>
                <a:lnTo>
                  <a:pt x="1247" y="1418"/>
                </a:lnTo>
                <a:lnTo>
                  <a:pt x="1246" y="1417"/>
                </a:lnTo>
                <a:lnTo>
                  <a:pt x="1246" y="1416"/>
                </a:lnTo>
                <a:lnTo>
                  <a:pt x="1244" y="1415"/>
                </a:lnTo>
                <a:lnTo>
                  <a:pt x="1243" y="1415"/>
                </a:lnTo>
                <a:lnTo>
                  <a:pt x="1243" y="1414"/>
                </a:lnTo>
                <a:lnTo>
                  <a:pt x="1243" y="1413"/>
                </a:lnTo>
                <a:lnTo>
                  <a:pt x="1244" y="1413"/>
                </a:lnTo>
                <a:lnTo>
                  <a:pt x="1244" y="1411"/>
                </a:lnTo>
                <a:lnTo>
                  <a:pt x="1244" y="1410"/>
                </a:lnTo>
                <a:lnTo>
                  <a:pt x="1243" y="1410"/>
                </a:lnTo>
                <a:lnTo>
                  <a:pt x="1242" y="1409"/>
                </a:lnTo>
                <a:lnTo>
                  <a:pt x="1241" y="1409"/>
                </a:lnTo>
                <a:lnTo>
                  <a:pt x="1240" y="1408"/>
                </a:lnTo>
                <a:lnTo>
                  <a:pt x="1239" y="1409"/>
                </a:lnTo>
                <a:lnTo>
                  <a:pt x="1237" y="1410"/>
                </a:lnTo>
                <a:lnTo>
                  <a:pt x="1237" y="1411"/>
                </a:lnTo>
                <a:lnTo>
                  <a:pt x="1236" y="1412"/>
                </a:lnTo>
                <a:lnTo>
                  <a:pt x="1234" y="1411"/>
                </a:lnTo>
                <a:lnTo>
                  <a:pt x="1233" y="1411"/>
                </a:lnTo>
                <a:lnTo>
                  <a:pt x="1233" y="1410"/>
                </a:lnTo>
                <a:lnTo>
                  <a:pt x="1232" y="1410"/>
                </a:lnTo>
                <a:lnTo>
                  <a:pt x="1231" y="1410"/>
                </a:lnTo>
                <a:lnTo>
                  <a:pt x="1230" y="1410"/>
                </a:lnTo>
                <a:lnTo>
                  <a:pt x="1229" y="1409"/>
                </a:lnTo>
                <a:lnTo>
                  <a:pt x="1229" y="1410"/>
                </a:lnTo>
                <a:lnTo>
                  <a:pt x="1228" y="1408"/>
                </a:lnTo>
                <a:lnTo>
                  <a:pt x="1228" y="1407"/>
                </a:lnTo>
                <a:lnTo>
                  <a:pt x="1228" y="1406"/>
                </a:lnTo>
                <a:lnTo>
                  <a:pt x="1229" y="1404"/>
                </a:lnTo>
                <a:lnTo>
                  <a:pt x="1230" y="1403"/>
                </a:lnTo>
                <a:lnTo>
                  <a:pt x="1230" y="1402"/>
                </a:lnTo>
                <a:lnTo>
                  <a:pt x="1229" y="1401"/>
                </a:lnTo>
                <a:lnTo>
                  <a:pt x="1229" y="1400"/>
                </a:lnTo>
                <a:lnTo>
                  <a:pt x="1230" y="1400"/>
                </a:lnTo>
                <a:lnTo>
                  <a:pt x="1230" y="1399"/>
                </a:lnTo>
                <a:lnTo>
                  <a:pt x="1231" y="1398"/>
                </a:lnTo>
                <a:lnTo>
                  <a:pt x="1231" y="1396"/>
                </a:lnTo>
                <a:lnTo>
                  <a:pt x="1232" y="1396"/>
                </a:lnTo>
                <a:lnTo>
                  <a:pt x="1232" y="1395"/>
                </a:lnTo>
                <a:lnTo>
                  <a:pt x="1232" y="1394"/>
                </a:lnTo>
                <a:lnTo>
                  <a:pt x="1232" y="1393"/>
                </a:lnTo>
                <a:lnTo>
                  <a:pt x="1231" y="1393"/>
                </a:lnTo>
                <a:lnTo>
                  <a:pt x="1231" y="1392"/>
                </a:lnTo>
                <a:lnTo>
                  <a:pt x="1230" y="1392"/>
                </a:lnTo>
                <a:lnTo>
                  <a:pt x="1230" y="1391"/>
                </a:lnTo>
                <a:lnTo>
                  <a:pt x="1230" y="1390"/>
                </a:lnTo>
                <a:lnTo>
                  <a:pt x="1229" y="1390"/>
                </a:lnTo>
                <a:lnTo>
                  <a:pt x="1228" y="1390"/>
                </a:lnTo>
                <a:lnTo>
                  <a:pt x="1228" y="1391"/>
                </a:lnTo>
                <a:lnTo>
                  <a:pt x="1227" y="1391"/>
                </a:lnTo>
                <a:lnTo>
                  <a:pt x="1226" y="1390"/>
                </a:lnTo>
                <a:lnTo>
                  <a:pt x="1225" y="1391"/>
                </a:lnTo>
                <a:lnTo>
                  <a:pt x="1225" y="1390"/>
                </a:lnTo>
                <a:lnTo>
                  <a:pt x="1225" y="1389"/>
                </a:lnTo>
                <a:lnTo>
                  <a:pt x="1224" y="1388"/>
                </a:lnTo>
                <a:lnTo>
                  <a:pt x="1224" y="1387"/>
                </a:lnTo>
                <a:lnTo>
                  <a:pt x="1224" y="1386"/>
                </a:lnTo>
                <a:lnTo>
                  <a:pt x="1224" y="1385"/>
                </a:lnTo>
                <a:lnTo>
                  <a:pt x="1225" y="1385"/>
                </a:lnTo>
                <a:lnTo>
                  <a:pt x="1225" y="1384"/>
                </a:lnTo>
                <a:lnTo>
                  <a:pt x="1226" y="1384"/>
                </a:lnTo>
                <a:lnTo>
                  <a:pt x="1227" y="1383"/>
                </a:lnTo>
                <a:lnTo>
                  <a:pt x="1227" y="1382"/>
                </a:lnTo>
                <a:lnTo>
                  <a:pt x="1227" y="1381"/>
                </a:lnTo>
                <a:lnTo>
                  <a:pt x="1228" y="1381"/>
                </a:lnTo>
                <a:lnTo>
                  <a:pt x="1229" y="1381"/>
                </a:lnTo>
                <a:lnTo>
                  <a:pt x="1229" y="1380"/>
                </a:lnTo>
                <a:lnTo>
                  <a:pt x="1229" y="1379"/>
                </a:lnTo>
                <a:lnTo>
                  <a:pt x="1229" y="1378"/>
                </a:lnTo>
                <a:lnTo>
                  <a:pt x="1228" y="1378"/>
                </a:lnTo>
                <a:lnTo>
                  <a:pt x="1228" y="1377"/>
                </a:lnTo>
                <a:lnTo>
                  <a:pt x="1228" y="1376"/>
                </a:lnTo>
                <a:lnTo>
                  <a:pt x="1228" y="1374"/>
                </a:lnTo>
                <a:lnTo>
                  <a:pt x="1227" y="1374"/>
                </a:lnTo>
                <a:lnTo>
                  <a:pt x="1226" y="1374"/>
                </a:lnTo>
                <a:lnTo>
                  <a:pt x="1225" y="1374"/>
                </a:lnTo>
                <a:lnTo>
                  <a:pt x="1224" y="1374"/>
                </a:lnTo>
                <a:lnTo>
                  <a:pt x="1225" y="1373"/>
                </a:lnTo>
                <a:lnTo>
                  <a:pt x="1225" y="1372"/>
                </a:lnTo>
                <a:lnTo>
                  <a:pt x="1225" y="1371"/>
                </a:lnTo>
                <a:lnTo>
                  <a:pt x="1226" y="1370"/>
                </a:lnTo>
                <a:lnTo>
                  <a:pt x="1226" y="1369"/>
                </a:lnTo>
                <a:lnTo>
                  <a:pt x="1226" y="1370"/>
                </a:lnTo>
                <a:lnTo>
                  <a:pt x="1227" y="1370"/>
                </a:lnTo>
                <a:lnTo>
                  <a:pt x="1228" y="1370"/>
                </a:lnTo>
                <a:lnTo>
                  <a:pt x="1229" y="1370"/>
                </a:lnTo>
                <a:lnTo>
                  <a:pt x="1229" y="1369"/>
                </a:lnTo>
                <a:lnTo>
                  <a:pt x="1230" y="1369"/>
                </a:lnTo>
                <a:lnTo>
                  <a:pt x="1230" y="1370"/>
                </a:lnTo>
                <a:lnTo>
                  <a:pt x="1231" y="1370"/>
                </a:lnTo>
                <a:lnTo>
                  <a:pt x="1231" y="1369"/>
                </a:lnTo>
                <a:lnTo>
                  <a:pt x="1230" y="1369"/>
                </a:lnTo>
                <a:lnTo>
                  <a:pt x="1230" y="1368"/>
                </a:lnTo>
                <a:lnTo>
                  <a:pt x="1231" y="1368"/>
                </a:lnTo>
                <a:lnTo>
                  <a:pt x="1232" y="1368"/>
                </a:lnTo>
                <a:lnTo>
                  <a:pt x="1231" y="1367"/>
                </a:lnTo>
                <a:lnTo>
                  <a:pt x="1230" y="1366"/>
                </a:lnTo>
                <a:lnTo>
                  <a:pt x="1229" y="1365"/>
                </a:lnTo>
                <a:lnTo>
                  <a:pt x="1229" y="1364"/>
                </a:lnTo>
                <a:lnTo>
                  <a:pt x="1228" y="1364"/>
                </a:lnTo>
                <a:lnTo>
                  <a:pt x="1227" y="1364"/>
                </a:lnTo>
                <a:lnTo>
                  <a:pt x="1226" y="1364"/>
                </a:lnTo>
                <a:lnTo>
                  <a:pt x="1226" y="1363"/>
                </a:lnTo>
                <a:lnTo>
                  <a:pt x="1225" y="1363"/>
                </a:lnTo>
                <a:lnTo>
                  <a:pt x="1225" y="1362"/>
                </a:lnTo>
                <a:lnTo>
                  <a:pt x="1225" y="1361"/>
                </a:lnTo>
                <a:lnTo>
                  <a:pt x="1226" y="1360"/>
                </a:lnTo>
                <a:lnTo>
                  <a:pt x="1226" y="1359"/>
                </a:lnTo>
                <a:lnTo>
                  <a:pt x="1225" y="1359"/>
                </a:lnTo>
                <a:lnTo>
                  <a:pt x="1225" y="1358"/>
                </a:lnTo>
                <a:lnTo>
                  <a:pt x="1225" y="1357"/>
                </a:lnTo>
                <a:lnTo>
                  <a:pt x="1225" y="1356"/>
                </a:lnTo>
                <a:lnTo>
                  <a:pt x="1225" y="1354"/>
                </a:lnTo>
                <a:lnTo>
                  <a:pt x="1224" y="1353"/>
                </a:lnTo>
                <a:lnTo>
                  <a:pt x="1223" y="1353"/>
                </a:lnTo>
                <a:lnTo>
                  <a:pt x="1222" y="1352"/>
                </a:lnTo>
                <a:lnTo>
                  <a:pt x="1221" y="1352"/>
                </a:lnTo>
                <a:lnTo>
                  <a:pt x="1220" y="1351"/>
                </a:lnTo>
                <a:lnTo>
                  <a:pt x="1218" y="1351"/>
                </a:lnTo>
                <a:lnTo>
                  <a:pt x="1218" y="1350"/>
                </a:lnTo>
                <a:lnTo>
                  <a:pt x="1217" y="1350"/>
                </a:lnTo>
                <a:lnTo>
                  <a:pt x="1216" y="1350"/>
                </a:lnTo>
                <a:lnTo>
                  <a:pt x="1215" y="1351"/>
                </a:lnTo>
                <a:lnTo>
                  <a:pt x="1214" y="1351"/>
                </a:lnTo>
                <a:lnTo>
                  <a:pt x="1213" y="1351"/>
                </a:lnTo>
                <a:lnTo>
                  <a:pt x="1212" y="1351"/>
                </a:lnTo>
                <a:lnTo>
                  <a:pt x="1211" y="1351"/>
                </a:lnTo>
                <a:lnTo>
                  <a:pt x="1210" y="1351"/>
                </a:lnTo>
                <a:lnTo>
                  <a:pt x="1209" y="1350"/>
                </a:lnTo>
                <a:lnTo>
                  <a:pt x="1208" y="1349"/>
                </a:lnTo>
                <a:lnTo>
                  <a:pt x="1207" y="1349"/>
                </a:lnTo>
                <a:lnTo>
                  <a:pt x="1207" y="1348"/>
                </a:lnTo>
                <a:lnTo>
                  <a:pt x="1207" y="1347"/>
                </a:lnTo>
                <a:lnTo>
                  <a:pt x="1207" y="1345"/>
                </a:lnTo>
                <a:lnTo>
                  <a:pt x="1207" y="1343"/>
                </a:lnTo>
                <a:lnTo>
                  <a:pt x="1207" y="1342"/>
                </a:lnTo>
                <a:lnTo>
                  <a:pt x="1207" y="1341"/>
                </a:lnTo>
                <a:lnTo>
                  <a:pt x="1206" y="1340"/>
                </a:lnTo>
                <a:lnTo>
                  <a:pt x="1205" y="1339"/>
                </a:lnTo>
                <a:lnTo>
                  <a:pt x="1206" y="1339"/>
                </a:lnTo>
                <a:lnTo>
                  <a:pt x="1206" y="1338"/>
                </a:lnTo>
                <a:lnTo>
                  <a:pt x="1206" y="1337"/>
                </a:lnTo>
                <a:lnTo>
                  <a:pt x="1205" y="1336"/>
                </a:lnTo>
                <a:lnTo>
                  <a:pt x="1204" y="1336"/>
                </a:lnTo>
                <a:lnTo>
                  <a:pt x="1204" y="1335"/>
                </a:lnTo>
                <a:lnTo>
                  <a:pt x="1205" y="1335"/>
                </a:lnTo>
                <a:lnTo>
                  <a:pt x="1205" y="1334"/>
                </a:lnTo>
                <a:lnTo>
                  <a:pt x="1204" y="1333"/>
                </a:lnTo>
                <a:lnTo>
                  <a:pt x="1203" y="1333"/>
                </a:lnTo>
                <a:lnTo>
                  <a:pt x="1201" y="1332"/>
                </a:lnTo>
                <a:lnTo>
                  <a:pt x="1200" y="1332"/>
                </a:lnTo>
                <a:lnTo>
                  <a:pt x="1200" y="1331"/>
                </a:lnTo>
                <a:lnTo>
                  <a:pt x="1196" y="1331"/>
                </a:lnTo>
                <a:lnTo>
                  <a:pt x="1195" y="1331"/>
                </a:lnTo>
                <a:lnTo>
                  <a:pt x="1193" y="1332"/>
                </a:lnTo>
                <a:lnTo>
                  <a:pt x="1193" y="1333"/>
                </a:lnTo>
                <a:lnTo>
                  <a:pt x="1194" y="1334"/>
                </a:lnTo>
                <a:lnTo>
                  <a:pt x="1194" y="1336"/>
                </a:lnTo>
                <a:lnTo>
                  <a:pt x="1193" y="1336"/>
                </a:lnTo>
                <a:lnTo>
                  <a:pt x="1193" y="1337"/>
                </a:lnTo>
                <a:lnTo>
                  <a:pt x="1191" y="1338"/>
                </a:lnTo>
                <a:lnTo>
                  <a:pt x="1191" y="1337"/>
                </a:lnTo>
                <a:lnTo>
                  <a:pt x="1190" y="1337"/>
                </a:lnTo>
                <a:lnTo>
                  <a:pt x="1189" y="1337"/>
                </a:lnTo>
                <a:lnTo>
                  <a:pt x="1188" y="1337"/>
                </a:lnTo>
                <a:lnTo>
                  <a:pt x="1187" y="1337"/>
                </a:lnTo>
                <a:lnTo>
                  <a:pt x="1186" y="1337"/>
                </a:lnTo>
                <a:lnTo>
                  <a:pt x="1185" y="1337"/>
                </a:lnTo>
                <a:lnTo>
                  <a:pt x="1185" y="1338"/>
                </a:lnTo>
                <a:lnTo>
                  <a:pt x="1185" y="1339"/>
                </a:lnTo>
                <a:lnTo>
                  <a:pt x="1184" y="1339"/>
                </a:lnTo>
                <a:lnTo>
                  <a:pt x="1184" y="1340"/>
                </a:lnTo>
                <a:lnTo>
                  <a:pt x="1184" y="1341"/>
                </a:lnTo>
                <a:lnTo>
                  <a:pt x="1183" y="1342"/>
                </a:lnTo>
                <a:lnTo>
                  <a:pt x="1182" y="1342"/>
                </a:lnTo>
                <a:lnTo>
                  <a:pt x="1181" y="1342"/>
                </a:lnTo>
                <a:lnTo>
                  <a:pt x="1179" y="1342"/>
                </a:lnTo>
                <a:lnTo>
                  <a:pt x="1179" y="1343"/>
                </a:lnTo>
                <a:lnTo>
                  <a:pt x="1178" y="1343"/>
                </a:lnTo>
                <a:lnTo>
                  <a:pt x="1177" y="1342"/>
                </a:lnTo>
                <a:lnTo>
                  <a:pt x="1177" y="1343"/>
                </a:lnTo>
                <a:lnTo>
                  <a:pt x="1176" y="1344"/>
                </a:lnTo>
                <a:lnTo>
                  <a:pt x="1175" y="1345"/>
                </a:lnTo>
                <a:lnTo>
                  <a:pt x="1175" y="1346"/>
                </a:lnTo>
                <a:lnTo>
                  <a:pt x="1174" y="1346"/>
                </a:lnTo>
                <a:lnTo>
                  <a:pt x="1173" y="1346"/>
                </a:lnTo>
                <a:lnTo>
                  <a:pt x="1173" y="1347"/>
                </a:lnTo>
                <a:lnTo>
                  <a:pt x="1173" y="1348"/>
                </a:lnTo>
                <a:lnTo>
                  <a:pt x="1172" y="1348"/>
                </a:lnTo>
                <a:lnTo>
                  <a:pt x="1171" y="1349"/>
                </a:lnTo>
                <a:lnTo>
                  <a:pt x="1170" y="1349"/>
                </a:lnTo>
                <a:lnTo>
                  <a:pt x="1169" y="1349"/>
                </a:lnTo>
                <a:lnTo>
                  <a:pt x="1168" y="1349"/>
                </a:lnTo>
                <a:lnTo>
                  <a:pt x="1168" y="1350"/>
                </a:lnTo>
                <a:lnTo>
                  <a:pt x="1168" y="1351"/>
                </a:lnTo>
                <a:lnTo>
                  <a:pt x="1167" y="1350"/>
                </a:lnTo>
                <a:lnTo>
                  <a:pt x="1167" y="1351"/>
                </a:lnTo>
                <a:lnTo>
                  <a:pt x="1167" y="1352"/>
                </a:lnTo>
                <a:lnTo>
                  <a:pt x="1167" y="1353"/>
                </a:lnTo>
                <a:lnTo>
                  <a:pt x="1166" y="1353"/>
                </a:lnTo>
                <a:lnTo>
                  <a:pt x="1166" y="1352"/>
                </a:lnTo>
                <a:lnTo>
                  <a:pt x="1165" y="1352"/>
                </a:lnTo>
                <a:lnTo>
                  <a:pt x="1165" y="1353"/>
                </a:lnTo>
                <a:lnTo>
                  <a:pt x="1164" y="1354"/>
                </a:lnTo>
                <a:lnTo>
                  <a:pt x="1164" y="1353"/>
                </a:lnTo>
                <a:lnTo>
                  <a:pt x="1163" y="1353"/>
                </a:lnTo>
                <a:lnTo>
                  <a:pt x="1163" y="1354"/>
                </a:lnTo>
                <a:lnTo>
                  <a:pt x="1162" y="1355"/>
                </a:lnTo>
                <a:lnTo>
                  <a:pt x="1161" y="1355"/>
                </a:lnTo>
                <a:lnTo>
                  <a:pt x="1161" y="1356"/>
                </a:lnTo>
                <a:lnTo>
                  <a:pt x="1162" y="1357"/>
                </a:lnTo>
                <a:lnTo>
                  <a:pt x="1163" y="1357"/>
                </a:lnTo>
                <a:lnTo>
                  <a:pt x="1164" y="1358"/>
                </a:lnTo>
                <a:lnTo>
                  <a:pt x="1165" y="1359"/>
                </a:lnTo>
                <a:lnTo>
                  <a:pt x="1165" y="1360"/>
                </a:lnTo>
                <a:lnTo>
                  <a:pt x="1165" y="1361"/>
                </a:lnTo>
                <a:lnTo>
                  <a:pt x="1166" y="1361"/>
                </a:lnTo>
                <a:lnTo>
                  <a:pt x="1166" y="1360"/>
                </a:lnTo>
                <a:lnTo>
                  <a:pt x="1167" y="1360"/>
                </a:lnTo>
                <a:lnTo>
                  <a:pt x="1168" y="1360"/>
                </a:lnTo>
                <a:lnTo>
                  <a:pt x="1168" y="1361"/>
                </a:lnTo>
                <a:lnTo>
                  <a:pt x="1168" y="1362"/>
                </a:lnTo>
                <a:lnTo>
                  <a:pt x="1168" y="1363"/>
                </a:lnTo>
                <a:lnTo>
                  <a:pt x="1169" y="1363"/>
                </a:lnTo>
                <a:lnTo>
                  <a:pt x="1169" y="1364"/>
                </a:lnTo>
                <a:lnTo>
                  <a:pt x="1168" y="1364"/>
                </a:lnTo>
                <a:lnTo>
                  <a:pt x="1168" y="1365"/>
                </a:lnTo>
                <a:lnTo>
                  <a:pt x="1168" y="1366"/>
                </a:lnTo>
                <a:lnTo>
                  <a:pt x="1168" y="1367"/>
                </a:lnTo>
                <a:lnTo>
                  <a:pt x="1167" y="1367"/>
                </a:lnTo>
                <a:lnTo>
                  <a:pt x="1167" y="1366"/>
                </a:lnTo>
                <a:lnTo>
                  <a:pt x="1166" y="1365"/>
                </a:lnTo>
                <a:lnTo>
                  <a:pt x="1165" y="1365"/>
                </a:lnTo>
                <a:lnTo>
                  <a:pt x="1164" y="1364"/>
                </a:lnTo>
                <a:lnTo>
                  <a:pt x="1163" y="1364"/>
                </a:lnTo>
                <a:lnTo>
                  <a:pt x="1163" y="1363"/>
                </a:lnTo>
                <a:lnTo>
                  <a:pt x="1162" y="1363"/>
                </a:lnTo>
                <a:lnTo>
                  <a:pt x="1161" y="1363"/>
                </a:lnTo>
                <a:lnTo>
                  <a:pt x="1160" y="1363"/>
                </a:lnTo>
                <a:lnTo>
                  <a:pt x="1159" y="1363"/>
                </a:lnTo>
                <a:lnTo>
                  <a:pt x="1158" y="1363"/>
                </a:lnTo>
                <a:lnTo>
                  <a:pt x="1157" y="1363"/>
                </a:lnTo>
                <a:lnTo>
                  <a:pt x="1157" y="1364"/>
                </a:lnTo>
                <a:lnTo>
                  <a:pt x="1156" y="1364"/>
                </a:lnTo>
                <a:lnTo>
                  <a:pt x="1156" y="1365"/>
                </a:lnTo>
                <a:lnTo>
                  <a:pt x="1155" y="1365"/>
                </a:lnTo>
                <a:lnTo>
                  <a:pt x="1154" y="1365"/>
                </a:lnTo>
                <a:lnTo>
                  <a:pt x="1153" y="1365"/>
                </a:lnTo>
                <a:lnTo>
                  <a:pt x="1152" y="1365"/>
                </a:lnTo>
                <a:lnTo>
                  <a:pt x="1151" y="1365"/>
                </a:lnTo>
                <a:lnTo>
                  <a:pt x="1150" y="1365"/>
                </a:lnTo>
                <a:lnTo>
                  <a:pt x="1149" y="1366"/>
                </a:lnTo>
                <a:lnTo>
                  <a:pt x="1148" y="1367"/>
                </a:lnTo>
                <a:lnTo>
                  <a:pt x="1147" y="1366"/>
                </a:lnTo>
                <a:lnTo>
                  <a:pt x="1146" y="1366"/>
                </a:lnTo>
                <a:lnTo>
                  <a:pt x="1144" y="1367"/>
                </a:lnTo>
                <a:lnTo>
                  <a:pt x="1144" y="1366"/>
                </a:lnTo>
                <a:lnTo>
                  <a:pt x="1142" y="1365"/>
                </a:lnTo>
                <a:lnTo>
                  <a:pt x="1141" y="1364"/>
                </a:lnTo>
                <a:lnTo>
                  <a:pt x="1140" y="1365"/>
                </a:lnTo>
                <a:lnTo>
                  <a:pt x="1140" y="1366"/>
                </a:lnTo>
                <a:lnTo>
                  <a:pt x="1139" y="1366"/>
                </a:lnTo>
                <a:lnTo>
                  <a:pt x="1139" y="1368"/>
                </a:lnTo>
                <a:lnTo>
                  <a:pt x="1139" y="1369"/>
                </a:lnTo>
                <a:lnTo>
                  <a:pt x="1139" y="1370"/>
                </a:lnTo>
                <a:lnTo>
                  <a:pt x="1138" y="1371"/>
                </a:lnTo>
                <a:lnTo>
                  <a:pt x="1137" y="1372"/>
                </a:lnTo>
                <a:lnTo>
                  <a:pt x="1137" y="1373"/>
                </a:lnTo>
                <a:lnTo>
                  <a:pt x="1136" y="1375"/>
                </a:lnTo>
                <a:lnTo>
                  <a:pt x="1135" y="1377"/>
                </a:lnTo>
                <a:lnTo>
                  <a:pt x="1135" y="1378"/>
                </a:lnTo>
                <a:lnTo>
                  <a:pt x="1135" y="1381"/>
                </a:lnTo>
                <a:lnTo>
                  <a:pt x="1135" y="1382"/>
                </a:lnTo>
                <a:lnTo>
                  <a:pt x="1134" y="1382"/>
                </a:lnTo>
                <a:lnTo>
                  <a:pt x="1133" y="1382"/>
                </a:lnTo>
                <a:lnTo>
                  <a:pt x="1133" y="1381"/>
                </a:lnTo>
                <a:lnTo>
                  <a:pt x="1132" y="1381"/>
                </a:lnTo>
                <a:lnTo>
                  <a:pt x="1132" y="1382"/>
                </a:lnTo>
                <a:lnTo>
                  <a:pt x="1131" y="1382"/>
                </a:lnTo>
                <a:lnTo>
                  <a:pt x="1131" y="1381"/>
                </a:lnTo>
                <a:lnTo>
                  <a:pt x="1130" y="1381"/>
                </a:lnTo>
                <a:lnTo>
                  <a:pt x="1129" y="1381"/>
                </a:lnTo>
                <a:lnTo>
                  <a:pt x="1129" y="1382"/>
                </a:lnTo>
                <a:lnTo>
                  <a:pt x="1128" y="1382"/>
                </a:lnTo>
                <a:lnTo>
                  <a:pt x="1128" y="1381"/>
                </a:lnTo>
                <a:lnTo>
                  <a:pt x="1127" y="1381"/>
                </a:lnTo>
                <a:lnTo>
                  <a:pt x="1127" y="1380"/>
                </a:lnTo>
                <a:lnTo>
                  <a:pt x="1126" y="1380"/>
                </a:lnTo>
                <a:lnTo>
                  <a:pt x="1126" y="1381"/>
                </a:lnTo>
                <a:lnTo>
                  <a:pt x="1125" y="1382"/>
                </a:lnTo>
                <a:lnTo>
                  <a:pt x="1124" y="1382"/>
                </a:lnTo>
                <a:lnTo>
                  <a:pt x="1125" y="1380"/>
                </a:lnTo>
                <a:lnTo>
                  <a:pt x="1126" y="1379"/>
                </a:lnTo>
                <a:lnTo>
                  <a:pt x="1125" y="1378"/>
                </a:lnTo>
                <a:lnTo>
                  <a:pt x="1124" y="1378"/>
                </a:lnTo>
                <a:lnTo>
                  <a:pt x="1124" y="1379"/>
                </a:lnTo>
                <a:lnTo>
                  <a:pt x="1124" y="1380"/>
                </a:lnTo>
                <a:lnTo>
                  <a:pt x="1123" y="1380"/>
                </a:lnTo>
                <a:lnTo>
                  <a:pt x="1122" y="1381"/>
                </a:lnTo>
                <a:lnTo>
                  <a:pt x="1121" y="1380"/>
                </a:lnTo>
                <a:lnTo>
                  <a:pt x="1121" y="1379"/>
                </a:lnTo>
                <a:lnTo>
                  <a:pt x="1120" y="1379"/>
                </a:lnTo>
                <a:lnTo>
                  <a:pt x="1119" y="1379"/>
                </a:lnTo>
                <a:lnTo>
                  <a:pt x="1118" y="1381"/>
                </a:lnTo>
                <a:lnTo>
                  <a:pt x="1118" y="1382"/>
                </a:lnTo>
                <a:lnTo>
                  <a:pt x="1119" y="1382"/>
                </a:lnTo>
                <a:lnTo>
                  <a:pt x="1118" y="1382"/>
                </a:lnTo>
                <a:lnTo>
                  <a:pt x="1117" y="1382"/>
                </a:lnTo>
                <a:lnTo>
                  <a:pt x="1117" y="1381"/>
                </a:lnTo>
                <a:lnTo>
                  <a:pt x="1118" y="1381"/>
                </a:lnTo>
                <a:lnTo>
                  <a:pt x="1118" y="1380"/>
                </a:lnTo>
                <a:lnTo>
                  <a:pt x="1117" y="1380"/>
                </a:lnTo>
                <a:lnTo>
                  <a:pt x="1117" y="1379"/>
                </a:lnTo>
                <a:lnTo>
                  <a:pt x="1116" y="1380"/>
                </a:lnTo>
                <a:lnTo>
                  <a:pt x="1116" y="1381"/>
                </a:lnTo>
                <a:lnTo>
                  <a:pt x="1116" y="1382"/>
                </a:lnTo>
                <a:lnTo>
                  <a:pt x="1115" y="1382"/>
                </a:lnTo>
                <a:lnTo>
                  <a:pt x="1114" y="1382"/>
                </a:lnTo>
                <a:lnTo>
                  <a:pt x="1115" y="1382"/>
                </a:lnTo>
                <a:lnTo>
                  <a:pt x="1116" y="1382"/>
                </a:lnTo>
                <a:lnTo>
                  <a:pt x="1116" y="1383"/>
                </a:lnTo>
                <a:lnTo>
                  <a:pt x="1114" y="1383"/>
                </a:lnTo>
                <a:lnTo>
                  <a:pt x="1113" y="1383"/>
                </a:lnTo>
                <a:lnTo>
                  <a:pt x="1112" y="1383"/>
                </a:lnTo>
                <a:lnTo>
                  <a:pt x="1112" y="1382"/>
                </a:lnTo>
                <a:lnTo>
                  <a:pt x="1113" y="1382"/>
                </a:lnTo>
                <a:lnTo>
                  <a:pt x="1112" y="1382"/>
                </a:lnTo>
                <a:lnTo>
                  <a:pt x="1111" y="1382"/>
                </a:lnTo>
                <a:lnTo>
                  <a:pt x="1111" y="1381"/>
                </a:lnTo>
                <a:lnTo>
                  <a:pt x="1110" y="1381"/>
                </a:lnTo>
                <a:lnTo>
                  <a:pt x="1111" y="1381"/>
                </a:lnTo>
                <a:lnTo>
                  <a:pt x="1111" y="1380"/>
                </a:lnTo>
                <a:lnTo>
                  <a:pt x="1109" y="1380"/>
                </a:lnTo>
                <a:lnTo>
                  <a:pt x="1109" y="1381"/>
                </a:lnTo>
                <a:lnTo>
                  <a:pt x="1108" y="1382"/>
                </a:lnTo>
                <a:lnTo>
                  <a:pt x="1108" y="1381"/>
                </a:lnTo>
                <a:lnTo>
                  <a:pt x="1109" y="1380"/>
                </a:lnTo>
                <a:lnTo>
                  <a:pt x="1108" y="1380"/>
                </a:lnTo>
                <a:lnTo>
                  <a:pt x="1107" y="1379"/>
                </a:lnTo>
                <a:lnTo>
                  <a:pt x="1105" y="1380"/>
                </a:lnTo>
                <a:lnTo>
                  <a:pt x="1104" y="1380"/>
                </a:lnTo>
                <a:lnTo>
                  <a:pt x="1104" y="1381"/>
                </a:lnTo>
                <a:lnTo>
                  <a:pt x="1103" y="1382"/>
                </a:lnTo>
                <a:lnTo>
                  <a:pt x="1102" y="1382"/>
                </a:lnTo>
                <a:lnTo>
                  <a:pt x="1103" y="1382"/>
                </a:lnTo>
                <a:lnTo>
                  <a:pt x="1105" y="1383"/>
                </a:lnTo>
                <a:lnTo>
                  <a:pt x="1106" y="1384"/>
                </a:lnTo>
                <a:lnTo>
                  <a:pt x="1106" y="1385"/>
                </a:lnTo>
                <a:lnTo>
                  <a:pt x="1107" y="1386"/>
                </a:lnTo>
                <a:lnTo>
                  <a:pt x="1108" y="1387"/>
                </a:lnTo>
                <a:lnTo>
                  <a:pt x="1109" y="1388"/>
                </a:lnTo>
                <a:lnTo>
                  <a:pt x="1110" y="1389"/>
                </a:lnTo>
                <a:lnTo>
                  <a:pt x="1111" y="1391"/>
                </a:lnTo>
                <a:lnTo>
                  <a:pt x="1111" y="1392"/>
                </a:lnTo>
                <a:lnTo>
                  <a:pt x="1112" y="1392"/>
                </a:lnTo>
                <a:lnTo>
                  <a:pt x="1112" y="1393"/>
                </a:lnTo>
                <a:lnTo>
                  <a:pt x="1113" y="1394"/>
                </a:lnTo>
                <a:lnTo>
                  <a:pt x="1114" y="1395"/>
                </a:lnTo>
                <a:lnTo>
                  <a:pt x="1114" y="1396"/>
                </a:lnTo>
                <a:lnTo>
                  <a:pt x="1114" y="1397"/>
                </a:lnTo>
                <a:lnTo>
                  <a:pt x="1115" y="1397"/>
                </a:lnTo>
                <a:lnTo>
                  <a:pt x="1115" y="1398"/>
                </a:lnTo>
                <a:lnTo>
                  <a:pt x="1116" y="1398"/>
                </a:lnTo>
                <a:lnTo>
                  <a:pt x="1117" y="1398"/>
                </a:lnTo>
                <a:lnTo>
                  <a:pt x="1117" y="1400"/>
                </a:lnTo>
                <a:lnTo>
                  <a:pt x="1118" y="1400"/>
                </a:lnTo>
                <a:lnTo>
                  <a:pt x="1118" y="1401"/>
                </a:lnTo>
                <a:lnTo>
                  <a:pt x="1119" y="1402"/>
                </a:lnTo>
                <a:lnTo>
                  <a:pt x="1119" y="1403"/>
                </a:lnTo>
                <a:lnTo>
                  <a:pt x="1118" y="1404"/>
                </a:lnTo>
                <a:lnTo>
                  <a:pt x="1118" y="1405"/>
                </a:lnTo>
                <a:lnTo>
                  <a:pt x="1117" y="1405"/>
                </a:lnTo>
                <a:lnTo>
                  <a:pt x="1117" y="1406"/>
                </a:lnTo>
                <a:lnTo>
                  <a:pt x="1116" y="1406"/>
                </a:lnTo>
                <a:lnTo>
                  <a:pt x="1115" y="1407"/>
                </a:lnTo>
                <a:lnTo>
                  <a:pt x="1115" y="1408"/>
                </a:lnTo>
                <a:lnTo>
                  <a:pt x="1115" y="1409"/>
                </a:lnTo>
                <a:lnTo>
                  <a:pt x="1115" y="1410"/>
                </a:lnTo>
                <a:lnTo>
                  <a:pt x="1116" y="1410"/>
                </a:lnTo>
                <a:lnTo>
                  <a:pt x="1119" y="1410"/>
                </a:lnTo>
                <a:lnTo>
                  <a:pt x="1120" y="1410"/>
                </a:lnTo>
                <a:lnTo>
                  <a:pt x="1121" y="1410"/>
                </a:lnTo>
                <a:lnTo>
                  <a:pt x="1121" y="1411"/>
                </a:lnTo>
                <a:lnTo>
                  <a:pt x="1122" y="1411"/>
                </a:lnTo>
                <a:lnTo>
                  <a:pt x="1123" y="1411"/>
                </a:lnTo>
                <a:lnTo>
                  <a:pt x="1123" y="1412"/>
                </a:lnTo>
                <a:lnTo>
                  <a:pt x="1124" y="1413"/>
                </a:lnTo>
                <a:lnTo>
                  <a:pt x="1125" y="1414"/>
                </a:lnTo>
                <a:lnTo>
                  <a:pt x="1125" y="1415"/>
                </a:lnTo>
                <a:lnTo>
                  <a:pt x="1124" y="1416"/>
                </a:lnTo>
                <a:lnTo>
                  <a:pt x="1123" y="1417"/>
                </a:lnTo>
                <a:lnTo>
                  <a:pt x="1122" y="1418"/>
                </a:lnTo>
                <a:lnTo>
                  <a:pt x="1121" y="1418"/>
                </a:lnTo>
                <a:lnTo>
                  <a:pt x="1121" y="1419"/>
                </a:lnTo>
                <a:lnTo>
                  <a:pt x="1120" y="1419"/>
                </a:lnTo>
                <a:lnTo>
                  <a:pt x="1120" y="1420"/>
                </a:lnTo>
                <a:lnTo>
                  <a:pt x="1121" y="1421"/>
                </a:lnTo>
                <a:lnTo>
                  <a:pt x="1122" y="1421"/>
                </a:lnTo>
                <a:lnTo>
                  <a:pt x="1122" y="1422"/>
                </a:lnTo>
                <a:lnTo>
                  <a:pt x="1123" y="1422"/>
                </a:lnTo>
                <a:lnTo>
                  <a:pt x="1123" y="1421"/>
                </a:lnTo>
                <a:lnTo>
                  <a:pt x="1124" y="1420"/>
                </a:lnTo>
                <a:lnTo>
                  <a:pt x="1124" y="1419"/>
                </a:lnTo>
                <a:lnTo>
                  <a:pt x="1125" y="1419"/>
                </a:lnTo>
                <a:lnTo>
                  <a:pt x="1125" y="1418"/>
                </a:lnTo>
                <a:lnTo>
                  <a:pt x="1126" y="1418"/>
                </a:lnTo>
                <a:lnTo>
                  <a:pt x="1127" y="1418"/>
                </a:lnTo>
                <a:lnTo>
                  <a:pt x="1127" y="1419"/>
                </a:lnTo>
                <a:lnTo>
                  <a:pt x="1127" y="1420"/>
                </a:lnTo>
                <a:lnTo>
                  <a:pt x="1127" y="1421"/>
                </a:lnTo>
                <a:lnTo>
                  <a:pt x="1126" y="1421"/>
                </a:lnTo>
                <a:lnTo>
                  <a:pt x="1126" y="1423"/>
                </a:lnTo>
                <a:lnTo>
                  <a:pt x="1125" y="1425"/>
                </a:lnTo>
                <a:lnTo>
                  <a:pt x="1124" y="1427"/>
                </a:lnTo>
                <a:lnTo>
                  <a:pt x="1124" y="1428"/>
                </a:lnTo>
                <a:lnTo>
                  <a:pt x="1124" y="1429"/>
                </a:lnTo>
                <a:lnTo>
                  <a:pt x="1125" y="1430"/>
                </a:lnTo>
                <a:lnTo>
                  <a:pt x="1125" y="1431"/>
                </a:lnTo>
                <a:lnTo>
                  <a:pt x="1126" y="1431"/>
                </a:lnTo>
                <a:lnTo>
                  <a:pt x="1126" y="1432"/>
                </a:lnTo>
                <a:lnTo>
                  <a:pt x="1126" y="1433"/>
                </a:lnTo>
                <a:lnTo>
                  <a:pt x="1126" y="1434"/>
                </a:lnTo>
                <a:lnTo>
                  <a:pt x="1126" y="1435"/>
                </a:lnTo>
                <a:lnTo>
                  <a:pt x="1127" y="1435"/>
                </a:lnTo>
                <a:lnTo>
                  <a:pt x="1127" y="1436"/>
                </a:lnTo>
                <a:lnTo>
                  <a:pt x="1126" y="1436"/>
                </a:lnTo>
                <a:lnTo>
                  <a:pt x="1127" y="1437"/>
                </a:lnTo>
                <a:lnTo>
                  <a:pt x="1127" y="1438"/>
                </a:lnTo>
                <a:lnTo>
                  <a:pt x="1128" y="1438"/>
                </a:lnTo>
                <a:lnTo>
                  <a:pt x="1129" y="1438"/>
                </a:lnTo>
                <a:lnTo>
                  <a:pt x="1130" y="1439"/>
                </a:lnTo>
                <a:lnTo>
                  <a:pt x="1131" y="1439"/>
                </a:lnTo>
                <a:lnTo>
                  <a:pt x="1132" y="1440"/>
                </a:lnTo>
                <a:lnTo>
                  <a:pt x="1133" y="1440"/>
                </a:lnTo>
                <a:lnTo>
                  <a:pt x="1134" y="1440"/>
                </a:lnTo>
                <a:lnTo>
                  <a:pt x="1134" y="1441"/>
                </a:lnTo>
                <a:lnTo>
                  <a:pt x="1135" y="1442"/>
                </a:lnTo>
                <a:lnTo>
                  <a:pt x="1137" y="1442"/>
                </a:lnTo>
                <a:lnTo>
                  <a:pt x="1137" y="1443"/>
                </a:lnTo>
                <a:lnTo>
                  <a:pt x="1138" y="1443"/>
                </a:lnTo>
                <a:lnTo>
                  <a:pt x="1139" y="1443"/>
                </a:lnTo>
                <a:lnTo>
                  <a:pt x="1140" y="1443"/>
                </a:lnTo>
                <a:lnTo>
                  <a:pt x="1140" y="1444"/>
                </a:lnTo>
                <a:lnTo>
                  <a:pt x="1140" y="1445"/>
                </a:lnTo>
                <a:lnTo>
                  <a:pt x="1141" y="1446"/>
                </a:lnTo>
                <a:lnTo>
                  <a:pt x="1142" y="1447"/>
                </a:lnTo>
                <a:lnTo>
                  <a:pt x="1143" y="1447"/>
                </a:lnTo>
                <a:lnTo>
                  <a:pt x="1143" y="1448"/>
                </a:lnTo>
                <a:lnTo>
                  <a:pt x="1144" y="1448"/>
                </a:lnTo>
                <a:lnTo>
                  <a:pt x="1144" y="1449"/>
                </a:lnTo>
                <a:lnTo>
                  <a:pt x="1143" y="1449"/>
                </a:lnTo>
                <a:lnTo>
                  <a:pt x="1143" y="1450"/>
                </a:lnTo>
                <a:lnTo>
                  <a:pt x="1142" y="1450"/>
                </a:lnTo>
                <a:lnTo>
                  <a:pt x="1141" y="1450"/>
                </a:lnTo>
                <a:lnTo>
                  <a:pt x="1141" y="1449"/>
                </a:lnTo>
                <a:lnTo>
                  <a:pt x="1140" y="1449"/>
                </a:lnTo>
                <a:lnTo>
                  <a:pt x="1139" y="1450"/>
                </a:lnTo>
                <a:lnTo>
                  <a:pt x="1140" y="1451"/>
                </a:lnTo>
                <a:lnTo>
                  <a:pt x="1140" y="1452"/>
                </a:lnTo>
                <a:lnTo>
                  <a:pt x="1141" y="1452"/>
                </a:lnTo>
                <a:lnTo>
                  <a:pt x="1141" y="1453"/>
                </a:lnTo>
                <a:lnTo>
                  <a:pt x="1141" y="1454"/>
                </a:lnTo>
                <a:lnTo>
                  <a:pt x="1141" y="1455"/>
                </a:lnTo>
                <a:lnTo>
                  <a:pt x="1140" y="1456"/>
                </a:lnTo>
                <a:lnTo>
                  <a:pt x="1140" y="1457"/>
                </a:lnTo>
                <a:lnTo>
                  <a:pt x="1141" y="1457"/>
                </a:lnTo>
                <a:lnTo>
                  <a:pt x="1141" y="1458"/>
                </a:lnTo>
                <a:lnTo>
                  <a:pt x="1142" y="1458"/>
                </a:lnTo>
                <a:lnTo>
                  <a:pt x="1142" y="1459"/>
                </a:lnTo>
                <a:lnTo>
                  <a:pt x="1143" y="1459"/>
                </a:lnTo>
                <a:lnTo>
                  <a:pt x="1143" y="1460"/>
                </a:lnTo>
                <a:lnTo>
                  <a:pt x="1144" y="1460"/>
                </a:lnTo>
                <a:lnTo>
                  <a:pt x="1144" y="1461"/>
                </a:lnTo>
                <a:lnTo>
                  <a:pt x="1144" y="1462"/>
                </a:lnTo>
                <a:lnTo>
                  <a:pt x="1143" y="1462"/>
                </a:lnTo>
                <a:lnTo>
                  <a:pt x="1143" y="1461"/>
                </a:lnTo>
                <a:lnTo>
                  <a:pt x="1142" y="1461"/>
                </a:lnTo>
                <a:lnTo>
                  <a:pt x="1142" y="1460"/>
                </a:lnTo>
                <a:lnTo>
                  <a:pt x="1142" y="1459"/>
                </a:lnTo>
                <a:lnTo>
                  <a:pt x="1141" y="1459"/>
                </a:lnTo>
                <a:lnTo>
                  <a:pt x="1141" y="1458"/>
                </a:lnTo>
                <a:lnTo>
                  <a:pt x="1140" y="1459"/>
                </a:lnTo>
                <a:lnTo>
                  <a:pt x="1140" y="1460"/>
                </a:lnTo>
                <a:lnTo>
                  <a:pt x="1141" y="1460"/>
                </a:lnTo>
                <a:lnTo>
                  <a:pt x="1142" y="1461"/>
                </a:lnTo>
                <a:lnTo>
                  <a:pt x="1142" y="1462"/>
                </a:lnTo>
                <a:lnTo>
                  <a:pt x="1141" y="1462"/>
                </a:lnTo>
                <a:lnTo>
                  <a:pt x="1140" y="1461"/>
                </a:lnTo>
                <a:lnTo>
                  <a:pt x="1139" y="1461"/>
                </a:lnTo>
                <a:lnTo>
                  <a:pt x="1138" y="1462"/>
                </a:lnTo>
                <a:lnTo>
                  <a:pt x="1138" y="1463"/>
                </a:lnTo>
                <a:lnTo>
                  <a:pt x="1138" y="1464"/>
                </a:lnTo>
                <a:lnTo>
                  <a:pt x="1137" y="1464"/>
                </a:lnTo>
                <a:lnTo>
                  <a:pt x="1136" y="1464"/>
                </a:lnTo>
                <a:lnTo>
                  <a:pt x="1135" y="1465"/>
                </a:lnTo>
                <a:lnTo>
                  <a:pt x="1134" y="1465"/>
                </a:lnTo>
                <a:lnTo>
                  <a:pt x="1134" y="1467"/>
                </a:lnTo>
                <a:lnTo>
                  <a:pt x="1133" y="1467"/>
                </a:lnTo>
                <a:lnTo>
                  <a:pt x="1133" y="1468"/>
                </a:lnTo>
                <a:lnTo>
                  <a:pt x="1133" y="1469"/>
                </a:lnTo>
                <a:lnTo>
                  <a:pt x="1132" y="1469"/>
                </a:lnTo>
                <a:lnTo>
                  <a:pt x="1131" y="1468"/>
                </a:lnTo>
                <a:lnTo>
                  <a:pt x="1131" y="1467"/>
                </a:lnTo>
                <a:lnTo>
                  <a:pt x="1130" y="1467"/>
                </a:lnTo>
                <a:lnTo>
                  <a:pt x="1129" y="1467"/>
                </a:lnTo>
                <a:lnTo>
                  <a:pt x="1129" y="1468"/>
                </a:lnTo>
                <a:lnTo>
                  <a:pt x="1129" y="1469"/>
                </a:lnTo>
                <a:lnTo>
                  <a:pt x="1130" y="1469"/>
                </a:lnTo>
                <a:lnTo>
                  <a:pt x="1129" y="1470"/>
                </a:lnTo>
                <a:lnTo>
                  <a:pt x="1129" y="1471"/>
                </a:lnTo>
                <a:lnTo>
                  <a:pt x="1128" y="1470"/>
                </a:lnTo>
                <a:lnTo>
                  <a:pt x="1128" y="1469"/>
                </a:lnTo>
                <a:lnTo>
                  <a:pt x="1127" y="1468"/>
                </a:lnTo>
                <a:lnTo>
                  <a:pt x="1127" y="1467"/>
                </a:lnTo>
                <a:lnTo>
                  <a:pt x="1126" y="1467"/>
                </a:lnTo>
                <a:lnTo>
                  <a:pt x="1126" y="1468"/>
                </a:lnTo>
                <a:lnTo>
                  <a:pt x="1125" y="1469"/>
                </a:lnTo>
                <a:lnTo>
                  <a:pt x="1124" y="1469"/>
                </a:lnTo>
                <a:lnTo>
                  <a:pt x="1122" y="1470"/>
                </a:lnTo>
                <a:lnTo>
                  <a:pt x="1122" y="1469"/>
                </a:lnTo>
                <a:lnTo>
                  <a:pt x="1121" y="1468"/>
                </a:lnTo>
                <a:lnTo>
                  <a:pt x="1121" y="1467"/>
                </a:lnTo>
                <a:lnTo>
                  <a:pt x="1120" y="1467"/>
                </a:lnTo>
                <a:lnTo>
                  <a:pt x="1119" y="1468"/>
                </a:lnTo>
                <a:lnTo>
                  <a:pt x="1118" y="1468"/>
                </a:lnTo>
                <a:lnTo>
                  <a:pt x="1117" y="1467"/>
                </a:lnTo>
                <a:lnTo>
                  <a:pt x="1117" y="1466"/>
                </a:lnTo>
                <a:lnTo>
                  <a:pt x="1117" y="1465"/>
                </a:lnTo>
                <a:lnTo>
                  <a:pt x="1117" y="1466"/>
                </a:lnTo>
                <a:lnTo>
                  <a:pt x="1116" y="1467"/>
                </a:lnTo>
                <a:lnTo>
                  <a:pt x="1116" y="1468"/>
                </a:lnTo>
                <a:lnTo>
                  <a:pt x="1116" y="1469"/>
                </a:lnTo>
                <a:lnTo>
                  <a:pt x="1115" y="1470"/>
                </a:lnTo>
                <a:lnTo>
                  <a:pt x="1114" y="1470"/>
                </a:lnTo>
                <a:lnTo>
                  <a:pt x="1113" y="1470"/>
                </a:lnTo>
                <a:lnTo>
                  <a:pt x="1113" y="1471"/>
                </a:lnTo>
                <a:lnTo>
                  <a:pt x="1112" y="1471"/>
                </a:lnTo>
                <a:lnTo>
                  <a:pt x="1112" y="1472"/>
                </a:lnTo>
                <a:lnTo>
                  <a:pt x="1112" y="1473"/>
                </a:lnTo>
                <a:lnTo>
                  <a:pt x="1113" y="1473"/>
                </a:lnTo>
                <a:lnTo>
                  <a:pt x="1111" y="1475"/>
                </a:lnTo>
                <a:lnTo>
                  <a:pt x="1110" y="1475"/>
                </a:lnTo>
                <a:lnTo>
                  <a:pt x="1110" y="1476"/>
                </a:lnTo>
                <a:lnTo>
                  <a:pt x="1109" y="1476"/>
                </a:lnTo>
                <a:lnTo>
                  <a:pt x="1109" y="1477"/>
                </a:lnTo>
                <a:lnTo>
                  <a:pt x="1108" y="1478"/>
                </a:lnTo>
                <a:lnTo>
                  <a:pt x="1107" y="1478"/>
                </a:lnTo>
                <a:lnTo>
                  <a:pt x="1107" y="1479"/>
                </a:lnTo>
                <a:lnTo>
                  <a:pt x="1107" y="1480"/>
                </a:lnTo>
                <a:lnTo>
                  <a:pt x="1108" y="1480"/>
                </a:lnTo>
                <a:lnTo>
                  <a:pt x="1108" y="1481"/>
                </a:lnTo>
                <a:lnTo>
                  <a:pt x="1109" y="1481"/>
                </a:lnTo>
                <a:lnTo>
                  <a:pt x="1109" y="1482"/>
                </a:lnTo>
                <a:lnTo>
                  <a:pt x="1108" y="1482"/>
                </a:lnTo>
                <a:lnTo>
                  <a:pt x="1108" y="1483"/>
                </a:lnTo>
                <a:lnTo>
                  <a:pt x="1108" y="1484"/>
                </a:lnTo>
                <a:lnTo>
                  <a:pt x="1109" y="1484"/>
                </a:lnTo>
                <a:lnTo>
                  <a:pt x="1109" y="1485"/>
                </a:lnTo>
                <a:lnTo>
                  <a:pt x="1109" y="1486"/>
                </a:lnTo>
                <a:lnTo>
                  <a:pt x="1109" y="1487"/>
                </a:lnTo>
                <a:lnTo>
                  <a:pt x="1109" y="1488"/>
                </a:lnTo>
                <a:lnTo>
                  <a:pt x="1109" y="1489"/>
                </a:lnTo>
                <a:lnTo>
                  <a:pt x="1110" y="1491"/>
                </a:lnTo>
                <a:lnTo>
                  <a:pt x="1110" y="1492"/>
                </a:lnTo>
                <a:lnTo>
                  <a:pt x="1109" y="1493"/>
                </a:lnTo>
                <a:lnTo>
                  <a:pt x="1110" y="1493"/>
                </a:lnTo>
                <a:lnTo>
                  <a:pt x="1110" y="1494"/>
                </a:lnTo>
                <a:lnTo>
                  <a:pt x="1109" y="1495"/>
                </a:lnTo>
                <a:lnTo>
                  <a:pt x="1109" y="1496"/>
                </a:lnTo>
                <a:lnTo>
                  <a:pt x="1108" y="1496"/>
                </a:lnTo>
                <a:lnTo>
                  <a:pt x="1107" y="1495"/>
                </a:lnTo>
                <a:lnTo>
                  <a:pt x="1106" y="1495"/>
                </a:lnTo>
                <a:lnTo>
                  <a:pt x="1105" y="1494"/>
                </a:lnTo>
                <a:lnTo>
                  <a:pt x="1103" y="1493"/>
                </a:lnTo>
                <a:lnTo>
                  <a:pt x="1102" y="1492"/>
                </a:lnTo>
                <a:lnTo>
                  <a:pt x="1102" y="1491"/>
                </a:lnTo>
                <a:lnTo>
                  <a:pt x="1102" y="1490"/>
                </a:lnTo>
                <a:lnTo>
                  <a:pt x="1102" y="1489"/>
                </a:lnTo>
                <a:lnTo>
                  <a:pt x="1101" y="1488"/>
                </a:lnTo>
                <a:lnTo>
                  <a:pt x="1099" y="1487"/>
                </a:lnTo>
                <a:lnTo>
                  <a:pt x="1098" y="1486"/>
                </a:lnTo>
                <a:lnTo>
                  <a:pt x="1097" y="1485"/>
                </a:lnTo>
                <a:lnTo>
                  <a:pt x="1098" y="1485"/>
                </a:lnTo>
                <a:lnTo>
                  <a:pt x="1098" y="1484"/>
                </a:lnTo>
                <a:lnTo>
                  <a:pt x="1097" y="1484"/>
                </a:lnTo>
                <a:lnTo>
                  <a:pt x="1097" y="1485"/>
                </a:lnTo>
                <a:lnTo>
                  <a:pt x="1096" y="1486"/>
                </a:lnTo>
                <a:lnTo>
                  <a:pt x="1096" y="1488"/>
                </a:lnTo>
                <a:lnTo>
                  <a:pt x="1096" y="1489"/>
                </a:lnTo>
                <a:lnTo>
                  <a:pt x="1097" y="1489"/>
                </a:lnTo>
                <a:lnTo>
                  <a:pt x="1097" y="1490"/>
                </a:lnTo>
                <a:lnTo>
                  <a:pt x="1096" y="1491"/>
                </a:lnTo>
                <a:lnTo>
                  <a:pt x="1095" y="1492"/>
                </a:lnTo>
                <a:lnTo>
                  <a:pt x="1096" y="1493"/>
                </a:lnTo>
                <a:lnTo>
                  <a:pt x="1095" y="1494"/>
                </a:lnTo>
                <a:lnTo>
                  <a:pt x="1094" y="1495"/>
                </a:lnTo>
                <a:lnTo>
                  <a:pt x="1094" y="1496"/>
                </a:lnTo>
                <a:lnTo>
                  <a:pt x="1095" y="1496"/>
                </a:lnTo>
                <a:lnTo>
                  <a:pt x="1095" y="1497"/>
                </a:lnTo>
                <a:lnTo>
                  <a:pt x="1094" y="1497"/>
                </a:lnTo>
                <a:lnTo>
                  <a:pt x="1094" y="1498"/>
                </a:lnTo>
                <a:lnTo>
                  <a:pt x="1093" y="1498"/>
                </a:lnTo>
                <a:lnTo>
                  <a:pt x="1093" y="1499"/>
                </a:lnTo>
                <a:lnTo>
                  <a:pt x="1093" y="1500"/>
                </a:lnTo>
                <a:lnTo>
                  <a:pt x="1093" y="1499"/>
                </a:lnTo>
                <a:lnTo>
                  <a:pt x="1092" y="1499"/>
                </a:lnTo>
                <a:lnTo>
                  <a:pt x="1091" y="1499"/>
                </a:lnTo>
                <a:lnTo>
                  <a:pt x="1090" y="1500"/>
                </a:lnTo>
                <a:lnTo>
                  <a:pt x="1089" y="1500"/>
                </a:lnTo>
                <a:lnTo>
                  <a:pt x="1088" y="1499"/>
                </a:lnTo>
                <a:lnTo>
                  <a:pt x="1087" y="1499"/>
                </a:lnTo>
                <a:lnTo>
                  <a:pt x="1086" y="1500"/>
                </a:lnTo>
                <a:lnTo>
                  <a:pt x="1085" y="1499"/>
                </a:lnTo>
                <a:lnTo>
                  <a:pt x="1084" y="1499"/>
                </a:lnTo>
                <a:lnTo>
                  <a:pt x="1083" y="1498"/>
                </a:lnTo>
                <a:lnTo>
                  <a:pt x="1082" y="1498"/>
                </a:lnTo>
                <a:lnTo>
                  <a:pt x="1082" y="1499"/>
                </a:lnTo>
                <a:lnTo>
                  <a:pt x="1081" y="1498"/>
                </a:lnTo>
                <a:lnTo>
                  <a:pt x="1080" y="1498"/>
                </a:lnTo>
                <a:lnTo>
                  <a:pt x="1080" y="1499"/>
                </a:lnTo>
                <a:lnTo>
                  <a:pt x="1079" y="1500"/>
                </a:lnTo>
                <a:lnTo>
                  <a:pt x="1078" y="1500"/>
                </a:lnTo>
                <a:lnTo>
                  <a:pt x="1076" y="1500"/>
                </a:lnTo>
                <a:lnTo>
                  <a:pt x="1075" y="1500"/>
                </a:lnTo>
                <a:lnTo>
                  <a:pt x="1074" y="1500"/>
                </a:lnTo>
                <a:lnTo>
                  <a:pt x="1074" y="1501"/>
                </a:lnTo>
                <a:lnTo>
                  <a:pt x="1074" y="1502"/>
                </a:lnTo>
                <a:lnTo>
                  <a:pt x="1074" y="1504"/>
                </a:lnTo>
                <a:lnTo>
                  <a:pt x="1073" y="1504"/>
                </a:lnTo>
                <a:lnTo>
                  <a:pt x="1073" y="1505"/>
                </a:lnTo>
                <a:lnTo>
                  <a:pt x="1072" y="1506"/>
                </a:lnTo>
                <a:lnTo>
                  <a:pt x="1071" y="1506"/>
                </a:lnTo>
                <a:lnTo>
                  <a:pt x="1070" y="1507"/>
                </a:lnTo>
                <a:lnTo>
                  <a:pt x="1069" y="1508"/>
                </a:lnTo>
                <a:lnTo>
                  <a:pt x="1068" y="1508"/>
                </a:lnTo>
                <a:lnTo>
                  <a:pt x="1067" y="1510"/>
                </a:lnTo>
                <a:lnTo>
                  <a:pt x="1067" y="1511"/>
                </a:lnTo>
                <a:lnTo>
                  <a:pt x="1066" y="1513"/>
                </a:lnTo>
                <a:lnTo>
                  <a:pt x="1065" y="1513"/>
                </a:lnTo>
                <a:lnTo>
                  <a:pt x="1065" y="1512"/>
                </a:lnTo>
                <a:lnTo>
                  <a:pt x="1064" y="1512"/>
                </a:lnTo>
                <a:lnTo>
                  <a:pt x="1063" y="1512"/>
                </a:lnTo>
                <a:lnTo>
                  <a:pt x="1063" y="1511"/>
                </a:lnTo>
                <a:lnTo>
                  <a:pt x="1062" y="1510"/>
                </a:lnTo>
                <a:lnTo>
                  <a:pt x="1061" y="1510"/>
                </a:lnTo>
                <a:lnTo>
                  <a:pt x="1060" y="1508"/>
                </a:lnTo>
                <a:lnTo>
                  <a:pt x="1061" y="1508"/>
                </a:lnTo>
                <a:lnTo>
                  <a:pt x="1062" y="1507"/>
                </a:lnTo>
                <a:lnTo>
                  <a:pt x="1062" y="1506"/>
                </a:lnTo>
                <a:lnTo>
                  <a:pt x="1062" y="1504"/>
                </a:lnTo>
                <a:lnTo>
                  <a:pt x="1063" y="1501"/>
                </a:lnTo>
                <a:lnTo>
                  <a:pt x="1063" y="1500"/>
                </a:lnTo>
                <a:lnTo>
                  <a:pt x="1063" y="1499"/>
                </a:lnTo>
                <a:lnTo>
                  <a:pt x="1062" y="1499"/>
                </a:lnTo>
                <a:lnTo>
                  <a:pt x="1062" y="1498"/>
                </a:lnTo>
                <a:lnTo>
                  <a:pt x="1062" y="1497"/>
                </a:lnTo>
                <a:lnTo>
                  <a:pt x="1062" y="1496"/>
                </a:lnTo>
                <a:lnTo>
                  <a:pt x="1060" y="1495"/>
                </a:lnTo>
                <a:lnTo>
                  <a:pt x="1059" y="1495"/>
                </a:lnTo>
                <a:lnTo>
                  <a:pt x="1059" y="1494"/>
                </a:lnTo>
                <a:lnTo>
                  <a:pt x="1058" y="1493"/>
                </a:lnTo>
                <a:lnTo>
                  <a:pt x="1057" y="1493"/>
                </a:lnTo>
                <a:lnTo>
                  <a:pt x="1056" y="1493"/>
                </a:lnTo>
                <a:lnTo>
                  <a:pt x="1055" y="1491"/>
                </a:lnTo>
                <a:lnTo>
                  <a:pt x="1054" y="1490"/>
                </a:lnTo>
                <a:lnTo>
                  <a:pt x="1055" y="1490"/>
                </a:lnTo>
                <a:lnTo>
                  <a:pt x="1055" y="1489"/>
                </a:lnTo>
                <a:lnTo>
                  <a:pt x="1055" y="1488"/>
                </a:lnTo>
                <a:lnTo>
                  <a:pt x="1054" y="1488"/>
                </a:lnTo>
                <a:lnTo>
                  <a:pt x="1054" y="1487"/>
                </a:lnTo>
                <a:lnTo>
                  <a:pt x="1055" y="1487"/>
                </a:lnTo>
                <a:lnTo>
                  <a:pt x="1056" y="1487"/>
                </a:lnTo>
                <a:lnTo>
                  <a:pt x="1057" y="1487"/>
                </a:lnTo>
                <a:lnTo>
                  <a:pt x="1057" y="1486"/>
                </a:lnTo>
                <a:lnTo>
                  <a:pt x="1057" y="1485"/>
                </a:lnTo>
                <a:lnTo>
                  <a:pt x="1058" y="1486"/>
                </a:lnTo>
                <a:lnTo>
                  <a:pt x="1059" y="1485"/>
                </a:lnTo>
                <a:lnTo>
                  <a:pt x="1059" y="1484"/>
                </a:lnTo>
                <a:lnTo>
                  <a:pt x="1060" y="1485"/>
                </a:lnTo>
                <a:lnTo>
                  <a:pt x="1060" y="1486"/>
                </a:lnTo>
                <a:lnTo>
                  <a:pt x="1061" y="1487"/>
                </a:lnTo>
                <a:lnTo>
                  <a:pt x="1062" y="1486"/>
                </a:lnTo>
                <a:lnTo>
                  <a:pt x="1062" y="1485"/>
                </a:lnTo>
                <a:lnTo>
                  <a:pt x="1062" y="1484"/>
                </a:lnTo>
                <a:lnTo>
                  <a:pt x="1063" y="1484"/>
                </a:lnTo>
                <a:lnTo>
                  <a:pt x="1064" y="1483"/>
                </a:lnTo>
                <a:lnTo>
                  <a:pt x="1065" y="1483"/>
                </a:lnTo>
                <a:lnTo>
                  <a:pt x="1065" y="1482"/>
                </a:lnTo>
                <a:lnTo>
                  <a:pt x="1065" y="1481"/>
                </a:lnTo>
                <a:lnTo>
                  <a:pt x="1066" y="1481"/>
                </a:lnTo>
                <a:lnTo>
                  <a:pt x="1068" y="1481"/>
                </a:lnTo>
                <a:lnTo>
                  <a:pt x="1068" y="1480"/>
                </a:lnTo>
                <a:lnTo>
                  <a:pt x="1068" y="1479"/>
                </a:lnTo>
                <a:lnTo>
                  <a:pt x="1067" y="1479"/>
                </a:lnTo>
                <a:lnTo>
                  <a:pt x="1067" y="1478"/>
                </a:lnTo>
                <a:lnTo>
                  <a:pt x="1068" y="1478"/>
                </a:lnTo>
                <a:lnTo>
                  <a:pt x="1068" y="1477"/>
                </a:lnTo>
                <a:lnTo>
                  <a:pt x="1068" y="1475"/>
                </a:lnTo>
                <a:lnTo>
                  <a:pt x="1068" y="1474"/>
                </a:lnTo>
                <a:lnTo>
                  <a:pt x="1069" y="1474"/>
                </a:lnTo>
                <a:lnTo>
                  <a:pt x="1069" y="1473"/>
                </a:lnTo>
                <a:lnTo>
                  <a:pt x="1069" y="1472"/>
                </a:lnTo>
                <a:lnTo>
                  <a:pt x="1069" y="1470"/>
                </a:lnTo>
                <a:lnTo>
                  <a:pt x="1070" y="1470"/>
                </a:lnTo>
                <a:lnTo>
                  <a:pt x="1070" y="1469"/>
                </a:lnTo>
                <a:lnTo>
                  <a:pt x="1071" y="1469"/>
                </a:lnTo>
                <a:lnTo>
                  <a:pt x="1072" y="1468"/>
                </a:lnTo>
                <a:lnTo>
                  <a:pt x="1072" y="1467"/>
                </a:lnTo>
                <a:lnTo>
                  <a:pt x="1073" y="1467"/>
                </a:lnTo>
                <a:lnTo>
                  <a:pt x="1073" y="1466"/>
                </a:lnTo>
                <a:lnTo>
                  <a:pt x="1074" y="1465"/>
                </a:lnTo>
                <a:lnTo>
                  <a:pt x="1074" y="1464"/>
                </a:lnTo>
                <a:lnTo>
                  <a:pt x="1073" y="1464"/>
                </a:lnTo>
                <a:lnTo>
                  <a:pt x="1075" y="1462"/>
                </a:lnTo>
                <a:lnTo>
                  <a:pt x="1076" y="1462"/>
                </a:lnTo>
                <a:lnTo>
                  <a:pt x="1077" y="1462"/>
                </a:lnTo>
                <a:lnTo>
                  <a:pt x="1077" y="1461"/>
                </a:lnTo>
                <a:lnTo>
                  <a:pt x="1076" y="1461"/>
                </a:lnTo>
                <a:lnTo>
                  <a:pt x="1075" y="1461"/>
                </a:lnTo>
                <a:lnTo>
                  <a:pt x="1074" y="1460"/>
                </a:lnTo>
                <a:lnTo>
                  <a:pt x="1075" y="1460"/>
                </a:lnTo>
                <a:lnTo>
                  <a:pt x="1075" y="1459"/>
                </a:lnTo>
                <a:lnTo>
                  <a:pt x="1075" y="1458"/>
                </a:lnTo>
                <a:lnTo>
                  <a:pt x="1075" y="1457"/>
                </a:lnTo>
                <a:lnTo>
                  <a:pt x="1075" y="1456"/>
                </a:lnTo>
                <a:lnTo>
                  <a:pt x="1073" y="1456"/>
                </a:lnTo>
                <a:lnTo>
                  <a:pt x="1073" y="1455"/>
                </a:lnTo>
                <a:lnTo>
                  <a:pt x="1072" y="1455"/>
                </a:lnTo>
                <a:lnTo>
                  <a:pt x="1072" y="1454"/>
                </a:lnTo>
                <a:lnTo>
                  <a:pt x="1072" y="1453"/>
                </a:lnTo>
                <a:lnTo>
                  <a:pt x="1072" y="1452"/>
                </a:lnTo>
                <a:lnTo>
                  <a:pt x="1072" y="1451"/>
                </a:lnTo>
                <a:lnTo>
                  <a:pt x="1072" y="1450"/>
                </a:lnTo>
                <a:lnTo>
                  <a:pt x="1071" y="1450"/>
                </a:lnTo>
                <a:lnTo>
                  <a:pt x="1072" y="1449"/>
                </a:lnTo>
                <a:lnTo>
                  <a:pt x="1072" y="1448"/>
                </a:lnTo>
                <a:lnTo>
                  <a:pt x="1072" y="1447"/>
                </a:lnTo>
                <a:lnTo>
                  <a:pt x="1073" y="1447"/>
                </a:lnTo>
                <a:lnTo>
                  <a:pt x="1073" y="1446"/>
                </a:lnTo>
                <a:lnTo>
                  <a:pt x="1073" y="1445"/>
                </a:lnTo>
                <a:lnTo>
                  <a:pt x="1072" y="1444"/>
                </a:lnTo>
                <a:lnTo>
                  <a:pt x="1072" y="1443"/>
                </a:lnTo>
                <a:lnTo>
                  <a:pt x="1071" y="1443"/>
                </a:lnTo>
                <a:lnTo>
                  <a:pt x="1070" y="1443"/>
                </a:lnTo>
                <a:lnTo>
                  <a:pt x="1070" y="1442"/>
                </a:lnTo>
                <a:lnTo>
                  <a:pt x="1070" y="1441"/>
                </a:lnTo>
                <a:lnTo>
                  <a:pt x="1070" y="1440"/>
                </a:lnTo>
                <a:lnTo>
                  <a:pt x="1069" y="1440"/>
                </a:lnTo>
                <a:lnTo>
                  <a:pt x="1068" y="1439"/>
                </a:lnTo>
                <a:lnTo>
                  <a:pt x="1067" y="1439"/>
                </a:lnTo>
                <a:lnTo>
                  <a:pt x="1067" y="1438"/>
                </a:lnTo>
                <a:lnTo>
                  <a:pt x="1066" y="1438"/>
                </a:lnTo>
                <a:lnTo>
                  <a:pt x="1066" y="1437"/>
                </a:lnTo>
                <a:lnTo>
                  <a:pt x="1065" y="1436"/>
                </a:lnTo>
                <a:lnTo>
                  <a:pt x="1065" y="1437"/>
                </a:lnTo>
                <a:lnTo>
                  <a:pt x="1065" y="1438"/>
                </a:lnTo>
                <a:lnTo>
                  <a:pt x="1064" y="1438"/>
                </a:lnTo>
                <a:lnTo>
                  <a:pt x="1064" y="1440"/>
                </a:lnTo>
                <a:lnTo>
                  <a:pt x="1064" y="1441"/>
                </a:lnTo>
                <a:lnTo>
                  <a:pt x="1064" y="1442"/>
                </a:lnTo>
                <a:lnTo>
                  <a:pt x="1063" y="1444"/>
                </a:lnTo>
                <a:lnTo>
                  <a:pt x="1062" y="1444"/>
                </a:lnTo>
                <a:lnTo>
                  <a:pt x="1061" y="1444"/>
                </a:lnTo>
                <a:lnTo>
                  <a:pt x="1061" y="1445"/>
                </a:lnTo>
                <a:lnTo>
                  <a:pt x="1060" y="1445"/>
                </a:lnTo>
                <a:lnTo>
                  <a:pt x="1060" y="1444"/>
                </a:lnTo>
                <a:lnTo>
                  <a:pt x="1060" y="1443"/>
                </a:lnTo>
                <a:lnTo>
                  <a:pt x="1059" y="1443"/>
                </a:lnTo>
                <a:lnTo>
                  <a:pt x="1058" y="1443"/>
                </a:lnTo>
                <a:lnTo>
                  <a:pt x="1058" y="1444"/>
                </a:lnTo>
                <a:lnTo>
                  <a:pt x="1058" y="1443"/>
                </a:lnTo>
                <a:lnTo>
                  <a:pt x="1057" y="1444"/>
                </a:lnTo>
                <a:lnTo>
                  <a:pt x="1056" y="1445"/>
                </a:lnTo>
                <a:lnTo>
                  <a:pt x="1056" y="1446"/>
                </a:lnTo>
                <a:lnTo>
                  <a:pt x="1055" y="1446"/>
                </a:lnTo>
                <a:lnTo>
                  <a:pt x="1054" y="1446"/>
                </a:lnTo>
                <a:lnTo>
                  <a:pt x="1054" y="1448"/>
                </a:lnTo>
                <a:lnTo>
                  <a:pt x="1054" y="1449"/>
                </a:lnTo>
                <a:lnTo>
                  <a:pt x="1053" y="1450"/>
                </a:lnTo>
                <a:lnTo>
                  <a:pt x="1053" y="1451"/>
                </a:lnTo>
                <a:lnTo>
                  <a:pt x="1052" y="1451"/>
                </a:lnTo>
                <a:lnTo>
                  <a:pt x="1052" y="1452"/>
                </a:lnTo>
                <a:lnTo>
                  <a:pt x="1051" y="1452"/>
                </a:lnTo>
                <a:lnTo>
                  <a:pt x="1050" y="1452"/>
                </a:lnTo>
                <a:lnTo>
                  <a:pt x="1049" y="1452"/>
                </a:lnTo>
                <a:lnTo>
                  <a:pt x="1048" y="1452"/>
                </a:lnTo>
                <a:lnTo>
                  <a:pt x="1047" y="1451"/>
                </a:lnTo>
                <a:lnTo>
                  <a:pt x="1046" y="1451"/>
                </a:lnTo>
                <a:lnTo>
                  <a:pt x="1046" y="1452"/>
                </a:lnTo>
                <a:lnTo>
                  <a:pt x="1045" y="1452"/>
                </a:lnTo>
                <a:lnTo>
                  <a:pt x="1045" y="1451"/>
                </a:lnTo>
                <a:lnTo>
                  <a:pt x="1043" y="1452"/>
                </a:lnTo>
                <a:lnTo>
                  <a:pt x="1043" y="1451"/>
                </a:lnTo>
                <a:lnTo>
                  <a:pt x="1042" y="1451"/>
                </a:lnTo>
                <a:lnTo>
                  <a:pt x="1041" y="1451"/>
                </a:lnTo>
                <a:lnTo>
                  <a:pt x="1040" y="1451"/>
                </a:lnTo>
                <a:lnTo>
                  <a:pt x="1040" y="1452"/>
                </a:lnTo>
                <a:lnTo>
                  <a:pt x="1039" y="1452"/>
                </a:lnTo>
                <a:lnTo>
                  <a:pt x="1038" y="1452"/>
                </a:lnTo>
                <a:lnTo>
                  <a:pt x="1038" y="1451"/>
                </a:lnTo>
                <a:lnTo>
                  <a:pt x="1037" y="1448"/>
                </a:lnTo>
                <a:lnTo>
                  <a:pt x="1037" y="1447"/>
                </a:lnTo>
                <a:lnTo>
                  <a:pt x="1037" y="1446"/>
                </a:lnTo>
                <a:lnTo>
                  <a:pt x="1037" y="1445"/>
                </a:lnTo>
                <a:lnTo>
                  <a:pt x="1037" y="1444"/>
                </a:lnTo>
                <a:lnTo>
                  <a:pt x="1037" y="1443"/>
                </a:lnTo>
                <a:lnTo>
                  <a:pt x="1037" y="1442"/>
                </a:lnTo>
                <a:lnTo>
                  <a:pt x="1037" y="1441"/>
                </a:lnTo>
                <a:lnTo>
                  <a:pt x="1036" y="1441"/>
                </a:lnTo>
                <a:lnTo>
                  <a:pt x="1036" y="1440"/>
                </a:lnTo>
                <a:lnTo>
                  <a:pt x="1036" y="1439"/>
                </a:lnTo>
                <a:lnTo>
                  <a:pt x="1037" y="1439"/>
                </a:lnTo>
                <a:lnTo>
                  <a:pt x="1037" y="1438"/>
                </a:lnTo>
                <a:lnTo>
                  <a:pt x="1036" y="1437"/>
                </a:lnTo>
                <a:lnTo>
                  <a:pt x="1037" y="1436"/>
                </a:lnTo>
                <a:lnTo>
                  <a:pt x="1037" y="1435"/>
                </a:lnTo>
                <a:lnTo>
                  <a:pt x="1037" y="1434"/>
                </a:lnTo>
                <a:lnTo>
                  <a:pt x="1037" y="1433"/>
                </a:lnTo>
                <a:lnTo>
                  <a:pt x="1036" y="1433"/>
                </a:lnTo>
                <a:lnTo>
                  <a:pt x="1036" y="1432"/>
                </a:lnTo>
                <a:lnTo>
                  <a:pt x="1036" y="1431"/>
                </a:lnTo>
                <a:lnTo>
                  <a:pt x="1035" y="1430"/>
                </a:lnTo>
                <a:lnTo>
                  <a:pt x="1034" y="1430"/>
                </a:lnTo>
                <a:lnTo>
                  <a:pt x="1034" y="1428"/>
                </a:lnTo>
                <a:lnTo>
                  <a:pt x="1034" y="1426"/>
                </a:lnTo>
                <a:lnTo>
                  <a:pt x="1034" y="1425"/>
                </a:lnTo>
                <a:lnTo>
                  <a:pt x="1033" y="1424"/>
                </a:lnTo>
                <a:lnTo>
                  <a:pt x="1032" y="1424"/>
                </a:lnTo>
                <a:lnTo>
                  <a:pt x="1032" y="1425"/>
                </a:lnTo>
                <a:lnTo>
                  <a:pt x="1031" y="1425"/>
                </a:lnTo>
                <a:lnTo>
                  <a:pt x="1030" y="1425"/>
                </a:lnTo>
                <a:lnTo>
                  <a:pt x="1030" y="1424"/>
                </a:lnTo>
                <a:lnTo>
                  <a:pt x="1030" y="1422"/>
                </a:lnTo>
                <a:lnTo>
                  <a:pt x="1029" y="1421"/>
                </a:lnTo>
                <a:lnTo>
                  <a:pt x="1028" y="1421"/>
                </a:lnTo>
                <a:lnTo>
                  <a:pt x="1027" y="1422"/>
                </a:lnTo>
                <a:lnTo>
                  <a:pt x="1025" y="1421"/>
                </a:lnTo>
                <a:lnTo>
                  <a:pt x="1024" y="1421"/>
                </a:lnTo>
                <a:lnTo>
                  <a:pt x="1024" y="1420"/>
                </a:lnTo>
                <a:lnTo>
                  <a:pt x="1023" y="1420"/>
                </a:lnTo>
                <a:lnTo>
                  <a:pt x="1021" y="1421"/>
                </a:lnTo>
                <a:lnTo>
                  <a:pt x="1020" y="1422"/>
                </a:lnTo>
                <a:lnTo>
                  <a:pt x="1019" y="1422"/>
                </a:lnTo>
                <a:lnTo>
                  <a:pt x="1018" y="1422"/>
                </a:lnTo>
                <a:lnTo>
                  <a:pt x="1017" y="1422"/>
                </a:lnTo>
                <a:lnTo>
                  <a:pt x="1016" y="1423"/>
                </a:lnTo>
                <a:lnTo>
                  <a:pt x="1016" y="1422"/>
                </a:lnTo>
                <a:lnTo>
                  <a:pt x="1015" y="1422"/>
                </a:lnTo>
                <a:lnTo>
                  <a:pt x="1014" y="1422"/>
                </a:lnTo>
                <a:lnTo>
                  <a:pt x="1014" y="1423"/>
                </a:lnTo>
                <a:lnTo>
                  <a:pt x="1014" y="1424"/>
                </a:lnTo>
                <a:lnTo>
                  <a:pt x="1014" y="1426"/>
                </a:lnTo>
                <a:lnTo>
                  <a:pt x="1013" y="1427"/>
                </a:lnTo>
                <a:lnTo>
                  <a:pt x="1012" y="1427"/>
                </a:lnTo>
                <a:lnTo>
                  <a:pt x="1010" y="1428"/>
                </a:lnTo>
                <a:lnTo>
                  <a:pt x="1009" y="1428"/>
                </a:lnTo>
                <a:lnTo>
                  <a:pt x="1008" y="1428"/>
                </a:lnTo>
                <a:lnTo>
                  <a:pt x="1008" y="1427"/>
                </a:lnTo>
                <a:lnTo>
                  <a:pt x="1007" y="1427"/>
                </a:lnTo>
                <a:lnTo>
                  <a:pt x="1006" y="1427"/>
                </a:lnTo>
                <a:lnTo>
                  <a:pt x="1005" y="1426"/>
                </a:lnTo>
                <a:lnTo>
                  <a:pt x="1004" y="1426"/>
                </a:lnTo>
                <a:lnTo>
                  <a:pt x="1004" y="1427"/>
                </a:lnTo>
                <a:lnTo>
                  <a:pt x="1004" y="1426"/>
                </a:lnTo>
                <a:lnTo>
                  <a:pt x="1003" y="1426"/>
                </a:lnTo>
                <a:lnTo>
                  <a:pt x="1002" y="1426"/>
                </a:lnTo>
                <a:lnTo>
                  <a:pt x="1001" y="1426"/>
                </a:lnTo>
                <a:lnTo>
                  <a:pt x="1001" y="1425"/>
                </a:lnTo>
                <a:lnTo>
                  <a:pt x="1000" y="1425"/>
                </a:lnTo>
                <a:lnTo>
                  <a:pt x="999" y="1425"/>
                </a:lnTo>
                <a:lnTo>
                  <a:pt x="999" y="1426"/>
                </a:lnTo>
                <a:lnTo>
                  <a:pt x="999" y="1425"/>
                </a:lnTo>
                <a:lnTo>
                  <a:pt x="998" y="1425"/>
                </a:lnTo>
                <a:lnTo>
                  <a:pt x="997" y="1425"/>
                </a:lnTo>
                <a:lnTo>
                  <a:pt x="996" y="1425"/>
                </a:lnTo>
                <a:lnTo>
                  <a:pt x="995" y="1424"/>
                </a:lnTo>
                <a:lnTo>
                  <a:pt x="993" y="1424"/>
                </a:lnTo>
                <a:lnTo>
                  <a:pt x="993" y="1423"/>
                </a:lnTo>
                <a:lnTo>
                  <a:pt x="992" y="1423"/>
                </a:lnTo>
                <a:lnTo>
                  <a:pt x="992" y="1422"/>
                </a:lnTo>
                <a:lnTo>
                  <a:pt x="991" y="1421"/>
                </a:lnTo>
                <a:lnTo>
                  <a:pt x="990" y="1421"/>
                </a:lnTo>
                <a:lnTo>
                  <a:pt x="988" y="1423"/>
                </a:lnTo>
                <a:lnTo>
                  <a:pt x="987" y="1423"/>
                </a:lnTo>
                <a:lnTo>
                  <a:pt x="986" y="1423"/>
                </a:lnTo>
                <a:lnTo>
                  <a:pt x="985" y="1424"/>
                </a:lnTo>
                <a:lnTo>
                  <a:pt x="984" y="1424"/>
                </a:lnTo>
                <a:lnTo>
                  <a:pt x="984" y="1425"/>
                </a:lnTo>
                <a:lnTo>
                  <a:pt x="984" y="1426"/>
                </a:lnTo>
                <a:lnTo>
                  <a:pt x="983" y="1426"/>
                </a:lnTo>
                <a:lnTo>
                  <a:pt x="983" y="1425"/>
                </a:lnTo>
                <a:lnTo>
                  <a:pt x="982" y="1425"/>
                </a:lnTo>
                <a:lnTo>
                  <a:pt x="982" y="1424"/>
                </a:lnTo>
                <a:lnTo>
                  <a:pt x="982" y="1423"/>
                </a:lnTo>
                <a:lnTo>
                  <a:pt x="983" y="1422"/>
                </a:lnTo>
                <a:lnTo>
                  <a:pt x="983" y="1421"/>
                </a:lnTo>
                <a:lnTo>
                  <a:pt x="982" y="1420"/>
                </a:lnTo>
                <a:lnTo>
                  <a:pt x="982" y="1419"/>
                </a:lnTo>
                <a:lnTo>
                  <a:pt x="982" y="1417"/>
                </a:lnTo>
                <a:lnTo>
                  <a:pt x="982" y="1416"/>
                </a:lnTo>
                <a:lnTo>
                  <a:pt x="982" y="1415"/>
                </a:lnTo>
                <a:lnTo>
                  <a:pt x="983" y="1414"/>
                </a:lnTo>
                <a:lnTo>
                  <a:pt x="984" y="1414"/>
                </a:lnTo>
                <a:lnTo>
                  <a:pt x="984" y="1413"/>
                </a:lnTo>
                <a:lnTo>
                  <a:pt x="984" y="1412"/>
                </a:lnTo>
                <a:lnTo>
                  <a:pt x="985" y="1412"/>
                </a:lnTo>
                <a:lnTo>
                  <a:pt x="985" y="1411"/>
                </a:lnTo>
                <a:lnTo>
                  <a:pt x="985" y="1410"/>
                </a:lnTo>
                <a:lnTo>
                  <a:pt x="985" y="1409"/>
                </a:lnTo>
                <a:lnTo>
                  <a:pt x="984" y="1409"/>
                </a:lnTo>
                <a:lnTo>
                  <a:pt x="985" y="1408"/>
                </a:lnTo>
                <a:lnTo>
                  <a:pt x="985" y="1407"/>
                </a:lnTo>
                <a:lnTo>
                  <a:pt x="985" y="1406"/>
                </a:lnTo>
                <a:lnTo>
                  <a:pt x="986" y="1406"/>
                </a:lnTo>
                <a:lnTo>
                  <a:pt x="986" y="1405"/>
                </a:lnTo>
                <a:lnTo>
                  <a:pt x="985" y="1405"/>
                </a:lnTo>
                <a:lnTo>
                  <a:pt x="985" y="1404"/>
                </a:lnTo>
                <a:lnTo>
                  <a:pt x="984" y="1403"/>
                </a:lnTo>
                <a:lnTo>
                  <a:pt x="982" y="1401"/>
                </a:lnTo>
                <a:lnTo>
                  <a:pt x="982" y="1400"/>
                </a:lnTo>
                <a:lnTo>
                  <a:pt x="981" y="1400"/>
                </a:lnTo>
                <a:lnTo>
                  <a:pt x="981" y="1399"/>
                </a:lnTo>
                <a:lnTo>
                  <a:pt x="981" y="1398"/>
                </a:lnTo>
                <a:lnTo>
                  <a:pt x="981" y="1397"/>
                </a:lnTo>
                <a:lnTo>
                  <a:pt x="981" y="1396"/>
                </a:lnTo>
                <a:lnTo>
                  <a:pt x="980" y="1396"/>
                </a:lnTo>
                <a:lnTo>
                  <a:pt x="979" y="1396"/>
                </a:lnTo>
                <a:lnTo>
                  <a:pt x="978" y="1395"/>
                </a:lnTo>
                <a:lnTo>
                  <a:pt x="977" y="1395"/>
                </a:lnTo>
                <a:lnTo>
                  <a:pt x="976" y="1395"/>
                </a:lnTo>
                <a:lnTo>
                  <a:pt x="976" y="1394"/>
                </a:lnTo>
                <a:lnTo>
                  <a:pt x="974" y="1394"/>
                </a:lnTo>
                <a:lnTo>
                  <a:pt x="973" y="1394"/>
                </a:lnTo>
                <a:lnTo>
                  <a:pt x="972" y="1394"/>
                </a:lnTo>
                <a:lnTo>
                  <a:pt x="969" y="1393"/>
                </a:lnTo>
                <a:lnTo>
                  <a:pt x="968" y="1392"/>
                </a:lnTo>
                <a:lnTo>
                  <a:pt x="968" y="1391"/>
                </a:lnTo>
                <a:lnTo>
                  <a:pt x="969" y="1391"/>
                </a:lnTo>
                <a:lnTo>
                  <a:pt x="968" y="1390"/>
                </a:lnTo>
                <a:lnTo>
                  <a:pt x="967" y="1390"/>
                </a:lnTo>
                <a:lnTo>
                  <a:pt x="966" y="1390"/>
                </a:lnTo>
                <a:lnTo>
                  <a:pt x="966" y="1389"/>
                </a:lnTo>
                <a:lnTo>
                  <a:pt x="966" y="1388"/>
                </a:lnTo>
                <a:lnTo>
                  <a:pt x="965" y="1388"/>
                </a:lnTo>
                <a:lnTo>
                  <a:pt x="964" y="1388"/>
                </a:lnTo>
                <a:lnTo>
                  <a:pt x="962" y="1389"/>
                </a:lnTo>
                <a:lnTo>
                  <a:pt x="962" y="1388"/>
                </a:lnTo>
                <a:lnTo>
                  <a:pt x="962" y="1387"/>
                </a:lnTo>
                <a:lnTo>
                  <a:pt x="961" y="1387"/>
                </a:lnTo>
                <a:lnTo>
                  <a:pt x="961" y="1386"/>
                </a:lnTo>
                <a:lnTo>
                  <a:pt x="961" y="1385"/>
                </a:lnTo>
                <a:lnTo>
                  <a:pt x="960" y="1384"/>
                </a:lnTo>
                <a:lnTo>
                  <a:pt x="960" y="1383"/>
                </a:lnTo>
                <a:lnTo>
                  <a:pt x="959" y="1381"/>
                </a:lnTo>
                <a:lnTo>
                  <a:pt x="959" y="1380"/>
                </a:lnTo>
                <a:lnTo>
                  <a:pt x="958" y="1380"/>
                </a:lnTo>
                <a:lnTo>
                  <a:pt x="958" y="1379"/>
                </a:lnTo>
                <a:lnTo>
                  <a:pt x="957" y="1379"/>
                </a:lnTo>
                <a:lnTo>
                  <a:pt x="957" y="1378"/>
                </a:lnTo>
                <a:lnTo>
                  <a:pt x="956" y="1378"/>
                </a:lnTo>
                <a:lnTo>
                  <a:pt x="956" y="1377"/>
                </a:lnTo>
                <a:lnTo>
                  <a:pt x="956" y="1376"/>
                </a:lnTo>
                <a:lnTo>
                  <a:pt x="955" y="1376"/>
                </a:lnTo>
                <a:lnTo>
                  <a:pt x="954" y="1375"/>
                </a:lnTo>
                <a:lnTo>
                  <a:pt x="954" y="1374"/>
                </a:lnTo>
                <a:lnTo>
                  <a:pt x="955" y="1374"/>
                </a:lnTo>
                <a:lnTo>
                  <a:pt x="955" y="1373"/>
                </a:lnTo>
                <a:lnTo>
                  <a:pt x="954" y="1372"/>
                </a:lnTo>
                <a:lnTo>
                  <a:pt x="954" y="1371"/>
                </a:lnTo>
                <a:lnTo>
                  <a:pt x="953" y="1370"/>
                </a:lnTo>
                <a:lnTo>
                  <a:pt x="952" y="1370"/>
                </a:lnTo>
                <a:lnTo>
                  <a:pt x="952" y="1369"/>
                </a:lnTo>
                <a:lnTo>
                  <a:pt x="951" y="1369"/>
                </a:lnTo>
                <a:lnTo>
                  <a:pt x="951" y="1368"/>
                </a:lnTo>
                <a:lnTo>
                  <a:pt x="951" y="1367"/>
                </a:lnTo>
                <a:lnTo>
                  <a:pt x="951" y="1366"/>
                </a:lnTo>
                <a:lnTo>
                  <a:pt x="950" y="1366"/>
                </a:lnTo>
                <a:lnTo>
                  <a:pt x="949" y="1366"/>
                </a:lnTo>
                <a:lnTo>
                  <a:pt x="949" y="1365"/>
                </a:lnTo>
                <a:lnTo>
                  <a:pt x="949" y="1364"/>
                </a:lnTo>
                <a:lnTo>
                  <a:pt x="949" y="1363"/>
                </a:lnTo>
                <a:lnTo>
                  <a:pt x="949" y="1362"/>
                </a:lnTo>
                <a:lnTo>
                  <a:pt x="948" y="1361"/>
                </a:lnTo>
                <a:lnTo>
                  <a:pt x="947" y="1360"/>
                </a:lnTo>
                <a:lnTo>
                  <a:pt x="948" y="1360"/>
                </a:lnTo>
                <a:lnTo>
                  <a:pt x="948" y="1359"/>
                </a:lnTo>
                <a:lnTo>
                  <a:pt x="948" y="1358"/>
                </a:lnTo>
                <a:lnTo>
                  <a:pt x="946" y="1357"/>
                </a:lnTo>
                <a:lnTo>
                  <a:pt x="945" y="1357"/>
                </a:lnTo>
                <a:lnTo>
                  <a:pt x="945" y="1356"/>
                </a:lnTo>
                <a:lnTo>
                  <a:pt x="944" y="1356"/>
                </a:lnTo>
                <a:lnTo>
                  <a:pt x="944" y="1355"/>
                </a:lnTo>
                <a:lnTo>
                  <a:pt x="944" y="1354"/>
                </a:lnTo>
                <a:lnTo>
                  <a:pt x="944" y="1352"/>
                </a:lnTo>
                <a:lnTo>
                  <a:pt x="943" y="1352"/>
                </a:lnTo>
                <a:lnTo>
                  <a:pt x="943" y="1351"/>
                </a:lnTo>
                <a:lnTo>
                  <a:pt x="942" y="1351"/>
                </a:lnTo>
                <a:lnTo>
                  <a:pt x="942" y="1350"/>
                </a:lnTo>
                <a:lnTo>
                  <a:pt x="941" y="1348"/>
                </a:lnTo>
                <a:lnTo>
                  <a:pt x="941" y="1347"/>
                </a:lnTo>
                <a:lnTo>
                  <a:pt x="939" y="1346"/>
                </a:lnTo>
                <a:lnTo>
                  <a:pt x="939" y="1347"/>
                </a:lnTo>
                <a:lnTo>
                  <a:pt x="938" y="1347"/>
                </a:lnTo>
                <a:lnTo>
                  <a:pt x="938" y="1346"/>
                </a:lnTo>
                <a:lnTo>
                  <a:pt x="938" y="1345"/>
                </a:lnTo>
                <a:lnTo>
                  <a:pt x="937" y="1345"/>
                </a:lnTo>
                <a:lnTo>
                  <a:pt x="936" y="1344"/>
                </a:lnTo>
                <a:lnTo>
                  <a:pt x="935" y="1344"/>
                </a:lnTo>
                <a:lnTo>
                  <a:pt x="935" y="1343"/>
                </a:lnTo>
                <a:lnTo>
                  <a:pt x="936" y="1342"/>
                </a:lnTo>
                <a:lnTo>
                  <a:pt x="937" y="1341"/>
                </a:lnTo>
                <a:lnTo>
                  <a:pt x="938" y="1341"/>
                </a:lnTo>
                <a:lnTo>
                  <a:pt x="938" y="1340"/>
                </a:lnTo>
                <a:lnTo>
                  <a:pt x="938" y="1339"/>
                </a:lnTo>
                <a:lnTo>
                  <a:pt x="939" y="1339"/>
                </a:lnTo>
                <a:lnTo>
                  <a:pt x="939" y="1338"/>
                </a:lnTo>
                <a:lnTo>
                  <a:pt x="939" y="1337"/>
                </a:lnTo>
                <a:lnTo>
                  <a:pt x="940" y="1337"/>
                </a:lnTo>
                <a:lnTo>
                  <a:pt x="940" y="1336"/>
                </a:lnTo>
                <a:lnTo>
                  <a:pt x="940" y="1335"/>
                </a:lnTo>
                <a:lnTo>
                  <a:pt x="941" y="1335"/>
                </a:lnTo>
                <a:lnTo>
                  <a:pt x="941" y="1334"/>
                </a:lnTo>
                <a:lnTo>
                  <a:pt x="941" y="1333"/>
                </a:lnTo>
                <a:lnTo>
                  <a:pt x="941" y="1332"/>
                </a:lnTo>
                <a:lnTo>
                  <a:pt x="940" y="1332"/>
                </a:lnTo>
                <a:lnTo>
                  <a:pt x="940" y="1331"/>
                </a:lnTo>
                <a:lnTo>
                  <a:pt x="941" y="1330"/>
                </a:lnTo>
                <a:lnTo>
                  <a:pt x="942" y="1329"/>
                </a:lnTo>
                <a:lnTo>
                  <a:pt x="942" y="1328"/>
                </a:lnTo>
                <a:lnTo>
                  <a:pt x="941" y="1328"/>
                </a:lnTo>
                <a:lnTo>
                  <a:pt x="941" y="1327"/>
                </a:lnTo>
                <a:lnTo>
                  <a:pt x="942" y="1327"/>
                </a:lnTo>
                <a:lnTo>
                  <a:pt x="942" y="1326"/>
                </a:lnTo>
                <a:lnTo>
                  <a:pt x="943" y="1326"/>
                </a:lnTo>
                <a:lnTo>
                  <a:pt x="943" y="1325"/>
                </a:lnTo>
                <a:lnTo>
                  <a:pt x="943" y="1324"/>
                </a:lnTo>
                <a:lnTo>
                  <a:pt x="943" y="1323"/>
                </a:lnTo>
                <a:lnTo>
                  <a:pt x="943" y="1322"/>
                </a:lnTo>
                <a:lnTo>
                  <a:pt x="944" y="1322"/>
                </a:lnTo>
                <a:lnTo>
                  <a:pt x="945" y="1322"/>
                </a:lnTo>
                <a:lnTo>
                  <a:pt x="945" y="1321"/>
                </a:lnTo>
                <a:lnTo>
                  <a:pt x="946" y="1321"/>
                </a:lnTo>
                <a:lnTo>
                  <a:pt x="947" y="1321"/>
                </a:lnTo>
                <a:lnTo>
                  <a:pt x="948" y="1321"/>
                </a:lnTo>
                <a:lnTo>
                  <a:pt x="949" y="1321"/>
                </a:lnTo>
                <a:lnTo>
                  <a:pt x="949" y="1320"/>
                </a:lnTo>
                <a:lnTo>
                  <a:pt x="950" y="1320"/>
                </a:lnTo>
                <a:lnTo>
                  <a:pt x="950" y="1319"/>
                </a:lnTo>
                <a:lnTo>
                  <a:pt x="951" y="1318"/>
                </a:lnTo>
                <a:lnTo>
                  <a:pt x="951" y="1317"/>
                </a:lnTo>
                <a:lnTo>
                  <a:pt x="952" y="1317"/>
                </a:lnTo>
                <a:lnTo>
                  <a:pt x="953" y="1316"/>
                </a:lnTo>
                <a:lnTo>
                  <a:pt x="952" y="1316"/>
                </a:lnTo>
                <a:lnTo>
                  <a:pt x="952" y="1315"/>
                </a:lnTo>
                <a:lnTo>
                  <a:pt x="953" y="1314"/>
                </a:lnTo>
                <a:lnTo>
                  <a:pt x="954" y="1314"/>
                </a:lnTo>
                <a:lnTo>
                  <a:pt x="955" y="1314"/>
                </a:lnTo>
                <a:lnTo>
                  <a:pt x="956" y="1314"/>
                </a:lnTo>
                <a:lnTo>
                  <a:pt x="958" y="1314"/>
                </a:lnTo>
                <a:lnTo>
                  <a:pt x="959" y="1313"/>
                </a:lnTo>
                <a:lnTo>
                  <a:pt x="960" y="1313"/>
                </a:lnTo>
                <a:lnTo>
                  <a:pt x="960" y="1314"/>
                </a:lnTo>
                <a:lnTo>
                  <a:pt x="961" y="1314"/>
                </a:lnTo>
                <a:lnTo>
                  <a:pt x="962" y="1315"/>
                </a:lnTo>
                <a:lnTo>
                  <a:pt x="963" y="1315"/>
                </a:lnTo>
                <a:lnTo>
                  <a:pt x="964" y="1315"/>
                </a:lnTo>
                <a:lnTo>
                  <a:pt x="965" y="1315"/>
                </a:lnTo>
                <a:lnTo>
                  <a:pt x="966" y="1316"/>
                </a:lnTo>
                <a:lnTo>
                  <a:pt x="967" y="1317"/>
                </a:lnTo>
                <a:lnTo>
                  <a:pt x="967" y="1318"/>
                </a:lnTo>
                <a:lnTo>
                  <a:pt x="968" y="1318"/>
                </a:lnTo>
                <a:lnTo>
                  <a:pt x="968" y="1319"/>
                </a:lnTo>
                <a:lnTo>
                  <a:pt x="968" y="1320"/>
                </a:lnTo>
                <a:lnTo>
                  <a:pt x="969" y="1320"/>
                </a:lnTo>
                <a:lnTo>
                  <a:pt x="970" y="1321"/>
                </a:lnTo>
                <a:lnTo>
                  <a:pt x="970" y="1320"/>
                </a:lnTo>
                <a:lnTo>
                  <a:pt x="971" y="1320"/>
                </a:lnTo>
                <a:lnTo>
                  <a:pt x="972" y="1320"/>
                </a:lnTo>
                <a:lnTo>
                  <a:pt x="972" y="1321"/>
                </a:lnTo>
                <a:lnTo>
                  <a:pt x="972" y="1322"/>
                </a:lnTo>
                <a:lnTo>
                  <a:pt x="973" y="1322"/>
                </a:lnTo>
                <a:lnTo>
                  <a:pt x="974" y="1322"/>
                </a:lnTo>
                <a:lnTo>
                  <a:pt x="975" y="1322"/>
                </a:lnTo>
                <a:lnTo>
                  <a:pt x="975" y="1323"/>
                </a:lnTo>
                <a:lnTo>
                  <a:pt x="976" y="1322"/>
                </a:lnTo>
                <a:lnTo>
                  <a:pt x="977" y="1322"/>
                </a:lnTo>
                <a:lnTo>
                  <a:pt x="978" y="1322"/>
                </a:lnTo>
                <a:lnTo>
                  <a:pt x="978" y="1323"/>
                </a:lnTo>
                <a:lnTo>
                  <a:pt x="979" y="1322"/>
                </a:lnTo>
                <a:lnTo>
                  <a:pt x="980" y="1322"/>
                </a:lnTo>
                <a:lnTo>
                  <a:pt x="981" y="1323"/>
                </a:lnTo>
                <a:lnTo>
                  <a:pt x="982" y="1323"/>
                </a:lnTo>
                <a:lnTo>
                  <a:pt x="983" y="1322"/>
                </a:lnTo>
                <a:lnTo>
                  <a:pt x="984" y="1322"/>
                </a:lnTo>
                <a:lnTo>
                  <a:pt x="985" y="1323"/>
                </a:lnTo>
                <a:lnTo>
                  <a:pt x="986" y="1324"/>
                </a:lnTo>
                <a:lnTo>
                  <a:pt x="987" y="1324"/>
                </a:lnTo>
                <a:lnTo>
                  <a:pt x="988" y="1323"/>
                </a:lnTo>
                <a:lnTo>
                  <a:pt x="989" y="1322"/>
                </a:lnTo>
                <a:lnTo>
                  <a:pt x="989" y="1321"/>
                </a:lnTo>
                <a:lnTo>
                  <a:pt x="989" y="1322"/>
                </a:lnTo>
                <a:lnTo>
                  <a:pt x="990" y="1322"/>
                </a:lnTo>
                <a:lnTo>
                  <a:pt x="991" y="1322"/>
                </a:lnTo>
                <a:lnTo>
                  <a:pt x="993" y="1322"/>
                </a:lnTo>
                <a:lnTo>
                  <a:pt x="993" y="1323"/>
                </a:lnTo>
                <a:lnTo>
                  <a:pt x="994" y="1323"/>
                </a:lnTo>
                <a:lnTo>
                  <a:pt x="994" y="1325"/>
                </a:lnTo>
                <a:lnTo>
                  <a:pt x="993" y="1327"/>
                </a:lnTo>
                <a:lnTo>
                  <a:pt x="993" y="1328"/>
                </a:lnTo>
                <a:lnTo>
                  <a:pt x="994" y="1328"/>
                </a:lnTo>
                <a:lnTo>
                  <a:pt x="995" y="1328"/>
                </a:lnTo>
                <a:lnTo>
                  <a:pt x="996" y="1327"/>
                </a:lnTo>
                <a:lnTo>
                  <a:pt x="997" y="1328"/>
                </a:lnTo>
                <a:lnTo>
                  <a:pt x="998" y="1328"/>
                </a:lnTo>
                <a:lnTo>
                  <a:pt x="998" y="1329"/>
                </a:lnTo>
                <a:lnTo>
                  <a:pt x="997" y="1329"/>
                </a:lnTo>
                <a:lnTo>
                  <a:pt x="997" y="1330"/>
                </a:lnTo>
                <a:lnTo>
                  <a:pt x="998" y="1330"/>
                </a:lnTo>
                <a:lnTo>
                  <a:pt x="999" y="1331"/>
                </a:lnTo>
                <a:lnTo>
                  <a:pt x="1000" y="1331"/>
                </a:lnTo>
                <a:lnTo>
                  <a:pt x="1001" y="1332"/>
                </a:lnTo>
                <a:lnTo>
                  <a:pt x="1002" y="1332"/>
                </a:lnTo>
                <a:lnTo>
                  <a:pt x="1004" y="1333"/>
                </a:lnTo>
                <a:lnTo>
                  <a:pt x="1004" y="1332"/>
                </a:lnTo>
                <a:lnTo>
                  <a:pt x="1005" y="1332"/>
                </a:lnTo>
                <a:lnTo>
                  <a:pt x="1005" y="1333"/>
                </a:lnTo>
                <a:lnTo>
                  <a:pt x="1005" y="1335"/>
                </a:lnTo>
                <a:lnTo>
                  <a:pt x="1004" y="1335"/>
                </a:lnTo>
                <a:lnTo>
                  <a:pt x="1004" y="1336"/>
                </a:lnTo>
                <a:lnTo>
                  <a:pt x="1005" y="1336"/>
                </a:lnTo>
                <a:lnTo>
                  <a:pt x="1006" y="1336"/>
                </a:lnTo>
                <a:lnTo>
                  <a:pt x="1007" y="1335"/>
                </a:lnTo>
                <a:lnTo>
                  <a:pt x="1008" y="1335"/>
                </a:lnTo>
                <a:lnTo>
                  <a:pt x="1010" y="1336"/>
                </a:lnTo>
                <a:lnTo>
                  <a:pt x="1011" y="1336"/>
                </a:lnTo>
                <a:lnTo>
                  <a:pt x="1012" y="1337"/>
                </a:lnTo>
                <a:lnTo>
                  <a:pt x="1013" y="1337"/>
                </a:lnTo>
                <a:lnTo>
                  <a:pt x="1014" y="1338"/>
                </a:lnTo>
                <a:lnTo>
                  <a:pt x="1015" y="1338"/>
                </a:lnTo>
                <a:lnTo>
                  <a:pt x="1015" y="1339"/>
                </a:lnTo>
                <a:lnTo>
                  <a:pt x="1016" y="1339"/>
                </a:lnTo>
                <a:lnTo>
                  <a:pt x="1017" y="1339"/>
                </a:lnTo>
                <a:lnTo>
                  <a:pt x="1018" y="1339"/>
                </a:lnTo>
                <a:lnTo>
                  <a:pt x="1019" y="1340"/>
                </a:lnTo>
                <a:lnTo>
                  <a:pt x="1021" y="1340"/>
                </a:lnTo>
                <a:lnTo>
                  <a:pt x="1022" y="1340"/>
                </a:lnTo>
                <a:lnTo>
                  <a:pt x="1023" y="1340"/>
                </a:lnTo>
                <a:lnTo>
                  <a:pt x="1023" y="1341"/>
                </a:lnTo>
                <a:lnTo>
                  <a:pt x="1024" y="1341"/>
                </a:lnTo>
                <a:lnTo>
                  <a:pt x="1025" y="1341"/>
                </a:lnTo>
                <a:lnTo>
                  <a:pt x="1025" y="1342"/>
                </a:lnTo>
                <a:lnTo>
                  <a:pt x="1025" y="1343"/>
                </a:lnTo>
                <a:lnTo>
                  <a:pt x="1024" y="1343"/>
                </a:lnTo>
                <a:lnTo>
                  <a:pt x="1024" y="1344"/>
                </a:lnTo>
                <a:lnTo>
                  <a:pt x="1025" y="1344"/>
                </a:lnTo>
                <a:lnTo>
                  <a:pt x="1026" y="1344"/>
                </a:lnTo>
                <a:lnTo>
                  <a:pt x="1027" y="1344"/>
                </a:lnTo>
                <a:lnTo>
                  <a:pt x="1028" y="1344"/>
                </a:lnTo>
                <a:lnTo>
                  <a:pt x="1029" y="1343"/>
                </a:lnTo>
                <a:lnTo>
                  <a:pt x="1029" y="1342"/>
                </a:lnTo>
                <a:lnTo>
                  <a:pt x="1030" y="1342"/>
                </a:lnTo>
                <a:lnTo>
                  <a:pt x="1031" y="1342"/>
                </a:lnTo>
                <a:lnTo>
                  <a:pt x="1031" y="1343"/>
                </a:lnTo>
                <a:lnTo>
                  <a:pt x="1032" y="1343"/>
                </a:lnTo>
                <a:lnTo>
                  <a:pt x="1033" y="1343"/>
                </a:lnTo>
                <a:lnTo>
                  <a:pt x="1033" y="1344"/>
                </a:lnTo>
                <a:lnTo>
                  <a:pt x="1033" y="1345"/>
                </a:lnTo>
                <a:lnTo>
                  <a:pt x="1034" y="1345"/>
                </a:lnTo>
                <a:lnTo>
                  <a:pt x="1035" y="1345"/>
                </a:lnTo>
                <a:lnTo>
                  <a:pt x="1035" y="1344"/>
                </a:lnTo>
                <a:lnTo>
                  <a:pt x="1036" y="1344"/>
                </a:lnTo>
                <a:lnTo>
                  <a:pt x="1036" y="1345"/>
                </a:lnTo>
                <a:lnTo>
                  <a:pt x="1036" y="1346"/>
                </a:lnTo>
                <a:lnTo>
                  <a:pt x="1037" y="1346"/>
                </a:lnTo>
                <a:lnTo>
                  <a:pt x="1038" y="1347"/>
                </a:lnTo>
                <a:lnTo>
                  <a:pt x="1039" y="1348"/>
                </a:lnTo>
                <a:lnTo>
                  <a:pt x="1041" y="1349"/>
                </a:lnTo>
                <a:lnTo>
                  <a:pt x="1042" y="1350"/>
                </a:lnTo>
                <a:lnTo>
                  <a:pt x="1043" y="1350"/>
                </a:lnTo>
                <a:lnTo>
                  <a:pt x="1043" y="1351"/>
                </a:lnTo>
                <a:lnTo>
                  <a:pt x="1044" y="1351"/>
                </a:lnTo>
                <a:lnTo>
                  <a:pt x="1045" y="1352"/>
                </a:lnTo>
                <a:lnTo>
                  <a:pt x="1044" y="1353"/>
                </a:lnTo>
                <a:lnTo>
                  <a:pt x="1043" y="1353"/>
                </a:lnTo>
                <a:lnTo>
                  <a:pt x="1043" y="1354"/>
                </a:lnTo>
                <a:lnTo>
                  <a:pt x="1044" y="1356"/>
                </a:lnTo>
                <a:lnTo>
                  <a:pt x="1046" y="1358"/>
                </a:lnTo>
                <a:lnTo>
                  <a:pt x="1047" y="1358"/>
                </a:lnTo>
                <a:lnTo>
                  <a:pt x="1048" y="1359"/>
                </a:lnTo>
                <a:lnTo>
                  <a:pt x="1049" y="1359"/>
                </a:lnTo>
                <a:lnTo>
                  <a:pt x="1049" y="1358"/>
                </a:lnTo>
                <a:lnTo>
                  <a:pt x="1049" y="1357"/>
                </a:lnTo>
                <a:lnTo>
                  <a:pt x="1050" y="1356"/>
                </a:lnTo>
                <a:lnTo>
                  <a:pt x="1050" y="1357"/>
                </a:lnTo>
                <a:lnTo>
                  <a:pt x="1051" y="1357"/>
                </a:lnTo>
                <a:lnTo>
                  <a:pt x="1051" y="1358"/>
                </a:lnTo>
                <a:lnTo>
                  <a:pt x="1052" y="1358"/>
                </a:lnTo>
                <a:lnTo>
                  <a:pt x="1052" y="1359"/>
                </a:lnTo>
                <a:lnTo>
                  <a:pt x="1051" y="1361"/>
                </a:lnTo>
                <a:lnTo>
                  <a:pt x="1051" y="1362"/>
                </a:lnTo>
                <a:lnTo>
                  <a:pt x="1052" y="1362"/>
                </a:lnTo>
                <a:lnTo>
                  <a:pt x="1053" y="1361"/>
                </a:lnTo>
                <a:lnTo>
                  <a:pt x="1053" y="1360"/>
                </a:lnTo>
                <a:lnTo>
                  <a:pt x="1054" y="1360"/>
                </a:lnTo>
                <a:lnTo>
                  <a:pt x="1054" y="1361"/>
                </a:lnTo>
                <a:lnTo>
                  <a:pt x="1054" y="1362"/>
                </a:lnTo>
                <a:lnTo>
                  <a:pt x="1054" y="1363"/>
                </a:lnTo>
                <a:lnTo>
                  <a:pt x="1055" y="1363"/>
                </a:lnTo>
                <a:lnTo>
                  <a:pt x="1055" y="1362"/>
                </a:lnTo>
                <a:lnTo>
                  <a:pt x="1056" y="1362"/>
                </a:lnTo>
                <a:lnTo>
                  <a:pt x="1056" y="1361"/>
                </a:lnTo>
                <a:lnTo>
                  <a:pt x="1057" y="1360"/>
                </a:lnTo>
                <a:lnTo>
                  <a:pt x="1057" y="1359"/>
                </a:lnTo>
                <a:lnTo>
                  <a:pt x="1058" y="1358"/>
                </a:lnTo>
                <a:lnTo>
                  <a:pt x="1058" y="1357"/>
                </a:lnTo>
                <a:lnTo>
                  <a:pt x="1058" y="1356"/>
                </a:lnTo>
                <a:lnTo>
                  <a:pt x="1059" y="1356"/>
                </a:lnTo>
                <a:lnTo>
                  <a:pt x="1060" y="1356"/>
                </a:lnTo>
                <a:lnTo>
                  <a:pt x="1061" y="1355"/>
                </a:lnTo>
                <a:lnTo>
                  <a:pt x="1062" y="1355"/>
                </a:lnTo>
                <a:lnTo>
                  <a:pt x="1062" y="1356"/>
                </a:lnTo>
                <a:lnTo>
                  <a:pt x="1063" y="1356"/>
                </a:lnTo>
                <a:lnTo>
                  <a:pt x="1064" y="1356"/>
                </a:lnTo>
                <a:lnTo>
                  <a:pt x="1065" y="1356"/>
                </a:lnTo>
                <a:lnTo>
                  <a:pt x="1066" y="1356"/>
                </a:lnTo>
                <a:lnTo>
                  <a:pt x="1067" y="1356"/>
                </a:lnTo>
                <a:lnTo>
                  <a:pt x="1067" y="1357"/>
                </a:lnTo>
                <a:lnTo>
                  <a:pt x="1067" y="1356"/>
                </a:lnTo>
                <a:lnTo>
                  <a:pt x="1068" y="1356"/>
                </a:lnTo>
                <a:lnTo>
                  <a:pt x="1069" y="1356"/>
                </a:lnTo>
                <a:lnTo>
                  <a:pt x="1069" y="1354"/>
                </a:lnTo>
                <a:lnTo>
                  <a:pt x="1069" y="1353"/>
                </a:lnTo>
                <a:lnTo>
                  <a:pt x="1068" y="1353"/>
                </a:lnTo>
                <a:lnTo>
                  <a:pt x="1068" y="1352"/>
                </a:lnTo>
                <a:lnTo>
                  <a:pt x="1069" y="1352"/>
                </a:lnTo>
                <a:lnTo>
                  <a:pt x="1070" y="1352"/>
                </a:lnTo>
                <a:lnTo>
                  <a:pt x="1071" y="1353"/>
                </a:lnTo>
                <a:lnTo>
                  <a:pt x="1071" y="1354"/>
                </a:lnTo>
                <a:lnTo>
                  <a:pt x="1071" y="1356"/>
                </a:lnTo>
                <a:lnTo>
                  <a:pt x="1072" y="1356"/>
                </a:lnTo>
                <a:lnTo>
                  <a:pt x="1073" y="1356"/>
                </a:lnTo>
                <a:lnTo>
                  <a:pt x="1074" y="1356"/>
                </a:lnTo>
                <a:lnTo>
                  <a:pt x="1074" y="1355"/>
                </a:lnTo>
                <a:lnTo>
                  <a:pt x="1075" y="1355"/>
                </a:lnTo>
                <a:lnTo>
                  <a:pt x="1075" y="1356"/>
                </a:lnTo>
                <a:lnTo>
                  <a:pt x="1076" y="1356"/>
                </a:lnTo>
                <a:lnTo>
                  <a:pt x="1077" y="1357"/>
                </a:lnTo>
                <a:lnTo>
                  <a:pt x="1079" y="1358"/>
                </a:lnTo>
                <a:lnTo>
                  <a:pt x="1080" y="1359"/>
                </a:lnTo>
                <a:lnTo>
                  <a:pt x="1081" y="1359"/>
                </a:lnTo>
                <a:lnTo>
                  <a:pt x="1081" y="1360"/>
                </a:lnTo>
                <a:lnTo>
                  <a:pt x="1082" y="1360"/>
                </a:lnTo>
                <a:lnTo>
                  <a:pt x="1082" y="1359"/>
                </a:lnTo>
                <a:lnTo>
                  <a:pt x="1082" y="1358"/>
                </a:lnTo>
                <a:lnTo>
                  <a:pt x="1082" y="1357"/>
                </a:lnTo>
                <a:lnTo>
                  <a:pt x="1082" y="1356"/>
                </a:lnTo>
                <a:lnTo>
                  <a:pt x="1083" y="1354"/>
                </a:lnTo>
                <a:lnTo>
                  <a:pt x="1083" y="1353"/>
                </a:lnTo>
                <a:lnTo>
                  <a:pt x="1083" y="1352"/>
                </a:lnTo>
                <a:lnTo>
                  <a:pt x="1082" y="1352"/>
                </a:lnTo>
                <a:lnTo>
                  <a:pt x="1082" y="1351"/>
                </a:lnTo>
                <a:lnTo>
                  <a:pt x="1083" y="1350"/>
                </a:lnTo>
                <a:lnTo>
                  <a:pt x="1084" y="1350"/>
                </a:lnTo>
                <a:lnTo>
                  <a:pt x="1085" y="1351"/>
                </a:lnTo>
                <a:lnTo>
                  <a:pt x="1086" y="1351"/>
                </a:lnTo>
                <a:lnTo>
                  <a:pt x="1087" y="1352"/>
                </a:lnTo>
                <a:lnTo>
                  <a:pt x="1088" y="1351"/>
                </a:lnTo>
                <a:lnTo>
                  <a:pt x="1089" y="1349"/>
                </a:lnTo>
                <a:lnTo>
                  <a:pt x="1089" y="1348"/>
                </a:lnTo>
                <a:lnTo>
                  <a:pt x="1090" y="1347"/>
                </a:lnTo>
                <a:lnTo>
                  <a:pt x="1091" y="1347"/>
                </a:lnTo>
                <a:lnTo>
                  <a:pt x="1091" y="1345"/>
                </a:lnTo>
                <a:lnTo>
                  <a:pt x="1090" y="1344"/>
                </a:lnTo>
                <a:lnTo>
                  <a:pt x="1089" y="1343"/>
                </a:lnTo>
                <a:lnTo>
                  <a:pt x="1090" y="1342"/>
                </a:lnTo>
                <a:lnTo>
                  <a:pt x="1091" y="1342"/>
                </a:lnTo>
                <a:lnTo>
                  <a:pt x="1091" y="1341"/>
                </a:lnTo>
                <a:lnTo>
                  <a:pt x="1092" y="1341"/>
                </a:lnTo>
                <a:lnTo>
                  <a:pt x="1094" y="1341"/>
                </a:lnTo>
                <a:lnTo>
                  <a:pt x="1094" y="1342"/>
                </a:lnTo>
                <a:lnTo>
                  <a:pt x="1095" y="1342"/>
                </a:lnTo>
                <a:lnTo>
                  <a:pt x="1095" y="1341"/>
                </a:lnTo>
                <a:lnTo>
                  <a:pt x="1095" y="1340"/>
                </a:lnTo>
                <a:lnTo>
                  <a:pt x="1095" y="1339"/>
                </a:lnTo>
                <a:lnTo>
                  <a:pt x="1095" y="1338"/>
                </a:lnTo>
                <a:lnTo>
                  <a:pt x="1095" y="1337"/>
                </a:lnTo>
                <a:lnTo>
                  <a:pt x="1095" y="1336"/>
                </a:lnTo>
                <a:lnTo>
                  <a:pt x="1095" y="1335"/>
                </a:lnTo>
                <a:lnTo>
                  <a:pt x="1095" y="1334"/>
                </a:lnTo>
                <a:lnTo>
                  <a:pt x="1095" y="1333"/>
                </a:lnTo>
                <a:lnTo>
                  <a:pt x="1096" y="1332"/>
                </a:lnTo>
                <a:lnTo>
                  <a:pt x="1098" y="1332"/>
                </a:lnTo>
                <a:lnTo>
                  <a:pt x="1099" y="1332"/>
                </a:lnTo>
                <a:lnTo>
                  <a:pt x="1099" y="1333"/>
                </a:lnTo>
                <a:lnTo>
                  <a:pt x="1100" y="1333"/>
                </a:lnTo>
                <a:lnTo>
                  <a:pt x="1101" y="1333"/>
                </a:lnTo>
                <a:lnTo>
                  <a:pt x="1103" y="1334"/>
                </a:lnTo>
                <a:lnTo>
                  <a:pt x="1103" y="1335"/>
                </a:lnTo>
                <a:lnTo>
                  <a:pt x="1104" y="1335"/>
                </a:lnTo>
                <a:lnTo>
                  <a:pt x="1105" y="1335"/>
                </a:lnTo>
                <a:lnTo>
                  <a:pt x="1106" y="1335"/>
                </a:lnTo>
                <a:lnTo>
                  <a:pt x="1106" y="1333"/>
                </a:lnTo>
                <a:lnTo>
                  <a:pt x="1106" y="1332"/>
                </a:lnTo>
                <a:lnTo>
                  <a:pt x="1107" y="1332"/>
                </a:lnTo>
                <a:lnTo>
                  <a:pt x="1107" y="1331"/>
                </a:lnTo>
                <a:lnTo>
                  <a:pt x="1108" y="1331"/>
                </a:lnTo>
                <a:lnTo>
                  <a:pt x="1108" y="1330"/>
                </a:lnTo>
                <a:lnTo>
                  <a:pt x="1109" y="1330"/>
                </a:lnTo>
                <a:lnTo>
                  <a:pt x="1109" y="1329"/>
                </a:lnTo>
                <a:lnTo>
                  <a:pt x="1109" y="1327"/>
                </a:lnTo>
                <a:lnTo>
                  <a:pt x="1109" y="1326"/>
                </a:lnTo>
                <a:lnTo>
                  <a:pt x="1110" y="1326"/>
                </a:lnTo>
                <a:lnTo>
                  <a:pt x="1110" y="1325"/>
                </a:lnTo>
                <a:lnTo>
                  <a:pt x="1110" y="1324"/>
                </a:lnTo>
                <a:lnTo>
                  <a:pt x="1111" y="1323"/>
                </a:lnTo>
                <a:lnTo>
                  <a:pt x="1112" y="1323"/>
                </a:lnTo>
                <a:lnTo>
                  <a:pt x="1112" y="1324"/>
                </a:lnTo>
                <a:lnTo>
                  <a:pt x="1113" y="1324"/>
                </a:lnTo>
                <a:lnTo>
                  <a:pt x="1114" y="1324"/>
                </a:lnTo>
                <a:lnTo>
                  <a:pt x="1114" y="1325"/>
                </a:lnTo>
                <a:lnTo>
                  <a:pt x="1115" y="1325"/>
                </a:lnTo>
                <a:lnTo>
                  <a:pt x="1116" y="1325"/>
                </a:lnTo>
                <a:lnTo>
                  <a:pt x="1117" y="1325"/>
                </a:lnTo>
                <a:lnTo>
                  <a:pt x="1118" y="1324"/>
                </a:lnTo>
                <a:lnTo>
                  <a:pt x="1119" y="1324"/>
                </a:lnTo>
                <a:lnTo>
                  <a:pt x="1120" y="1323"/>
                </a:lnTo>
                <a:lnTo>
                  <a:pt x="1120" y="1322"/>
                </a:lnTo>
                <a:lnTo>
                  <a:pt x="1119" y="1322"/>
                </a:lnTo>
                <a:lnTo>
                  <a:pt x="1119" y="1321"/>
                </a:lnTo>
                <a:lnTo>
                  <a:pt x="1118" y="1321"/>
                </a:lnTo>
                <a:lnTo>
                  <a:pt x="1118" y="1320"/>
                </a:lnTo>
                <a:lnTo>
                  <a:pt x="1117" y="1320"/>
                </a:lnTo>
                <a:lnTo>
                  <a:pt x="1117" y="1319"/>
                </a:lnTo>
                <a:lnTo>
                  <a:pt x="1116" y="1318"/>
                </a:lnTo>
                <a:lnTo>
                  <a:pt x="1115" y="1317"/>
                </a:lnTo>
                <a:lnTo>
                  <a:pt x="1115" y="1316"/>
                </a:lnTo>
                <a:lnTo>
                  <a:pt x="1114" y="1316"/>
                </a:lnTo>
                <a:lnTo>
                  <a:pt x="1114" y="1315"/>
                </a:lnTo>
                <a:lnTo>
                  <a:pt x="1114" y="1313"/>
                </a:lnTo>
                <a:lnTo>
                  <a:pt x="1113" y="1313"/>
                </a:lnTo>
                <a:lnTo>
                  <a:pt x="1113" y="1312"/>
                </a:lnTo>
                <a:lnTo>
                  <a:pt x="1113" y="1311"/>
                </a:lnTo>
                <a:lnTo>
                  <a:pt x="1112" y="1310"/>
                </a:lnTo>
                <a:lnTo>
                  <a:pt x="1111" y="1309"/>
                </a:lnTo>
                <a:lnTo>
                  <a:pt x="1110" y="1309"/>
                </a:lnTo>
                <a:lnTo>
                  <a:pt x="1110" y="1308"/>
                </a:lnTo>
                <a:lnTo>
                  <a:pt x="1109" y="1307"/>
                </a:lnTo>
                <a:lnTo>
                  <a:pt x="1109" y="1305"/>
                </a:lnTo>
                <a:lnTo>
                  <a:pt x="1110" y="1305"/>
                </a:lnTo>
                <a:lnTo>
                  <a:pt x="1110" y="1304"/>
                </a:lnTo>
                <a:lnTo>
                  <a:pt x="1109" y="1304"/>
                </a:lnTo>
                <a:lnTo>
                  <a:pt x="1109" y="1302"/>
                </a:lnTo>
                <a:lnTo>
                  <a:pt x="1108" y="1302"/>
                </a:lnTo>
                <a:lnTo>
                  <a:pt x="1108" y="1301"/>
                </a:lnTo>
                <a:lnTo>
                  <a:pt x="1108" y="1300"/>
                </a:lnTo>
                <a:lnTo>
                  <a:pt x="1108" y="1299"/>
                </a:lnTo>
                <a:lnTo>
                  <a:pt x="1107" y="1299"/>
                </a:lnTo>
                <a:lnTo>
                  <a:pt x="1106" y="1300"/>
                </a:lnTo>
                <a:lnTo>
                  <a:pt x="1106" y="1299"/>
                </a:lnTo>
                <a:lnTo>
                  <a:pt x="1105" y="1299"/>
                </a:lnTo>
                <a:lnTo>
                  <a:pt x="1104" y="1298"/>
                </a:lnTo>
                <a:lnTo>
                  <a:pt x="1104" y="1297"/>
                </a:lnTo>
                <a:lnTo>
                  <a:pt x="1103" y="1297"/>
                </a:lnTo>
                <a:lnTo>
                  <a:pt x="1102" y="1297"/>
                </a:lnTo>
                <a:lnTo>
                  <a:pt x="1100" y="1295"/>
                </a:lnTo>
                <a:lnTo>
                  <a:pt x="1100" y="1294"/>
                </a:lnTo>
                <a:lnTo>
                  <a:pt x="1099" y="1294"/>
                </a:lnTo>
                <a:lnTo>
                  <a:pt x="1098" y="1295"/>
                </a:lnTo>
                <a:lnTo>
                  <a:pt x="1097" y="1294"/>
                </a:lnTo>
                <a:lnTo>
                  <a:pt x="1096" y="1294"/>
                </a:lnTo>
                <a:lnTo>
                  <a:pt x="1095" y="1294"/>
                </a:lnTo>
                <a:lnTo>
                  <a:pt x="1094" y="1294"/>
                </a:lnTo>
                <a:lnTo>
                  <a:pt x="1094" y="1295"/>
                </a:lnTo>
                <a:lnTo>
                  <a:pt x="1094" y="1294"/>
                </a:lnTo>
                <a:lnTo>
                  <a:pt x="1093" y="1294"/>
                </a:lnTo>
                <a:lnTo>
                  <a:pt x="1092" y="1294"/>
                </a:lnTo>
                <a:lnTo>
                  <a:pt x="1091" y="1294"/>
                </a:lnTo>
                <a:lnTo>
                  <a:pt x="1090" y="1294"/>
                </a:lnTo>
                <a:lnTo>
                  <a:pt x="1089" y="1294"/>
                </a:lnTo>
                <a:lnTo>
                  <a:pt x="1088" y="1293"/>
                </a:lnTo>
                <a:lnTo>
                  <a:pt x="1087" y="1293"/>
                </a:lnTo>
                <a:lnTo>
                  <a:pt x="1086" y="1292"/>
                </a:lnTo>
                <a:lnTo>
                  <a:pt x="1086" y="1291"/>
                </a:lnTo>
                <a:lnTo>
                  <a:pt x="1085" y="1290"/>
                </a:lnTo>
                <a:lnTo>
                  <a:pt x="1084" y="1290"/>
                </a:lnTo>
                <a:lnTo>
                  <a:pt x="1084" y="1288"/>
                </a:lnTo>
                <a:lnTo>
                  <a:pt x="1084" y="1287"/>
                </a:lnTo>
                <a:lnTo>
                  <a:pt x="1083" y="1287"/>
                </a:lnTo>
                <a:lnTo>
                  <a:pt x="1082" y="1286"/>
                </a:lnTo>
                <a:lnTo>
                  <a:pt x="1081" y="1286"/>
                </a:lnTo>
                <a:lnTo>
                  <a:pt x="1081" y="1284"/>
                </a:lnTo>
                <a:lnTo>
                  <a:pt x="1080" y="1284"/>
                </a:lnTo>
                <a:lnTo>
                  <a:pt x="1080" y="1283"/>
                </a:lnTo>
                <a:lnTo>
                  <a:pt x="1080" y="1280"/>
                </a:lnTo>
                <a:lnTo>
                  <a:pt x="1080" y="1279"/>
                </a:lnTo>
                <a:lnTo>
                  <a:pt x="1080" y="1278"/>
                </a:lnTo>
                <a:lnTo>
                  <a:pt x="1080" y="1276"/>
                </a:lnTo>
                <a:lnTo>
                  <a:pt x="1079" y="1275"/>
                </a:lnTo>
                <a:lnTo>
                  <a:pt x="1079" y="1274"/>
                </a:lnTo>
                <a:lnTo>
                  <a:pt x="1080" y="1274"/>
                </a:lnTo>
                <a:lnTo>
                  <a:pt x="1080" y="1273"/>
                </a:lnTo>
                <a:lnTo>
                  <a:pt x="1081" y="1272"/>
                </a:lnTo>
                <a:lnTo>
                  <a:pt x="1081" y="1271"/>
                </a:lnTo>
                <a:lnTo>
                  <a:pt x="1081" y="1270"/>
                </a:lnTo>
                <a:lnTo>
                  <a:pt x="1080" y="1270"/>
                </a:lnTo>
                <a:lnTo>
                  <a:pt x="1080" y="1269"/>
                </a:lnTo>
                <a:lnTo>
                  <a:pt x="1080" y="1268"/>
                </a:lnTo>
                <a:lnTo>
                  <a:pt x="1079" y="1267"/>
                </a:lnTo>
                <a:lnTo>
                  <a:pt x="1079" y="1266"/>
                </a:lnTo>
                <a:lnTo>
                  <a:pt x="1080" y="1266"/>
                </a:lnTo>
                <a:lnTo>
                  <a:pt x="1080" y="1265"/>
                </a:lnTo>
                <a:lnTo>
                  <a:pt x="1080" y="1264"/>
                </a:lnTo>
                <a:lnTo>
                  <a:pt x="1080" y="1263"/>
                </a:lnTo>
                <a:lnTo>
                  <a:pt x="1080" y="1262"/>
                </a:lnTo>
                <a:lnTo>
                  <a:pt x="1080" y="1261"/>
                </a:lnTo>
                <a:lnTo>
                  <a:pt x="1080" y="1260"/>
                </a:lnTo>
                <a:lnTo>
                  <a:pt x="1081" y="1259"/>
                </a:lnTo>
                <a:lnTo>
                  <a:pt x="1080" y="1259"/>
                </a:lnTo>
                <a:lnTo>
                  <a:pt x="1080" y="1257"/>
                </a:lnTo>
                <a:lnTo>
                  <a:pt x="1080" y="1256"/>
                </a:lnTo>
                <a:lnTo>
                  <a:pt x="1080" y="1254"/>
                </a:lnTo>
                <a:lnTo>
                  <a:pt x="1080" y="1253"/>
                </a:lnTo>
                <a:lnTo>
                  <a:pt x="1081" y="1253"/>
                </a:lnTo>
                <a:lnTo>
                  <a:pt x="1081" y="1252"/>
                </a:lnTo>
                <a:lnTo>
                  <a:pt x="1081" y="1250"/>
                </a:lnTo>
                <a:lnTo>
                  <a:pt x="1082" y="1250"/>
                </a:lnTo>
                <a:lnTo>
                  <a:pt x="1081" y="1250"/>
                </a:lnTo>
                <a:lnTo>
                  <a:pt x="1081" y="1249"/>
                </a:lnTo>
                <a:lnTo>
                  <a:pt x="1081" y="1248"/>
                </a:lnTo>
                <a:lnTo>
                  <a:pt x="1082" y="1247"/>
                </a:lnTo>
                <a:lnTo>
                  <a:pt x="1082" y="1246"/>
                </a:lnTo>
                <a:lnTo>
                  <a:pt x="1081" y="1246"/>
                </a:lnTo>
                <a:lnTo>
                  <a:pt x="1081" y="1245"/>
                </a:lnTo>
                <a:lnTo>
                  <a:pt x="1080" y="1242"/>
                </a:lnTo>
                <a:lnTo>
                  <a:pt x="1082" y="1242"/>
                </a:lnTo>
                <a:lnTo>
                  <a:pt x="1082" y="1241"/>
                </a:lnTo>
                <a:lnTo>
                  <a:pt x="1083" y="1240"/>
                </a:lnTo>
                <a:lnTo>
                  <a:pt x="1084" y="1240"/>
                </a:lnTo>
                <a:lnTo>
                  <a:pt x="1085" y="1240"/>
                </a:lnTo>
                <a:lnTo>
                  <a:pt x="1086" y="1240"/>
                </a:lnTo>
                <a:lnTo>
                  <a:pt x="1087" y="1239"/>
                </a:lnTo>
                <a:lnTo>
                  <a:pt x="1088" y="1239"/>
                </a:lnTo>
                <a:lnTo>
                  <a:pt x="1089" y="1239"/>
                </a:lnTo>
                <a:lnTo>
                  <a:pt x="1088" y="1239"/>
                </a:lnTo>
                <a:lnTo>
                  <a:pt x="1088" y="1238"/>
                </a:lnTo>
                <a:lnTo>
                  <a:pt x="1089" y="1239"/>
                </a:lnTo>
                <a:lnTo>
                  <a:pt x="1090" y="1239"/>
                </a:lnTo>
                <a:lnTo>
                  <a:pt x="1091" y="1239"/>
                </a:lnTo>
                <a:lnTo>
                  <a:pt x="1092" y="1239"/>
                </a:lnTo>
                <a:lnTo>
                  <a:pt x="1093" y="1238"/>
                </a:lnTo>
                <a:lnTo>
                  <a:pt x="1094" y="1238"/>
                </a:lnTo>
                <a:lnTo>
                  <a:pt x="1094" y="1239"/>
                </a:lnTo>
                <a:lnTo>
                  <a:pt x="1095" y="1240"/>
                </a:lnTo>
                <a:lnTo>
                  <a:pt x="1096" y="1240"/>
                </a:lnTo>
                <a:lnTo>
                  <a:pt x="1096" y="1241"/>
                </a:lnTo>
                <a:lnTo>
                  <a:pt x="1097" y="1241"/>
                </a:lnTo>
                <a:lnTo>
                  <a:pt x="1098" y="1241"/>
                </a:lnTo>
                <a:lnTo>
                  <a:pt x="1099" y="1240"/>
                </a:lnTo>
                <a:lnTo>
                  <a:pt x="1098" y="1239"/>
                </a:lnTo>
                <a:lnTo>
                  <a:pt x="1097" y="1238"/>
                </a:lnTo>
                <a:lnTo>
                  <a:pt x="1097" y="1237"/>
                </a:lnTo>
                <a:lnTo>
                  <a:pt x="1097" y="1235"/>
                </a:lnTo>
                <a:lnTo>
                  <a:pt x="1097" y="1234"/>
                </a:lnTo>
                <a:lnTo>
                  <a:pt x="1098" y="1234"/>
                </a:lnTo>
                <a:lnTo>
                  <a:pt x="1098" y="1233"/>
                </a:lnTo>
                <a:lnTo>
                  <a:pt x="1098" y="1232"/>
                </a:lnTo>
                <a:lnTo>
                  <a:pt x="1099" y="1232"/>
                </a:lnTo>
                <a:lnTo>
                  <a:pt x="1100" y="1232"/>
                </a:lnTo>
                <a:lnTo>
                  <a:pt x="1100" y="1231"/>
                </a:lnTo>
                <a:lnTo>
                  <a:pt x="1099" y="1230"/>
                </a:lnTo>
                <a:lnTo>
                  <a:pt x="1100" y="1230"/>
                </a:lnTo>
                <a:lnTo>
                  <a:pt x="1100" y="1229"/>
                </a:lnTo>
                <a:lnTo>
                  <a:pt x="1101" y="1229"/>
                </a:lnTo>
                <a:lnTo>
                  <a:pt x="1102" y="1228"/>
                </a:lnTo>
                <a:lnTo>
                  <a:pt x="1102" y="1227"/>
                </a:lnTo>
                <a:lnTo>
                  <a:pt x="1102" y="1226"/>
                </a:lnTo>
                <a:lnTo>
                  <a:pt x="1103" y="1225"/>
                </a:lnTo>
                <a:lnTo>
                  <a:pt x="1104" y="1225"/>
                </a:lnTo>
                <a:lnTo>
                  <a:pt x="1104" y="1224"/>
                </a:lnTo>
                <a:lnTo>
                  <a:pt x="1105" y="1224"/>
                </a:lnTo>
                <a:lnTo>
                  <a:pt x="1106" y="1224"/>
                </a:lnTo>
                <a:lnTo>
                  <a:pt x="1106" y="1223"/>
                </a:lnTo>
                <a:lnTo>
                  <a:pt x="1106" y="1222"/>
                </a:lnTo>
                <a:lnTo>
                  <a:pt x="1107" y="1221"/>
                </a:lnTo>
                <a:lnTo>
                  <a:pt x="1108" y="1222"/>
                </a:lnTo>
                <a:lnTo>
                  <a:pt x="1109" y="1222"/>
                </a:lnTo>
                <a:lnTo>
                  <a:pt x="1110" y="1222"/>
                </a:lnTo>
                <a:lnTo>
                  <a:pt x="1111" y="1221"/>
                </a:lnTo>
                <a:lnTo>
                  <a:pt x="1111" y="1220"/>
                </a:lnTo>
                <a:lnTo>
                  <a:pt x="1112" y="1219"/>
                </a:lnTo>
                <a:lnTo>
                  <a:pt x="1113" y="1219"/>
                </a:lnTo>
                <a:lnTo>
                  <a:pt x="1114" y="1219"/>
                </a:lnTo>
                <a:lnTo>
                  <a:pt x="1117" y="1219"/>
                </a:lnTo>
                <a:lnTo>
                  <a:pt x="1117" y="1218"/>
                </a:lnTo>
                <a:lnTo>
                  <a:pt x="1117" y="1216"/>
                </a:lnTo>
                <a:lnTo>
                  <a:pt x="1118" y="1215"/>
                </a:lnTo>
                <a:lnTo>
                  <a:pt x="1119" y="1215"/>
                </a:lnTo>
                <a:lnTo>
                  <a:pt x="1119" y="1216"/>
                </a:lnTo>
                <a:lnTo>
                  <a:pt x="1120" y="1216"/>
                </a:lnTo>
                <a:lnTo>
                  <a:pt x="1121" y="1216"/>
                </a:lnTo>
                <a:lnTo>
                  <a:pt x="1122" y="1217"/>
                </a:lnTo>
                <a:lnTo>
                  <a:pt x="1123" y="1216"/>
                </a:lnTo>
                <a:lnTo>
                  <a:pt x="1124" y="1216"/>
                </a:lnTo>
                <a:lnTo>
                  <a:pt x="1125" y="1215"/>
                </a:lnTo>
                <a:lnTo>
                  <a:pt x="1127" y="1214"/>
                </a:lnTo>
                <a:lnTo>
                  <a:pt x="1127" y="1213"/>
                </a:lnTo>
                <a:lnTo>
                  <a:pt x="1128" y="1211"/>
                </a:lnTo>
                <a:lnTo>
                  <a:pt x="1128" y="1210"/>
                </a:lnTo>
                <a:lnTo>
                  <a:pt x="1128" y="1209"/>
                </a:lnTo>
                <a:lnTo>
                  <a:pt x="1128" y="1208"/>
                </a:lnTo>
                <a:lnTo>
                  <a:pt x="1129" y="1208"/>
                </a:lnTo>
                <a:lnTo>
                  <a:pt x="1129" y="1207"/>
                </a:lnTo>
                <a:lnTo>
                  <a:pt x="1129" y="1206"/>
                </a:lnTo>
                <a:lnTo>
                  <a:pt x="1129" y="1205"/>
                </a:lnTo>
                <a:lnTo>
                  <a:pt x="1130" y="1204"/>
                </a:lnTo>
                <a:lnTo>
                  <a:pt x="1131" y="1204"/>
                </a:lnTo>
                <a:lnTo>
                  <a:pt x="1132" y="1204"/>
                </a:lnTo>
                <a:lnTo>
                  <a:pt x="1133" y="1203"/>
                </a:lnTo>
                <a:lnTo>
                  <a:pt x="1133" y="1201"/>
                </a:lnTo>
                <a:lnTo>
                  <a:pt x="1133" y="1200"/>
                </a:lnTo>
                <a:lnTo>
                  <a:pt x="1134" y="1199"/>
                </a:lnTo>
                <a:lnTo>
                  <a:pt x="1135" y="1199"/>
                </a:lnTo>
                <a:lnTo>
                  <a:pt x="1135" y="1200"/>
                </a:lnTo>
                <a:lnTo>
                  <a:pt x="1137" y="1200"/>
                </a:lnTo>
                <a:lnTo>
                  <a:pt x="1138" y="1199"/>
                </a:lnTo>
                <a:lnTo>
                  <a:pt x="1139" y="1199"/>
                </a:lnTo>
                <a:lnTo>
                  <a:pt x="1140" y="1198"/>
                </a:lnTo>
                <a:lnTo>
                  <a:pt x="1141" y="1198"/>
                </a:lnTo>
                <a:lnTo>
                  <a:pt x="1141" y="1197"/>
                </a:lnTo>
                <a:lnTo>
                  <a:pt x="1140" y="1194"/>
                </a:lnTo>
                <a:lnTo>
                  <a:pt x="1139" y="1193"/>
                </a:lnTo>
                <a:lnTo>
                  <a:pt x="1138" y="1192"/>
                </a:lnTo>
                <a:lnTo>
                  <a:pt x="1138" y="1190"/>
                </a:lnTo>
                <a:lnTo>
                  <a:pt x="1138" y="1189"/>
                </a:lnTo>
                <a:lnTo>
                  <a:pt x="1137" y="1189"/>
                </a:lnTo>
                <a:lnTo>
                  <a:pt x="1136" y="1188"/>
                </a:lnTo>
                <a:lnTo>
                  <a:pt x="1137" y="1187"/>
                </a:lnTo>
                <a:lnTo>
                  <a:pt x="1137" y="1186"/>
                </a:lnTo>
                <a:lnTo>
                  <a:pt x="1137" y="1185"/>
                </a:lnTo>
                <a:lnTo>
                  <a:pt x="1137" y="1184"/>
                </a:lnTo>
                <a:lnTo>
                  <a:pt x="1136" y="1184"/>
                </a:lnTo>
                <a:lnTo>
                  <a:pt x="1134" y="1180"/>
                </a:lnTo>
                <a:lnTo>
                  <a:pt x="1133" y="1180"/>
                </a:lnTo>
                <a:lnTo>
                  <a:pt x="1132" y="1180"/>
                </a:lnTo>
                <a:lnTo>
                  <a:pt x="1130" y="1180"/>
                </a:lnTo>
                <a:lnTo>
                  <a:pt x="1128" y="1178"/>
                </a:lnTo>
                <a:lnTo>
                  <a:pt x="1126" y="1177"/>
                </a:lnTo>
                <a:lnTo>
                  <a:pt x="1126" y="1176"/>
                </a:lnTo>
                <a:lnTo>
                  <a:pt x="1127" y="1176"/>
                </a:lnTo>
                <a:lnTo>
                  <a:pt x="1127" y="1175"/>
                </a:lnTo>
                <a:lnTo>
                  <a:pt x="1128" y="1175"/>
                </a:lnTo>
                <a:lnTo>
                  <a:pt x="1129" y="1175"/>
                </a:lnTo>
                <a:lnTo>
                  <a:pt x="1130" y="1175"/>
                </a:lnTo>
                <a:lnTo>
                  <a:pt x="1130" y="1176"/>
                </a:lnTo>
                <a:lnTo>
                  <a:pt x="1131" y="1172"/>
                </a:lnTo>
                <a:lnTo>
                  <a:pt x="1131" y="1171"/>
                </a:lnTo>
                <a:lnTo>
                  <a:pt x="1131" y="1170"/>
                </a:lnTo>
                <a:lnTo>
                  <a:pt x="1130" y="1170"/>
                </a:lnTo>
                <a:lnTo>
                  <a:pt x="1130" y="1169"/>
                </a:lnTo>
                <a:lnTo>
                  <a:pt x="1130" y="1168"/>
                </a:lnTo>
                <a:lnTo>
                  <a:pt x="1129" y="1168"/>
                </a:lnTo>
                <a:lnTo>
                  <a:pt x="1128" y="1168"/>
                </a:lnTo>
                <a:lnTo>
                  <a:pt x="1128" y="1167"/>
                </a:lnTo>
                <a:lnTo>
                  <a:pt x="1127" y="1167"/>
                </a:lnTo>
                <a:lnTo>
                  <a:pt x="1127" y="1165"/>
                </a:lnTo>
                <a:lnTo>
                  <a:pt x="1127" y="1164"/>
                </a:lnTo>
                <a:lnTo>
                  <a:pt x="1127" y="1163"/>
                </a:lnTo>
                <a:lnTo>
                  <a:pt x="1128" y="1162"/>
                </a:lnTo>
                <a:lnTo>
                  <a:pt x="1128" y="1161"/>
                </a:lnTo>
                <a:lnTo>
                  <a:pt x="1129" y="1161"/>
                </a:lnTo>
                <a:lnTo>
                  <a:pt x="1129" y="1159"/>
                </a:lnTo>
                <a:lnTo>
                  <a:pt x="1128" y="1159"/>
                </a:lnTo>
                <a:lnTo>
                  <a:pt x="1129" y="1158"/>
                </a:lnTo>
                <a:lnTo>
                  <a:pt x="1130" y="1157"/>
                </a:lnTo>
                <a:lnTo>
                  <a:pt x="1131" y="1157"/>
                </a:lnTo>
                <a:lnTo>
                  <a:pt x="1132" y="1157"/>
                </a:lnTo>
                <a:lnTo>
                  <a:pt x="1132" y="1158"/>
                </a:lnTo>
                <a:lnTo>
                  <a:pt x="1133" y="1158"/>
                </a:lnTo>
                <a:lnTo>
                  <a:pt x="1135" y="1158"/>
                </a:lnTo>
                <a:lnTo>
                  <a:pt x="1136" y="1158"/>
                </a:lnTo>
                <a:lnTo>
                  <a:pt x="1136" y="1159"/>
                </a:lnTo>
                <a:lnTo>
                  <a:pt x="1137" y="1159"/>
                </a:lnTo>
                <a:lnTo>
                  <a:pt x="1138" y="1159"/>
                </a:lnTo>
                <a:lnTo>
                  <a:pt x="1140" y="1160"/>
                </a:lnTo>
                <a:lnTo>
                  <a:pt x="1141" y="1160"/>
                </a:lnTo>
                <a:lnTo>
                  <a:pt x="1141" y="1161"/>
                </a:lnTo>
                <a:lnTo>
                  <a:pt x="1142" y="1161"/>
                </a:lnTo>
                <a:lnTo>
                  <a:pt x="1142" y="1160"/>
                </a:lnTo>
                <a:lnTo>
                  <a:pt x="1143" y="1160"/>
                </a:lnTo>
                <a:lnTo>
                  <a:pt x="1144" y="1160"/>
                </a:lnTo>
                <a:lnTo>
                  <a:pt x="1144" y="1159"/>
                </a:lnTo>
                <a:lnTo>
                  <a:pt x="1145" y="1158"/>
                </a:lnTo>
                <a:lnTo>
                  <a:pt x="1147" y="1157"/>
                </a:lnTo>
                <a:lnTo>
                  <a:pt x="1148" y="1156"/>
                </a:lnTo>
                <a:lnTo>
                  <a:pt x="1148" y="1155"/>
                </a:lnTo>
                <a:lnTo>
                  <a:pt x="1147" y="1155"/>
                </a:lnTo>
                <a:lnTo>
                  <a:pt x="1146" y="1154"/>
                </a:lnTo>
                <a:lnTo>
                  <a:pt x="1146" y="1153"/>
                </a:lnTo>
                <a:lnTo>
                  <a:pt x="1146" y="1152"/>
                </a:lnTo>
                <a:lnTo>
                  <a:pt x="1147" y="1152"/>
                </a:lnTo>
                <a:lnTo>
                  <a:pt x="1147" y="1151"/>
                </a:lnTo>
                <a:lnTo>
                  <a:pt x="1148" y="1150"/>
                </a:lnTo>
                <a:lnTo>
                  <a:pt x="1148" y="1151"/>
                </a:lnTo>
                <a:lnTo>
                  <a:pt x="1149" y="1151"/>
                </a:lnTo>
                <a:lnTo>
                  <a:pt x="1149" y="1150"/>
                </a:lnTo>
                <a:lnTo>
                  <a:pt x="1149" y="1149"/>
                </a:lnTo>
                <a:lnTo>
                  <a:pt x="1150" y="1148"/>
                </a:lnTo>
                <a:lnTo>
                  <a:pt x="1150" y="1147"/>
                </a:lnTo>
                <a:lnTo>
                  <a:pt x="1149" y="1146"/>
                </a:lnTo>
                <a:lnTo>
                  <a:pt x="1150" y="1146"/>
                </a:lnTo>
                <a:lnTo>
                  <a:pt x="1151" y="1146"/>
                </a:lnTo>
                <a:lnTo>
                  <a:pt x="1152" y="1145"/>
                </a:lnTo>
                <a:lnTo>
                  <a:pt x="1152" y="1144"/>
                </a:lnTo>
                <a:lnTo>
                  <a:pt x="1152" y="1143"/>
                </a:lnTo>
                <a:lnTo>
                  <a:pt x="1153" y="1142"/>
                </a:lnTo>
                <a:lnTo>
                  <a:pt x="1153" y="1141"/>
                </a:lnTo>
                <a:lnTo>
                  <a:pt x="1154" y="1140"/>
                </a:lnTo>
                <a:lnTo>
                  <a:pt x="1154" y="1139"/>
                </a:lnTo>
                <a:lnTo>
                  <a:pt x="1154" y="1136"/>
                </a:lnTo>
                <a:lnTo>
                  <a:pt x="1155" y="1136"/>
                </a:lnTo>
                <a:lnTo>
                  <a:pt x="1155" y="1137"/>
                </a:lnTo>
                <a:lnTo>
                  <a:pt x="1156" y="1137"/>
                </a:lnTo>
                <a:lnTo>
                  <a:pt x="1156" y="1136"/>
                </a:lnTo>
                <a:lnTo>
                  <a:pt x="1156" y="1135"/>
                </a:lnTo>
                <a:lnTo>
                  <a:pt x="1155" y="1135"/>
                </a:lnTo>
                <a:lnTo>
                  <a:pt x="1154" y="1135"/>
                </a:lnTo>
                <a:lnTo>
                  <a:pt x="1154" y="1134"/>
                </a:lnTo>
                <a:lnTo>
                  <a:pt x="1155" y="1134"/>
                </a:lnTo>
                <a:lnTo>
                  <a:pt x="1156" y="1134"/>
                </a:lnTo>
                <a:lnTo>
                  <a:pt x="1156" y="1135"/>
                </a:lnTo>
                <a:lnTo>
                  <a:pt x="1157" y="1135"/>
                </a:lnTo>
                <a:lnTo>
                  <a:pt x="1158" y="1135"/>
                </a:lnTo>
                <a:lnTo>
                  <a:pt x="1159" y="1136"/>
                </a:lnTo>
                <a:lnTo>
                  <a:pt x="1159" y="1137"/>
                </a:lnTo>
                <a:lnTo>
                  <a:pt x="1160" y="1138"/>
                </a:lnTo>
                <a:lnTo>
                  <a:pt x="1162" y="1140"/>
                </a:lnTo>
                <a:lnTo>
                  <a:pt x="1164" y="1141"/>
                </a:lnTo>
                <a:lnTo>
                  <a:pt x="1166" y="1141"/>
                </a:lnTo>
                <a:lnTo>
                  <a:pt x="1168" y="1142"/>
                </a:lnTo>
                <a:lnTo>
                  <a:pt x="1169" y="1141"/>
                </a:lnTo>
                <a:lnTo>
                  <a:pt x="1170" y="1141"/>
                </a:lnTo>
                <a:lnTo>
                  <a:pt x="1170" y="1142"/>
                </a:lnTo>
                <a:lnTo>
                  <a:pt x="1172" y="1143"/>
                </a:lnTo>
                <a:lnTo>
                  <a:pt x="1174" y="1143"/>
                </a:lnTo>
                <a:lnTo>
                  <a:pt x="1175" y="1143"/>
                </a:lnTo>
                <a:lnTo>
                  <a:pt x="1176" y="1143"/>
                </a:lnTo>
                <a:lnTo>
                  <a:pt x="1177" y="1143"/>
                </a:lnTo>
                <a:lnTo>
                  <a:pt x="1178" y="1144"/>
                </a:lnTo>
                <a:lnTo>
                  <a:pt x="1179" y="1145"/>
                </a:lnTo>
                <a:lnTo>
                  <a:pt x="1180" y="1146"/>
                </a:lnTo>
                <a:lnTo>
                  <a:pt x="1181" y="1147"/>
                </a:lnTo>
                <a:lnTo>
                  <a:pt x="1183" y="1149"/>
                </a:lnTo>
                <a:lnTo>
                  <a:pt x="1184" y="1148"/>
                </a:lnTo>
                <a:lnTo>
                  <a:pt x="1184" y="1147"/>
                </a:lnTo>
                <a:lnTo>
                  <a:pt x="1185" y="1147"/>
                </a:lnTo>
                <a:lnTo>
                  <a:pt x="1185" y="1146"/>
                </a:lnTo>
                <a:lnTo>
                  <a:pt x="1186" y="1146"/>
                </a:lnTo>
                <a:lnTo>
                  <a:pt x="1186" y="1145"/>
                </a:lnTo>
                <a:lnTo>
                  <a:pt x="1187" y="1145"/>
                </a:lnTo>
                <a:lnTo>
                  <a:pt x="1188" y="1144"/>
                </a:lnTo>
                <a:lnTo>
                  <a:pt x="1188" y="1143"/>
                </a:lnTo>
                <a:lnTo>
                  <a:pt x="1187" y="1143"/>
                </a:lnTo>
                <a:lnTo>
                  <a:pt x="1185" y="1143"/>
                </a:lnTo>
                <a:lnTo>
                  <a:pt x="1184" y="1143"/>
                </a:lnTo>
                <a:lnTo>
                  <a:pt x="1184" y="1144"/>
                </a:lnTo>
                <a:lnTo>
                  <a:pt x="1183" y="1144"/>
                </a:lnTo>
                <a:lnTo>
                  <a:pt x="1183" y="1145"/>
                </a:lnTo>
                <a:lnTo>
                  <a:pt x="1181" y="1144"/>
                </a:lnTo>
                <a:lnTo>
                  <a:pt x="1181" y="1143"/>
                </a:lnTo>
                <a:lnTo>
                  <a:pt x="1182" y="1143"/>
                </a:lnTo>
                <a:lnTo>
                  <a:pt x="1183" y="1142"/>
                </a:lnTo>
                <a:lnTo>
                  <a:pt x="1183" y="1141"/>
                </a:lnTo>
                <a:lnTo>
                  <a:pt x="1184" y="1141"/>
                </a:lnTo>
                <a:lnTo>
                  <a:pt x="1185" y="1141"/>
                </a:lnTo>
                <a:lnTo>
                  <a:pt x="1186" y="1141"/>
                </a:lnTo>
                <a:lnTo>
                  <a:pt x="1187" y="1140"/>
                </a:lnTo>
                <a:lnTo>
                  <a:pt x="1188" y="1141"/>
                </a:lnTo>
                <a:lnTo>
                  <a:pt x="1188" y="1140"/>
                </a:lnTo>
                <a:lnTo>
                  <a:pt x="1189" y="1139"/>
                </a:lnTo>
                <a:lnTo>
                  <a:pt x="1190" y="1139"/>
                </a:lnTo>
                <a:lnTo>
                  <a:pt x="1191" y="1140"/>
                </a:lnTo>
                <a:lnTo>
                  <a:pt x="1191" y="1139"/>
                </a:lnTo>
                <a:lnTo>
                  <a:pt x="1191" y="1138"/>
                </a:lnTo>
                <a:lnTo>
                  <a:pt x="1191" y="1137"/>
                </a:lnTo>
                <a:lnTo>
                  <a:pt x="1190" y="1136"/>
                </a:lnTo>
                <a:lnTo>
                  <a:pt x="1189" y="1135"/>
                </a:lnTo>
                <a:lnTo>
                  <a:pt x="1187" y="1134"/>
                </a:lnTo>
                <a:lnTo>
                  <a:pt x="1187" y="1133"/>
                </a:lnTo>
                <a:lnTo>
                  <a:pt x="1187" y="1132"/>
                </a:lnTo>
                <a:lnTo>
                  <a:pt x="1186" y="1131"/>
                </a:lnTo>
                <a:lnTo>
                  <a:pt x="1186" y="1129"/>
                </a:lnTo>
                <a:lnTo>
                  <a:pt x="1186" y="1128"/>
                </a:lnTo>
                <a:lnTo>
                  <a:pt x="1187" y="1126"/>
                </a:lnTo>
                <a:lnTo>
                  <a:pt x="1187" y="1125"/>
                </a:lnTo>
                <a:lnTo>
                  <a:pt x="1186" y="1125"/>
                </a:lnTo>
                <a:lnTo>
                  <a:pt x="1185" y="1124"/>
                </a:lnTo>
                <a:lnTo>
                  <a:pt x="1184" y="1124"/>
                </a:lnTo>
                <a:lnTo>
                  <a:pt x="1184" y="1123"/>
                </a:lnTo>
                <a:lnTo>
                  <a:pt x="1183" y="1123"/>
                </a:lnTo>
                <a:lnTo>
                  <a:pt x="1183" y="1122"/>
                </a:lnTo>
                <a:lnTo>
                  <a:pt x="1182" y="1120"/>
                </a:lnTo>
                <a:lnTo>
                  <a:pt x="1182" y="1119"/>
                </a:lnTo>
                <a:lnTo>
                  <a:pt x="1182" y="1118"/>
                </a:lnTo>
                <a:lnTo>
                  <a:pt x="1181" y="1118"/>
                </a:lnTo>
                <a:lnTo>
                  <a:pt x="1181" y="1117"/>
                </a:lnTo>
                <a:lnTo>
                  <a:pt x="1180" y="1116"/>
                </a:lnTo>
                <a:lnTo>
                  <a:pt x="1179" y="1115"/>
                </a:lnTo>
                <a:lnTo>
                  <a:pt x="1179" y="1114"/>
                </a:lnTo>
                <a:lnTo>
                  <a:pt x="1179" y="1113"/>
                </a:lnTo>
                <a:lnTo>
                  <a:pt x="1178" y="1112"/>
                </a:lnTo>
                <a:lnTo>
                  <a:pt x="1178" y="1110"/>
                </a:lnTo>
                <a:lnTo>
                  <a:pt x="1178" y="1109"/>
                </a:lnTo>
                <a:lnTo>
                  <a:pt x="1177" y="1108"/>
                </a:lnTo>
                <a:lnTo>
                  <a:pt x="1177" y="1107"/>
                </a:lnTo>
                <a:lnTo>
                  <a:pt x="1177" y="1106"/>
                </a:lnTo>
                <a:lnTo>
                  <a:pt x="1178" y="1105"/>
                </a:lnTo>
                <a:lnTo>
                  <a:pt x="1178" y="1104"/>
                </a:lnTo>
                <a:lnTo>
                  <a:pt x="1179" y="1102"/>
                </a:lnTo>
                <a:lnTo>
                  <a:pt x="1180" y="1102"/>
                </a:lnTo>
                <a:lnTo>
                  <a:pt x="1180" y="1101"/>
                </a:lnTo>
                <a:lnTo>
                  <a:pt x="1181" y="1100"/>
                </a:lnTo>
                <a:lnTo>
                  <a:pt x="1181" y="1099"/>
                </a:lnTo>
                <a:lnTo>
                  <a:pt x="1182" y="1099"/>
                </a:lnTo>
                <a:lnTo>
                  <a:pt x="1183" y="1099"/>
                </a:lnTo>
                <a:lnTo>
                  <a:pt x="1184" y="1099"/>
                </a:lnTo>
                <a:lnTo>
                  <a:pt x="1184" y="1098"/>
                </a:lnTo>
                <a:lnTo>
                  <a:pt x="1185" y="1098"/>
                </a:lnTo>
                <a:lnTo>
                  <a:pt x="1185" y="1097"/>
                </a:lnTo>
                <a:lnTo>
                  <a:pt x="1186" y="1096"/>
                </a:lnTo>
                <a:lnTo>
                  <a:pt x="1187" y="1095"/>
                </a:lnTo>
                <a:lnTo>
                  <a:pt x="1188" y="1094"/>
                </a:lnTo>
                <a:lnTo>
                  <a:pt x="1188" y="1093"/>
                </a:lnTo>
                <a:lnTo>
                  <a:pt x="1189" y="1093"/>
                </a:lnTo>
                <a:lnTo>
                  <a:pt x="1190" y="1093"/>
                </a:lnTo>
                <a:lnTo>
                  <a:pt x="1191" y="1093"/>
                </a:lnTo>
                <a:lnTo>
                  <a:pt x="1192" y="1094"/>
                </a:lnTo>
                <a:lnTo>
                  <a:pt x="1193" y="1094"/>
                </a:lnTo>
                <a:lnTo>
                  <a:pt x="1194" y="1094"/>
                </a:lnTo>
                <a:lnTo>
                  <a:pt x="1195" y="1094"/>
                </a:lnTo>
                <a:lnTo>
                  <a:pt x="1195" y="1093"/>
                </a:lnTo>
                <a:lnTo>
                  <a:pt x="1196" y="1094"/>
                </a:lnTo>
                <a:lnTo>
                  <a:pt x="1197" y="1094"/>
                </a:lnTo>
                <a:lnTo>
                  <a:pt x="1198" y="1094"/>
                </a:lnTo>
                <a:lnTo>
                  <a:pt x="1198" y="1095"/>
                </a:lnTo>
                <a:lnTo>
                  <a:pt x="1199" y="1095"/>
                </a:lnTo>
                <a:lnTo>
                  <a:pt x="1200" y="1095"/>
                </a:lnTo>
                <a:lnTo>
                  <a:pt x="1201" y="1095"/>
                </a:lnTo>
                <a:lnTo>
                  <a:pt x="1202" y="1095"/>
                </a:lnTo>
                <a:lnTo>
                  <a:pt x="1203" y="1095"/>
                </a:lnTo>
                <a:lnTo>
                  <a:pt x="1204" y="1096"/>
                </a:lnTo>
                <a:lnTo>
                  <a:pt x="1204" y="1095"/>
                </a:lnTo>
                <a:lnTo>
                  <a:pt x="1205" y="1095"/>
                </a:lnTo>
                <a:lnTo>
                  <a:pt x="1205" y="1096"/>
                </a:lnTo>
                <a:lnTo>
                  <a:pt x="1206" y="1097"/>
                </a:lnTo>
                <a:lnTo>
                  <a:pt x="1206" y="1098"/>
                </a:lnTo>
                <a:lnTo>
                  <a:pt x="1208" y="1098"/>
                </a:lnTo>
                <a:lnTo>
                  <a:pt x="1209" y="1098"/>
                </a:lnTo>
                <a:lnTo>
                  <a:pt x="1209" y="1097"/>
                </a:lnTo>
                <a:lnTo>
                  <a:pt x="1209" y="1096"/>
                </a:lnTo>
                <a:lnTo>
                  <a:pt x="1209" y="1095"/>
                </a:lnTo>
                <a:lnTo>
                  <a:pt x="1209" y="1094"/>
                </a:lnTo>
                <a:lnTo>
                  <a:pt x="1210" y="1094"/>
                </a:lnTo>
                <a:lnTo>
                  <a:pt x="1210" y="1093"/>
                </a:lnTo>
                <a:lnTo>
                  <a:pt x="1210" y="1092"/>
                </a:lnTo>
                <a:lnTo>
                  <a:pt x="1209" y="1092"/>
                </a:lnTo>
                <a:lnTo>
                  <a:pt x="1209" y="1091"/>
                </a:lnTo>
                <a:lnTo>
                  <a:pt x="1209" y="1090"/>
                </a:lnTo>
                <a:lnTo>
                  <a:pt x="1209" y="1089"/>
                </a:lnTo>
                <a:lnTo>
                  <a:pt x="1209" y="1088"/>
                </a:lnTo>
                <a:lnTo>
                  <a:pt x="1209" y="1087"/>
                </a:lnTo>
                <a:lnTo>
                  <a:pt x="1209" y="1085"/>
                </a:lnTo>
                <a:lnTo>
                  <a:pt x="1210" y="1084"/>
                </a:lnTo>
                <a:lnTo>
                  <a:pt x="1209" y="1084"/>
                </a:lnTo>
                <a:lnTo>
                  <a:pt x="1209" y="1083"/>
                </a:lnTo>
                <a:lnTo>
                  <a:pt x="1209" y="1080"/>
                </a:lnTo>
                <a:lnTo>
                  <a:pt x="1210" y="1079"/>
                </a:lnTo>
                <a:lnTo>
                  <a:pt x="1210" y="1077"/>
                </a:lnTo>
                <a:lnTo>
                  <a:pt x="1211" y="1075"/>
                </a:lnTo>
                <a:lnTo>
                  <a:pt x="1212" y="1074"/>
                </a:lnTo>
                <a:lnTo>
                  <a:pt x="1213" y="1073"/>
                </a:lnTo>
                <a:lnTo>
                  <a:pt x="1212" y="1073"/>
                </a:lnTo>
                <a:lnTo>
                  <a:pt x="1212" y="1072"/>
                </a:lnTo>
                <a:lnTo>
                  <a:pt x="1211" y="1071"/>
                </a:lnTo>
                <a:lnTo>
                  <a:pt x="1211" y="1070"/>
                </a:lnTo>
                <a:lnTo>
                  <a:pt x="1210" y="1069"/>
                </a:lnTo>
                <a:lnTo>
                  <a:pt x="1210" y="1068"/>
                </a:lnTo>
                <a:lnTo>
                  <a:pt x="1211" y="1067"/>
                </a:lnTo>
                <a:lnTo>
                  <a:pt x="1212" y="1067"/>
                </a:lnTo>
                <a:lnTo>
                  <a:pt x="1213" y="1067"/>
                </a:lnTo>
                <a:lnTo>
                  <a:pt x="1213" y="1066"/>
                </a:lnTo>
                <a:lnTo>
                  <a:pt x="1212" y="1065"/>
                </a:lnTo>
                <a:lnTo>
                  <a:pt x="1210" y="1065"/>
                </a:lnTo>
                <a:lnTo>
                  <a:pt x="1208" y="1064"/>
                </a:lnTo>
                <a:lnTo>
                  <a:pt x="1207" y="1064"/>
                </a:lnTo>
                <a:lnTo>
                  <a:pt x="1207" y="1063"/>
                </a:lnTo>
                <a:lnTo>
                  <a:pt x="1206" y="1062"/>
                </a:lnTo>
                <a:lnTo>
                  <a:pt x="1205" y="1061"/>
                </a:lnTo>
                <a:lnTo>
                  <a:pt x="1204" y="1061"/>
                </a:lnTo>
                <a:lnTo>
                  <a:pt x="1204" y="1062"/>
                </a:lnTo>
                <a:lnTo>
                  <a:pt x="1203" y="1062"/>
                </a:lnTo>
                <a:lnTo>
                  <a:pt x="1203" y="1061"/>
                </a:lnTo>
                <a:lnTo>
                  <a:pt x="1203" y="1060"/>
                </a:lnTo>
                <a:lnTo>
                  <a:pt x="1202" y="1060"/>
                </a:lnTo>
                <a:lnTo>
                  <a:pt x="1202" y="1059"/>
                </a:lnTo>
                <a:lnTo>
                  <a:pt x="1202" y="1058"/>
                </a:lnTo>
                <a:lnTo>
                  <a:pt x="1203" y="1058"/>
                </a:lnTo>
                <a:lnTo>
                  <a:pt x="1204" y="1058"/>
                </a:lnTo>
                <a:lnTo>
                  <a:pt x="1205" y="1058"/>
                </a:lnTo>
                <a:lnTo>
                  <a:pt x="1206" y="1058"/>
                </a:lnTo>
                <a:lnTo>
                  <a:pt x="1206" y="1057"/>
                </a:lnTo>
                <a:lnTo>
                  <a:pt x="1208" y="1056"/>
                </a:lnTo>
                <a:lnTo>
                  <a:pt x="1209" y="1056"/>
                </a:lnTo>
                <a:lnTo>
                  <a:pt x="1209" y="1055"/>
                </a:lnTo>
                <a:lnTo>
                  <a:pt x="1210" y="1053"/>
                </a:lnTo>
                <a:lnTo>
                  <a:pt x="1210" y="1052"/>
                </a:lnTo>
                <a:lnTo>
                  <a:pt x="1211" y="1051"/>
                </a:lnTo>
                <a:lnTo>
                  <a:pt x="1210" y="1049"/>
                </a:lnTo>
                <a:lnTo>
                  <a:pt x="1211" y="1049"/>
                </a:lnTo>
                <a:lnTo>
                  <a:pt x="1212" y="1049"/>
                </a:lnTo>
                <a:lnTo>
                  <a:pt x="1212" y="1048"/>
                </a:lnTo>
                <a:lnTo>
                  <a:pt x="1213" y="1047"/>
                </a:lnTo>
                <a:lnTo>
                  <a:pt x="1213" y="1046"/>
                </a:lnTo>
                <a:lnTo>
                  <a:pt x="1214" y="1045"/>
                </a:lnTo>
                <a:lnTo>
                  <a:pt x="1214" y="1044"/>
                </a:lnTo>
                <a:lnTo>
                  <a:pt x="1214" y="1043"/>
                </a:lnTo>
                <a:lnTo>
                  <a:pt x="1215" y="1042"/>
                </a:lnTo>
                <a:lnTo>
                  <a:pt x="1216" y="1042"/>
                </a:lnTo>
                <a:lnTo>
                  <a:pt x="1217" y="1042"/>
                </a:lnTo>
                <a:lnTo>
                  <a:pt x="1217" y="1041"/>
                </a:lnTo>
                <a:lnTo>
                  <a:pt x="1218" y="1041"/>
                </a:lnTo>
                <a:lnTo>
                  <a:pt x="1219" y="1041"/>
                </a:lnTo>
                <a:lnTo>
                  <a:pt x="1220" y="1041"/>
                </a:lnTo>
                <a:lnTo>
                  <a:pt x="1221" y="1041"/>
                </a:lnTo>
                <a:lnTo>
                  <a:pt x="1221" y="1042"/>
                </a:lnTo>
                <a:lnTo>
                  <a:pt x="1222" y="1042"/>
                </a:lnTo>
                <a:lnTo>
                  <a:pt x="1224" y="1041"/>
                </a:lnTo>
                <a:lnTo>
                  <a:pt x="1225" y="1041"/>
                </a:lnTo>
                <a:lnTo>
                  <a:pt x="1224" y="1039"/>
                </a:lnTo>
                <a:lnTo>
                  <a:pt x="1223" y="1039"/>
                </a:lnTo>
                <a:lnTo>
                  <a:pt x="1223" y="1038"/>
                </a:lnTo>
                <a:lnTo>
                  <a:pt x="1222" y="1037"/>
                </a:lnTo>
                <a:lnTo>
                  <a:pt x="1221" y="1037"/>
                </a:lnTo>
                <a:lnTo>
                  <a:pt x="1220" y="1037"/>
                </a:lnTo>
                <a:lnTo>
                  <a:pt x="1220" y="1036"/>
                </a:lnTo>
                <a:lnTo>
                  <a:pt x="1219" y="1037"/>
                </a:lnTo>
                <a:lnTo>
                  <a:pt x="1219" y="1036"/>
                </a:lnTo>
                <a:lnTo>
                  <a:pt x="1219" y="1035"/>
                </a:lnTo>
                <a:lnTo>
                  <a:pt x="1220" y="1034"/>
                </a:lnTo>
                <a:lnTo>
                  <a:pt x="1219" y="1033"/>
                </a:lnTo>
                <a:lnTo>
                  <a:pt x="1218" y="1033"/>
                </a:lnTo>
                <a:lnTo>
                  <a:pt x="1218" y="1032"/>
                </a:lnTo>
                <a:lnTo>
                  <a:pt x="1217" y="1032"/>
                </a:lnTo>
                <a:lnTo>
                  <a:pt x="1216" y="1032"/>
                </a:lnTo>
                <a:lnTo>
                  <a:pt x="1215" y="1031"/>
                </a:lnTo>
                <a:lnTo>
                  <a:pt x="1215" y="1030"/>
                </a:lnTo>
                <a:lnTo>
                  <a:pt x="1214" y="1030"/>
                </a:lnTo>
                <a:lnTo>
                  <a:pt x="1213" y="1029"/>
                </a:lnTo>
                <a:lnTo>
                  <a:pt x="1213" y="1028"/>
                </a:lnTo>
                <a:lnTo>
                  <a:pt x="1212" y="1029"/>
                </a:lnTo>
                <a:lnTo>
                  <a:pt x="1212" y="1028"/>
                </a:lnTo>
                <a:lnTo>
                  <a:pt x="1211" y="1028"/>
                </a:lnTo>
                <a:lnTo>
                  <a:pt x="1210" y="1028"/>
                </a:lnTo>
                <a:lnTo>
                  <a:pt x="1209" y="1027"/>
                </a:lnTo>
                <a:lnTo>
                  <a:pt x="1207" y="1026"/>
                </a:lnTo>
                <a:lnTo>
                  <a:pt x="1207" y="1024"/>
                </a:lnTo>
                <a:lnTo>
                  <a:pt x="1206" y="1023"/>
                </a:lnTo>
                <a:lnTo>
                  <a:pt x="1205" y="1022"/>
                </a:lnTo>
                <a:lnTo>
                  <a:pt x="1204" y="1021"/>
                </a:lnTo>
                <a:lnTo>
                  <a:pt x="1203" y="1021"/>
                </a:lnTo>
                <a:lnTo>
                  <a:pt x="1202" y="1020"/>
                </a:lnTo>
                <a:lnTo>
                  <a:pt x="1202" y="1021"/>
                </a:lnTo>
                <a:lnTo>
                  <a:pt x="1201" y="1021"/>
                </a:lnTo>
                <a:lnTo>
                  <a:pt x="1200" y="1021"/>
                </a:lnTo>
                <a:lnTo>
                  <a:pt x="1199" y="1020"/>
                </a:lnTo>
                <a:lnTo>
                  <a:pt x="1198" y="1020"/>
                </a:lnTo>
                <a:lnTo>
                  <a:pt x="1197" y="1020"/>
                </a:lnTo>
                <a:lnTo>
                  <a:pt x="1197" y="1019"/>
                </a:lnTo>
                <a:lnTo>
                  <a:pt x="1197" y="1018"/>
                </a:lnTo>
                <a:lnTo>
                  <a:pt x="1197" y="1017"/>
                </a:lnTo>
                <a:lnTo>
                  <a:pt x="1196" y="1016"/>
                </a:lnTo>
                <a:lnTo>
                  <a:pt x="1197" y="1015"/>
                </a:lnTo>
                <a:lnTo>
                  <a:pt x="1196" y="1014"/>
                </a:lnTo>
                <a:lnTo>
                  <a:pt x="1196" y="1013"/>
                </a:lnTo>
                <a:lnTo>
                  <a:pt x="1195" y="1013"/>
                </a:lnTo>
                <a:lnTo>
                  <a:pt x="1195" y="1012"/>
                </a:lnTo>
                <a:lnTo>
                  <a:pt x="1196" y="1010"/>
                </a:lnTo>
                <a:lnTo>
                  <a:pt x="1196" y="1009"/>
                </a:lnTo>
                <a:lnTo>
                  <a:pt x="1194" y="1009"/>
                </a:lnTo>
                <a:lnTo>
                  <a:pt x="1194" y="1008"/>
                </a:lnTo>
                <a:lnTo>
                  <a:pt x="1194" y="1007"/>
                </a:lnTo>
                <a:lnTo>
                  <a:pt x="1193" y="1006"/>
                </a:lnTo>
                <a:lnTo>
                  <a:pt x="1192" y="1006"/>
                </a:lnTo>
                <a:lnTo>
                  <a:pt x="1192" y="1005"/>
                </a:lnTo>
                <a:lnTo>
                  <a:pt x="1192" y="1003"/>
                </a:lnTo>
                <a:lnTo>
                  <a:pt x="1191" y="1002"/>
                </a:lnTo>
                <a:lnTo>
                  <a:pt x="1190" y="1001"/>
                </a:lnTo>
                <a:lnTo>
                  <a:pt x="1189" y="1000"/>
                </a:lnTo>
                <a:lnTo>
                  <a:pt x="1190" y="999"/>
                </a:lnTo>
                <a:lnTo>
                  <a:pt x="1191" y="998"/>
                </a:lnTo>
                <a:lnTo>
                  <a:pt x="1192" y="998"/>
                </a:lnTo>
                <a:lnTo>
                  <a:pt x="1192" y="997"/>
                </a:lnTo>
                <a:lnTo>
                  <a:pt x="1193" y="995"/>
                </a:lnTo>
                <a:lnTo>
                  <a:pt x="1192" y="994"/>
                </a:lnTo>
                <a:lnTo>
                  <a:pt x="1191" y="992"/>
                </a:lnTo>
                <a:lnTo>
                  <a:pt x="1190" y="992"/>
                </a:lnTo>
                <a:lnTo>
                  <a:pt x="1190" y="991"/>
                </a:lnTo>
                <a:lnTo>
                  <a:pt x="1189" y="991"/>
                </a:lnTo>
                <a:lnTo>
                  <a:pt x="1188" y="991"/>
                </a:lnTo>
                <a:lnTo>
                  <a:pt x="1187" y="989"/>
                </a:lnTo>
                <a:lnTo>
                  <a:pt x="1187" y="988"/>
                </a:lnTo>
                <a:lnTo>
                  <a:pt x="1187" y="987"/>
                </a:lnTo>
                <a:lnTo>
                  <a:pt x="1186" y="986"/>
                </a:lnTo>
                <a:lnTo>
                  <a:pt x="1186" y="985"/>
                </a:lnTo>
                <a:lnTo>
                  <a:pt x="1186" y="984"/>
                </a:lnTo>
                <a:lnTo>
                  <a:pt x="1187" y="984"/>
                </a:lnTo>
                <a:lnTo>
                  <a:pt x="1188" y="985"/>
                </a:lnTo>
                <a:lnTo>
                  <a:pt x="1189" y="984"/>
                </a:lnTo>
                <a:lnTo>
                  <a:pt x="1189" y="983"/>
                </a:lnTo>
                <a:lnTo>
                  <a:pt x="1188" y="982"/>
                </a:lnTo>
                <a:lnTo>
                  <a:pt x="1187" y="982"/>
                </a:lnTo>
                <a:lnTo>
                  <a:pt x="1186" y="981"/>
                </a:lnTo>
                <a:lnTo>
                  <a:pt x="1185" y="981"/>
                </a:lnTo>
                <a:lnTo>
                  <a:pt x="1184" y="980"/>
                </a:lnTo>
                <a:lnTo>
                  <a:pt x="1184" y="979"/>
                </a:lnTo>
                <a:lnTo>
                  <a:pt x="1184" y="978"/>
                </a:lnTo>
                <a:lnTo>
                  <a:pt x="1185" y="977"/>
                </a:lnTo>
                <a:lnTo>
                  <a:pt x="1184" y="977"/>
                </a:lnTo>
                <a:lnTo>
                  <a:pt x="1182" y="977"/>
                </a:lnTo>
                <a:lnTo>
                  <a:pt x="1180" y="976"/>
                </a:lnTo>
                <a:lnTo>
                  <a:pt x="1179" y="975"/>
                </a:lnTo>
                <a:lnTo>
                  <a:pt x="1178" y="974"/>
                </a:lnTo>
                <a:lnTo>
                  <a:pt x="1177" y="973"/>
                </a:lnTo>
                <a:lnTo>
                  <a:pt x="1174" y="972"/>
                </a:lnTo>
                <a:lnTo>
                  <a:pt x="1174" y="971"/>
                </a:lnTo>
                <a:lnTo>
                  <a:pt x="1173" y="970"/>
                </a:lnTo>
                <a:lnTo>
                  <a:pt x="1173" y="969"/>
                </a:lnTo>
                <a:lnTo>
                  <a:pt x="1172" y="968"/>
                </a:lnTo>
                <a:lnTo>
                  <a:pt x="1171" y="967"/>
                </a:lnTo>
                <a:lnTo>
                  <a:pt x="1171" y="965"/>
                </a:lnTo>
                <a:lnTo>
                  <a:pt x="1171" y="964"/>
                </a:lnTo>
                <a:lnTo>
                  <a:pt x="1171" y="963"/>
                </a:lnTo>
                <a:lnTo>
                  <a:pt x="1171" y="962"/>
                </a:lnTo>
                <a:lnTo>
                  <a:pt x="1171" y="961"/>
                </a:lnTo>
                <a:lnTo>
                  <a:pt x="1171" y="960"/>
                </a:lnTo>
                <a:lnTo>
                  <a:pt x="1171" y="959"/>
                </a:lnTo>
                <a:lnTo>
                  <a:pt x="1172" y="958"/>
                </a:lnTo>
                <a:lnTo>
                  <a:pt x="1173" y="958"/>
                </a:lnTo>
                <a:lnTo>
                  <a:pt x="1174" y="959"/>
                </a:lnTo>
                <a:lnTo>
                  <a:pt x="1175" y="959"/>
                </a:lnTo>
                <a:lnTo>
                  <a:pt x="1176" y="959"/>
                </a:lnTo>
                <a:lnTo>
                  <a:pt x="1176" y="958"/>
                </a:lnTo>
                <a:lnTo>
                  <a:pt x="1176" y="957"/>
                </a:lnTo>
                <a:lnTo>
                  <a:pt x="1177" y="957"/>
                </a:lnTo>
                <a:lnTo>
                  <a:pt x="1178" y="956"/>
                </a:lnTo>
                <a:lnTo>
                  <a:pt x="1179" y="955"/>
                </a:lnTo>
                <a:lnTo>
                  <a:pt x="1180" y="954"/>
                </a:lnTo>
                <a:lnTo>
                  <a:pt x="1181" y="953"/>
                </a:lnTo>
                <a:lnTo>
                  <a:pt x="1182" y="952"/>
                </a:lnTo>
                <a:lnTo>
                  <a:pt x="1182" y="953"/>
                </a:lnTo>
                <a:lnTo>
                  <a:pt x="1183" y="953"/>
                </a:lnTo>
                <a:lnTo>
                  <a:pt x="1184" y="954"/>
                </a:lnTo>
                <a:lnTo>
                  <a:pt x="1185" y="954"/>
                </a:lnTo>
                <a:lnTo>
                  <a:pt x="1185" y="953"/>
                </a:lnTo>
                <a:lnTo>
                  <a:pt x="1183" y="951"/>
                </a:lnTo>
                <a:lnTo>
                  <a:pt x="1183" y="950"/>
                </a:lnTo>
                <a:lnTo>
                  <a:pt x="1181" y="947"/>
                </a:lnTo>
                <a:lnTo>
                  <a:pt x="1180" y="948"/>
                </a:lnTo>
                <a:lnTo>
                  <a:pt x="1180" y="947"/>
                </a:lnTo>
                <a:lnTo>
                  <a:pt x="1179" y="946"/>
                </a:lnTo>
                <a:lnTo>
                  <a:pt x="1178" y="945"/>
                </a:lnTo>
                <a:lnTo>
                  <a:pt x="1178" y="944"/>
                </a:lnTo>
                <a:lnTo>
                  <a:pt x="1177" y="944"/>
                </a:lnTo>
                <a:lnTo>
                  <a:pt x="1176" y="943"/>
                </a:lnTo>
                <a:lnTo>
                  <a:pt x="1176" y="942"/>
                </a:lnTo>
                <a:lnTo>
                  <a:pt x="1176" y="941"/>
                </a:lnTo>
                <a:lnTo>
                  <a:pt x="1175" y="940"/>
                </a:lnTo>
                <a:lnTo>
                  <a:pt x="1175" y="941"/>
                </a:lnTo>
                <a:lnTo>
                  <a:pt x="1174" y="941"/>
                </a:lnTo>
                <a:lnTo>
                  <a:pt x="1174" y="940"/>
                </a:lnTo>
                <a:lnTo>
                  <a:pt x="1174" y="939"/>
                </a:lnTo>
                <a:lnTo>
                  <a:pt x="1172" y="938"/>
                </a:lnTo>
                <a:lnTo>
                  <a:pt x="1171" y="938"/>
                </a:lnTo>
                <a:lnTo>
                  <a:pt x="1170" y="938"/>
                </a:lnTo>
                <a:lnTo>
                  <a:pt x="1169" y="938"/>
                </a:lnTo>
                <a:lnTo>
                  <a:pt x="1169" y="937"/>
                </a:lnTo>
                <a:lnTo>
                  <a:pt x="1169" y="936"/>
                </a:lnTo>
                <a:lnTo>
                  <a:pt x="1168" y="936"/>
                </a:lnTo>
                <a:lnTo>
                  <a:pt x="1168" y="935"/>
                </a:lnTo>
                <a:lnTo>
                  <a:pt x="1167" y="934"/>
                </a:lnTo>
                <a:lnTo>
                  <a:pt x="1167" y="933"/>
                </a:lnTo>
                <a:lnTo>
                  <a:pt x="1166" y="933"/>
                </a:lnTo>
                <a:lnTo>
                  <a:pt x="1166" y="932"/>
                </a:lnTo>
                <a:lnTo>
                  <a:pt x="1167" y="932"/>
                </a:lnTo>
                <a:lnTo>
                  <a:pt x="1167" y="931"/>
                </a:lnTo>
                <a:lnTo>
                  <a:pt x="1167" y="930"/>
                </a:lnTo>
                <a:lnTo>
                  <a:pt x="1166" y="929"/>
                </a:lnTo>
                <a:lnTo>
                  <a:pt x="1165" y="929"/>
                </a:lnTo>
                <a:lnTo>
                  <a:pt x="1164" y="929"/>
                </a:lnTo>
                <a:lnTo>
                  <a:pt x="1163" y="929"/>
                </a:lnTo>
                <a:lnTo>
                  <a:pt x="1162" y="929"/>
                </a:lnTo>
                <a:lnTo>
                  <a:pt x="1162" y="928"/>
                </a:lnTo>
                <a:lnTo>
                  <a:pt x="1162" y="927"/>
                </a:lnTo>
                <a:lnTo>
                  <a:pt x="1161" y="927"/>
                </a:lnTo>
                <a:lnTo>
                  <a:pt x="1160" y="926"/>
                </a:lnTo>
                <a:lnTo>
                  <a:pt x="1159" y="926"/>
                </a:lnTo>
                <a:lnTo>
                  <a:pt x="1159" y="925"/>
                </a:lnTo>
                <a:lnTo>
                  <a:pt x="1159" y="924"/>
                </a:lnTo>
                <a:lnTo>
                  <a:pt x="1158" y="925"/>
                </a:lnTo>
                <a:lnTo>
                  <a:pt x="1157" y="925"/>
                </a:lnTo>
                <a:lnTo>
                  <a:pt x="1157" y="924"/>
                </a:lnTo>
                <a:lnTo>
                  <a:pt x="1156" y="924"/>
                </a:lnTo>
                <a:lnTo>
                  <a:pt x="1155" y="924"/>
                </a:lnTo>
                <a:lnTo>
                  <a:pt x="1154" y="923"/>
                </a:lnTo>
                <a:lnTo>
                  <a:pt x="1154" y="922"/>
                </a:lnTo>
                <a:lnTo>
                  <a:pt x="1155" y="922"/>
                </a:lnTo>
                <a:lnTo>
                  <a:pt x="1155" y="921"/>
                </a:lnTo>
                <a:lnTo>
                  <a:pt x="1156" y="921"/>
                </a:lnTo>
                <a:lnTo>
                  <a:pt x="1156" y="920"/>
                </a:lnTo>
                <a:lnTo>
                  <a:pt x="1156" y="919"/>
                </a:lnTo>
                <a:lnTo>
                  <a:pt x="1156" y="918"/>
                </a:lnTo>
                <a:lnTo>
                  <a:pt x="1158" y="917"/>
                </a:lnTo>
                <a:lnTo>
                  <a:pt x="1158" y="916"/>
                </a:lnTo>
                <a:lnTo>
                  <a:pt x="1160" y="915"/>
                </a:lnTo>
                <a:lnTo>
                  <a:pt x="1160" y="914"/>
                </a:lnTo>
                <a:lnTo>
                  <a:pt x="1160" y="913"/>
                </a:lnTo>
                <a:lnTo>
                  <a:pt x="1160" y="912"/>
                </a:lnTo>
                <a:lnTo>
                  <a:pt x="1159" y="911"/>
                </a:lnTo>
                <a:lnTo>
                  <a:pt x="1159" y="910"/>
                </a:lnTo>
                <a:lnTo>
                  <a:pt x="1160" y="909"/>
                </a:lnTo>
                <a:lnTo>
                  <a:pt x="1159" y="908"/>
                </a:lnTo>
                <a:lnTo>
                  <a:pt x="1159" y="906"/>
                </a:lnTo>
                <a:lnTo>
                  <a:pt x="1158" y="905"/>
                </a:lnTo>
                <a:lnTo>
                  <a:pt x="1159" y="905"/>
                </a:lnTo>
                <a:lnTo>
                  <a:pt x="1160" y="904"/>
                </a:lnTo>
                <a:lnTo>
                  <a:pt x="1161" y="903"/>
                </a:lnTo>
                <a:lnTo>
                  <a:pt x="1162" y="903"/>
                </a:lnTo>
                <a:lnTo>
                  <a:pt x="1163" y="904"/>
                </a:lnTo>
                <a:lnTo>
                  <a:pt x="1164" y="904"/>
                </a:lnTo>
                <a:lnTo>
                  <a:pt x="1166" y="903"/>
                </a:lnTo>
                <a:lnTo>
                  <a:pt x="1168" y="903"/>
                </a:lnTo>
                <a:lnTo>
                  <a:pt x="1169" y="903"/>
                </a:lnTo>
                <a:lnTo>
                  <a:pt x="1169" y="902"/>
                </a:lnTo>
                <a:lnTo>
                  <a:pt x="1171" y="902"/>
                </a:lnTo>
                <a:lnTo>
                  <a:pt x="1172" y="902"/>
                </a:lnTo>
                <a:lnTo>
                  <a:pt x="1173" y="902"/>
                </a:lnTo>
                <a:lnTo>
                  <a:pt x="1174" y="902"/>
                </a:lnTo>
                <a:lnTo>
                  <a:pt x="1175" y="902"/>
                </a:lnTo>
                <a:lnTo>
                  <a:pt x="1176" y="902"/>
                </a:lnTo>
                <a:lnTo>
                  <a:pt x="1176" y="903"/>
                </a:lnTo>
                <a:lnTo>
                  <a:pt x="1177" y="903"/>
                </a:lnTo>
                <a:lnTo>
                  <a:pt x="1177" y="900"/>
                </a:lnTo>
                <a:lnTo>
                  <a:pt x="1176" y="899"/>
                </a:lnTo>
                <a:lnTo>
                  <a:pt x="1175" y="897"/>
                </a:lnTo>
                <a:lnTo>
                  <a:pt x="1174" y="896"/>
                </a:lnTo>
                <a:lnTo>
                  <a:pt x="1173" y="895"/>
                </a:lnTo>
                <a:lnTo>
                  <a:pt x="1173" y="893"/>
                </a:lnTo>
                <a:lnTo>
                  <a:pt x="1172" y="891"/>
                </a:lnTo>
                <a:lnTo>
                  <a:pt x="1171" y="891"/>
                </a:lnTo>
                <a:lnTo>
                  <a:pt x="1170" y="891"/>
                </a:lnTo>
                <a:lnTo>
                  <a:pt x="1169" y="891"/>
                </a:lnTo>
                <a:lnTo>
                  <a:pt x="1168" y="890"/>
                </a:lnTo>
                <a:lnTo>
                  <a:pt x="1168" y="889"/>
                </a:lnTo>
                <a:lnTo>
                  <a:pt x="1168" y="888"/>
                </a:lnTo>
                <a:lnTo>
                  <a:pt x="1167" y="888"/>
                </a:lnTo>
                <a:lnTo>
                  <a:pt x="1166" y="887"/>
                </a:lnTo>
                <a:lnTo>
                  <a:pt x="1166" y="886"/>
                </a:lnTo>
                <a:lnTo>
                  <a:pt x="1165" y="886"/>
                </a:lnTo>
                <a:lnTo>
                  <a:pt x="1166" y="886"/>
                </a:lnTo>
                <a:lnTo>
                  <a:pt x="1165" y="885"/>
                </a:lnTo>
                <a:lnTo>
                  <a:pt x="1164" y="884"/>
                </a:lnTo>
                <a:lnTo>
                  <a:pt x="1163" y="884"/>
                </a:lnTo>
                <a:lnTo>
                  <a:pt x="1162" y="884"/>
                </a:lnTo>
                <a:lnTo>
                  <a:pt x="1161" y="884"/>
                </a:lnTo>
                <a:lnTo>
                  <a:pt x="1159" y="883"/>
                </a:lnTo>
                <a:lnTo>
                  <a:pt x="1159" y="882"/>
                </a:lnTo>
                <a:lnTo>
                  <a:pt x="1158" y="881"/>
                </a:lnTo>
                <a:lnTo>
                  <a:pt x="1158" y="880"/>
                </a:lnTo>
                <a:lnTo>
                  <a:pt x="1157" y="880"/>
                </a:lnTo>
                <a:lnTo>
                  <a:pt x="1156" y="880"/>
                </a:lnTo>
                <a:lnTo>
                  <a:pt x="1156" y="879"/>
                </a:lnTo>
                <a:lnTo>
                  <a:pt x="1155" y="878"/>
                </a:lnTo>
                <a:lnTo>
                  <a:pt x="1155" y="877"/>
                </a:lnTo>
                <a:lnTo>
                  <a:pt x="1155" y="876"/>
                </a:lnTo>
                <a:lnTo>
                  <a:pt x="1154" y="875"/>
                </a:lnTo>
                <a:lnTo>
                  <a:pt x="1152" y="874"/>
                </a:lnTo>
                <a:lnTo>
                  <a:pt x="1152" y="873"/>
                </a:lnTo>
                <a:lnTo>
                  <a:pt x="1151" y="873"/>
                </a:lnTo>
                <a:lnTo>
                  <a:pt x="1151" y="872"/>
                </a:lnTo>
                <a:lnTo>
                  <a:pt x="1152" y="871"/>
                </a:lnTo>
                <a:lnTo>
                  <a:pt x="1152" y="870"/>
                </a:lnTo>
                <a:lnTo>
                  <a:pt x="1151" y="869"/>
                </a:lnTo>
                <a:lnTo>
                  <a:pt x="1150" y="869"/>
                </a:lnTo>
                <a:lnTo>
                  <a:pt x="1149" y="868"/>
                </a:lnTo>
                <a:lnTo>
                  <a:pt x="1148" y="867"/>
                </a:lnTo>
                <a:lnTo>
                  <a:pt x="1148" y="868"/>
                </a:lnTo>
                <a:lnTo>
                  <a:pt x="1147" y="868"/>
                </a:lnTo>
                <a:lnTo>
                  <a:pt x="1145" y="867"/>
                </a:lnTo>
                <a:lnTo>
                  <a:pt x="1145" y="866"/>
                </a:lnTo>
                <a:lnTo>
                  <a:pt x="1142" y="864"/>
                </a:lnTo>
                <a:lnTo>
                  <a:pt x="1141" y="863"/>
                </a:lnTo>
                <a:lnTo>
                  <a:pt x="1140" y="862"/>
                </a:lnTo>
                <a:lnTo>
                  <a:pt x="1139" y="862"/>
                </a:lnTo>
                <a:lnTo>
                  <a:pt x="1137" y="860"/>
                </a:lnTo>
                <a:lnTo>
                  <a:pt x="1137" y="859"/>
                </a:lnTo>
                <a:lnTo>
                  <a:pt x="1137" y="858"/>
                </a:lnTo>
                <a:lnTo>
                  <a:pt x="1137" y="857"/>
                </a:lnTo>
                <a:lnTo>
                  <a:pt x="1136" y="857"/>
                </a:lnTo>
                <a:lnTo>
                  <a:pt x="1135" y="857"/>
                </a:lnTo>
                <a:lnTo>
                  <a:pt x="1135" y="856"/>
                </a:lnTo>
                <a:lnTo>
                  <a:pt x="1134" y="856"/>
                </a:lnTo>
                <a:lnTo>
                  <a:pt x="1133" y="856"/>
                </a:lnTo>
                <a:lnTo>
                  <a:pt x="1132" y="855"/>
                </a:lnTo>
                <a:lnTo>
                  <a:pt x="1132" y="854"/>
                </a:lnTo>
                <a:lnTo>
                  <a:pt x="1131" y="854"/>
                </a:lnTo>
                <a:lnTo>
                  <a:pt x="1130" y="853"/>
                </a:lnTo>
                <a:lnTo>
                  <a:pt x="1129" y="853"/>
                </a:lnTo>
                <a:lnTo>
                  <a:pt x="1128" y="853"/>
                </a:lnTo>
                <a:lnTo>
                  <a:pt x="1128" y="852"/>
                </a:lnTo>
                <a:lnTo>
                  <a:pt x="1128" y="853"/>
                </a:lnTo>
                <a:lnTo>
                  <a:pt x="1126" y="852"/>
                </a:lnTo>
                <a:lnTo>
                  <a:pt x="1125" y="851"/>
                </a:lnTo>
                <a:lnTo>
                  <a:pt x="1124" y="851"/>
                </a:lnTo>
                <a:lnTo>
                  <a:pt x="1125" y="850"/>
                </a:lnTo>
                <a:lnTo>
                  <a:pt x="1124" y="849"/>
                </a:lnTo>
                <a:lnTo>
                  <a:pt x="1124" y="848"/>
                </a:lnTo>
                <a:lnTo>
                  <a:pt x="1124" y="847"/>
                </a:lnTo>
                <a:lnTo>
                  <a:pt x="1123" y="846"/>
                </a:lnTo>
                <a:lnTo>
                  <a:pt x="1122" y="846"/>
                </a:lnTo>
                <a:lnTo>
                  <a:pt x="1121" y="845"/>
                </a:lnTo>
                <a:lnTo>
                  <a:pt x="1121" y="844"/>
                </a:lnTo>
                <a:lnTo>
                  <a:pt x="1120" y="844"/>
                </a:lnTo>
                <a:lnTo>
                  <a:pt x="1119" y="843"/>
                </a:lnTo>
                <a:lnTo>
                  <a:pt x="1118" y="843"/>
                </a:lnTo>
                <a:lnTo>
                  <a:pt x="1118" y="842"/>
                </a:lnTo>
                <a:lnTo>
                  <a:pt x="1115" y="842"/>
                </a:lnTo>
                <a:lnTo>
                  <a:pt x="1115" y="841"/>
                </a:lnTo>
                <a:lnTo>
                  <a:pt x="1116" y="838"/>
                </a:lnTo>
                <a:lnTo>
                  <a:pt x="1117" y="838"/>
                </a:lnTo>
                <a:lnTo>
                  <a:pt x="1117" y="837"/>
                </a:lnTo>
                <a:lnTo>
                  <a:pt x="1117" y="836"/>
                </a:lnTo>
                <a:lnTo>
                  <a:pt x="1117" y="835"/>
                </a:lnTo>
                <a:lnTo>
                  <a:pt x="1117" y="834"/>
                </a:lnTo>
                <a:lnTo>
                  <a:pt x="1118" y="834"/>
                </a:lnTo>
                <a:lnTo>
                  <a:pt x="1118" y="833"/>
                </a:lnTo>
                <a:lnTo>
                  <a:pt x="1118" y="832"/>
                </a:lnTo>
                <a:lnTo>
                  <a:pt x="1117" y="832"/>
                </a:lnTo>
                <a:lnTo>
                  <a:pt x="1116" y="830"/>
                </a:lnTo>
                <a:lnTo>
                  <a:pt x="1115" y="829"/>
                </a:lnTo>
                <a:lnTo>
                  <a:pt x="1115" y="828"/>
                </a:lnTo>
                <a:lnTo>
                  <a:pt x="1114" y="827"/>
                </a:lnTo>
                <a:lnTo>
                  <a:pt x="1112" y="827"/>
                </a:lnTo>
                <a:lnTo>
                  <a:pt x="1111" y="826"/>
                </a:lnTo>
                <a:lnTo>
                  <a:pt x="1111" y="825"/>
                </a:lnTo>
                <a:lnTo>
                  <a:pt x="1111" y="824"/>
                </a:lnTo>
                <a:lnTo>
                  <a:pt x="1110" y="822"/>
                </a:lnTo>
                <a:lnTo>
                  <a:pt x="1109" y="821"/>
                </a:lnTo>
                <a:lnTo>
                  <a:pt x="1108" y="821"/>
                </a:lnTo>
                <a:lnTo>
                  <a:pt x="1107" y="820"/>
                </a:lnTo>
                <a:lnTo>
                  <a:pt x="1108" y="819"/>
                </a:lnTo>
                <a:lnTo>
                  <a:pt x="1109" y="818"/>
                </a:lnTo>
                <a:lnTo>
                  <a:pt x="1109" y="817"/>
                </a:lnTo>
                <a:lnTo>
                  <a:pt x="1109" y="816"/>
                </a:lnTo>
                <a:lnTo>
                  <a:pt x="1108" y="815"/>
                </a:lnTo>
                <a:lnTo>
                  <a:pt x="1107" y="814"/>
                </a:lnTo>
                <a:lnTo>
                  <a:pt x="1107" y="813"/>
                </a:lnTo>
                <a:lnTo>
                  <a:pt x="1108" y="812"/>
                </a:lnTo>
                <a:lnTo>
                  <a:pt x="1108" y="811"/>
                </a:lnTo>
                <a:lnTo>
                  <a:pt x="1107" y="810"/>
                </a:lnTo>
                <a:lnTo>
                  <a:pt x="1106" y="810"/>
                </a:lnTo>
                <a:lnTo>
                  <a:pt x="1105" y="809"/>
                </a:lnTo>
                <a:lnTo>
                  <a:pt x="1105" y="808"/>
                </a:lnTo>
                <a:lnTo>
                  <a:pt x="1106" y="808"/>
                </a:lnTo>
                <a:lnTo>
                  <a:pt x="1105" y="808"/>
                </a:lnTo>
                <a:lnTo>
                  <a:pt x="1105" y="807"/>
                </a:lnTo>
                <a:lnTo>
                  <a:pt x="1105" y="806"/>
                </a:lnTo>
                <a:lnTo>
                  <a:pt x="1104" y="806"/>
                </a:lnTo>
                <a:lnTo>
                  <a:pt x="1104" y="805"/>
                </a:lnTo>
                <a:lnTo>
                  <a:pt x="1103" y="805"/>
                </a:lnTo>
                <a:lnTo>
                  <a:pt x="1103" y="804"/>
                </a:lnTo>
                <a:lnTo>
                  <a:pt x="1102" y="804"/>
                </a:lnTo>
                <a:lnTo>
                  <a:pt x="1101" y="804"/>
                </a:lnTo>
                <a:lnTo>
                  <a:pt x="1100" y="804"/>
                </a:lnTo>
                <a:lnTo>
                  <a:pt x="1100" y="805"/>
                </a:lnTo>
                <a:lnTo>
                  <a:pt x="1099" y="804"/>
                </a:lnTo>
                <a:lnTo>
                  <a:pt x="1098" y="804"/>
                </a:lnTo>
                <a:lnTo>
                  <a:pt x="1097" y="804"/>
                </a:lnTo>
                <a:lnTo>
                  <a:pt x="1096" y="805"/>
                </a:lnTo>
                <a:lnTo>
                  <a:pt x="1095" y="806"/>
                </a:lnTo>
                <a:lnTo>
                  <a:pt x="1094" y="806"/>
                </a:lnTo>
                <a:lnTo>
                  <a:pt x="1094" y="807"/>
                </a:lnTo>
                <a:lnTo>
                  <a:pt x="1093" y="807"/>
                </a:lnTo>
                <a:lnTo>
                  <a:pt x="1093" y="808"/>
                </a:lnTo>
                <a:lnTo>
                  <a:pt x="1092" y="808"/>
                </a:lnTo>
                <a:lnTo>
                  <a:pt x="1091" y="808"/>
                </a:lnTo>
                <a:lnTo>
                  <a:pt x="1091" y="809"/>
                </a:lnTo>
                <a:lnTo>
                  <a:pt x="1090" y="809"/>
                </a:lnTo>
                <a:lnTo>
                  <a:pt x="1089" y="810"/>
                </a:lnTo>
                <a:lnTo>
                  <a:pt x="1088" y="811"/>
                </a:lnTo>
                <a:lnTo>
                  <a:pt x="1088" y="812"/>
                </a:lnTo>
                <a:lnTo>
                  <a:pt x="1088" y="813"/>
                </a:lnTo>
                <a:lnTo>
                  <a:pt x="1087" y="813"/>
                </a:lnTo>
                <a:lnTo>
                  <a:pt x="1087" y="814"/>
                </a:lnTo>
                <a:lnTo>
                  <a:pt x="1086" y="813"/>
                </a:lnTo>
                <a:lnTo>
                  <a:pt x="1086" y="814"/>
                </a:lnTo>
                <a:lnTo>
                  <a:pt x="1085" y="814"/>
                </a:lnTo>
                <a:lnTo>
                  <a:pt x="1084" y="814"/>
                </a:lnTo>
                <a:lnTo>
                  <a:pt x="1084" y="815"/>
                </a:lnTo>
                <a:lnTo>
                  <a:pt x="1083" y="815"/>
                </a:lnTo>
                <a:lnTo>
                  <a:pt x="1082" y="815"/>
                </a:lnTo>
                <a:lnTo>
                  <a:pt x="1081" y="815"/>
                </a:lnTo>
                <a:lnTo>
                  <a:pt x="1082" y="815"/>
                </a:lnTo>
                <a:lnTo>
                  <a:pt x="1082" y="814"/>
                </a:lnTo>
                <a:lnTo>
                  <a:pt x="1081" y="814"/>
                </a:lnTo>
                <a:lnTo>
                  <a:pt x="1081" y="811"/>
                </a:lnTo>
                <a:lnTo>
                  <a:pt x="1082" y="811"/>
                </a:lnTo>
                <a:lnTo>
                  <a:pt x="1081" y="811"/>
                </a:lnTo>
                <a:lnTo>
                  <a:pt x="1081" y="810"/>
                </a:lnTo>
                <a:lnTo>
                  <a:pt x="1080" y="810"/>
                </a:lnTo>
                <a:lnTo>
                  <a:pt x="1080" y="809"/>
                </a:lnTo>
                <a:lnTo>
                  <a:pt x="1079" y="809"/>
                </a:lnTo>
                <a:lnTo>
                  <a:pt x="1079" y="808"/>
                </a:lnTo>
                <a:lnTo>
                  <a:pt x="1078" y="808"/>
                </a:lnTo>
                <a:lnTo>
                  <a:pt x="1077" y="808"/>
                </a:lnTo>
                <a:lnTo>
                  <a:pt x="1076" y="807"/>
                </a:lnTo>
                <a:lnTo>
                  <a:pt x="1075" y="807"/>
                </a:lnTo>
                <a:lnTo>
                  <a:pt x="1074" y="807"/>
                </a:lnTo>
                <a:lnTo>
                  <a:pt x="1074" y="806"/>
                </a:lnTo>
                <a:lnTo>
                  <a:pt x="1073" y="806"/>
                </a:lnTo>
                <a:lnTo>
                  <a:pt x="1072" y="806"/>
                </a:lnTo>
                <a:lnTo>
                  <a:pt x="1071" y="806"/>
                </a:lnTo>
                <a:lnTo>
                  <a:pt x="1070" y="805"/>
                </a:lnTo>
                <a:lnTo>
                  <a:pt x="1069" y="805"/>
                </a:lnTo>
                <a:lnTo>
                  <a:pt x="1069" y="804"/>
                </a:lnTo>
                <a:lnTo>
                  <a:pt x="1068" y="804"/>
                </a:lnTo>
                <a:lnTo>
                  <a:pt x="1067" y="804"/>
                </a:lnTo>
                <a:lnTo>
                  <a:pt x="1067" y="803"/>
                </a:lnTo>
                <a:lnTo>
                  <a:pt x="1066" y="803"/>
                </a:lnTo>
                <a:lnTo>
                  <a:pt x="1065" y="803"/>
                </a:lnTo>
                <a:lnTo>
                  <a:pt x="1064" y="803"/>
                </a:lnTo>
                <a:lnTo>
                  <a:pt x="1064" y="802"/>
                </a:lnTo>
                <a:lnTo>
                  <a:pt x="1064" y="801"/>
                </a:lnTo>
                <a:lnTo>
                  <a:pt x="1064" y="800"/>
                </a:lnTo>
                <a:lnTo>
                  <a:pt x="1065" y="800"/>
                </a:lnTo>
                <a:lnTo>
                  <a:pt x="1065" y="799"/>
                </a:lnTo>
                <a:lnTo>
                  <a:pt x="1065" y="798"/>
                </a:lnTo>
                <a:lnTo>
                  <a:pt x="1064" y="797"/>
                </a:lnTo>
                <a:lnTo>
                  <a:pt x="1063" y="796"/>
                </a:lnTo>
                <a:lnTo>
                  <a:pt x="1062" y="796"/>
                </a:lnTo>
                <a:lnTo>
                  <a:pt x="1062" y="795"/>
                </a:lnTo>
                <a:lnTo>
                  <a:pt x="1061" y="794"/>
                </a:lnTo>
                <a:lnTo>
                  <a:pt x="1061" y="793"/>
                </a:lnTo>
                <a:lnTo>
                  <a:pt x="1060" y="793"/>
                </a:lnTo>
                <a:lnTo>
                  <a:pt x="1060" y="792"/>
                </a:lnTo>
                <a:lnTo>
                  <a:pt x="1060" y="791"/>
                </a:lnTo>
                <a:lnTo>
                  <a:pt x="1059" y="791"/>
                </a:lnTo>
                <a:lnTo>
                  <a:pt x="1059" y="790"/>
                </a:lnTo>
                <a:lnTo>
                  <a:pt x="1058" y="790"/>
                </a:lnTo>
                <a:lnTo>
                  <a:pt x="1058" y="789"/>
                </a:lnTo>
                <a:lnTo>
                  <a:pt x="1057" y="789"/>
                </a:lnTo>
                <a:lnTo>
                  <a:pt x="1057" y="788"/>
                </a:lnTo>
                <a:lnTo>
                  <a:pt x="1057" y="787"/>
                </a:lnTo>
                <a:lnTo>
                  <a:pt x="1056" y="787"/>
                </a:lnTo>
                <a:lnTo>
                  <a:pt x="1055" y="787"/>
                </a:lnTo>
                <a:lnTo>
                  <a:pt x="1055" y="786"/>
                </a:lnTo>
                <a:lnTo>
                  <a:pt x="1054" y="786"/>
                </a:lnTo>
                <a:lnTo>
                  <a:pt x="1053" y="786"/>
                </a:lnTo>
                <a:lnTo>
                  <a:pt x="1052" y="786"/>
                </a:lnTo>
                <a:lnTo>
                  <a:pt x="1051" y="786"/>
                </a:lnTo>
                <a:lnTo>
                  <a:pt x="1051" y="785"/>
                </a:lnTo>
                <a:lnTo>
                  <a:pt x="1050" y="785"/>
                </a:lnTo>
                <a:lnTo>
                  <a:pt x="1049" y="785"/>
                </a:lnTo>
                <a:lnTo>
                  <a:pt x="1049" y="784"/>
                </a:lnTo>
                <a:lnTo>
                  <a:pt x="1048" y="784"/>
                </a:lnTo>
                <a:lnTo>
                  <a:pt x="1048" y="783"/>
                </a:lnTo>
                <a:lnTo>
                  <a:pt x="1047" y="783"/>
                </a:lnTo>
                <a:lnTo>
                  <a:pt x="1046" y="783"/>
                </a:lnTo>
                <a:lnTo>
                  <a:pt x="1046" y="782"/>
                </a:lnTo>
                <a:lnTo>
                  <a:pt x="1045" y="782"/>
                </a:lnTo>
                <a:lnTo>
                  <a:pt x="1045" y="783"/>
                </a:lnTo>
                <a:lnTo>
                  <a:pt x="1044" y="783"/>
                </a:lnTo>
                <a:lnTo>
                  <a:pt x="1044" y="782"/>
                </a:lnTo>
                <a:lnTo>
                  <a:pt x="1044" y="783"/>
                </a:lnTo>
                <a:lnTo>
                  <a:pt x="1043" y="783"/>
                </a:lnTo>
                <a:lnTo>
                  <a:pt x="1043" y="782"/>
                </a:lnTo>
                <a:lnTo>
                  <a:pt x="1042" y="783"/>
                </a:lnTo>
                <a:lnTo>
                  <a:pt x="1042" y="782"/>
                </a:lnTo>
                <a:lnTo>
                  <a:pt x="1041" y="782"/>
                </a:lnTo>
                <a:lnTo>
                  <a:pt x="1041" y="781"/>
                </a:lnTo>
                <a:lnTo>
                  <a:pt x="1040" y="781"/>
                </a:lnTo>
                <a:lnTo>
                  <a:pt x="1039" y="781"/>
                </a:lnTo>
                <a:lnTo>
                  <a:pt x="1038" y="781"/>
                </a:lnTo>
                <a:lnTo>
                  <a:pt x="1038" y="782"/>
                </a:lnTo>
                <a:lnTo>
                  <a:pt x="1037" y="782"/>
                </a:lnTo>
                <a:lnTo>
                  <a:pt x="1037" y="783"/>
                </a:lnTo>
                <a:lnTo>
                  <a:pt x="1036" y="784"/>
                </a:lnTo>
                <a:lnTo>
                  <a:pt x="1035" y="784"/>
                </a:lnTo>
                <a:lnTo>
                  <a:pt x="1035" y="785"/>
                </a:lnTo>
                <a:lnTo>
                  <a:pt x="1034" y="785"/>
                </a:lnTo>
                <a:lnTo>
                  <a:pt x="1034" y="786"/>
                </a:lnTo>
                <a:lnTo>
                  <a:pt x="1033" y="786"/>
                </a:lnTo>
                <a:lnTo>
                  <a:pt x="1032" y="786"/>
                </a:lnTo>
                <a:lnTo>
                  <a:pt x="1032" y="787"/>
                </a:lnTo>
                <a:lnTo>
                  <a:pt x="1031" y="787"/>
                </a:lnTo>
                <a:lnTo>
                  <a:pt x="1031" y="788"/>
                </a:lnTo>
                <a:lnTo>
                  <a:pt x="1031" y="789"/>
                </a:lnTo>
                <a:lnTo>
                  <a:pt x="1031" y="790"/>
                </a:lnTo>
                <a:lnTo>
                  <a:pt x="1031" y="791"/>
                </a:lnTo>
                <a:lnTo>
                  <a:pt x="1030" y="791"/>
                </a:lnTo>
                <a:lnTo>
                  <a:pt x="1029" y="791"/>
                </a:lnTo>
                <a:lnTo>
                  <a:pt x="1029" y="792"/>
                </a:lnTo>
                <a:lnTo>
                  <a:pt x="1028" y="792"/>
                </a:lnTo>
                <a:lnTo>
                  <a:pt x="1028" y="791"/>
                </a:lnTo>
                <a:lnTo>
                  <a:pt x="1027" y="791"/>
                </a:lnTo>
                <a:lnTo>
                  <a:pt x="1027" y="790"/>
                </a:lnTo>
                <a:lnTo>
                  <a:pt x="1026" y="790"/>
                </a:lnTo>
                <a:lnTo>
                  <a:pt x="1025" y="790"/>
                </a:lnTo>
                <a:lnTo>
                  <a:pt x="1025" y="789"/>
                </a:lnTo>
                <a:lnTo>
                  <a:pt x="1024" y="789"/>
                </a:lnTo>
                <a:lnTo>
                  <a:pt x="1023" y="789"/>
                </a:lnTo>
                <a:lnTo>
                  <a:pt x="1023" y="788"/>
                </a:lnTo>
                <a:lnTo>
                  <a:pt x="1022" y="788"/>
                </a:lnTo>
                <a:lnTo>
                  <a:pt x="1022" y="787"/>
                </a:lnTo>
                <a:lnTo>
                  <a:pt x="1023" y="787"/>
                </a:lnTo>
                <a:lnTo>
                  <a:pt x="1022" y="787"/>
                </a:lnTo>
                <a:lnTo>
                  <a:pt x="1022" y="786"/>
                </a:lnTo>
                <a:lnTo>
                  <a:pt x="1021" y="786"/>
                </a:lnTo>
                <a:lnTo>
                  <a:pt x="1021" y="787"/>
                </a:lnTo>
                <a:lnTo>
                  <a:pt x="1021" y="786"/>
                </a:lnTo>
                <a:lnTo>
                  <a:pt x="1020" y="786"/>
                </a:lnTo>
                <a:lnTo>
                  <a:pt x="1020" y="785"/>
                </a:lnTo>
                <a:lnTo>
                  <a:pt x="1019" y="785"/>
                </a:lnTo>
                <a:lnTo>
                  <a:pt x="1018" y="785"/>
                </a:lnTo>
                <a:lnTo>
                  <a:pt x="1017" y="785"/>
                </a:lnTo>
                <a:lnTo>
                  <a:pt x="1016" y="785"/>
                </a:lnTo>
                <a:lnTo>
                  <a:pt x="1016" y="784"/>
                </a:lnTo>
                <a:lnTo>
                  <a:pt x="1015" y="784"/>
                </a:lnTo>
                <a:lnTo>
                  <a:pt x="1015" y="783"/>
                </a:lnTo>
                <a:lnTo>
                  <a:pt x="1014" y="783"/>
                </a:lnTo>
                <a:lnTo>
                  <a:pt x="1014" y="784"/>
                </a:lnTo>
                <a:lnTo>
                  <a:pt x="1013" y="784"/>
                </a:lnTo>
                <a:lnTo>
                  <a:pt x="1013" y="783"/>
                </a:lnTo>
                <a:lnTo>
                  <a:pt x="1012" y="783"/>
                </a:lnTo>
                <a:lnTo>
                  <a:pt x="1011" y="783"/>
                </a:lnTo>
                <a:lnTo>
                  <a:pt x="1011" y="782"/>
                </a:lnTo>
                <a:lnTo>
                  <a:pt x="1010" y="782"/>
                </a:lnTo>
                <a:lnTo>
                  <a:pt x="1010" y="781"/>
                </a:lnTo>
                <a:lnTo>
                  <a:pt x="1009" y="781"/>
                </a:lnTo>
                <a:lnTo>
                  <a:pt x="1008" y="781"/>
                </a:lnTo>
                <a:lnTo>
                  <a:pt x="1007" y="781"/>
                </a:lnTo>
                <a:lnTo>
                  <a:pt x="1007" y="780"/>
                </a:lnTo>
                <a:lnTo>
                  <a:pt x="1007" y="779"/>
                </a:lnTo>
                <a:lnTo>
                  <a:pt x="1006" y="779"/>
                </a:lnTo>
                <a:lnTo>
                  <a:pt x="1006" y="778"/>
                </a:lnTo>
                <a:lnTo>
                  <a:pt x="1005" y="778"/>
                </a:lnTo>
                <a:lnTo>
                  <a:pt x="1005" y="776"/>
                </a:lnTo>
                <a:lnTo>
                  <a:pt x="1005" y="775"/>
                </a:lnTo>
                <a:lnTo>
                  <a:pt x="1004" y="774"/>
                </a:lnTo>
                <a:lnTo>
                  <a:pt x="1003" y="774"/>
                </a:lnTo>
                <a:lnTo>
                  <a:pt x="1003" y="773"/>
                </a:lnTo>
                <a:lnTo>
                  <a:pt x="1003" y="772"/>
                </a:lnTo>
                <a:lnTo>
                  <a:pt x="1002" y="772"/>
                </a:lnTo>
                <a:lnTo>
                  <a:pt x="1001" y="772"/>
                </a:lnTo>
                <a:lnTo>
                  <a:pt x="1001" y="771"/>
                </a:lnTo>
                <a:lnTo>
                  <a:pt x="1001" y="770"/>
                </a:lnTo>
                <a:lnTo>
                  <a:pt x="1001" y="769"/>
                </a:lnTo>
                <a:lnTo>
                  <a:pt x="1001" y="768"/>
                </a:lnTo>
                <a:lnTo>
                  <a:pt x="1000" y="768"/>
                </a:lnTo>
                <a:lnTo>
                  <a:pt x="1000" y="767"/>
                </a:lnTo>
                <a:lnTo>
                  <a:pt x="999" y="767"/>
                </a:lnTo>
                <a:lnTo>
                  <a:pt x="999" y="768"/>
                </a:lnTo>
                <a:lnTo>
                  <a:pt x="998" y="768"/>
                </a:lnTo>
                <a:lnTo>
                  <a:pt x="997" y="768"/>
                </a:lnTo>
                <a:lnTo>
                  <a:pt x="996" y="768"/>
                </a:lnTo>
                <a:lnTo>
                  <a:pt x="996" y="767"/>
                </a:lnTo>
                <a:lnTo>
                  <a:pt x="995" y="767"/>
                </a:lnTo>
                <a:lnTo>
                  <a:pt x="995" y="766"/>
                </a:lnTo>
                <a:lnTo>
                  <a:pt x="995" y="765"/>
                </a:lnTo>
                <a:lnTo>
                  <a:pt x="994" y="764"/>
                </a:lnTo>
                <a:lnTo>
                  <a:pt x="993" y="764"/>
                </a:lnTo>
                <a:lnTo>
                  <a:pt x="993" y="763"/>
                </a:lnTo>
                <a:lnTo>
                  <a:pt x="992" y="763"/>
                </a:lnTo>
                <a:lnTo>
                  <a:pt x="992" y="762"/>
                </a:lnTo>
                <a:lnTo>
                  <a:pt x="991" y="762"/>
                </a:lnTo>
                <a:lnTo>
                  <a:pt x="991" y="763"/>
                </a:lnTo>
                <a:lnTo>
                  <a:pt x="991" y="762"/>
                </a:lnTo>
                <a:lnTo>
                  <a:pt x="990" y="763"/>
                </a:lnTo>
                <a:lnTo>
                  <a:pt x="990" y="762"/>
                </a:lnTo>
                <a:lnTo>
                  <a:pt x="989" y="762"/>
                </a:lnTo>
                <a:lnTo>
                  <a:pt x="989" y="761"/>
                </a:lnTo>
                <a:lnTo>
                  <a:pt x="989" y="760"/>
                </a:lnTo>
                <a:lnTo>
                  <a:pt x="988" y="760"/>
                </a:lnTo>
                <a:lnTo>
                  <a:pt x="987" y="760"/>
                </a:lnTo>
                <a:lnTo>
                  <a:pt x="987" y="759"/>
                </a:lnTo>
                <a:lnTo>
                  <a:pt x="987" y="758"/>
                </a:lnTo>
                <a:lnTo>
                  <a:pt x="986" y="758"/>
                </a:lnTo>
                <a:lnTo>
                  <a:pt x="986" y="757"/>
                </a:lnTo>
                <a:lnTo>
                  <a:pt x="985" y="757"/>
                </a:lnTo>
                <a:lnTo>
                  <a:pt x="984" y="757"/>
                </a:lnTo>
                <a:lnTo>
                  <a:pt x="984" y="756"/>
                </a:lnTo>
                <a:lnTo>
                  <a:pt x="983" y="756"/>
                </a:lnTo>
                <a:lnTo>
                  <a:pt x="983" y="757"/>
                </a:lnTo>
                <a:lnTo>
                  <a:pt x="982" y="757"/>
                </a:lnTo>
                <a:lnTo>
                  <a:pt x="982" y="758"/>
                </a:lnTo>
                <a:lnTo>
                  <a:pt x="981" y="758"/>
                </a:lnTo>
                <a:lnTo>
                  <a:pt x="981" y="757"/>
                </a:lnTo>
                <a:lnTo>
                  <a:pt x="979" y="757"/>
                </a:lnTo>
                <a:lnTo>
                  <a:pt x="979" y="758"/>
                </a:lnTo>
                <a:lnTo>
                  <a:pt x="978" y="758"/>
                </a:lnTo>
                <a:lnTo>
                  <a:pt x="977" y="757"/>
                </a:lnTo>
                <a:lnTo>
                  <a:pt x="976" y="756"/>
                </a:lnTo>
                <a:lnTo>
                  <a:pt x="976" y="755"/>
                </a:lnTo>
                <a:lnTo>
                  <a:pt x="976" y="754"/>
                </a:lnTo>
                <a:lnTo>
                  <a:pt x="976" y="753"/>
                </a:lnTo>
                <a:lnTo>
                  <a:pt x="975" y="753"/>
                </a:lnTo>
                <a:lnTo>
                  <a:pt x="975" y="752"/>
                </a:lnTo>
                <a:lnTo>
                  <a:pt x="975" y="751"/>
                </a:lnTo>
                <a:lnTo>
                  <a:pt x="975" y="750"/>
                </a:lnTo>
                <a:lnTo>
                  <a:pt x="976" y="749"/>
                </a:lnTo>
                <a:lnTo>
                  <a:pt x="977" y="748"/>
                </a:lnTo>
                <a:lnTo>
                  <a:pt x="977" y="747"/>
                </a:lnTo>
                <a:lnTo>
                  <a:pt x="978" y="746"/>
                </a:lnTo>
                <a:lnTo>
                  <a:pt x="979" y="745"/>
                </a:lnTo>
                <a:lnTo>
                  <a:pt x="980" y="745"/>
                </a:lnTo>
                <a:lnTo>
                  <a:pt x="980" y="744"/>
                </a:lnTo>
                <a:lnTo>
                  <a:pt x="980" y="742"/>
                </a:lnTo>
                <a:lnTo>
                  <a:pt x="979" y="742"/>
                </a:lnTo>
                <a:lnTo>
                  <a:pt x="979" y="741"/>
                </a:lnTo>
                <a:lnTo>
                  <a:pt x="979" y="740"/>
                </a:lnTo>
                <a:lnTo>
                  <a:pt x="979" y="739"/>
                </a:lnTo>
                <a:lnTo>
                  <a:pt x="979" y="738"/>
                </a:lnTo>
                <a:lnTo>
                  <a:pt x="980" y="738"/>
                </a:lnTo>
                <a:lnTo>
                  <a:pt x="980" y="737"/>
                </a:lnTo>
                <a:lnTo>
                  <a:pt x="980" y="736"/>
                </a:lnTo>
                <a:lnTo>
                  <a:pt x="980" y="735"/>
                </a:lnTo>
                <a:lnTo>
                  <a:pt x="981" y="735"/>
                </a:lnTo>
                <a:lnTo>
                  <a:pt x="982" y="734"/>
                </a:lnTo>
                <a:lnTo>
                  <a:pt x="982" y="733"/>
                </a:lnTo>
                <a:lnTo>
                  <a:pt x="981" y="733"/>
                </a:lnTo>
                <a:lnTo>
                  <a:pt x="981" y="732"/>
                </a:lnTo>
                <a:lnTo>
                  <a:pt x="980" y="732"/>
                </a:lnTo>
                <a:lnTo>
                  <a:pt x="979" y="731"/>
                </a:lnTo>
                <a:lnTo>
                  <a:pt x="978" y="731"/>
                </a:lnTo>
                <a:lnTo>
                  <a:pt x="978" y="730"/>
                </a:lnTo>
                <a:lnTo>
                  <a:pt x="977" y="730"/>
                </a:lnTo>
                <a:lnTo>
                  <a:pt x="977" y="731"/>
                </a:lnTo>
                <a:lnTo>
                  <a:pt x="977" y="732"/>
                </a:lnTo>
                <a:lnTo>
                  <a:pt x="976" y="732"/>
                </a:lnTo>
                <a:lnTo>
                  <a:pt x="975" y="733"/>
                </a:lnTo>
                <a:lnTo>
                  <a:pt x="974" y="733"/>
                </a:lnTo>
                <a:lnTo>
                  <a:pt x="974" y="734"/>
                </a:lnTo>
                <a:lnTo>
                  <a:pt x="973" y="734"/>
                </a:lnTo>
                <a:lnTo>
                  <a:pt x="973" y="735"/>
                </a:lnTo>
                <a:lnTo>
                  <a:pt x="972" y="735"/>
                </a:lnTo>
                <a:lnTo>
                  <a:pt x="971" y="735"/>
                </a:lnTo>
                <a:lnTo>
                  <a:pt x="970" y="735"/>
                </a:lnTo>
                <a:lnTo>
                  <a:pt x="970" y="734"/>
                </a:lnTo>
                <a:lnTo>
                  <a:pt x="969" y="734"/>
                </a:lnTo>
                <a:lnTo>
                  <a:pt x="969" y="733"/>
                </a:lnTo>
                <a:lnTo>
                  <a:pt x="968" y="733"/>
                </a:lnTo>
                <a:lnTo>
                  <a:pt x="968" y="732"/>
                </a:lnTo>
                <a:lnTo>
                  <a:pt x="967" y="731"/>
                </a:lnTo>
                <a:lnTo>
                  <a:pt x="967" y="730"/>
                </a:lnTo>
                <a:lnTo>
                  <a:pt x="967" y="729"/>
                </a:lnTo>
                <a:lnTo>
                  <a:pt x="966" y="729"/>
                </a:lnTo>
                <a:lnTo>
                  <a:pt x="965" y="729"/>
                </a:lnTo>
                <a:lnTo>
                  <a:pt x="965" y="728"/>
                </a:lnTo>
                <a:lnTo>
                  <a:pt x="965" y="727"/>
                </a:lnTo>
                <a:lnTo>
                  <a:pt x="964" y="727"/>
                </a:lnTo>
                <a:lnTo>
                  <a:pt x="965" y="727"/>
                </a:lnTo>
                <a:lnTo>
                  <a:pt x="964" y="727"/>
                </a:lnTo>
                <a:lnTo>
                  <a:pt x="964" y="726"/>
                </a:lnTo>
                <a:lnTo>
                  <a:pt x="964" y="725"/>
                </a:lnTo>
                <a:lnTo>
                  <a:pt x="963" y="725"/>
                </a:lnTo>
                <a:lnTo>
                  <a:pt x="963" y="724"/>
                </a:lnTo>
                <a:lnTo>
                  <a:pt x="963" y="723"/>
                </a:lnTo>
                <a:lnTo>
                  <a:pt x="962" y="723"/>
                </a:lnTo>
                <a:lnTo>
                  <a:pt x="962" y="722"/>
                </a:lnTo>
                <a:lnTo>
                  <a:pt x="961" y="722"/>
                </a:lnTo>
                <a:lnTo>
                  <a:pt x="961" y="721"/>
                </a:lnTo>
                <a:lnTo>
                  <a:pt x="960" y="720"/>
                </a:lnTo>
                <a:lnTo>
                  <a:pt x="959" y="721"/>
                </a:lnTo>
                <a:lnTo>
                  <a:pt x="959" y="720"/>
                </a:lnTo>
                <a:lnTo>
                  <a:pt x="958" y="720"/>
                </a:lnTo>
                <a:lnTo>
                  <a:pt x="958" y="719"/>
                </a:lnTo>
                <a:lnTo>
                  <a:pt x="957" y="719"/>
                </a:lnTo>
                <a:lnTo>
                  <a:pt x="957" y="718"/>
                </a:lnTo>
                <a:lnTo>
                  <a:pt x="956" y="718"/>
                </a:lnTo>
                <a:lnTo>
                  <a:pt x="956" y="719"/>
                </a:lnTo>
                <a:lnTo>
                  <a:pt x="955" y="719"/>
                </a:lnTo>
                <a:lnTo>
                  <a:pt x="954" y="719"/>
                </a:lnTo>
                <a:lnTo>
                  <a:pt x="953" y="719"/>
                </a:lnTo>
                <a:lnTo>
                  <a:pt x="953" y="718"/>
                </a:lnTo>
                <a:lnTo>
                  <a:pt x="952" y="718"/>
                </a:lnTo>
                <a:lnTo>
                  <a:pt x="951" y="717"/>
                </a:lnTo>
                <a:lnTo>
                  <a:pt x="951" y="718"/>
                </a:lnTo>
                <a:lnTo>
                  <a:pt x="950" y="717"/>
                </a:lnTo>
                <a:lnTo>
                  <a:pt x="949" y="717"/>
                </a:lnTo>
                <a:lnTo>
                  <a:pt x="948" y="717"/>
                </a:lnTo>
                <a:lnTo>
                  <a:pt x="948" y="716"/>
                </a:lnTo>
                <a:lnTo>
                  <a:pt x="947" y="716"/>
                </a:lnTo>
                <a:lnTo>
                  <a:pt x="946" y="716"/>
                </a:lnTo>
                <a:lnTo>
                  <a:pt x="945" y="716"/>
                </a:lnTo>
                <a:lnTo>
                  <a:pt x="944" y="716"/>
                </a:lnTo>
                <a:lnTo>
                  <a:pt x="944" y="717"/>
                </a:lnTo>
                <a:lnTo>
                  <a:pt x="943" y="717"/>
                </a:lnTo>
                <a:lnTo>
                  <a:pt x="943" y="718"/>
                </a:lnTo>
                <a:lnTo>
                  <a:pt x="943" y="719"/>
                </a:lnTo>
                <a:lnTo>
                  <a:pt x="942" y="719"/>
                </a:lnTo>
                <a:lnTo>
                  <a:pt x="941" y="719"/>
                </a:lnTo>
                <a:lnTo>
                  <a:pt x="941" y="718"/>
                </a:lnTo>
                <a:lnTo>
                  <a:pt x="940" y="718"/>
                </a:lnTo>
                <a:lnTo>
                  <a:pt x="939" y="718"/>
                </a:lnTo>
                <a:lnTo>
                  <a:pt x="938" y="718"/>
                </a:lnTo>
                <a:lnTo>
                  <a:pt x="937" y="718"/>
                </a:lnTo>
                <a:lnTo>
                  <a:pt x="937" y="719"/>
                </a:lnTo>
                <a:lnTo>
                  <a:pt x="937" y="718"/>
                </a:lnTo>
                <a:lnTo>
                  <a:pt x="936" y="718"/>
                </a:lnTo>
                <a:lnTo>
                  <a:pt x="936" y="717"/>
                </a:lnTo>
                <a:lnTo>
                  <a:pt x="935" y="717"/>
                </a:lnTo>
                <a:lnTo>
                  <a:pt x="935" y="716"/>
                </a:lnTo>
                <a:lnTo>
                  <a:pt x="934" y="716"/>
                </a:lnTo>
                <a:lnTo>
                  <a:pt x="934" y="715"/>
                </a:lnTo>
                <a:lnTo>
                  <a:pt x="934" y="714"/>
                </a:lnTo>
                <a:lnTo>
                  <a:pt x="933" y="714"/>
                </a:lnTo>
                <a:lnTo>
                  <a:pt x="932" y="714"/>
                </a:lnTo>
                <a:lnTo>
                  <a:pt x="931" y="714"/>
                </a:lnTo>
                <a:lnTo>
                  <a:pt x="931" y="713"/>
                </a:lnTo>
                <a:lnTo>
                  <a:pt x="930" y="713"/>
                </a:lnTo>
                <a:lnTo>
                  <a:pt x="930" y="712"/>
                </a:lnTo>
                <a:lnTo>
                  <a:pt x="928" y="712"/>
                </a:lnTo>
                <a:lnTo>
                  <a:pt x="927" y="712"/>
                </a:lnTo>
                <a:lnTo>
                  <a:pt x="927" y="713"/>
                </a:lnTo>
                <a:lnTo>
                  <a:pt x="927" y="714"/>
                </a:lnTo>
                <a:lnTo>
                  <a:pt x="927" y="715"/>
                </a:lnTo>
                <a:lnTo>
                  <a:pt x="926" y="715"/>
                </a:lnTo>
                <a:lnTo>
                  <a:pt x="925" y="715"/>
                </a:lnTo>
                <a:lnTo>
                  <a:pt x="924" y="715"/>
                </a:lnTo>
                <a:lnTo>
                  <a:pt x="924" y="714"/>
                </a:lnTo>
                <a:lnTo>
                  <a:pt x="924" y="715"/>
                </a:lnTo>
                <a:lnTo>
                  <a:pt x="923" y="715"/>
                </a:lnTo>
                <a:lnTo>
                  <a:pt x="923" y="714"/>
                </a:lnTo>
                <a:lnTo>
                  <a:pt x="922" y="714"/>
                </a:lnTo>
                <a:lnTo>
                  <a:pt x="922" y="713"/>
                </a:lnTo>
                <a:lnTo>
                  <a:pt x="923" y="713"/>
                </a:lnTo>
                <a:lnTo>
                  <a:pt x="923" y="712"/>
                </a:lnTo>
                <a:lnTo>
                  <a:pt x="923" y="711"/>
                </a:lnTo>
                <a:lnTo>
                  <a:pt x="923" y="710"/>
                </a:lnTo>
                <a:lnTo>
                  <a:pt x="923" y="709"/>
                </a:lnTo>
                <a:lnTo>
                  <a:pt x="922" y="709"/>
                </a:lnTo>
                <a:lnTo>
                  <a:pt x="922" y="710"/>
                </a:lnTo>
                <a:lnTo>
                  <a:pt x="922" y="709"/>
                </a:lnTo>
                <a:lnTo>
                  <a:pt x="922" y="708"/>
                </a:lnTo>
                <a:lnTo>
                  <a:pt x="921" y="708"/>
                </a:lnTo>
                <a:lnTo>
                  <a:pt x="921" y="709"/>
                </a:lnTo>
                <a:lnTo>
                  <a:pt x="920" y="709"/>
                </a:lnTo>
                <a:lnTo>
                  <a:pt x="920" y="710"/>
                </a:lnTo>
                <a:lnTo>
                  <a:pt x="919" y="710"/>
                </a:lnTo>
                <a:lnTo>
                  <a:pt x="919" y="711"/>
                </a:lnTo>
                <a:lnTo>
                  <a:pt x="918" y="711"/>
                </a:lnTo>
                <a:lnTo>
                  <a:pt x="918" y="710"/>
                </a:lnTo>
                <a:lnTo>
                  <a:pt x="917" y="710"/>
                </a:lnTo>
                <a:lnTo>
                  <a:pt x="917" y="709"/>
                </a:lnTo>
                <a:lnTo>
                  <a:pt x="917" y="708"/>
                </a:lnTo>
                <a:lnTo>
                  <a:pt x="916" y="708"/>
                </a:lnTo>
                <a:lnTo>
                  <a:pt x="915" y="708"/>
                </a:lnTo>
                <a:lnTo>
                  <a:pt x="914" y="708"/>
                </a:lnTo>
                <a:lnTo>
                  <a:pt x="914" y="707"/>
                </a:lnTo>
                <a:lnTo>
                  <a:pt x="914" y="708"/>
                </a:lnTo>
                <a:lnTo>
                  <a:pt x="913" y="708"/>
                </a:lnTo>
                <a:lnTo>
                  <a:pt x="913" y="707"/>
                </a:lnTo>
                <a:lnTo>
                  <a:pt x="912" y="706"/>
                </a:lnTo>
                <a:lnTo>
                  <a:pt x="911" y="706"/>
                </a:lnTo>
                <a:lnTo>
                  <a:pt x="911" y="705"/>
                </a:lnTo>
                <a:lnTo>
                  <a:pt x="910" y="705"/>
                </a:lnTo>
                <a:lnTo>
                  <a:pt x="910" y="704"/>
                </a:lnTo>
                <a:lnTo>
                  <a:pt x="911" y="704"/>
                </a:lnTo>
                <a:lnTo>
                  <a:pt x="910" y="704"/>
                </a:lnTo>
                <a:lnTo>
                  <a:pt x="911" y="703"/>
                </a:lnTo>
                <a:lnTo>
                  <a:pt x="911" y="702"/>
                </a:lnTo>
                <a:lnTo>
                  <a:pt x="911" y="701"/>
                </a:lnTo>
                <a:lnTo>
                  <a:pt x="910" y="701"/>
                </a:lnTo>
                <a:lnTo>
                  <a:pt x="910" y="700"/>
                </a:lnTo>
                <a:lnTo>
                  <a:pt x="910" y="699"/>
                </a:lnTo>
                <a:lnTo>
                  <a:pt x="910" y="698"/>
                </a:lnTo>
                <a:lnTo>
                  <a:pt x="909" y="698"/>
                </a:lnTo>
                <a:lnTo>
                  <a:pt x="909" y="697"/>
                </a:lnTo>
                <a:lnTo>
                  <a:pt x="908" y="697"/>
                </a:lnTo>
                <a:lnTo>
                  <a:pt x="908" y="696"/>
                </a:lnTo>
                <a:lnTo>
                  <a:pt x="908" y="695"/>
                </a:lnTo>
                <a:lnTo>
                  <a:pt x="908" y="696"/>
                </a:lnTo>
                <a:lnTo>
                  <a:pt x="907" y="696"/>
                </a:lnTo>
                <a:lnTo>
                  <a:pt x="907" y="697"/>
                </a:lnTo>
                <a:lnTo>
                  <a:pt x="906" y="697"/>
                </a:lnTo>
                <a:lnTo>
                  <a:pt x="905" y="697"/>
                </a:lnTo>
                <a:lnTo>
                  <a:pt x="904" y="697"/>
                </a:lnTo>
                <a:lnTo>
                  <a:pt x="904" y="698"/>
                </a:lnTo>
                <a:lnTo>
                  <a:pt x="903" y="698"/>
                </a:lnTo>
                <a:lnTo>
                  <a:pt x="903" y="699"/>
                </a:lnTo>
                <a:lnTo>
                  <a:pt x="903" y="698"/>
                </a:lnTo>
                <a:lnTo>
                  <a:pt x="902" y="698"/>
                </a:lnTo>
                <a:lnTo>
                  <a:pt x="902" y="697"/>
                </a:lnTo>
                <a:lnTo>
                  <a:pt x="902" y="696"/>
                </a:lnTo>
                <a:lnTo>
                  <a:pt x="903" y="696"/>
                </a:lnTo>
                <a:lnTo>
                  <a:pt x="903" y="695"/>
                </a:lnTo>
                <a:lnTo>
                  <a:pt x="902" y="694"/>
                </a:lnTo>
                <a:lnTo>
                  <a:pt x="902" y="693"/>
                </a:lnTo>
                <a:lnTo>
                  <a:pt x="902" y="692"/>
                </a:lnTo>
                <a:lnTo>
                  <a:pt x="902" y="691"/>
                </a:lnTo>
                <a:lnTo>
                  <a:pt x="902" y="690"/>
                </a:lnTo>
                <a:lnTo>
                  <a:pt x="902" y="689"/>
                </a:lnTo>
                <a:lnTo>
                  <a:pt x="902" y="688"/>
                </a:lnTo>
                <a:lnTo>
                  <a:pt x="902" y="687"/>
                </a:lnTo>
                <a:lnTo>
                  <a:pt x="901" y="687"/>
                </a:lnTo>
                <a:lnTo>
                  <a:pt x="901" y="686"/>
                </a:lnTo>
                <a:lnTo>
                  <a:pt x="900" y="686"/>
                </a:lnTo>
                <a:lnTo>
                  <a:pt x="899" y="686"/>
                </a:lnTo>
                <a:lnTo>
                  <a:pt x="899" y="685"/>
                </a:lnTo>
                <a:lnTo>
                  <a:pt x="898" y="685"/>
                </a:lnTo>
                <a:lnTo>
                  <a:pt x="897" y="685"/>
                </a:lnTo>
                <a:lnTo>
                  <a:pt x="897" y="684"/>
                </a:lnTo>
                <a:lnTo>
                  <a:pt x="896" y="684"/>
                </a:lnTo>
                <a:lnTo>
                  <a:pt x="895" y="684"/>
                </a:lnTo>
                <a:lnTo>
                  <a:pt x="894" y="684"/>
                </a:lnTo>
                <a:lnTo>
                  <a:pt x="893" y="684"/>
                </a:lnTo>
                <a:lnTo>
                  <a:pt x="893" y="683"/>
                </a:lnTo>
                <a:lnTo>
                  <a:pt x="892" y="683"/>
                </a:lnTo>
                <a:lnTo>
                  <a:pt x="892" y="682"/>
                </a:lnTo>
                <a:lnTo>
                  <a:pt x="892" y="681"/>
                </a:lnTo>
                <a:lnTo>
                  <a:pt x="891" y="681"/>
                </a:lnTo>
                <a:lnTo>
                  <a:pt x="891" y="680"/>
                </a:lnTo>
                <a:lnTo>
                  <a:pt x="890" y="680"/>
                </a:lnTo>
                <a:lnTo>
                  <a:pt x="889" y="680"/>
                </a:lnTo>
                <a:lnTo>
                  <a:pt x="889" y="679"/>
                </a:lnTo>
                <a:lnTo>
                  <a:pt x="888" y="679"/>
                </a:lnTo>
                <a:lnTo>
                  <a:pt x="888" y="678"/>
                </a:lnTo>
                <a:lnTo>
                  <a:pt x="887" y="678"/>
                </a:lnTo>
                <a:lnTo>
                  <a:pt x="886" y="678"/>
                </a:lnTo>
                <a:lnTo>
                  <a:pt x="885" y="678"/>
                </a:lnTo>
                <a:lnTo>
                  <a:pt x="884" y="678"/>
                </a:lnTo>
                <a:lnTo>
                  <a:pt x="884" y="677"/>
                </a:lnTo>
                <a:lnTo>
                  <a:pt x="883" y="677"/>
                </a:lnTo>
                <a:lnTo>
                  <a:pt x="883" y="676"/>
                </a:lnTo>
                <a:lnTo>
                  <a:pt x="882" y="676"/>
                </a:lnTo>
                <a:lnTo>
                  <a:pt x="882" y="675"/>
                </a:lnTo>
                <a:lnTo>
                  <a:pt x="882" y="674"/>
                </a:lnTo>
                <a:lnTo>
                  <a:pt x="881" y="674"/>
                </a:lnTo>
                <a:lnTo>
                  <a:pt x="880" y="674"/>
                </a:lnTo>
                <a:lnTo>
                  <a:pt x="880" y="675"/>
                </a:lnTo>
                <a:lnTo>
                  <a:pt x="879" y="675"/>
                </a:lnTo>
                <a:lnTo>
                  <a:pt x="878" y="675"/>
                </a:lnTo>
                <a:lnTo>
                  <a:pt x="877" y="675"/>
                </a:lnTo>
                <a:lnTo>
                  <a:pt x="877" y="676"/>
                </a:lnTo>
                <a:lnTo>
                  <a:pt x="877" y="677"/>
                </a:lnTo>
                <a:lnTo>
                  <a:pt x="876" y="678"/>
                </a:lnTo>
                <a:lnTo>
                  <a:pt x="875" y="678"/>
                </a:lnTo>
                <a:lnTo>
                  <a:pt x="875" y="679"/>
                </a:lnTo>
                <a:lnTo>
                  <a:pt x="875" y="680"/>
                </a:lnTo>
                <a:lnTo>
                  <a:pt x="874" y="680"/>
                </a:lnTo>
                <a:lnTo>
                  <a:pt x="874" y="681"/>
                </a:lnTo>
                <a:lnTo>
                  <a:pt x="874" y="682"/>
                </a:lnTo>
                <a:lnTo>
                  <a:pt x="875" y="683"/>
                </a:lnTo>
                <a:lnTo>
                  <a:pt x="876" y="684"/>
                </a:lnTo>
                <a:lnTo>
                  <a:pt x="877" y="684"/>
                </a:lnTo>
                <a:lnTo>
                  <a:pt x="877" y="685"/>
                </a:lnTo>
                <a:lnTo>
                  <a:pt x="877" y="686"/>
                </a:lnTo>
                <a:lnTo>
                  <a:pt x="876" y="686"/>
                </a:lnTo>
                <a:lnTo>
                  <a:pt x="876" y="687"/>
                </a:lnTo>
                <a:lnTo>
                  <a:pt x="878" y="687"/>
                </a:lnTo>
                <a:lnTo>
                  <a:pt x="879" y="688"/>
                </a:lnTo>
                <a:lnTo>
                  <a:pt x="879" y="689"/>
                </a:lnTo>
                <a:lnTo>
                  <a:pt x="880" y="690"/>
                </a:lnTo>
                <a:lnTo>
                  <a:pt x="880" y="689"/>
                </a:lnTo>
                <a:lnTo>
                  <a:pt x="881" y="689"/>
                </a:lnTo>
                <a:lnTo>
                  <a:pt x="881" y="690"/>
                </a:lnTo>
                <a:lnTo>
                  <a:pt x="882" y="690"/>
                </a:lnTo>
                <a:lnTo>
                  <a:pt x="882" y="691"/>
                </a:lnTo>
                <a:lnTo>
                  <a:pt x="883" y="691"/>
                </a:lnTo>
                <a:lnTo>
                  <a:pt x="884" y="691"/>
                </a:lnTo>
                <a:lnTo>
                  <a:pt x="884" y="692"/>
                </a:lnTo>
                <a:lnTo>
                  <a:pt x="884" y="693"/>
                </a:lnTo>
                <a:lnTo>
                  <a:pt x="884" y="694"/>
                </a:lnTo>
                <a:lnTo>
                  <a:pt x="885" y="694"/>
                </a:lnTo>
                <a:lnTo>
                  <a:pt x="885" y="695"/>
                </a:lnTo>
                <a:lnTo>
                  <a:pt x="886" y="696"/>
                </a:lnTo>
                <a:lnTo>
                  <a:pt x="886" y="697"/>
                </a:lnTo>
                <a:lnTo>
                  <a:pt x="886" y="698"/>
                </a:lnTo>
                <a:lnTo>
                  <a:pt x="887" y="699"/>
                </a:lnTo>
                <a:lnTo>
                  <a:pt x="887" y="700"/>
                </a:lnTo>
                <a:lnTo>
                  <a:pt x="886" y="700"/>
                </a:lnTo>
                <a:lnTo>
                  <a:pt x="886" y="701"/>
                </a:lnTo>
                <a:lnTo>
                  <a:pt x="888" y="702"/>
                </a:lnTo>
                <a:lnTo>
                  <a:pt x="889" y="703"/>
                </a:lnTo>
                <a:lnTo>
                  <a:pt x="890" y="703"/>
                </a:lnTo>
                <a:lnTo>
                  <a:pt x="891" y="703"/>
                </a:lnTo>
                <a:lnTo>
                  <a:pt x="892" y="704"/>
                </a:lnTo>
                <a:lnTo>
                  <a:pt x="892" y="705"/>
                </a:lnTo>
                <a:lnTo>
                  <a:pt x="892" y="706"/>
                </a:lnTo>
                <a:lnTo>
                  <a:pt x="891" y="706"/>
                </a:lnTo>
                <a:lnTo>
                  <a:pt x="891" y="707"/>
                </a:lnTo>
                <a:lnTo>
                  <a:pt x="891" y="708"/>
                </a:lnTo>
                <a:lnTo>
                  <a:pt x="891" y="709"/>
                </a:lnTo>
                <a:lnTo>
                  <a:pt x="891" y="710"/>
                </a:lnTo>
                <a:lnTo>
                  <a:pt x="892" y="711"/>
                </a:lnTo>
                <a:lnTo>
                  <a:pt x="891" y="712"/>
                </a:lnTo>
                <a:lnTo>
                  <a:pt x="892" y="713"/>
                </a:lnTo>
                <a:lnTo>
                  <a:pt x="892" y="714"/>
                </a:lnTo>
                <a:lnTo>
                  <a:pt x="893" y="715"/>
                </a:lnTo>
                <a:lnTo>
                  <a:pt x="893" y="716"/>
                </a:lnTo>
                <a:lnTo>
                  <a:pt x="894" y="717"/>
                </a:lnTo>
                <a:lnTo>
                  <a:pt x="894" y="718"/>
                </a:lnTo>
                <a:lnTo>
                  <a:pt x="893" y="718"/>
                </a:lnTo>
                <a:lnTo>
                  <a:pt x="893" y="719"/>
                </a:lnTo>
                <a:lnTo>
                  <a:pt x="893" y="720"/>
                </a:lnTo>
                <a:lnTo>
                  <a:pt x="893" y="721"/>
                </a:lnTo>
                <a:lnTo>
                  <a:pt x="892" y="721"/>
                </a:lnTo>
                <a:lnTo>
                  <a:pt x="891" y="721"/>
                </a:lnTo>
                <a:lnTo>
                  <a:pt x="890" y="721"/>
                </a:lnTo>
                <a:lnTo>
                  <a:pt x="890" y="720"/>
                </a:lnTo>
                <a:lnTo>
                  <a:pt x="889" y="720"/>
                </a:lnTo>
                <a:lnTo>
                  <a:pt x="889" y="719"/>
                </a:lnTo>
                <a:lnTo>
                  <a:pt x="888" y="719"/>
                </a:lnTo>
                <a:lnTo>
                  <a:pt x="887" y="719"/>
                </a:lnTo>
                <a:lnTo>
                  <a:pt x="887" y="718"/>
                </a:lnTo>
                <a:lnTo>
                  <a:pt x="886" y="718"/>
                </a:lnTo>
                <a:lnTo>
                  <a:pt x="886" y="717"/>
                </a:lnTo>
                <a:lnTo>
                  <a:pt x="886" y="716"/>
                </a:lnTo>
                <a:lnTo>
                  <a:pt x="886" y="715"/>
                </a:lnTo>
                <a:lnTo>
                  <a:pt x="885" y="715"/>
                </a:lnTo>
                <a:lnTo>
                  <a:pt x="885" y="714"/>
                </a:lnTo>
                <a:lnTo>
                  <a:pt x="884" y="714"/>
                </a:lnTo>
                <a:lnTo>
                  <a:pt x="883" y="714"/>
                </a:lnTo>
                <a:lnTo>
                  <a:pt x="883" y="713"/>
                </a:lnTo>
                <a:lnTo>
                  <a:pt x="883" y="712"/>
                </a:lnTo>
                <a:lnTo>
                  <a:pt x="884" y="712"/>
                </a:lnTo>
                <a:lnTo>
                  <a:pt x="883" y="712"/>
                </a:lnTo>
                <a:lnTo>
                  <a:pt x="883" y="711"/>
                </a:lnTo>
                <a:lnTo>
                  <a:pt x="882" y="711"/>
                </a:lnTo>
                <a:lnTo>
                  <a:pt x="882" y="710"/>
                </a:lnTo>
                <a:lnTo>
                  <a:pt x="881" y="710"/>
                </a:lnTo>
                <a:lnTo>
                  <a:pt x="880" y="710"/>
                </a:lnTo>
                <a:lnTo>
                  <a:pt x="879" y="710"/>
                </a:lnTo>
                <a:lnTo>
                  <a:pt x="878" y="710"/>
                </a:lnTo>
                <a:lnTo>
                  <a:pt x="878" y="709"/>
                </a:lnTo>
                <a:lnTo>
                  <a:pt x="877" y="709"/>
                </a:lnTo>
                <a:lnTo>
                  <a:pt x="876" y="709"/>
                </a:lnTo>
                <a:lnTo>
                  <a:pt x="876" y="708"/>
                </a:lnTo>
                <a:lnTo>
                  <a:pt x="875" y="708"/>
                </a:lnTo>
                <a:lnTo>
                  <a:pt x="875" y="707"/>
                </a:lnTo>
                <a:lnTo>
                  <a:pt x="875" y="706"/>
                </a:lnTo>
                <a:lnTo>
                  <a:pt x="874" y="706"/>
                </a:lnTo>
                <a:lnTo>
                  <a:pt x="874" y="705"/>
                </a:lnTo>
                <a:lnTo>
                  <a:pt x="873" y="705"/>
                </a:lnTo>
                <a:lnTo>
                  <a:pt x="872" y="705"/>
                </a:lnTo>
                <a:lnTo>
                  <a:pt x="871" y="705"/>
                </a:lnTo>
                <a:lnTo>
                  <a:pt x="870" y="705"/>
                </a:lnTo>
                <a:lnTo>
                  <a:pt x="870" y="704"/>
                </a:lnTo>
                <a:lnTo>
                  <a:pt x="869" y="704"/>
                </a:lnTo>
                <a:lnTo>
                  <a:pt x="868" y="704"/>
                </a:lnTo>
                <a:lnTo>
                  <a:pt x="868" y="705"/>
                </a:lnTo>
                <a:lnTo>
                  <a:pt x="868" y="704"/>
                </a:lnTo>
                <a:lnTo>
                  <a:pt x="867" y="704"/>
                </a:lnTo>
                <a:lnTo>
                  <a:pt x="867" y="703"/>
                </a:lnTo>
                <a:lnTo>
                  <a:pt x="867" y="702"/>
                </a:lnTo>
                <a:lnTo>
                  <a:pt x="866" y="702"/>
                </a:lnTo>
                <a:lnTo>
                  <a:pt x="866" y="701"/>
                </a:lnTo>
                <a:lnTo>
                  <a:pt x="865" y="701"/>
                </a:lnTo>
                <a:lnTo>
                  <a:pt x="864" y="701"/>
                </a:lnTo>
                <a:lnTo>
                  <a:pt x="863" y="701"/>
                </a:lnTo>
                <a:lnTo>
                  <a:pt x="863" y="700"/>
                </a:lnTo>
                <a:lnTo>
                  <a:pt x="862" y="700"/>
                </a:lnTo>
                <a:lnTo>
                  <a:pt x="861" y="700"/>
                </a:lnTo>
                <a:lnTo>
                  <a:pt x="861" y="699"/>
                </a:lnTo>
                <a:lnTo>
                  <a:pt x="860" y="699"/>
                </a:lnTo>
                <a:lnTo>
                  <a:pt x="859" y="699"/>
                </a:lnTo>
                <a:lnTo>
                  <a:pt x="859" y="698"/>
                </a:lnTo>
                <a:lnTo>
                  <a:pt x="858" y="698"/>
                </a:lnTo>
                <a:lnTo>
                  <a:pt x="857" y="698"/>
                </a:lnTo>
                <a:lnTo>
                  <a:pt x="857" y="697"/>
                </a:lnTo>
                <a:lnTo>
                  <a:pt x="856" y="697"/>
                </a:lnTo>
                <a:lnTo>
                  <a:pt x="855" y="697"/>
                </a:lnTo>
                <a:lnTo>
                  <a:pt x="854" y="697"/>
                </a:lnTo>
                <a:lnTo>
                  <a:pt x="854" y="696"/>
                </a:lnTo>
                <a:lnTo>
                  <a:pt x="853" y="696"/>
                </a:lnTo>
                <a:lnTo>
                  <a:pt x="852" y="696"/>
                </a:lnTo>
                <a:lnTo>
                  <a:pt x="851" y="696"/>
                </a:lnTo>
                <a:lnTo>
                  <a:pt x="851" y="695"/>
                </a:lnTo>
                <a:lnTo>
                  <a:pt x="851" y="694"/>
                </a:lnTo>
                <a:lnTo>
                  <a:pt x="850" y="694"/>
                </a:lnTo>
                <a:lnTo>
                  <a:pt x="850" y="693"/>
                </a:lnTo>
                <a:lnTo>
                  <a:pt x="850" y="692"/>
                </a:lnTo>
                <a:lnTo>
                  <a:pt x="849" y="692"/>
                </a:lnTo>
                <a:lnTo>
                  <a:pt x="848" y="692"/>
                </a:lnTo>
                <a:lnTo>
                  <a:pt x="847" y="692"/>
                </a:lnTo>
                <a:lnTo>
                  <a:pt x="847" y="691"/>
                </a:lnTo>
                <a:lnTo>
                  <a:pt x="848" y="691"/>
                </a:lnTo>
                <a:lnTo>
                  <a:pt x="848" y="690"/>
                </a:lnTo>
                <a:lnTo>
                  <a:pt x="847" y="690"/>
                </a:lnTo>
                <a:lnTo>
                  <a:pt x="847" y="689"/>
                </a:lnTo>
                <a:lnTo>
                  <a:pt x="845" y="689"/>
                </a:lnTo>
                <a:lnTo>
                  <a:pt x="844" y="689"/>
                </a:lnTo>
                <a:lnTo>
                  <a:pt x="843" y="689"/>
                </a:lnTo>
                <a:lnTo>
                  <a:pt x="842" y="689"/>
                </a:lnTo>
                <a:lnTo>
                  <a:pt x="841" y="689"/>
                </a:lnTo>
                <a:lnTo>
                  <a:pt x="841" y="688"/>
                </a:lnTo>
                <a:lnTo>
                  <a:pt x="841" y="687"/>
                </a:lnTo>
                <a:lnTo>
                  <a:pt x="840" y="687"/>
                </a:lnTo>
                <a:lnTo>
                  <a:pt x="840" y="686"/>
                </a:lnTo>
                <a:lnTo>
                  <a:pt x="839" y="686"/>
                </a:lnTo>
                <a:lnTo>
                  <a:pt x="838" y="686"/>
                </a:lnTo>
                <a:lnTo>
                  <a:pt x="837" y="686"/>
                </a:lnTo>
                <a:lnTo>
                  <a:pt x="837" y="685"/>
                </a:lnTo>
                <a:lnTo>
                  <a:pt x="836" y="685"/>
                </a:lnTo>
                <a:lnTo>
                  <a:pt x="835" y="684"/>
                </a:lnTo>
                <a:lnTo>
                  <a:pt x="834" y="684"/>
                </a:lnTo>
                <a:lnTo>
                  <a:pt x="834" y="683"/>
                </a:lnTo>
                <a:lnTo>
                  <a:pt x="834" y="682"/>
                </a:lnTo>
                <a:lnTo>
                  <a:pt x="834" y="681"/>
                </a:lnTo>
                <a:lnTo>
                  <a:pt x="834" y="680"/>
                </a:lnTo>
                <a:lnTo>
                  <a:pt x="834" y="679"/>
                </a:lnTo>
                <a:lnTo>
                  <a:pt x="833" y="679"/>
                </a:lnTo>
                <a:lnTo>
                  <a:pt x="833" y="678"/>
                </a:lnTo>
                <a:lnTo>
                  <a:pt x="832" y="678"/>
                </a:lnTo>
                <a:lnTo>
                  <a:pt x="831" y="678"/>
                </a:lnTo>
                <a:lnTo>
                  <a:pt x="830" y="678"/>
                </a:lnTo>
                <a:lnTo>
                  <a:pt x="830" y="677"/>
                </a:lnTo>
                <a:lnTo>
                  <a:pt x="829" y="677"/>
                </a:lnTo>
                <a:lnTo>
                  <a:pt x="829" y="676"/>
                </a:lnTo>
                <a:lnTo>
                  <a:pt x="829" y="677"/>
                </a:lnTo>
                <a:lnTo>
                  <a:pt x="829" y="676"/>
                </a:lnTo>
                <a:lnTo>
                  <a:pt x="828" y="676"/>
                </a:lnTo>
                <a:lnTo>
                  <a:pt x="827" y="676"/>
                </a:lnTo>
                <a:lnTo>
                  <a:pt x="827" y="675"/>
                </a:lnTo>
                <a:lnTo>
                  <a:pt x="827" y="674"/>
                </a:lnTo>
                <a:lnTo>
                  <a:pt x="826" y="674"/>
                </a:lnTo>
                <a:lnTo>
                  <a:pt x="826" y="673"/>
                </a:lnTo>
                <a:lnTo>
                  <a:pt x="825" y="673"/>
                </a:lnTo>
                <a:lnTo>
                  <a:pt x="825" y="672"/>
                </a:lnTo>
                <a:lnTo>
                  <a:pt x="824" y="672"/>
                </a:lnTo>
                <a:lnTo>
                  <a:pt x="824" y="671"/>
                </a:lnTo>
                <a:lnTo>
                  <a:pt x="823" y="671"/>
                </a:lnTo>
                <a:lnTo>
                  <a:pt x="823" y="670"/>
                </a:lnTo>
                <a:lnTo>
                  <a:pt x="822" y="670"/>
                </a:lnTo>
                <a:lnTo>
                  <a:pt x="822" y="669"/>
                </a:lnTo>
                <a:lnTo>
                  <a:pt x="822" y="668"/>
                </a:lnTo>
                <a:lnTo>
                  <a:pt x="821" y="668"/>
                </a:lnTo>
                <a:lnTo>
                  <a:pt x="821" y="667"/>
                </a:lnTo>
                <a:lnTo>
                  <a:pt x="820" y="667"/>
                </a:lnTo>
                <a:lnTo>
                  <a:pt x="820" y="666"/>
                </a:lnTo>
                <a:lnTo>
                  <a:pt x="819" y="666"/>
                </a:lnTo>
                <a:lnTo>
                  <a:pt x="819" y="665"/>
                </a:lnTo>
                <a:lnTo>
                  <a:pt x="819" y="664"/>
                </a:lnTo>
                <a:lnTo>
                  <a:pt x="818" y="664"/>
                </a:lnTo>
                <a:lnTo>
                  <a:pt x="818" y="663"/>
                </a:lnTo>
                <a:lnTo>
                  <a:pt x="818" y="662"/>
                </a:lnTo>
                <a:lnTo>
                  <a:pt x="818" y="661"/>
                </a:lnTo>
                <a:lnTo>
                  <a:pt x="818" y="660"/>
                </a:lnTo>
                <a:lnTo>
                  <a:pt x="818" y="659"/>
                </a:lnTo>
                <a:lnTo>
                  <a:pt x="819" y="659"/>
                </a:lnTo>
                <a:lnTo>
                  <a:pt x="819" y="658"/>
                </a:lnTo>
                <a:lnTo>
                  <a:pt x="818" y="658"/>
                </a:lnTo>
                <a:lnTo>
                  <a:pt x="818" y="657"/>
                </a:lnTo>
                <a:lnTo>
                  <a:pt x="817" y="657"/>
                </a:lnTo>
                <a:lnTo>
                  <a:pt x="817" y="656"/>
                </a:lnTo>
                <a:lnTo>
                  <a:pt x="816" y="656"/>
                </a:lnTo>
                <a:lnTo>
                  <a:pt x="816" y="657"/>
                </a:lnTo>
                <a:lnTo>
                  <a:pt x="816" y="656"/>
                </a:lnTo>
                <a:lnTo>
                  <a:pt x="815" y="656"/>
                </a:lnTo>
                <a:lnTo>
                  <a:pt x="814" y="656"/>
                </a:lnTo>
                <a:lnTo>
                  <a:pt x="814" y="657"/>
                </a:lnTo>
                <a:lnTo>
                  <a:pt x="813" y="657"/>
                </a:lnTo>
                <a:lnTo>
                  <a:pt x="811" y="657"/>
                </a:lnTo>
                <a:lnTo>
                  <a:pt x="811" y="656"/>
                </a:lnTo>
                <a:lnTo>
                  <a:pt x="810" y="656"/>
                </a:lnTo>
                <a:lnTo>
                  <a:pt x="810" y="655"/>
                </a:lnTo>
                <a:lnTo>
                  <a:pt x="809" y="655"/>
                </a:lnTo>
                <a:lnTo>
                  <a:pt x="809" y="654"/>
                </a:lnTo>
                <a:lnTo>
                  <a:pt x="810" y="653"/>
                </a:lnTo>
                <a:lnTo>
                  <a:pt x="809" y="653"/>
                </a:lnTo>
                <a:lnTo>
                  <a:pt x="809" y="652"/>
                </a:lnTo>
                <a:lnTo>
                  <a:pt x="809" y="651"/>
                </a:lnTo>
                <a:lnTo>
                  <a:pt x="809" y="650"/>
                </a:lnTo>
                <a:lnTo>
                  <a:pt x="809" y="649"/>
                </a:lnTo>
                <a:lnTo>
                  <a:pt x="808" y="649"/>
                </a:lnTo>
                <a:lnTo>
                  <a:pt x="808" y="648"/>
                </a:lnTo>
                <a:lnTo>
                  <a:pt x="808" y="647"/>
                </a:lnTo>
                <a:lnTo>
                  <a:pt x="807" y="647"/>
                </a:lnTo>
                <a:lnTo>
                  <a:pt x="806" y="647"/>
                </a:lnTo>
                <a:lnTo>
                  <a:pt x="806" y="646"/>
                </a:lnTo>
                <a:lnTo>
                  <a:pt x="806" y="647"/>
                </a:lnTo>
                <a:lnTo>
                  <a:pt x="805" y="647"/>
                </a:lnTo>
                <a:lnTo>
                  <a:pt x="805" y="646"/>
                </a:lnTo>
                <a:lnTo>
                  <a:pt x="804" y="646"/>
                </a:lnTo>
                <a:lnTo>
                  <a:pt x="804" y="645"/>
                </a:lnTo>
                <a:lnTo>
                  <a:pt x="804" y="644"/>
                </a:lnTo>
                <a:lnTo>
                  <a:pt x="804" y="643"/>
                </a:lnTo>
                <a:lnTo>
                  <a:pt x="803" y="643"/>
                </a:lnTo>
                <a:lnTo>
                  <a:pt x="803" y="642"/>
                </a:lnTo>
                <a:lnTo>
                  <a:pt x="804" y="642"/>
                </a:lnTo>
                <a:lnTo>
                  <a:pt x="804" y="641"/>
                </a:lnTo>
                <a:lnTo>
                  <a:pt x="803" y="641"/>
                </a:lnTo>
                <a:lnTo>
                  <a:pt x="803" y="640"/>
                </a:lnTo>
                <a:lnTo>
                  <a:pt x="803" y="641"/>
                </a:lnTo>
                <a:lnTo>
                  <a:pt x="803" y="640"/>
                </a:lnTo>
                <a:lnTo>
                  <a:pt x="802" y="640"/>
                </a:lnTo>
                <a:lnTo>
                  <a:pt x="802" y="639"/>
                </a:lnTo>
                <a:lnTo>
                  <a:pt x="802" y="638"/>
                </a:lnTo>
                <a:lnTo>
                  <a:pt x="801" y="638"/>
                </a:lnTo>
                <a:lnTo>
                  <a:pt x="801" y="637"/>
                </a:lnTo>
                <a:lnTo>
                  <a:pt x="801" y="636"/>
                </a:lnTo>
                <a:lnTo>
                  <a:pt x="800" y="636"/>
                </a:lnTo>
                <a:lnTo>
                  <a:pt x="799" y="636"/>
                </a:lnTo>
                <a:lnTo>
                  <a:pt x="798" y="636"/>
                </a:lnTo>
                <a:lnTo>
                  <a:pt x="797" y="636"/>
                </a:lnTo>
                <a:lnTo>
                  <a:pt x="797" y="635"/>
                </a:lnTo>
                <a:lnTo>
                  <a:pt x="797" y="634"/>
                </a:lnTo>
                <a:lnTo>
                  <a:pt x="797" y="633"/>
                </a:lnTo>
                <a:lnTo>
                  <a:pt x="796" y="633"/>
                </a:lnTo>
                <a:lnTo>
                  <a:pt x="796" y="632"/>
                </a:lnTo>
                <a:lnTo>
                  <a:pt x="795" y="632"/>
                </a:lnTo>
                <a:lnTo>
                  <a:pt x="794" y="632"/>
                </a:lnTo>
                <a:lnTo>
                  <a:pt x="794" y="631"/>
                </a:lnTo>
                <a:lnTo>
                  <a:pt x="793" y="631"/>
                </a:lnTo>
                <a:lnTo>
                  <a:pt x="792" y="630"/>
                </a:lnTo>
                <a:lnTo>
                  <a:pt x="791" y="630"/>
                </a:lnTo>
                <a:lnTo>
                  <a:pt x="791" y="629"/>
                </a:lnTo>
                <a:lnTo>
                  <a:pt x="790" y="629"/>
                </a:lnTo>
                <a:lnTo>
                  <a:pt x="790" y="628"/>
                </a:lnTo>
                <a:lnTo>
                  <a:pt x="789" y="628"/>
                </a:lnTo>
                <a:lnTo>
                  <a:pt x="788" y="628"/>
                </a:lnTo>
                <a:lnTo>
                  <a:pt x="788" y="627"/>
                </a:lnTo>
                <a:lnTo>
                  <a:pt x="787" y="627"/>
                </a:lnTo>
                <a:lnTo>
                  <a:pt x="786" y="627"/>
                </a:lnTo>
                <a:lnTo>
                  <a:pt x="786" y="626"/>
                </a:lnTo>
                <a:lnTo>
                  <a:pt x="786" y="625"/>
                </a:lnTo>
                <a:lnTo>
                  <a:pt x="785" y="626"/>
                </a:lnTo>
                <a:lnTo>
                  <a:pt x="785" y="625"/>
                </a:lnTo>
                <a:lnTo>
                  <a:pt x="784" y="625"/>
                </a:lnTo>
                <a:lnTo>
                  <a:pt x="784" y="624"/>
                </a:lnTo>
                <a:lnTo>
                  <a:pt x="784" y="623"/>
                </a:lnTo>
                <a:lnTo>
                  <a:pt x="783" y="623"/>
                </a:lnTo>
                <a:lnTo>
                  <a:pt x="782" y="623"/>
                </a:lnTo>
                <a:lnTo>
                  <a:pt x="781" y="623"/>
                </a:lnTo>
                <a:lnTo>
                  <a:pt x="781" y="621"/>
                </a:lnTo>
                <a:lnTo>
                  <a:pt x="780" y="621"/>
                </a:lnTo>
                <a:lnTo>
                  <a:pt x="780" y="620"/>
                </a:lnTo>
                <a:lnTo>
                  <a:pt x="779" y="620"/>
                </a:lnTo>
                <a:lnTo>
                  <a:pt x="779" y="619"/>
                </a:lnTo>
                <a:lnTo>
                  <a:pt x="779" y="618"/>
                </a:lnTo>
                <a:lnTo>
                  <a:pt x="778" y="618"/>
                </a:lnTo>
                <a:lnTo>
                  <a:pt x="779" y="618"/>
                </a:lnTo>
                <a:lnTo>
                  <a:pt x="778" y="617"/>
                </a:lnTo>
                <a:lnTo>
                  <a:pt x="777" y="617"/>
                </a:lnTo>
                <a:lnTo>
                  <a:pt x="778" y="617"/>
                </a:lnTo>
                <a:lnTo>
                  <a:pt x="778" y="616"/>
                </a:lnTo>
                <a:lnTo>
                  <a:pt x="777" y="616"/>
                </a:lnTo>
                <a:lnTo>
                  <a:pt x="776" y="615"/>
                </a:lnTo>
                <a:lnTo>
                  <a:pt x="775" y="615"/>
                </a:lnTo>
                <a:lnTo>
                  <a:pt x="775" y="614"/>
                </a:lnTo>
                <a:lnTo>
                  <a:pt x="774" y="614"/>
                </a:lnTo>
                <a:lnTo>
                  <a:pt x="774" y="613"/>
                </a:lnTo>
                <a:lnTo>
                  <a:pt x="773" y="613"/>
                </a:lnTo>
                <a:lnTo>
                  <a:pt x="772" y="613"/>
                </a:lnTo>
                <a:lnTo>
                  <a:pt x="772" y="612"/>
                </a:lnTo>
                <a:lnTo>
                  <a:pt x="772" y="611"/>
                </a:lnTo>
                <a:lnTo>
                  <a:pt x="771" y="611"/>
                </a:lnTo>
                <a:lnTo>
                  <a:pt x="771" y="610"/>
                </a:lnTo>
                <a:lnTo>
                  <a:pt x="770" y="610"/>
                </a:lnTo>
                <a:lnTo>
                  <a:pt x="770" y="609"/>
                </a:lnTo>
                <a:lnTo>
                  <a:pt x="769" y="608"/>
                </a:lnTo>
                <a:lnTo>
                  <a:pt x="770" y="608"/>
                </a:lnTo>
                <a:lnTo>
                  <a:pt x="770" y="607"/>
                </a:lnTo>
                <a:lnTo>
                  <a:pt x="771" y="607"/>
                </a:lnTo>
                <a:lnTo>
                  <a:pt x="771" y="606"/>
                </a:lnTo>
                <a:lnTo>
                  <a:pt x="771" y="605"/>
                </a:lnTo>
                <a:lnTo>
                  <a:pt x="771" y="604"/>
                </a:lnTo>
                <a:lnTo>
                  <a:pt x="772" y="604"/>
                </a:lnTo>
                <a:lnTo>
                  <a:pt x="773" y="604"/>
                </a:lnTo>
                <a:lnTo>
                  <a:pt x="773" y="603"/>
                </a:lnTo>
                <a:lnTo>
                  <a:pt x="774" y="603"/>
                </a:lnTo>
                <a:lnTo>
                  <a:pt x="774" y="602"/>
                </a:lnTo>
                <a:lnTo>
                  <a:pt x="774" y="601"/>
                </a:lnTo>
                <a:lnTo>
                  <a:pt x="773" y="601"/>
                </a:lnTo>
                <a:lnTo>
                  <a:pt x="772" y="601"/>
                </a:lnTo>
                <a:lnTo>
                  <a:pt x="771" y="601"/>
                </a:lnTo>
                <a:lnTo>
                  <a:pt x="770" y="601"/>
                </a:lnTo>
                <a:lnTo>
                  <a:pt x="769" y="601"/>
                </a:lnTo>
                <a:lnTo>
                  <a:pt x="769" y="600"/>
                </a:lnTo>
                <a:lnTo>
                  <a:pt x="769" y="599"/>
                </a:lnTo>
                <a:lnTo>
                  <a:pt x="768" y="599"/>
                </a:lnTo>
                <a:lnTo>
                  <a:pt x="768" y="598"/>
                </a:lnTo>
                <a:lnTo>
                  <a:pt x="767" y="598"/>
                </a:lnTo>
                <a:lnTo>
                  <a:pt x="767" y="597"/>
                </a:lnTo>
                <a:lnTo>
                  <a:pt x="766" y="597"/>
                </a:lnTo>
                <a:lnTo>
                  <a:pt x="765" y="597"/>
                </a:lnTo>
                <a:lnTo>
                  <a:pt x="765" y="596"/>
                </a:lnTo>
                <a:lnTo>
                  <a:pt x="764" y="596"/>
                </a:lnTo>
                <a:lnTo>
                  <a:pt x="763" y="597"/>
                </a:lnTo>
                <a:lnTo>
                  <a:pt x="762" y="597"/>
                </a:lnTo>
                <a:lnTo>
                  <a:pt x="761" y="597"/>
                </a:lnTo>
                <a:lnTo>
                  <a:pt x="761" y="596"/>
                </a:lnTo>
                <a:lnTo>
                  <a:pt x="760" y="596"/>
                </a:lnTo>
                <a:lnTo>
                  <a:pt x="759" y="596"/>
                </a:lnTo>
                <a:lnTo>
                  <a:pt x="758" y="596"/>
                </a:lnTo>
                <a:lnTo>
                  <a:pt x="758" y="595"/>
                </a:lnTo>
                <a:lnTo>
                  <a:pt x="758" y="596"/>
                </a:lnTo>
                <a:lnTo>
                  <a:pt x="758" y="595"/>
                </a:lnTo>
                <a:lnTo>
                  <a:pt x="757" y="595"/>
                </a:lnTo>
                <a:lnTo>
                  <a:pt x="756" y="594"/>
                </a:lnTo>
                <a:lnTo>
                  <a:pt x="755" y="594"/>
                </a:lnTo>
                <a:lnTo>
                  <a:pt x="755" y="593"/>
                </a:lnTo>
                <a:lnTo>
                  <a:pt x="754" y="593"/>
                </a:lnTo>
                <a:lnTo>
                  <a:pt x="753" y="592"/>
                </a:lnTo>
                <a:lnTo>
                  <a:pt x="752" y="592"/>
                </a:lnTo>
                <a:lnTo>
                  <a:pt x="752" y="591"/>
                </a:lnTo>
                <a:lnTo>
                  <a:pt x="751" y="591"/>
                </a:lnTo>
                <a:lnTo>
                  <a:pt x="751" y="590"/>
                </a:lnTo>
                <a:lnTo>
                  <a:pt x="751" y="589"/>
                </a:lnTo>
                <a:lnTo>
                  <a:pt x="750" y="588"/>
                </a:lnTo>
                <a:lnTo>
                  <a:pt x="750" y="587"/>
                </a:lnTo>
                <a:lnTo>
                  <a:pt x="750" y="586"/>
                </a:lnTo>
                <a:lnTo>
                  <a:pt x="749" y="586"/>
                </a:lnTo>
                <a:lnTo>
                  <a:pt x="749" y="585"/>
                </a:lnTo>
                <a:lnTo>
                  <a:pt x="748" y="585"/>
                </a:lnTo>
                <a:lnTo>
                  <a:pt x="747" y="585"/>
                </a:lnTo>
                <a:lnTo>
                  <a:pt x="747" y="584"/>
                </a:lnTo>
                <a:lnTo>
                  <a:pt x="746" y="584"/>
                </a:lnTo>
                <a:lnTo>
                  <a:pt x="745" y="584"/>
                </a:lnTo>
                <a:lnTo>
                  <a:pt x="744" y="584"/>
                </a:lnTo>
                <a:lnTo>
                  <a:pt x="744" y="583"/>
                </a:lnTo>
                <a:lnTo>
                  <a:pt x="743" y="583"/>
                </a:lnTo>
                <a:lnTo>
                  <a:pt x="742" y="583"/>
                </a:lnTo>
                <a:lnTo>
                  <a:pt x="742" y="582"/>
                </a:lnTo>
                <a:lnTo>
                  <a:pt x="743" y="582"/>
                </a:lnTo>
                <a:lnTo>
                  <a:pt x="743" y="581"/>
                </a:lnTo>
                <a:lnTo>
                  <a:pt x="742" y="581"/>
                </a:lnTo>
                <a:lnTo>
                  <a:pt x="742" y="580"/>
                </a:lnTo>
                <a:lnTo>
                  <a:pt x="742" y="579"/>
                </a:lnTo>
                <a:lnTo>
                  <a:pt x="741" y="579"/>
                </a:lnTo>
                <a:lnTo>
                  <a:pt x="740" y="579"/>
                </a:lnTo>
                <a:lnTo>
                  <a:pt x="739" y="579"/>
                </a:lnTo>
                <a:lnTo>
                  <a:pt x="739" y="578"/>
                </a:lnTo>
                <a:lnTo>
                  <a:pt x="739" y="579"/>
                </a:lnTo>
                <a:lnTo>
                  <a:pt x="738" y="579"/>
                </a:lnTo>
                <a:lnTo>
                  <a:pt x="738" y="578"/>
                </a:lnTo>
                <a:lnTo>
                  <a:pt x="738" y="579"/>
                </a:lnTo>
                <a:lnTo>
                  <a:pt x="737" y="579"/>
                </a:lnTo>
                <a:lnTo>
                  <a:pt x="736" y="579"/>
                </a:lnTo>
                <a:lnTo>
                  <a:pt x="736" y="578"/>
                </a:lnTo>
                <a:lnTo>
                  <a:pt x="735" y="578"/>
                </a:lnTo>
                <a:lnTo>
                  <a:pt x="734" y="579"/>
                </a:lnTo>
                <a:lnTo>
                  <a:pt x="734" y="580"/>
                </a:lnTo>
                <a:lnTo>
                  <a:pt x="733" y="581"/>
                </a:lnTo>
                <a:lnTo>
                  <a:pt x="733" y="582"/>
                </a:lnTo>
                <a:lnTo>
                  <a:pt x="732" y="582"/>
                </a:lnTo>
                <a:lnTo>
                  <a:pt x="732" y="583"/>
                </a:lnTo>
                <a:lnTo>
                  <a:pt x="731" y="583"/>
                </a:lnTo>
                <a:lnTo>
                  <a:pt x="731" y="584"/>
                </a:lnTo>
                <a:lnTo>
                  <a:pt x="730" y="584"/>
                </a:lnTo>
                <a:lnTo>
                  <a:pt x="730" y="585"/>
                </a:lnTo>
                <a:lnTo>
                  <a:pt x="729" y="585"/>
                </a:lnTo>
                <a:lnTo>
                  <a:pt x="729" y="586"/>
                </a:lnTo>
                <a:lnTo>
                  <a:pt x="728" y="586"/>
                </a:lnTo>
                <a:lnTo>
                  <a:pt x="728" y="587"/>
                </a:lnTo>
                <a:lnTo>
                  <a:pt x="728" y="588"/>
                </a:lnTo>
                <a:lnTo>
                  <a:pt x="727" y="588"/>
                </a:lnTo>
                <a:lnTo>
                  <a:pt x="726" y="589"/>
                </a:lnTo>
                <a:lnTo>
                  <a:pt x="726" y="590"/>
                </a:lnTo>
                <a:lnTo>
                  <a:pt x="725" y="590"/>
                </a:lnTo>
                <a:lnTo>
                  <a:pt x="724" y="591"/>
                </a:lnTo>
                <a:lnTo>
                  <a:pt x="724" y="592"/>
                </a:lnTo>
                <a:lnTo>
                  <a:pt x="723" y="592"/>
                </a:lnTo>
                <a:lnTo>
                  <a:pt x="722" y="592"/>
                </a:lnTo>
                <a:lnTo>
                  <a:pt x="722" y="593"/>
                </a:lnTo>
                <a:lnTo>
                  <a:pt x="721" y="593"/>
                </a:lnTo>
                <a:lnTo>
                  <a:pt x="720" y="593"/>
                </a:lnTo>
                <a:lnTo>
                  <a:pt x="719" y="593"/>
                </a:lnTo>
                <a:lnTo>
                  <a:pt x="719" y="594"/>
                </a:lnTo>
                <a:lnTo>
                  <a:pt x="718" y="594"/>
                </a:lnTo>
                <a:lnTo>
                  <a:pt x="718" y="595"/>
                </a:lnTo>
                <a:lnTo>
                  <a:pt x="718" y="596"/>
                </a:lnTo>
                <a:lnTo>
                  <a:pt x="719" y="596"/>
                </a:lnTo>
                <a:lnTo>
                  <a:pt x="719" y="597"/>
                </a:lnTo>
                <a:lnTo>
                  <a:pt x="719" y="598"/>
                </a:lnTo>
                <a:lnTo>
                  <a:pt x="718" y="598"/>
                </a:lnTo>
                <a:lnTo>
                  <a:pt x="718" y="599"/>
                </a:lnTo>
                <a:lnTo>
                  <a:pt x="716" y="599"/>
                </a:lnTo>
                <a:lnTo>
                  <a:pt x="715" y="599"/>
                </a:lnTo>
                <a:lnTo>
                  <a:pt x="715" y="600"/>
                </a:lnTo>
                <a:lnTo>
                  <a:pt x="715" y="601"/>
                </a:lnTo>
                <a:lnTo>
                  <a:pt x="714" y="601"/>
                </a:lnTo>
                <a:lnTo>
                  <a:pt x="713" y="601"/>
                </a:lnTo>
                <a:lnTo>
                  <a:pt x="713" y="600"/>
                </a:lnTo>
                <a:lnTo>
                  <a:pt x="712" y="600"/>
                </a:lnTo>
                <a:lnTo>
                  <a:pt x="712" y="599"/>
                </a:lnTo>
                <a:lnTo>
                  <a:pt x="711" y="599"/>
                </a:lnTo>
                <a:lnTo>
                  <a:pt x="711" y="598"/>
                </a:lnTo>
                <a:lnTo>
                  <a:pt x="710" y="598"/>
                </a:lnTo>
                <a:lnTo>
                  <a:pt x="709" y="598"/>
                </a:lnTo>
                <a:lnTo>
                  <a:pt x="708" y="598"/>
                </a:lnTo>
                <a:lnTo>
                  <a:pt x="708" y="597"/>
                </a:lnTo>
                <a:lnTo>
                  <a:pt x="707" y="597"/>
                </a:lnTo>
                <a:lnTo>
                  <a:pt x="706" y="597"/>
                </a:lnTo>
                <a:lnTo>
                  <a:pt x="705" y="597"/>
                </a:lnTo>
                <a:lnTo>
                  <a:pt x="704" y="597"/>
                </a:lnTo>
                <a:lnTo>
                  <a:pt x="704" y="598"/>
                </a:lnTo>
                <a:lnTo>
                  <a:pt x="703" y="598"/>
                </a:lnTo>
                <a:lnTo>
                  <a:pt x="702" y="597"/>
                </a:lnTo>
                <a:lnTo>
                  <a:pt x="701" y="597"/>
                </a:lnTo>
                <a:lnTo>
                  <a:pt x="701" y="596"/>
                </a:lnTo>
                <a:lnTo>
                  <a:pt x="700" y="596"/>
                </a:lnTo>
                <a:lnTo>
                  <a:pt x="700" y="595"/>
                </a:lnTo>
                <a:lnTo>
                  <a:pt x="699" y="595"/>
                </a:lnTo>
                <a:lnTo>
                  <a:pt x="698" y="595"/>
                </a:lnTo>
                <a:lnTo>
                  <a:pt x="698" y="594"/>
                </a:lnTo>
                <a:lnTo>
                  <a:pt x="697" y="594"/>
                </a:lnTo>
                <a:lnTo>
                  <a:pt x="697" y="593"/>
                </a:lnTo>
                <a:lnTo>
                  <a:pt x="697" y="592"/>
                </a:lnTo>
                <a:lnTo>
                  <a:pt x="697" y="591"/>
                </a:lnTo>
                <a:lnTo>
                  <a:pt x="698" y="591"/>
                </a:lnTo>
                <a:lnTo>
                  <a:pt x="698" y="590"/>
                </a:lnTo>
                <a:lnTo>
                  <a:pt x="697" y="590"/>
                </a:lnTo>
                <a:lnTo>
                  <a:pt x="697" y="589"/>
                </a:lnTo>
                <a:lnTo>
                  <a:pt x="697" y="590"/>
                </a:lnTo>
                <a:lnTo>
                  <a:pt x="696" y="590"/>
                </a:lnTo>
                <a:lnTo>
                  <a:pt x="696" y="589"/>
                </a:lnTo>
                <a:lnTo>
                  <a:pt x="696" y="590"/>
                </a:lnTo>
                <a:lnTo>
                  <a:pt x="695" y="590"/>
                </a:lnTo>
                <a:lnTo>
                  <a:pt x="694" y="590"/>
                </a:lnTo>
                <a:lnTo>
                  <a:pt x="694" y="589"/>
                </a:lnTo>
                <a:lnTo>
                  <a:pt x="694" y="588"/>
                </a:lnTo>
                <a:lnTo>
                  <a:pt x="694" y="587"/>
                </a:lnTo>
                <a:lnTo>
                  <a:pt x="694" y="586"/>
                </a:lnTo>
                <a:lnTo>
                  <a:pt x="694" y="585"/>
                </a:lnTo>
                <a:lnTo>
                  <a:pt x="693" y="585"/>
                </a:lnTo>
                <a:lnTo>
                  <a:pt x="692" y="585"/>
                </a:lnTo>
                <a:lnTo>
                  <a:pt x="692" y="584"/>
                </a:lnTo>
                <a:lnTo>
                  <a:pt x="691" y="584"/>
                </a:lnTo>
                <a:lnTo>
                  <a:pt x="690" y="584"/>
                </a:lnTo>
                <a:lnTo>
                  <a:pt x="689" y="584"/>
                </a:lnTo>
                <a:lnTo>
                  <a:pt x="688" y="584"/>
                </a:lnTo>
                <a:lnTo>
                  <a:pt x="688" y="583"/>
                </a:lnTo>
                <a:lnTo>
                  <a:pt x="687" y="583"/>
                </a:lnTo>
                <a:lnTo>
                  <a:pt x="686" y="583"/>
                </a:lnTo>
                <a:lnTo>
                  <a:pt x="684" y="583"/>
                </a:lnTo>
                <a:lnTo>
                  <a:pt x="683" y="583"/>
                </a:lnTo>
                <a:lnTo>
                  <a:pt x="682" y="583"/>
                </a:lnTo>
                <a:lnTo>
                  <a:pt x="682" y="582"/>
                </a:lnTo>
                <a:lnTo>
                  <a:pt x="681" y="583"/>
                </a:lnTo>
                <a:lnTo>
                  <a:pt x="681" y="584"/>
                </a:lnTo>
                <a:lnTo>
                  <a:pt x="680" y="585"/>
                </a:lnTo>
                <a:lnTo>
                  <a:pt x="680" y="586"/>
                </a:lnTo>
                <a:lnTo>
                  <a:pt x="680" y="587"/>
                </a:lnTo>
                <a:lnTo>
                  <a:pt x="680" y="588"/>
                </a:lnTo>
                <a:lnTo>
                  <a:pt x="680" y="589"/>
                </a:lnTo>
                <a:lnTo>
                  <a:pt x="679" y="591"/>
                </a:lnTo>
                <a:lnTo>
                  <a:pt x="679" y="592"/>
                </a:lnTo>
                <a:lnTo>
                  <a:pt x="678" y="594"/>
                </a:lnTo>
                <a:lnTo>
                  <a:pt x="677" y="595"/>
                </a:lnTo>
                <a:lnTo>
                  <a:pt x="677" y="596"/>
                </a:lnTo>
                <a:lnTo>
                  <a:pt x="676" y="597"/>
                </a:lnTo>
                <a:lnTo>
                  <a:pt x="675" y="597"/>
                </a:lnTo>
                <a:lnTo>
                  <a:pt x="675" y="598"/>
                </a:lnTo>
                <a:lnTo>
                  <a:pt x="675" y="599"/>
                </a:lnTo>
                <a:lnTo>
                  <a:pt x="674" y="599"/>
                </a:lnTo>
                <a:lnTo>
                  <a:pt x="674" y="600"/>
                </a:lnTo>
                <a:lnTo>
                  <a:pt x="674" y="601"/>
                </a:lnTo>
                <a:lnTo>
                  <a:pt x="675" y="601"/>
                </a:lnTo>
                <a:lnTo>
                  <a:pt x="675" y="602"/>
                </a:lnTo>
                <a:lnTo>
                  <a:pt x="676" y="602"/>
                </a:lnTo>
                <a:lnTo>
                  <a:pt x="676" y="603"/>
                </a:lnTo>
                <a:lnTo>
                  <a:pt x="676" y="604"/>
                </a:lnTo>
                <a:lnTo>
                  <a:pt x="675" y="604"/>
                </a:lnTo>
                <a:lnTo>
                  <a:pt x="675" y="605"/>
                </a:lnTo>
                <a:lnTo>
                  <a:pt x="675" y="606"/>
                </a:lnTo>
                <a:lnTo>
                  <a:pt x="674" y="606"/>
                </a:lnTo>
                <a:lnTo>
                  <a:pt x="674" y="607"/>
                </a:lnTo>
                <a:lnTo>
                  <a:pt x="673" y="607"/>
                </a:lnTo>
                <a:lnTo>
                  <a:pt x="672" y="607"/>
                </a:lnTo>
                <a:lnTo>
                  <a:pt x="672" y="608"/>
                </a:lnTo>
                <a:lnTo>
                  <a:pt x="671" y="608"/>
                </a:lnTo>
                <a:lnTo>
                  <a:pt x="670" y="608"/>
                </a:lnTo>
                <a:lnTo>
                  <a:pt x="670" y="609"/>
                </a:lnTo>
                <a:lnTo>
                  <a:pt x="669" y="609"/>
                </a:lnTo>
                <a:lnTo>
                  <a:pt x="669" y="610"/>
                </a:lnTo>
                <a:lnTo>
                  <a:pt x="668" y="610"/>
                </a:lnTo>
                <a:lnTo>
                  <a:pt x="668" y="611"/>
                </a:lnTo>
                <a:lnTo>
                  <a:pt x="667" y="611"/>
                </a:lnTo>
                <a:lnTo>
                  <a:pt x="666" y="611"/>
                </a:lnTo>
                <a:lnTo>
                  <a:pt x="666" y="612"/>
                </a:lnTo>
                <a:lnTo>
                  <a:pt x="665" y="612"/>
                </a:lnTo>
                <a:lnTo>
                  <a:pt x="664" y="613"/>
                </a:lnTo>
                <a:lnTo>
                  <a:pt x="664" y="614"/>
                </a:lnTo>
                <a:lnTo>
                  <a:pt x="663" y="614"/>
                </a:lnTo>
                <a:lnTo>
                  <a:pt x="663" y="615"/>
                </a:lnTo>
                <a:lnTo>
                  <a:pt x="662" y="615"/>
                </a:lnTo>
                <a:lnTo>
                  <a:pt x="661" y="615"/>
                </a:lnTo>
                <a:lnTo>
                  <a:pt x="661" y="616"/>
                </a:lnTo>
                <a:lnTo>
                  <a:pt x="660" y="616"/>
                </a:lnTo>
                <a:lnTo>
                  <a:pt x="659" y="616"/>
                </a:lnTo>
                <a:lnTo>
                  <a:pt x="659" y="617"/>
                </a:lnTo>
                <a:lnTo>
                  <a:pt x="659" y="618"/>
                </a:lnTo>
                <a:lnTo>
                  <a:pt x="658" y="618"/>
                </a:lnTo>
                <a:lnTo>
                  <a:pt x="657" y="618"/>
                </a:lnTo>
                <a:lnTo>
                  <a:pt x="657" y="619"/>
                </a:lnTo>
                <a:lnTo>
                  <a:pt x="656" y="619"/>
                </a:lnTo>
                <a:lnTo>
                  <a:pt x="656" y="620"/>
                </a:lnTo>
                <a:lnTo>
                  <a:pt x="656" y="619"/>
                </a:lnTo>
                <a:lnTo>
                  <a:pt x="655" y="619"/>
                </a:lnTo>
                <a:lnTo>
                  <a:pt x="655" y="618"/>
                </a:lnTo>
                <a:lnTo>
                  <a:pt x="655" y="617"/>
                </a:lnTo>
                <a:lnTo>
                  <a:pt x="654" y="617"/>
                </a:lnTo>
                <a:lnTo>
                  <a:pt x="654" y="616"/>
                </a:lnTo>
                <a:lnTo>
                  <a:pt x="654" y="615"/>
                </a:lnTo>
                <a:lnTo>
                  <a:pt x="653" y="615"/>
                </a:lnTo>
                <a:lnTo>
                  <a:pt x="653" y="614"/>
                </a:lnTo>
                <a:lnTo>
                  <a:pt x="652" y="614"/>
                </a:lnTo>
                <a:lnTo>
                  <a:pt x="651" y="614"/>
                </a:lnTo>
                <a:lnTo>
                  <a:pt x="651" y="613"/>
                </a:lnTo>
                <a:lnTo>
                  <a:pt x="650" y="613"/>
                </a:lnTo>
                <a:lnTo>
                  <a:pt x="650" y="612"/>
                </a:lnTo>
                <a:lnTo>
                  <a:pt x="649" y="612"/>
                </a:lnTo>
                <a:lnTo>
                  <a:pt x="649" y="611"/>
                </a:lnTo>
                <a:lnTo>
                  <a:pt x="649" y="610"/>
                </a:lnTo>
                <a:lnTo>
                  <a:pt x="649" y="609"/>
                </a:lnTo>
                <a:lnTo>
                  <a:pt x="648" y="609"/>
                </a:lnTo>
                <a:lnTo>
                  <a:pt x="648" y="608"/>
                </a:lnTo>
                <a:lnTo>
                  <a:pt x="647" y="608"/>
                </a:lnTo>
                <a:lnTo>
                  <a:pt x="647" y="607"/>
                </a:lnTo>
                <a:lnTo>
                  <a:pt x="646" y="607"/>
                </a:lnTo>
                <a:lnTo>
                  <a:pt x="645" y="607"/>
                </a:lnTo>
                <a:lnTo>
                  <a:pt x="644" y="607"/>
                </a:lnTo>
                <a:lnTo>
                  <a:pt x="643" y="607"/>
                </a:lnTo>
                <a:lnTo>
                  <a:pt x="642" y="607"/>
                </a:lnTo>
                <a:lnTo>
                  <a:pt x="642" y="606"/>
                </a:lnTo>
                <a:lnTo>
                  <a:pt x="641" y="606"/>
                </a:lnTo>
                <a:lnTo>
                  <a:pt x="641" y="605"/>
                </a:lnTo>
                <a:lnTo>
                  <a:pt x="640" y="605"/>
                </a:lnTo>
                <a:lnTo>
                  <a:pt x="639" y="604"/>
                </a:lnTo>
                <a:lnTo>
                  <a:pt x="639" y="603"/>
                </a:lnTo>
                <a:lnTo>
                  <a:pt x="638" y="603"/>
                </a:lnTo>
                <a:lnTo>
                  <a:pt x="637" y="603"/>
                </a:lnTo>
                <a:lnTo>
                  <a:pt x="637" y="604"/>
                </a:lnTo>
                <a:lnTo>
                  <a:pt x="636" y="604"/>
                </a:lnTo>
                <a:lnTo>
                  <a:pt x="636" y="603"/>
                </a:lnTo>
                <a:lnTo>
                  <a:pt x="635" y="603"/>
                </a:lnTo>
                <a:lnTo>
                  <a:pt x="635" y="602"/>
                </a:lnTo>
                <a:lnTo>
                  <a:pt x="635" y="603"/>
                </a:lnTo>
                <a:lnTo>
                  <a:pt x="635" y="602"/>
                </a:lnTo>
                <a:lnTo>
                  <a:pt x="634" y="602"/>
                </a:lnTo>
                <a:lnTo>
                  <a:pt x="634" y="601"/>
                </a:lnTo>
                <a:lnTo>
                  <a:pt x="633" y="601"/>
                </a:lnTo>
                <a:lnTo>
                  <a:pt x="633" y="600"/>
                </a:lnTo>
                <a:lnTo>
                  <a:pt x="632" y="600"/>
                </a:lnTo>
                <a:lnTo>
                  <a:pt x="631" y="600"/>
                </a:lnTo>
                <a:lnTo>
                  <a:pt x="631" y="599"/>
                </a:lnTo>
                <a:lnTo>
                  <a:pt x="630" y="599"/>
                </a:lnTo>
                <a:lnTo>
                  <a:pt x="630" y="598"/>
                </a:lnTo>
                <a:lnTo>
                  <a:pt x="630" y="597"/>
                </a:lnTo>
                <a:lnTo>
                  <a:pt x="629" y="597"/>
                </a:lnTo>
                <a:lnTo>
                  <a:pt x="628" y="597"/>
                </a:lnTo>
                <a:lnTo>
                  <a:pt x="628" y="596"/>
                </a:lnTo>
                <a:lnTo>
                  <a:pt x="627" y="596"/>
                </a:lnTo>
                <a:lnTo>
                  <a:pt x="627" y="595"/>
                </a:lnTo>
                <a:lnTo>
                  <a:pt x="626" y="595"/>
                </a:lnTo>
                <a:lnTo>
                  <a:pt x="626" y="594"/>
                </a:lnTo>
                <a:lnTo>
                  <a:pt x="625" y="594"/>
                </a:lnTo>
                <a:lnTo>
                  <a:pt x="624" y="594"/>
                </a:lnTo>
                <a:lnTo>
                  <a:pt x="623" y="594"/>
                </a:lnTo>
                <a:lnTo>
                  <a:pt x="623" y="593"/>
                </a:lnTo>
                <a:lnTo>
                  <a:pt x="622" y="593"/>
                </a:lnTo>
                <a:lnTo>
                  <a:pt x="622" y="594"/>
                </a:lnTo>
                <a:lnTo>
                  <a:pt x="622" y="593"/>
                </a:lnTo>
                <a:lnTo>
                  <a:pt x="621" y="593"/>
                </a:lnTo>
                <a:lnTo>
                  <a:pt x="620" y="593"/>
                </a:lnTo>
                <a:lnTo>
                  <a:pt x="619" y="593"/>
                </a:lnTo>
                <a:lnTo>
                  <a:pt x="619" y="592"/>
                </a:lnTo>
                <a:lnTo>
                  <a:pt x="618" y="592"/>
                </a:lnTo>
                <a:lnTo>
                  <a:pt x="618" y="591"/>
                </a:lnTo>
                <a:lnTo>
                  <a:pt x="618" y="590"/>
                </a:lnTo>
                <a:lnTo>
                  <a:pt x="617" y="590"/>
                </a:lnTo>
                <a:lnTo>
                  <a:pt x="616" y="590"/>
                </a:lnTo>
                <a:lnTo>
                  <a:pt x="617" y="590"/>
                </a:lnTo>
                <a:lnTo>
                  <a:pt x="616" y="590"/>
                </a:lnTo>
                <a:lnTo>
                  <a:pt x="616" y="589"/>
                </a:lnTo>
                <a:lnTo>
                  <a:pt x="615" y="589"/>
                </a:lnTo>
                <a:lnTo>
                  <a:pt x="614" y="589"/>
                </a:lnTo>
                <a:lnTo>
                  <a:pt x="614" y="588"/>
                </a:lnTo>
                <a:lnTo>
                  <a:pt x="613" y="588"/>
                </a:lnTo>
                <a:lnTo>
                  <a:pt x="612" y="588"/>
                </a:lnTo>
                <a:lnTo>
                  <a:pt x="611" y="588"/>
                </a:lnTo>
                <a:lnTo>
                  <a:pt x="611" y="587"/>
                </a:lnTo>
                <a:lnTo>
                  <a:pt x="611" y="586"/>
                </a:lnTo>
                <a:lnTo>
                  <a:pt x="610" y="586"/>
                </a:lnTo>
                <a:lnTo>
                  <a:pt x="611" y="585"/>
                </a:lnTo>
                <a:lnTo>
                  <a:pt x="611" y="583"/>
                </a:lnTo>
                <a:lnTo>
                  <a:pt x="611" y="582"/>
                </a:lnTo>
                <a:lnTo>
                  <a:pt x="610" y="582"/>
                </a:lnTo>
                <a:lnTo>
                  <a:pt x="610" y="581"/>
                </a:lnTo>
                <a:lnTo>
                  <a:pt x="609" y="581"/>
                </a:lnTo>
                <a:lnTo>
                  <a:pt x="608" y="581"/>
                </a:lnTo>
                <a:lnTo>
                  <a:pt x="608" y="580"/>
                </a:lnTo>
                <a:lnTo>
                  <a:pt x="607" y="580"/>
                </a:lnTo>
                <a:lnTo>
                  <a:pt x="607" y="579"/>
                </a:lnTo>
                <a:lnTo>
                  <a:pt x="606" y="579"/>
                </a:lnTo>
                <a:lnTo>
                  <a:pt x="606" y="578"/>
                </a:lnTo>
                <a:lnTo>
                  <a:pt x="605" y="578"/>
                </a:lnTo>
                <a:lnTo>
                  <a:pt x="604" y="578"/>
                </a:lnTo>
                <a:lnTo>
                  <a:pt x="604" y="577"/>
                </a:lnTo>
                <a:lnTo>
                  <a:pt x="603" y="577"/>
                </a:lnTo>
                <a:lnTo>
                  <a:pt x="602" y="577"/>
                </a:lnTo>
                <a:lnTo>
                  <a:pt x="602" y="576"/>
                </a:lnTo>
                <a:lnTo>
                  <a:pt x="601" y="576"/>
                </a:lnTo>
                <a:lnTo>
                  <a:pt x="601" y="575"/>
                </a:lnTo>
                <a:lnTo>
                  <a:pt x="600" y="575"/>
                </a:lnTo>
                <a:lnTo>
                  <a:pt x="599" y="575"/>
                </a:lnTo>
                <a:lnTo>
                  <a:pt x="599" y="574"/>
                </a:lnTo>
                <a:lnTo>
                  <a:pt x="598" y="574"/>
                </a:lnTo>
                <a:lnTo>
                  <a:pt x="597" y="574"/>
                </a:lnTo>
                <a:lnTo>
                  <a:pt x="597" y="573"/>
                </a:lnTo>
                <a:lnTo>
                  <a:pt x="597" y="572"/>
                </a:lnTo>
                <a:lnTo>
                  <a:pt x="596" y="572"/>
                </a:lnTo>
                <a:lnTo>
                  <a:pt x="596" y="571"/>
                </a:lnTo>
                <a:lnTo>
                  <a:pt x="595" y="571"/>
                </a:lnTo>
                <a:lnTo>
                  <a:pt x="594" y="571"/>
                </a:lnTo>
                <a:lnTo>
                  <a:pt x="593" y="571"/>
                </a:lnTo>
                <a:lnTo>
                  <a:pt x="593" y="570"/>
                </a:lnTo>
                <a:lnTo>
                  <a:pt x="592" y="570"/>
                </a:lnTo>
                <a:lnTo>
                  <a:pt x="591" y="570"/>
                </a:lnTo>
                <a:lnTo>
                  <a:pt x="590" y="570"/>
                </a:lnTo>
                <a:lnTo>
                  <a:pt x="590" y="569"/>
                </a:lnTo>
                <a:lnTo>
                  <a:pt x="589" y="569"/>
                </a:lnTo>
                <a:lnTo>
                  <a:pt x="589" y="568"/>
                </a:lnTo>
                <a:lnTo>
                  <a:pt x="590" y="568"/>
                </a:lnTo>
                <a:lnTo>
                  <a:pt x="590" y="567"/>
                </a:lnTo>
                <a:lnTo>
                  <a:pt x="589" y="567"/>
                </a:lnTo>
                <a:lnTo>
                  <a:pt x="588" y="567"/>
                </a:lnTo>
                <a:lnTo>
                  <a:pt x="588" y="566"/>
                </a:lnTo>
                <a:lnTo>
                  <a:pt x="588" y="565"/>
                </a:lnTo>
                <a:lnTo>
                  <a:pt x="588" y="564"/>
                </a:lnTo>
                <a:lnTo>
                  <a:pt x="587" y="564"/>
                </a:lnTo>
                <a:lnTo>
                  <a:pt x="587" y="563"/>
                </a:lnTo>
                <a:lnTo>
                  <a:pt x="587" y="564"/>
                </a:lnTo>
                <a:lnTo>
                  <a:pt x="586" y="564"/>
                </a:lnTo>
                <a:lnTo>
                  <a:pt x="585" y="564"/>
                </a:lnTo>
                <a:lnTo>
                  <a:pt x="585" y="563"/>
                </a:lnTo>
                <a:lnTo>
                  <a:pt x="584" y="563"/>
                </a:lnTo>
                <a:lnTo>
                  <a:pt x="584" y="562"/>
                </a:lnTo>
                <a:lnTo>
                  <a:pt x="583" y="562"/>
                </a:lnTo>
                <a:lnTo>
                  <a:pt x="582" y="562"/>
                </a:lnTo>
                <a:lnTo>
                  <a:pt x="582" y="561"/>
                </a:lnTo>
                <a:lnTo>
                  <a:pt x="582" y="560"/>
                </a:lnTo>
                <a:lnTo>
                  <a:pt x="581" y="560"/>
                </a:lnTo>
                <a:lnTo>
                  <a:pt x="581" y="559"/>
                </a:lnTo>
                <a:lnTo>
                  <a:pt x="581" y="558"/>
                </a:lnTo>
                <a:lnTo>
                  <a:pt x="580" y="558"/>
                </a:lnTo>
                <a:lnTo>
                  <a:pt x="578" y="557"/>
                </a:lnTo>
                <a:lnTo>
                  <a:pt x="577" y="558"/>
                </a:lnTo>
                <a:lnTo>
                  <a:pt x="576" y="558"/>
                </a:lnTo>
                <a:lnTo>
                  <a:pt x="575" y="557"/>
                </a:lnTo>
                <a:lnTo>
                  <a:pt x="575" y="556"/>
                </a:lnTo>
                <a:lnTo>
                  <a:pt x="575" y="555"/>
                </a:lnTo>
                <a:lnTo>
                  <a:pt x="574" y="554"/>
                </a:lnTo>
                <a:lnTo>
                  <a:pt x="573" y="554"/>
                </a:lnTo>
                <a:lnTo>
                  <a:pt x="571" y="555"/>
                </a:lnTo>
                <a:lnTo>
                  <a:pt x="570" y="555"/>
                </a:lnTo>
                <a:lnTo>
                  <a:pt x="569" y="555"/>
                </a:lnTo>
                <a:lnTo>
                  <a:pt x="567" y="555"/>
                </a:lnTo>
                <a:lnTo>
                  <a:pt x="566" y="554"/>
                </a:lnTo>
                <a:lnTo>
                  <a:pt x="565" y="553"/>
                </a:lnTo>
                <a:lnTo>
                  <a:pt x="564" y="552"/>
                </a:lnTo>
                <a:lnTo>
                  <a:pt x="563" y="552"/>
                </a:lnTo>
                <a:lnTo>
                  <a:pt x="561" y="551"/>
                </a:lnTo>
                <a:lnTo>
                  <a:pt x="560" y="550"/>
                </a:lnTo>
                <a:lnTo>
                  <a:pt x="559" y="549"/>
                </a:lnTo>
                <a:lnTo>
                  <a:pt x="557" y="549"/>
                </a:lnTo>
                <a:lnTo>
                  <a:pt x="555" y="550"/>
                </a:lnTo>
                <a:lnTo>
                  <a:pt x="554" y="550"/>
                </a:lnTo>
                <a:lnTo>
                  <a:pt x="554" y="549"/>
                </a:lnTo>
                <a:lnTo>
                  <a:pt x="553" y="549"/>
                </a:lnTo>
                <a:lnTo>
                  <a:pt x="553" y="548"/>
                </a:lnTo>
                <a:lnTo>
                  <a:pt x="552" y="548"/>
                </a:lnTo>
                <a:lnTo>
                  <a:pt x="551" y="548"/>
                </a:lnTo>
                <a:lnTo>
                  <a:pt x="550" y="548"/>
                </a:lnTo>
                <a:lnTo>
                  <a:pt x="550" y="547"/>
                </a:lnTo>
                <a:lnTo>
                  <a:pt x="550" y="548"/>
                </a:lnTo>
                <a:lnTo>
                  <a:pt x="549" y="548"/>
                </a:lnTo>
                <a:lnTo>
                  <a:pt x="548" y="548"/>
                </a:lnTo>
                <a:lnTo>
                  <a:pt x="547" y="548"/>
                </a:lnTo>
                <a:lnTo>
                  <a:pt x="546" y="548"/>
                </a:lnTo>
                <a:lnTo>
                  <a:pt x="546" y="547"/>
                </a:lnTo>
                <a:lnTo>
                  <a:pt x="545" y="547"/>
                </a:lnTo>
                <a:lnTo>
                  <a:pt x="544" y="547"/>
                </a:lnTo>
                <a:lnTo>
                  <a:pt x="543" y="547"/>
                </a:lnTo>
                <a:lnTo>
                  <a:pt x="542" y="547"/>
                </a:lnTo>
                <a:lnTo>
                  <a:pt x="542" y="548"/>
                </a:lnTo>
                <a:lnTo>
                  <a:pt x="542" y="547"/>
                </a:lnTo>
                <a:lnTo>
                  <a:pt x="542" y="548"/>
                </a:lnTo>
                <a:lnTo>
                  <a:pt x="542" y="547"/>
                </a:lnTo>
                <a:lnTo>
                  <a:pt x="541" y="547"/>
                </a:lnTo>
                <a:lnTo>
                  <a:pt x="541" y="546"/>
                </a:lnTo>
                <a:lnTo>
                  <a:pt x="540" y="546"/>
                </a:lnTo>
                <a:lnTo>
                  <a:pt x="539" y="546"/>
                </a:lnTo>
                <a:lnTo>
                  <a:pt x="539" y="545"/>
                </a:lnTo>
                <a:lnTo>
                  <a:pt x="538" y="545"/>
                </a:lnTo>
                <a:lnTo>
                  <a:pt x="537" y="545"/>
                </a:lnTo>
                <a:lnTo>
                  <a:pt x="536" y="545"/>
                </a:lnTo>
                <a:lnTo>
                  <a:pt x="535" y="546"/>
                </a:lnTo>
                <a:lnTo>
                  <a:pt x="534" y="546"/>
                </a:lnTo>
                <a:lnTo>
                  <a:pt x="533" y="546"/>
                </a:lnTo>
                <a:lnTo>
                  <a:pt x="532" y="546"/>
                </a:lnTo>
                <a:lnTo>
                  <a:pt x="531" y="546"/>
                </a:lnTo>
                <a:lnTo>
                  <a:pt x="531" y="547"/>
                </a:lnTo>
                <a:lnTo>
                  <a:pt x="530" y="547"/>
                </a:lnTo>
                <a:lnTo>
                  <a:pt x="531" y="547"/>
                </a:lnTo>
                <a:lnTo>
                  <a:pt x="531" y="548"/>
                </a:lnTo>
                <a:lnTo>
                  <a:pt x="531" y="549"/>
                </a:lnTo>
                <a:lnTo>
                  <a:pt x="531" y="550"/>
                </a:lnTo>
                <a:lnTo>
                  <a:pt x="532" y="550"/>
                </a:lnTo>
                <a:lnTo>
                  <a:pt x="533" y="550"/>
                </a:lnTo>
                <a:lnTo>
                  <a:pt x="533" y="551"/>
                </a:lnTo>
                <a:lnTo>
                  <a:pt x="534" y="552"/>
                </a:lnTo>
                <a:lnTo>
                  <a:pt x="534" y="553"/>
                </a:lnTo>
                <a:lnTo>
                  <a:pt x="534" y="554"/>
                </a:lnTo>
                <a:lnTo>
                  <a:pt x="535" y="554"/>
                </a:lnTo>
                <a:lnTo>
                  <a:pt x="535" y="555"/>
                </a:lnTo>
                <a:lnTo>
                  <a:pt x="536" y="556"/>
                </a:lnTo>
                <a:lnTo>
                  <a:pt x="535" y="556"/>
                </a:lnTo>
                <a:lnTo>
                  <a:pt x="535" y="557"/>
                </a:lnTo>
                <a:lnTo>
                  <a:pt x="534" y="557"/>
                </a:lnTo>
                <a:lnTo>
                  <a:pt x="534" y="558"/>
                </a:lnTo>
                <a:lnTo>
                  <a:pt x="533" y="558"/>
                </a:lnTo>
                <a:lnTo>
                  <a:pt x="533" y="559"/>
                </a:lnTo>
                <a:lnTo>
                  <a:pt x="532" y="559"/>
                </a:lnTo>
                <a:lnTo>
                  <a:pt x="532" y="560"/>
                </a:lnTo>
                <a:lnTo>
                  <a:pt x="531" y="560"/>
                </a:lnTo>
                <a:lnTo>
                  <a:pt x="531" y="561"/>
                </a:lnTo>
                <a:lnTo>
                  <a:pt x="530" y="561"/>
                </a:lnTo>
                <a:lnTo>
                  <a:pt x="530" y="562"/>
                </a:lnTo>
                <a:lnTo>
                  <a:pt x="531" y="563"/>
                </a:lnTo>
                <a:lnTo>
                  <a:pt x="530" y="563"/>
                </a:lnTo>
                <a:lnTo>
                  <a:pt x="530" y="564"/>
                </a:lnTo>
                <a:lnTo>
                  <a:pt x="530" y="565"/>
                </a:lnTo>
                <a:lnTo>
                  <a:pt x="529" y="565"/>
                </a:lnTo>
                <a:lnTo>
                  <a:pt x="529" y="566"/>
                </a:lnTo>
                <a:lnTo>
                  <a:pt x="529" y="567"/>
                </a:lnTo>
                <a:lnTo>
                  <a:pt x="529" y="568"/>
                </a:lnTo>
                <a:lnTo>
                  <a:pt x="528" y="568"/>
                </a:lnTo>
                <a:lnTo>
                  <a:pt x="528" y="570"/>
                </a:lnTo>
                <a:lnTo>
                  <a:pt x="528" y="571"/>
                </a:lnTo>
                <a:lnTo>
                  <a:pt x="529" y="571"/>
                </a:lnTo>
                <a:lnTo>
                  <a:pt x="529" y="572"/>
                </a:lnTo>
                <a:lnTo>
                  <a:pt x="529" y="573"/>
                </a:lnTo>
                <a:lnTo>
                  <a:pt x="529" y="574"/>
                </a:lnTo>
                <a:lnTo>
                  <a:pt x="529" y="575"/>
                </a:lnTo>
                <a:lnTo>
                  <a:pt x="527" y="576"/>
                </a:lnTo>
                <a:lnTo>
                  <a:pt x="527" y="577"/>
                </a:lnTo>
                <a:lnTo>
                  <a:pt x="526" y="577"/>
                </a:lnTo>
                <a:lnTo>
                  <a:pt x="526" y="578"/>
                </a:lnTo>
                <a:lnTo>
                  <a:pt x="526" y="579"/>
                </a:lnTo>
                <a:lnTo>
                  <a:pt x="525" y="581"/>
                </a:lnTo>
                <a:lnTo>
                  <a:pt x="524" y="581"/>
                </a:lnTo>
                <a:lnTo>
                  <a:pt x="524" y="584"/>
                </a:lnTo>
                <a:lnTo>
                  <a:pt x="525" y="585"/>
                </a:lnTo>
                <a:lnTo>
                  <a:pt x="525" y="587"/>
                </a:lnTo>
                <a:lnTo>
                  <a:pt x="524" y="588"/>
                </a:lnTo>
                <a:lnTo>
                  <a:pt x="525" y="588"/>
                </a:lnTo>
                <a:lnTo>
                  <a:pt x="525" y="589"/>
                </a:lnTo>
                <a:lnTo>
                  <a:pt x="524" y="590"/>
                </a:lnTo>
                <a:lnTo>
                  <a:pt x="524" y="591"/>
                </a:lnTo>
                <a:lnTo>
                  <a:pt x="525" y="591"/>
                </a:lnTo>
                <a:lnTo>
                  <a:pt x="525" y="592"/>
                </a:lnTo>
                <a:lnTo>
                  <a:pt x="525" y="593"/>
                </a:lnTo>
                <a:lnTo>
                  <a:pt x="526" y="594"/>
                </a:lnTo>
                <a:lnTo>
                  <a:pt x="527" y="594"/>
                </a:lnTo>
                <a:lnTo>
                  <a:pt x="528" y="594"/>
                </a:lnTo>
                <a:lnTo>
                  <a:pt x="528" y="595"/>
                </a:lnTo>
                <a:lnTo>
                  <a:pt x="528" y="594"/>
                </a:lnTo>
                <a:lnTo>
                  <a:pt x="529" y="594"/>
                </a:lnTo>
                <a:lnTo>
                  <a:pt x="529" y="595"/>
                </a:lnTo>
                <a:lnTo>
                  <a:pt x="530" y="595"/>
                </a:lnTo>
                <a:lnTo>
                  <a:pt x="530" y="596"/>
                </a:lnTo>
                <a:lnTo>
                  <a:pt x="529" y="596"/>
                </a:lnTo>
                <a:lnTo>
                  <a:pt x="529" y="597"/>
                </a:lnTo>
                <a:lnTo>
                  <a:pt x="529" y="598"/>
                </a:lnTo>
                <a:lnTo>
                  <a:pt x="529" y="599"/>
                </a:lnTo>
                <a:lnTo>
                  <a:pt x="529" y="600"/>
                </a:lnTo>
                <a:lnTo>
                  <a:pt x="529" y="601"/>
                </a:lnTo>
                <a:lnTo>
                  <a:pt x="529" y="603"/>
                </a:lnTo>
                <a:lnTo>
                  <a:pt x="529" y="604"/>
                </a:lnTo>
                <a:lnTo>
                  <a:pt x="529" y="605"/>
                </a:lnTo>
                <a:lnTo>
                  <a:pt x="529" y="607"/>
                </a:lnTo>
                <a:lnTo>
                  <a:pt x="529" y="608"/>
                </a:lnTo>
                <a:lnTo>
                  <a:pt x="528" y="608"/>
                </a:lnTo>
                <a:lnTo>
                  <a:pt x="528" y="609"/>
                </a:lnTo>
                <a:lnTo>
                  <a:pt x="528" y="610"/>
                </a:lnTo>
                <a:lnTo>
                  <a:pt x="529" y="610"/>
                </a:lnTo>
                <a:lnTo>
                  <a:pt x="529" y="611"/>
                </a:lnTo>
                <a:lnTo>
                  <a:pt x="529" y="612"/>
                </a:lnTo>
                <a:lnTo>
                  <a:pt x="529" y="613"/>
                </a:lnTo>
                <a:lnTo>
                  <a:pt x="529" y="614"/>
                </a:lnTo>
                <a:lnTo>
                  <a:pt x="530" y="614"/>
                </a:lnTo>
                <a:lnTo>
                  <a:pt x="531" y="614"/>
                </a:lnTo>
                <a:lnTo>
                  <a:pt x="532" y="615"/>
                </a:lnTo>
                <a:lnTo>
                  <a:pt x="532" y="616"/>
                </a:lnTo>
                <a:lnTo>
                  <a:pt x="532" y="617"/>
                </a:lnTo>
                <a:lnTo>
                  <a:pt x="532" y="618"/>
                </a:lnTo>
                <a:lnTo>
                  <a:pt x="531" y="619"/>
                </a:lnTo>
                <a:lnTo>
                  <a:pt x="531" y="620"/>
                </a:lnTo>
                <a:lnTo>
                  <a:pt x="530" y="620"/>
                </a:lnTo>
                <a:lnTo>
                  <a:pt x="530" y="621"/>
                </a:lnTo>
                <a:lnTo>
                  <a:pt x="530" y="622"/>
                </a:lnTo>
                <a:lnTo>
                  <a:pt x="530" y="623"/>
                </a:lnTo>
                <a:lnTo>
                  <a:pt x="530" y="624"/>
                </a:lnTo>
                <a:lnTo>
                  <a:pt x="530" y="625"/>
                </a:lnTo>
                <a:lnTo>
                  <a:pt x="531" y="625"/>
                </a:lnTo>
                <a:lnTo>
                  <a:pt x="531" y="626"/>
                </a:lnTo>
                <a:lnTo>
                  <a:pt x="532" y="626"/>
                </a:lnTo>
                <a:lnTo>
                  <a:pt x="532" y="627"/>
                </a:lnTo>
                <a:lnTo>
                  <a:pt x="533" y="627"/>
                </a:lnTo>
                <a:lnTo>
                  <a:pt x="533" y="626"/>
                </a:lnTo>
                <a:lnTo>
                  <a:pt x="534" y="626"/>
                </a:lnTo>
                <a:lnTo>
                  <a:pt x="534" y="627"/>
                </a:lnTo>
                <a:lnTo>
                  <a:pt x="534" y="628"/>
                </a:lnTo>
                <a:lnTo>
                  <a:pt x="535" y="628"/>
                </a:lnTo>
                <a:lnTo>
                  <a:pt x="534" y="628"/>
                </a:lnTo>
                <a:lnTo>
                  <a:pt x="534" y="629"/>
                </a:lnTo>
                <a:lnTo>
                  <a:pt x="534" y="630"/>
                </a:lnTo>
                <a:lnTo>
                  <a:pt x="533" y="630"/>
                </a:lnTo>
                <a:lnTo>
                  <a:pt x="533" y="631"/>
                </a:lnTo>
                <a:lnTo>
                  <a:pt x="532" y="631"/>
                </a:lnTo>
                <a:lnTo>
                  <a:pt x="532" y="632"/>
                </a:lnTo>
                <a:lnTo>
                  <a:pt x="533" y="632"/>
                </a:lnTo>
                <a:lnTo>
                  <a:pt x="534" y="632"/>
                </a:lnTo>
                <a:lnTo>
                  <a:pt x="534" y="633"/>
                </a:lnTo>
                <a:lnTo>
                  <a:pt x="534" y="634"/>
                </a:lnTo>
                <a:lnTo>
                  <a:pt x="533" y="634"/>
                </a:lnTo>
                <a:lnTo>
                  <a:pt x="534" y="634"/>
                </a:lnTo>
                <a:lnTo>
                  <a:pt x="534" y="638"/>
                </a:lnTo>
                <a:lnTo>
                  <a:pt x="534" y="640"/>
                </a:lnTo>
                <a:lnTo>
                  <a:pt x="533" y="640"/>
                </a:lnTo>
                <a:lnTo>
                  <a:pt x="533" y="641"/>
                </a:lnTo>
                <a:lnTo>
                  <a:pt x="532" y="641"/>
                </a:lnTo>
                <a:lnTo>
                  <a:pt x="531" y="641"/>
                </a:lnTo>
                <a:lnTo>
                  <a:pt x="531" y="642"/>
                </a:lnTo>
                <a:lnTo>
                  <a:pt x="530" y="642"/>
                </a:lnTo>
                <a:lnTo>
                  <a:pt x="529" y="642"/>
                </a:lnTo>
                <a:lnTo>
                  <a:pt x="529" y="643"/>
                </a:lnTo>
                <a:lnTo>
                  <a:pt x="528" y="643"/>
                </a:lnTo>
                <a:lnTo>
                  <a:pt x="527" y="643"/>
                </a:lnTo>
                <a:lnTo>
                  <a:pt x="527" y="644"/>
                </a:lnTo>
                <a:lnTo>
                  <a:pt x="527" y="643"/>
                </a:lnTo>
                <a:lnTo>
                  <a:pt x="527" y="644"/>
                </a:lnTo>
                <a:lnTo>
                  <a:pt x="526" y="644"/>
                </a:lnTo>
                <a:lnTo>
                  <a:pt x="525" y="644"/>
                </a:lnTo>
                <a:lnTo>
                  <a:pt x="524" y="644"/>
                </a:lnTo>
                <a:lnTo>
                  <a:pt x="523" y="644"/>
                </a:lnTo>
                <a:lnTo>
                  <a:pt x="522" y="645"/>
                </a:lnTo>
                <a:lnTo>
                  <a:pt x="521" y="645"/>
                </a:lnTo>
                <a:lnTo>
                  <a:pt x="520" y="644"/>
                </a:lnTo>
                <a:lnTo>
                  <a:pt x="520" y="645"/>
                </a:lnTo>
                <a:lnTo>
                  <a:pt x="519" y="645"/>
                </a:lnTo>
                <a:lnTo>
                  <a:pt x="518" y="645"/>
                </a:lnTo>
                <a:lnTo>
                  <a:pt x="518" y="644"/>
                </a:lnTo>
                <a:lnTo>
                  <a:pt x="516" y="643"/>
                </a:lnTo>
                <a:lnTo>
                  <a:pt x="516" y="642"/>
                </a:lnTo>
                <a:lnTo>
                  <a:pt x="515" y="641"/>
                </a:lnTo>
                <a:lnTo>
                  <a:pt x="513" y="641"/>
                </a:lnTo>
                <a:lnTo>
                  <a:pt x="512" y="641"/>
                </a:lnTo>
                <a:lnTo>
                  <a:pt x="511" y="640"/>
                </a:lnTo>
                <a:lnTo>
                  <a:pt x="511" y="639"/>
                </a:lnTo>
                <a:lnTo>
                  <a:pt x="510" y="638"/>
                </a:lnTo>
                <a:lnTo>
                  <a:pt x="509" y="638"/>
                </a:lnTo>
                <a:lnTo>
                  <a:pt x="508" y="638"/>
                </a:lnTo>
                <a:lnTo>
                  <a:pt x="508" y="637"/>
                </a:lnTo>
                <a:lnTo>
                  <a:pt x="507" y="637"/>
                </a:lnTo>
                <a:lnTo>
                  <a:pt x="506" y="637"/>
                </a:lnTo>
                <a:lnTo>
                  <a:pt x="506" y="636"/>
                </a:lnTo>
                <a:lnTo>
                  <a:pt x="505" y="635"/>
                </a:lnTo>
                <a:lnTo>
                  <a:pt x="504" y="635"/>
                </a:lnTo>
                <a:lnTo>
                  <a:pt x="504" y="636"/>
                </a:lnTo>
                <a:lnTo>
                  <a:pt x="504" y="637"/>
                </a:lnTo>
                <a:lnTo>
                  <a:pt x="504" y="638"/>
                </a:lnTo>
                <a:lnTo>
                  <a:pt x="505" y="639"/>
                </a:lnTo>
                <a:lnTo>
                  <a:pt x="505" y="640"/>
                </a:lnTo>
                <a:lnTo>
                  <a:pt x="505" y="641"/>
                </a:lnTo>
                <a:lnTo>
                  <a:pt x="505" y="642"/>
                </a:lnTo>
                <a:lnTo>
                  <a:pt x="506" y="642"/>
                </a:lnTo>
                <a:lnTo>
                  <a:pt x="505" y="642"/>
                </a:lnTo>
                <a:lnTo>
                  <a:pt x="505" y="643"/>
                </a:lnTo>
                <a:lnTo>
                  <a:pt x="505" y="642"/>
                </a:lnTo>
                <a:lnTo>
                  <a:pt x="504" y="641"/>
                </a:lnTo>
                <a:lnTo>
                  <a:pt x="503" y="641"/>
                </a:lnTo>
                <a:lnTo>
                  <a:pt x="502" y="642"/>
                </a:lnTo>
                <a:lnTo>
                  <a:pt x="501" y="642"/>
                </a:lnTo>
                <a:lnTo>
                  <a:pt x="501" y="641"/>
                </a:lnTo>
                <a:lnTo>
                  <a:pt x="499" y="643"/>
                </a:lnTo>
                <a:lnTo>
                  <a:pt x="499" y="644"/>
                </a:lnTo>
                <a:lnTo>
                  <a:pt x="500" y="645"/>
                </a:lnTo>
                <a:lnTo>
                  <a:pt x="501" y="646"/>
                </a:lnTo>
                <a:lnTo>
                  <a:pt x="502" y="647"/>
                </a:lnTo>
                <a:lnTo>
                  <a:pt x="502" y="648"/>
                </a:lnTo>
                <a:lnTo>
                  <a:pt x="502" y="650"/>
                </a:lnTo>
                <a:lnTo>
                  <a:pt x="501" y="651"/>
                </a:lnTo>
                <a:lnTo>
                  <a:pt x="500" y="651"/>
                </a:lnTo>
                <a:lnTo>
                  <a:pt x="499" y="651"/>
                </a:lnTo>
                <a:lnTo>
                  <a:pt x="498" y="651"/>
                </a:lnTo>
                <a:lnTo>
                  <a:pt x="497" y="651"/>
                </a:lnTo>
                <a:lnTo>
                  <a:pt x="496" y="651"/>
                </a:lnTo>
                <a:lnTo>
                  <a:pt x="494" y="650"/>
                </a:lnTo>
                <a:lnTo>
                  <a:pt x="492" y="650"/>
                </a:lnTo>
                <a:lnTo>
                  <a:pt x="491" y="650"/>
                </a:lnTo>
                <a:lnTo>
                  <a:pt x="490" y="651"/>
                </a:lnTo>
                <a:lnTo>
                  <a:pt x="488" y="651"/>
                </a:lnTo>
                <a:lnTo>
                  <a:pt x="487" y="652"/>
                </a:lnTo>
                <a:lnTo>
                  <a:pt x="486" y="652"/>
                </a:lnTo>
                <a:lnTo>
                  <a:pt x="486" y="653"/>
                </a:lnTo>
                <a:lnTo>
                  <a:pt x="489" y="656"/>
                </a:lnTo>
                <a:lnTo>
                  <a:pt x="490" y="656"/>
                </a:lnTo>
                <a:lnTo>
                  <a:pt x="491" y="657"/>
                </a:lnTo>
                <a:lnTo>
                  <a:pt x="490" y="658"/>
                </a:lnTo>
                <a:lnTo>
                  <a:pt x="490" y="659"/>
                </a:lnTo>
                <a:lnTo>
                  <a:pt x="490" y="660"/>
                </a:lnTo>
                <a:lnTo>
                  <a:pt x="489" y="661"/>
                </a:lnTo>
                <a:lnTo>
                  <a:pt x="489" y="662"/>
                </a:lnTo>
                <a:lnTo>
                  <a:pt x="489" y="663"/>
                </a:lnTo>
                <a:lnTo>
                  <a:pt x="488" y="664"/>
                </a:lnTo>
                <a:lnTo>
                  <a:pt x="487" y="666"/>
                </a:lnTo>
                <a:lnTo>
                  <a:pt x="486" y="667"/>
                </a:lnTo>
                <a:lnTo>
                  <a:pt x="485" y="668"/>
                </a:lnTo>
                <a:lnTo>
                  <a:pt x="484" y="668"/>
                </a:lnTo>
                <a:lnTo>
                  <a:pt x="484" y="669"/>
                </a:lnTo>
                <a:lnTo>
                  <a:pt x="483" y="670"/>
                </a:lnTo>
                <a:lnTo>
                  <a:pt x="481" y="672"/>
                </a:lnTo>
                <a:lnTo>
                  <a:pt x="481" y="673"/>
                </a:lnTo>
                <a:lnTo>
                  <a:pt x="481" y="675"/>
                </a:lnTo>
                <a:lnTo>
                  <a:pt x="481" y="677"/>
                </a:lnTo>
                <a:lnTo>
                  <a:pt x="481" y="678"/>
                </a:lnTo>
                <a:lnTo>
                  <a:pt x="482" y="679"/>
                </a:lnTo>
                <a:lnTo>
                  <a:pt x="482" y="680"/>
                </a:lnTo>
                <a:lnTo>
                  <a:pt x="483" y="680"/>
                </a:lnTo>
                <a:lnTo>
                  <a:pt x="483" y="681"/>
                </a:lnTo>
                <a:lnTo>
                  <a:pt x="484" y="681"/>
                </a:lnTo>
                <a:lnTo>
                  <a:pt x="483" y="682"/>
                </a:lnTo>
                <a:lnTo>
                  <a:pt x="483" y="683"/>
                </a:lnTo>
                <a:lnTo>
                  <a:pt x="484" y="684"/>
                </a:lnTo>
                <a:lnTo>
                  <a:pt x="484" y="686"/>
                </a:lnTo>
                <a:lnTo>
                  <a:pt x="484" y="687"/>
                </a:lnTo>
                <a:lnTo>
                  <a:pt x="484" y="693"/>
                </a:lnTo>
                <a:lnTo>
                  <a:pt x="473" y="688"/>
                </a:lnTo>
                <a:lnTo>
                  <a:pt x="471" y="687"/>
                </a:lnTo>
                <a:lnTo>
                  <a:pt x="470" y="687"/>
                </a:lnTo>
                <a:lnTo>
                  <a:pt x="469" y="686"/>
                </a:lnTo>
                <a:lnTo>
                  <a:pt x="467" y="685"/>
                </a:lnTo>
                <a:lnTo>
                  <a:pt x="466" y="685"/>
                </a:lnTo>
                <a:lnTo>
                  <a:pt x="464" y="684"/>
                </a:lnTo>
                <a:lnTo>
                  <a:pt x="459" y="682"/>
                </a:lnTo>
                <a:lnTo>
                  <a:pt x="458" y="682"/>
                </a:lnTo>
                <a:lnTo>
                  <a:pt x="456" y="682"/>
                </a:lnTo>
                <a:lnTo>
                  <a:pt x="454" y="681"/>
                </a:lnTo>
                <a:lnTo>
                  <a:pt x="453" y="681"/>
                </a:lnTo>
                <a:lnTo>
                  <a:pt x="451" y="682"/>
                </a:lnTo>
                <a:lnTo>
                  <a:pt x="448" y="684"/>
                </a:lnTo>
                <a:lnTo>
                  <a:pt x="447" y="685"/>
                </a:lnTo>
                <a:lnTo>
                  <a:pt x="447" y="684"/>
                </a:lnTo>
                <a:lnTo>
                  <a:pt x="447" y="685"/>
                </a:lnTo>
                <a:lnTo>
                  <a:pt x="446" y="685"/>
                </a:lnTo>
                <a:lnTo>
                  <a:pt x="445" y="687"/>
                </a:lnTo>
                <a:lnTo>
                  <a:pt x="445" y="688"/>
                </a:lnTo>
                <a:lnTo>
                  <a:pt x="442" y="693"/>
                </a:lnTo>
                <a:lnTo>
                  <a:pt x="442" y="694"/>
                </a:lnTo>
                <a:lnTo>
                  <a:pt x="442" y="695"/>
                </a:lnTo>
                <a:lnTo>
                  <a:pt x="441" y="695"/>
                </a:lnTo>
                <a:lnTo>
                  <a:pt x="441" y="696"/>
                </a:lnTo>
                <a:lnTo>
                  <a:pt x="442" y="697"/>
                </a:lnTo>
                <a:lnTo>
                  <a:pt x="442" y="699"/>
                </a:lnTo>
                <a:lnTo>
                  <a:pt x="441" y="700"/>
                </a:lnTo>
                <a:lnTo>
                  <a:pt x="441" y="699"/>
                </a:lnTo>
                <a:lnTo>
                  <a:pt x="440" y="699"/>
                </a:lnTo>
                <a:lnTo>
                  <a:pt x="438" y="700"/>
                </a:lnTo>
                <a:lnTo>
                  <a:pt x="438" y="701"/>
                </a:lnTo>
                <a:lnTo>
                  <a:pt x="437" y="701"/>
                </a:lnTo>
                <a:lnTo>
                  <a:pt x="436" y="701"/>
                </a:lnTo>
                <a:lnTo>
                  <a:pt x="435" y="700"/>
                </a:lnTo>
                <a:lnTo>
                  <a:pt x="435" y="699"/>
                </a:lnTo>
                <a:lnTo>
                  <a:pt x="435" y="698"/>
                </a:lnTo>
                <a:lnTo>
                  <a:pt x="435" y="697"/>
                </a:lnTo>
                <a:lnTo>
                  <a:pt x="434" y="697"/>
                </a:lnTo>
                <a:lnTo>
                  <a:pt x="433" y="697"/>
                </a:lnTo>
                <a:lnTo>
                  <a:pt x="432" y="697"/>
                </a:lnTo>
                <a:lnTo>
                  <a:pt x="430" y="697"/>
                </a:lnTo>
                <a:lnTo>
                  <a:pt x="431" y="698"/>
                </a:lnTo>
                <a:lnTo>
                  <a:pt x="431" y="699"/>
                </a:lnTo>
                <a:lnTo>
                  <a:pt x="430" y="699"/>
                </a:lnTo>
                <a:lnTo>
                  <a:pt x="429" y="700"/>
                </a:lnTo>
                <a:lnTo>
                  <a:pt x="428" y="699"/>
                </a:lnTo>
                <a:lnTo>
                  <a:pt x="427" y="699"/>
                </a:lnTo>
                <a:lnTo>
                  <a:pt x="427" y="698"/>
                </a:lnTo>
                <a:lnTo>
                  <a:pt x="426" y="698"/>
                </a:lnTo>
                <a:lnTo>
                  <a:pt x="425" y="697"/>
                </a:lnTo>
                <a:lnTo>
                  <a:pt x="425" y="696"/>
                </a:lnTo>
                <a:lnTo>
                  <a:pt x="424" y="696"/>
                </a:lnTo>
                <a:lnTo>
                  <a:pt x="423" y="696"/>
                </a:lnTo>
                <a:lnTo>
                  <a:pt x="423" y="695"/>
                </a:lnTo>
                <a:lnTo>
                  <a:pt x="422" y="695"/>
                </a:lnTo>
                <a:lnTo>
                  <a:pt x="421" y="694"/>
                </a:lnTo>
                <a:lnTo>
                  <a:pt x="420" y="694"/>
                </a:lnTo>
                <a:lnTo>
                  <a:pt x="419" y="694"/>
                </a:lnTo>
                <a:lnTo>
                  <a:pt x="419" y="693"/>
                </a:lnTo>
                <a:lnTo>
                  <a:pt x="418" y="693"/>
                </a:lnTo>
                <a:lnTo>
                  <a:pt x="418" y="692"/>
                </a:lnTo>
                <a:lnTo>
                  <a:pt x="417" y="693"/>
                </a:lnTo>
                <a:lnTo>
                  <a:pt x="416" y="693"/>
                </a:lnTo>
                <a:lnTo>
                  <a:pt x="415" y="692"/>
                </a:lnTo>
                <a:lnTo>
                  <a:pt x="414" y="692"/>
                </a:lnTo>
                <a:lnTo>
                  <a:pt x="414" y="693"/>
                </a:lnTo>
                <a:lnTo>
                  <a:pt x="414" y="694"/>
                </a:lnTo>
                <a:lnTo>
                  <a:pt x="413" y="694"/>
                </a:lnTo>
                <a:lnTo>
                  <a:pt x="412" y="694"/>
                </a:lnTo>
                <a:lnTo>
                  <a:pt x="411" y="693"/>
                </a:lnTo>
                <a:lnTo>
                  <a:pt x="410" y="692"/>
                </a:lnTo>
                <a:lnTo>
                  <a:pt x="409" y="691"/>
                </a:lnTo>
                <a:lnTo>
                  <a:pt x="409" y="690"/>
                </a:lnTo>
                <a:lnTo>
                  <a:pt x="408" y="690"/>
                </a:lnTo>
                <a:lnTo>
                  <a:pt x="407" y="690"/>
                </a:lnTo>
                <a:lnTo>
                  <a:pt x="407" y="689"/>
                </a:lnTo>
                <a:lnTo>
                  <a:pt x="406" y="689"/>
                </a:lnTo>
                <a:lnTo>
                  <a:pt x="406" y="688"/>
                </a:lnTo>
                <a:lnTo>
                  <a:pt x="404" y="688"/>
                </a:lnTo>
                <a:lnTo>
                  <a:pt x="404" y="687"/>
                </a:lnTo>
                <a:lnTo>
                  <a:pt x="403" y="687"/>
                </a:lnTo>
                <a:lnTo>
                  <a:pt x="403" y="686"/>
                </a:lnTo>
                <a:lnTo>
                  <a:pt x="403" y="685"/>
                </a:lnTo>
                <a:lnTo>
                  <a:pt x="401" y="685"/>
                </a:lnTo>
                <a:lnTo>
                  <a:pt x="401" y="684"/>
                </a:lnTo>
                <a:lnTo>
                  <a:pt x="400" y="684"/>
                </a:lnTo>
                <a:lnTo>
                  <a:pt x="400" y="683"/>
                </a:lnTo>
                <a:lnTo>
                  <a:pt x="399" y="683"/>
                </a:lnTo>
                <a:lnTo>
                  <a:pt x="399" y="682"/>
                </a:lnTo>
                <a:lnTo>
                  <a:pt x="399" y="681"/>
                </a:lnTo>
                <a:lnTo>
                  <a:pt x="399" y="680"/>
                </a:lnTo>
                <a:lnTo>
                  <a:pt x="399" y="679"/>
                </a:lnTo>
                <a:lnTo>
                  <a:pt x="398" y="679"/>
                </a:lnTo>
                <a:lnTo>
                  <a:pt x="398" y="678"/>
                </a:lnTo>
                <a:lnTo>
                  <a:pt x="397" y="678"/>
                </a:lnTo>
                <a:lnTo>
                  <a:pt x="397" y="677"/>
                </a:lnTo>
                <a:lnTo>
                  <a:pt x="396" y="675"/>
                </a:lnTo>
                <a:lnTo>
                  <a:pt x="395" y="675"/>
                </a:lnTo>
                <a:lnTo>
                  <a:pt x="394" y="675"/>
                </a:lnTo>
                <a:lnTo>
                  <a:pt x="393" y="675"/>
                </a:lnTo>
                <a:lnTo>
                  <a:pt x="391" y="675"/>
                </a:lnTo>
                <a:lnTo>
                  <a:pt x="390" y="675"/>
                </a:lnTo>
                <a:lnTo>
                  <a:pt x="390" y="674"/>
                </a:lnTo>
                <a:lnTo>
                  <a:pt x="390" y="673"/>
                </a:lnTo>
                <a:lnTo>
                  <a:pt x="390" y="672"/>
                </a:lnTo>
                <a:lnTo>
                  <a:pt x="390" y="671"/>
                </a:lnTo>
                <a:lnTo>
                  <a:pt x="390" y="670"/>
                </a:lnTo>
                <a:lnTo>
                  <a:pt x="390" y="669"/>
                </a:lnTo>
                <a:lnTo>
                  <a:pt x="389" y="669"/>
                </a:lnTo>
                <a:lnTo>
                  <a:pt x="389" y="668"/>
                </a:lnTo>
                <a:lnTo>
                  <a:pt x="389" y="666"/>
                </a:lnTo>
                <a:lnTo>
                  <a:pt x="388" y="665"/>
                </a:lnTo>
                <a:lnTo>
                  <a:pt x="388" y="664"/>
                </a:lnTo>
                <a:lnTo>
                  <a:pt x="387" y="664"/>
                </a:lnTo>
                <a:lnTo>
                  <a:pt x="386" y="665"/>
                </a:lnTo>
                <a:lnTo>
                  <a:pt x="384" y="664"/>
                </a:lnTo>
                <a:lnTo>
                  <a:pt x="383" y="664"/>
                </a:lnTo>
                <a:lnTo>
                  <a:pt x="382" y="663"/>
                </a:lnTo>
                <a:lnTo>
                  <a:pt x="381" y="662"/>
                </a:lnTo>
                <a:lnTo>
                  <a:pt x="381" y="661"/>
                </a:lnTo>
                <a:lnTo>
                  <a:pt x="380" y="661"/>
                </a:lnTo>
                <a:lnTo>
                  <a:pt x="379" y="661"/>
                </a:lnTo>
                <a:lnTo>
                  <a:pt x="379" y="660"/>
                </a:lnTo>
                <a:lnTo>
                  <a:pt x="378" y="660"/>
                </a:lnTo>
                <a:lnTo>
                  <a:pt x="378" y="661"/>
                </a:lnTo>
                <a:lnTo>
                  <a:pt x="378" y="660"/>
                </a:lnTo>
                <a:lnTo>
                  <a:pt x="377" y="660"/>
                </a:lnTo>
                <a:lnTo>
                  <a:pt x="376" y="659"/>
                </a:lnTo>
                <a:lnTo>
                  <a:pt x="376" y="658"/>
                </a:lnTo>
                <a:lnTo>
                  <a:pt x="376" y="657"/>
                </a:lnTo>
                <a:lnTo>
                  <a:pt x="375" y="657"/>
                </a:lnTo>
                <a:lnTo>
                  <a:pt x="375" y="656"/>
                </a:lnTo>
                <a:lnTo>
                  <a:pt x="374" y="656"/>
                </a:lnTo>
                <a:lnTo>
                  <a:pt x="373" y="656"/>
                </a:lnTo>
                <a:lnTo>
                  <a:pt x="372" y="656"/>
                </a:lnTo>
                <a:lnTo>
                  <a:pt x="372" y="657"/>
                </a:lnTo>
                <a:lnTo>
                  <a:pt x="371" y="657"/>
                </a:lnTo>
                <a:lnTo>
                  <a:pt x="370" y="658"/>
                </a:lnTo>
                <a:lnTo>
                  <a:pt x="371" y="658"/>
                </a:lnTo>
                <a:lnTo>
                  <a:pt x="371" y="659"/>
                </a:lnTo>
                <a:lnTo>
                  <a:pt x="370" y="659"/>
                </a:lnTo>
                <a:lnTo>
                  <a:pt x="370" y="660"/>
                </a:lnTo>
                <a:lnTo>
                  <a:pt x="369" y="660"/>
                </a:lnTo>
                <a:lnTo>
                  <a:pt x="369" y="661"/>
                </a:lnTo>
                <a:lnTo>
                  <a:pt x="368" y="661"/>
                </a:lnTo>
                <a:lnTo>
                  <a:pt x="368" y="660"/>
                </a:lnTo>
                <a:lnTo>
                  <a:pt x="367" y="660"/>
                </a:lnTo>
                <a:lnTo>
                  <a:pt x="366" y="660"/>
                </a:lnTo>
                <a:lnTo>
                  <a:pt x="366" y="661"/>
                </a:lnTo>
                <a:lnTo>
                  <a:pt x="365" y="663"/>
                </a:lnTo>
                <a:lnTo>
                  <a:pt x="364" y="664"/>
                </a:lnTo>
                <a:lnTo>
                  <a:pt x="363" y="664"/>
                </a:lnTo>
                <a:lnTo>
                  <a:pt x="362" y="664"/>
                </a:lnTo>
                <a:lnTo>
                  <a:pt x="361" y="663"/>
                </a:lnTo>
                <a:lnTo>
                  <a:pt x="360" y="663"/>
                </a:lnTo>
                <a:lnTo>
                  <a:pt x="358" y="664"/>
                </a:lnTo>
                <a:lnTo>
                  <a:pt x="358" y="665"/>
                </a:lnTo>
                <a:lnTo>
                  <a:pt x="358" y="666"/>
                </a:lnTo>
                <a:lnTo>
                  <a:pt x="357" y="666"/>
                </a:lnTo>
                <a:lnTo>
                  <a:pt x="356" y="666"/>
                </a:lnTo>
                <a:lnTo>
                  <a:pt x="355" y="667"/>
                </a:lnTo>
                <a:lnTo>
                  <a:pt x="354" y="667"/>
                </a:lnTo>
                <a:lnTo>
                  <a:pt x="353" y="668"/>
                </a:lnTo>
                <a:lnTo>
                  <a:pt x="352" y="669"/>
                </a:lnTo>
                <a:lnTo>
                  <a:pt x="352" y="670"/>
                </a:lnTo>
                <a:lnTo>
                  <a:pt x="351" y="670"/>
                </a:lnTo>
                <a:lnTo>
                  <a:pt x="350" y="669"/>
                </a:lnTo>
                <a:lnTo>
                  <a:pt x="350" y="668"/>
                </a:lnTo>
                <a:lnTo>
                  <a:pt x="350" y="667"/>
                </a:lnTo>
                <a:lnTo>
                  <a:pt x="349" y="667"/>
                </a:lnTo>
                <a:lnTo>
                  <a:pt x="349" y="666"/>
                </a:lnTo>
                <a:lnTo>
                  <a:pt x="348" y="666"/>
                </a:lnTo>
                <a:lnTo>
                  <a:pt x="348" y="667"/>
                </a:lnTo>
                <a:lnTo>
                  <a:pt x="347" y="667"/>
                </a:lnTo>
                <a:lnTo>
                  <a:pt x="347" y="668"/>
                </a:lnTo>
                <a:lnTo>
                  <a:pt x="346" y="669"/>
                </a:lnTo>
                <a:lnTo>
                  <a:pt x="345" y="669"/>
                </a:lnTo>
                <a:lnTo>
                  <a:pt x="344" y="670"/>
                </a:lnTo>
                <a:lnTo>
                  <a:pt x="344" y="669"/>
                </a:lnTo>
                <a:lnTo>
                  <a:pt x="343" y="668"/>
                </a:lnTo>
                <a:lnTo>
                  <a:pt x="343" y="667"/>
                </a:lnTo>
                <a:lnTo>
                  <a:pt x="342" y="667"/>
                </a:lnTo>
                <a:lnTo>
                  <a:pt x="341" y="667"/>
                </a:lnTo>
                <a:lnTo>
                  <a:pt x="341" y="666"/>
                </a:lnTo>
                <a:lnTo>
                  <a:pt x="340" y="666"/>
                </a:lnTo>
                <a:lnTo>
                  <a:pt x="340" y="667"/>
                </a:lnTo>
                <a:lnTo>
                  <a:pt x="339" y="667"/>
                </a:lnTo>
                <a:lnTo>
                  <a:pt x="339" y="668"/>
                </a:lnTo>
                <a:lnTo>
                  <a:pt x="338" y="668"/>
                </a:lnTo>
                <a:lnTo>
                  <a:pt x="338" y="667"/>
                </a:lnTo>
                <a:lnTo>
                  <a:pt x="337" y="667"/>
                </a:lnTo>
                <a:lnTo>
                  <a:pt x="336" y="667"/>
                </a:lnTo>
                <a:lnTo>
                  <a:pt x="335" y="667"/>
                </a:lnTo>
                <a:lnTo>
                  <a:pt x="334" y="666"/>
                </a:lnTo>
                <a:lnTo>
                  <a:pt x="334" y="665"/>
                </a:lnTo>
                <a:lnTo>
                  <a:pt x="332" y="665"/>
                </a:lnTo>
                <a:lnTo>
                  <a:pt x="331" y="666"/>
                </a:lnTo>
                <a:lnTo>
                  <a:pt x="330" y="666"/>
                </a:lnTo>
                <a:lnTo>
                  <a:pt x="330" y="665"/>
                </a:lnTo>
                <a:lnTo>
                  <a:pt x="329" y="664"/>
                </a:lnTo>
                <a:lnTo>
                  <a:pt x="328" y="664"/>
                </a:lnTo>
                <a:lnTo>
                  <a:pt x="328" y="665"/>
                </a:lnTo>
                <a:lnTo>
                  <a:pt x="327" y="665"/>
                </a:lnTo>
                <a:lnTo>
                  <a:pt x="326" y="665"/>
                </a:lnTo>
                <a:lnTo>
                  <a:pt x="325" y="665"/>
                </a:lnTo>
                <a:lnTo>
                  <a:pt x="324" y="666"/>
                </a:lnTo>
                <a:lnTo>
                  <a:pt x="324" y="667"/>
                </a:lnTo>
                <a:lnTo>
                  <a:pt x="323" y="667"/>
                </a:lnTo>
                <a:lnTo>
                  <a:pt x="322" y="667"/>
                </a:lnTo>
                <a:lnTo>
                  <a:pt x="322" y="666"/>
                </a:lnTo>
                <a:lnTo>
                  <a:pt x="322" y="665"/>
                </a:lnTo>
                <a:lnTo>
                  <a:pt x="321" y="664"/>
                </a:lnTo>
                <a:lnTo>
                  <a:pt x="321" y="663"/>
                </a:lnTo>
                <a:lnTo>
                  <a:pt x="320" y="663"/>
                </a:lnTo>
                <a:lnTo>
                  <a:pt x="319" y="662"/>
                </a:lnTo>
                <a:lnTo>
                  <a:pt x="319" y="661"/>
                </a:lnTo>
                <a:lnTo>
                  <a:pt x="318" y="661"/>
                </a:lnTo>
                <a:lnTo>
                  <a:pt x="317" y="661"/>
                </a:lnTo>
                <a:lnTo>
                  <a:pt x="317" y="662"/>
                </a:lnTo>
                <a:lnTo>
                  <a:pt x="316" y="662"/>
                </a:lnTo>
                <a:lnTo>
                  <a:pt x="316" y="661"/>
                </a:lnTo>
                <a:lnTo>
                  <a:pt x="316" y="660"/>
                </a:lnTo>
                <a:lnTo>
                  <a:pt x="315" y="660"/>
                </a:lnTo>
                <a:lnTo>
                  <a:pt x="315" y="659"/>
                </a:lnTo>
                <a:lnTo>
                  <a:pt x="315" y="657"/>
                </a:lnTo>
                <a:lnTo>
                  <a:pt x="314" y="656"/>
                </a:lnTo>
                <a:lnTo>
                  <a:pt x="314" y="655"/>
                </a:lnTo>
                <a:lnTo>
                  <a:pt x="315" y="655"/>
                </a:lnTo>
                <a:lnTo>
                  <a:pt x="315" y="654"/>
                </a:lnTo>
                <a:lnTo>
                  <a:pt x="314" y="653"/>
                </a:lnTo>
                <a:lnTo>
                  <a:pt x="314" y="654"/>
                </a:lnTo>
                <a:lnTo>
                  <a:pt x="313" y="654"/>
                </a:lnTo>
                <a:lnTo>
                  <a:pt x="313" y="653"/>
                </a:lnTo>
                <a:lnTo>
                  <a:pt x="312" y="653"/>
                </a:lnTo>
                <a:lnTo>
                  <a:pt x="312" y="652"/>
                </a:lnTo>
                <a:lnTo>
                  <a:pt x="311" y="651"/>
                </a:lnTo>
                <a:lnTo>
                  <a:pt x="310" y="651"/>
                </a:lnTo>
                <a:lnTo>
                  <a:pt x="309" y="651"/>
                </a:lnTo>
                <a:lnTo>
                  <a:pt x="309" y="650"/>
                </a:lnTo>
                <a:lnTo>
                  <a:pt x="308" y="649"/>
                </a:lnTo>
                <a:lnTo>
                  <a:pt x="308" y="648"/>
                </a:lnTo>
                <a:lnTo>
                  <a:pt x="307" y="647"/>
                </a:lnTo>
                <a:lnTo>
                  <a:pt x="306" y="647"/>
                </a:lnTo>
                <a:lnTo>
                  <a:pt x="306" y="646"/>
                </a:lnTo>
                <a:lnTo>
                  <a:pt x="306" y="647"/>
                </a:lnTo>
                <a:lnTo>
                  <a:pt x="305" y="647"/>
                </a:lnTo>
                <a:lnTo>
                  <a:pt x="304" y="648"/>
                </a:lnTo>
                <a:lnTo>
                  <a:pt x="303" y="648"/>
                </a:lnTo>
                <a:lnTo>
                  <a:pt x="302" y="648"/>
                </a:lnTo>
                <a:lnTo>
                  <a:pt x="301" y="648"/>
                </a:lnTo>
                <a:lnTo>
                  <a:pt x="300" y="647"/>
                </a:lnTo>
                <a:lnTo>
                  <a:pt x="299" y="646"/>
                </a:lnTo>
                <a:lnTo>
                  <a:pt x="298" y="646"/>
                </a:lnTo>
                <a:lnTo>
                  <a:pt x="297" y="646"/>
                </a:lnTo>
                <a:lnTo>
                  <a:pt x="296" y="646"/>
                </a:lnTo>
                <a:lnTo>
                  <a:pt x="296" y="645"/>
                </a:lnTo>
                <a:lnTo>
                  <a:pt x="296" y="644"/>
                </a:lnTo>
                <a:lnTo>
                  <a:pt x="295" y="644"/>
                </a:lnTo>
                <a:lnTo>
                  <a:pt x="295" y="645"/>
                </a:lnTo>
                <a:lnTo>
                  <a:pt x="294" y="645"/>
                </a:lnTo>
                <a:lnTo>
                  <a:pt x="293" y="644"/>
                </a:lnTo>
                <a:lnTo>
                  <a:pt x="292" y="644"/>
                </a:lnTo>
                <a:lnTo>
                  <a:pt x="291" y="644"/>
                </a:lnTo>
                <a:lnTo>
                  <a:pt x="291" y="643"/>
                </a:lnTo>
                <a:lnTo>
                  <a:pt x="290" y="643"/>
                </a:lnTo>
                <a:lnTo>
                  <a:pt x="288" y="643"/>
                </a:lnTo>
                <a:lnTo>
                  <a:pt x="287" y="643"/>
                </a:lnTo>
                <a:lnTo>
                  <a:pt x="286" y="643"/>
                </a:lnTo>
                <a:lnTo>
                  <a:pt x="285" y="644"/>
                </a:lnTo>
                <a:lnTo>
                  <a:pt x="284" y="644"/>
                </a:lnTo>
                <a:lnTo>
                  <a:pt x="283" y="644"/>
                </a:lnTo>
                <a:lnTo>
                  <a:pt x="282" y="644"/>
                </a:lnTo>
                <a:lnTo>
                  <a:pt x="281" y="645"/>
                </a:lnTo>
                <a:lnTo>
                  <a:pt x="280" y="644"/>
                </a:lnTo>
                <a:lnTo>
                  <a:pt x="279" y="644"/>
                </a:lnTo>
                <a:lnTo>
                  <a:pt x="279" y="645"/>
                </a:lnTo>
                <a:lnTo>
                  <a:pt x="279" y="646"/>
                </a:lnTo>
                <a:lnTo>
                  <a:pt x="278" y="647"/>
                </a:lnTo>
                <a:lnTo>
                  <a:pt x="277" y="647"/>
                </a:lnTo>
                <a:lnTo>
                  <a:pt x="276" y="647"/>
                </a:lnTo>
                <a:lnTo>
                  <a:pt x="275" y="647"/>
                </a:lnTo>
                <a:lnTo>
                  <a:pt x="273" y="647"/>
                </a:lnTo>
                <a:lnTo>
                  <a:pt x="272" y="647"/>
                </a:lnTo>
                <a:lnTo>
                  <a:pt x="271" y="647"/>
                </a:lnTo>
                <a:lnTo>
                  <a:pt x="271" y="648"/>
                </a:lnTo>
                <a:lnTo>
                  <a:pt x="270" y="648"/>
                </a:lnTo>
                <a:lnTo>
                  <a:pt x="268" y="647"/>
                </a:lnTo>
                <a:lnTo>
                  <a:pt x="267" y="647"/>
                </a:lnTo>
                <a:lnTo>
                  <a:pt x="267" y="648"/>
                </a:lnTo>
                <a:lnTo>
                  <a:pt x="266" y="648"/>
                </a:lnTo>
                <a:lnTo>
                  <a:pt x="266" y="647"/>
                </a:lnTo>
                <a:lnTo>
                  <a:pt x="264" y="647"/>
                </a:lnTo>
                <a:lnTo>
                  <a:pt x="263" y="647"/>
                </a:lnTo>
                <a:lnTo>
                  <a:pt x="262" y="647"/>
                </a:lnTo>
                <a:lnTo>
                  <a:pt x="262" y="646"/>
                </a:lnTo>
                <a:lnTo>
                  <a:pt x="261" y="646"/>
                </a:lnTo>
                <a:lnTo>
                  <a:pt x="260" y="646"/>
                </a:lnTo>
                <a:lnTo>
                  <a:pt x="259" y="646"/>
                </a:lnTo>
                <a:lnTo>
                  <a:pt x="258" y="646"/>
                </a:lnTo>
                <a:lnTo>
                  <a:pt x="258" y="647"/>
                </a:lnTo>
                <a:lnTo>
                  <a:pt x="257" y="647"/>
                </a:lnTo>
                <a:lnTo>
                  <a:pt x="256" y="646"/>
                </a:lnTo>
                <a:lnTo>
                  <a:pt x="255" y="646"/>
                </a:lnTo>
                <a:lnTo>
                  <a:pt x="253" y="646"/>
                </a:lnTo>
                <a:lnTo>
                  <a:pt x="252" y="646"/>
                </a:lnTo>
                <a:lnTo>
                  <a:pt x="251" y="646"/>
                </a:lnTo>
                <a:lnTo>
                  <a:pt x="251" y="647"/>
                </a:lnTo>
                <a:lnTo>
                  <a:pt x="250" y="647"/>
                </a:lnTo>
                <a:lnTo>
                  <a:pt x="249" y="647"/>
                </a:lnTo>
                <a:lnTo>
                  <a:pt x="248" y="647"/>
                </a:lnTo>
                <a:lnTo>
                  <a:pt x="248" y="648"/>
                </a:lnTo>
                <a:lnTo>
                  <a:pt x="247" y="648"/>
                </a:lnTo>
                <a:lnTo>
                  <a:pt x="247" y="647"/>
                </a:lnTo>
                <a:lnTo>
                  <a:pt x="246" y="647"/>
                </a:lnTo>
                <a:lnTo>
                  <a:pt x="245" y="647"/>
                </a:lnTo>
                <a:lnTo>
                  <a:pt x="245" y="648"/>
                </a:lnTo>
                <a:lnTo>
                  <a:pt x="244" y="648"/>
                </a:lnTo>
                <a:lnTo>
                  <a:pt x="243" y="649"/>
                </a:lnTo>
                <a:lnTo>
                  <a:pt x="242" y="649"/>
                </a:lnTo>
                <a:lnTo>
                  <a:pt x="242" y="650"/>
                </a:lnTo>
                <a:lnTo>
                  <a:pt x="240" y="650"/>
                </a:lnTo>
                <a:lnTo>
                  <a:pt x="239" y="650"/>
                </a:lnTo>
                <a:lnTo>
                  <a:pt x="239" y="649"/>
                </a:lnTo>
                <a:lnTo>
                  <a:pt x="238" y="649"/>
                </a:lnTo>
                <a:lnTo>
                  <a:pt x="238" y="648"/>
                </a:lnTo>
                <a:lnTo>
                  <a:pt x="238" y="645"/>
                </a:lnTo>
                <a:lnTo>
                  <a:pt x="238" y="644"/>
                </a:lnTo>
                <a:lnTo>
                  <a:pt x="238" y="643"/>
                </a:lnTo>
                <a:lnTo>
                  <a:pt x="238" y="642"/>
                </a:lnTo>
                <a:lnTo>
                  <a:pt x="238" y="641"/>
                </a:lnTo>
                <a:lnTo>
                  <a:pt x="239" y="641"/>
                </a:lnTo>
                <a:lnTo>
                  <a:pt x="239" y="640"/>
                </a:lnTo>
                <a:lnTo>
                  <a:pt x="239" y="639"/>
                </a:lnTo>
                <a:lnTo>
                  <a:pt x="239" y="638"/>
                </a:lnTo>
                <a:lnTo>
                  <a:pt x="238" y="638"/>
                </a:lnTo>
                <a:lnTo>
                  <a:pt x="238" y="637"/>
                </a:lnTo>
                <a:lnTo>
                  <a:pt x="238" y="636"/>
                </a:lnTo>
                <a:lnTo>
                  <a:pt x="237" y="636"/>
                </a:lnTo>
                <a:lnTo>
                  <a:pt x="237" y="635"/>
                </a:lnTo>
                <a:lnTo>
                  <a:pt x="237" y="634"/>
                </a:lnTo>
                <a:lnTo>
                  <a:pt x="237" y="633"/>
                </a:lnTo>
                <a:lnTo>
                  <a:pt x="236" y="632"/>
                </a:lnTo>
                <a:lnTo>
                  <a:pt x="236" y="631"/>
                </a:lnTo>
                <a:lnTo>
                  <a:pt x="236" y="630"/>
                </a:lnTo>
                <a:lnTo>
                  <a:pt x="236" y="629"/>
                </a:lnTo>
                <a:lnTo>
                  <a:pt x="236" y="628"/>
                </a:lnTo>
                <a:lnTo>
                  <a:pt x="236" y="627"/>
                </a:lnTo>
                <a:lnTo>
                  <a:pt x="235" y="627"/>
                </a:lnTo>
                <a:lnTo>
                  <a:pt x="235" y="626"/>
                </a:lnTo>
                <a:lnTo>
                  <a:pt x="235" y="625"/>
                </a:lnTo>
                <a:lnTo>
                  <a:pt x="235" y="624"/>
                </a:lnTo>
                <a:lnTo>
                  <a:pt x="235" y="623"/>
                </a:lnTo>
                <a:lnTo>
                  <a:pt x="234" y="623"/>
                </a:lnTo>
                <a:lnTo>
                  <a:pt x="234" y="622"/>
                </a:lnTo>
                <a:lnTo>
                  <a:pt x="234" y="621"/>
                </a:lnTo>
                <a:lnTo>
                  <a:pt x="234" y="620"/>
                </a:lnTo>
                <a:lnTo>
                  <a:pt x="234" y="619"/>
                </a:lnTo>
                <a:lnTo>
                  <a:pt x="233" y="619"/>
                </a:lnTo>
                <a:lnTo>
                  <a:pt x="233" y="618"/>
                </a:lnTo>
                <a:lnTo>
                  <a:pt x="233" y="617"/>
                </a:lnTo>
                <a:lnTo>
                  <a:pt x="233" y="616"/>
                </a:lnTo>
                <a:lnTo>
                  <a:pt x="233" y="615"/>
                </a:lnTo>
                <a:lnTo>
                  <a:pt x="233" y="614"/>
                </a:lnTo>
                <a:lnTo>
                  <a:pt x="232" y="614"/>
                </a:lnTo>
                <a:lnTo>
                  <a:pt x="232" y="613"/>
                </a:lnTo>
                <a:lnTo>
                  <a:pt x="232" y="612"/>
                </a:lnTo>
                <a:lnTo>
                  <a:pt x="232" y="611"/>
                </a:lnTo>
                <a:lnTo>
                  <a:pt x="232" y="610"/>
                </a:lnTo>
                <a:lnTo>
                  <a:pt x="232" y="609"/>
                </a:lnTo>
                <a:lnTo>
                  <a:pt x="231" y="609"/>
                </a:lnTo>
                <a:lnTo>
                  <a:pt x="231" y="608"/>
                </a:lnTo>
                <a:lnTo>
                  <a:pt x="231" y="607"/>
                </a:lnTo>
                <a:lnTo>
                  <a:pt x="231" y="606"/>
                </a:lnTo>
                <a:lnTo>
                  <a:pt x="231" y="605"/>
                </a:lnTo>
                <a:lnTo>
                  <a:pt x="230" y="605"/>
                </a:lnTo>
                <a:lnTo>
                  <a:pt x="230" y="604"/>
                </a:lnTo>
                <a:lnTo>
                  <a:pt x="230" y="603"/>
                </a:lnTo>
                <a:lnTo>
                  <a:pt x="230" y="602"/>
                </a:lnTo>
                <a:lnTo>
                  <a:pt x="230" y="601"/>
                </a:lnTo>
                <a:lnTo>
                  <a:pt x="229" y="601"/>
                </a:lnTo>
                <a:lnTo>
                  <a:pt x="229" y="600"/>
                </a:lnTo>
                <a:lnTo>
                  <a:pt x="229" y="599"/>
                </a:lnTo>
                <a:lnTo>
                  <a:pt x="229" y="598"/>
                </a:lnTo>
                <a:lnTo>
                  <a:pt x="229" y="597"/>
                </a:lnTo>
                <a:lnTo>
                  <a:pt x="229" y="596"/>
                </a:lnTo>
                <a:lnTo>
                  <a:pt x="228" y="596"/>
                </a:lnTo>
                <a:lnTo>
                  <a:pt x="228" y="595"/>
                </a:lnTo>
                <a:lnTo>
                  <a:pt x="228" y="594"/>
                </a:lnTo>
                <a:lnTo>
                  <a:pt x="228" y="593"/>
                </a:lnTo>
                <a:lnTo>
                  <a:pt x="228" y="592"/>
                </a:lnTo>
                <a:lnTo>
                  <a:pt x="228" y="591"/>
                </a:lnTo>
                <a:lnTo>
                  <a:pt x="227" y="591"/>
                </a:lnTo>
                <a:lnTo>
                  <a:pt x="227" y="590"/>
                </a:lnTo>
                <a:lnTo>
                  <a:pt x="227" y="589"/>
                </a:lnTo>
                <a:lnTo>
                  <a:pt x="227" y="588"/>
                </a:lnTo>
                <a:lnTo>
                  <a:pt x="227" y="587"/>
                </a:lnTo>
                <a:lnTo>
                  <a:pt x="226" y="587"/>
                </a:lnTo>
                <a:lnTo>
                  <a:pt x="226" y="586"/>
                </a:lnTo>
                <a:lnTo>
                  <a:pt x="226" y="585"/>
                </a:lnTo>
                <a:lnTo>
                  <a:pt x="225" y="585"/>
                </a:lnTo>
                <a:lnTo>
                  <a:pt x="224" y="585"/>
                </a:lnTo>
                <a:lnTo>
                  <a:pt x="224" y="586"/>
                </a:lnTo>
                <a:lnTo>
                  <a:pt x="223" y="586"/>
                </a:lnTo>
                <a:lnTo>
                  <a:pt x="222" y="586"/>
                </a:lnTo>
                <a:lnTo>
                  <a:pt x="221" y="586"/>
                </a:lnTo>
                <a:lnTo>
                  <a:pt x="217" y="585"/>
                </a:lnTo>
                <a:lnTo>
                  <a:pt x="216" y="585"/>
                </a:lnTo>
                <a:lnTo>
                  <a:pt x="215" y="584"/>
                </a:lnTo>
                <a:lnTo>
                  <a:pt x="214" y="584"/>
                </a:lnTo>
                <a:lnTo>
                  <a:pt x="212" y="584"/>
                </a:lnTo>
                <a:lnTo>
                  <a:pt x="197" y="585"/>
                </a:lnTo>
                <a:lnTo>
                  <a:pt x="193" y="585"/>
                </a:lnTo>
                <a:lnTo>
                  <a:pt x="185" y="585"/>
                </a:lnTo>
                <a:lnTo>
                  <a:pt x="182" y="586"/>
                </a:lnTo>
                <a:lnTo>
                  <a:pt x="181" y="586"/>
                </a:lnTo>
                <a:lnTo>
                  <a:pt x="180" y="586"/>
                </a:lnTo>
                <a:lnTo>
                  <a:pt x="179" y="586"/>
                </a:lnTo>
                <a:lnTo>
                  <a:pt x="177" y="587"/>
                </a:lnTo>
                <a:lnTo>
                  <a:pt x="176" y="587"/>
                </a:lnTo>
                <a:lnTo>
                  <a:pt x="173" y="586"/>
                </a:lnTo>
                <a:lnTo>
                  <a:pt x="171" y="585"/>
                </a:lnTo>
                <a:lnTo>
                  <a:pt x="170" y="585"/>
                </a:lnTo>
                <a:lnTo>
                  <a:pt x="169" y="585"/>
                </a:lnTo>
                <a:lnTo>
                  <a:pt x="168" y="585"/>
                </a:lnTo>
                <a:lnTo>
                  <a:pt x="167" y="584"/>
                </a:lnTo>
                <a:lnTo>
                  <a:pt x="166" y="584"/>
                </a:lnTo>
                <a:lnTo>
                  <a:pt x="165" y="583"/>
                </a:lnTo>
                <a:lnTo>
                  <a:pt x="164" y="583"/>
                </a:lnTo>
                <a:lnTo>
                  <a:pt x="163" y="582"/>
                </a:lnTo>
                <a:lnTo>
                  <a:pt x="162" y="581"/>
                </a:lnTo>
                <a:lnTo>
                  <a:pt x="161" y="580"/>
                </a:lnTo>
                <a:lnTo>
                  <a:pt x="160" y="580"/>
                </a:lnTo>
                <a:lnTo>
                  <a:pt x="160" y="579"/>
                </a:lnTo>
                <a:lnTo>
                  <a:pt x="159" y="578"/>
                </a:lnTo>
                <a:lnTo>
                  <a:pt x="159" y="577"/>
                </a:lnTo>
                <a:lnTo>
                  <a:pt x="158" y="577"/>
                </a:lnTo>
                <a:lnTo>
                  <a:pt x="158" y="576"/>
                </a:lnTo>
                <a:lnTo>
                  <a:pt x="157" y="576"/>
                </a:lnTo>
                <a:lnTo>
                  <a:pt x="157" y="574"/>
                </a:lnTo>
                <a:lnTo>
                  <a:pt x="157" y="573"/>
                </a:lnTo>
                <a:lnTo>
                  <a:pt x="157" y="572"/>
                </a:lnTo>
                <a:lnTo>
                  <a:pt x="157" y="571"/>
                </a:lnTo>
                <a:lnTo>
                  <a:pt x="156" y="571"/>
                </a:lnTo>
                <a:lnTo>
                  <a:pt x="156" y="570"/>
                </a:lnTo>
                <a:lnTo>
                  <a:pt x="157" y="569"/>
                </a:lnTo>
                <a:lnTo>
                  <a:pt x="158" y="568"/>
                </a:lnTo>
                <a:lnTo>
                  <a:pt x="159" y="569"/>
                </a:lnTo>
                <a:lnTo>
                  <a:pt x="162" y="569"/>
                </a:lnTo>
                <a:lnTo>
                  <a:pt x="164" y="569"/>
                </a:lnTo>
                <a:lnTo>
                  <a:pt x="166" y="569"/>
                </a:lnTo>
                <a:lnTo>
                  <a:pt x="169" y="569"/>
                </a:lnTo>
                <a:lnTo>
                  <a:pt x="170" y="569"/>
                </a:lnTo>
                <a:lnTo>
                  <a:pt x="171" y="569"/>
                </a:lnTo>
                <a:lnTo>
                  <a:pt x="171" y="568"/>
                </a:lnTo>
                <a:lnTo>
                  <a:pt x="171" y="567"/>
                </a:lnTo>
                <a:lnTo>
                  <a:pt x="172" y="566"/>
                </a:lnTo>
                <a:lnTo>
                  <a:pt x="172" y="565"/>
                </a:lnTo>
                <a:lnTo>
                  <a:pt x="172" y="564"/>
                </a:lnTo>
                <a:lnTo>
                  <a:pt x="172" y="563"/>
                </a:lnTo>
                <a:lnTo>
                  <a:pt x="169" y="563"/>
                </a:lnTo>
                <a:lnTo>
                  <a:pt x="166" y="562"/>
                </a:lnTo>
                <a:lnTo>
                  <a:pt x="165" y="561"/>
                </a:lnTo>
                <a:lnTo>
                  <a:pt x="164" y="560"/>
                </a:lnTo>
                <a:lnTo>
                  <a:pt x="162" y="559"/>
                </a:lnTo>
                <a:lnTo>
                  <a:pt x="162" y="558"/>
                </a:lnTo>
                <a:lnTo>
                  <a:pt x="161" y="558"/>
                </a:lnTo>
                <a:lnTo>
                  <a:pt x="159" y="556"/>
                </a:lnTo>
                <a:lnTo>
                  <a:pt x="158" y="555"/>
                </a:lnTo>
                <a:lnTo>
                  <a:pt x="157" y="555"/>
                </a:lnTo>
                <a:lnTo>
                  <a:pt x="157" y="554"/>
                </a:lnTo>
                <a:lnTo>
                  <a:pt x="156" y="553"/>
                </a:lnTo>
                <a:lnTo>
                  <a:pt x="155" y="552"/>
                </a:lnTo>
                <a:lnTo>
                  <a:pt x="154" y="552"/>
                </a:lnTo>
                <a:lnTo>
                  <a:pt x="153" y="552"/>
                </a:lnTo>
                <a:lnTo>
                  <a:pt x="150" y="552"/>
                </a:lnTo>
                <a:lnTo>
                  <a:pt x="137" y="551"/>
                </a:lnTo>
                <a:lnTo>
                  <a:pt x="131" y="550"/>
                </a:lnTo>
                <a:lnTo>
                  <a:pt x="130" y="550"/>
                </a:lnTo>
                <a:lnTo>
                  <a:pt x="129" y="550"/>
                </a:lnTo>
                <a:lnTo>
                  <a:pt x="128" y="550"/>
                </a:lnTo>
                <a:lnTo>
                  <a:pt x="126" y="550"/>
                </a:lnTo>
                <a:lnTo>
                  <a:pt x="125" y="550"/>
                </a:lnTo>
                <a:lnTo>
                  <a:pt x="120" y="550"/>
                </a:lnTo>
                <a:lnTo>
                  <a:pt x="116" y="550"/>
                </a:lnTo>
                <a:lnTo>
                  <a:pt x="109" y="550"/>
                </a:lnTo>
                <a:lnTo>
                  <a:pt x="108" y="550"/>
                </a:lnTo>
                <a:lnTo>
                  <a:pt x="107" y="551"/>
                </a:lnTo>
                <a:lnTo>
                  <a:pt x="106" y="551"/>
                </a:lnTo>
                <a:lnTo>
                  <a:pt x="105" y="551"/>
                </a:lnTo>
                <a:lnTo>
                  <a:pt x="103" y="551"/>
                </a:lnTo>
                <a:lnTo>
                  <a:pt x="102" y="550"/>
                </a:lnTo>
                <a:lnTo>
                  <a:pt x="101" y="549"/>
                </a:lnTo>
                <a:lnTo>
                  <a:pt x="100" y="548"/>
                </a:lnTo>
                <a:lnTo>
                  <a:pt x="98" y="547"/>
                </a:lnTo>
                <a:lnTo>
                  <a:pt x="97" y="547"/>
                </a:lnTo>
                <a:lnTo>
                  <a:pt x="95" y="547"/>
                </a:lnTo>
                <a:lnTo>
                  <a:pt x="95" y="546"/>
                </a:lnTo>
                <a:lnTo>
                  <a:pt x="93" y="546"/>
                </a:lnTo>
                <a:lnTo>
                  <a:pt x="92" y="545"/>
                </a:lnTo>
                <a:lnTo>
                  <a:pt x="92" y="544"/>
                </a:lnTo>
                <a:lnTo>
                  <a:pt x="94" y="537"/>
                </a:lnTo>
                <a:lnTo>
                  <a:pt x="95" y="533"/>
                </a:lnTo>
                <a:lnTo>
                  <a:pt x="96" y="529"/>
                </a:lnTo>
                <a:lnTo>
                  <a:pt x="96" y="527"/>
                </a:lnTo>
                <a:lnTo>
                  <a:pt x="96" y="526"/>
                </a:lnTo>
                <a:lnTo>
                  <a:pt x="96" y="525"/>
                </a:lnTo>
                <a:lnTo>
                  <a:pt x="95" y="524"/>
                </a:lnTo>
                <a:lnTo>
                  <a:pt x="95" y="523"/>
                </a:lnTo>
                <a:lnTo>
                  <a:pt x="94" y="523"/>
                </a:lnTo>
                <a:lnTo>
                  <a:pt x="94" y="522"/>
                </a:lnTo>
                <a:lnTo>
                  <a:pt x="94" y="521"/>
                </a:lnTo>
                <a:lnTo>
                  <a:pt x="93" y="521"/>
                </a:lnTo>
                <a:lnTo>
                  <a:pt x="93" y="520"/>
                </a:lnTo>
                <a:lnTo>
                  <a:pt x="93" y="519"/>
                </a:lnTo>
                <a:lnTo>
                  <a:pt x="92" y="518"/>
                </a:lnTo>
                <a:lnTo>
                  <a:pt x="92" y="517"/>
                </a:lnTo>
                <a:lnTo>
                  <a:pt x="91" y="517"/>
                </a:lnTo>
                <a:lnTo>
                  <a:pt x="90" y="516"/>
                </a:lnTo>
                <a:lnTo>
                  <a:pt x="90" y="515"/>
                </a:lnTo>
                <a:lnTo>
                  <a:pt x="89" y="515"/>
                </a:lnTo>
                <a:lnTo>
                  <a:pt x="89" y="514"/>
                </a:lnTo>
                <a:lnTo>
                  <a:pt x="90" y="514"/>
                </a:lnTo>
                <a:lnTo>
                  <a:pt x="90" y="513"/>
                </a:lnTo>
                <a:lnTo>
                  <a:pt x="90" y="512"/>
                </a:lnTo>
                <a:lnTo>
                  <a:pt x="91" y="510"/>
                </a:lnTo>
                <a:lnTo>
                  <a:pt x="91" y="509"/>
                </a:lnTo>
                <a:lnTo>
                  <a:pt x="92" y="509"/>
                </a:lnTo>
                <a:lnTo>
                  <a:pt x="92" y="508"/>
                </a:lnTo>
                <a:lnTo>
                  <a:pt x="92" y="507"/>
                </a:lnTo>
                <a:lnTo>
                  <a:pt x="91" y="506"/>
                </a:lnTo>
                <a:lnTo>
                  <a:pt x="90" y="505"/>
                </a:lnTo>
                <a:lnTo>
                  <a:pt x="89" y="505"/>
                </a:lnTo>
                <a:lnTo>
                  <a:pt x="88" y="505"/>
                </a:lnTo>
                <a:lnTo>
                  <a:pt x="87" y="505"/>
                </a:lnTo>
                <a:lnTo>
                  <a:pt x="87" y="506"/>
                </a:lnTo>
                <a:lnTo>
                  <a:pt x="86" y="506"/>
                </a:lnTo>
                <a:lnTo>
                  <a:pt x="84" y="507"/>
                </a:lnTo>
                <a:lnTo>
                  <a:pt x="84" y="508"/>
                </a:lnTo>
                <a:lnTo>
                  <a:pt x="83" y="509"/>
                </a:lnTo>
                <a:lnTo>
                  <a:pt x="82" y="509"/>
                </a:lnTo>
                <a:lnTo>
                  <a:pt x="81" y="509"/>
                </a:lnTo>
                <a:lnTo>
                  <a:pt x="80" y="509"/>
                </a:lnTo>
                <a:lnTo>
                  <a:pt x="79" y="509"/>
                </a:lnTo>
                <a:lnTo>
                  <a:pt x="79" y="508"/>
                </a:lnTo>
                <a:lnTo>
                  <a:pt x="78" y="508"/>
                </a:lnTo>
                <a:lnTo>
                  <a:pt x="77" y="508"/>
                </a:lnTo>
                <a:lnTo>
                  <a:pt x="75" y="508"/>
                </a:lnTo>
                <a:lnTo>
                  <a:pt x="74" y="508"/>
                </a:lnTo>
                <a:lnTo>
                  <a:pt x="73" y="509"/>
                </a:lnTo>
                <a:lnTo>
                  <a:pt x="72" y="508"/>
                </a:lnTo>
                <a:lnTo>
                  <a:pt x="72" y="507"/>
                </a:lnTo>
                <a:lnTo>
                  <a:pt x="72" y="506"/>
                </a:lnTo>
                <a:lnTo>
                  <a:pt x="71" y="505"/>
                </a:lnTo>
                <a:lnTo>
                  <a:pt x="70" y="505"/>
                </a:lnTo>
                <a:lnTo>
                  <a:pt x="70" y="504"/>
                </a:lnTo>
                <a:lnTo>
                  <a:pt x="69" y="504"/>
                </a:lnTo>
                <a:lnTo>
                  <a:pt x="68" y="504"/>
                </a:lnTo>
                <a:lnTo>
                  <a:pt x="67" y="504"/>
                </a:lnTo>
                <a:lnTo>
                  <a:pt x="66" y="505"/>
                </a:lnTo>
                <a:lnTo>
                  <a:pt x="65" y="505"/>
                </a:lnTo>
                <a:lnTo>
                  <a:pt x="64" y="505"/>
                </a:lnTo>
                <a:lnTo>
                  <a:pt x="63" y="505"/>
                </a:lnTo>
                <a:lnTo>
                  <a:pt x="62" y="506"/>
                </a:lnTo>
                <a:lnTo>
                  <a:pt x="61" y="506"/>
                </a:lnTo>
                <a:lnTo>
                  <a:pt x="61" y="507"/>
                </a:lnTo>
                <a:lnTo>
                  <a:pt x="60" y="507"/>
                </a:lnTo>
                <a:lnTo>
                  <a:pt x="60" y="508"/>
                </a:lnTo>
                <a:lnTo>
                  <a:pt x="59" y="508"/>
                </a:lnTo>
                <a:lnTo>
                  <a:pt x="58" y="507"/>
                </a:lnTo>
                <a:lnTo>
                  <a:pt x="57" y="507"/>
                </a:lnTo>
                <a:lnTo>
                  <a:pt x="56" y="507"/>
                </a:lnTo>
                <a:lnTo>
                  <a:pt x="55" y="507"/>
                </a:lnTo>
                <a:lnTo>
                  <a:pt x="55" y="508"/>
                </a:lnTo>
                <a:lnTo>
                  <a:pt x="54" y="508"/>
                </a:lnTo>
                <a:lnTo>
                  <a:pt x="53" y="508"/>
                </a:lnTo>
                <a:lnTo>
                  <a:pt x="53" y="507"/>
                </a:lnTo>
                <a:lnTo>
                  <a:pt x="52" y="507"/>
                </a:lnTo>
                <a:lnTo>
                  <a:pt x="51" y="507"/>
                </a:lnTo>
                <a:lnTo>
                  <a:pt x="50" y="506"/>
                </a:lnTo>
                <a:lnTo>
                  <a:pt x="50" y="507"/>
                </a:lnTo>
                <a:lnTo>
                  <a:pt x="49" y="507"/>
                </a:lnTo>
                <a:lnTo>
                  <a:pt x="48" y="507"/>
                </a:lnTo>
                <a:lnTo>
                  <a:pt x="48" y="508"/>
                </a:lnTo>
                <a:lnTo>
                  <a:pt x="46" y="508"/>
                </a:lnTo>
                <a:lnTo>
                  <a:pt x="45" y="508"/>
                </a:lnTo>
                <a:lnTo>
                  <a:pt x="44" y="508"/>
                </a:lnTo>
                <a:lnTo>
                  <a:pt x="44" y="509"/>
                </a:lnTo>
                <a:lnTo>
                  <a:pt x="44" y="508"/>
                </a:lnTo>
                <a:lnTo>
                  <a:pt x="43" y="508"/>
                </a:lnTo>
                <a:lnTo>
                  <a:pt x="42" y="508"/>
                </a:lnTo>
                <a:lnTo>
                  <a:pt x="42" y="507"/>
                </a:lnTo>
                <a:lnTo>
                  <a:pt x="41" y="508"/>
                </a:lnTo>
                <a:lnTo>
                  <a:pt x="40" y="509"/>
                </a:lnTo>
                <a:lnTo>
                  <a:pt x="39" y="509"/>
                </a:lnTo>
                <a:lnTo>
                  <a:pt x="38" y="509"/>
                </a:lnTo>
                <a:lnTo>
                  <a:pt x="38" y="508"/>
                </a:lnTo>
                <a:lnTo>
                  <a:pt x="37" y="509"/>
                </a:lnTo>
                <a:lnTo>
                  <a:pt x="36" y="509"/>
                </a:lnTo>
                <a:lnTo>
                  <a:pt x="35" y="509"/>
                </a:lnTo>
                <a:lnTo>
                  <a:pt x="35" y="508"/>
                </a:lnTo>
                <a:lnTo>
                  <a:pt x="34" y="508"/>
                </a:lnTo>
                <a:lnTo>
                  <a:pt x="33" y="508"/>
                </a:lnTo>
                <a:lnTo>
                  <a:pt x="32" y="508"/>
                </a:lnTo>
                <a:lnTo>
                  <a:pt x="32" y="509"/>
                </a:lnTo>
                <a:lnTo>
                  <a:pt x="31" y="509"/>
                </a:lnTo>
                <a:lnTo>
                  <a:pt x="30" y="509"/>
                </a:lnTo>
                <a:lnTo>
                  <a:pt x="29" y="509"/>
                </a:lnTo>
                <a:lnTo>
                  <a:pt x="29" y="508"/>
                </a:lnTo>
                <a:lnTo>
                  <a:pt x="28" y="508"/>
                </a:lnTo>
                <a:lnTo>
                  <a:pt x="27" y="509"/>
                </a:lnTo>
                <a:lnTo>
                  <a:pt x="27" y="508"/>
                </a:lnTo>
                <a:lnTo>
                  <a:pt x="26" y="508"/>
                </a:lnTo>
                <a:lnTo>
                  <a:pt x="25" y="508"/>
                </a:lnTo>
                <a:lnTo>
                  <a:pt x="23" y="508"/>
                </a:lnTo>
                <a:lnTo>
                  <a:pt x="23" y="507"/>
                </a:lnTo>
                <a:lnTo>
                  <a:pt x="23" y="508"/>
                </a:lnTo>
                <a:lnTo>
                  <a:pt x="22" y="508"/>
                </a:lnTo>
                <a:lnTo>
                  <a:pt x="22" y="509"/>
                </a:lnTo>
                <a:lnTo>
                  <a:pt x="21" y="509"/>
                </a:lnTo>
                <a:lnTo>
                  <a:pt x="21" y="508"/>
                </a:lnTo>
                <a:lnTo>
                  <a:pt x="19" y="508"/>
                </a:lnTo>
                <a:lnTo>
                  <a:pt x="17" y="508"/>
                </a:lnTo>
                <a:lnTo>
                  <a:pt x="16" y="508"/>
                </a:lnTo>
                <a:lnTo>
                  <a:pt x="16" y="509"/>
                </a:lnTo>
                <a:lnTo>
                  <a:pt x="15" y="509"/>
                </a:lnTo>
                <a:lnTo>
                  <a:pt x="15" y="510"/>
                </a:lnTo>
                <a:lnTo>
                  <a:pt x="15" y="511"/>
                </a:lnTo>
                <a:lnTo>
                  <a:pt x="14" y="511"/>
                </a:lnTo>
                <a:lnTo>
                  <a:pt x="13" y="512"/>
                </a:lnTo>
                <a:lnTo>
                  <a:pt x="12" y="513"/>
                </a:lnTo>
                <a:lnTo>
                  <a:pt x="12" y="514"/>
                </a:lnTo>
                <a:lnTo>
                  <a:pt x="12" y="515"/>
                </a:lnTo>
                <a:lnTo>
                  <a:pt x="12" y="516"/>
                </a:lnTo>
                <a:lnTo>
                  <a:pt x="12" y="517"/>
                </a:lnTo>
                <a:lnTo>
                  <a:pt x="11" y="517"/>
                </a:lnTo>
                <a:lnTo>
                  <a:pt x="10" y="516"/>
                </a:lnTo>
                <a:lnTo>
                  <a:pt x="9" y="516"/>
                </a:lnTo>
                <a:lnTo>
                  <a:pt x="8" y="515"/>
                </a:lnTo>
                <a:lnTo>
                  <a:pt x="7" y="515"/>
                </a:lnTo>
                <a:lnTo>
                  <a:pt x="7" y="516"/>
                </a:lnTo>
                <a:lnTo>
                  <a:pt x="6" y="517"/>
                </a:lnTo>
                <a:lnTo>
                  <a:pt x="5" y="516"/>
                </a:lnTo>
                <a:lnTo>
                  <a:pt x="5" y="515"/>
                </a:lnTo>
                <a:lnTo>
                  <a:pt x="5" y="514"/>
                </a:lnTo>
                <a:lnTo>
                  <a:pt x="4" y="514"/>
                </a:lnTo>
                <a:lnTo>
                  <a:pt x="4" y="513"/>
                </a:lnTo>
                <a:lnTo>
                  <a:pt x="3" y="513"/>
                </a:lnTo>
                <a:lnTo>
                  <a:pt x="2" y="513"/>
                </a:lnTo>
                <a:lnTo>
                  <a:pt x="1" y="513"/>
                </a:lnTo>
                <a:lnTo>
                  <a:pt x="0" y="512"/>
                </a:lnTo>
                <a:lnTo>
                  <a:pt x="0" y="511"/>
                </a:lnTo>
                <a:lnTo>
                  <a:pt x="0" y="510"/>
                </a:lnTo>
                <a:lnTo>
                  <a:pt x="0" y="509"/>
                </a:lnTo>
                <a:lnTo>
                  <a:pt x="1" y="508"/>
                </a:lnTo>
                <a:lnTo>
                  <a:pt x="2" y="507"/>
                </a:lnTo>
                <a:lnTo>
                  <a:pt x="2" y="506"/>
                </a:lnTo>
                <a:lnTo>
                  <a:pt x="2" y="505"/>
                </a:lnTo>
                <a:lnTo>
                  <a:pt x="1" y="505"/>
                </a:lnTo>
                <a:lnTo>
                  <a:pt x="2" y="505"/>
                </a:lnTo>
                <a:lnTo>
                  <a:pt x="2" y="504"/>
                </a:lnTo>
                <a:lnTo>
                  <a:pt x="1" y="504"/>
                </a:lnTo>
                <a:lnTo>
                  <a:pt x="1" y="503"/>
                </a:lnTo>
                <a:lnTo>
                  <a:pt x="1" y="502"/>
                </a:lnTo>
                <a:lnTo>
                  <a:pt x="1" y="501"/>
                </a:lnTo>
                <a:lnTo>
                  <a:pt x="1" y="500"/>
                </a:lnTo>
                <a:lnTo>
                  <a:pt x="0" y="500"/>
                </a:lnTo>
                <a:lnTo>
                  <a:pt x="0" y="499"/>
                </a:lnTo>
                <a:lnTo>
                  <a:pt x="0" y="498"/>
                </a:lnTo>
                <a:lnTo>
                  <a:pt x="1" y="498"/>
                </a:lnTo>
                <a:lnTo>
                  <a:pt x="1" y="497"/>
                </a:lnTo>
                <a:lnTo>
                  <a:pt x="1" y="496"/>
                </a:lnTo>
                <a:lnTo>
                  <a:pt x="1" y="494"/>
                </a:lnTo>
                <a:lnTo>
                  <a:pt x="1" y="492"/>
                </a:lnTo>
                <a:lnTo>
                  <a:pt x="2" y="491"/>
                </a:lnTo>
                <a:lnTo>
                  <a:pt x="2" y="488"/>
                </a:lnTo>
                <a:lnTo>
                  <a:pt x="2" y="485"/>
                </a:lnTo>
                <a:lnTo>
                  <a:pt x="3" y="484"/>
                </a:lnTo>
                <a:lnTo>
                  <a:pt x="4" y="484"/>
                </a:lnTo>
                <a:lnTo>
                  <a:pt x="6" y="483"/>
                </a:lnTo>
                <a:lnTo>
                  <a:pt x="7" y="483"/>
                </a:lnTo>
                <a:lnTo>
                  <a:pt x="8" y="482"/>
                </a:lnTo>
                <a:lnTo>
                  <a:pt x="8" y="481"/>
                </a:lnTo>
                <a:lnTo>
                  <a:pt x="17" y="475"/>
                </a:lnTo>
                <a:lnTo>
                  <a:pt x="25" y="468"/>
                </a:lnTo>
                <a:lnTo>
                  <a:pt x="40" y="449"/>
                </a:lnTo>
                <a:lnTo>
                  <a:pt x="41" y="447"/>
                </a:lnTo>
                <a:lnTo>
                  <a:pt x="49" y="427"/>
                </a:lnTo>
                <a:lnTo>
                  <a:pt x="50" y="425"/>
                </a:lnTo>
                <a:lnTo>
                  <a:pt x="57" y="403"/>
                </a:lnTo>
                <a:lnTo>
                  <a:pt x="58" y="400"/>
                </a:lnTo>
                <a:lnTo>
                  <a:pt x="60" y="395"/>
                </a:lnTo>
                <a:lnTo>
                  <a:pt x="61" y="391"/>
                </a:lnTo>
                <a:lnTo>
                  <a:pt x="61" y="390"/>
                </a:lnTo>
                <a:lnTo>
                  <a:pt x="65" y="375"/>
                </a:lnTo>
                <a:lnTo>
                  <a:pt x="71" y="353"/>
                </a:lnTo>
                <a:lnTo>
                  <a:pt x="76" y="346"/>
                </a:lnTo>
                <a:lnTo>
                  <a:pt x="81" y="338"/>
                </a:lnTo>
                <a:lnTo>
                  <a:pt x="86" y="330"/>
                </a:lnTo>
                <a:lnTo>
                  <a:pt x="89" y="318"/>
                </a:lnTo>
                <a:lnTo>
                  <a:pt x="90" y="314"/>
                </a:lnTo>
                <a:lnTo>
                  <a:pt x="93" y="293"/>
                </a:lnTo>
                <a:lnTo>
                  <a:pt x="94" y="291"/>
                </a:lnTo>
                <a:lnTo>
                  <a:pt x="102" y="290"/>
                </a:lnTo>
                <a:lnTo>
                  <a:pt x="141" y="288"/>
                </a:lnTo>
                <a:lnTo>
                  <a:pt x="159" y="287"/>
                </a:lnTo>
                <a:lnTo>
                  <a:pt x="160" y="287"/>
                </a:lnTo>
                <a:lnTo>
                  <a:pt x="189" y="288"/>
                </a:lnTo>
                <a:lnTo>
                  <a:pt x="189" y="287"/>
                </a:lnTo>
                <a:lnTo>
                  <a:pt x="198" y="269"/>
                </a:lnTo>
                <a:lnTo>
                  <a:pt x="198" y="256"/>
                </a:lnTo>
                <a:lnTo>
                  <a:pt x="211" y="241"/>
                </a:lnTo>
                <a:lnTo>
                  <a:pt x="223" y="224"/>
                </a:lnTo>
                <a:lnTo>
                  <a:pt x="224" y="222"/>
                </a:lnTo>
                <a:lnTo>
                  <a:pt x="246" y="201"/>
                </a:lnTo>
                <a:lnTo>
                  <a:pt x="258" y="192"/>
                </a:lnTo>
                <a:lnTo>
                  <a:pt x="289" y="169"/>
                </a:lnTo>
                <a:lnTo>
                  <a:pt x="308" y="167"/>
                </a:lnTo>
                <a:lnTo>
                  <a:pt x="314" y="167"/>
                </a:lnTo>
                <a:lnTo>
                  <a:pt x="317" y="162"/>
                </a:lnTo>
                <a:lnTo>
                  <a:pt x="321" y="155"/>
                </a:lnTo>
                <a:lnTo>
                  <a:pt x="323" y="153"/>
                </a:lnTo>
                <a:lnTo>
                  <a:pt x="328" y="148"/>
                </a:lnTo>
                <a:lnTo>
                  <a:pt x="341" y="142"/>
                </a:lnTo>
                <a:lnTo>
                  <a:pt x="345" y="141"/>
                </a:lnTo>
                <a:lnTo>
                  <a:pt x="357" y="136"/>
                </a:lnTo>
                <a:lnTo>
                  <a:pt x="360" y="136"/>
                </a:lnTo>
                <a:lnTo>
                  <a:pt x="360" y="137"/>
                </a:lnTo>
                <a:lnTo>
                  <a:pt x="360" y="138"/>
                </a:lnTo>
                <a:lnTo>
                  <a:pt x="362" y="139"/>
                </a:lnTo>
                <a:lnTo>
                  <a:pt x="362" y="140"/>
                </a:lnTo>
                <a:lnTo>
                  <a:pt x="363" y="142"/>
                </a:lnTo>
                <a:lnTo>
                  <a:pt x="364" y="143"/>
                </a:lnTo>
                <a:lnTo>
                  <a:pt x="366" y="144"/>
                </a:lnTo>
                <a:lnTo>
                  <a:pt x="366" y="145"/>
                </a:lnTo>
                <a:lnTo>
                  <a:pt x="366" y="146"/>
                </a:lnTo>
                <a:lnTo>
                  <a:pt x="365" y="147"/>
                </a:lnTo>
                <a:lnTo>
                  <a:pt x="365" y="148"/>
                </a:lnTo>
                <a:lnTo>
                  <a:pt x="366" y="151"/>
                </a:lnTo>
                <a:lnTo>
                  <a:pt x="367" y="151"/>
                </a:lnTo>
                <a:lnTo>
                  <a:pt x="367" y="152"/>
                </a:lnTo>
                <a:lnTo>
                  <a:pt x="367" y="153"/>
                </a:lnTo>
                <a:lnTo>
                  <a:pt x="368" y="153"/>
                </a:lnTo>
                <a:lnTo>
                  <a:pt x="368" y="154"/>
                </a:lnTo>
                <a:lnTo>
                  <a:pt x="368" y="155"/>
                </a:lnTo>
                <a:lnTo>
                  <a:pt x="368" y="156"/>
                </a:lnTo>
                <a:lnTo>
                  <a:pt x="370" y="162"/>
                </a:lnTo>
                <a:lnTo>
                  <a:pt x="370" y="163"/>
                </a:lnTo>
                <a:lnTo>
                  <a:pt x="374" y="167"/>
                </a:lnTo>
                <a:lnTo>
                  <a:pt x="374" y="168"/>
                </a:lnTo>
                <a:lnTo>
                  <a:pt x="375" y="169"/>
                </a:lnTo>
                <a:lnTo>
                  <a:pt x="375" y="168"/>
                </a:lnTo>
                <a:lnTo>
                  <a:pt x="376" y="168"/>
                </a:lnTo>
                <a:lnTo>
                  <a:pt x="376" y="167"/>
                </a:lnTo>
                <a:lnTo>
                  <a:pt x="377" y="166"/>
                </a:lnTo>
                <a:lnTo>
                  <a:pt x="377" y="165"/>
                </a:lnTo>
                <a:lnTo>
                  <a:pt x="377" y="164"/>
                </a:lnTo>
                <a:lnTo>
                  <a:pt x="378" y="163"/>
                </a:lnTo>
                <a:lnTo>
                  <a:pt x="379" y="161"/>
                </a:lnTo>
                <a:lnTo>
                  <a:pt x="379" y="160"/>
                </a:lnTo>
                <a:lnTo>
                  <a:pt x="379" y="159"/>
                </a:lnTo>
                <a:lnTo>
                  <a:pt x="380" y="159"/>
                </a:lnTo>
                <a:lnTo>
                  <a:pt x="380" y="158"/>
                </a:lnTo>
                <a:lnTo>
                  <a:pt x="381" y="156"/>
                </a:lnTo>
                <a:lnTo>
                  <a:pt x="382" y="155"/>
                </a:lnTo>
                <a:lnTo>
                  <a:pt x="383" y="154"/>
                </a:lnTo>
                <a:lnTo>
                  <a:pt x="384" y="153"/>
                </a:lnTo>
                <a:lnTo>
                  <a:pt x="385" y="153"/>
                </a:lnTo>
                <a:lnTo>
                  <a:pt x="386" y="152"/>
                </a:lnTo>
                <a:lnTo>
                  <a:pt x="388" y="150"/>
                </a:lnTo>
                <a:lnTo>
                  <a:pt x="390" y="149"/>
                </a:lnTo>
                <a:lnTo>
                  <a:pt x="391" y="148"/>
                </a:lnTo>
                <a:lnTo>
                  <a:pt x="393" y="147"/>
                </a:lnTo>
                <a:lnTo>
                  <a:pt x="396" y="145"/>
                </a:lnTo>
                <a:lnTo>
                  <a:pt x="398" y="144"/>
                </a:lnTo>
                <a:lnTo>
                  <a:pt x="400" y="143"/>
                </a:lnTo>
                <a:lnTo>
                  <a:pt x="401" y="142"/>
                </a:lnTo>
                <a:lnTo>
                  <a:pt x="402" y="141"/>
                </a:lnTo>
                <a:lnTo>
                  <a:pt x="404" y="140"/>
                </a:lnTo>
                <a:lnTo>
                  <a:pt x="406" y="139"/>
                </a:lnTo>
                <a:lnTo>
                  <a:pt x="407" y="139"/>
                </a:lnTo>
                <a:lnTo>
                  <a:pt x="407" y="138"/>
                </a:lnTo>
                <a:lnTo>
                  <a:pt x="408" y="138"/>
                </a:lnTo>
                <a:lnTo>
                  <a:pt x="408" y="137"/>
                </a:lnTo>
                <a:lnTo>
                  <a:pt x="409" y="137"/>
                </a:lnTo>
                <a:lnTo>
                  <a:pt x="411" y="136"/>
                </a:lnTo>
                <a:lnTo>
                  <a:pt x="412" y="136"/>
                </a:lnTo>
                <a:lnTo>
                  <a:pt x="413" y="136"/>
                </a:lnTo>
                <a:lnTo>
                  <a:pt x="414" y="135"/>
                </a:lnTo>
                <a:lnTo>
                  <a:pt x="415" y="135"/>
                </a:lnTo>
                <a:lnTo>
                  <a:pt x="416" y="134"/>
                </a:lnTo>
                <a:lnTo>
                  <a:pt x="417" y="134"/>
                </a:lnTo>
                <a:lnTo>
                  <a:pt x="418" y="133"/>
                </a:lnTo>
                <a:lnTo>
                  <a:pt x="420" y="133"/>
                </a:lnTo>
                <a:lnTo>
                  <a:pt x="421" y="133"/>
                </a:lnTo>
                <a:lnTo>
                  <a:pt x="423" y="133"/>
                </a:lnTo>
                <a:lnTo>
                  <a:pt x="424" y="133"/>
                </a:lnTo>
                <a:lnTo>
                  <a:pt x="425" y="132"/>
                </a:lnTo>
                <a:lnTo>
                  <a:pt x="425" y="133"/>
                </a:lnTo>
                <a:lnTo>
                  <a:pt x="430" y="133"/>
                </a:lnTo>
                <a:lnTo>
                  <a:pt x="431" y="132"/>
                </a:lnTo>
                <a:lnTo>
                  <a:pt x="433" y="132"/>
                </a:lnTo>
                <a:lnTo>
                  <a:pt x="435" y="131"/>
                </a:lnTo>
                <a:lnTo>
                  <a:pt x="437" y="131"/>
                </a:lnTo>
                <a:lnTo>
                  <a:pt x="439" y="132"/>
                </a:lnTo>
                <a:lnTo>
                  <a:pt x="440" y="132"/>
                </a:lnTo>
                <a:lnTo>
                  <a:pt x="441" y="131"/>
                </a:lnTo>
                <a:lnTo>
                  <a:pt x="442" y="131"/>
                </a:lnTo>
                <a:lnTo>
                  <a:pt x="443" y="130"/>
                </a:lnTo>
                <a:lnTo>
                  <a:pt x="444" y="129"/>
                </a:lnTo>
                <a:lnTo>
                  <a:pt x="446" y="129"/>
                </a:lnTo>
                <a:lnTo>
                  <a:pt x="447" y="128"/>
                </a:lnTo>
                <a:lnTo>
                  <a:pt x="450" y="127"/>
                </a:lnTo>
                <a:lnTo>
                  <a:pt x="452" y="127"/>
                </a:lnTo>
                <a:lnTo>
                  <a:pt x="453" y="126"/>
                </a:lnTo>
                <a:lnTo>
                  <a:pt x="456" y="125"/>
                </a:lnTo>
                <a:lnTo>
                  <a:pt x="457" y="124"/>
                </a:lnTo>
                <a:lnTo>
                  <a:pt x="458" y="124"/>
                </a:lnTo>
                <a:lnTo>
                  <a:pt x="459" y="124"/>
                </a:lnTo>
                <a:lnTo>
                  <a:pt x="459" y="123"/>
                </a:lnTo>
                <a:lnTo>
                  <a:pt x="460" y="123"/>
                </a:lnTo>
                <a:lnTo>
                  <a:pt x="461" y="123"/>
                </a:lnTo>
                <a:lnTo>
                  <a:pt x="462" y="122"/>
                </a:lnTo>
                <a:lnTo>
                  <a:pt x="463" y="121"/>
                </a:lnTo>
                <a:lnTo>
                  <a:pt x="464" y="121"/>
                </a:lnTo>
                <a:lnTo>
                  <a:pt x="464" y="120"/>
                </a:lnTo>
                <a:lnTo>
                  <a:pt x="465" y="119"/>
                </a:lnTo>
                <a:lnTo>
                  <a:pt x="466" y="118"/>
                </a:lnTo>
                <a:lnTo>
                  <a:pt x="467" y="117"/>
                </a:lnTo>
                <a:lnTo>
                  <a:pt x="468" y="117"/>
                </a:lnTo>
                <a:lnTo>
                  <a:pt x="469" y="116"/>
                </a:lnTo>
                <a:lnTo>
                  <a:pt x="470" y="115"/>
                </a:lnTo>
                <a:lnTo>
                  <a:pt x="471" y="114"/>
                </a:lnTo>
                <a:lnTo>
                  <a:pt x="471" y="113"/>
                </a:lnTo>
                <a:lnTo>
                  <a:pt x="472" y="113"/>
                </a:lnTo>
                <a:lnTo>
                  <a:pt x="472" y="112"/>
                </a:lnTo>
                <a:lnTo>
                  <a:pt x="472" y="111"/>
                </a:lnTo>
                <a:lnTo>
                  <a:pt x="473" y="111"/>
                </a:lnTo>
                <a:lnTo>
                  <a:pt x="473" y="110"/>
                </a:lnTo>
                <a:lnTo>
                  <a:pt x="473" y="109"/>
                </a:lnTo>
                <a:lnTo>
                  <a:pt x="474" y="109"/>
                </a:lnTo>
                <a:lnTo>
                  <a:pt x="474" y="107"/>
                </a:lnTo>
                <a:lnTo>
                  <a:pt x="475" y="103"/>
                </a:lnTo>
                <a:lnTo>
                  <a:pt x="469" y="88"/>
                </a:lnTo>
                <a:lnTo>
                  <a:pt x="473" y="85"/>
                </a:lnTo>
                <a:lnTo>
                  <a:pt x="476" y="83"/>
                </a:lnTo>
                <a:lnTo>
                  <a:pt x="481" y="79"/>
                </a:lnTo>
                <a:lnTo>
                  <a:pt x="468" y="61"/>
                </a:lnTo>
                <a:lnTo>
                  <a:pt x="468" y="60"/>
                </a:lnTo>
                <a:lnTo>
                  <a:pt x="468" y="57"/>
                </a:lnTo>
                <a:lnTo>
                  <a:pt x="472" y="48"/>
                </a:lnTo>
                <a:lnTo>
                  <a:pt x="465" y="45"/>
                </a:lnTo>
                <a:lnTo>
                  <a:pt x="462" y="43"/>
                </a:lnTo>
                <a:lnTo>
                  <a:pt x="464" y="41"/>
                </a:lnTo>
                <a:lnTo>
                  <a:pt x="465" y="40"/>
                </a:lnTo>
                <a:lnTo>
                  <a:pt x="467" y="37"/>
                </a:lnTo>
                <a:lnTo>
                  <a:pt x="468" y="34"/>
                </a:lnTo>
                <a:lnTo>
                  <a:pt x="469" y="28"/>
                </a:lnTo>
                <a:lnTo>
                  <a:pt x="470" y="27"/>
                </a:lnTo>
                <a:lnTo>
                  <a:pt x="472" y="26"/>
                </a:lnTo>
                <a:lnTo>
                  <a:pt x="473" y="26"/>
                </a:lnTo>
                <a:lnTo>
                  <a:pt x="473" y="25"/>
                </a:lnTo>
                <a:lnTo>
                  <a:pt x="474" y="25"/>
                </a:lnTo>
                <a:lnTo>
                  <a:pt x="474" y="24"/>
                </a:lnTo>
                <a:lnTo>
                  <a:pt x="475" y="24"/>
                </a:lnTo>
                <a:lnTo>
                  <a:pt x="478" y="19"/>
                </a:lnTo>
                <a:lnTo>
                  <a:pt x="479" y="19"/>
                </a:lnTo>
                <a:lnTo>
                  <a:pt x="481" y="19"/>
                </a:lnTo>
                <a:lnTo>
                  <a:pt x="481" y="18"/>
                </a:lnTo>
                <a:lnTo>
                  <a:pt x="482" y="18"/>
                </a:lnTo>
                <a:lnTo>
                  <a:pt x="485" y="17"/>
                </a:lnTo>
                <a:lnTo>
                  <a:pt x="486" y="16"/>
                </a:lnTo>
                <a:lnTo>
                  <a:pt x="487" y="16"/>
                </a:lnTo>
                <a:lnTo>
                  <a:pt x="488" y="16"/>
                </a:lnTo>
                <a:lnTo>
                  <a:pt x="491" y="14"/>
                </a:lnTo>
                <a:lnTo>
                  <a:pt x="492" y="13"/>
                </a:lnTo>
                <a:lnTo>
                  <a:pt x="494" y="12"/>
                </a:lnTo>
                <a:lnTo>
                  <a:pt x="495" y="12"/>
                </a:lnTo>
                <a:lnTo>
                  <a:pt x="497" y="11"/>
                </a:lnTo>
                <a:lnTo>
                  <a:pt x="498" y="10"/>
                </a:lnTo>
                <a:lnTo>
                  <a:pt x="499" y="10"/>
                </a:lnTo>
                <a:lnTo>
                  <a:pt x="500" y="10"/>
                </a:lnTo>
                <a:lnTo>
                  <a:pt x="500" y="9"/>
                </a:lnTo>
                <a:lnTo>
                  <a:pt x="501" y="9"/>
                </a:lnTo>
                <a:lnTo>
                  <a:pt x="502" y="8"/>
                </a:lnTo>
                <a:lnTo>
                  <a:pt x="503" y="8"/>
                </a:lnTo>
                <a:lnTo>
                  <a:pt x="504" y="8"/>
                </a:lnTo>
                <a:lnTo>
                  <a:pt x="504" y="7"/>
                </a:lnTo>
                <a:lnTo>
                  <a:pt x="505" y="7"/>
                </a:lnTo>
                <a:lnTo>
                  <a:pt x="506" y="7"/>
                </a:lnTo>
                <a:lnTo>
                  <a:pt x="506" y="6"/>
                </a:lnTo>
                <a:lnTo>
                  <a:pt x="507" y="6"/>
                </a:lnTo>
                <a:lnTo>
                  <a:pt x="508" y="6"/>
                </a:lnTo>
                <a:lnTo>
                  <a:pt x="508" y="5"/>
                </a:lnTo>
                <a:lnTo>
                  <a:pt x="511" y="3"/>
                </a:lnTo>
                <a:lnTo>
                  <a:pt x="516" y="3"/>
                </a:lnTo>
                <a:lnTo>
                  <a:pt x="519" y="3"/>
                </a:lnTo>
                <a:lnTo>
                  <a:pt x="521" y="3"/>
                </a:lnTo>
                <a:lnTo>
                  <a:pt x="524" y="3"/>
                </a:lnTo>
                <a:lnTo>
                  <a:pt x="527" y="3"/>
                </a:lnTo>
                <a:lnTo>
                  <a:pt x="529" y="3"/>
                </a:lnTo>
                <a:lnTo>
                  <a:pt x="533" y="3"/>
                </a:lnTo>
                <a:lnTo>
                  <a:pt x="536" y="3"/>
                </a:lnTo>
                <a:lnTo>
                  <a:pt x="539" y="3"/>
                </a:lnTo>
                <a:lnTo>
                  <a:pt x="551" y="2"/>
                </a:lnTo>
                <a:lnTo>
                  <a:pt x="558" y="3"/>
                </a:lnTo>
                <a:lnTo>
                  <a:pt x="565" y="3"/>
                </a:lnTo>
                <a:lnTo>
                  <a:pt x="576" y="4"/>
                </a:lnTo>
                <a:lnTo>
                  <a:pt x="579" y="4"/>
                </a:lnTo>
                <a:lnTo>
                  <a:pt x="581" y="3"/>
                </a:lnTo>
                <a:lnTo>
                  <a:pt x="582" y="3"/>
                </a:lnTo>
                <a:lnTo>
                  <a:pt x="584" y="3"/>
                </a:lnTo>
                <a:lnTo>
                  <a:pt x="585" y="3"/>
                </a:lnTo>
                <a:lnTo>
                  <a:pt x="587" y="2"/>
                </a:lnTo>
                <a:lnTo>
                  <a:pt x="591" y="1"/>
                </a:lnTo>
                <a:lnTo>
                  <a:pt x="593" y="1"/>
                </a:lnTo>
                <a:lnTo>
                  <a:pt x="595" y="0"/>
                </a:lnTo>
                <a:lnTo>
                  <a:pt x="596" y="0"/>
                </a:lnTo>
                <a:lnTo>
                  <a:pt x="598" y="0"/>
                </a:lnTo>
                <a:lnTo>
                  <a:pt x="599" y="5"/>
                </a:lnTo>
                <a:moveTo>
                  <a:pt x="1580" y="1153"/>
                </a:moveTo>
                <a:lnTo>
                  <a:pt x="1579" y="1154"/>
                </a:lnTo>
                <a:lnTo>
                  <a:pt x="1578" y="1154"/>
                </a:lnTo>
                <a:lnTo>
                  <a:pt x="1578" y="1153"/>
                </a:lnTo>
                <a:lnTo>
                  <a:pt x="1577" y="1154"/>
                </a:lnTo>
                <a:lnTo>
                  <a:pt x="1576" y="1154"/>
                </a:lnTo>
                <a:lnTo>
                  <a:pt x="1575" y="1154"/>
                </a:lnTo>
                <a:lnTo>
                  <a:pt x="1575" y="1155"/>
                </a:lnTo>
                <a:lnTo>
                  <a:pt x="1574" y="1155"/>
                </a:lnTo>
                <a:lnTo>
                  <a:pt x="1572" y="1156"/>
                </a:lnTo>
                <a:lnTo>
                  <a:pt x="1571" y="1157"/>
                </a:lnTo>
                <a:lnTo>
                  <a:pt x="1570" y="1157"/>
                </a:lnTo>
                <a:lnTo>
                  <a:pt x="1569" y="1157"/>
                </a:lnTo>
                <a:lnTo>
                  <a:pt x="1568" y="1158"/>
                </a:lnTo>
                <a:lnTo>
                  <a:pt x="1567" y="1158"/>
                </a:lnTo>
                <a:lnTo>
                  <a:pt x="1566" y="1158"/>
                </a:lnTo>
                <a:lnTo>
                  <a:pt x="1566" y="1157"/>
                </a:lnTo>
                <a:lnTo>
                  <a:pt x="1565" y="1157"/>
                </a:lnTo>
                <a:lnTo>
                  <a:pt x="1564" y="1158"/>
                </a:lnTo>
                <a:lnTo>
                  <a:pt x="1563" y="1159"/>
                </a:lnTo>
                <a:lnTo>
                  <a:pt x="1563" y="1160"/>
                </a:lnTo>
                <a:lnTo>
                  <a:pt x="1564" y="1162"/>
                </a:lnTo>
                <a:lnTo>
                  <a:pt x="1564" y="1163"/>
                </a:lnTo>
                <a:lnTo>
                  <a:pt x="1564" y="1164"/>
                </a:lnTo>
                <a:lnTo>
                  <a:pt x="1565" y="1164"/>
                </a:lnTo>
                <a:lnTo>
                  <a:pt x="1565" y="1163"/>
                </a:lnTo>
                <a:lnTo>
                  <a:pt x="1565" y="1164"/>
                </a:lnTo>
                <a:lnTo>
                  <a:pt x="1566" y="1164"/>
                </a:lnTo>
                <a:lnTo>
                  <a:pt x="1567" y="1163"/>
                </a:lnTo>
                <a:lnTo>
                  <a:pt x="1568" y="1162"/>
                </a:lnTo>
                <a:lnTo>
                  <a:pt x="1569" y="1162"/>
                </a:lnTo>
                <a:lnTo>
                  <a:pt x="1570" y="1162"/>
                </a:lnTo>
                <a:lnTo>
                  <a:pt x="1571" y="1161"/>
                </a:lnTo>
                <a:lnTo>
                  <a:pt x="1572" y="1161"/>
                </a:lnTo>
                <a:lnTo>
                  <a:pt x="1572" y="1162"/>
                </a:lnTo>
                <a:lnTo>
                  <a:pt x="1573" y="1162"/>
                </a:lnTo>
                <a:lnTo>
                  <a:pt x="1573" y="1161"/>
                </a:lnTo>
                <a:lnTo>
                  <a:pt x="1574" y="1161"/>
                </a:lnTo>
                <a:lnTo>
                  <a:pt x="1575" y="1160"/>
                </a:lnTo>
                <a:lnTo>
                  <a:pt x="1576" y="1160"/>
                </a:lnTo>
                <a:lnTo>
                  <a:pt x="1576" y="1159"/>
                </a:lnTo>
                <a:lnTo>
                  <a:pt x="1576" y="1158"/>
                </a:lnTo>
                <a:lnTo>
                  <a:pt x="1577" y="1159"/>
                </a:lnTo>
                <a:lnTo>
                  <a:pt x="1577" y="1160"/>
                </a:lnTo>
                <a:lnTo>
                  <a:pt x="1578" y="1159"/>
                </a:lnTo>
                <a:lnTo>
                  <a:pt x="1578" y="1158"/>
                </a:lnTo>
                <a:lnTo>
                  <a:pt x="1578" y="1157"/>
                </a:lnTo>
                <a:lnTo>
                  <a:pt x="1579" y="1156"/>
                </a:lnTo>
                <a:lnTo>
                  <a:pt x="1580" y="1155"/>
                </a:lnTo>
                <a:lnTo>
                  <a:pt x="1581" y="1155"/>
                </a:lnTo>
                <a:lnTo>
                  <a:pt x="1581" y="1156"/>
                </a:lnTo>
                <a:lnTo>
                  <a:pt x="1582" y="1158"/>
                </a:lnTo>
                <a:lnTo>
                  <a:pt x="1583" y="1158"/>
                </a:lnTo>
                <a:lnTo>
                  <a:pt x="1583" y="1157"/>
                </a:lnTo>
                <a:lnTo>
                  <a:pt x="1583" y="1156"/>
                </a:lnTo>
                <a:lnTo>
                  <a:pt x="1583" y="1154"/>
                </a:lnTo>
                <a:lnTo>
                  <a:pt x="1583" y="1153"/>
                </a:lnTo>
                <a:lnTo>
                  <a:pt x="1584" y="1153"/>
                </a:lnTo>
                <a:lnTo>
                  <a:pt x="1584" y="1152"/>
                </a:lnTo>
                <a:lnTo>
                  <a:pt x="1583" y="1152"/>
                </a:lnTo>
                <a:lnTo>
                  <a:pt x="1582" y="1152"/>
                </a:lnTo>
                <a:lnTo>
                  <a:pt x="1581" y="1152"/>
                </a:lnTo>
                <a:lnTo>
                  <a:pt x="1580" y="1152"/>
                </a:lnTo>
                <a:lnTo>
                  <a:pt x="1580" y="115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1220400" y="4637160"/>
            <a:ext cx="595440" cy="430560"/>
          </a:xfrm>
          <a:custGeom>
            <a:avLst/>
            <a:gdLst/>
            <a:ahLst/>
            <a:rect l="0" t="0" r="r" b="b"/>
            <a:pathLst>
              <a:path w="1654" h="1196">
                <a:moveTo>
                  <a:pt x="967" y="41"/>
                </a:moveTo>
                <a:lnTo>
                  <a:pt x="968" y="41"/>
                </a:lnTo>
                <a:lnTo>
                  <a:pt x="969" y="41"/>
                </a:lnTo>
                <a:lnTo>
                  <a:pt x="969" y="42"/>
                </a:lnTo>
                <a:lnTo>
                  <a:pt x="970" y="42"/>
                </a:lnTo>
                <a:lnTo>
                  <a:pt x="971" y="42"/>
                </a:lnTo>
                <a:lnTo>
                  <a:pt x="971" y="43"/>
                </a:lnTo>
                <a:lnTo>
                  <a:pt x="972" y="43"/>
                </a:lnTo>
                <a:lnTo>
                  <a:pt x="972" y="44"/>
                </a:lnTo>
                <a:lnTo>
                  <a:pt x="972" y="43"/>
                </a:lnTo>
                <a:lnTo>
                  <a:pt x="972" y="44"/>
                </a:lnTo>
                <a:lnTo>
                  <a:pt x="972" y="43"/>
                </a:lnTo>
                <a:lnTo>
                  <a:pt x="973" y="43"/>
                </a:lnTo>
                <a:lnTo>
                  <a:pt x="974" y="43"/>
                </a:lnTo>
                <a:lnTo>
                  <a:pt x="975" y="43"/>
                </a:lnTo>
                <a:lnTo>
                  <a:pt x="976" y="43"/>
                </a:lnTo>
                <a:lnTo>
                  <a:pt x="976" y="44"/>
                </a:lnTo>
                <a:lnTo>
                  <a:pt x="977" y="44"/>
                </a:lnTo>
                <a:lnTo>
                  <a:pt x="978" y="44"/>
                </a:lnTo>
                <a:lnTo>
                  <a:pt x="979" y="44"/>
                </a:lnTo>
                <a:lnTo>
                  <a:pt x="980" y="44"/>
                </a:lnTo>
                <a:lnTo>
                  <a:pt x="980" y="43"/>
                </a:lnTo>
                <a:lnTo>
                  <a:pt x="980" y="44"/>
                </a:lnTo>
                <a:lnTo>
                  <a:pt x="981" y="44"/>
                </a:lnTo>
                <a:lnTo>
                  <a:pt x="982" y="44"/>
                </a:lnTo>
                <a:lnTo>
                  <a:pt x="983" y="44"/>
                </a:lnTo>
                <a:lnTo>
                  <a:pt x="983" y="45"/>
                </a:lnTo>
                <a:lnTo>
                  <a:pt x="984" y="45"/>
                </a:lnTo>
                <a:lnTo>
                  <a:pt x="984" y="46"/>
                </a:lnTo>
                <a:lnTo>
                  <a:pt x="985" y="46"/>
                </a:lnTo>
                <a:lnTo>
                  <a:pt x="987" y="45"/>
                </a:lnTo>
                <a:lnTo>
                  <a:pt x="989" y="45"/>
                </a:lnTo>
                <a:lnTo>
                  <a:pt x="990" y="46"/>
                </a:lnTo>
                <a:lnTo>
                  <a:pt x="991" y="47"/>
                </a:lnTo>
                <a:lnTo>
                  <a:pt x="993" y="48"/>
                </a:lnTo>
                <a:lnTo>
                  <a:pt x="994" y="48"/>
                </a:lnTo>
                <a:lnTo>
                  <a:pt x="995" y="49"/>
                </a:lnTo>
                <a:lnTo>
                  <a:pt x="996" y="50"/>
                </a:lnTo>
                <a:lnTo>
                  <a:pt x="997" y="51"/>
                </a:lnTo>
                <a:lnTo>
                  <a:pt x="999" y="51"/>
                </a:lnTo>
                <a:lnTo>
                  <a:pt x="1000" y="51"/>
                </a:lnTo>
                <a:lnTo>
                  <a:pt x="1001" y="51"/>
                </a:lnTo>
                <a:lnTo>
                  <a:pt x="1003" y="50"/>
                </a:lnTo>
                <a:lnTo>
                  <a:pt x="1004" y="50"/>
                </a:lnTo>
                <a:lnTo>
                  <a:pt x="1005" y="51"/>
                </a:lnTo>
                <a:lnTo>
                  <a:pt x="1005" y="52"/>
                </a:lnTo>
                <a:lnTo>
                  <a:pt x="1005" y="53"/>
                </a:lnTo>
                <a:lnTo>
                  <a:pt x="1006" y="54"/>
                </a:lnTo>
                <a:lnTo>
                  <a:pt x="1007" y="54"/>
                </a:lnTo>
                <a:lnTo>
                  <a:pt x="1008" y="53"/>
                </a:lnTo>
                <a:lnTo>
                  <a:pt x="1010" y="54"/>
                </a:lnTo>
                <a:lnTo>
                  <a:pt x="1011" y="54"/>
                </a:lnTo>
                <a:lnTo>
                  <a:pt x="1011" y="55"/>
                </a:lnTo>
                <a:lnTo>
                  <a:pt x="1011" y="56"/>
                </a:lnTo>
                <a:lnTo>
                  <a:pt x="1012" y="56"/>
                </a:lnTo>
                <a:lnTo>
                  <a:pt x="1012" y="57"/>
                </a:lnTo>
                <a:lnTo>
                  <a:pt x="1012" y="58"/>
                </a:lnTo>
                <a:lnTo>
                  <a:pt x="1013" y="58"/>
                </a:lnTo>
                <a:lnTo>
                  <a:pt x="1014" y="58"/>
                </a:lnTo>
                <a:lnTo>
                  <a:pt x="1014" y="59"/>
                </a:lnTo>
                <a:lnTo>
                  <a:pt x="1015" y="59"/>
                </a:lnTo>
                <a:lnTo>
                  <a:pt x="1015" y="60"/>
                </a:lnTo>
                <a:lnTo>
                  <a:pt x="1016" y="60"/>
                </a:lnTo>
                <a:lnTo>
                  <a:pt x="1017" y="60"/>
                </a:lnTo>
                <a:lnTo>
                  <a:pt x="1017" y="59"/>
                </a:lnTo>
                <a:lnTo>
                  <a:pt x="1017" y="60"/>
                </a:lnTo>
                <a:lnTo>
                  <a:pt x="1018" y="60"/>
                </a:lnTo>
                <a:lnTo>
                  <a:pt x="1018" y="61"/>
                </a:lnTo>
                <a:lnTo>
                  <a:pt x="1018" y="62"/>
                </a:lnTo>
                <a:lnTo>
                  <a:pt x="1018" y="63"/>
                </a:lnTo>
                <a:lnTo>
                  <a:pt x="1019" y="63"/>
                </a:lnTo>
                <a:lnTo>
                  <a:pt x="1020" y="63"/>
                </a:lnTo>
                <a:lnTo>
                  <a:pt x="1020" y="64"/>
                </a:lnTo>
                <a:lnTo>
                  <a:pt x="1019" y="64"/>
                </a:lnTo>
                <a:lnTo>
                  <a:pt x="1019" y="65"/>
                </a:lnTo>
                <a:lnTo>
                  <a:pt x="1020" y="65"/>
                </a:lnTo>
                <a:lnTo>
                  <a:pt x="1020" y="66"/>
                </a:lnTo>
                <a:lnTo>
                  <a:pt x="1021" y="66"/>
                </a:lnTo>
                <a:lnTo>
                  <a:pt x="1022" y="66"/>
                </a:lnTo>
                <a:lnTo>
                  <a:pt x="1023" y="66"/>
                </a:lnTo>
                <a:lnTo>
                  <a:pt x="1023" y="67"/>
                </a:lnTo>
                <a:lnTo>
                  <a:pt x="1024" y="67"/>
                </a:lnTo>
                <a:lnTo>
                  <a:pt x="1025" y="67"/>
                </a:lnTo>
                <a:lnTo>
                  <a:pt x="1026" y="67"/>
                </a:lnTo>
                <a:lnTo>
                  <a:pt x="1026" y="68"/>
                </a:lnTo>
                <a:lnTo>
                  <a:pt x="1027" y="68"/>
                </a:lnTo>
                <a:lnTo>
                  <a:pt x="1027" y="69"/>
                </a:lnTo>
                <a:lnTo>
                  <a:pt x="1027" y="70"/>
                </a:lnTo>
                <a:lnTo>
                  <a:pt x="1028" y="70"/>
                </a:lnTo>
                <a:lnTo>
                  <a:pt x="1029" y="70"/>
                </a:lnTo>
                <a:lnTo>
                  <a:pt x="1029" y="71"/>
                </a:lnTo>
                <a:lnTo>
                  <a:pt x="1030" y="71"/>
                </a:lnTo>
                <a:lnTo>
                  <a:pt x="1031" y="71"/>
                </a:lnTo>
                <a:lnTo>
                  <a:pt x="1031" y="72"/>
                </a:lnTo>
                <a:lnTo>
                  <a:pt x="1032" y="72"/>
                </a:lnTo>
                <a:lnTo>
                  <a:pt x="1032" y="73"/>
                </a:lnTo>
                <a:lnTo>
                  <a:pt x="1033" y="73"/>
                </a:lnTo>
                <a:lnTo>
                  <a:pt x="1034" y="73"/>
                </a:lnTo>
                <a:lnTo>
                  <a:pt x="1034" y="74"/>
                </a:lnTo>
                <a:lnTo>
                  <a:pt x="1035" y="74"/>
                </a:lnTo>
                <a:lnTo>
                  <a:pt x="1036" y="74"/>
                </a:lnTo>
                <a:lnTo>
                  <a:pt x="1036" y="75"/>
                </a:lnTo>
                <a:lnTo>
                  <a:pt x="1037" y="75"/>
                </a:lnTo>
                <a:lnTo>
                  <a:pt x="1037" y="76"/>
                </a:lnTo>
                <a:lnTo>
                  <a:pt x="1038" y="76"/>
                </a:lnTo>
                <a:lnTo>
                  <a:pt x="1038" y="77"/>
                </a:lnTo>
                <a:lnTo>
                  <a:pt x="1039" y="77"/>
                </a:lnTo>
                <a:lnTo>
                  <a:pt x="1040" y="77"/>
                </a:lnTo>
                <a:lnTo>
                  <a:pt x="1040" y="78"/>
                </a:lnTo>
                <a:lnTo>
                  <a:pt x="1041" y="78"/>
                </a:lnTo>
                <a:lnTo>
                  <a:pt x="1041" y="79"/>
                </a:lnTo>
                <a:lnTo>
                  <a:pt x="1041" y="81"/>
                </a:lnTo>
                <a:lnTo>
                  <a:pt x="1040" y="82"/>
                </a:lnTo>
                <a:lnTo>
                  <a:pt x="1041" y="82"/>
                </a:lnTo>
                <a:lnTo>
                  <a:pt x="1041" y="83"/>
                </a:lnTo>
                <a:lnTo>
                  <a:pt x="1041" y="84"/>
                </a:lnTo>
                <a:lnTo>
                  <a:pt x="1042" y="84"/>
                </a:lnTo>
                <a:lnTo>
                  <a:pt x="1043" y="84"/>
                </a:lnTo>
                <a:lnTo>
                  <a:pt x="1044" y="84"/>
                </a:lnTo>
                <a:lnTo>
                  <a:pt x="1044" y="85"/>
                </a:lnTo>
                <a:lnTo>
                  <a:pt x="1045" y="85"/>
                </a:lnTo>
                <a:lnTo>
                  <a:pt x="1046" y="85"/>
                </a:lnTo>
                <a:lnTo>
                  <a:pt x="1046" y="86"/>
                </a:lnTo>
                <a:lnTo>
                  <a:pt x="1047" y="86"/>
                </a:lnTo>
                <a:lnTo>
                  <a:pt x="1046" y="86"/>
                </a:lnTo>
                <a:lnTo>
                  <a:pt x="1047" y="86"/>
                </a:lnTo>
                <a:lnTo>
                  <a:pt x="1048" y="86"/>
                </a:lnTo>
                <a:lnTo>
                  <a:pt x="1048" y="87"/>
                </a:lnTo>
                <a:lnTo>
                  <a:pt x="1048" y="88"/>
                </a:lnTo>
                <a:lnTo>
                  <a:pt x="1049" y="88"/>
                </a:lnTo>
                <a:lnTo>
                  <a:pt x="1049" y="89"/>
                </a:lnTo>
                <a:lnTo>
                  <a:pt x="1050" y="89"/>
                </a:lnTo>
                <a:lnTo>
                  <a:pt x="1051" y="89"/>
                </a:lnTo>
                <a:lnTo>
                  <a:pt x="1052" y="89"/>
                </a:lnTo>
                <a:lnTo>
                  <a:pt x="1052" y="90"/>
                </a:lnTo>
                <a:lnTo>
                  <a:pt x="1052" y="89"/>
                </a:lnTo>
                <a:lnTo>
                  <a:pt x="1053" y="89"/>
                </a:lnTo>
                <a:lnTo>
                  <a:pt x="1053" y="90"/>
                </a:lnTo>
                <a:lnTo>
                  <a:pt x="1054" y="90"/>
                </a:lnTo>
                <a:lnTo>
                  <a:pt x="1055" y="90"/>
                </a:lnTo>
                <a:lnTo>
                  <a:pt x="1056" y="90"/>
                </a:lnTo>
                <a:lnTo>
                  <a:pt x="1056" y="91"/>
                </a:lnTo>
                <a:lnTo>
                  <a:pt x="1057" y="91"/>
                </a:lnTo>
                <a:lnTo>
                  <a:pt x="1057" y="92"/>
                </a:lnTo>
                <a:lnTo>
                  <a:pt x="1058" y="92"/>
                </a:lnTo>
                <a:lnTo>
                  <a:pt x="1058" y="93"/>
                </a:lnTo>
                <a:lnTo>
                  <a:pt x="1059" y="93"/>
                </a:lnTo>
                <a:lnTo>
                  <a:pt x="1060" y="93"/>
                </a:lnTo>
                <a:lnTo>
                  <a:pt x="1060" y="94"/>
                </a:lnTo>
                <a:lnTo>
                  <a:pt x="1060" y="95"/>
                </a:lnTo>
                <a:lnTo>
                  <a:pt x="1061" y="95"/>
                </a:lnTo>
                <a:lnTo>
                  <a:pt x="1061" y="96"/>
                </a:lnTo>
                <a:lnTo>
                  <a:pt x="1062" y="96"/>
                </a:lnTo>
                <a:lnTo>
                  <a:pt x="1063" y="96"/>
                </a:lnTo>
                <a:lnTo>
                  <a:pt x="1063" y="97"/>
                </a:lnTo>
                <a:lnTo>
                  <a:pt x="1064" y="97"/>
                </a:lnTo>
                <a:lnTo>
                  <a:pt x="1064" y="98"/>
                </a:lnTo>
                <a:lnTo>
                  <a:pt x="1065" y="98"/>
                </a:lnTo>
                <a:lnTo>
                  <a:pt x="1065" y="99"/>
                </a:lnTo>
                <a:lnTo>
                  <a:pt x="1065" y="98"/>
                </a:lnTo>
                <a:lnTo>
                  <a:pt x="1065" y="99"/>
                </a:lnTo>
                <a:lnTo>
                  <a:pt x="1066" y="99"/>
                </a:lnTo>
                <a:lnTo>
                  <a:pt x="1066" y="100"/>
                </a:lnTo>
                <a:lnTo>
                  <a:pt x="1067" y="100"/>
                </a:lnTo>
                <a:lnTo>
                  <a:pt x="1067" y="99"/>
                </a:lnTo>
                <a:lnTo>
                  <a:pt x="1068" y="99"/>
                </a:lnTo>
                <a:lnTo>
                  <a:pt x="1069" y="99"/>
                </a:lnTo>
                <a:lnTo>
                  <a:pt x="1069" y="100"/>
                </a:lnTo>
                <a:lnTo>
                  <a:pt x="1070" y="101"/>
                </a:lnTo>
                <a:lnTo>
                  <a:pt x="1071" y="101"/>
                </a:lnTo>
                <a:lnTo>
                  <a:pt x="1071" y="102"/>
                </a:lnTo>
                <a:lnTo>
                  <a:pt x="1072" y="102"/>
                </a:lnTo>
                <a:lnTo>
                  <a:pt x="1072" y="103"/>
                </a:lnTo>
                <a:lnTo>
                  <a:pt x="1073" y="103"/>
                </a:lnTo>
                <a:lnTo>
                  <a:pt x="1074" y="103"/>
                </a:lnTo>
                <a:lnTo>
                  <a:pt x="1075" y="103"/>
                </a:lnTo>
                <a:lnTo>
                  <a:pt x="1076" y="103"/>
                </a:lnTo>
                <a:lnTo>
                  <a:pt x="1077" y="103"/>
                </a:lnTo>
                <a:lnTo>
                  <a:pt x="1077" y="104"/>
                </a:lnTo>
                <a:lnTo>
                  <a:pt x="1078" y="104"/>
                </a:lnTo>
                <a:lnTo>
                  <a:pt x="1078" y="105"/>
                </a:lnTo>
                <a:lnTo>
                  <a:pt x="1079" y="105"/>
                </a:lnTo>
                <a:lnTo>
                  <a:pt x="1079" y="106"/>
                </a:lnTo>
                <a:lnTo>
                  <a:pt x="1079" y="107"/>
                </a:lnTo>
                <a:lnTo>
                  <a:pt x="1079" y="108"/>
                </a:lnTo>
                <a:lnTo>
                  <a:pt x="1080" y="108"/>
                </a:lnTo>
                <a:lnTo>
                  <a:pt x="1080" y="109"/>
                </a:lnTo>
                <a:lnTo>
                  <a:pt x="1081" y="109"/>
                </a:lnTo>
                <a:lnTo>
                  <a:pt x="1081" y="110"/>
                </a:lnTo>
                <a:lnTo>
                  <a:pt x="1082" y="110"/>
                </a:lnTo>
                <a:lnTo>
                  <a:pt x="1083" y="110"/>
                </a:lnTo>
                <a:lnTo>
                  <a:pt x="1083" y="111"/>
                </a:lnTo>
                <a:lnTo>
                  <a:pt x="1084" y="111"/>
                </a:lnTo>
                <a:lnTo>
                  <a:pt x="1084" y="112"/>
                </a:lnTo>
                <a:lnTo>
                  <a:pt x="1084" y="113"/>
                </a:lnTo>
                <a:lnTo>
                  <a:pt x="1085" y="113"/>
                </a:lnTo>
                <a:lnTo>
                  <a:pt x="1085" y="114"/>
                </a:lnTo>
                <a:lnTo>
                  <a:pt x="1085" y="115"/>
                </a:lnTo>
                <a:lnTo>
                  <a:pt x="1086" y="115"/>
                </a:lnTo>
                <a:lnTo>
                  <a:pt x="1086" y="116"/>
                </a:lnTo>
                <a:lnTo>
                  <a:pt x="1086" y="115"/>
                </a:lnTo>
                <a:lnTo>
                  <a:pt x="1087" y="115"/>
                </a:lnTo>
                <a:lnTo>
                  <a:pt x="1087" y="114"/>
                </a:lnTo>
                <a:lnTo>
                  <a:pt x="1088" y="114"/>
                </a:lnTo>
                <a:lnTo>
                  <a:pt x="1089" y="114"/>
                </a:lnTo>
                <a:lnTo>
                  <a:pt x="1089" y="113"/>
                </a:lnTo>
                <a:lnTo>
                  <a:pt x="1089" y="112"/>
                </a:lnTo>
                <a:lnTo>
                  <a:pt x="1090" y="112"/>
                </a:lnTo>
                <a:lnTo>
                  <a:pt x="1091" y="112"/>
                </a:lnTo>
                <a:lnTo>
                  <a:pt x="1091" y="111"/>
                </a:lnTo>
                <a:lnTo>
                  <a:pt x="1092" y="111"/>
                </a:lnTo>
                <a:lnTo>
                  <a:pt x="1093" y="111"/>
                </a:lnTo>
                <a:lnTo>
                  <a:pt x="1093" y="110"/>
                </a:lnTo>
                <a:lnTo>
                  <a:pt x="1094" y="110"/>
                </a:lnTo>
                <a:lnTo>
                  <a:pt x="1094" y="109"/>
                </a:lnTo>
                <a:lnTo>
                  <a:pt x="1095" y="108"/>
                </a:lnTo>
                <a:lnTo>
                  <a:pt x="1096" y="108"/>
                </a:lnTo>
                <a:lnTo>
                  <a:pt x="1096" y="107"/>
                </a:lnTo>
                <a:lnTo>
                  <a:pt x="1097" y="107"/>
                </a:lnTo>
                <a:lnTo>
                  <a:pt x="1098" y="107"/>
                </a:lnTo>
                <a:lnTo>
                  <a:pt x="1098" y="106"/>
                </a:lnTo>
                <a:lnTo>
                  <a:pt x="1099" y="106"/>
                </a:lnTo>
                <a:lnTo>
                  <a:pt x="1099" y="105"/>
                </a:lnTo>
                <a:lnTo>
                  <a:pt x="1100" y="105"/>
                </a:lnTo>
                <a:lnTo>
                  <a:pt x="1100" y="104"/>
                </a:lnTo>
                <a:lnTo>
                  <a:pt x="1101" y="104"/>
                </a:lnTo>
                <a:lnTo>
                  <a:pt x="1102" y="104"/>
                </a:lnTo>
                <a:lnTo>
                  <a:pt x="1102" y="103"/>
                </a:lnTo>
                <a:lnTo>
                  <a:pt x="1103" y="103"/>
                </a:lnTo>
                <a:lnTo>
                  <a:pt x="1104" y="103"/>
                </a:lnTo>
                <a:lnTo>
                  <a:pt x="1104" y="102"/>
                </a:lnTo>
                <a:lnTo>
                  <a:pt x="1105" y="102"/>
                </a:lnTo>
                <a:lnTo>
                  <a:pt x="1105" y="101"/>
                </a:lnTo>
                <a:lnTo>
                  <a:pt x="1105" y="100"/>
                </a:lnTo>
                <a:lnTo>
                  <a:pt x="1106" y="100"/>
                </a:lnTo>
                <a:lnTo>
                  <a:pt x="1106" y="99"/>
                </a:lnTo>
                <a:lnTo>
                  <a:pt x="1106" y="98"/>
                </a:lnTo>
                <a:lnTo>
                  <a:pt x="1105" y="98"/>
                </a:lnTo>
                <a:lnTo>
                  <a:pt x="1105" y="97"/>
                </a:lnTo>
                <a:lnTo>
                  <a:pt x="1104" y="97"/>
                </a:lnTo>
                <a:lnTo>
                  <a:pt x="1104" y="96"/>
                </a:lnTo>
                <a:lnTo>
                  <a:pt x="1104" y="95"/>
                </a:lnTo>
                <a:lnTo>
                  <a:pt x="1105" y="95"/>
                </a:lnTo>
                <a:lnTo>
                  <a:pt x="1105" y="94"/>
                </a:lnTo>
                <a:lnTo>
                  <a:pt x="1105" y="93"/>
                </a:lnTo>
                <a:lnTo>
                  <a:pt x="1106" y="93"/>
                </a:lnTo>
                <a:lnTo>
                  <a:pt x="1107" y="92"/>
                </a:lnTo>
                <a:lnTo>
                  <a:pt x="1107" y="91"/>
                </a:lnTo>
                <a:lnTo>
                  <a:pt x="1108" y="90"/>
                </a:lnTo>
                <a:lnTo>
                  <a:pt x="1109" y="88"/>
                </a:lnTo>
                <a:lnTo>
                  <a:pt x="1109" y="87"/>
                </a:lnTo>
                <a:lnTo>
                  <a:pt x="1110" y="85"/>
                </a:lnTo>
                <a:lnTo>
                  <a:pt x="1110" y="84"/>
                </a:lnTo>
                <a:lnTo>
                  <a:pt x="1110" y="83"/>
                </a:lnTo>
                <a:lnTo>
                  <a:pt x="1110" y="82"/>
                </a:lnTo>
                <a:lnTo>
                  <a:pt x="1110" y="81"/>
                </a:lnTo>
                <a:lnTo>
                  <a:pt x="1111" y="80"/>
                </a:lnTo>
                <a:lnTo>
                  <a:pt x="1111" y="79"/>
                </a:lnTo>
                <a:lnTo>
                  <a:pt x="1112" y="78"/>
                </a:lnTo>
                <a:lnTo>
                  <a:pt x="1112" y="79"/>
                </a:lnTo>
                <a:lnTo>
                  <a:pt x="1113" y="79"/>
                </a:lnTo>
                <a:lnTo>
                  <a:pt x="1114" y="79"/>
                </a:lnTo>
                <a:lnTo>
                  <a:pt x="1116" y="79"/>
                </a:lnTo>
                <a:lnTo>
                  <a:pt x="1117" y="79"/>
                </a:lnTo>
                <a:lnTo>
                  <a:pt x="1118" y="79"/>
                </a:lnTo>
                <a:lnTo>
                  <a:pt x="1118" y="80"/>
                </a:lnTo>
                <a:lnTo>
                  <a:pt x="1119" y="80"/>
                </a:lnTo>
                <a:lnTo>
                  <a:pt x="1120" y="80"/>
                </a:lnTo>
                <a:lnTo>
                  <a:pt x="1121" y="80"/>
                </a:lnTo>
                <a:lnTo>
                  <a:pt x="1122" y="80"/>
                </a:lnTo>
                <a:lnTo>
                  <a:pt x="1122" y="81"/>
                </a:lnTo>
                <a:lnTo>
                  <a:pt x="1123" y="81"/>
                </a:lnTo>
                <a:lnTo>
                  <a:pt x="1124" y="81"/>
                </a:lnTo>
                <a:lnTo>
                  <a:pt x="1124" y="82"/>
                </a:lnTo>
                <a:lnTo>
                  <a:pt x="1124" y="83"/>
                </a:lnTo>
                <a:lnTo>
                  <a:pt x="1124" y="84"/>
                </a:lnTo>
                <a:lnTo>
                  <a:pt x="1124" y="85"/>
                </a:lnTo>
                <a:lnTo>
                  <a:pt x="1124" y="86"/>
                </a:lnTo>
                <a:lnTo>
                  <a:pt x="1125" y="86"/>
                </a:lnTo>
                <a:lnTo>
                  <a:pt x="1126" y="86"/>
                </a:lnTo>
                <a:lnTo>
                  <a:pt x="1126" y="85"/>
                </a:lnTo>
                <a:lnTo>
                  <a:pt x="1126" y="86"/>
                </a:lnTo>
                <a:lnTo>
                  <a:pt x="1127" y="86"/>
                </a:lnTo>
                <a:lnTo>
                  <a:pt x="1127" y="85"/>
                </a:lnTo>
                <a:lnTo>
                  <a:pt x="1127" y="86"/>
                </a:lnTo>
                <a:lnTo>
                  <a:pt x="1128" y="86"/>
                </a:lnTo>
                <a:lnTo>
                  <a:pt x="1128" y="87"/>
                </a:lnTo>
                <a:lnTo>
                  <a:pt x="1127" y="87"/>
                </a:lnTo>
                <a:lnTo>
                  <a:pt x="1127" y="88"/>
                </a:lnTo>
                <a:lnTo>
                  <a:pt x="1127" y="89"/>
                </a:lnTo>
                <a:lnTo>
                  <a:pt x="1127" y="90"/>
                </a:lnTo>
                <a:lnTo>
                  <a:pt x="1128" y="90"/>
                </a:lnTo>
                <a:lnTo>
                  <a:pt x="1128" y="91"/>
                </a:lnTo>
                <a:lnTo>
                  <a:pt x="1129" y="91"/>
                </a:lnTo>
                <a:lnTo>
                  <a:pt x="1130" y="91"/>
                </a:lnTo>
                <a:lnTo>
                  <a:pt x="1130" y="92"/>
                </a:lnTo>
                <a:lnTo>
                  <a:pt x="1131" y="92"/>
                </a:lnTo>
                <a:lnTo>
                  <a:pt x="1131" y="93"/>
                </a:lnTo>
                <a:lnTo>
                  <a:pt x="1132" y="93"/>
                </a:lnTo>
                <a:lnTo>
                  <a:pt x="1133" y="94"/>
                </a:lnTo>
                <a:lnTo>
                  <a:pt x="1134" y="94"/>
                </a:lnTo>
                <a:lnTo>
                  <a:pt x="1134" y="93"/>
                </a:lnTo>
                <a:lnTo>
                  <a:pt x="1135" y="93"/>
                </a:lnTo>
                <a:lnTo>
                  <a:pt x="1136" y="93"/>
                </a:lnTo>
                <a:lnTo>
                  <a:pt x="1137" y="93"/>
                </a:lnTo>
                <a:lnTo>
                  <a:pt x="1138" y="93"/>
                </a:lnTo>
                <a:lnTo>
                  <a:pt x="1138" y="94"/>
                </a:lnTo>
                <a:lnTo>
                  <a:pt x="1139" y="94"/>
                </a:lnTo>
                <a:lnTo>
                  <a:pt x="1140" y="94"/>
                </a:lnTo>
                <a:lnTo>
                  <a:pt x="1141" y="94"/>
                </a:lnTo>
                <a:lnTo>
                  <a:pt x="1141" y="95"/>
                </a:lnTo>
                <a:lnTo>
                  <a:pt x="1142" y="95"/>
                </a:lnTo>
                <a:lnTo>
                  <a:pt x="1142" y="96"/>
                </a:lnTo>
                <a:lnTo>
                  <a:pt x="1143" y="96"/>
                </a:lnTo>
                <a:lnTo>
                  <a:pt x="1143" y="97"/>
                </a:lnTo>
                <a:lnTo>
                  <a:pt x="1144" y="97"/>
                </a:lnTo>
                <a:lnTo>
                  <a:pt x="1145" y="97"/>
                </a:lnTo>
                <a:lnTo>
                  <a:pt x="1145" y="96"/>
                </a:lnTo>
                <a:lnTo>
                  <a:pt x="1145" y="95"/>
                </a:lnTo>
                <a:lnTo>
                  <a:pt x="1146" y="95"/>
                </a:lnTo>
                <a:lnTo>
                  <a:pt x="1148" y="95"/>
                </a:lnTo>
                <a:lnTo>
                  <a:pt x="1148" y="94"/>
                </a:lnTo>
                <a:lnTo>
                  <a:pt x="1149" y="94"/>
                </a:lnTo>
                <a:lnTo>
                  <a:pt x="1149" y="93"/>
                </a:lnTo>
                <a:lnTo>
                  <a:pt x="1149" y="92"/>
                </a:lnTo>
                <a:lnTo>
                  <a:pt x="1148" y="92"/>
                </a:lnTo>
                <a:lnTo>
                  <a:pt x="1148" y="91"/>
                </a:lnTo>
                <a:lnTo>
                  <a:pt x="1148" y="90"/>
                </a:lnTo>
                <a:lnTo>
                  <a:pt x="1149" y="90"/>
                </a:lnTo>
                <a:lnTo>
                  <a:pt x="1149" y="89"/>
                </a:lnTo>
                <a:lnTo>
                  <a:pt x="1150" y="89"/>
                </a:lnTo>
                <a:lnTo>
                  <a:pt x="1151" y="89"/>
                </a:lnTo>
                <a:lnTo>
                  <a:pt x="1152" y="89"/>
                </a:lnTo>
                <a:lnTo>
                  <a:pt x="1152" y="88"/>
                </a:lnTo>
                <a:lnTo>
                  <a:pt x="1153" y="88"/>
                </a:lnTo>
                <a:lnTo>
                  <a:pt x="1154" y="88"/>
                </a:lnTo>
                <a:lnTo>
                  <a:pt x="1154" y="87"/>
                </a:lnTo>
                <a:lnTo>
                  <a:pt x="1155" y="86"/>
                </a:lnTo>
                <a:lnTo>
                  <a:pt x="1156" y="86"/>
                </a:lnTo>
                <a:lnTo>
                  <a:pt x="1156" y="85"/>
                </a:lnTo>
                <a:lnTo>
                  <a:pt x="1157" y="84"/>
                </a:lnTo>
                <a:lnTo>
                  <a:pt x="1158" y="84"/>
                </a:lnTo>
                <a:lnTo>
                  <a:pt x="1158" y="83"/>
                </a:lnTo>
                <a:lnTo>
                  <a:pt x="1158" y="82"/>
                </a:lnTo>
                <a:lnTo>
                  <a:pt x="1159" y="82"/>
                </a:lnTo>
                <a:lnTo>
                  <a:pt x="1159" y="81"/>
                </a:lnTo>
                <a:lnTo>
                  <a:pt x="1160" y="81"/>
                </a:lnTo>
                <a:lnTo>
                  <a:pt x="1160" y="80"/>
                </a:lnTo>
                <a:lnTo>
                  <a:pt x="1161" y="80"/>
                </a:lnTo>
                <a:lnTo>
                  <a:pt x="1161" y="79"/>
                </a:lnTo>
                <a:lnTo>
                  <a:pt x="1162" y="79"/>
                </a:lnTo>
                <a:lnTo>
                  <a:pt x="1162" y="78"/>
                </a:lnTo>
                <a:lnTo>
                  <a:pt x="1163" y="78"/>
                </a:lnTo>
                <a:lnTo>
                  <a:pt x="1163" y="77"/>
                </a:lnTo>
                <a:lnTo>
                  <a:pt x="1164" y="76"/>
                </a:lnTo>
                <a:lnTo>
                  <a:pt x="1164" y="75"/>
                </a:lnTo>
                <a:lnTo>
                  <a:pt x="1165" y="74"/>
                </a:lnTo>
                <a:lnTo>
                  <a:pt x="1166" y="74"/>
                </a:lnTo>
                <a:lnTo>
                  <a:pt x="1166" y="75"/>
                </a:lnTo>
                <a:lnTo>
                  <a:pt x="1167" y="75"/>
                </a:lnTo>
                <a:lnTo>
                  <a:pt x="1168" y="75"/>
                </a:lnTo>
                <a:lnTo>
                  <a:pt x="1168" y="74"/>
                </a:lnTo>
                <a:lnTo>
                  <a:pt x="1168" y="75"/>
                </a:lnTo>
                <a:lnTo>
                  <a:pt x="1169" y="75"/>
                </a:lnTo>
                <a:lnTo>
                  <a:pt x="1169" y="74"/>
                </a:lnTo>
                <a:lnTo>
                  <a:pt x="1169" y="75"/>
                </a:lnTo>
                <a:lnTo>
                  <a:pt x="1170" y="75"/>
                </a:lnTo>
                <a:lnTo>
                  <a:pt x="1171" y="75"/>
                </a:lnTo>
                <a:lnTo>
                  <a:pt x="1172" y="75"/>
                </a:lnTo>
                <a:lnTo>
                  <a:pt x="1172" y="76"/>
                </a:lnTo>
                <a:lnTo>
                  <a:pt x="1172" y="77"/>
                </a:lnTo>
                <a:lnTo>
                  <a:pt x="1173" y="77"/>
                </a:lnTo>
                <a:lnTo>
                  <a:pt x="1173" y="78"/>
                </a:lnTo>
                <a:lnTo>
                  <a:pt x="1172" y="78"/>
                </a:lnTo>
                <a:lnTo>
                  <a:pt x="1172" y="79"/>
                </a:lnTo>
                <a:lnTo>
                  <a:pt x="1173" y="79"/>
                </a:lnTo>
                <a:lnTo>
                  <a:pt x="1174" y="79"/>
                </a:lnTo>
                <a:lnTo>
                  <a:pt x="1174" y="80"/>
                </a:lnTo>
                <a:lnTo>
                  <a:pt x="1175" y="80"/>
                </a:lnTo>
                <a:lnTo>
                  <a:pt x="1176" y="80"/>
                </a:lnTo>
                <a:lnTo>
                  <a:pt x="1177" y="80"/>
                </a:lnTo>
                <a:lnTo>
                  <a:pt x="1177" y="81"/>
                </a:lnTo>
                <a:lnTo>
                  <a:pt x="1178" y="81"/>
                </a:lnTo>
                <a:lnTo>
                  <a:pt x="1179" y="81"/>
                </a:lnTo>
                <a:lnTo>
                  <a:pt x="1179" y="82"/>
                </a:lnTo>
                <a:lnTo>
                  <a:pt x="1180" y="82"/>
                </a:lnTo>
                <a:lnTo>
                  <a:pt x="1180" y="83"/>
                </a:lnTo>
                <a:lnTo>
                  <a:pt x="1180" y="84"/>
                </a:lnTo>
                <a:lnTo>
                  <a:pt x="1181" y="85"/>
                </a:lnTo>
                <a:lnTo>
                  <a:pt x="1181" y="86"/>
                </a:lnTo>
                <a:lnTo>
                  <a:pt x="1181" y="87"/>
                </a:lnTo>
                <a:lnTo>
                  <a:pt x="1182" y="87"/>
                </a:lnTo>
                <a:lnTo>
                  <a:pt x="1182" y="88"/>
                </a:lnTo>
                <a:lnTo>
                  <a:pt x="1183" y="88"/>
                </a:lnTo>
                <a:lnTo>
                  <a:pt x="1184" y="89"/>
                </a:lnTo>
                <a:lnTo>
                  <a:pt x="1185" y="89"/>
                </a:lnTo>
                <a:lnTo>
                  <a:pt x="1185" y="90"/>
                </a:lnTo>
                <a:lnTo>
                  <a:pt x="1186" y="90"/>
                </a:lnTo>
                <a:lnTo>
                  <a:pt x="1187" y="91"/>
                </a:lnTo>
                <a:lnTo>
                  <a:pt x="1188" y="91"/>
                </a:lnTo>
                <a:lnTo>
                  <a:pt x="1188" y="92"/>
                </a:lnTo>
                <a:lnTo>
                  <a:pt x="1188" y="91"/>
                </a:lnTo>
                <a:lnTo>
                  <a:pt x="1188" y="92"/>
                </a:lnTo>
                <a:lnTo>
                  <a:pt x="1189" y="92"/>
                </a:lnTo>
                <a:lnTo>
                  <a:pt x="1190" y="92"/>
                </a:lnTo>
                <a:lnTo>
                  <a:pt x="1191" y="92"/>
                </a:lnTo>
                <a:lnTo>
                  <a:pt x="1191" y="93"/>
                </a:lnTo>
                <a:lnTo>
                  <a:pt x="1192" y="93"/>
                </a:lnTo>
                <a:lnTo>
                  <a:pt x="1193" y="93"/>
                </a:lnTo>
                <a:lnTo>
                  <a:pt x="1194" y="92"/>
                </a:lnTo>
                <a:lnTo>
                  <a:pt x="1195" y="92"/>
                </a:lnTo>
                <a:lnTo>
                  <a:pt x="1195" y="93"/>
                </a:lnTo>
                <a:lnTo>
                  <a:pt x="1196" y="93"/>
                </a:lnTo>
                <a:lnTo>
                  <a:pt x="1197" y="93"/>
                </a:lnTo>
                <a:lnTo>
                  <a:pt x="1197" y="94"/>
                </a:lnTo>
                <a:lnTo>
                  <a:pt x="1198" y="94"/>
                </a:lnTo>
                <a:lnTo>
                  <a:pt x="1198" y="95"/>
                </a:lnTo>
                <a:lnTo>
                  <a:pt x="1199" y="95"/>
                </a:lnTo>
                <a:lnTo>
                  <a:pt x="1199" y="96"/>
                </a:lnTo>
                <a:lnTo>
                  <a:pt x="1199" y="97"/>
                </a:lnTo>
                <a:lnTo>
                  <a:pt x="1200" y="97"/>
                </a:lnTo>
                <a:lnTo>
                  <a:pt x="1201" y="97"/>
                </a:lnTo>
                <a:lnTo>
                  <a:pt x="1202" y="97"/>
                </a:lnTo>
                <a:lnTo>
                  <a:pt x="1203" y="97"/>
                </a:lnTo>
                <a:lnTo>
                  <a:pt x="1204" y="97"/>
                </a:lnTo>
                <a:lnTo>
                  <a:pt x="1204" y="98"/>
                </a:lnTo>
                <a:lnTo>
                  <a:pt x="1204" y="99"/>
                </a:lnTo>
                <a:lnTo>
                  <a:pt x="1203" y="99"/>
                </a:lnTo>
                <a:lnTo>
                  <a:pt x="1203" y="100"/>
                </a:lnTo>
                <a:lnTo>
                  <a:pt x="1202" y="100"/>
                </a:lnTo>
                <a:lnTo>
                  <a:pt x="1201" y="100"/>
                </a:lnTo>
                <a:lnTo>
                  <a:pt x="1201" y="101"/>
                </a:lnTo>
                <a:lnTo>
                  <a:pt x="1201" y="102"/>
                </a:lnTo>
                <a:lnTo>
                  <a:pt x="1201" y="103"/>
                </a:lnTo>
                <a:lnTo>
                  <a:pt x="1200" y="103"/>
                </a:lnTo>
                <a:lnTo>
                  <a:pt x="1200" y="104"/>
                </a:lnTo>
                <a:lnTo>
                  <a:pt x="1199" y="104"/>
                </a:lnTo>
                <a:lnTo>
                  <a:pt x="1200" y="105"/>
                </a:lnTo>
                <a:lnTo>
                  <a:pt x="1200" y="106"/>
                </a:lnTo>
                <a:lnTo>
                  <a:pt x="1201" y="106"/>
                </a:lnTo>
                <a:lnTo>
                  <a:pt x="1201" y="107"/>
                </a:lnTo>
                <a:lnTo>
                  <a:pt x="1202" y="107"/>
                </a:lnTo>
                <a:lnTo>
                  <a:pt x="1202" y="108"/>
                </a:lnTo>
                <a:lnTo>
                  <a:pt x="1202" y="109"/>
                </a:lnTo>
                <a:lnTo>
                  <a:pt x="1203" y="109"/>
                </a:lnTo>
                <a:lnTo>
                  <a:pt x="1204" y="109"/>
                </a:lnTo>
                <a:lnTo>
                  <a:pt x="1204" y="110"/>
                </a:lnTo>
                <a:lnTo>
                  <a:pt x="1205" y="110"/>
                </a:lnTo>
                <a:lnTo>
                  <a:pt x="1205" y="111"/>
                </a:lnTo>
                <a:lnTo>
                  <a:pt x="1206" y="111"/>
                </a:lnTo>
                <a:lnTo>
                  <a:pt x="1207" y="112"/>
                </a:lnTo>
                <a:lnTo>
                  <a:pt x="1208" y="112"/>
                </a:lnTo>
                <a:lnTo>
                  <a:pt x="1208" y="113"/>
                </a:lnTo>
                <a:lnTo>
                  <a:pt x="1207" y="113"/>
                </a:lnTo>
                <a:lnTo>
                  <a:pt x="1208" y="113"/>
                </a:lnTo>
                <a:lnTo>
                  <a:pt x="1209" y="114"/>
                </a:lnTo>
                <a:lnTo>
                  <a:pt x="1208" y="114"/>
                </a:lnTo>
                <a:lnTo>
                  <a:pt x="1209" y="114"/>
                </a:lnTo>
                <a:lnTo>
                  <a:pt x="1209" y="115"/>
                </a:lnTo>
                <a:lnTo>
                  <a:pt x="1209" y="116"/>
                </a:lnTo>
                <a:lnTo>
                  <a:pt x="1210" y="116"/>
                </a:lnTo>
                <a:lnTo>
                  <a:pt x="1210" y="117"/>
                </a:lnTo>
                <a:lnTo>
                  <a:pt x="1211" y="117"/>
                </a:lnTo>
                <a:lnTo>
                  <a:pt x="1211" y="119"/>
                </a:lnTo>
                <a:lnTo>
                  <a:pt x="1212" y="119"/>
                </a:lnTo>
                <a:lnTo>
                  <a:pt x="1213" y="119"/>
                </a:lnTo>
                <a:lnTo>
                  <a:pt x="1214" y="119"/>
                </a:lnTo>
                <a:lnTo>
                  <a:pt x="1214" y="120"/>
                </a:lnTo>
                <a:lnTo>
                  <a:pt x="1214" y="121"/>
                </a:lnTo>
                <a:lnTo>
                  <a:pt x="1215" y="121"/>
                </a:lnTo>
                <a:lnTo>
                  <a:pt x="1215" y="122"/>
                </a:lnTo>
                <a:lnTo>
                  <a:pt x="1216" y="121"/>
                </a:lnTo>
                <a:lnTo>
                  <a:pt x="1216" y="122"/>
                </a:lnTo>
                <a:lnTo>
                  <a:pt x="1216" y="123"/>
                </a:lnTo>
                <a:lnTo>
                  <a:pt x="1217" y="123"/>
                </a:lnTo>
                <a:lnTo>
                  <a:pt x="1218" y="123"/>
                </a:lnTo>
                <a:lnTo>
                  <a:pt x="1218" y="124"/>
                </a:lnTo>
                <a:lnTo>
                  <a:pt x="1219" y="124"/>
                </a:lnTo>
                <a:lnTo>
                  <a:pt x="1220" y="124"/>
                </a:lnTo>
                <a:lnTo>
                  <a:pt x="1220" y="125"/>
                </a:lnTo>
                <a:lnTo>
                  <a:pt x="1221" y="125"/>
                </a:lnTo>
                <a:lnTo>
                  <a:pt x="1221" y="126"/>
                </a:lnTo>
                <a:lnTo>
                  <a:pt x="1222" y="126"/>
                </a:lnTo>
                <a:lnTo>
                  <a:pt x="1223" y="127"/>
                </a:lnTo>
                <a:lnTo>
                  <a:pt x="1224" y="127"/>
                </a:lnTo>
                <a:lnTo>
                  <a:pt x="1224" y="128"/>
                </a:lnTo>
                <a:lnTo>
                  <a:pt x="1225" y="128"/>
                </a:lnTo>
                <a:lnTo>
                  <a:pt x="1226" y="128"/>
                </a:lnTo>
                <a:lnTo>
                  <a:pt x="1226" y="129"/>
                </a:lnTo>
                <a:lnTo>
                  <a:pt x="1227" y="129"/>
                </a:lnTo>
                <a:lnTo>
                  <a:pt x="1227" y="130"/>
                </a:lnTo>
                <a:lnTo>
                  <a:pt x="1227" y="131"/>
                </a:lnTo>
                <a:lnTo>
                  <a:pt x="1227" y="132"/>
                </a:lnTo>
                <a:lnTo>
                  <a:pt x="1228" y="132"/>
                </a:lnTo>
                <a:lnTo>
                  <a:pt x="1229" y="132"/>
                </a:lnTo>
                <a:lnTo>
                  <a:pt x="1230" y="132"/>
                </a:lnTo>
                <a:lnTo>
                  <a:pt x="1231" y="132"/>
                </a:lnTo>
                <a:lnTo>
                  <a:pt x="1231" y="133"/>
                </a:lnTo>
                <a:lnTo>
                  <a:pt x="1231" y="134"/>
                </a:lnTo>
                <a:lnTo>
                  <a:pt x="1232" y="134"/>
                </a:lnTo>
                <a:lnTo>
                  <a:pt x="1232" y="135"/>
                </a:lnTo>
                <a:lnTo>
                  <a:pt x="1232" y="136"/>
                </a:lnTo>
                <a:lnTo>
                  <a:pt x="1233" y="136"/>
                </a:lnTo>
                <a:lnTo>
                  <a:pt x="1233" y="137"/>
                </a:lnTo>
                <a:lnTo>
                  <a:pt x="1233" y="136"/>
                </a:lnTo>
                <a:lnTo>
                  <a:pt x="1233" y="137"/>
                </a:lnTo>
                <a:lnTo>
                  <a:pt x="1234" y="137"/>
                </a:lnTo>
                <a:lnTo>
                  <a:pt x="1234" y="138"/>
                </a:lnTo>
                <a:lnTo>
                  <a:pt x="1233" y="138"/>
                </a:lnTo>
                <a:lnTo>
                  <a:pt x="1233" y="139"/>
                </a:lnTo>
                <a:lnTo>
                  <a:pt x="1234" y="139"/>
                </a:lnTo>
                <a:lnTo>
                  <a:pt x="1234" y="140"/>
                </a:lnTo>
                <a:lnTo>
                  <a:pt x="1234" y="141"/>
                </a:lnTo>
                <a:lnTo>
                  <a:pt x="1234" y="142"/>
                </a:lnTo>
                <a:lnTo>
                  <a:pt x="1235" y="142"/>
                </a:lnTo>
                <a:lnTo>
                  <a:pt x="1235" y="143"/>
                </a:lnTo>
                <a:lnTo>
                  <a:pt x="1236" y="143"/>
                </a:lnTo>
                <a:lnTo>
                  <a:pt x="1236" y="142"/>
                </a:lnTo>
                <a:lnTo>
                  <a:pt x="1236" y="143"/>
                </a:lnTo>
                <a:lnTo>
                  <a:pt x="1237" y="143"/>
                </a:lnTo>
                <a:lnTo>
                  <a:pt x="1238" y="143"/>
                </a:lnTo>
                <a:lnTo>
                  <a:pt x="1238" y="144"/>
                </a:lnTo>
                <a:lnTo>
                  <a:pt x="1238" y="145"/>
                </a:lnTo>
                <a:lnTo>
                  <a:pt x="1239" y="145"/>
                </a:lnTo>
                <a:lnTo>
                  <a:pt x="1239" y="146"/>
                </a:lnTo>
                <a:lnTo>
                  <a:pt x="1239" y="147"/>
                </a:lnTo>
                <a:lnTo>
                  <a:pt x="1239" y="148"/>
                </a:lnTo>
                <a:lnTo>
                  <a:pt x="1239" y="149"/>
                </a:lnTo>
                <a:lnTo>
                  <a:pt x="1240" y="149"/>
                </a:lnTo>
                <a:lnTo>
                  <a:pt x="1239" y="150"/>
                </a:lnTo>
                <a:lnTo>
                  <a:pt x="1239" y="151"/>
                </a:lnTo>
                <a:lnTo>
                  <a:pt x="1240" y="151"/>
                </a:lnTo>
                <a:lnTo>
                  <a:pt x="1240" y="152"/>
                </a:lnTo>
                <a:lnTo>
                  <a:pt x="1241" y="152"/>
                </a:lnTo>
                <a:lnTo>
                  <a:pt x="1241" y="153"/>
                </a:lnTo>
                <a:lnTo>
                  <a:pt x="1243" y="153"/>
                </a:lnTo>
                <a:lnTo>
                  <a:pt x="1244" y="153"/>
                </a:lnTo>
                <a:lnTo>
                  <a:pt x="1244" y="152"/>
                </a:lnTo>
                <a:lnTo>
                  <a:pt x="1245" y="152"/>
                </a:lnTo>
                <a:lnTo>
                  <a:pt x="1246" y="152"/>
                </a:lnTo>
                <a:lnTo>
                  <a:pt x="1246" y="153"/>
                </a:lnTo>
                <a:lnTo>
                  <a:pt x="1246" y="152"/>
                </a:lnTo>
                <a:lnTo>
                  <a:pt x="1247" y="152"/>
                </a:lnTo>
                <a:lnTo>
                  <a:pt x="1247" y="153"/>
                </a:lnTo>
                <a:lnTo>
                  <a:pt x="1248" y="153"/>
                </a:lnTo>
                <a:lnTo>
                  <a:pt x="1248" y="154"/>
                </a:lnTo>
                <a:lnTo>
                  <a:pt x="1249" y="154"/>
                </a:lnTo>
                <a:lnTo>
                  <a:pt x="1249" y="155"/>
                </a:lnTo>
                <a:lnTo>
                  <a:pt x="1248" y="155"/>
                </a:lnTo>
                <a:lnTo>
                  <a:pt x="1248" y="156"/>
                </a:lnTo>
                <a:lnTo>
                  <a:pt x="1248" y="157"/>
                </a:lnTo>
                <a:lnTo>
                  <a:pt x="1248" y="158"/>
                </a:lnTo>
                <a:lnTo>
                  <a:pt x="1248" y="159"/>
                </a:lnTo>
                <a:lnTo>
                  <a:pt x="1248" y="160"/>
                </a:lnTo>
                <a:lnTo>
                  <a:pt x="1249" y="160"/>
                </a:lnTo>
                <a:lnTo>
                  <a:pt x="1249" y="161"/>
                </a:lnTo>
                <a:lnTo>
                  <a:pt x="1249" y="162"/>
                </a:lnTo>
                <a:lnTo>
                  <a:pt x="1250" y="162"/>
                </a:lnTo>
                <a:lnTo>
                  <a:pt x="1250" y="163"/>
                </a:lnTo>
                <a:lnTo>
                  <a:pt x="1251" y="163"/>
                </a:lnTo>
                <a:lnTo>
                  <a:pt x="1251" y="164"/>
                </a:lnTo>
                <a:lnTo>
                  <a:pt x="1252" y="164"/>
                </a:lnTo>
                <a:lnTo>
                  <a:pt x="1252" y="165"/>
                </a:lnTo>
                <a:lnTo>
                  <a:pt x="1252" y="166"/>
                </a:lnTo>
                <a:lnTo>
                  <a:pt x="1253" y="166"/>
                </a:lnTo>
                <a:lnTo>
                  <a:pt x="1253" y="167"/>
                </a:lnTo>
                <a:lnTo>
                  <a:pt x="1254" y="167"/>
                </a:lnTo>
                <a:lnTo>
                  <a:pt x="1254" y="168"/>
                </a:lnTo>
                <a:lnTo>
                  <a:pt x="1255" y="168"/>
                </a:lnTo>
                <a:lnTo>
                  <a:pt x="1255" y="169"/>
                </a:lnTo>
                <a:lnTo>
                  <a:pt x="1256" y="169"/>
                </a:lnTo>
                <a:lnTo>
                  <a:pt x="1256" y="170"/>
                </a:lnTo>
                <a:lnTo>
                  <a:pt x="1257" y="170"/>
                </a:lnTo>
                <a:lnTo>
                  <a:pt x="1257" y="171"/>
                </a:lnTo>
                <a:lnTo>
                  <a:pt x="1257" y="172"/>
                </a:lnTo>
                <a:lnTo>
                  <a:pt x="1258" y="172"/>
                </a:lnTo>
                <a:lnTo>
                  <a:pt x="1259" y="172"/>
                </a:lnTo>
                <a:lnTo>
                  <a:pt x="1259" y="173"/>
                </a:lnTo>
                <a:lnTo>
                  <a:pt x="1259" y="172"/>
                </a:lnTo>
                <a:lnTo>
                  <a:pt x="1259" y="173"/>
                </a:lnTo>
                <a:lnTo>
                  <a:pt x="1260" y="173"/>
                </a:lnTo>
                <a:lnTo>
                  <a:pt x="1260" y="174"/>
                </a:lnTo>
                <a:lnTo>
                  <a:pt x="1261" y="174"/>
                </a:lnTo>
                <a:lnTo>
                  <a:pt x="1262" y="174"/>
                </a:lnTo>
                <a:lnTo>
                  <a:pt x="1263" y="174"/>
                </a:lnTo>
                <a:lnTo>
                  <a:pt x="1263" y="175"/>
                </a:lnTo>
                <a:lnTo>
                  <a:pt x="1264" y="175"/>
                </a:lnTo>
                <a:lnTo>
                  <a:pt x="1264" y="176"/>
                </a:lnTo>
                <a:lnTo>
                  <a:pt x="1264" y="177"/>
                </a:lnTo>
                <a:lnTo>
                  <a:pt x="1264" y="178"/>
                </a:lnTo>
                <a:lnTo>
                  <a:pt x="1264" y="179"/>
                </a:lnTo>
                <a:lnTo>
                  <a:pt x="1264" y="180"/>
                </a:lnTo>
                <a:lnTo>
                  <a:pt x="1265" y="180"/>
                </a:lnTo>
                <a:lnTo>
                  <a:pt x="1266" y="181"/>
                </a:lnTo>
                <a:lnTo>
                  <a:pt x="1267" y="181"/>
                </a:lnTo>
                <a:lnTo>
                  <a:pt x="1267" y="182"/>
                </a:lnTo>
                <a:lnTo>
                  <a:pt x="1268" y="182"/>
                </a:lnTo>
                <a:lnTo>
                  <a:pt x="1269" y="182"/>
                </a:lnTo>
                <a:lnTo>
                  <a:pt x="1270" y="182"/>
                </a:lnTo>
                <a:lnTo>
                  <a:pt x="1270" y="183"/>
                </a:lnTo>
                <a:lnTo>
                  <a:pt x="1271" y="183"/>
                </a:lnTo>
                <a:lnTo>
                  <a:pt x="1271" y="184"/>
                </a:lnTo>
                <a:lnTo>
                  <a:pt x="1271" y="185"/>
                </a:lnTo>
                <a:lnTo>
                  <a:pt x="1272" y="185"/>
                </a:lnTo>
                <a:lnTo>
                  <a:pt x="1273" y="185"/>
                </a:lnTo>
                <a:lnTo>
                  <a:pt x="1274" y="185"/>
                </a:lnTo>
                <a:lnTo>
                  <a:pt x="1275" y="185"/>
                </a:lnTo>
                <a:lnTo>
                  <a:pt x="1277" y="185"/>
                </a:lnTo>
                <a:lnTo>
                  <a:pt x="1277" y="186"/>
                </a:lnTo>
                <a:lnTo>
                  <a:pt x="1278" y="186"/>
                </a:lnTo>
                <a:lnTo>
                  <a:pt x="1278" y="187"/>
                </a:lnTo>
                <a:lnTo>
                  <a:pt x="1277" y="187"/>
                </a:lnTo>
                <a:lnTo>
                  <a:pt x="1277" y="188"/>
                </a:lnTo>
                <a:lnTo>
                  <a:pt x="1278" y="188"/>
                </a:lnTo>
                <a:lnTo>
                  <a:pt x="1279" y="188"/>
                </a:lnTo>
                <a:lnTo>
                  <a:pt x="1280" y="188"/>
                </a:lnTo>
                <a:lnTo>
                  <a:pt x="1280" y="189"/>
                </a:lnTo>
                <a:lnTo>
                  <a:pt x="1280" y="190"/>
                </a:lnTo>
                <a:lnTo>
                  <a:pt x="1281" y="190"/>
                </a:lnTo>
                <a:lnTo>
                  <a:pt x="1281" y="191"/>
                </a:lnTo>
                <a:lnTo>
                  <a:pt x="1281" y="192"/>
                </a:lnTo>
                <a:lnTo>
                  <a:pt x="1282" y="192"/>
                </a:lnTo>
                <a:lnTo>
                  <a:pt x="1283" y="192"/>
                </a:lnTo>
                <a:lnTo>
                  <a:pt x="1284" y="192"/>
                </a:lnTo>
                <a:lnTo>
                  <a:pt x="1284" y="193"/>
                </a:lnTo>
                <a:lnTo>
                  <a:pt x="1285" y="193"/>
                </a:lnTo>
                <a:lnTo>
                  <a:pt x="1286" y="193"/>
                </a:lnTo>
                <a:lnTo>
                  <a:pt x="1287" y="193"/>
                </a:lnTo>
                <a:lnTo>
                  <a:pt x="1287" y="194"/>
                </a:lnTo>
                <a:lnTo>
                  <a:pt x="1288" y="194"/>
                </a:lnTo>
                <a:lnTo>
                  <a:pt x="1289" y="194"/>
                </a:lnTo>
                <a:lnTo>
                  <a:pt x="1289" y="195"/>
                </a:lnTo>
                <a:lnTo>
                  <a:pt x="1290" y="195"/>
                </a:lnTo>
                <a:lnTo>
                  <a:pt x="1291" y="195"/>
                </a:lnTo>
                <a:lnTo>
                  <a:pt x="1291" y="196"/>
                </a:lnTo>
                <a:lnTo>
                  <a:pt x="1292" y="196"/>
                </a:lnTo>
                <a:lnTo>
                  <a:pt x="1293" y="196"/>
                </a:lnTo>
                <a:lnTo>
                  <a:pt x="1293" y="197"/>
                </a:lnTo>
                <a:lnTo>
                  <a:pt x="1294" y="197"/>
                </a:lnTo>
                <a:lnTo>
                  <a:pt x="1295" y="197"/>
                </a:lnTo>
                <a:lnTo>
                  <a:pt x="1296" y="197"/>
                </a:lnTo>
                <a:lnTo>
                  <a:pt x="1296" y="198"/>
                </a:lnTo>
                <a:lnTo>
                  <a:pt x="1297" y="198"/>
                </a:lnTo>
                <a:lnTo>
                  <a:pt x="1297" y="199"/>
                </a:lnTo>
                <a:lnTo>
                  <a:pt x="1297" y="200"/>
                </a:lnTo>
                <a:lnTo>
                  <a:pt x="1298" y="200"/>
                </a:lnTo>
                <a:lnTo>
                  <a:pt x="1298" y="201"/>
                </a:lnTo>
                <a:lnTo>
                  <a:pt x="1298" y="200"/>
                </a:lnTo>
                <a:lnTo>
                  <a:pt x="1299" y="200"/>
                </a:lnTo>
                <a:lnTo>
                  <a:pt x="1300" y="200"/>
                </a:lnTo>
                <a:lnTo>
                  <a:pt x="1300" y="201"/>
                </a:lnTo>
                <a:lnTo>
                  <a:pt x="1301" y="201"/>
                </a:lnTo>
                <a:lnTo>
                  <a:pt x="1302" y="201"/>
                </a:lnTo>
                <a:lnTo>
                  <a:pt x="1303" y="201"/>
                </a:lnTo>
                <a:lnTo>
                  <a:pt x="1304" y="201"/>
                </a:lnTo>
                <a:lnTo>
                  <a:pt x="1304" y="202"/>
                </a:lnTo>
                <a:lnTo>
                  <a:pt x="1305" y="202"/>
                </a:lnTo>
                <a:lnTo>
                  <a:pt x="1305" y="203"/>
                </a:lnTo>
                <a:lnTo>
                  <a:pt x="1305" y="204"/>
                </a:lnTo>
                <a:lnTo>
                  <a:pt x="1306" y="204"/>
                </a:lnTo>
                <a:lnTo>
                  <a:pt x="1306" y="205"/>
                </a:lnTo>
                <a:lnTo>
                  <a:pt x="1307" y="205"/>
                </a:lnTo>
                <a:lnTo>
                  <a:pt x="1308" y="205"/>
                </a:lnTo>
                <a:lnTo>
                  <a:pt x="1308" y="206"/>
                </a:lnTo>
                <a:lnTo>
                  <a:pt x="1309" y="206"/>
                </a:lnTo>
                <a:lnTo>
                  <a:pt x="1310" y="206"/>
                </a:lnTo>
                <a:lnTo>
                  <a:pt x="1311" y="206"/>
                </a:lnTo>
                <a:lnTo>
                  <a:pt x="1312" y="206"/>
                </a:lnTo>
                <a:lnTo>
                  <a:pt x="1312" y="207"/>
                </a:lnTo>
                <a:lnTo>
                  <a:pt x="1313" y="207"/>
                </a:lnTo>
                <a:lnTo>
                  <a:pt x="1313" y="208"/>
                </a:lnTo>
                <a:lnTo>
                  <a:pt x="1314" y="208"/>
                </a:lnTo>
                <a:lnTo>
                  <a:pt x="1313" y="208"/>
                </a:lnTo>
                <a:lnTo>
                  <a:pt x="1313" y="209"/>
                </a:lnTo>
                <a:lnTo>
                  <a:pt x="1313" y="210"/>
                </a:lnTo>
                <a:lnTo>
                  <a:pt x="1314" y="210"/>
                </a:lnTo>
                <a:lnTo>
                  <a:pt x="1315" y="210"/>
                </a:lnTo>
                <a:lnTo>
                  <a:pt x="1315" y="211"/>
                </a:lnTo>
                <a:lnTo>
                  <a:pt x="1316" y="211"/>
                </a:lnTo>
                <a:lnTo>
                  <a:pt x="1316" y="212"/>
                </a:lnTo>
                <a:lnTo>
                  <a:pt x="1316" y="213"/>
                </a:lnTo>
                <a:lnTo>
                  <a:pt x="1316" y="214"/>
                </a:lnTo>
                <a:lnTo>
                  <a:pt x="1317" y="214"/>
                </a:lnTo>
                <a:lnTo>
                  <a:pt x="1317" y="215"/>
                </a:lnTo>
                <a:lnTo>
                  <a:pt x="1318" y="215"/>
                </a:lnTo>
                <a:lnTo>
                  <a:pt x="1319" y="215"/>
                </a:lnTo>
                <a:lnTo>
                  <a:pt x="1319" y="216"/>
                </a:lnTo>
                <a:lnTo>
                  <a:pt x="1320" y="216"/>
                </a:lnTo>
                <a:lnTo>
                  <a:pt x="1320" y="217"/>
                </a:lnTo>
                <a:lnTo>
                  <a:pt x="1321" y="217"/>
                </a:lnTo>
                <a:lnTo>
                  <a:pt x="1322" y="217"/>
                </a:lnTo>
                <a:lnTo>
                  <a:pt x="1323" y="217"/>
                </a:lnTo>
                <a:lnTo>
                  <a:pt x="1323" y="216"/>
                </a:lnTo>
                <a:lnTo>
                  <a:pt x="1323" y="215"/>
                </a:lnTo>
                <a:lnTo>
                  <a:pt x="1323" y="214"/>
                </a:lnTo>
                <a:lnTo>
                  <a:pt x="1324" y="214"/>
                </a:lnTo>
                <a:lnTo>
                  <a:pt x="1324" y="213"/>
                </a:lnTo>
                <a:lnTo>
                  <a:pt x="1323" y="212"/>
                </a:lnTo>
                <a:lnTo>
                  <a:pt x="1323" y="211"/>
                </a:lnTo>
                <a:lnTo>
                  <a:pt x="1322" y="210"/>
                </a:lnTo>
                <a:lnTo>
                  <a:pt x="1322" y="209"/>
                </a:lnTo>
                <a:lnTo>
                  <a:pt x="1321" y="208"/>
                </a:lnTo>
                <a:lnTo>
                  <a:pt x="1322" y="207"/>
                </a:lnTo>
                <a:lnTo>
                  <a:pt x="1321" y="206"/>
                </a:lnTo>
                <a:lnTo>
                  <a:pt x="1321" y="205"/>
                </a:lnTo>
                <a:lnTo>
                  <a:pt x="1321" y="204"/>
                </a:lnTo>
                <a:lnTo>
                  <a:pt x="1321" y="203"/>
                </a:lnTo>
                <a:lnTo>
                  <a:pt x="1321" y="202"/>
                </a:lnTo>
                <a:lnTo>
                  <a:pt x="1322" y="202"/>
                </a:lnTo>
                <a:lnTo>
                  <a:pt x="1322" y="201"/>
                </a:lnTo>
                <a:lnTo>
                  <a:pt x="1322" y="200"/>
                </a:lnTo>
                <a:lnTo>
                  <a:pt x="1321" y="199"/>
                </a:lnTo>
                <a:lnTo>
                  <a:pt x="1320" y="199"/>
                </a:lnTo>
                <a:lnTo>
                  <a:pt x="1319" y="199"/>
                </a:lnTo>
                <a:lnTo>
                  <a:pt x="1318" y="198"/>
                </a:lnTo>
                <a:lnTo>
                  <a:pt x="1316" y="197"/>
                </a:lnTo>
                <a:lnTo>
                  <a:pt x="1316" y="196"/>
                </a:lnTo>
                <a:lnTo>
                  <a:pt x="1317" y="196"/>
                </a:lnTo>
                <a:lnTo>
                  <a:pt x="1317" y="195"/>
                </a:lnTo>
                <a:lnTo>
                  <a:pt x="1316" y="194"/>
                </a:lnTo>
                <a:lnTo>
                  <a:pt x="1316" y="193"/>
                </a:lnTo>
                <a:lnTo>
                  <a:pt x="1316" y="192"/>
                </a:lnTo>
                <a:lnTo>
                  <a:pt x="1315" y="191"/>
                </a:lnTo>
                <a:lnTo>
                  <a:pt x="1315" y="190"/>
                </a:lnTo>
                <a:lnTo>
                  <a:pt x="1314" y="190"/>
                </a:lnTo>
                <a:lnTo>
                  <a:pt x="1314" y="189"/>
                </a:lnTo>
                <a:lnTo>
                  <a:pt x="1314" y="188"/>
                </a:lnTo>
                <a:lnTo>
                  <a:pt x="1314" y="187"/>
                </a:lnTo>
                <a:lnTo>
                  <a:pt x="1313" y="187"/>
                </a:lnTo>
                <a:lnTo>
                  <a:pt x="1312" y="187"/>
                </a:lnTo>
                <a:lnTo>
                  <a:pt x="1312" y="186"/>
                </a:lnTo>
                <a:lnTo>
                  <a:pt x="1311" y="186"/>
                </a:lnTo>
                <a:lnTo>
                  <a:pt x="1311" y="185"/>
                </a:lnTo>
                <a:lnTo>
                  <a:pt x="1310" y="185"/>
                </a:lnTo>
                <a:lnTo>
                  <a:pt x="1310" y="186"/>
                </a:lnTo>
                <a:lnTo>
                  <a:pt x="1309" y="185"/>
                </a:lnTo>
                <a:lnTo>
                  <a:pt x="1309" y="184"/>
                </a:lnTo>
                <a:lnTo>
                  <a:pt x="1308" y="183"/>
                </a:lnTo>
                <a:lnTo>
                  <a:pt x="1306" y="183"/>
                </a:lnTo>
                <a:lnTo>
                  <a:pt x="1306" y="182"/>
                </a:lnTo>
                <a:lnTo>
                  <a:pt x="1307" y="182"/>
                </a:lnTo>
                <a:lnTo>
                  <a:pt x="1307" y="181"/>
                </a:lnTo>
                <a:lnTo>
                  <a:pt x="1307" y="180"/>
                </a:lnTo>
                <a:lnTo>
                  <a:pt x="1306" y="180"/>
                </a:lnTo>
                <a:lnTo>
                  <a:pt x="1305" y="179"/>
                </a:lnTo>
                <a:lnTo>
                  <a:pt x="1304" y="178"/>
                </a:lnTo>
                <a:lnTo>
                  <a:pt x="1304" y="177"/>
                </a:lnTo>
                <a:lnTo>
                  <a:pt x="1304" y="176"/>
                </a:lnTo>
                <a:lnTo>
                  <a:pt x="1305" y="176"/>
                </a:lnTo>
                <a:lnTo>
                  <a:pt x="1305" y="175"/>
                </a:lnTo>
                <a:lnTo>
                  <a:pt x="1305" y="174"/>
                </a:lnTo>
                <a:lnTo>
                  <a:pt x="1306" y="174"/>
                </a:lnTo>
                <a:lnTo>
                  <a:pt x="1307" y="173"/>
                </a:lnTo>
                <a:lnTo>
                  <a:pt x="1307" y="172"/>
                </a:lnTo>
                <a:lnTo>
                  <a:pt x="1307" y="171"/>
                </a:lnTo>
                <a:lnTo>
                  <a:pt x="1308" y="171"/>
                </a:lnTo>
                <a:lnTo>
                  <a:pt x="1309" y="171"/>
                </a:lnTo>
                <a:lnTo>
                  <a:pt x="1310" y="171"/>
                </a:lnTo>
                <a:lnTo>
                  <a:pt x="1310" y="170"/>
                </a:lnTo>
                <a:lnTo>
                  <a:pt x="1311" y="170"/>
                </a:lnTo>
                <a:lnTo>
                  <a:pt x="1312" y="170"/>
                </a:lnTo>
                <a:lnTo>
                  <a:pt x="1312" y="171"/>
                </a:lnTo>
                <a:lnTo>
                  <a:pt x="1312" y="172"/>
                </a:lnTo>
                <a:lnTo>
                  <a:pt x="1313" y="172"/>
                </a:lnTo>
                <a:lnTo>
                  <a:pt x="1313" y="173"/>
                </a:lnTo>
                <a:lnTo>
                  <a:pt x="1314" y="173"/>
                </a:lnTo>
                <a:lnTo>
                  <a:pt x="1314" y="174"/>
                </a:lnTo>
                <a:lnTo>
                  <a:pt x="1315" y="174"/>
                </a:lnTo>
                <a:lnTo>
                  <a:pt x="1316" y="174"/>
                </a:lnTo>
                <a:lnTo>
                  <a:pt x="1317" y="174"/>
                </a:lnTo>
                <a:lnTo>
                  <a:pt x="1318" y="174"/>
                </a:lnTo>
                <a:lnTo>
                  <a:pt x="1318" y="175"/>
                </a:lnTo>
                <a:lnTo>
                  <a:pt x="1319" y="175"/>
                </a:lnTo>
                <a:lnTo>
                  <a:pt x="1319" y="176"/>
                </a:lnTo>
                <a:lnTo>
                  <a:pt x="1320" y="176"/>
                </a:lnTo>
                <a:lnTo>
                  <a:pt x="1321" y="176"/>
                </a:lnTo>
                <a:lnTo>
                  <a:pt x="1321" y="177"/>
                </a:lnTo>
                <a:lnTo>
                  <a:pt x="1322" y="177"/>
                </a:lnTo>
                <a:lnTo>
                  <a:pt x="1322" y="178"/>
                </a:lnTo>
                <a:lnTo>
                  <a:pt x="1322" y="179"/>
                </a:lnTo>
                <a:lnTo>
                  <a:pt x="1323" y="179"/>
                </a:lnTo>
                <a:lnTo>
                  <a:pt x="1323" y="180"/>
                </a:lnTo>
                <a:lnTo>
                  <a:pt x="1324" y="180"/>
                </a:lnTo>
                <a:lnTo>
                  <a:pt x="1325" y="180"/>
                </a:lnTo>
                <a:lnTo>
                  <a:pt x="1326" y="180"/>
                </a:lnTo>
                <a:lnTo>
                  <a:pt x="1327" y="180"/>
                </a:lnTo>
                <a:lnTo>
                  <a:pt x="1327" y="181"/>
                </a:lnTo>
                <a:lnTo>
                  <a:pt x="1328" y="181"/>
                </a:lnTo>
                <a:lnTo>
                  <a:pt x="1329" y="181"/>
                </a:lnTo>
                <a:lnTo>
                  <a:pt x="1329" y="182"/>
                </a:lnTo>
                <a:lnTo>
                  <a:pt x="1330" y="182"/>
                </a:lnTo>
                <a:lnTo>
                  <a:pt x="1331" y="182"/>
                </a:lnTo>
                <a:lnTo>
                  <a:pt x="1331" y="183"/>
                </a:lnTo>
                <a:lnTo>
                  <a:pt x="1332" y="183"/>
                </a:lnTo>
                <a:lnTo>
                  <a:pt x="1332" y="184"/>
                </a:lnTo>
                <a:lnTo>
                  <a:pt x="1332" y="185"/>
                </a:lnTo>
                <a:lnTo>
                  <a:pt x="1332" y="186"/>
                </a:lnTo>
                <a:lnTo>
                  <a:pt x="1332" y="187"/>
                </a:lnTo>
                <a:lnTo>
                  <a:pt x="1332" y="188"/>
                </a:lnTo>
                <a:lnTo>
                  <a:pt x="1332" y="189"/>
                </a:lnTo>
                <a:lnTo>
                  <a:pt x="1332" y="190"/>
                </a:lnTo>
                <a:lnTo>
                  <a:pt x="1333" y="191"/>
                </a:lnTo>
                <a:lnTo>
                  <a:pt x="1333" y="192"/>
                </a:lnTo>
                <a:lnTo>
                  <a:pt x="1332" y="192"/>
                </a:lnTo>
                <a:lnTo>
                  <a:pt x="1332" y="193"/>
                </a:lnTo>
                <a:lnTo>
                  <a:pt x="1332" y="194"/>
                </a:lnTo>
                <a:lnTo>
                  <a:pt x="1333" y="194"/>
                </a:lnTo>
                <a:lnTo>
                  <a:pt x="1333" y="195"/>
                </a:lnTo>
                <a:lnTo>
                  <a:pt x="1333" y="194"/>
                </a:lnTo>
                <a:lnTo>
                  <a:pt x="1334" y="194"/>
                </a:lnTo>
                <a:lnTo>
                  <a:pt x="1334" y="193"/>
                </a:lnTo>
                <a:lnTo>
                  <a:pt x="1335" y="193"/>
                </a:lnTo>
                <a:lnTo>
                  <a:pt x="1336" y="193"/>
                </a:lnTo>
                <a:lnTo>
                  <a:pt x="1337" y="193"/>
                </a:lnTo>
                <a:lnTo>
                  <a:pt x="1337" y="192"/>
                </a:lnTo>
                <a:lnTo>
                  <a:pt x="1338" y="192"/>
                </a:lnTo>
                <a:lnTo>
                  <a:pt x="1338" y="191"/>
                </a:lnTo>
                <a:lnTo>
                  <a:pt x="1338" y="192"/>
                </a:lnTo>
                <a:lnTo>
                  <a:pt x="1338" y="193"/>
                </a:lnTo>
                <a:lnTo>
                  <a:pt x="1339" y="193"/>
                </a:lnTo>
                <a:lnTo>
                  <a:pt x="1339" y="194"/>
                </a:lnTo>
                <a:lnTo>
                  <a:pt x="1340" y="194"/>
                </a:lnTo>
                <a:lnTo>
                  <a:pt x="1340" y="195"/>
                </a:lnTo>
                <a:lnTo>
                  <a:pt x="1340" y="196"/>
                </a:lnTo>
                <a:lnTo>
                  <a:pt x="1340" y="197"/>
                </a:lnTo>
                <a:lnTo>
                  <a:pt x="1341" y="197"/>
                </a:lnTo>
                <a:lnTo>
                  <a:pt x="1341" y="198"/>
                </a:lnTo>
                <a:lnTo>
                  <a:pt x="1341" y="199"/>
                </a:lnTo>
                <a:lnTo>
                  <a:pt x="1340" y="200"/>
                </a:lnTo>
                <a:lnTo>
                  <a:pt x="1341" y="200"/>
                </a:lnTo>
                <a:lnTo>
                  <a:pt x="1340" y="200"/>
                </a:lnTo>
                <a:lnTo>
                  <a:pt x="1340" y="201"/>
                </a:lnTo>
                <a:lnTo>
                  <a:pt x="1341" y="201"/>
                </a:lnTo>
                <a:lnTo>
                  <a:pt x="1341" y="202"/>
                </a:lnTo>
                <a:lnTo>
                  <a:pt x="1342" y="202"/>
                </a:lnTo>
                <a:lnTo>
                  <a:pt x="1343" y="203"/>
                </a:lnTo>
                <a:lnTo>
                  <a:pt x="1343" y="204"/>
                </a:lnTo>
                <a:lnTo>
                  <a:pt x="1344" y="204"/>
                </a:lnTo>
                <a:lnTo>
                  <a:pt x="1344" y="203"/>
                </a:lnTo>
                <a:lnTo>
                  <a:pt x="1344" y="204"/>
                </a:lnTo>
                <a:lnTo>
                  <a:pt x="1345" y="204"/>
                </a:lnTo>
                <a:lnTo>
                  <a:pt x="1346" y="204"/>
                </a:lnTo>
                <a:lnTo>
                  <a:pt x="1347" y="204"/>
                </a:lnTo>
                <a:lnTo>
                  <a:pt x="1347" y="205"/>
                </a:lnTo>
                <a:lnTo>
                  <a:pt x="1347" y="206"/>
                </a:lnTo>
                <a:lnTo>
                  <a:pt x="1348" y="206"/>
                </a:lnTo>
                <a:lnTo>
                  <a:pt x="1348" y="207"/>
                </a:lnTo>
                <a:lnTo>
                  <a:pt x="1349" y="207"/>
                </a:lnTo>
                <a:lnTo>
                  <a:pt x="1349" y="206"/>
                </a:lnTo>
                <a:lnTo>
                  <a:pt x="1350" y="206"/>
                </a:lnTo>
                <a:lnTo>
                  <a:pt x="1350" y="205"/>
                </a:lnTo>
                <a:lnTo>
                  <a:pt x="1351" y="205"/>
                </a:lnTo>
                <a:lnTo>
                  <a:pt x="1351" y="204"/>
                </a:lnTo>
                <a:lnTo>
                  <a:pt x="1352" y="204"/>
                </a:lnTo>
                <a:lnTo>
                  <a:pt x="1352" y="205"/>
                </a:lnTo>
                <a:lnTo>
                  <a:pt x="1352" y="206"/>
                </a:lnTo>
                <a:lnTo>
                  <a:pt x="1352" y="205"/>
                </a:lnTo>
                <a:lnTo>
                  <a:pt x="1353" y="205"/>
                </a:lnTo>
                <a:lnTo>
                  <a:pt x="1353" y="206"/>
                </a:lnTo>
                <a:lnTo>
                  <a:pt x="1353" y="207"/>
                </a:lnTo>
                <a:lnTo>
                  <a:pt x="1353" y="208"/>
                </a:lnTo>
                <a:lnTo>
                  <a:pt x="1353" y="209"/>
                </a:lnTo>
                <a:lnTo>
                  <a:pt x="1352" y="209"/>
                </a:lnTo>
                <a:lnTo>
                  <a:pt x="1352" y="210"/>
                </a:lnTo>
                <a:lnTo>
                  <a:pt x="1353" y="210"/>
                </a:lnTo>
                <a:lnTo>
                  <a:pt x="1353" y="211"/>
                </a:lnTo>
                <a:lnTo>
                  <a:pt x="1354" y="211"/>
                </a:lnTo>
                <a:lnTo>
                  <a:pt x="1354" y="210"/>
                </a:lnTo>
                <a:lnTo>
                  <a:pt x="1354" y="211"/>
                </a:lnTo>
                <a:lnTo>
                  <a:pt x="1355" y="211"/>
                </a:lnTo>
                <a:lnTo>
                  <a:pt x="1356" y="211"/>
                </a:lnTo>
                <a:lnTo>
                  <a:pt x="1357" y="211"/>
                </a:lnTo>
                <a:lnTo>
                  <a:pt x="1357" y="210"/>
                </a:lnTo>
                <a:lnTo>
                  <a:pt x="1357" y="209"/>
                </a:lnTo>
                <a:lnTo>
                  <a:pt x="1357" y="208"/>
                </a:lnTo>
                <a:lnTo>
                  <a:pt x="1358" y="208"/>
                </a:lnTo>
                <a:lnTo>
                  <a:pt x="1359" y="208"/>
                </a:lnTo>
                <a:lnTo>
                  <a:pt x="1359" y="209"/>
                </a:lnTo>
                <a:lnTo>
                  <a:pt x="1360" y="209"/>
                </a:lnTo>
                <a:lnTo>
                  <a:pt x="1360" y="210"/>
                </a:lnTo>
                <a:lnTo>
                  <a:pt x="1361" y="210"/>
                </a:lnTo>
                <a:lnTo>
                  <a:pt x="1362" y="210"/>
                </a:lnTo>
                <a:lnTo>
                  <a:pt x="1363" y="210"/>
                </a:lnTo>
                <a:lnTo>
                  <a:pt x="1363" y="211"/>
                </a:lnTo>
                <a:lnTo>
                  <a:pt x="1363" y="212"/>
                </a:lnTo>
                <a:lnTo>
                  <a:pt x="1364" y="212"/>
                </a:lnTo>
                <a:lnTo>
                  <a:pt x="1364" y="213"/>
                </a:lnTo>
                <a:lnTo>
                  <a:pt x="1365" y="213"/>
                </a:lnTo>
                <a:lnTo>
                  <a:pt x="1365" y="214"/>
                </a:lnTo>
                <a:lnTo>
                  <a:pt x="1366" y="214"/>
                </a:lnTo>
                <a:lnTo>
                  <a:pt x="1366" y="215"/>
                </a:lnTo>
                <a:lnTo>
                  <a:pt x="1366" y="214"/>
                </a:lnTo>
                <a:lnTo>
                  <a:pt x="1367" y="214"/>
                </a:lnTo>
                <a:lnTo>
                  <a:pt x="1368" y="214"/>
                </a:lnTo>
                <a:lnTo>
                  <a:pt x="1369" y="214"/>
                </a:lnTo>
                <a:lnTo>
                  <a:pt x="1370" y="214"/>
                </a:lnTo>
                <a:lnTo>
                  <a:pt x="1370" y="215"/>
                </a:lnTo>
                <a:lnTo>
                  <a:pt x="1371" y="215"/>
                </a:lnTo>
                <a:lnTo>
                  <a:pt x="1372" y="215"/>
                </a:lnTo>
                <a:lnTo>
                  <a:pt x="1372" y="214"/>
                </a:lnTo>
                <a:lnTo>
                  <a:pt x="1372" y="213"/>
                </a:lnTo>
                <a:lnTo>
                  <a:pt x="1373" y="213"/>
                </a:lnTo>
                <a:lnTo>
                  <a:pt x="1373" y="212"/>
                </a:lnTo>
                <a:lnTo>
                  <a:pt x="1374" y="212"/>
                </a:lnTo>
                <a:lnTo>
                  <a:pt x="1375" y="212"/>
                </a:lnTo>
                <a:lnTo>
                  <a:pt x="1376" y="212"/>
                </a:lnTo>
                <a:lnTo>
                  <a:pt x="1377" y="212"/>
                </a:lnTo>
                <a:lnTo>
                  <a:pt x="1377" y="213"/>
                </a:lnTo>
                <a:lnTo>
                  <a:pt x="1378" y="213"/>
                </a:lnTo>
                <a:lnTo>
                  <a:pt x="1379" y="213"/>
                </a:lnTo>
                <a:lnTo>
                  <a:pt x="1380" y="214"/>
                </a:lnTo>
                <a:lnTo>
                  <a:pt x="1380" y="213"/>
                </a:lnTo>
                <a:lnTo>
                  <a:pt x="1381" y="214"/>
                </a:lnTo>
                <a:lnTo>
                  <a:pt x="1382" y="214"/>
                </a:lnTo>
                <a:lnTo>
                  <a:pt x="1382" y="215"/>
                </a:lnTo>
                <a:lnTo>
                  <a:pt x="1383" y="215"/>
                </a:lnTo>
                <a:lnTo>
                  <a:pt x="1384" y="215"/>
                </a:lnTo>
                <a:lnTo>
                  <a:pt x="1385" y="215"/>
                </a:lnTo>
                <a:lnTo>
                  <a:pt x="1385" y="214"/>
                </a:lnTo>
                <a:lnTo>
                  <a:pt x="1386" y="214"/>
                </a:lnTo>
                <a:lnTo>
                  <a:pt x="1386" y="215"/>
                </a:lnTo>
                <a:lnTo>
                  <a:pt x="1387" y="215"/>
                </a:lnTo>
                <a:lnTo>
                  <a:pt x="1387" y="216"/>
                </a:lnTo>
                <a:lnTo>
                  <a:pt x="1388" y="216"/>
                </a:lnTo>
                <a:lnTo>
                  <a:pt x="1388" y="217"/>
                </a:lnTo>
                <a:lnTo>
                  <a:pt x="1389" y="216"/>
                </a:lnTo>
                <a:lnTo>
                  <a:pt x="1390" y="217"/>
                </a:lnTo>
                <a:lnTo>
                  <a:pt x="1390" y="218"/>
                </a:lnTo>
                <a:lnTo>
                  <a:pt x="1391" y="218"/>
                </a:lnTo>
                <a:lnTo>
                  <a:pt x="1391" y="219"/>
                </a:lnTo>
                <a:lnTo>
                  <a:pt x="1392" y="219"/>
                </a:lnTo>
                <a:lnTo>
                  <a:pt x="1392" y="220"/>
                </a:lnTo>
                <a:lnTo>
                  <a:pt x="1392" y="221"/>
                </a:lnTo>
                <a:lnTo>
                  <a:pt x="1393" y="221"/>
                </a:lnTo>
                <a:lnTo>
                  <a:pt x="1393" y="222"/>
                </a:lnTo>
                <a:lnTo>
                  <a:pt x="1393" y="223"/>
                </a:lnTo>
                <a:lnTo>
                  <a:pt x="1394" y="223"/>
                </a:lnTo>
                <a:lnTo>
                  <a:pt x="1393" y="223"/>
                </a:lnTo>
                <a:lnTo>
                  <a:pt x="1394" y="223"/>
                </a:lnTo>
                <a:lnTo>
                  <a:pt x="1394" y="224"/>
                </a:lnTo>
                <a:lnTo>
                  <a:pt x="1394" y="225"/>
                </a:lnTo>
                <a:lnTo>
                  <a:pt x="1395" y="225"/>
                </a:lnTo>
                <a:lnTo>
                  <a:pt x="1396" y="225"/>
                </a:lnTo>
                <a:lnTo>
                  <a:pt x="1396" y="226"/>
                </a:lnTo>
                <a:lnTo>
                  <a:pt x="1396" y="227"/>
                </a:lnTo>
                <a:lnTo>
                  <a:pt x="1397" y="228"/>
                </a:lnTo>
                <a:lnTo>
                  <a:pt x="1397" y="229"/>
                </a:lnTo>
                <a:lnTo>
                  <a:pt x="1398" y="229"/>
                </a:lnTo>
                <a:lnTo>
                  <a:pt x="1398" y="230"/>
                </a:lnTo>
                <a:lnTo>
                  <a:pt x="1399" y="230"/>
                </a:lnTo>
                <a:lnTo>
                  <a:pt x="1399" y="231"/>
                </a:lnTo>
                <a:lnTo>
                  <a:pt x="1400" y="231"/>
                </a:lnTo>
                <a:lnTo>
                  <a:pt x="1401" y="231"/>
                </a:lnTo>
                <a:lnTo>
                  <a:pt x="1402" y="231"/>
                </a:lnTo>
                <a:lnTo>
                  <a:pt x="1402" y="230"/>
                </a:lnTo>
                <a:lnTo>
                  <a:pt x="1403" y="230"/>
                </a:lnTo>
                <a:lnTo>
                  <a:pt x="1403" y="229"/>
                </a:lnTo>
                <a:lnTo>
                  <a:pt x="1404" y="229"/>
                </a:lnTo>
                <a:lnTo>
                  <a:pt x="1405" y="228"/>
                </a:lnTo>
                <a:lnTo>
                  <a:pt x="1406" y="228"/>
                </a:lnTo>
                <a:lnTo>
                  <a:pt x="1406" y="227"/>
                </a:lnTo>
                <a:lnTo>
                  <a:pt x="1406" y="226"/>
                </a:lnTo>
                <a:lnTo>
                  <a:pt x="1407" y="226"/>
                </a:lnTo>
                <a:lnTo>
                  <a:pt x="1407" y="227"/>
                </a:lnTo>
                <a:lnTo>
                  <a:pt x="1408" y="227"/>
                </a:lnTo>
                <a:lnTo>
                  <a:pt x="1409" y="228"/>
                </a:lnTo>
                <a:lnTo>
                  <a:pt x="1410" y="228"/>
                </a:lnTo>
                <a:lnTo>
                  <a:pt x="1410" y="229"/>
                </a:lnTo>
                <a:lnTo>
                  <a:pt x="1411" y="229"/>
                </a:lnTo>
                <a:lnTo>
                  <a:pt x="1411" y="230"/>
                </a:lnTo>
                <a:lnTo>
                  <a:pt x="1410" y="231"/>
                </a:lnTo>
                <a:lnTo>
                  <a:pt x="1409" y="231"/>
                </a:lnTo>
                <a:lnTo>
                  <a:pt x="1409" y="232"/>
                </a:lnTo>
                <a:lnTo>
                  <a:pt x="1409" y="233"/>
                </a:lnTo>
                <a:lnTo>
                  <a:pt x="1409" y="234"/>
                </a:lnTo>
                <a:lnTo>
                  <a:pt x="1408" y="234"/>
                </a:lnTo>
                <a:lnTo>
                  <a:pt x="1408" y="235"/>
                </a:lnTo>
                <a:lnTo>
                  <a:pt x="1408" y="236"/>
                </a:lnTo>
                <a:lnTo>
                  <a:pt x="1408" y="237"/>
                </a:lnTo>
                <a:lnTo>
                  <a:pt x="1408" y="238"/>
                </a:lnTo>
                <a:lnTo>
                  <a:pt x="1409" y="238"/>
                </a:lnTo>
                <a:lnTo>
                  <a:pt x="1409" y="240"/>
                </a:lnTo>
                <a:lnTo>
                  <a:pt x="1409" y="241"/>
                </a:lnTo>
                <a:lnTo>
                  <a:pt x="1408" y="241"/>
                </a:lnTo>
                <a:lnTo>
                  <a:pt x="1407" y="242"/>
                </a:lnTo>
                <a:lnTo>
                  <a:pt x="1406" y="243"/>
                </a:lnTo>
                <a:lnTo>
                  <a:pt x="1406" y="244"/>
                </a:lnTo>
                <a:lnTo>
                  <a:pt x="1405" y="245"/>
                </a:lnTo>
                <a:lnTo>
                  <a:pt x="1404" y="246"/>
                </a:lnTo>
                <a:lnTo>
                  <a:pt x="1404" y="247"/>
                </a:lnTo>
                <a:lnTo>
                  <a:pt x="1404" y="248"/>
                </a:lnTo>
                <a:lnTo>
                  <a:pt x="1404" y="249"/>
                </a:lnTo>
                <a:lnTo>
                  <a:pt x="1405" y="249"/>
                </a:lnTo>
                <a:lnTo>
                  <a:pt x="1405" y="250"/>
                </a:lnTo>
                <a:lnTo>
                  <a:pt x="1405" y="251"/>
                </a:lnTo>
                <a:lnTo>
                  <a:pt x="1405" y="252"/>
                </a:lnTo>
                <a:lnTo>
                  <a:pt x="1406" y="253"/>
                </a:lnTo>
                <a:lnTo>
                  <a:pt x="1407" y="254"/>
                </a:lnTo>
                <a:lnTo>
                  <a:pt x="1408" y="254"/>
                </a:lnTo>
                <a:lnTo>
                  <a:pt x="1408" y="253"/>
                </a:lnTo>
                <a:lnTo>
                  <a:pt x="1410" y="253"/>
                </a:lnTo>
                <a:lnTo>
                  <a:pt x="1410" y="254"/>
                </a:lnTo>
                <a:lnTo>
                  <a:pt x="1411" y="254"/>
                </a:lnTo>
                <a:lnTo>
                  <a:pt x="1411" y="253"/>
                </a:lnTo>
                <a:lnTo>
                  <a:pt x="1412" y="253"/>
                </a:lnTo>
                <a:lnTo>
                  <a:pt x="1412" y="252"/>
                </a:lnTo>
                <a:lnTo>
                  <a:pt x="1413" y="252"/>
                </a:lnTo>
                <a:lnTo>
                  <a:pt x="1413" y="253"/>
                </a:lnTo>
                <a:lnTo>
                  <a:pt x="1414" y="253"/>
                </a:lnTo>
                <a:lnTo>
                  <a:pt x="1415" y="253"/>
                </a:lnTo>
                <a:lnTo>
                  <a:pt x="1415" y="254"/>
                </a:lnTo>
                <a:lnTo>
                  <a:pt x="1416" y="254"/>
                </a:lnTo>
                <a:lnTo>
                  <a:pt x="1416" y="255"/>
                </a:lnTo>
                <a:lnTo>
                  <a:pt x="1416" y="256"/>
                </a:lnTo>
                <a:lnTo>
                  <a:pt x="1417" y="256"/>
                </a:lnTo>
                <a:lnTo>
                  <a:pt x="1418" y="256"/>
                </a:lnTo>
                <a:lnTo>
                  <a:pt x="1418" y="257"/>
                </a:lnTo>
                <a:lnTo>
                  <a:pt x="1418" y="258"/>
                </a:lnTo>
                <a:lnTo>
                  <a:pt x="1419" y="258"/>
                </a:lnTo>
                <a:lnTo>
                  <a:pt x="1419" y="259"/>
                </a:lnTo>
                <a:lnTo>
                  <a:pt x="1420" y="258"/>
                </a:lnTo>
                <a:lnTo>
                  <a:pt x="1420" y="259"/>
                </a:lnTo>
                <a:lnTo>
                  <a:pt x="1420" y="258"/>
                </a:lnTo>
                <a:lnTo>
                  <a:pt x="1421" y="258"/>
                </a:lnTo>
                <a:lnTo>
                  <a:pt x="1421" y="259"/>
                </a:lnTo>
                <a:lnTo>
                  <a:pt x="1422" y="259"/>
                </a:lnTo>
                <a:lnTo>
                  <a:pt x="1422" y="260"/>
                </a:lnTo>
                <a:lnTo>
                  <a:pt x="1423" y="260"/>
                </a:lnTo>
                <a:lnTo>
                  <a:pt x="1424" y="261"/>
                </a:lnTo>
                <a:lnTo>
                  <a:pt x="1424" y="262"/>
                </a:lnTo>
                <a:lnTo>
                  <a:pt x="1424" y="263"/>
                </a:lnTo>
                <a:lnTo>
                  <a:pt x="1425" y="263"/>
                </a:lnTo>
                <a:lnTo>
                  <a:pt x="1425" y="264"/>
                </a:lnTo>
                <a:lnTo>
                  <a:pt x="1426" y="264"/>
                </a:lnTo>
                <a:lnTo>
                  <a:pt x="1427" y="264"/>
                </a:lnTo>
                <a:lnTo>
                  <a:pt x="1428" y="264"/>
                </a:lnTo>
                <a:lnTo>
                  <a:pt x="1428" y="263"/>
                </a:lnTo>
                <a:lnTo>
                  <a:pt x="1429" y="263"/>
                </a:lnTo>
                <a:lnTo>
                  <a:pt x="1429" y="264"/>
                </a:lnTo>
                <a:lnTo>
                  <a:pt x="1430" y="264"/>
                </a:lnTo>
                <a:lnTo>
                  <a:pt x="1430" y="265"/>
                </a:lnTo>
                <a:lnTo>
                  <a:pt x="1430" y="266"/>
                </a:lnTo>
                <a:lnTo>
                  <a:pt x="1430" y="267"/>
                </a:lnTo>
                <a:lnTo>
                  <a:pt x="1430" y="268"/>
                </a:lnTo>
                <a:lnTo>
                  <a:pt x="1431" y="268"/>
                </a:lnTo>
                <a:lnTo>
                  <a:pt x="1432" y="268"/>
                </a:lnTo>
                <a:lnTo>
                  <a:pt x="1432" y="269"/>
                </a:lnTo>
                <a:lnTo>
                  <a:pt x="1432" y="270"/>
                </a:lnTo>
                <a:lnTo>
                  <a:pt x="1433" y="270"/>
                </a:lnTo>
                <a:lnTo>
                  <a:pt x="1434" y="271"/>
                </a:lnTo>
                <a:lnTo>
                  <a:pt x="1434" y="272"/>
                </a:lnTo>
                <a:lnTo>
                  <a:pt x="1434" y="274"/>
                </a:lnTo>
                <a:lnTo>
                  <a:pt x="1435" y="274"/>
                </a:lnTo>
                <a:lnTo>
                  <a:pt x="1435" y="275"/>
                </a:lnTo>
                <a:lnTo>
                  <a:pt x="1436" y="275"/>
                </a:lnTo>
                <a:lnTo>
                  <a:pt x="1436" y="276"/>
                </a:lnTo>
                <a:lnTo>
                  <a:pt x="1436" y="277"/>
                </a:lnTo>
                <a:lnTo>
                  <a:pt x="1437" y="277"/>
                </a:lnTo>
                <a:lnTo>
                  <a:pt x="1438" y="277"/>
                </a:lnTo>
                <a:lnTo>
                  <a:pt x="1439" y="277"/>
                </a:lnTo>
                <a:lnTo>
                  <a:pt x="1439" y="278"/>
                </a:lnTo>
                <a:lnTo>
                  <a:pt x="1440" y="278"/>
                </a:lnTo>
                <a:lnTo>
                  <a:pt x="1440" y="279"/>
                </a:lnTo>
                <a:lnTo>
                  <a:pt x="1441" y="279"/>
                </a:lnTo>
                <a:lnTo>
                  <a:pt x="1442" y="279"/>
                </a:lnTo>
                <a:lnTo>
                  <a:pt x="1442" y="280"/>
                </a:lnTo>
                <a:lnTo>
                  <a:pt x="1443" y="280"/>
                </a:lnTo>
                <a:lnTo>
                  <a:pt x="1443" y="279"/>
                </a:lnTo>
                <a:lnTo>
                  <a:pt x="1444" y="279"/>
                </a:lnTo>
                <a:lnTo>
                  <a:pt x="1444" y="280"/>
                </a:lnTo>
                <a:lnTo>
                  <a:pt x="1445" y="280"/>
                </a:lnTo>
                <a:lnTo>
                  <a:pt x="1445" y="281"/>
                </a:lnTo>
                <a:lnTo>
                  <a:pt x="1446" y="281"/>
                </a:lnTo>
                <a:lnTo>
                  <a:pt x="1447" y="281"/>
                </a:lnTo>
                <a:lnTo>
                  <a:pt x="1448" y="281"/>
                </a:lnTo>
                <a:lnTo>
                  <a:pt x="1449" y="281"/>
                </a:lnTo>
                <a:lnTo>
                  <a:pt x="1449" y="282"/>
                </a:lnTo>
                <a:lnTo>
                  <a:pt x="1450" y="282"/>
                </a:lnTo>
                <a:lnTo>
                  <a:pt x="1450" y="283"/>
                </a:lnTo>
                <a:lnTo>
                  <a:pt x="1450" y="282"/>
                </a:lnTo>
                <a:lnTo>
                  <a:pt x="1451" y="282"/>
                </a:lnTo>
                <a:lnTo>
                  <a:pt x="1451" y="283"/>
                </a:lnTo>
                <a:lnTo>
                  <a:pt x="1452" y="283"/>
                </a:lnTo>
                <a:lnTo>
                  <a:pt x="1451" y="283"/>
                </a:lnTo>
                <a:lnTo>
                  <a:pt x="1451" y="284"/>
                </a:lnTo>
                <a:lnTo>
                  <a:pt x="1452" y="284"/>
                </a:lnTo>
                <a:lnTo>
                  <a:pt x="1452" y="285"/>
                </a:lnTo>
                <a:lnTo>
                  <a:pt x="1453" y="285"/>
                </a:lnTo>
                <a:lnTo>
                  <a:pt x="1454" y="285"/>
                </a:lnTo>
                <a:lnTo>
                  <a:pt x="1454" y="286"/>
                </a:lnTo>
                <a:lnTo>
                  <a:pt x="1455" y="286"/>
                </a:lnTo>
                <a:lnTo>
                  <a:pt x="1456" y="286"/>
                </a:lnTo>
                <a:lnTo>
                  <a:pt x="1456" y="287"/>
                </a:lnTo>
                <a:lnTo>
                  <a:pt x="1457" y="287"/>
                </a:lnTo>
                <a:lnTo>
                  <a:pt x="1457" y="288"/>
                </a:lnTo>
                <a:lnTo>
                  <a:pt x="1458" y="288"/>
                </a:lnTo>
                <a:lnTo>
                  <a:pt x="1458" y="287"/>
                </a:lnTo>
                <a:lnTo>
                  <a:pt x="1459" y="287"/>
                </a:lnTo>
                <a:lnTo>
                  <a:pt x="1460" y="287"/>
                </a:lnTo>
                <a:lnTo>
                  <a:pt x="1460" y="286"/>
                </a:lnTo>
                <a:lnTo>
                  <a:pt x="1460" y="285"/>
                </a:lnTo>
                <a:lnTo>
                  <a:pt x="1460" y="284"/>
                </a:lnTo>
                <a:lnTo>
                  <a:pt x="1460" y="283"/>
                </a:lnTo>
                <a:lnTo>
                  <a:pt x="1461" y="283"/>
                </a:lnTo>
                <a:lnTo>
                  <a:pt x="1461" y="282"/>
                </a:lnTo>
                <a:lnTo>
                  <a:pt x="1462" y="282"/>
                </a:lnTo>
                <a:lnTo>
                  <a:pt x="1463" y="282"/>
                </a:lnTo>
                <a:lnTo>
                  <a:pt x="1463" y="281"/>
                </a:lnTo>
                <a:lnTo>
                  <a:pt x="1464" y="281"/>
                </a:lnTo>
                <a:lnTo>
                  <a:pt x="1464" y="280"/>
                </a:lnTo>
                <a:lnTo>
                  <a:pt x="1465" y="280"/>
                </a:lnTo>
                <a:lnTo>
                  <a:pt x="1466" y="279"/>
                </a:lnTo>
                <a:lnTo>
                  <a:pt x="1466" y="278"/>
                </a:lnTo>
                <a:lnTo>
                  <a:pt x="1467" y="278"/>
                </a:lnTo>
                <a:lnTo>
                  <a:pt x="1467" y="277"/>
                </a:lnTo>
                <a:lnTo>
                  <a:pt x="1468" y="277"/>
                </a:lnTo>
                <a:lnTo>
                  <a:pt x="1469" y="277"/>
                </a:lnTo>
                <a:lnTo>
                  <a:pt x="1470" y="277"/>
                </a:lnTo>
                <a:lnTo>
                  <a:pt x="1470" y="278"/>
                </a:lnTo>
                <a:lnTo>
                  <a:pt x="1471" y="278"/>
                </a:lnTo>
                <a:lnTo>
                  <a:pt x="1471" y="279"/>
                </a:lnTo>
                <a:lnTo>
                  <a:pt x="1472" y="278"/>
                </a:lnTo>
                <a:lnTo>
                  <a:pt x="1472" y="279"/>
                </a:lnTo>
                <a:lnTo>
                  <a:pt x="1473" y="279"/>
                </a:lnTo>
                <a:lnTo>
                  <a:pt x="1473" y="278"/>
                </a:lnTo>
                <a:lnTo>
                  <a:pt x="1473" y="279"/>
                </a:lnTo>
                <a:lnTo>
                  <a:pt x="1474" y="279"/>
                </a:lnTo>
                <a:lnTo>
                  <a:pt x="1474" y="278"/>
                </a:lnTo>
                <a:lnTo>
                  <a:pt x="1475" y="278"/>
                </a:lnTo>
                <a:lnTo>
                  <a:pt x="1475" y="279"/>
                </a:lnTo>
                <a:lnTo>
                  <a:pt x="1476" y="279"/>
                </a:lnTo>
                <a:lnTo>
                  <a:pt x="1477" y="279"/>
                </a:lnTo>
                <a:lnTo>
                  <a:pt x="1477" y="280"/>
                </a:lnTo>
                <a:lnTo>
                  <a:pt x="1478" y="280"/>
                </a:lnTo>
                <a:lnTo>
                  <a:pt x="1478" y="281"/>
                </a:lnTo>
                <a:lnTo>
                  <a:pt x="1479" y="281"/>
                </a:lnTo>
                <a:lnTo>
                  <a:pt x="1480" y="281"/>
                </a:lnTo>
                <a:lnTo>
                  <a:pt x="1480" y="282"/>
                </a:lnTo>
                <a:lnTo>
                  <a:pt x="1481" y="282"/>
                </a:lnTo>
                <a:lnTo>
                  <a:pt x="1482" y="282"/>
                </a:lnTo>
                <a:lnTo>
                  <a:pt x="1483" y="282"/>
                </a:lnTo>
                <a:lnTo>
                  <a:pt x="1484" y="282"/>
                </a:lnTo>
                <a:lnTo>
                  <a:pt x="1484" y="283"/>
                </a:lnTo>
                <a:lnTo>
                  <a:pt x="1485" y="283"/>
                </a:lnTo>
                <a:lnTo>
                  <a:pt x="1486" y="283"/>
                </a:lnTo>
                <a:lnTo>
                  <a:pt x="1486" y="284"/>
                </a:lnTo>
                <a:lnTo>
                  <a:pt x="1486" y="285"/>
                </a:lnTo>
                <a:lnTo>
                  <a:pt x="1487" y="285"/>
                </a:lnTo>
                <a:lnTo>
                  <a:pt x="1487" y="286"/>
                </a:lnTo>
                <a:lnTo>
                  <a:pt x="1488" y="286"/>
                </a:lnTo>
                <a:lnTo>
                  <a:pt x="1488" y="287"/>
                </a:lnTo>
                <a:lnTo>
                  <a:pt x="1489" y="287"/>
                </a:lnTo>
                <a:lnTo>
                  <a:pt x="1489" y="288"/>
                </a:lnTo>
                <a:lnTo>
                  <a:pt x="1489" y="289"/>
                </a:lnTo>
                <a:lnTo>
                  <a:pt x="1490" y="289"/>
                </a:lnTo>
                <a:lnTo>
                  <a:pt x="1490" y="290"/>
                </a:lnTo>
                <a:lnTo>
                  <a:pt x="1491" y="291"/>
                </a:lnTo>
                <a:lnTo>
                  <a:pt x="1491" y="292"/>
                </a:lnTo>
                <a:lnTo>
                  <a:pt x="1492" y="292"/>
                </a:lnTo>
                <a:lnTo>
                  <a:pt x="1493" y="293"/>
                </a:lnTo>
                <a:lnTo>
                  <a:pt x="1494" y="294"/>
                </a:lnTo>
                <a:lnTo>
                  <a:pt x="1494" y="295"/>
                </a:lnTo>
                <a:lnTo>
                  <a:pt x="1494" y="296"/>
                </a:lnTo>
                <a:lnTo>
                  <a:pt x="1493" y="296"/>
                </a:lnTo>
                <a:lnTo>
                  <a:pt x="1493" y="297"/>
                </a:lnTo>
                <a:lnTo>
                  <a:pt x="1493" y="298"/>
                </a:lnTo>
                <a:lnTo>
                  <a:pt x="1493" y="299"/>
                </a:lnTo>
                <a:lnTo>
                  <a:pt x="1494" y="299"/>
                </a:lnTo>
                <a:lnTo>
                  <a:pt x="1495" y="299"/>
                </a:lnTo>
                <a:lnTo>
                  <a:pt x="1496" y="299"/>
                </a:lnTo>
                <a:lnTo>
                  <a:pt x="1496" y="300"/>
                </a:lnTo>
                <a:lnTo>
                  <a:pt x="1497" y="300"/>
                </a:lnTo>
                <a:lnTo>
                  <a:pt x="1498" y="300"/>
                </a:lnTo>
                <a:lnTo>
                  <a:pt x="1498" y="301"/>
                </a:lnTo>
                <a:lnTo>
                  <a:pt x="1499" y="301"/>
                </a:lnTo>
                <a:lnTo>
                  <a:pt x="1500" y="302"/>
                </a:lnTo>
                <a:lnTo>
                  <a:pt x="1501" y="302"/>
                </a:lnTo>
                <a:lnTo>
                  <a:pt x="1502" y="302"/>
                </a:lnTo>
                <a:lnTo>
                  <a:pt x="1503" y="302"/>
                </a:lnTo>
                <a:lnTo>
                  <a:pt x="1503" y="303"/>
                </a:lnTo>
                <a:lnTo>
                  <a:pt x="1504" y="303"/>
                </a:lnTo>
                <a:lnTo>
                  <a:pt x="1505" y="303"/>
                </a:lnTo>
                <a:lnTo>
                  <a:pt x="1506" y="304"/>
                </a:lnTo>
                <a:lnTo>
                  <a:pt x="1507" y="304"/>
                </a:lnTo>
                <a:lnTo>
                  <a:pt x="1508" y="304"/>
                </a:lnTo>
                <a:lnTo>
                  <a:pt x="1508" y="305"/>
                </a:lnTo>
                <a:lnTo>
                  <a:pt x="1509" y="305"/>
                </a:lnTo>
                <a:lnTo>
                  <a:pt x="1509" y="306"/>
                </a:lnTo>
                <a:lnTo>
                  <a:pt x="1510" y="306"/>
                </a:lnTo>
                <a:lnTo>
                  <a:pt x="1510" y="307"/>
                </a:lnTo>
                <a:lnTo>
                  <a:pt x="1511" y="307"/>
                </a:lnTo>
                <a:lnTo>
                  <a:pt x="1510" y="307"/>
                </a:lnTo>
                <a:lnTo>
                  <a:pt x="1510" y="310"/>
                </a:lnTo>
                <a:lnTo>
                  <a:pt x="1511" y="310"/>
                </a:lnTo>
                <a:lnTo>
                  <a:pt x="1511" y="311"/>
                </a:lnTo>
                <a:lnTo>
                  <a:pt x="1510" y="311"/>
                </a:lnTo>
                <a:lnTo>
                  <a:pt x="1511" y="311"/>
                </a:lnTo>
                <a:lnTo>
                  <a:pt x="1512" y="311"/>
                </a:lnTo>
                <a:lnTo>
                  <a:pt x="1513" y="311"/>
                </a:lnTo>
                <a:lnTo>
                  <a:pt x="1513" y="310"/>
                </a:lnTo>
                <a:lnTo>
                  <a:pt x="1514" y="310"/>
                </a:lnTo>
                <a:lnTo>
                  <a:pt x="1515" y="310"/>
                </a:lnTo>
                <a:lnTo>
                  <a:pt x="1515" y="309"/>
                </a:lnTo>
                <a:lnTo>
                  <a:pt x="1516" y="310"/>
                </a:lnTo>
                <a:lnTo>
                  <a:pt x="1516" y="309"/>
                </a:lnTo>
                <a:lnTo>
                  <a:pt x="1517" y="309"/>
                </a:lnTo>
                <a:lnTo>
                  <a:pt x="1517" y="308"/>
                </a:lnTo>
                <a:lnTo>
                  <a:pt x="1517" y="307"/>
                </a:lnTo>
                <a:lnTo>
                  <a:pt x="1518" y="306"/>
                </a:lnTo>
                <a:lnTo>
                  <a:pt x="1519" y="305"/>
                </a:lnTo>
                <a:lnTo>
                  <a:pt x="1520" y="305"/>
                </a:lnTo>
                <a:lnTo>
                  <a:pt x="1520" y="304"/>
                </a:lnTo>
                <a:lnTo>
                  <a:pt x="1521" y="304"/>
                </a:lnTo>
                <a:lnTo>
                  <a:pt x="1522" y="304"/>
                </a:lnTo>
                <a:lnTo>
                  <a:pt x="1522" y="303"/>
                </a:lnTo>
                <a:lnTo>
                  <a:pt x="1523" y="303"/>
                </a:lnTo>
                <a:lnTo>
                  <a:pt x="1523" y="302"/>
                </a:lnTo>
                <a:lnTo>
                  <a:pt x="1524" y="302"/>
                </a:lnTo>
                <a:lnTo>
                  <a:pt x="1525" y="301"/>
                </a:lnTo>
                <a:lnTo>
                  <a:pt x="1526" y="300"/>
                </a:lnTo>
                <a:lnTo>
                  <a:pt x="1527" y="300"/>
                </a:lnTo>
                <a:lnTo>
                  <a:pt x="1528" y="300"/>
                </a:lnTo>
                <a:lnTo>
                  <a:pt x="1529" y="301"/>
                </a:lnTo>
                <a:lnTo>
                  <a:pt x="1529" y="300"/>
                </a:lnTo>
                <a:lnTo>
                  <a:pt x="1530" y="300"/>
                </a:lnTo>
                <a:lnTo>
                  <a:pt x="1531" y="300"/>
                </a:lnTo>
                <a:lnTo>
                  <a:pt x="1532" y="300"/>
                </a:lnTo>
                <a:lnTo>
                  <a:pt x="1532" y="301"/>
                </a:lnTo>
                <a:lnTo>
                  <a:pt x="1533" y="301"/>
                </a:lnTo>
                <a:lnTo>
                  <a:pt x="1533" y="302"/>
                </a:lnTo>
                <a:lnTo>
                  <a:pt x="1534" y="302"/>
                </a:lnTo>
                <a:lnTo>
                  <a:pt x="1534" y="303"/>
                </a:lnTo>
                <a:lnTo>
                  <a:pt x="1534" y="304"/>
                </a:lnTo>
                <a:lnTo>
                  <a:pt x="1535" y="304"/>
                </a:lnTo>
                <a:lnTo>
                  <a:pt x="1534" y="304"/>
                </a:lnTo>
                <a:lnTo>
                  <a:pt x="1534" y="305"/>
                </a:lnTo>
                <a:lnTo>
                  <a:pt x="1535" y="306"/>
                </a:lnTo>
                <a:lnTo>
                  <a:pt x="1536" y="306"/>
                </a:lnTo>
                <a:lnTo>
                  <a:pt x="1537" y="307"/>
                </a:lnTo>
                <a:lnTo>
                  <a:pt x="1537" y="308"/>
                </a:lnTo>
                <a:lnTo>
                  <a:pt x="1536" y="309"/>
                </a:lnTo>
                <a:lnTo>
                  <a:pt x="1536" y="310"/>
                </a:lnTo>
                <a:lnTo>
                  <a:pt x="1537" y="311"/>
                </a:lnTo>
                <a:lnTo>
                  <a:pt x="1538" y="312"/>
                </a:lnTo>
                <a:lnTo>
                  <a:pt x="1538" y="313"/>
                </a:lnTo>
                <a:lnTo>
                  <a:pt x="1538" y="314"/>
                </a:lnTo>
                <a:lnTo>
                  <a:pt x="1537" y="315"/>
                </a:lnTo>
                <a:lnTo>
                  <a:pt x="1536" y="316"/>
                </a:lnTo>
                <a:lnTo>
                  <a:pt x="1537" y="317"/>
                </a:lnTo>
                <a:lnTo>
                  <a:pt x="1538" y="317"/>
                </a:lnTo>
                <a:lnTo>
                  <a:pt x="1539" y="318"/>
                </a:lnTo>
                <a:lnTo>
                  <a:pt x="1540" y="320"/>
                </a:lnTo>
                <a:lnTo>
                  <a:pt x="1540" y="321"/>
                </a:lnTo>
                <a:lnTo>
                  <a:pt x="1540" y="322"/>
                </a:lnTo>
                <a:lnTo>
                  <a:pt x="1541" y="323"/>
                </a:lnTo>
                <a:lnTo>
                  <a:pt x="1543" y="323"/>
                </a:lnTo>
                <a:lnTo>
                  <a:pt x="1544" y="324"/>
                </a:lnTo>
                <a:lnTo>
                  <a:pt x="1544" y="325"/>
                </a:lnTo>
                <a:lnTo>
                  <a:pt x="1545" y="326"/>
                </a:lnTo>
                <a:lnTo>
                  <a:pt x="1546" y="328"/>
                </a:lnTo>
                <a:lnTo>
                  <a:pt x="1547" y="328"/>
                </a:lnTo>
                <a:lnTo>
                  <a:pt x="1547" y="329"/>
                </a:lnTo>
                <a:lnTo>
                  <a:pt x="1547" y="330"/>
                </a:lnTo>
                <a:lnTo>
                  <a:pt x="1546" y="330"/>
                </a:lnTo>
                <a:lnTo>
                  <a:pt x="1546" y="331"/>
                </a:lnTo>
                <a:lnTo>
                  <a:pt x="1546" y="332"/>
                </a:lnTo>
                <a:lnTo>
                  <a:pt x="1546" y="333"/>
                </a:lnTo>
                <a:lnTo>
                  <a:pt x="1546" y="334"/>
                </a:lnTo>
                <a:lnTo>
                  <a:pt x="1545" y="334"/>
                </a:lnTo>
                <a:lnTo>
                  <a:pt x="1544" y="337"/>
                </a:lnTo>
                <a:lnTo>
                  <a:pt x="1544" y="338"/>
                </a:lnTo>
                <a:lnTo>
                  <a:pt x="1547" y="338"/>
                </a:lnTo>
                <a:lnTo>
                  <a:pt x="1547" y="339"/>
                </a:lnTo>
                <a:lnTo>
                  <a:pt x="1548" y="339"/>
                </a:lnTo>
                <a:lnTo>
                  <a:pt x="1549" y="340"/>
                </a:lnTo>
                <a:lnTo>
                  <a:pt x="1550" y="340"/>
                </a:lnTo>
                <a:lnTo>
                  <a:pt x="1550" y="341"/>
                </a:lnTo>
                <a:lnTo>
                  <a:pt x="1551" y="342"/>
                </a:lnTo>
                <a:lnTo>
                  <a:pt x="1552" y="342"/>
                </a:lnTo>
                <a:lnTo>
                  <a:pt x="1553" y="343"/>
                </a:lnTo>
                <a:lnTo>
                  <a:pt x="1553" y="344"/>
                </a:lnTo>
                <a:lnTo>
                  <a:pt x="1553" y="345"/>
                </a:lnTo>
                <a:lnTo>
                  <a:pt x="1554" y="346"/>
                </a:lnTo>
                <a:lnTo>
                  <a:pt x="1553" y="347"/>
                </a:lnTo>
                <a:lnTo>
                  <a:pt x="1554" y="347"/>
                </a:lnTo>
                <a:lnTo>
                  <a:pt x="1555" y="348"/>
                </a:lnTo>
                <a:lnTo>
                  <a:pt x="1557" y="349"/>
                </a:lnTo>
                <a:lnTo>
                  <a:pt x="1557" y="348"/>
                </a:lnTo>
                <a:lnTo>
                  <a:pt x="1557" y="349"/>
                </a:lnTo>
                <a:lnTo>
                  <a:pt x="1558" y="349"/>
                </a:lnTo>
                <a:lnTo>
                  <a:pt x="1559" y="349"/>
                </a:lnTo>
                <a:lnTo>
                  <a:pt x="1560" y="350"/>
                </a:lnTo>
                <a:lnTo>
                  <a:pt x="1561" y="350"/>
                </a:lnTo>
                <a:lnTo>
                  <a:pt x="1561" y="351"/>
                </a:lnTo>
                <a:lnTo>
                  <a:pt x="1562" y="352"/>
                </a:lnTo>
                <a:lnTo>
                  <a:pt x="1563" y="352"/>
                </a:lnTo>
                <a:lnTo>
                  <a:pt x="1564" y="352"/>
                </a:lnTo>
                <a:lnTo>
                  <a:pt x="1564" y="353"/>
                </a:lnTo>
                <a:lnTo>
                  <a:pt x="1565" y="353"/>
                </a:lnTo>
                <a:lnTo>
                  <a:pt x="1566" y="353"/>
                </a:lnTo>
                <a:lnTo>
                  <a:pt x="1566" y="354"/>
                </a:lnTo>
                <a:lnTo>
                  <a:pt x="1566" y="355"/>
                </a:lnTo>
                <a:lnTo>
                  <a:pt x="1566" y="356"/>
                </a:lnTo>
                <a:lnTo>
                  <a:pt x="1568" y="358"/>
                </a:lnTo>
                <a:lnTo>
                  <a:pt x="1569" y="358"/>
                </a:lnTo>
                <a:lnTo>
                  <a:pt x="1570" y="359"/>
                </a:lnTo>
                <a:lnTo>
                  <a:pt x="1571" y="360"/>
                </a:lnTo>
                <a:lnTo>
                  <a:pt x="1574" y="362"/>
                </a:lnTo>
                <a:lnTo>
                  <a:pt x="1574" y="363"/>
                </a:lnTo>
                <a:lnTo>
                  <a:pt x="1576" y="364"/>
                </a:lnTo>
                <a:lnTo>
                  <a:pt x="1577" y="364"/>
                </a:lnTo>
                <a:lnTo>
                  <a:pt x="1577" y="363"/>
                </a:lnTo>
                <a:lnTo>
                  <a:pt x="1578" y="364"/>
                </a:lnTo>
                <a:lnTo>
                  <a:pt x="1579" y="365"/>
                </a:lnTo>
                <a:lnTo>
                  <a:pt x="1580" y="365"/>
                </a:lnTo>
                <a:lnTo>
                  <a:pt x="1581" y="366"/>
                </a:lnTo>
                <a:lnTo>
                  <a:pt x="1581" y="367"/>
                </a:lnTo>
                <a:lnTo>
                  <a:pt x="1580" y="368"/>
                </a:lnTo>
                <a:lnTo>
                  <a:pt x="1580" y="369"/>
                </a:lnTo>
                <a:lnTo>
                  <a:pt x="1581" y="369"/>
                </a:lnTo>
                <a:lnTo>
                  <a:pt x="1581" y="370"/>
                </a:lnTo>
                <a:lnTo>
                  <a:pt x="1583" y="371"/>
                </a:lnTo>
                <a:lnTo>
                  <a:pt x="1584" y="372"/>
                </a:lnTo>
                <a:lnTo>
                  <a:pt x="1584" y="373"/>
                </a:lnTo>
                <a:lnTo>
                  <a:pt x="1584" y="374"/>
                </a:lnTo>
                <a:lnTo>
                  <a:pt x="1585" y="375"/>
                </a:lnTo>
                <a:lnTo>
                  <a:pt x="1585" y="376"/>
                </a:lnTo>
                <a:lnTo>
                  <a:pt x="1586" y="376"/>
                </a:lnTo>
                <a:lnTo>
                  <a:pt x="1587" y="376"/>
                </a:lnTo>
                <a:lnTo>
                  <a:pt x="1587" y="377"/>
                </a:lnTo>
                <a:lnTo>
                  <a:pt x="1588" y="378"/>
                </a:lnTo>
                <a:lnTo>
                  <a:pt x="1588" y="379"/>
                </a:lnTo>
                <a:lnTo>
                  <a:pt x="1590" y="380"/>
                </a:lnTo>
                <a:lnTo>
                  <a:pt x="1591" y="380"/>
                </a:lnTo>
                <a:lnTo>
                  <a:pt x="1592" y="380"/>
                </a:lnTo>
                <a:lnTo>
                  <a:pt x="1593" y="380"/>
                </a:lnTo>
                <a:lnTo>
                  <a:pt x="1594" y="381"/>
                </a:lnTo>
                <a:lnTo>
                  <a:pt x="1595" y="382"/>
                </a:lnTo>
                <a:lnTo>
                  <a:pt x="1594" y="382"/>
                </a:lnTo>
                <a:lnTo>
                  <a:pt x="1595" y="382"/>
                </a:lnTo>
                <a:lnTo>
                  <a:pt x="1595" y="383"/>
                </a:lnTo>
                <a:lnTo>
                  <a:pt x="1596" y="384"/>
                </a:lnTo>
                <a:lnTo>
                  <a:pt x="1597" y="384"/>
                </a:lnTo>
                <a:lnTo>
                  <a:pt x="1597" y="385"/>
                </a:lnTo>
                <a:lnTo>
                  <a:pt x="1597" y="386"/>
                </a:lnTo>
                <a:lnTo>
                  <a:pt x="1598" y="387"/>
                </a:lnTo>
                <a:lnTo>
                  <a:pt x="1599" y="387"/>
                </a:lnTo>
                <a:lnTo>
                  <a:pt x="1600" y="387"/>
                </a:lnTo>
                <a:lnTo>
                  <a:pt x="1601" y="387"/>
                </a:lnTo>
                <a:lnTo>
                  <a:pt x="1602" y="389"/>
                </a:lnTo>
                <a:lnTo>
                  <a:pt x="1602" y="391"/>
                </a:lnTo>
                <a:lnTo>
                  <a:pt x="1603" y="392"/>
                </a:lnTo>
                <a:lnTo>
                  <a:pt x="1604" y="393"/>
                </a:lnTo>
                <a:lnTo>
                  <a:pt x="1605" y="395"/>
                </a:lnTo>
                <a:lnTo>
                  <a:pt x="1606" y="396"/>
                </a:lnTo>
                <a:lnTo>
                  <a:pt x="1606" y="399"/>
                </a:lnTo>
                <a:lnTo>
                  <a:pt x="1605" y="399"/>
                </a:lnTo>
                <a:lnTo>
                  <a:pt x="1605" y="398"/>
                </a:lnTo>
                <a:lnTo>
                  <a:pt x="1604" y="398"/>
                </a:lnTo>
                <a:lnTo>
                  <a:pt x="1603" y="398"/>
                </a:lnTo>
                <a:lnTo>
                  <a:pt x="1602" y="398"/>
                </a:lnTo>
                <a:lnTo>
                  <a:pt x="1601" y="398"/>
                </a:lnTo>
                <a:lnTo>
                  <a:pt x="1600" y="398"/>
                </a:lnTo>
                <a:lnTo>
                  <a:pt x="1598" y="398"/>
                </a:lnTo>
                <a:lnTo>
                  <a:pt x="1598" y="399"/>
                </a:lnTo>
                <a:lnTo>
                  <a:pt x="1597" y="399"/>
                </a:lnTo>
                <a:lnTo>
                  <a:pt x="1595" y="399"/>
                </a:lnTo>
                <a:lnTo>
                  <a:pt x="1593" y="400"/>
                </a:lnTo>
                <a:lnTo>
                  <a:pt x="1592" y="400"/>
                </a:lnTo>
                <a:lnTo>
                  <a:pt x="1591" y="399"/>
                </a:lnTo>
                <a:lnTo>
                  <a:pt x="1590" y="399"/>
                </a:lnTo>
                <a:lnTo>
                  <a:pt x="1589" y="400"/>
                </a:lnTo>
                <a:lnTo>
                  <a:pt x="1588" y="401"/>
                </a:lnTo>
                <a:lnTo>
                  <a:pt x="1587" y="401"/>
                </a:lnTo>
                <a:lnTo>
                  <a:pt x="1588" y="402"/>
                </a:lnTo>
                <a:lnTo>
                  <a:pt x="1588" y="404"/>
                </a:lnTo>
                <a:lnTo>
                  <a:pt x="1589" y="405"/>
                </a:lnTo>
                <a:lnTo>
                  <a:pt x="1588" y="406"/>
                </a:lnTo>
                <a:lnTo>
                  <a:pt x="1588" y="407"/>
                </a:lnTo>
                <a:lnTo>
                  <a:pt x="1589" y="408"/>
                </a:lnTo>
                <a:lnTo>
                  <a:pt x="1589" y="409"/>
                </a:lnTo>
                <a:lnTo>
                  <a:pt x="1589" y="410"/>
                </a:lnTo>
                <a:lnTo>
                  <a:pt x="1589" y="411"/>
                </a:lnTo>
                <a:lnTo>
                  <a:pt x="1587" y="412"/>
                </a:lnTo>
                <a:lnTo>
                  <a:pt x="1587" y="413"/>
                </a:lnTo>
                <a:lnTo>
                  <a:pt x="1585" y="414"/>
                </a:lnTo>
                <a:lnTo>
                  <a:pt x="1585" y="415"/>
                </a:lnTo>
                <a:lnTo>
                  <a:pt x="1585" y="416"/>
                </a:lnTo>
                <a:lnTo>
                  <a:pt x="1585" y="417"/>
                </a:lnTo>
                <a:lnTo>
                  <a:pt x="1584" y="417"/>
                </a:lnTo>
                <a:lnTo>
                  <a:pt x="1584" y="418"/>
                </a:lnTo>
                <a:lnTo>
                  <a:pt x="1583" y="418"/>
                </a:lnTo>
                <a:lnTo>
                  <a:pt x="1583" y="419"/>
                </a:lnTo>
                <a:lnTo>
                  <a:pt x="1584" y="420"/>
                </a:lnTo>
                <a:lnTo>
                  <a:pt x="1585" y="420"/>
                </a:lnTo>
                <a:lnTo>
                  <a:pt x="1586" y="420"/>
                </a:lnTo>
                <a:lnTo>
                  <a:pt x="1586" y="421"/>
                </a:lnTo>
                <a:lnTo>
                  <a:pt x="1587" y="421"/>
                </a:lnTo>
                <a:lnTo>
                  <a:pt x="1588" y="420"/>
                </a:lnTo>
                <a:lnTo>
                  <a:pt x="1588" y="421"/>
                </a:lnTo>
                <a:lnTo>
                  <a:pt x="1588" y="422"/>
                </a:lnTo>
                <a:lnTo>
                  <a:pt x="1589" y="422"/>
                </a:lnTo>
                <a:lnTo>
                  <a:pt x="1590" y="423"/>
                </a:lnTo>
                <a:lnTo>
                  <a:pt x="1591" y="423"/>
                </a:lnTo>
                <a:lnTo>
                  <a:pt x="1591" y="424"/>
                </a:lnTo>
                <a:lnTo>
                  <a:pt x="1591" y="425"/>
                </a:lnTo>
                <a:lnTo>
                  <a:pt x="1592" y="425"/>
                </a:lnTo>
                <a:lnTo>
                  <a:pt x="1593" y="425"/>
                </a:lnTo>
                <a:lnTo>
                  <a:pt x="1594" y="425"/>
                </a:lnTo>
                <a:lnTo>
                  <a:pt x="1595" y="425"/>
                </a:lnTo>
                <a:lnTo>
                  <a:pt x="1596" y="426"/>
                </a:lnTo>
                <a:lnTo>
                  <a:pt x="1596" y="427"/>
                </a:lnTo>
                <a:lnTo>
                  <a:pt x="1596" y="428"/>
                </a:lnTo>
                <a:lnTo>
                  <a:pt x="1595" y="428"/>
                </a:lnTo>
                <a:lnTo>
                  <a:pt x="1595" y="429"/>
                </a:lnTo>
                <a:lnTo>
                  <a:pt x="1596" y="429"/>
                </a:lnTo>
                <a:lnTo>
                  <a:pt x="1596" y="430"/>
                </a:lnTo>
                <a:lnTo>
                  <a:pt x="1597" y="431"/>
                </a:lnTo>
                <a:lnTo>
                  <a:pt x="1597" y="432"/>
                </a:lnTo>
                <a:lnTo>
                  <a:pt x="1598" y="432"/>
                </a:lnTo>
                <a:lnTo>
                  <a:pt x="1598" y="433"/>
                </a:lnTo>
                <a:lnTo>
                  <a:pt x="1598" y="434"/>
                </a:lnTo>
                <a:lnTo>
                  <a:pt x="1599" y="434"/>
                </a:lnTo>
                <a:lnTo>
                  <a:pt x="1600" y="434"/>
                </a:lnTo>
                <a:lnTo>
                  <a:pt x="1601" y="434"/>
                </a:lnTo>
                <a:lnTo>
                  <a:pt x="1603" y="435"/>
                </a:lnTo>
                <a:lnTo>
                  <a:pt x="1603" y="436"/>
                </a:lnTo>
                <a:lnTo>
                  <a:pt x="1603" y="437"/>
                </a:lnTo>
                <a:lnTo>
                  <a:pt x="1604" y="437"/>
                </a:lnTo>
                <a:lnTo>
                  <a:pt x="1604" y="436"/>
                </a:lnTo>
                <a:lnTo>
                  <a:pt x="1605" y="437"/>
                </a:lnTo>
                <a:lnTo>
                  <a:pt x="1605" y="438"/>
                </a:lnTo>
                <a:lnTo>
                  <a:pt x="1605" y="439"/>
                </a:lnTo>
                <a:lnTo>
                  <a:pt x="1606" y="440"/>
                </a:lnTo>
                <a:lnTo>
                  <a:pt x="1607" y="440"/>
                </a:lnTo>
                <a:lnTo>
                  <a:pt x="1607" y="441"/>
                </a:lnTo>
                <a:lnTo>
                  <a:pt x="1608" y="442"/>
                </a:lnTo>
                <a:lnTo>
                  <a:pt x="1609" y="443"/>
                </a:lnTo>
                <a:lnTo>
                  <a:pt x="1609" y="444"/>
                </a:lnTo>
                <a:lnTo>
                  <a:pt x="1610" y="443"/>
                </a:lnTo>
                <a:lnTo>
                  <a:pt x="1612" y="446"/>
                </a:lnTo>
                <a:lnTo>
                  <a:pt x="1612" y="447"/>
                </a:lnTo>
                <a:lnTo>
                  <a:pt x="1614" y="449"/>
                </a:lnTo>
                <a:lnTo>
                  <a:pt x="1614" y="450"/>
                </a:lnTo>
                <a:lnTo>
                  <a:pt x="1613" y="450"/>
                </a:lnTo>
                <a:lnTo>
                  <a:pt x="1612" y="449"/>
                </a:lnTo>
                <a:lnTo>
                  <a:pt x="1611" y="449"/>
                </a:lnTo>
                <a:lnTo>
                  <a:pt x="1611" y="448"/>
                </a:lnTo>
                <a:lnTo>
                  <a:pt x="1610" y="449"/>
                </a:lnTo>
                <a:lnTo>
                  <a:pt x="1609" y="450"/>
                </a:lnTo>
                <a:lnTo>
                  <a:pt x="1608" y="451"/>
                </a:lnTo>
                <a:lnTo>
                  <a:pt x="1607" y="452"/>
                </a:lnTo>
                <a:lnTo>
                  <a:pt x="1606" y="453"/>
                </a:lnTo>
                <a:lnTo>
                  <a:pt x="1605" y="453"/>
                </a:lnTo>
                <a:lnTo>
                  <a:pt x="1605" y="454"/>
                </a:lnTo>
                <a:lnTo>
                  <a:pt x="1605" y="455"/>
                </a:lnTo>
                <a:lnTo>
                  <a:pt x="1604" y="455"/>
                </a:lnTo>
                <a:lnTo>
                  <a:pt x="1603" y="455"/>
                </a:lnTo>
                <a:lnTo>
                  <a:pt x="1602" y="454"/>
                </a:lnTo>
                <a:lnTo>
                  <a:pt x="1601" y="454"/>
                </a:lnTo>
                <a:lnTo>
                  <a:pt x="1600" y="455"/>
                </a:lnTo>
                <a:lnTo>
                  <a:pt x="1600" y="456"/>
                </a:lnTo>
                <a:lnTo>
                  <a:pt x="1600" y="457"/>
                </a:lnTo>
                <a:lnTo>
                  <a:pt x="1600" y="458"/>
                </a:lnTo>
                <a:lnTo>
                  <a:pt x="1600" y="459"/>
                </a:lnTo>
                <a:lnTo>
                  <a:pt x="1600" y="460"/>
                </a:lnTo>
                <a:lnTo>
                  <a:pt x="1600" y="461"/>
                </a:lnTo>
                <a:lnTo>
                  <a:pt x="1600" y="463"/>
                </a:lnTo>
                <a:lnTo>
                  <a:pt x="1601" y="464"/>
                </a:lnTo>
                <a:lnTo>
                  <a:pt x="1602" y="465"/>
                </a:lnTo>
                <a:lnTo>
                  <a:pt x="1602" y="466"/>
                </a:lnTo>
                <a:lnTo>
                  <a:pt x="1603" y="467"/>
                </a:lnTo>
                <a:lnTo>
                  <a:pt x="1603" y="468"/>
                </a:lnTo>
                <a:lnTo>
                  <a:pt x="1606" y="469"/>
                </a:lnTo>
                <a:lnTo>
                  <a:pt x="1607" y="470"/>
                </a:lnTo>
                <a:lnTo>
                  <a:pt x="1608" y="471"/>
                </a:lnTo>
                <a:lnTo>
                  <a:pt x="1609" y="472"/>
                </a:lnTo>
                <a:lnTo>
                  <a:pt x="1611" y="473"/>
                </a:lnTo>
                <a:lnTo>
                  <a:pt x="1613" y="473"/>
                </a:lnTo>
                <a:lnTo>
                  <a:pt x="1614" y="473"/>
                </a:lnTo>
                <a:lnTo>
                  <a:pt x="1613" y="474"/>
                </a:lnTo>
                <a:lnTo>
                  <a:pt x="1613" y="475"/>
                </a:lnTo>
                <a:lnTo>
                  <a:pt x="1613" y="476"/>
                </a:lnTo>
                <a:lnTo>
                  <a:pt x="1614" y="477"/>
                </a:lnTo>
                <a:lnTo>
                  <a:pt x="1615" y="477"/>
                </a:lnTo>
                <a:lnTo>
                  <a:pt x="1616" y="478"/>
                </a:lnTo>
                <a:lnTo>
                  <a:pt x="1617" y="478"/>
                </a:lnTo>
                <a:lnTo>
                  <a:pt x="1618" y="479"/>
                </a:lnTo>
                <a:lnTo>
                  <a:pt x="1618" y="480"/>
                </a:lnTo>
                <a:lnTo>
                  <a:pt x="1617" y="481"/>
                </a:lnTo>
                <a:lnTo>
                  <a:pt x="1616" y="480"/>
                </a:lnTo>
                <a:lnTo>
                  <a:pt x="1615" y="480"/>
                </a:lnTo>
                <a:lnTo>
                  <a:pt x="1615" y="481"/>
                </a:lnTo>
                <a:lnTo>
                  <a:pt x="1615" y="482"/>
                </a:lnTo>
                <a:lnTo>
                  <a:pt x="1616" y="483"/>
                </a:lnTo>
                <a:lnTo>
                  <a:pt x="1616" y="484"/>
                </a:lnTo>
                <a:lnTo>
                  <a:pt x="1616" y="485"/>
                </a:lnTo>
                <a:lnTo>
                  <a:pt x="1617" y="487"/>
                </a:lnTo>
                <a:lnTo>
                  <a:pt x="1618" y="487"/>
                </a:lnTo>
                <a:lnTo>
                  <a:pt x="1619" y="487"/>
                </a:lnTo>
                <a:lnTo>
                  <a:pt x="1619" y="488"/>
                </a:lnTo>
                <a:lnTo>
                  <a:pt x="1620" y="488"/>
                </a:lnTo>
                <a:lnTo>
                  <a:pt x="1621" y="490"/>
                </a:lnTo>
                <a:lnTo>
                  <a:pt x="1622" y="491"/>
                </a:lnTo>
                <a:lnTo>
                  <a:pt x="1621" y="493"/>
                </a:lnTo>
                <a:lnTo>
                  <a:pt x="1621" y="494"/>
                </a:lnTo>
                <a:lnTo>
                  <a:pt x="1620" y="494"/>
                </a:lnTo>
                <a:lnTo>
                  <a:pt x="1619" y="495"/>
                </a:lnTo>
                <a:lnTo>
                  <a:pt x="1618" y="496"/>
                </a:lnTo>
                <a:lnTo>
                  <a:pt x="1619" y="497"/>
                </a:lnTo>
                <a:lnTo>
                  <a:pt x="1620" y="498"/>
                </a:lnTo>
                <a:lnTo>
                  <a:pt x="1621" y="499"/>
                </a:lnTo>
                <a:lnTo>
                  <a:pt x="1621" y="501"/>
                </a:lnTo>
                <a:lnTo>
                  <a:pt x="1621" y="502"/>
                </a:lnTo>
                <a:lnTo>
                  <a:pt x="1622" y="502"/>
                </a:lnTo>
                <a:lnTo>
                  <a:pt x="1623" y="503"/>
                </a:lnTo>
                <a:lnTo>
                  <a:pt x="1623" y="504"/>
                </a:lnTo>
                <a:lnTo>
                  <a:pt x="1623" y="505"/>
                </a:lnTo>
                <a:lnTo>
                  <a:pt x="1625" y="505"/>
                </a:lnTo>
                <a:lnTo>
                  <a:pt x="1625" y="506"/>
                </a:lnTo>
                <a:lnTo>
                  <a:pt x="1624" y="508"/>
                </a:lnTo>
                <a:lnTo>
                  <a:pt x="1624" y="509"/>
                </a:lnTo>
                <a:lnTo>
                  <a:pt x="1625" y="509"/>
                </a:lnTo>
                <a:lnTo>
                  <a:pt x="1625" y="510"/>
                </a:lnTo>
                <a:lnTo>
                  <a:pt x="1626" y="511"/>
                </a:lnTo>
                <a:lnTo>
                  <a:pt x="1625" y="512"/>
                </a:lnTo>
                <a:lnTo>
                  <a:pt x="1626" y="513"/>
                </a:lnTo>
                <a:lnTo>
                  <a:pt x="1626" y="514"/>
                </a:lnTo>
                <a:lnTo>
                  <a:pt x="1626" y="515"/>
                </a:lnTo>
                <a:lnTo>
                  <a:pt x="1626" y="516"/>
                </a:lnTo>
                <a:lnTo>
                  <a:pt x="1627" y="516"/>
                </a:lnTo>
                <a:lnTo>
                  <a:pt x="1628" y="516"/>
                </a:lnTo>
                <a:lnTo>
                  <a:pt x="1629" y="517"/>
                </a:lnTo>
                <a:lnTo>
                  <a:pt x="1630" y="517"/>
                </a:lnTo>
                <a:lnTo>
                  <a:pt x="1631" y="517"/>
                </a:lnTo>
                <a:lnTo>
                  <a:pt x="1631" y="516"/>
                </a:lnTo>
                <a:lnTo>
                  <a:pt x="1632" y="517"/>
                </a:lnTo>
                <a:lnTo>
                  <a:pt x="1633" y="517"/>
                </a:lnTo>
                <a:lnTo>
                  <a:pt x="1634" y="518"/>
                </a:lnTo>
                <a:lnTo>
                  <a:pt x="1635" y="519"/>
                </a:lnTo>
                <a:lnTo>
                  <a:pt x="1636" y="520"/>
                </a:lnTo>
                <a:lnTo>
                  <a:pt x="1636" y="522"/>
                </a:lnTo>
                <a:lnTo>
                  <a:pt x="1638" y="523"/>
                </a:lnTo>
                <a:lnTo>
                  <a:pt x="1639" y="524"/>
                </a:lnTo>
                <a:lnTo>
                  <a:pt x="1640" y="524"/>
                </a:lnTo>
                <a:lnTo>
                  <a:pt x="1641" y="524"/>
                </a:lnTo>
                <a:lnTo>
                  <a:pt x="1641" y="525"/>
                </a:lnTo>
                <a:lnTo>
                  <a:pt x="1642" y="524"/>
                </a:lnTo>
                <a:lnTo>
                  <a:pt x="1642" y="525"/>
                </a:lnTo>
                <a:lnTo>
                  <a:pt x="1643" y="526"/>
                </a:lnTo>
                <a:lnTo>
                  <a:pt x="1644" y="526"/>
                </a:lnTo>
                <a:lnTo>
                  <a:pt x="1644" y="527"/>
                </a:lnTo>
                <a:lnTo>
                  <a:pt x="1645" y="528"/>
                </a:lnTo>
                <a:lnTo>
                  <a:pt x="1646" y="528"/>
                </a:lnTo>
                <a:lnTo>
                  <a:pt x="1647" y="528"/>
                </a:lnTo>
                <a:lnTo>
                  <a:pt x="1647" y="529"/>
                </a:lnTo>
                <a:lnTo>
                  <a:pt x="1648" y="529"/>
                </a:lnTo>
                <a:lnTo>
                  <a:pt x="1649" y="530"/>
                </a:lnTo>
                <a:lnTo>
                  <a:pt x="1648" y="531"/>
                </a:lnTo>
                <a:lnTo>
                  <a:pt x="1648" y="532"/>
                </a:lnTo>
                <a:lnTo>
                  <a:pt x="1648" y="533"/>
                </a:lnTo>
                <a:lnTo>
                  <a:pt x="1649" y="532"/>
                </a:lnTo>
                <a:lnTo>
                  <a:pt x="1649" y="533"/>
                </a:lnTo>
                <a:lnTo>
                  <a:pt x="1650" y="533"/>
                </a:lnTo>
                <a:lnTo>
                  <a:pt x="1651" y="533"/>
                </a:lnTo>
                <a:lnTo>
                  <a:pt x="1652" y="534"/>
                </a:lnTo>
                <a:lnTo>
                  <a:pt x="1652" y="535"/>
                </a:lnTo>
                <a:lnTo>
                  <a:pt x="1653" y="535"/>
                </a:lnTo>
                <a:lnTo>
                  <a:pt x="1654" y="537"/>
                </a:lnTo>
                <a:lnTo>
                  <a:pt x="1653" y="537"/>
                </a:lnTo>
                <a:lnTo>
                  <a:pt x="1651" y="538"/>
                </a:lnTo>
                <a:lnTo>
                  <a:pt x="1650" y="538"/>
                </a:lnTo>
                <a:lnTo>
                  <a:pt x="1650" y="537"/>
                </a:lnTo>
                <a:lnTo>
                  <a:pt x="1649" y="537"/>
                </a:lnTo>
                <a:lnTo>
                  <a:pt x="1648" y="537"/>
                </a:lnTo>
                <a:lnTo>
                  <a:pt x="1647" y="537"/>
                </a:lnTo>
                <a:lnTo>
                  <a:pt x="1646" y="537"/>
                </a:lnTo>
                <a:lnTo>
                  <a:pt x="1646" y="538"/>
                </a:lnTo>
                <a:lnTo>
                  <a:pt x="1645" y="538"/>
                </a:lnTo>
                <a:lnTo>
                  <a:pt x="1644" y="538"/>
                </a:lnTo>
                <a:lnTo>
                  <a:pt x="1643" y="539"/>
                </a:lnTo>
                <a:lnTo>
                  <a:pt x="1643" y="540"/>
                </a:lnTo>
                <a:lnTo>
                  <a:pt x="1643" y="541"/>
                </a:lnTo>
                <a:lnTo>
                  <a:pt x="1642" y="542"/>
                </a:lnTo>
                <a:lnTo>
                  <a:pt x="1642" y="543"/>
                </a:lnTo>
                <a:lnTo>
                  <a:pt x="1641" y="544"/>
                </a:lnTo>
                <a:lnTo>
                  <a:pt x="1641" y="545"/>
                </a:lnTo>
                <a:lnTo>
                  <a:pt x="1640" y="545"/>
                </a:lnTo>
                <a:lnTo>
                  <a:pt x="1639" y="545"/>
                </a:lnTo>
                <a:lnTo>
                  <a:pt x="1640" y="547"/>
                </a:lnTo>
                <a:lnTo>
                  <a:pt x="1639" y="548"/>
                </a:lnTo>
                <a:lnTo>
                  <a:pt x="1639" y="549"/>
                </a:lnTo>
                <a:lnTo>
                  <a:pt x="1638" y="551"/>
                </a:lnTo>
                <a:lnTo>
                  <a:pt x="1638" y="552"/>
                </a:lnTo>
                <a:lnTo>
                  <a:pt x="1637" y="552"/>
                </a:lnTo>
                <a:lnTo>
                  <a:pt x="1635" y="553"/>
                </a:lnTo>
                <a:lnTo>
                  <a:pt x="1635" y="554"/>
                </a:lnTo>
                <a:lnTo>
                  <a:pt x="1634" y="554"/>
                </a:lnTo>
                <a:lnTo>
                  <a:pt x="1633" y="554"/>
                </a:lnTo>
                <a:lnTo>
                  <a:pt x="1632" y="554"/>
                </a:lnTo>
                <a:lnTo>
                  <a:pt x="1631" y="554"/>
                </a:lnTo>
                <a:lnTo>
                  <a:pt x="1631" y="555"/>
                </a:lnTo>
                <a:lnTo>
                  <a:pt x="1631" y="556"/>
                </a:lnTo>
                <a:lnTo>
                  <a:pt x="1632" y="556"/>
                </a:lnTo>
                <a:lnTo>
                  <a:pt x="1632" y="557"/>
                </a:lnTo>
                <a:lnTo>
                  <a:pt x="1632" y="558"/>
                </a:lnTo>
                <a:lnTo>
                  <a:pt x="1633" y="558"/>
                </a:lnTo>
                <a:lnTo>
                  <a:pt x="1633" y="557"/>
                </a:lnTo>
                <a:lnTo>
                  <a:pt x="1634" y="557"/>
                </a:lnTo>
                <a:lnTo>
                  <a:pt x="1635" y="558"/>
                </a:lnTo>
                <a:lnTo>
                  <a:pt x="1636" y="559"/>
                </a:lnTo>
                <a:lnTo>
                  <a:pt x="1636" y="560"/>
                </a:lnTo>
                <a:lnTo>
                  <a:pt x="1637" y="560"/>
                </a:lnTo>
                <a:lnTo>
                  <a:pt x="1639" y="561"/>
                </a:lnTo>
                <a:lnTo>
                  <a:pt x="1641" y="561"/>
                </a:lnTo>
                <a:lnTo>
                  <a:pt x="1642" y="562"/>
                </a:lnTo>
                <a:lnTo>
                  <a:pt x="1642" y="563"/>
                </a:lnTo>
                <a:lnTo>
                  <a:pt x="1641" y="563"/>
                </a:lnTo>
                <a:lnTo>
                  <a:pt x="1640" y="563"/>
                </a:lnTo>
                <a:lnTo>
                  <a:pt x="1639" y="564"/>
                </a:lnTo>
                <a:lnTo>
                  <a:pt x="1639" y="565"/>
                </a:lnTo>
                <a:lnTo>
                  <a:pt x="1640" y="566"/>
                </a:lnTo>
                <a:lnTo>
                  <a:pt x="1640" y="567"/>
                </a:lnTo>
                <a:lnTo>
                  <a:pt x="1641" y="568"/>
                </a:lnTo>
                <a:lnTo>
                  <a:pt x="1641" y="569"/>
                </a:lnTo>
                <a:lnTo>
                  <a:pt x="1642" y="569"/>
                </a:lnTo>
                <a:lnTo>
                  <a:pt x="1641" y="570"/>
                </a:lnTo>
                <a:lnTo>
                  <a:pt x="1640" y="571"/>
                </a:lnTo>
                <a:lnTo>
                  <a:pt x="1639" y="573"/>
                </a:lnTo>
                <a:lnTo>
                  <a:pt x="1639" y="575"/>
                </a:lnTo>
                <a:lnTo>
                  <a:pt x="1638" y="576"/>
                </a:lnTo>
                <a:lnTo>
                  <a:pt x="1638" y="579"/>
                </a:lnTo>
                <a:lnTo>
                  <a:pt x="1638" y="580"/>
                </a:lnTo>
                <a:lnTo>
                  <a:pt x="1639" y="580"/>
                </a:lnTo>
                <a:lnTo>
                  <a:pt x="1638" y="581"/>
                </a:lnTo>
                <a:lnTo>
                  <a:pt x="1638" y="583"/>
                </a:lnTo>
                <a:lnTo>
                  <a:pt x="1638" y="584"/>
                </a:lnTo>
                <a:lnTo>
                  <a:pt x="1638" y="585"/>
                </a:lnTo>
                <a:lnTo>
                  <a:pt x="1638" y="586"/>
                </a:lnTo>
                <a:lnTo>
                  <a:pt x="1638" y="587"/>
                </a:lnTo>
                <a:lnTo>
                  <a:pt x="1638" y="588"/>
                </a:lnTo>
                <a:lnTo>
                  <a:pt x="1639" y="588"/>
                </a:lnTo>
                <a:lnTo>
                  <a:pt x="1639" y="589"/>
                </a:lnTo>
                <a:lnTo>
                  <a:pt x="1639" y="590"/>
                </a:lnTo>
                <a:lnTo>
                  <a:pt x="1638" y="590"/>
                </a:lnTo>
                <a:lnTo>
                  <a:pt x="1638" y="591"/>
                </a:lnTo>
                <a:lnTo>
                  <a:pt x="1638" y="592"/>
                </a:lnTo>
                <a:lnTo>
                  <a:pt x="1638" y="593"/>
                </a:lnTo>
                <a:lnTo>
                  <a:pt x="1638" y="594"/>
                </a:lnTo>
                <a:lnTo>
                  <a:pt x="1637" y="594"/>
                </a:lnTo>
                <a:lnTo>
                  <a:pt x="1635" y="594"/>
                </a:lnTo>
                <a:lnTo>
                  <a:pt x="1635" y="593"/>
                </a:lnTo>
                <a:lnTo>
                  <a:pt x="1634" y="592"/>
                </a:lnTo>
                <a:lnTo>
                  <a:pt x="1634" y="591"/>
                </a:lnTo>
                <a:lnTo>
                  <a:pt x="1633" y="591"/>
                </a:lnTo>
                <a:lnTo>
                  <a:pt x="1633" y="592"/>
                </a:lnTo>
                <a:lnTo>
                  <a:pt x="1632" y="591"/>
                </a:lnTo>
                <a:lnTo>
                  <a:pt x="1631" y="591"/>
                </a:lnTo>
                <a:lnTo>
                  <a:pt x="1630" y="591"/>
                </a:lnTo>
                <a:lnTo>
                  <a:pt x="1629" y="591"/>
                </a:lnTo>
                <a:lnTo>
                  <a:pt x="1628" y="591"/>
                </a:lnTo>
                <a:lnTo>
                  <a:pt x="1627" y="591"/>
                </a:lnTo>
                <a:lnTo>
                  <a:pt x="1627" y="590"/>
                </a:lnTo>
                <a:lnTo>
                  <a:pt x="1626" y="590"/>
                </a:lnTo>
                <a:lnTo>
                  <a:pt x="1625" y="590"/>
                </a:lnTo>
                <a:lnTo>
                  <a:pt x="1624" y="589"/>
                </a:lnTo>
                <a:lnTo>
                  <a:pt x="1624" y="590"/>
                </a:lnTo>
                <a:lnTo>
                  <a:pt x="1623" y="590"/>
                </a:lnTo>
                <a:lnTo>
                  <a:pt x="1622" y="590"/>
                </a:lnTo>
                <a:lnTo>
                  <a:pt x="1621" y="590"/>
                </a:lnTo>
                <a:lnTo>
                  <a:pt x="1620" y="589"/>
                </a:lnTo>
                <a:lnTo>
                  <a:pt x="1619" y="589"/>
                </a:lnTo>
                <a:lnTo>
                  <a:pt x="1618" y="589"/>
                </a:lnTo>
                <a:lnTo>
                  <a:pt x="1617" y="589"/>
                </a:lnTo>
                <a:lnTo>
                  <a:pt x="1617" y="590"/>
                </a:lnTo>
                <a:lnTo>
                  <a:pt x="1616" y="591"/>
                </a:lnTo>
                <a:lnTo>
                  <a:pt x="1615" y="592"/>
                </a:lnTo>
                <a:lnTo>
                  <a:pt x="1614" y="593"/>
                </a:lnTo>
                <a:lnTo>
                  <a:pt x="1614" y="594"/>
                </a:lnTo>
                <a:lnTo>
                  <a:pt x="1613" y="594"/>
                </a:lnTo>
                <a:lnTo>
                  <a:pt x="1613" y="595"/>
                </a:lnTo>
                <a:lnTo>
                  <a:pt x="1612" y="595"/>
                </a:lnTo>
                <a:lnTo>
                  <a:pt x="1611" y="595"/>
                </a:lnTo>
                <a:lnTo>
                  <a:pt x="1610" y="595"/>
                </a:lnTo>
                <a:lnTo>
                  <a:pt x="1610" y="596"/>
                </a:lnTo>
                <a:lnTo>
                  <a:pt x="1609" y="597"/>
                </a:lnTo>
                <a:lnTo>
                  <a:pt x="1609" y="598"/>
                </a:lnTo>
                <a:lnTo>
                  <a:pt x="1608" y="598"/>
                </a:lnTo>
                <a:lnTo>
                  <a:pt x="1607" y="600"/>
                </a:lnTo>
                <a:lnTo>
                  <a:pt x="1607" y="601"/>
                </a:lnTo>
                <a:lnTo>
                  <a:pt x="1606" y="602"/>
                </a:lnTo>
                <a:lnTo>
                  <a:pt x="1606" y="603"/>
                </a:lnTo>
                <a:lnTo>
                  <a:pt x="1606" y="604"/>
                </a:lnTo>
                <a:lnTo>
                  <a:pt x="1607" y="605"/>
                </a:lnTo>
                <a:lnTo>
                  <a:pt x="1607" y="606"/>
                </a:lnTo>
                <a:lnTo>
                  <a:pt x="1607" y="608"/>
                </a:lnTo>
                <a:lnTo>
                  <a:pt x="1608" y="609"/>
                </a:lnTo>
                <a:lnTo>
                  <a:pt x="1608" y="610"/>
                </a:lnTo>
                <a:lnTo>
                  <a:pt x="1608" y="611"/>
                </a:lnTo>
                <a:lnTo>
                  <a:pt x="1609" y="612"/>
                </a:lnTo>
                <a:lnTo>
                  <a:pt x="1610" y="613"/>
                </a:lnTo>
                <a:lnTo>
                  <a:pt x="1610" y="614"/>
                </a:lnTo>
                <a:lnTo>
                  <a:pt x="1611" y="614"/>
                </a:lnTo>
                <a:lnTo>
                  <a:pt x="1611" y="615"/>
                </a:lnTo>
                <a:lnTo>
                  <a:pt x="1611" y="616"/>
                </a:lnTo>
                <a:lnTo>
                  <a:pt x="1612" y="618"/>
                </a:lnTo>
                <a:lnTo>
                  <a:pt x="1612" y="619"/>
                </a:lnTo>
                <a:lnTo>
                  <a:pt x="1613" y="619"/>
                </a:lnTo>
                <a:lnTo>
                  <a:pt x="1613" y="620"/>
                </a:lnTo>
                <a:lnTo>
                  <a:pt x="1614" y="620"/>
                </a:lnTo>
                <a:lnTo>
                  <a:pt x="1615" y="621"/>
                </a:lnTo>
                <a:lnTo>
                  <a:pt x="1616" y="621"/>
                </a:lnTo>
                <a:lnTo>
                  <a:pt x="1616" y="622"/>
                </a:lnTo>
                <a:lnTo>
                  <a:pt x="1615" y="624"/>
                </a:lnTo>
                <a:lnTo>
                  <a:pt x="1615" y="625"/>
                </a:lnTo>
                <a:lnTo>
                  <a:pt x="1615" y="627"/>
                </a:lnTo>
                <a:lnTo>
                  <a:pt x="1616" y="628"/>
                </a:lnTo>
                <a:lnTo>
                  <a:pt x="1616" y="629"/>
                </a:lnTo>
                <a:lnTo>
                  <a:pt x="1616" y="630"/>
                </a:lnTo>
                <a:lnTo>
                  <a:pt x="1618" y="631"/>
                </a:lnTo>
                <a:lnTo>
                  <a:pt x="1619" y="632"/>
                </a:lnTo>
                <a:lnTo>
                  <a:pt x="1620" y="633"/>
                </a:lnTo>
                <a:lnTo>
                  <a:pt x="1620" y="634"/>
                </a:lnTo>
                <a:lnTo>
                  <a:pt x="1620" y="635"/>
                </a:lnTo>
                <a:lnTo>
                  <a:pt x="1620" y="636"/>
                </a:lnTo>
                <a:lnTo>
                  <a:pt x="1619" y="635"/>
                </a:lnTo>
                <a:lnTo>
                  <a:pt x="1618" y="635"/>
                </a:lnTo>
                <a:lnTo>
                  <a:pt x="1617" y="636"/>
                </a:lnTo>
                <a:lnTo>
                  <a:pt x="1617" y="637"/>
                </a:lnTo>
                <a:lnTo>
                  <a:pt x="1616" y="636"/>
                </a:lnTo>
                <a:lnTo>
                  <a:pt x="1615" y="637"/>
                </a:lnTo>
                <a:lnTo>
                  <a:pt x="1614" y="637"/>
                </a:lnTo>
                <a:lnTo>
                  <a:pt x="1613" y="637"/>
                </a:lnTo>
                <a:lnTo>
                  <a:pt x="1612" y="637"/>
                </a:lnTo>
                <a:lnTo>
                  <a:pt x="1612" y="638"/>
                </a:lnTo>
                <a:lnTo>
                  <a:pt x="1611" y="639"/>
                </a:lnTo>
                <a:lnTo>
                  <a:pt x="1610" y="639"/>
                </a:lnTo>
                <a:lnTo>
                  <a:pt x="1610" y="640"/>
                </a:lnTo>
                <a:lnTo>
                  <a:pt x="1612" y="641"/>
                </a:lnTo>
                <a:lnTo>
                  <a:pt x="1612" y="640"/>
                </a:lnTo>
                <a:lnTo>
                  <a:pt x="1613" y="640"/>
                </a:lnTo>
                <a:lnTo>
                  <a:pt x="1613" y="639"/>
                </a:lnTo>
                <a:lnTo>
                  <a:pt x="1614" y="639"/>
                </a:lnTo>
                <a:lnTo>
                  <a:pt x="1616" y="639"/>
                </a:lnTo>
                <a:lnTo>
                  <a:pt x="1617" y="639"/>
                </a:lnTo>
                <a:lnTo>
                  <a:pt x="1617" y="640"/>
                </a:lnTo>
                <a:lnTo>
                  <a:pt x="1616" y="641"/>
                </a:lnTo>
                <a:lnTo>
                  <a:pt x="1615" y="641"/>
                </a:lnTo>
                <a:lnTo>
                  <a:pt x="1615" y="642"/>
                </a:lnTo>
                <a:lnTo>
                  <a:pt x="1614" y="642"/>
                </a:lnTo>
                <a:lnTo>
                  <a:pt x="1614" y="643"/>
                </a:lnTo>
                <a:lnTo>
                  <a:pt x="1613" y="643"/>
                </a:lnTo>
                <a:lnTo>
                  <a:pt x="1613" y="644"/>
                </a:lnTo>
                <a:lnTo>
                  <a:pt x="1612" y="645"/>
                </a:lnTo>
                <a:lnTo>
                  <a:pt x="1610" y="643"/>
                </a:lnTo>
                <a:lnTo>
                  <a:pt x="1609" y="642"/>
                </a:lnTo>
                <a:lnTo>
                  <a:pt x="1608" y="641"/>
                </a:lnTo>
                <a:lnTo>
                  <a:pt x="1607" y="640"/>
                </a:lnTo>
                <a:lnTo>
                  <a:pt x="1606" y="639"/>
                </a:lnTo>
                <a:lnTo>
                  <a:pt x="1605" y="639"/>
                </a:lnTo>
                <a:lnTo>
                  <a:pt x="1604" y="639"/>
                </a:lnTo>
                <a:lnTo>
                  <a:pt x="1603" y="639"/>
                </a:lnTo>
                <a:lnTo>
                  <a:pt x="1601" y="639"/>
                </a:lnTo>
                <a:lnTo>
                  <a:pt x="1599" y="638"/>
                </a:lnTo>
                <a:lnTo>
                  <a:pt x="1599" y="637"/>
                </a:lnTo>
                <a:lnTo>
                  <a:pt x="1598" y="637"/>
                </a:lnTo>
                <a:lnTo>
                  <a:pt x="1597" y="638"/>
                </a:lnTo>
                <a:lnTo>
                  <a:pt x="1595" y="637"/>
                </a:lnTo>
                <a:lnTo>
                  <a:pt x="1593" y="637"/>
                </a:lnTo>
                <a:lnTo>
                  <a:pt x="1591" y="636"/>
                </a:lnTo>
                <a:lnTo>
                  <a:pt x="1589" y="634"/>
                </a:lnTo>
                <a:lnTo>
                  <a:pt x="1588" y="633"/>
                </a:lnTo>
                <a:lnTo>
                  <a:pt x="1588" y="632"/>
                </a:lnTo>
                <a:lnTo>
                  <a:pt x="1587" y="631"/>
                </a:lnTo>
                <a:lnTo>
                  <a:pt x="1586" y="631"/>
                </a:lnTo>
                <a:lnTo>
                  <a:pt x="1585" y="631"/>
                </a:lnTo>
                <a:lnTo>
                  <a:pt x="1585" y="630"/>
                </a:lnTo>
                <a:lnTo>
                  <a:pt x="1584" y="630"/>
                </a:lnTo>
                <a:lnTo>
                  <a:pt x="1583" y="630"/>
                </a:lnTo>
                <a:lnTo>
                  <a:pt x="1583" y="631"/>
                </a:lnTo>
                <a:lnTo>
                  <a:pt x="1584" y="631"/>
                </a:lnTo>
                <a:lnTo>
                  <a:pt x="1585" y="631"/>
                </a:lnTo>
                <a:lnTo>
                  <a:pt x="1585" y="632"/>
                </a:lnTo>
                <a:lnTo>
                  <a:pt x="1585" y="633"/>
                </a:lnTo>
                <a:lnTo>
                  <a:pt x="1584" y="633"/>
                </a:lnTo>
                <a:lnTo>
                  <a:pt x="1584" y="632"/>
                </a:lnTo>
                <a:lnTo>
                  <a:pt x="1583" y="632"/>
                </a:lnTo>
                <a:lnTo>
                  <a:pt x="1583" y="635"/>
                </a:lnTo>
                <a:lnTo>
                  <a:pt x="1583" y="636"/>
                </a:lnTo>
                <a:lnTo>
                  <a:pt x="1582" y="637"/>
                </a:lnTo>
                <a:lnTo>
                  <a:pt x="1582" y="638"/>
                </a:lnTo>
                <a:lnTo>
                  <a:pt x="1581" y="639"/>
                </a:lnTo>
                <a:lnTo>
                  <a:pt x="1581" y="640"/>
                </a:lnTo>
                <a:lnTo>
                  <a:pt x="1581" y="641"/>
                </a:lnTo>
                <a:lnTo>
                  <a:pt x="1580" y="642"/>
                </a:lnTo>
                <a:lnTo>
                  <a:pt x="1579" y="642"/>
                </a:lnTo>
                <a:lnTo>
                  <a:pt x="1578" y="642"/>
                </a:lnTo>
                <a:lnTo>
                  <a:pt x="1579" y="643"/>
                </a:lnTo>
                <a:lnTo>
                  <a:pt x="1579" y="644"/>
                </a:lnTo>
                <a:lnTo>
                  <a:pt x="1578" y="645"/>
                </a:lnTo>
                <a:lnTo>
                  <a:pt x="1578" y="646"/>
                </a:lnTo>
                <a:lnTo>
                  <a:pt x="1578" y="647"/>
                </a:lnTo>
                <a:lnTo>
                  <a:pt x="1577" y="647"/>
                </a:lnTo>
                <a:lnTo>
                  <a:pt x="1577" y="646"/>
                </a:lnTo>
                <a:lnTo>
                  <a:pt x="1576" y="647"/>
                </a:lnTo>
                <a:lnTo>
                  <a:pt x="1576" y="648"/>
                </a:lnTo>
                <a:lnTo>
                  <a:pt x="1575" y="648"/>
                </a:lnTo>
                <a:lnTo>
                  <a:pt x="1575" y="649"/>
                </a:lnTo>
                <a:lnTo>
                  <a:pt x="1575" y="650"/>
                </a:lnTo>
                <a:lnTo>
                  <a:pt x="1576" y="651"/>
                </a:lnTo>
                <a:lnTo>
                  <a:pt x="1577" y="651"/>
                </a:lnTo>
                <a:lnTo>
                  <a:pt x="1577" y="652"/>
                </a:lnTo>
                <a:lnTo>
                  <a:pt x="1576" y="653"/>
                </a:lnTo>
                <a:lnTo>
                  <a:pt x="1574" y="654"/>
                </a:lnTo>
                <a:lnTo>
                  <a:pt x="1573" y="655"/>
                </a:lnTo>
                <a:lnTo>
                  <a:pt x="1573" y="656"/>
                </a:lnTo>
                <a:lnTo>
                  <a:pt x="1572" y="656"/>
                </a:lnTo>
                <a:lnTo>
                  <a:pt x="1571" y="656"/>
                </a:lnTo>
                <a:lnTo>
                  <a:pt x="1571" y="657"/>
                </a:lnTo>
                <a:lnTo>
                  <a:pt x="1570" y="657"/>
                </a:lnTo>
                <a:lnTo>
                  <a:pt x="1570" y="656"/>
                </a:lnTo>
                <a:lnTo>
                  <a:pt x="1569" y="656"/>
                </a:lnTo>
                <a:lnTo>
                  <a:pt x="1567" y="655"/>
                </a:lnTo>
                <a:lnTo>
                  <a:pt x="1566" y="655"/>
                </a:lnTo>
                <a:lnTo>
                  <a:pt x="1565" y="655"/>
                </a:lnTo>
                <a:lnTo>
                  <a:pt x="1565" y="654"/>
                </a:lnTo>
                <a:lnTo>
                  <a:pt x="1564" y="654"/>
                </a:lnTo>
                <a:lnTo>
                  <a:pt x="1562" y="654"/>
                </a:lnTo>
                <a:lnTo>
                  <a:pt x="1561" y="654"/>
                </a:lnTo>
                <a:lnTo>
                  <a:pt x="1561" y="653"/>
                </a:lnTo>
                <a:lnTo>
                  <a:pt x="1560" y="653"/>
                </a:lnTo>
                <a:lnTo>
                  <a:pt x="1559" y="653"/>
                </a:lnTo>
                <a:lnTo>
                  <a:pt x="1558" y="654"/>
                </a:lnTo>
                <a:lnTo>
                  <a:pt x="1557" y="655"/>
                </a:lnTo>
                <a:lnTo>
                  <a:pt x="1558" y="655"/>
                </a:lnTo>
                <a:lnTo>
                  <a:pt x="1558" y="657"/>
                </a:lnTo>
                <a:lnTo>
                  <a:pt x="1557" y="657"/>
                </a:lnTo>
                <a:lnTo>
                  <a:pt x="1557" y="658"/>
                </a:lnTo>
                <a:lnTo>
                  <a:pt x="1556" y="659"/>
                </a:lnTo>
                <a:lnTo>
                  <a:pt x="1556" y="660"/>
                </a:lnTo>
                <a:lnTo>
                  <a:pt x="1556" y="661"/>
                </a:lnTo>
                <a:lnTo>
                  <a:pt x="1556" y="663"/>
                </a:lnTo>
                <a:lnTo>
                  <a:pt x="1557" y="663"/>
                </a:lnTo>
                <a:lnTo>
                  <a:pt x="1557" y="664"/>
                </a:lnTo>
                <a:lnTo>
                  <a:pt x="1558" y="664"/>
                </a:lnTo>
                <a:lnTo>
                  <a:pt x="1559" y="664"/>
                </a:lnTo>
                <a:lnTo>
                  <a:pt x="1559" y="665"/>
                </a:lnTo>
                <a:lnTo>
                  <a:pt x="1559" y="666"/>
                </a:lnTo>
                <a:lnTo>
                  <a:pt x="1560" y="666"/>
                </a:lnTo>
                <a:lnTo>
                  <a:pt x="1560" y="667"/>
                </a:lnTo>
                <a:lnTo>
                  <a:pt x="1560" y="668"/>
                </a:lnTo>
                <a:lnTo>
                  <a:pt x="1559" y="672"/>
                </a:lnTo>
                <a:lnTo>
                  <a:pt x="1559" y="671"/>
                </a:lnTo>
                <a:lnTo>
                  <a:pt x="1558" y="671"/>
                </a:lnTo>
                <a:lnTo>
                  <a:pt x="1557" y="671"/>
                </a:lnTo>
                <a:lnTo>
                  <a:pt x="1556" y="671"/>
                </a:lnTo>
                <a:lnTo>
                  <a:pt x="1556" y="672"/>
                </a:lnTo>
                <a:lnTo>
                  <a:pt x="1555" y="672"/>
                </a:lnTo>
                <a:lnTo>
                  <a:pt x="1555" y="673"/>
                </a:lnTo>
                <a:lnTo>
                  <a:pt x="1557" y="674"/>
                </a:lnTo>
                <a:lnTo>
                  <a:pt x="1559" y="676"/>
                </a:lnTo>
                <a:lnTo>
                  <a:pt x="1561" y="676"/>
                </a:lnTo>
                <a:lnTo>
                  <a:pt x="1562" y="676"/>
                </a:lnTo>
                <a:lnTo>
                  <a:pt x="1563" y="676"/>
                </a:lnTo>
                <a:lnTo>
                  <a:pt x="1565" y="679"/>
                </a:lnTo>
                <a:lnTo>
                  <a:pt x="1566" y="679"/>
                </a:lnTo>
                <a:lnTo>
                  <a:pt x="1566" y="680"/>
                </a:lnTo>
                <a:lnTo>
                  <a:pt x="1566" y="681"/>
                </a:lnTo>
                <a:lnTo>
                  <a:pt x="1566" y="682"/>
                </a:lnTo>
                <a:lnTo>
                  <a:pt x="1565" y="683"/>
                </a:lnTo>
                <a:lnTo>
                  <a:pt x="1566" y="684"/>
                </a:lnTo>
                <a:lnTo>
                  <a:pt x="1567" y="684"/>
                </a:lnTo>
                <a:lnTo>
                  <a:pt x="1567" y="685"/>
                </a:lnTo>
                <a:lnTo>
                  <a:pt x="1567" y="687"/>
                </a:lnTo>
                <a:lnTo>
                  <a:pt x="1568" y="688"/>
                </a:lnTo>
                <a:lnTo>
                  <a:pt x="1569" y="689"/>
                </a:lnTo>
                <a:lnTo>
                  <a:pt x="1570" y="692"/>
                </a:lnTo>
                <a:lnTo>
                  <a:pt x="1570" y="693"/>
                </a:lnTo>
                <a:lnTo>
                  <a:pt x="1569" y="693"/>
                </a:lnTo>
                <a:lnTo>
                  <a:pt x="1568" y="694"/>
                </a:lnTo>
                <a:lnTo>
                  <a:pt x="1567" y="694"/>
                </a:lnTo>
                <a:lnTo>
                  <a:pt x="1566" y="695"/>
                </a:lnTo>
                <a:lnTo>
                  <a:pt x="1564" y="695"/>
                </a:lnTo>
                <a:lnTo>
                  <a:pt x="1564" y="694"/>
                </a:lnTo>
                <a:lnTo>
                  <a:pt x="1563" y="694"/>
                </a:lnTo>
                <a:lnTo>
                  <a:pt x="1562" y="695"/>
                </a:lnTo>
                <a:lnTo>
                  <a:pt x="1562" y="696"/>
                </a:lnTo>
                <a:lnTo>
                  <a:pt x="1562" y="698"/>
                </a:lnTo>
                <a:lnTo>
                  <a:pt x="1561" y="699"/>
                </a:lnTo>
                <a:lnTo>
                  <a:pt x="1560" y="699"/>
                </a:lnTo>
                <a:lnTo>
                  <a:pt x="1559" y="699"/>
                </a:lnTo>
                <a:lnTo>
                  <a:pt x="1558" y="700"/>
                </a:lnTo>
                <a:lnTo>
                  <a:pt x="1558" y="701"/>
                </a:lnTo>
                <a:lnTo>
                  <a:pt x="1558" y="702"/>
                </a:lnTo>
                <a:lnTo>
                  <a:pt x="1558" y="703"/>
                </a:lnTo>
                <a:lnTo>
                  <a:pt x="1557" y="703"/>
                </a:lnTo>
                <a:lnTo>
                  <a:pt x="1557" y="704"/>
                </a:lnTo>
                <a:lnTo>
                  <a:pt x="1557" y="705"/>
                </a:lnTo>
                <a:lnTo>
                  <a:pt x="1557" y="706"/>
                </a:lnTo>
                <a:lnTo>
                  <a:pt x="1556" y="708"/>
                </a:lnTo>
                <a:lnTo>
                  <a:pt x="1556" y="709"/>
                </a:lnTo>
                <a:lnTo>
                  <a:pt x="1554" y="710"/>
                </a:lnTo>
                <a:lnTo>
                  <a:pt x="1553" y="711"/>
                </a:lnTo>
                <a:lnTo>
                  <a:pt x="1552" y="711"/>
                </a:lnTo>
                <a:lnTo>
                  <a:pt x="1551" y="712"/>
                </a:lnTo>
                <a:lnTo>
                  <a:pt x="1550" y="711"/>
                </a:lnTo>
                <a:lnTo>
                  <a:pt x="1549" y="711"/>
                </a:lnTo>
                <a:lnTo>
                  <a:pt x="1548" y="711"/>
                </a:lnTo>
                <a:lnTo>
                  <a:pt x="1548" y="710"/>
                </a:lnTo>
                <a:lnTo>
                  <a:pt x="1547" y="710"/>
                </a:lnTo>
                <a:lnTo>
                  <a:pt x="1546" y="711"/>
                </a:lnTo>
                <a:lnTo>
                  <a:pt x="1546" y="713"/>
                </a:lnTo>
                <a:lnTo>
                  <a:pt x="1546" y="714"/>
                </a:lnTo>
                <a:lnTo>
                  <a:pt x="1543" y="714"/>
                </a:lnTo>
                <a:lnTo>
                  <a:pt x="1542" y="714"/>
                </a:lnTo>
                <a:lnTo>
                  <a:pt x="1541" y="714"/>
                </a:lnTo>
                <a:lnTo>
                  <a:pt x="1540" y="715"/>
                </a:lnTo>
                <a:lnTo>
                  <a:pt x="1540" y="716"/>
                </a:lnTo>
                <a:lnTo>
                  <a:pt x="1539" y="717"/>
                </a:lnTo>
                <a:lnTo>
                  <a:pt x="1538" y="717"/>
                </a:lnTo>
                <a:lnTo>
                  <a:pt x="1537" y="717"/>
                </a:lnTo>
                <a:lnTo>
                  <a:pt x="1536" y="716"/>
                </a:lnTo>
                <a:lnTo>
                  <a:pt x="1535" y="717"/>
                </a:lnTo>
                <a:lnTo>
                  <a:pt x="1535" y="718"/>
                </a:lnTo>
                <a:lnTo>
                  <a:pt x="1535" y="719"/>
                </a:lnTo>
                <a:lnTo>
                  <a:pt x="1534" y="719"/>
                </a:lnTo>
                <a:lnTo>
                  <a:pt x="1533" y="719"/>
                </a:lnTo>
                <a:lnTo>
                  <a:pt x="1533" y="720"/>
                </a:lnTo>
                <a:lnTo>
                  <a:pt x="1532" y="720"/>
                </a:lnTo>
                <a:lnTo>
                  <a:pt x="1531" y="721"/>
                </a:lnTo>
                <a:lnTo>
                  <a:pt x="1531" y="722"/>
                </a:lnTo>
                <a:lnTo>
                  <a:pt x="1531" y="723"/>
                </a:lnTo>
                <a:lnTo>
                  <a:pt x="1530" y="724"/>
                </a:lnTo>
                <a:lnTo>
                  <a:pt x="1529" y="724"/>
                </a:lnTo>
                <a:lnTo>
                  <a:pt x="1529" y="725"/>
                </a:lnTo>
                <a:lnTo>
                  <a:pt x="1528" y="725"/>
                </a:lnTo>
                <a:lnTo>
                  <a:pt x="1529" y="726"/>
                </a:lnTo>
                <a:lnTo>
                  <a:pt x="1529" y="727"/>
                </a:lnTo>
                <a:lnTo>
                  <a:pt x="1528" y="727"/>
                </a:lnTo>
                <a:lnTo>
                  <a:pt x="1527" y="727"/>
                </a:lnTo>
                <a:lnTo>
                  <a:pt x="1527" y="728"/>
                </a:lnTo>
                <a:lnTo>
                  <a:pt x="1527" y="729"/>
                </a:lnTo>
                <a:lnTo>
                  <a:pt x="1526" y="729"/>
                </a:lnTo>
                <a:lnTo>
                  <a:pt x="1526" y="730"/>
                </a:lnTo>
                <a:lnTo>
                  <a:pt x="1526" y="732"/>
                </a:lnTo>
                <a:lnTo>
                  <a:pt x="1526" y="733"/>
                </a:lnTo>
                <a:lnTo>
                  <a:pt x="1527" y="734"/>
                </a:lnTo>
                <a:lnTo>
                  <a:pt x="1528" y="735"/>
                </a:lnTo>
                <a:lnTo>
                  <a:pt x="1527" y="736"/>
                </a:lnTo>
                <a:lnTo>
                  <a:pt x="1526" y="736"/>
                </a:lnTo>
                <a:lnTo>
                  <a:pt x="1525" y="736"/>
                </a:lnTo>
                <a:lnTo>
                  <a:pt x="1525" y="735"/>
                </a:lnTo>
                <a:lnTo>
                  <a:pt x="1524" y="735"/>
                </a:lnTo>
                <a:lnTo>
                  <a:pt x="1523" y="734"/>
                </a:lnTo>
                <a:lnTo>
                  <a:pt x="1523" y="733"/>
                </a:lnTo>
                <a:lnTo>
                  <a:pt x="1522" y="733"/>
                </a:lnTo>
                <a:lnTo>
                  <a:pt x="1521" y="734"/>
                </a:lnTo>
                <a:lnTo>
                  <a:pt x="1520" y="734"/>
                </a:lnTo>
                <a:lnTo>
                  <a:pt x="1519" y="734"/>
                </a:lnTo>
                <a:lnTo>
                  <a:pt x="1518" y="734"/>
                </a:lnTo>
                <a:lnTo>
                  <a:pt x="1517" y="733"/>
                </a:lnTo>
                <a:lnTo>
                  <a:pt x="1517" y="734"/>
                </a:lnTo>
                <a:lnTo>
                  <a:pt x="1518" y="734"/>
                </a:lnTo>
                <a:lnTo>
                  <a:pt x="1517" y="734"/>
                </a:lnTo>
                <a:lnTo>
                  <a:pt x="1516" y="734"/>
                </a:lnTo>
                <a:lnTo>
                  <a:pt x="1515" y="735"/>
                </a:lnTo>
                <a:lnTo>
                  <a:pt x="1514" y="735"/>
                </a:lnTo>
                <a:lnTo>
                  <a:pt x="1513" y="735"/>
                </a:lnTo>
                <a:lnTo>
                  <a:pt x="1512" y="735"/>
                </a:lnTo>
                <a:lnTo>
                  <a:pt x="1511" y="736"/>
                </a:lnTo>
                <a:lnTo>
                  <a:pt x="1511" y="737"/>
                </a:lnTo>
                <a:lnTo>
                  <a:pt x="1509" y="737"/>
                </a:lnTo>
                <a:lnTo>
                  <a:pt x="1510" y="740"/>
                </a:lnTo>
                <a:lnTo>
                  <a:pt x="1510" y="741"/>
                </a:lnTo>
                <a:lnTo>
                  <a:pt x="1511" y="741"/>
                </a:lnTo>
                <a:lnTo>
                  <a:pt x="1511" y="742"/>
                </a:lnTo>
                <a:lnTo>
                  <a:pt x="1510" y="743"/>
                </a:lnTo>
                <a:lnTo>
                  <a:pt x="1510" y="744"/>
                </a:lnTo>
                <a:lnTo>
                  <a:pt x="1510" y="745"/>
                </a:lnTo>
                <a:lnTo>
                  <a:pt x="1511" y="745"/>
                </a:lnTo>
                <a:lnTo>
                  <a:pt x="1510" y="745"/>
                </a:lnTo>
                <a:lnTo>
                  <a:pt x="1510" y="747"/>
                </a:lnTo>
                <a:lnTo>
                  <a:pt x="1510" y="748"/>
                </a:lnTo>
                <a:lnTo>
                  <a:pt x="1509" y="748"/>
                </a:lnTo>
                <a:lnTo>
                  <a:pt x="1509" y="749"/>
                </a:lnTo>
                <a:lnTo>
                  <a:pt x="1509" y="751"/>
                </a:lnTo>
                <a:lnTo>
                  <a:pt x="1509" y="752"/>
                </a:lnTo>
                <a:lnTo>
                  <a:pt x="1509" y="754"/>
                </a:lnTo>
                <a:lnTo>
                  <a:pt x="1510" y="754"/>
                </a:lnTo>
                <a:lnTo>
                  <a:pt x="1509" y="755"/>
                </a:lnTo>
                <a:lnTo>
                  <a:pt x="1509" y="756"/>
                </a:lnTo>
                <a:lnTo>
                  <a:pt x="1509" y="757"/>
                </a:lnTo>
                <a:lnTo>
                  <a:pt x="1509" y="758"/>
                </a:lnTo>
                <a:lnTo>
                  <a:pt x="1509" y="759"/>
                </a:lnTo>
                <a:lnTo>
                  <a:pt x="1509" y="760"/>
                </a:lnTo>
                <a:lnTo>
                  <a:pt x="1509" y="761"/>
                </a:lnTo>
                <a:lnTo>
                  <a:pt x="1508" y="761"/>
                </a:lnTo>
                <a:lnTo>
                  <a:pt x="1508" y="762"/>
                </a:lnTo>
                <a:lnTo>
                  <a:pt x="1509" y="763"/>
                </a:lnTo>
                <a:lnTo>
                  <a:pt x="1509" y="764"/>
                </a:lnTo>
                <a:lnTo>
                  <a:pt x="1509" y="765"/>
                </a:lnTo>
                <a:lnTo>
                  <a:pt x="1510" y="765"/>
                </a:lnTo>
                <a:lnTo>
                  <a:pt x="1510" y="766"/>
                </a:lnTo>
                <a:lnTo>
                  <a:pt x="1510" y="767"/>
                </a:lnTo>
                <a:lnTo>
                  <a:pt x="1509" y="768"/>
                </a:lnTo>
                <a:lnTo>
                  <a:pt x="1509" y="769"/>
                </a:lnTo>
                <a:lnTo>
                  <a:pt x="1508" y="769"/>
                </a:lnTo>
                <a:lnTo>
                  <a:pt x="1508" y="770"/>
                </a:lnTo>
                <a:lnTo>
                  <a:pt x="1509" y="771"/>
                </a:lnTo>
                <a:lnTo>
                  <a:pt x="1509" y="773"/>
                </a:lnTo>
                <a:lnTo>
                  <a:pt x="1509" y="774"/>
                </a:lnTo>
                <a:lnTo>
                  <a:pt x="1509" y="775"/>
                </a:lnTo>
                <a:lnTo>
                  <a:pt x="1509" y="778"/>
                </a:lnTo>
                <a:lnTo>
                  <a:pt x="1509" y="779"/>
                </a:lnTo>
                <a:lnTo>
                  <a:pt x="1510" y="779"/>
                </a:lnTo>
                <a:lnTo>
                  <a:pt x="1510" y="781"/>
                </a:lnTo>
                <a:lnTo>
                  <a:pt x="1511" y="781"/>
                </a:lnTo>
                <a:lnTo>
                  <a:pt x="1512" y="782"/>
                </a:lnTo>
                <a:lnTo>
                  <a:pt x="1513" y="782"/>
                </a:lnTo>
                <a:lnTo>
                  <a:pt x="1513" y="783"/>
                </a:lnTo>
                <a:lnTo>
                  <a:pt x="1513" y="785"/>
                </a:lnTo>
                <a:lnTo>
                  <a:pt x="1514" y="785"/>
                </a:lnTo>
                <a:lnTo>
                  <a:pt x="1515" y="786"/>
                </a:lnTo>
                <a:lnTo>
                  <a:pt x="1515" y="787"/>
                </a:lnTo>
                <a:lnTo>
                  <a:pt x="1516" y="788"/>
                </a:lnTo>
                <a:lnTo>
                  <a:pt x="1517" y="788"/>
                </a:lnTo>
                <a:lnTo>
                  <a:pt x="1518" y="789"/>
                </a:lnTo>
                <a:lnTo>
                  <a:pt x="1519" y="789"/>
                </a:lnTo>
                <a:lnTo>
                  <a:pt x="1520" y="789"/>
                </a:lnTo>
                <a:lnTo>
                  <a:pt x="1521" y="789"/>
                </a:lnTo>
                <a:lnTo>
                  <a:pt x="1522" y="789"/>
                </a:lnTo>
                <a:lnTo>
                  <a:pt x="1523" y="789"/>
                </a:lnTo>
                <a:lnTo>
                  <a:pt x="1523" y="790"/>
                </a:lnTo>
                <a:lnTo>
                  <a:pt x="1523" y="789"/>
                </a:lnTo>
                <a:lnTo>
                  <a:pt x="1524" y="789"/>
                </a:lnTo>
                <a:lnTo>
                  <a:pt x="1525" y="789"/>
                </a:lnTo>
                <a:lnTo>
                  <a:pt x="1526" y="789"/>
                </a:lnTo>
                <a:lnTo>
                  <a:pt x="1527" y="790"/>
                </a:lnTo>
                <a:lnTo>
                  <a:pt x="1528" y="789"/>
                </a:lnTo>
                <a:lnTo>
                  <a:pt x="1529" y="789"/>
                </a:lnTo>
                <a:lnTo>
                  <a:pt x="1529" y="790"/>
                </a:lnTo>
                <a:lnTo>
                  <a:pt x="1531" y="792"/>
                </a:lnTo>
                <a:lnTo>
                  <a:pt x="1532" y="792"/>
                </a:lnTo>
                <a:lnTo>
                  <a:pt x="1533" y="792"/>
                </a:lnTo>
                <a:lnTo>
                  <a:pt x="1533" y="793"/>
                </a:lnTo>
                <a:lnTo>
                  <a:pt x="1534" y="794"/>
                </a:lnTo>
                <a:lnTo>
                  <a:pt x="1535" y="794"/>
                </a:lnTo>
                <a:lnTo>
                  <a:pt x="1535" y="795"/>
                </a:lnTo>
                <a:lnTo>
                  <a:pt x="1536" y="794"/>
                </a:lnTo>
                <a:lnTo>
                  <a:pt x="1537" y="794"/>
                </a:lnTo>
                <a:lnTo>
                  <a:pt x="1537" y="795"/>
                </a:lnTo>
                <a:lnTo>
                  <a:pt x="1537" y="796"/>
                </a:lnTo>
                <a:lnTo>
                  <a:pt x="1537" y="797"/>
                </a:lnTo>
                <a:lnTo>
                  <a:pt x="1538" y="797"/>
                </a:lnTo>
                <a:lnTo>
                  <a:pt x="1538" y="799"/>
                </a:lnTo>
                <a:lnTo>
                  <a:pt x="1539" y="799"/>
                </a:lnTo>
                <a:lnTo>
                  <a:pt x="1539" y="800"/>
                </a:lnTo>
                <a:lnTo>
                  <a:pt x="1538" y="800"/>
                </a:lnTo>
                <a:lnTo>
                  <a:pt x="1538" y="802"/>
                </a:lnTo>
                <a:lnTo>
                  <a:pt x="1539" y="803"/>
                </a:lnTo>
                <a:lnTo>
                  <a:pt x="1539" y="804"/>
                </a:lnTo>
                <a:lnTo>
                  <a:pt x="1540" y="804"/>
                </a:lnTo>
                <a:lnTo>
                  <a:pt x="1541" y="805"/>
                </a:lnTo>
                <a:lnTo>
                  <a:pt x="1542" y="806"/>
                </a:lnTo>
                <a:lnTo>
                  <a:pt x="1542" y="807"/>
                </a:lnTo>
                <a:lnTo>
                  <a:pt x="1542" y="808"/>
                </a:lnTo>
                <a:lnTo>
                  <a:pt x="1543" y="808"/>
                </a:lnTo>
                <a:lnTo>
                  <a:pt x="1543" y="810"/>
                </a:lnTo>
                <a:lnTo>
                  <a:pt x="1543" y="811"/>
                </a:lnTo>
                <a:lnTo>
                  <a:pt x="1544" y="811"/>
                </a:lnTo>
                <a:lnTo>
                  <a:pt x="1544" y="812"/>
                </a:lnTo>
                <a:lnTo>
                  <a:pt x="1545" y="813"/>
                </a:lnTo>
                <a:lnTo>
                  <a:pt x="1546" y="814"/>
                </a:lnTo>
                <a:lnTo>
                  <a:pt x="1546" y="815"/>
                </a:lnTo>
                <a:lnTo>
                  <a:pt x="1547" y="815"/>
                </a:lnTo>
                <a:lnTo>
                  <a:pt x="1547" y="816"/>
                </a:lnTo>
                <a:lnTo>
                  <a:pt x="1548" y="816"/>
                </a:lnTo>
                <a:lnTo>
                  <a:pt x="1548" y="817"/>
                </a:lnTo>
                <a:lnTo>
                  <a:pt x="1549" y="817"/>
                </a:lnTo>
                <a:lnTo>
                  <a:pt x="1549" y="818"/>
                </a:lnTo>
                <a:lnTo>
                  <a:pt x="1548" y="819"/>
                </a:lnTo>
                <a:lnTo>
                  <a:pt x="1547" y="819"/>
                </a:lnTo>
                <a:lnTo>
                  <a:pt x="1546" y="820"/>
                </a:lnTo>
                <a:lnTo>
                  <a:pt x="1545" y="820"/>
                </a:lnTo>
                <a:lnTo>
                  <a:pt x="1544" y="820"/>
                </a:lnTo>
                <a:lnTo>
                  <a:pt x="1543" y="820"/>
                </a:lnTo>
                <a:lnTo>
                  <a:pt x="1543" y="819"/>
                </a:lnTo>
                <a:lnTo>
                  <a:pt x="1542" y="819"/>
                </a:lnTo>
                <a:lnTo>
                  <a:pt x="1541" y="819"/>
                </a:lnTo>
                <a:lnTo>
                  <a:pt x="1541" y="818"/>
                </a:lnTo>
                <a:lnTo>
                  <a:pt x="1540" y="818"/>
                </a:lnTo>
                <a:lnTo>
                  <a:pt x="1539" y="819"/>
                </a:lnTo>
                <a:lnTo>
                  <a:pt x="1539" y="820"/>
                </a:lnTo>
                <a:lnTo>
                  <a:pt x="1539" y="821"/>
                </a:lnTo>
                <a:lnTo>
                  <a:pt x="1538" y="821"/>
                </a:lnTo>
                <a:lnTo>
                  <a:pt x="1538" y="822"/>
                </a:lnTo>
                <a:lnTo>
                  <a:pt x="1538" y="824"/>
                </a:lnTo>
                <a:lnTo>
                  <a:pt x="1538" y="825"/>
                </a:lnTo>
                <a:lnTo>
                  <a:pt x="1537" y="825"/>
                </a:lnTo>
                <a:lnTo>
                  <a:pt x="1537" y="826"/>
                </a:lnTo>
                <a:lnTo>
                  <a:pt x="1536" y="826"/>
                </a:lnTo>
                <a:lnTo>
                  <a:pt x="1536" y="827"/>
                </a:lnTo>
                <a:lnTo>
                  <a:pt x="1535" y="827"/>
                </a:lnTo>
                <a:lnTo>
                  <a:pt x="1535" y="828"/>
                </a:lnTo>
                <a:lnTo>
                  <a:pt x="1535" y="830"/>
                </a:lnTo>
                <a:lnTo>
                  <a:pt x="1534" y="830"/>
                </a:lnTo>
                <a:lnTo>
                  <a:pt x="1533" y="830"/>
                </a:lnTo>
                <a:lnTo>
                  <a:pt x="1532" y="830"/>
                </a:lnTo>
                <a:lnTo>
                  <a:pt x="1532" y="829"/>
                </a:lnTo>
                <a:lnTo>
                  <a:pt x="1530" y="828"/>
                </a:lnTo>
                <a:lnTo>
                  <a:pt x="1529" y="828"/>
                </a:lnTo>
                <a:lnTo>
                  <a:pt x="1528" y="828"/>
                </a:lnTo>
                <a:lnTo>
                  <a:pt x="1528" y="827"/>
                </a:lnTo>
                <a:lnTo>
                  <a:pt x="1527" y="827"/>
                </a:lnTo>
                <a:lnTo>
                  <a:pt x="1525" y="827"/>
                </a:lnTo>
                <a:lnTo>
                  <a:pt x="1524" y="828"/>
                </a:lnTo>
                <a:lnTo>
                  <a:pt x="1524" y="829"/>
                </a:lnTo>
                <a:lnTo>
                  <a:pt x="1524" y="830"/>
                </a:lnTo>
                <a:lnTo>
                  <a:pt x="1524" y="831"/>
                </a:lnTo>
                <a:lnTo>
                  <a:pt x="1524" y="832"/>
                </a:lnTo>
                <a:lnTo>
                  <a:pt x="1524" y="833"/>
                </a:lnTo>
                <a:lnTo>
                  <a:pt x="1524" y="834"/>
                </a:lnTo>
                <a:lnTo>
                  <a:pt x="1524" y="835"/>
                </a:lnTo>
                <a:lnTo>
                  <a:pt x="1524" y="836"/>
                </a:lnTo>
                <a:lnTo>
                  <a:pt x="1524" y="837"/>
                </a:lnTo>
                <a:lnTo>
                  <a:pt x="1523" y="837"/>
                </a:lnTo>
                <a:lnTo>
                  <a:pt x="1523" y="836"/>
                </a:lnTo>
                <a:lnTo>
                  <a:pt x="1521" y="836"/>
                </a:lnTo>
                <a:lnTo>
                  <a:pt x="1520" y="836"/>
                </a:lnTo>
                <a:lnTo>
                  <a:pt x="1520" y="837"/>
                </a:lnTo>
                <a:lnTo>
                  <a:pt x="1519" y="837"/>
                </a:lnTo>
                <a:lnTo>
                  <a:pt x="1518" y="838"/>
                </a:lnTo>
                <a:lnTo>
                  <a:pt x="1519" y="839"/>
                </a:lnTo>
                <a:lnTo>
                  <a:pt x="1520" y="840"/>
                </a:lnTo>
                <a:lnTo>
                  <a:pt x="1520" y="842"/>
                </a:lnTo>
                <a:lnTo>
                  <a:pt x="1519" y="842"/>
                </a:lnTo>
                <a:lnTo>
                  <a:pt x="1518" y="843"/>
                </a:lnTo>
                <a:lnTo>
                  <a:pt x="1518" y="844"/>
                </a:lnTo>
                <a:lnTo>
                  <a:pt x="1517" y="846"/>
                </a:lnTo>
                <a:lnTo>
                  <a:pt x="1516" y="847"/>
                </a:lnTo>
                <a:lnTo>
                  <a:pt x="1515" y="846"/>
                </a:lnTo>
                <a:lnTo>
                  <a:pt x="1514" y="846"/>
                </a:lnTo>
                <a:lnTo>
                  <a:pt x="1513" y="845"/>
                </a:lnTo>
                <a:lnTo>
                  <a:pt x="1512" y="845"/>
                </a:lnTo>
                <a:lnTo>
                  <a:pt x="1511" y="846"/>
                </a:lnTo>
                <a:lnTo>
                  <a:pt x="1511" y="847"/>
                </a:lnTo>
                <a:lnTo>
                  <a:pt x="1512" y="847"/>
                </a:lnTo>
                <a:lnTo>
                  <a:pt x="1512" y="848"/>
                </a:lnTo>
                <a:lnTo>
                  <a:pt x="1512" y="849"/>
                </a:lnTo>
                <a:lnTo>
                  <a:pt x="1511" y="852"/>
                </a:lnTo>
                <a:lnTo>
                  <a:pt x="1511" y="853"/>
                </a:lnTo>
                <a:lnTo>
                  <a:pt x="1511" y="854"/>
                </a:lnTo>
                <a:lnTo>
                  <a:pt x="1511" y="855"/>
                </a:lnTo>
                <a:lnTo>
                  <a:pt x="1511" y="856"/>
                </a:lnTo>
                <a:lnTo>
                  <a:pt x="1510" y="856"/>
                </a:lnTo>
                <a:lnTo>
                  <a:pt x="1510" y="855"/>
                </a:lnTo>
                <a:lnTo>
                  <a:pt x="1509" y="855"/>
                </a:lnTo>
                <a:lnTo>
                  <a:pt x="1508" y="854"/>
                </a:lnTo>
                <a:lnTo>
                  <a:pt x="1506" y="853"/>
                </a:lnTo>
                <a:lnTo>
                  <a:pt x="1505" y="852"/>
                </a:lnTo>
                <a:lnTo>
                  <a:pt x="1504" y="852"/>
                </a:lnTo>
                <a:lnTo>
                  <a:pt x="1504" y="850"/>
                </a:lnTo>
                <a:lnTo>
                  <a:pt x="1503" y="850"/>
                </a:lnTo>
                <a:lnTo>
                  <a:pt x="1503" y="852"/>
                </a:lnTo>
                <a:lnTo>
                  <a:pt x="1502" y="852"/>
                </a:lnTo>
                <a:lnTo>
                  <a:pt x="1501" y="852"/>
                </a:lnTo>
                <a:lnTo>
                  <a:pt x="1500" y="852"/>
                </a:lnTo>
                <a:lnTo>
                  <a:pt x="1500" y="849"/>
                </a:lnTo>
                <a:lnTo>
                  <a:pt x="1500" y="848"/>
                </a:lnTo>
                <a:lnTo>
                  <a:pt x="1499" y="847"/>
                </a:lnTo>
                <a:lnTo>
                  <a:pt x="1498" y="847"/>
                </a:lnTo>
                <a:lnTo>
                  <a:pt x="1497" y="847"/>
                </a:lnTo>
                <a:lnTo>
                  <a:pt x="1497" y="848"/>
                </a:lnTo>
                <a:lnTo>
                  <a:pt x="1498" y="848"/>
                </a:lnTo>
                <a:lnTo>
                  <a:pt x="1498" y="849"/>
                </a:lnTo>
                <a:lnTo>
                  <a:pt x="1498" y="852"/>
                </a:lnTo>
                <a:lnTo>
                  <a:pt x="1497" y="852"/>
                </a:lnTo>
                <a:lnTo>
                  <a:pt x="1496" y="852"/>
                </a:lnTo>
                <a:lnTo>
                  <a:pt x="1496" y="853"/>
                </a:lnTo>
                <a:lnTo>
                  <a:pt x="1496" y="852"/>
                </a:lnTo>
                <a:lnTo>
                  <a:pt x="1495" y="852"/>
                </a:lnTo>
                <a:lnTo>
                  <a:pt x="1494" y="852"/>
                </a:lnTo>
                <a:lnTo>
                  <a:pt x="1493" y="852"/>
                </a:lnTo>
                <a:lnTo>
                  <a:pt x="1492" y="852"/>
                </a:lnTo>
                <a:lnTo>
                  <a:pt x="1491" y="852"/>
                </a:lnTo>
                <a:lnTo>
                  <a:pt x="1491" y="850"/>
                </a:lnTo>
                <a:lnTo>
                  <a:pt x="1490" y="850"/>
                </a:lnTo>
                <a:lnTo>
                  <a:pt x="1489" y="852"/>
                </a:lnTo>
                <a:lnTo>
                  <a:pt x="1488" y="852"/>
                </a:lnTo>
                <a:lnTo>
                  <a:pt x="1487" y="852"/>
                </a:lnTo>
                <a:lnTo>
                  <a:pt x="1487" y="853"/>
                </a:lnTo>
                <a:lnTo>
                  <a:pt x="1487" y="854"/>
                </a:lnTo>
                <a:lnTo>
                  <a:pt x="1486" y="855"/>
                </a:lnTo>
                <a:lnTo>
                  <a:pt x="1486" y="856"/>
                </a:lnTo>
                <a:lnTo>
                  <a:pt x="1485" y="857"/>
                </a:lnTo>
                <a:lnTo>
                  <a:pt x="1485" y="858"/>
                </a:lnTo>
                <a:lnTo>
                  <a:pt x="1484" y="858"/>
                </a:lnTo>
                <a:lnTo>
                  <a:pt x="1484" y="859"/>
                </a:lnTo>
                <a:lnTo>
                  <a:pt x="1483" y="859"/>
                </a:lnTo>
                <a:lnTo>
                  <a:pt x="1483" y="858"/>
                </a:lnTo>
                <a:lnTo>
                  <a:pt x="1483" y="857"/>
                </a:lnTo>
                <a:lnTo>
                  <a:pt x="1483" y="856"/>
                </a:lnTo>
                <a:lnTo>
                  <a:pt x="1482" y="856"/>
                </a:lnTo>
                <a:lnTo>
                  <a:pt x="1482" y="857"/>
                </a:lnTo>
                <a:lnTo>
                  <a:pt x="1481" y="858"/>
                </a:lnTo>
                <a:lnTo>
                  <a:pt x="1480" y="858"/>
                </a:lnTo>
                <a:lnTo>
                  <a:pt x="1480" y="857"/>
                </a:lnTo>
                <a:lnTo>
                  <a:pt x="1481" y="855"/>
                </a:lnTo>
                <a:lnTo>
                  <a:pt x="1481" y="854"/>
                </a:lnTo>
                <a:lnTo>
                  <a:pt x="1480" y="854"/>
                </a:lnTo>
                <a:lnTo>
                  <a:pt x="1480" y="853"/>
                </a:lnTo>
                <a:lnTo>
                  <a:pt x="1479" y="853"/>
                </a:lnTo>
                <a:lnTo>
                  <a:pt x="1479" y="852"/>
                </a:lnTo>
                <a:lnTo>
                  <a:pt x="1478" y="853"/>
                </a:lnTo>
                <a:lnTo>
                  <a:pt x="1478" y="854"/>
                </a:lnTo>
                <a:lnTo>
                  <a:pt x="1478" y="855"/>
                </a:lnTo>
                <a:lnTo>
                  <a:pt x="1477" y="855"/>
                </a:lnTo>
                <a:lnTo>
                  <a:pt x="1476" y="854"/>
                </a:lnTo>
                <a:lnTo>
                  <a:pt x="1475" y="854"/>
                </a:lnTo>
                <a:lnTo>
                  <a:pt x="1473" y="852"/>
                </a:lnTo>
                <a:lnTo>
                  <a:pt x="1472" y="849"/>
                </a:lnTo>
                <a:lnTo>
                  <a:pt x="1472" y="848"/>
                </a:lnTo>
                <a:lnTo>
                  <a:pt x="1473" y="848"/>
                </a:lnTo>
                <a:lnTo>
                  <a:pt x="1474" y="847"/>
                </a:lnTo>
                <a:lnTo>
                  <a:pt x="1473" y="846"/>
                </a:lnTo>
                <a:lnTo>
                  <a:pt x="1472" y="846"/>
                </a:lnTo>
                <a:lnTo>
                  <a:pt x="1472" y="845"/>
                </a:lnTo>
                <a:lnTo>
                  <a:pt x="1471" y="845"/>
                </a:lnTo>
                <a:lnTo>
                  <a:pt x="1470" y="844"/>
                </a:lnTo>
                <a:lnTo>
                  <a:pt x="1468" y="843"/>
                </a:lnTo>
                <a:lnTo>
                  <a:pt x="1467" y="842"/>
                </a:lnTo>
                <a:lnTo>
                  <a:pt x="1466" y="841"/>
                </a:lnTo>
                <a:lnTo>
                  <a:pt x="1465" y="841"/>
                </a:lnTo>
                <a:lnTo>
                  <a:pt x="1465" y="840"/>
                </a:lnTo>
                <a:lnTo>
                  <a:pt x="1465" y="839"/>
                </a:lnTo>
                <a:lnTo>
                  <a:pt x="1464" y="839"/>
                </a:lnTo>
                <a:lnTo>
                  <a:pt x="1464" y="840"/>
                </a:lnTo>
                <a:lnTo>
                  <a:pt x="1463" y="840"/>
                </a:lnTo>
                <a:lnTo>
                  <a:pt x="1462" y="840"/>
                </a:lnTo>
                <a:lnTo>
                  <a:pt x="1462" y="839"/>
                </a:lnTo>
                <a:lnTo>
                  <a:pt x="1462" y="838"/>
                </a:lnTo>
                <a:lnTo>
                  <a:pt x="1461" y="838"/>
                </a:lnTo>
                <a:lnTo>
                  <a:pt x="1460" y="838"/>
                </a:lnTo>
                <a:lnTo>
                  <a:pt x="1460" y="837"/>
                </a:lnTo>
                <a:lnTo>
                  <a:pt x="1459" y="837"/>
                </a:lnTo>
                <a:lnTo>
                  <a:pt x="1458" y="837"/>
                </a:lnTo>
                <a:lnTo>
                  <a:pt x="1458" y="838"/>
                </a:lnTo>
                <a:lnTo>
                  <a:pt x="1457" y="839"/>
                </a:lnTo>
                <a:lnTo>
                  <a:pt x="1456" y="839"/>
                </a:lnTo>
                <a:lnTo>
                  <a:pt x="1455" y="839"/>
                </a:lnTo>
                <a:lnTo>
                  <a:pt x="1454" y="839"/>
                </a:lnTo>
                <a:lnTo>
                  <a:pt x="1453" y="839"/>
                </a:lnTo>
                <a:lnTo>
                  <a:pt x="1453" y="838"/>
                </a:lnTo>
                <a:lnTo>
                  <a:pt x="1454" y="838"/>
                </a:lnTo>
                <a:lnTo>
                  <a:pt x="1454" y="837"/>
                </a:lnTo>
                <a:lnTo>
                  <a:pt x="1454" y="836"/>
                </a:lnTo>
                <a:lnTo>
                  <a:pt x="1453" y="836"/>
                </a:lnTo>
                <a:lnTo>
                  <a:pt x="1452" y="836"/>
                </a:lnTo>
                <a:lnTo>
                  <a:pt x="1452" y="835"/>
                </a:lnTo>
                <a:lnTo>
                  <a:pt x="1451" y="835"/>
                </a:lnTo>
                <a:lnTo>
                  <a:pt x="1450" y="835"/>
                </a:lnTo>
                <a:lnTo>
                  <a:pt x="1448" y="835"/>
                </a:lnTo>
                <a:lnTo>
                  <a:pt x="1447" y="834"/>
                </a:lnTo>
                <a:lnTo>
                  <a:pt x="1446" y="834"/>
                </a:lnTo>
                <a:lnTo>
                  <a:pt x="1445" y="834"/>
                </a:lnTo>
                <a:lnTo>
                  <a:pt x="1444" y="834"/>
                </a:lnTo>
                <a:lnTo>
                  <a:pt x="1444" y="833"/>
                </a:lnTo>
                <a:lnTo>
                  <a:pt x="1443" y="833"/>
                </a:lnTo>
                <a:lnTo>
                  <a:pt x="1442" y="832"/>
                </a:lnTo>
                <a:lnTo>
                  <a:pt x="1441" y="832"/>
                </a:lnTo>
                <a:lnTo>
                  <a:pt x="1440" y="831"/>
                </a:lnTo>
                <a:lnTo>
                  <a:pt x="1439" y="831"/>
                </a:lnTo>
                <a:lnTo>
                  <a:pt x="1437" y="830"/>
                </a:lnTo>
                <a:lnTo>
                  <a:pt x="1436" y="830"/>
                </a:lnTo>
                <a:lnTo>
                  <a:pt x="1435" y="831"/>
                </a:lnTo>
                <a:lnTo>
                  <a:pt x="1434" y="831"/>
                </a:lnTo>
                <a:lnTo>
                  <a:pt x="1433" y="831"/>
                </a:lnTo>
                <a:lnTo>
                  <a:pt x="1433" y="830"/>
                </a:lnTo>
                <a:lnTo>
                  <a:pt x="1434" y="830"/>
                </a:lnTo>
                <a:lnTo>
                  <a:pt x="1434" y="828"/>
                </a:lnTo>
                <a:lnTo>
                  <a:pt x="1434" y="827"/>
                </a:lnTo>
                <a:lnTo>
                  <a:pt x="1433" y="827"/>
                </a:lnTo>
                <a:lnTo>
                  <a:pt x="1433" y="828"/>
                </a:lnTo>
                <a:lnTo>
                  <a:pt x="1431" y="827"/>
                </a:lnTo>
                <a:lnTo>
                  <a:pt x="1430" y="827"/>
                </a:lnTo>
                <a:lnTo>
                  <a:pt x="1429" y="826"/>
                </a:lnTo>
                <a:lnTo>
                  <a:pt x="1428" y="826"/>
                </a:lnTo>
                <a:lnTo>
                  <a:pt x="1427" y="825"/>
                </a:lnTo>
                <a:lnTo>
                  <a:pt x="1426" y="825"/>
                </a:lnTo>
                <a:lnTo>
                  <a:pt x="1426" y="824"/>
                </a:lnTo>
                <a:lnTo>
                  <a:pt x="1427" y="824"/>
                </a:lnTo>
                <a:lnTo>
                  <a:pt x="1427" y="823"/>
                </a:lnTo>
                <a:lnTo>
                  <a:pt x="1426" y="823"/>
                </a:lnTo>
                <a:lnTo>
                  <a:pt x="1425" y="822"/>
                </a:lnTo>
                <a:lnTo>
                  <a:pt x="1424" y="823"/>
                </a:lnTo>
                <a:lnTo>
                  <a:pt x="1423" y="823"/>
                </a:lnTo>
                <a:lnTo>
                  <a:pt x="1422" y="823"/>
                </a:lnTo>
                <a:lnTo>
                  <a:pt x="1422" y="822"/>
                </a:lnTo>
                <a:lnTo>
                  <a:pt x="1423" y="820"/>
                </a:lnTo>
                <a:lnTo>
                  <a:pt x="1423" y="818"/>
                </a:lnTo>
                <a:lnTo>
                  <a:pt x="1422" y="818"/>
                </a:lnTo>
                <a:lnTo>
                  <a:pt x="1422" y="817"/>
                </a:lnTo>
                <a:lnTo>
                  <a:pt x="1420" y="817"/>
                </a:lnTo>
                <a:lnTo>
                  <a:pt x="1419" y="817"/>
                </a:lnTo>
                <a:lnTo>
                  <a:pt x="1418" y="817"/>
                </a:lnTo>
                <a:lnTo>
                  <a:pt x="1418" y="816"/>
                </a:lnTo>
                <a:lnTo>
                  <a:pt x="1418" y="817"/>
                </a:lnTo>
                <a:lnTo>
                  <a:pt x="1417" y="818"/>
                </a:lnTo>
                <a:lnTo>
                  <a:pt x="1416" y="819"/>
                </a:lnTo>
                <a:lnTo>
                  <a:pt x="1415" y="819"/>
                </a:lnTo>
                <a:lnTo>
                  <a:pt x="1414" y="818"/>
                </a:lnTo>
                <a:lnTo>
                  <a:pt x="1413" y="817"/>
                </a:lnTo>
                <a:lnTo>
                  <a:pt x="1412" y="817"/>
                </a:lnTo>
                <a:lnTo>
                  <a:pt x="1411" y="818"/>
                </a:lnTo>
                <a:lnTo>
                  <a:pt x="1410" y="818"/>
                </a:lnTo>
                <a:lnTo>
                  <a:pt x="1409" y="817"/>
                </a:lnTo>
                <a:lnTo>
                  <a:pt x="1408" y="817"/>
                </a:lnTo>
                <a:lnTo>
                  <a:pt x="1407" y="818"/>
                </a:lnTo>
                <a:lnTo>
                  <a:pt x="1407" y="817"/>
                </a:lnTo>
                <a:lnTo>
                  <a:pt x="1406" y="817"/>
                </a:lnTo>
                <a:lnTo>
                  <a:pt x="1405" y="817"/>
                </a:lnTo>
                <a:lnTo>
                  <a:pt x="1404" y="818"/>
                </a:lnTo>
                <a:lnTo>
                  <a:pt x="1404" y="817"/>
                </a:lnTo>
                <a:lnTo>
                  <a:pt x="1403" y="817"/>
                </a:lnTo>
                <a:lnTo>
                  <a:pt x="1402" y="817"/>
                </a:lnTo>
                <a:lnTo>
                  <a:pt x="1401" y="817"/>
                </a:lnTo>
                <a:lnTo>
                  <a:pt x="1401" y="816"/>
                </a:lnTo>
                <a:lnTo>
                  <a:pt x="1401" y="815"/>
                </a:lnTo>
                <a:lnTo>
                  <a:pt x="1400" y="815"/>
                </a:lnTo>
                <a:lnTo>
                  <a:pt x="1399" y="815"/>
                </a:lnTo>
                <a:lnTo>
                  <a:pt x="1399" y="816"/>
                </a:lnTo>
                <a:lnTo>
                  <a:pt x="1398" y="815"/>
                </a:lnTo>
                <a:lnTo>
                  <a:pt x="1397" y="815"/>
                </a:lnTo>
                <a:lnTo>
                  <a:pt x="1397" y="814"/>
                </a:lnTo>
                <a:lnTo>
                  <a:pt x="1397" y="813"/>
                </a:lnTo>
                <a:lnTo>
                  <a:pt x="1396" y="813"/>
                </a:lnTo>
                <a:lnTo>
                  <a:pt x="1396" y="812"/>
                </a:lnTo>
                <a:lnTo>
                  <a:pt x="1395" y="811"/>
                </a:lnTo>
                <a:lnTo>
                  <a:pt x="1394" y="810"/>
                </a:lnTo>
                <a:lnTo>
                  <a:pt x="1393" y="810"/>
                </a:lnTo>
                <a:lnTo>
                  <a:pt x="1392" y="810"/>
                </a:lnTo>
                <a:lnTo>
                  <a:pt x="1391" y="810"/>
                </a:lnTo>
                <a:lnTo>
                  <a:pt x="1390" y="809"/>
                </a:lnTo>
                <a:lnTo>
                  <a:pt x="1389" y="809"/>
                </a:lnTo>
                <a:lnTo>
                  <a:pt x="1389" y="808"/>
                </a:lnTo>
                <a:lnTo>
                  <a:pt x="1388" y="808"/>
                </a:lnTo>
                <a:lnTo>
                  <a:pt x="1387" y="809"/>
                </a:lnTo>
                <a:lnTo>
                  <a:pt x="1385" y="809"/>
                </a:lnTo>
                <a:lnTo>
                  <a:pt x="1384" y="809"/>
                </a:lnTo>
                <a:lnTo>
                  <a:pt x="1383" y="809"/>
                </a:lnTo>
                <a:lnTo>
                  <a:pt x="1382" y="809"/>
                </a:lnTo>
                <a:lnTo>
                  <a:pt x="1381" y="810"/>
                </a:lnTo>
                <a:lnTo>
                  <a:pt x="1381" y="811"/>
                </a:lnTo>
                <a:lnTo>
                  <a:pt x="1382" y="811"/>
                </a:lnTo>
                <a:lnTo>
                  <a:pt x="1381" y="812"/>
                </a:lnTo>
                <a:lnTo>
                  <a:pt x="1380" y="812"/>
                </a:lnTo>
                <a:lnTo>
                  <a:pt x="1380" y="813"/>
                </a:lnTo>
                <a:lnTo>
                  <a:pt x="1379" y="814"/>
                </a:lnTo>
                <a:lnTo>
                  <a:pt x="1379" y="815"/>
                </a:lnTo>
                <a:lnTo>
                  <a:pt x="1378" y="815"/>
                </a:lnTo>
                <a:lnTo>
                  <a:pt x="1378" y="816"/>
                </a:lnTo>
                <a:lnTo>
                  <a:pt x="1377" y="816"/>
                </a:lnTo>
                <a:lnTo>
                  <a:pt x="1376" y="816"/>
                </a:lnTo>
                <a:lnTo>
                  <a:pt x="1375" y="816"/>
                </a:lnTo>
                <a:lnTo>
                  <a:pt x="1374" y="816"/>
                </a:lnTo>
                <a:lnTo>
                  <a:pt x="1374" y="817"/>
                </a:lnTo>
                <a:lnTo>
                  <a:pt x="1373" y="817"/>
                </a:lnTo>
                <a:lnTo>
                  <a:pt x="1372" y="817"/>
                </a:lnTo>
                <a:lnTo>
                  <a:pt x="1372" y="818"/>
                </a:lnTo>
                <a:lnTo>
                  <a:pt x="1372" y="819"/>
                </a:lnTo>
                <a:lnTo>
                  <a:pt x="1372" y="820"/>
                </a:lnTo>
                <a:lnTo>
                  <a:pt x="1372" y="821"/>
                </a:lnTo>
                <a:lnTo>
                  <a:pt x="1371" y="821"/>
                </a:lnTo>
                <a:lnTo>
                  <a:pt x="1371" y="822"/>
                </a:lnTo>
                <a:lnTo>
                  <a:pt x="1370" y="822"/>
                </a:lnTo>
                <a:lnTo>
                  <a:pt x="1370" y="823"/>
                </a:lnTo>
                <a:lnTo>
                  <a:pt x="1371" y="823"/>
                </a:lnTo>
                <a:lnTo>
                  <a:pt x="1371" y="824"/>
                </a:lnTo>
                <a:lnTo>
                  <a:pt x="1370" y="825"/>
                </a:lnTo>
                <a:lnTo>
                  <a:pt x="1369" y="826"/>
                </a:lnTo>
                <a:lnTo>
                  <a:pt x="1369" y="827"/>
                </a:lnTo>
                <a:lnTo>
                  <a:pt x="1370" y="827"/>
                </a:lnTo>
                <a:lnTo>
                  <a:pt x="1370" y="828"/>
                </a:lnTo>
                <a:lnTo>
                  <a:pt x="1370" y="829"/>
                </a:lnTo>
                <a:lnTo>
                  <a:pt x="1370" y="830"/>
                </a:lnTo>
                <a:lnTo>
                  <a:pt x="1369" y="830"/>
                </a:lnTo>
                <a:lnTo>
                  <a:pt x="1369" y="831"/>
                </a:lnTo>
                <a:lnTo>
                  <a:pt x="1369" y="832"/>
                </a:lnTo>
                <a:lnTo>
                  <a:pt x="1368" y="832"/>
                </a:lnTo>
                <a:lnTo>
                  <a:pt x="1368" y="833"/>
                </a:lnTo>
                <a:lnTo>
                  <a:pt x="1368" y="834"/>
                </a:lnTo>
                <a:lnTo>
                  <a:pt x="1367" y="834"/>
                </a:lnTo>
                <a:lnTo>
                  <a:pt x="1367" y="835"/>
                </a:lnTo>
                <a:lnTo>
                  <a:pt x="1367" y="836"/>
                </a:lnTo>
                <a:lnTo>
                  <a:pt x="1366" y="836"/>
                </a:lnTo>
                <a:lnTo>
                  <a:pt x="1365" y="837"/>
                </a:lnTo>
                <a:lnTo>
                  <a:pt x="1364" y="838"/>
                </a:lnTo>
                <a:lnTo>
                  <a:pt x="1364" y="839"/>
                </a:lnTo>
                <a:lnTo>
                  <a:pt x="1365" y="839"/>
                </a:lnTo>
                <a:lnTo>
                  <a:pt x="1366" y="840"/>
                </a:lnTo>
                <a:lnTo>
                  <a:pt x="1367" y="840"/>
                </a:lnTo>
                <a:lnTo>
                  <a:pt x="1367" y="841"/>
                </a:lnTo>
                <a:lnTo>
                  <a:pt x="1367" y="842"/>
                </a:lnTo>
                <a:lnTo>
                  <a:pt x="1368" y="842"/>
                </a:lnTo>
                <a:lnTo>
                  <a:pt x="1368" y="841"/>
                </a:lnTo>
                <a:lnTo>
                  <a:pt x="1370" y="842"/>
                </a:lnTo>
                <a:lnTo>
                  <a:pt x="1370" y="843"/>
                </a:lnTo>
                <a:lnTo>
                  <a:pt x="1371" y="845"/>
                </a:lnTo>
                <a:lnTo>
                  <a:pt x="1371" y="846"/>
                </a:lnTo>
                <a:lnTo>
                  <a:pt x="1372" y="846"/>
                </a:lnTo>
                <a:lnTo>
                  <a:pt x="1372" y="847"/>
                </a:lnTo>
                <a:lnTo>
                  <a:pt x="1373" y="847"/>
                </a:lnTo>
                <a:lnTo>
                  <a:pt x="1373" y="849"/>
                </a:lnTo>
                <a:lnTo>
                  <a:pt x="1373" y="850"/>
                </a:lnTo>
                <a:lnTo>
                  <a:pt x="1373" y="852"/>
                </a:lnTo>
                <a:lnTo>
                  <a:pt x="1374" y="852"/>
                </a:lnTo>
                <a:lnTo>
                  <a:pt x="1374" y="853"/>
                </a:lnTo>
                <a:lnTo>
                  <a:pt x="1375" y="853"/>
                </a:lnTo>
                <a:lnTo>
                  <a:pt x="1377" y="854"/>
                </a:lnTo>
                <a:lnTo>
                  <a:pt x="1377" y="855"/>
                </a:lnTo>
                <a:lnTo>
                  <a:pt x="1377" y="856"/>
                </a:lnTo>
                <a:lnTo>
                  <a:pt x="1376" y="856"/>
                </a:lnTo>
                <a:lnTo>
                  <a:pt x="1377" y="857"/>
                </a:lnTo>
                <a:lnTo>
                  <a:pt x="1378" y="858"/>
                </a:lnTo>
                <a:lnTo>
                  <a:pt x="1378" y="859"/>
                </a:lnTo>
                <a:lnTo>
                  <a:pt x="1378" y="860"/>
                </a:lnTo>
                <a:lnTo>
                  <a:pt x="1378" y="861"/>
                </a:lnTo>
                <a:lnTo>
                  <a:pt x="1378" y="862"/>
                </a:lnTo>
                <a:lnTo>
                  <a:pt x="1379" y="862"/>
                </a:lnTo>
                <a:lnTo>
                  <a:pt x="1380" y="862"/>
                </a:lnTo>
                <a:lnTo>
                  <a:pt x="1380" y="863"/>
                </a:lnTo>
                <a:lnTo>
                  <a:pt x="1380" y="864"/>
                </a:lnTo>
                <a:lnTo>
                  <a:pt x="1380" y="865"/>
                </a:lnTo>
                <a:lnTo>
                  <a:pt x="1381" y="865"/>
                </a:lnTo>
                <a:lnTo>
                  <a:pt x="1381" y="866"/>
                </a:lnTo>
                <a:lnTo>
                  <a:pt x="1382" y="866"/>
                </a:lnTo>
                <a:lnTo>
                  <a:pt x="1383" y="867"/>
                </a:lnTo>
                <a:lnTo>
                  <a:pt x="1383" y="868"/>
                </a:lnTo>
                <a:lnTo>
                  <a:pt x="1384" y="869"/>
                </a:lnTo>
                <a:lnTo>
                  <a:pt x="1384" y="870"/>
                </a:lnTo>
                <a:lnTo>
                  <a:pt x="1383" y="870"/>
                </a:lnTo>
                <a:lnTo>
                  <a:pt x="1383" y="871"/>
                </a:lnTo>
                <a:lnTo>
                  <a:pt x="1384" y="872"/>
                </a:lnTo>
                <a:lnTo>
                  <a:pt x="1385" y="872"/>
                </a:lnTo>
                <a:lnTo>
                  <a:pt x="1385" y="873"/>
                </a:lnTo>
                <a:lnTo>
                  <a:pt x="1385" y="874"/>
                </a:lnTo>
                <a:lnTo>
                  <a:pt x="1386" y="874"/>
                </a:lnTo>
                <a:lnTo>
                  <a:pt x="1386" y="875"/>
                </a:lnTo>
                <a:lnTo>
                  <a:pt x="1387" y="875"/>
                </a:lnTo>
                <a:lnTo>
                  <a:pt x="1387" y="876"/>
                </a:lnTo>
                <a:lnTo>
                  <a:pt x="1388" y="876"/>
                </a:lnTo>
                <a:lnTo>
                  <a:pt x="1388" y="877"/>
                </a:lnTo>
                <a:lnTo>
                  <a:pt x="1389" y="879"/>
                </a:lnTo>
                <a:lnTo>
                  <a:pt x="1389" y="880"/>
                </a:lnTo>
                <a:lnTo>
                  <a:pt x="1390" y="881"/>
                </a:lnTo>
                <a:lnTo>
                  <a:pt x="1390" y="882"/>
                </a:lnTo>
                <a:lnTo>
                  <a:pt x="1390" y="883"/>
                </a:lnTo>
                <a:lnTo>
                  <a:pt x="1391" y="883"/>
                </a:lnTo>
                <a:lnTo>
                  <a:pt x="1391" y="884"/>
                </a:lnTo>
                <a:lnTo>
                  <a:pt x="1391" y="885"/>
                </a:lnTo>
                <a:lnTo>
                  <a:pt x="1393" y="884"/>
                </a:lnTo>
                <a:lnTo>
                  <a:pt x="1394" y="884"/>
                </a:lnTo>
                <a:lnTo>
                  <a:pt x="1395" y="884"/>
                </a:lnTo>
                <a:lnTo>
                  <a:pt x="1395" y="885"/>
                </a:lnTo>
                <a:lnTo>
                  <a:pt x="1395" y="886"/>
                </a:lnTo>
                <a:lnTo>
                  <a:pt x="1396" y="886"/>
                </a:lnTo>
                <a:lnTo>
                  <a:pt x="1397" y="886"/>
                </a:lnTo>
                <a:lnTo>
                  <a:pt x="1398" y="887"/>
                </a:lnTo>
                <a:lnTo>
                  <a:pt x="1397" y="887"/>
                </a:lnTo>
                <a:lnTo>
                  <a:pt x="1397" y="888"/>
                </a:lnTo>
                <a:lnTo>
                  <a:pt x="1398" y="889"/>
                </a:lnTo>
                <a:lnTo>
                  <a:pt x="1401" y="890"/>
                </a:lnTo>
                <a:lnTo>
                  <a:pt x="1402" y="890"/>
                </a:lnTo>
                <a:lnTo>
                  <a:pt x="1403" y="890"/>
                </a:lnTo>
                <a:lnTo>
                  <a:pt x="1405" y="890"/>
                </a:lnTo>
                <a:lnTo>
                  <a:pt x="1405" y="891"/>
                </a:lnTo>
                <a:lnTo>
                  <a:pt x="1406" y="891"/>
                </a:lnTo>
                <a:lnTo>
                  <a:pt x="1407" y="891"/>
                </a:lnTo>
                <a:lnTo>
                  <a:pt x="1408" y="892"/>
                </a:lnTo>
                <a:lnTo>
                  <a:pt x="1409" y="892"/>
                </a:lnTo>
                <a:lnTo>
                  <a:pt x="1410" y="892"/>
                </a:lnTo>
                <a:lnTo>
                  <a:pt x="1410" y="893"/>
                </a:lnTo>
                <a:lnTo>
                  <a:pt x="1410" y="894"/>
                </a:lnTo>
                <a:lnTo>
                  <a:pt x="1410" y="895"/>
                </a:lnTo>
                <a:lnTo>
                  <a:pt x="1410" y="896"/>
                </a:lnTo>
                <a:lnTo>
                  <a:pt x="1411" y="896"/>
                </a:lnTo>
                <a:lnTo>
                  <a:pt x="1411" y="897"/>
                </a:lnTo>
                <a:lnTo>
                  <a:pt x="1413" y="899"/>
                </a:lnTo>
                <a:lnTo>
                  <a:pt x="1414" y="900"/>
                </a:lnTo>
                <a:lnTo>
                  <a:pt x="1414" y="901"/>
                </a:lnTo>
                <a:lnTo>
                  <a:pt x="1415" y="901"/>
                </a:lnTo>
                <a:lnTo>
                  <a:pt x="1415" y="902"/>
                </a:lnTo>
                <a:lnTo>
                  <a:pt x="1414" y="902"/>
                </a:lnTo>
                <a:lnTo>
                  <a:pt x="1414" y="903"/>
                </a:lnTo>
                <a:lnTo>
                  <a:pt x="1414" y="904"/>
                </a:lnTo>
                <a:lnTo>
                  <a:pt x="1413" y="905"/>
                </a:lnTo>
                <a:lnTo>
                  <a:pt x="1414" y="905"/>
                </a:lnTo>
                <a:lnTo>
                  <a:pt x="1414" y="906"/>
                </a:lnTo>
                <a:lnTo>
                  <a:pt x="1414" y="907"/>
                </a:lnTo>
                <a:lnTo>
                  <a:pt x="1414" y="908"/>
                </a:lnTo>
                <a:lnTo>
                  <a:pt x="1413" y="908"/>
                </a:lnTo>
                <a:lnTo>
                  <a:pt x="1413" y="909"/>
                </a:lnTo>
                <a:lnTo>
                  <a:pt x="1413" y="910"/>
                </a:lnTo>
                <a:lnTo>
                  <a:pt x="1412" y="910"/>
                </a:lnTo>
                <a:lnTo>
                  <a:pt x="1411" y="911"/>
                </a:lnTo>
                <a:lnTo>
                  <a:pt x="1411" y="912"/>
                </a:lnTo>
                <a:lnTo>
                  <a:pt x="1411" y="913"/>
                </a:lnTo>
                <a:lnTo>
                  <a:pt x="1411" y="915"/>
                </a:lnTo>
                <a:lnTo>
                  <a:pt x="1411" y="916"/>
                </a:lnTo>
                <a:lnTo>
                  <a:pt x="1412" y="917"/>
                </a:lnTo>
                <a:lnTo>
                  <a:pt x="1412" y="918"/>
                </a:lnTo>
                <a:lnTo>
                  <a:pt x="1411" y="919"/>
                </a:lnTo>
                <a:lnTo>
                  <a:pt x="1411" y="920"/>
                </a:lnTo>
                <a:lnTo>
                  <a:pt x="1411" y="921"/>
                </a:lnTo>
                <a:lnTo>
                  <a:pt x="1412" y="921"/>
                </a:lnTo>
                <a:lnTo>
                  <a:pt x="1412" y="922"/>
                </a:lnTo>
                <a:lnTo>
                  <a:pt x="1413" y="922"/>
                </a:lnTo>
                <a:lnTo>
                  <a:pt x="1413" y="921"/>
                </a:lnTo>
                <a:lnTo>
                  <a:pt x="1413" y="920"/>
                </a:lnTo>
                <a:lnTo>
                  <a:pt x="1414" y="920"/>
                </a:lnTo>
                <a:lnTo>
                  <a:pt x="1415" y="919"/>
                </a:lnTo>
                <a:lnTo>
                  <a:pt x="1416" y="919"/>
                </a:lnTo>
                <a:lnTo>
                  <a:pt x="1417" y="919"/>
                </a:lnTo>
                <a:lnTo>
                  <a:pt x="1419" y="917"/>
                </a:lnTo>
                <a:lnTo>
                  <a:pt x="1420" y="917"/>
                </a:lnTo>
                <a:lnTo>
                  <a:pt x="1421" y="918"/>
                </a:lnTo>
                <a:lnTo>
                  <a:pt x="1421" y="919"/>
                </a:lnTo>
                <a:lnTo>
                  <a:pt x="1422" y="919"/>
                </a:lnTo>
                <a:lnTo>
                  <a:pt x="1422" y="920"/>
                </a:lnTo>
                <a:lnTo>
                  <a:pt x="1424" y="920"/>
                </a:lnTo>
                <a:lnTo>
                  <a:pt x="1425" y="921"/>
                </a:lnTo>
                <a:lnTo>
                  <a:pt x="1426" y="921"/>
                </a:lnTo>
                <a:lnTo>
                  <a:pt x="1427" y="921"/>
                </a:lnTo>
                <a:lnTo>
                  <a:pt x="1428" y="921"/>
                </a:lnTo>
                <a:lnTo>
                  <a:pt x="1428" y="922"/>
                </a:lnTo>
                <a:lnTo>
                  <a:pt x="1428" y="921"/>
                </a:lnTo>
                <a:lnTo>
                  <a:pt x="1429" y="921"/>
                </a:lnTo>
                <a:lnTo>
                  <a:pt x="1430" y="921"/>
                </a:lnTo>
                <a:lnTo>
                  <a:pt x="1430" y="922"/>
                </a:lnTo>
                <a:lnTo>
                  <a:pt x="1431" y="922"/>
                </a:lnTo>
                <a:lnTo>
                  <a:pt x="1432" y="922"/>
                </a:lnTo>
                <a:lnTo>
                  <a:pt x="1433" y="922"/>
                </a:lnTo>
                <a:lnTo>
                  <a:pt x="1433" y="923"/>
                </a:lnTo>
                <a:lnTo>
                  <a:pt x="1433" y="922"/>
                </a:lnTo>
                <a:lnTo>
                  <a:pt x="1434" y="922"/>
                </a:lnTo>
                <a:lnTo>
                  <a:pt x="1435" y="923"/>
                </a:lnTo>
                <a:lnTo>
                  <a:pt x="1436" y="923"/>
                </a:lnTo>
                <a:lnTo>
                  <a:pt x="1437" y="923"/>
                </a:lnTo>
                <a:lnTo>
                  <a:pt x="1437" y="924"/>
                </a:lnTo>
                <a:lnTo>
                  <a:pt x="1438" y="924"/>
                </a:lnTo>
                <a:lnTo>
                  <a:pt x="1439" y="924"/>
                </a:lnTo>
                <a:lnTo>
                  <a:pt x="1441" y="923"/>
                </a:lnTo>
                <a:lnTo>
                  <a:pt x="1442" y="923"/>
                </a:lnTo>
                <a:lnTo>
                  <a:pt x="1443" y="922"/>
                </a:lnTo>
                <a:lnTo>
                  <a:pt x="1443" y="920"/>
                </a:lnTo>
                <a:lnTo>
                  <a:pt x="1443" y="919"/>
                </a:lnTo>
                <a:lnTo>
                  <a:pt x="1443" y="918"/>
                </a:lnTo>
                <a:lnTo>
                  <a:pt x="1444" y="918"/>
                </a:lnTo>
                <a:lnTo>
                  <a:pt x="1445" y="918"/>
                </a:lnTo>
                <a:lnTo>
                  <a:pt x="1445" y="919"/>
                </a:lnTo>
                <a:lnTo>
                  <a:pt x="1446" y="918"/>
                </a:lnTo>
                <a:lnTo>
                  <a:pt x="1447" y="918"/>
                </a:lnTo>
                <a:lnTo>
                  <a:pt x="1448" y="918"/>
                </a:lnTo>
                <a:lnTo>
                  <a:pt x="1449" y="918"/>
                </a:lnTo>
                <a:lnTo>
                  <a:pt x="1450" y="917"/>
                </a:lnTo>
                <a:lnTo>
                  <a:pt x="1452" y="916"/>
                </a:lnTo>
                <a:lnTo>
                  <a:pt x="1453" y="916"/>
                </a:lnTo>
                <a:lnTo>
                  <a:pt x="1453" y="917"/>
                </a:lnTo>
                <a:lnTo>
                  <a:pt x="1454" y="917"/>
                </a:lnTo>
                <a:lnTo>
                  <a:pt x="1456" y="918"/>
                </a:lnTo>
                <a:lnTo>
                  <a:pt x="1457" y="917"/>
                </a:lnTo>
                <a:lnTo>
                  <a:pt x="1458" y="917"/>
                </a:lnTo>
                <a:lnTo>
                  <a:pt x="1459" y="918"/>
                </a:lnTo>
                <a:lnTo>
                  <a:pt x="1459" y="920"/>
                </a:lnTo>
                <a:lnTo>
                  <a:pt x="1459" y="921"/>
                </a:lnTo>
                <a:lnTo>
                  <a:pt x="1460" y="921"/>
                </a:lnTo>
                <a:lnTo>
                  <a:pt x="1461" y="921"/>
                </a:lnTo>
                <a:lnTo>
                  <a:pt x="1461" y="920"/>
                </a:lnTo>
                <a:lnTo>
                  <a:pt x="1462" y="920"/>
                </a:lnTo>
                <a:lnTo>
                  <a:pt x="1463" y="921"/>
                </a:lnTo>
                <a:lnTo>
                  <a:pt x="1463" y="922"/>
                </a:lnTo>
                <a:lnTo>
                  <a:pt x="1463" y="924"/>
                </a:lnTo>
                <a:lnTo>
                  <a:pt x="1463" y="926"/>
                </a:lnTo>
                <a:lnTo>
                  <a:pt x="1464" y="926"/>
                </a:lnTo>
                <a:lnTo>
                  <a:pt x="1465" y="927"/>
                </a:lnTo>
                <a:lnTo>
                  <a:pt x="1465" y="928"/>
                </a:lnTo>
                <a:lnTo>
                  <a:pt x="1465" y="929"/>
                </a:lnTo>
                <a:lnTo>
                  <a:pt x="1466" y="929"/>
                </a:lnTo>
                <a:lnTo>
                  <a:pt x="1466" y="930"/>
                </a:lnTo>
                <a:lnTo>
                  <a:pt x="1466" y="931"/>
                </a:lnTo>
                <a:lnTo>
                  <a:pt x="1466" y="932"/>
                </a:lnTo>
                <a:lnTo>
                  <a:pt x="1465" y="933"/>
                </a:lnTo>
                <a:lnTo>
                  <a:pt x="1466" y="934"/>
                </a:lnTo>
                <a:lnTo>
                  <a:pt x="1466" y="935"/>
                </a:lnTo>
                <a:lnTo>
                  <a:pt x="1465" y="935"/>
                </a:lnTo>
                <a:lnTo>
                  <a:pt x="1465" y="936"/>
                </a:lnTo>
                <a:lnTo>
                  <a:pt x="1465" y="937"/>
                </a:lnTo>
                <a:lnTo>
                  <a:pt x="1466" y="937"/>
                </a:lnTo>
                <a:lnTo>
                  <a:pt x="1466" y="938"/>
                </a:lnTo>
                <a:lnTo>
                  <a:pt x="1466" y="939"/>
                </a:lnTo>
                <a:lnTo>
                  <a:pt x="1466" y="940"/>
                </a:lnTo>
                <a:lnTo>
                  <a:pt x="1466" y="941"/>
                </a:lnTo>
                <a:lnTo>
                  <a:pt x="1466" y="942"/>
                </a:lnTo>
                <a:lnTo>
                  <a:pt x="1466" y="943"/>
                </a:lnTo>
                <a:lnTo>
                  <a:pt x="1466" y="944"/>
                </a:lnTo>
                <a:lnTo>
                  <a:pt x="1467" y="947"/>
                </a:lnTo>
                <a:lnTo>
                  <a:pt x="1467" y="948"/>
                </a:lnTo>
                <a:lnTo>
                  <a:pt x="1468" y="948"/>
                </a:lnTo>
                <a:lnTo>
                  <a:pt x="1469" y="948"/>
                </a:lnTo>
                <a:lnTo>
                  <a:pt x="1469" y="947"/>
                </a:lnTo>
                <a:lnTo>
                  <a:pt x="1470" y="947"/>
                </a:lnTo>
                <a:lnTo>
                  <a:pt x="1471" y="947"/>
                </a:lnTo>
                <a:lnTo>
                  <a:pt x="1472" y="947"/>
                </a:lnTo>
                <a:lnTo>
                  <a:pt x="1472" y="948"/>
                </a:lnTo>
                <a:lnTo>
                  <a:pt x="1474" y="947"/>
                </a:lnTo>
                <a:lnTo>
                  <a:pt x="1474" y="948"/>
                </a:lnTo>
                <a:lnTo>
                  <a:pt x="1475" y="948"/>
                </a:lnTo>
                <a:lnTo>
                  <a:pt x="1475" y="947"/>
                </a:lnTo>
                <a:lnTo>
                  <a:pt x="1476" y="947"/>
                </a:lnTo>
                <a:lnTo>
                  <a:pt x="1477" y="948"/>
                </a:lnTo>
                <a:lnTo>
                  <a:pt x="1478" y="948"/>
                </a:lnTo>
                <a:lnTo>
                  <a:pt x="1479" y="948"/>
                </a:lnTo>
                <a:lnTo>
                  <a:pt x="1480" y="948"/>
                </a:lnTo>
                <a:lnTo>
                  <a:pt x="1481" y="948"/>
                </a:lnTo>
                <a:lnTo>
                  <a:pt x="1481" y="947"/>
                </a:lnTo>
                <a:lnTo>
                  <a:pt x="1482" y="947"/>
                </a:lnTo>
                <a:lnTo>
                  <a:pt x="1482" y="946"/>
                </a:lnTo>
                <a:lnTo>
                  <a:pt x="1483" y="945"/>
                </a:lnTo>
                <a:lnTo>
                  <a:pt x="1483" y="944"/>
                </a:lnTo>
                <a:lnTo>
                  <a:pt x="1483" y="942"/>
                </a:lnTo>
                <a:lnTo>
                  <a:pt x="1484" y="942"/>
                </a:lnTo>
                <a:lnTo>
                  <a:pt x="1485" y="942"/>
                </a:lnTo>
                <a:lnTo>
                  <a:pt x="1486" y="942"/>
                </a:lnTo>
                <a:lnTo>
                  <a:pt x="1486" y="945"/>
                </a:lnTo>
                <a:lnTo>
                  <a:pt x="1485" y="945"/>
                </a:lnTo>
                <a:lnTo>
                  <a:pt x="1485" y="946"/>
                </a:lnTo>
                <a:lnTo>
                  <a:pt x="1485" y="947"/>
                </a:lnTo>
                <a:lnTo>
                  <a:pt x="1485" y="949"/>
                </a:lnTo>
                <a:lnTo>
                  <a:pt x="1484" y="951"/>
                </a:lnTo>
                <a:lnTo>
                  <a:pt x="1484" y="952"/>
                </a:lnTo>
                <a:lnTo>
                  <a:pt x="1484" y="953"/>
                </a:lnTo>
                <a:lnTo>
                  <a:pt x="1484" y="954"/>
                </a:lnTo>
                <a:lnTo>
                  <a:pt x="1484" y="955"/>
                </a:lnTo>
                <a:lnTo>
                  <a:pt x="1485" y="955"/>
                </a:lnTo>
                <a:lnTo>
                  <a:pt x="1484" y="956"/>
                </a:lnTo>
                <a:lnTo>
                  <a:pt x="1481" y="956"/>
                </a:lnTo>
                <a:lnTo>
                  <a:pt x="1479" y="956"/>
                </a:lnTo>
                <a:lnTo>
                  <a:pt x="1478" y="956"/>
                </a:lnTo>
                <a:lnTo>
                  <a:pt x="1477" y="957"/>
                </a:lnTo>
                <a:lnTo>
                  <a:pt x="1476" y="957"/>
                </a:lnTo>
                <a:lnTo>
                  <a:pt x="1475" y="957"/>
                </a:lnTo>
                <a:lnTo>
                  <a:pt x="1475" y="958"/>
                </a:lnTo>
                <a:lnTo>
                  <a:pt x="1475" y="959"/>
                </a:lnTo>
                <a:lnTo>
                  <a:pt x="1475" y="960"/>
                </a:lnTo>
                <a:lnTo>
                  <a:pt x="1474" y="960"/>
                </a:lnTo>
                <a:lnTo>
                  <a:pt x="1474" y="961"/>
                </a:lnTo>
                <a:lnTo>
                  <a:pt x="1473" y="962"/>
                </a:lnTo>
                <a:lnTo>
                  <a:pt x="1472" y="962"/>
                </a:lnTo>
                <a:lnTo>
                  <a:pt x="1472" y="963"/>
                </a:lnTo>
                <a:lnTo>
                  <a:pt x="1472" y="964"/>
                </a:lnTo>
                <a:lnTo>
                  <a:pt x="1471" y="965"/>
                </a:lnTo>
                <a:lnTo>
                  <a:pt x="1471" y="966"/>
                </a:lnTo>
                <a:lnTo>
                  <a:pt x="1470" y="967"/>
                </a:lnTo>
                <a:lnTo>
                  <a:pt x="1470" y="969"/>
                </a:lnTo>
                <a:lnTo>
                  <a:pt x="1469" y="970"/>
                </a:lnTo>
                <a:lnTo>
                  <a:pt x="1469" y="971"/>
                </a:lnTo>
                <a:lnTo>
                  <a:pt x="1469" y="972"/>
                </a:lnTo>
                <a:lnTo>
                  <a:pt x="1469" y="973"/>
                </a:lnTo>
                <a:lnTo>
                  <a:pt x="1469" y="974"/>
                </a:lnTo>
                <a:lnTo>
                  <a:pt x="1469" y="975"/>
                </a:lnTo>
                <a:lnTo>
                  <a:pt x="1470" y="976"/>
                </a:lnTo>
                <a:lnTo>
                  <a:pt x="1470" y="977"/>
                </a:lnTo>
                <a:lnTo>
                  <a:pt x="1471" y="977"/>
                </a:lnTo>
                <a:lnTo>
                  <a:pt x="1472" y="977"/>
                </a:lnTo>
                <a:lnTo>
                  <a:pt x="1472" y="978"/>
                </a:lnTo>
                <a:lnTo>
                  <a:pt x="1473" y="978"/>
                </a:lnTo>
                <a:lnTo>
                  <a:pt x="1474" y="978"/>
                </a:lnTo>
                <a:lnTo>
                  <a:pt x="1475" y="978"/>
                </a:lnTo>
                <a:lnTo>
                  <a:pt x="1476" y="978"/>
                </a:lnTo>
                <a:lnTo>
                  <a:pt x="1477" y="979"/>
                </a:lnTo>
                <a:lnTo>
                  <a:pt x="1477" y="980"/>
                </a:lnTo>
                <a:lnTo>
                  <a:pt x="1478" y="980"/>
                </a:lnTo>
                <a:lnTo>
                  <a:pt x="1479" y="981"/>
                </a:lnTo>
                <a:lnTo>
                  <a:pt x="1480" y="982"/>
                </a:lnTo>
                <a:lnTo>
                  <a:pt x="1480" y="983"/>
                </a:lnTo>
                <a:lnTo>
                  <a:pt x="1479" y="984"/>
                </a:lnTo>
                <a:lnTo>
                  <a:pt x="1478" y="985"/>
                </a:lnTo>
                <a:lnTo>
                  <a:pt x="1478" y="986"/>
                </a:lnTo>
                <a:lnTo>
                  <a:pt x="1478" y="987"/>
                </a:lnTo>
                <a:lnTo>
                  <a:pt x="1478" y="988"/>
                </a:lnTo>
                <a:lnTo>
                  <a:pt x="1477" y="990"/>
                </a:lnTo>
                <a:lnTo>
                  <a:pt x="1476" y="991"/>
                </a:lnTo>
                <a:lnTo>
                  <a:pt x="1475" y="992"/>
                </a:lnTo>
                <a:lnTo>
                  <a:pt x="1473" y="993"/>
                </a:lnTo>
                <a:lnTo>
                  <a:pt x="1472" y="993"/>
                </a:lnTo>
                <a:lnTo>
                  <a:pt x="1472" y="994"/>
                </a:lnTo>
                <a:lnTo>
                  <a:pt x="1473" y="995"/>
                </a:lnTo>
                <a:lnTo>
                  <a:pt x="1473" y="996"/>
                </a:lnTo>
                <a:lnTo>
                  <a:pt x="1472" y="997"/>
                </a:lnTo>
                <a:lnTo>
                  <a:pt x="1471" y="997"/>
                </a:lnTo>
                <a:lnTo>
                  <a:pt x="1471" y="998"/>
                </a:lnTo>
                <a:lnTo>
                  <a:pt x="1470" y="999"/>
                </a:lnTo>
                <a:lnTo>
                  <a:pt x="1469" y="999"/>
                </a:lnTo>
                <a:lnTo>
                  <a:pt x="1469" y="1000"/>
                </a:lnTo>
                <a:lnTo>
                  <a:pt x="1469" y="1003"/>
                </a:lnTo>
                <a:lnTo>
                  <a:pt x="1468" y="1003"/>
                </a:lnTo>
                <a:lnTo>
                  <a:pt x="1468" y="1004"/>
                </a:lnTo>
                <a:lnTo>
                  <a:pt x="1468" y="1005"/>
                </a:lnTo>
                <a:lnTo>
                  <a:pt x="1467" y="1006"/>
                </a:lnTo>
                <a:lnTo>
                  <a:pt x="1466" y="1007"/>
                </a:lnTo>
                <a:lnTo>
                  <a:pt x="1466" y="1008"/>
                </a:lnTo>
                <a:lnTo>
                  <a:pt x="1465" y="1008"/>
                </a:lnTo>
                <a:lnTo>
                  <a:pt x="1465" y="1007"/>
                </a:lnTo>
                <a:lnTo>
                  <a:pt x="1464" y="1007"/>
                </a:lnTo>
                <a:lnTo>
                  <a:pt x="1463" y="1006"/>
                </a:lnTo>
                <a:lnTo>
                  <a:pt x="1463" y="1005"/>
                </a:lnTo>
                <a:lnTo>
                  <a:pt x="1462" y="1005"/>
                </a:lnTo>
                <a:lnTo>
                  <a:pt x="1462" y="1004"/>
                </a:lnTo>
                <a:lnTo>
                  <a:pt x="1461" y="1003"/>
                </a:lnTo>
                <a:lnTo>
                  <a:pt x="1460" y="1002"/>
                </a:lnTo>
                <a:lnTo>
                  <a:pt x="1460" y="1001"/>
                </a:lnTo>
                <a:lnTo>
                  <a:pt x="1459" y="1001"/>
                </a:lnTo>
                <a:lnTo>
                  <a:pt x="1459" y="1000"/>
                </a:lnTo>
                <a:lnTo>
                  <a:pt x="1457" y="999"/>
                </a:lnTo>
                <a:lnTo>
                  <a:pt x="1457" y="998"/>
                </a:lnTo>
                <a:lnTo>
                  <a:pt x="1456" y="997"/>
                </a:lnTo>
                <a:lnTo>
                  <a:pt x="1455" y="997"/>
                </a:lnTo>
                <a:lnTo>
                  <a:pt x="1454" y="996"/>
                </a:lnTo>
                <a:lnTo>
                  <a:pt x="1453" y="996"/>
                </a:lnTo>
                <a:lnTo>
                  <a:pt x="1453" y="995"/>
                </a:lnTo>
                <a:lnTo>
                  <a:pt x="1452" y="994"/>
                </a:lnTo>
                <a:lnTo>
                  <a:pt x="1451" y="994"/>
                </a:lnTo>
                <a:lnTo>
                  <a:pt x="1451" y="993"/>
                </a:lnTo>
                <a:lnTo>
                  <a:pt x="1451" y="992"/>
                </a:lnTo>
                <a:lnTo>
                  <a:pt x="1450" y="992"/>
                </a:lnTo>
                <a:lnTo>
                  <a:pt x="1450" y="991"/>
                </a:lnTo>
                <a:lnTo>
                  <a:pt x="1449" y="990"/>
                </a:lnTo>
                <a:lnTo>
                  <a:pt x="1449" y="989"/>
                </a:lnTo>
                <a:lnTo>
                  <a:pt x="1448" y="988"/>
                </a:lnTo>
                <a:lnTo>
                  <a:pt x="1447" y="988"/>
                </a:lnTo>
                <a:lnTo>
                  <a:pt x="1447" y="989"/>
                </a:lnTo>
                <a:lnTo>
                  <a:pt x="1446" y="989"/>
                </a:lnTo>
                <a:lnTo>
                  <a:pt x="1445" y="988"/>
                </a:lnTo>
                <a:lnTo>
                  <a:pt x="1444" y="988"/>
                </a:lnTo>
                <a:lnTo>
                  <a:pt x="1444" y="989"/>
                </a:lnTo>
                <a:lnTo>
                  <a:pt x="1444" y="988"/>
                </a:lnTo>
                <a:lnTo>
                  <a:pt x="1443" y="988"/>
                </a:lnTo>
                <a:lnTo>
                  <a:pt x="1442" y="988"/>
                </a:lnTo>
                <a:lnTo>
                  <a:pt x="1441" y="988"/>
                </a:lnTo>
                <a:lnTo>
                  <a:pt x="1440" y="988"/>
                </a:lnTo>
                <a:lnTo>
                  <a:pt x="1439" y="988"/>
                </a:lnTo>
                <a:lnTo>
                  <a:pt x="1438" y="988"/>
                </a:lnTo>
                <a:lnTo>
                  <a:pt x="1437" y="988"/>
                </a:lnTo>
                <a:lnTo>
                  <a:pt x="1437" y="989"/>
                </a:lnTo>
                <a:lnTo>
                  <a:pt x="1436" y="990"/>
                </a:lnTo>
                <a:lnTo>
                  <a:pt x="1436" y="991"/>
                </a:lnTo>
                <a:lnTo>
                  <a:pt x="1436" y="992"/>
                </a:lnTo>
                <a:lnTo>
                  <a:pt x="1436" y="993"/>
                </a:lnTo>
                <a:lnTo>
                  <a:pt x="1437" y="994"/>
                </a:lnTo>
                <a:lnTo>
                  <a:pt x="1436" y="994"/>
                </a:lnTo>
                <a:lnTo>
                  <a:pt x="1436" y="995"/>
                </a:lnTo>
                <a:lnTo>
                  <a:pt x="1436" y="996"/>
                </a:lnTo>
                <a:lnTo>
                  <a:pt x="1436" y="997"/>
                </a:lnTo>
                <a:lnTo>
                  <a:pt x="1436" y="998"/>
                </a:lnTo>
                <a:lnTo>
                  <a:pt x="1436" y="999"/>
                </a:lnTo>
                <a:lnTo>
                  <a:pt x="1435" y="999"/>
                </a:lnTo>
                <a:lnTo>
                  <a:pt x="1434" y="998"/>
                </a:lnTo>
                <a:lnTo>
                  <a:pt x="1434" y="997"/>
                </a:lnTo>
                <a:lnTo>
                  <a:pt x="1434" y="996"/>
                </a:lnTo>
                <a:lnTo>
                  <a:pt x="1433" y="996"/>
                </a:lnTo>
                <a:lnTo>
                  <a:pt x="1432" y="996"/>
                </a:lnTo>
                <a:lnTo>
                  <a:pt x="1432" y="995"/>
                </a:lnTo>
                <a:lnTo>
                  <a:pt x="1432" y="994"/>
                </a:lnTo>
                <a:lnTo>
                  <a:pt x="1432" y="993"/>
                </a:lnTo>
                <a:lnTo>
                  <a:pt x="1431" y="992"/>
                </a:lnTo>
                <a:lnTo>
                  <a:pt x="1430" y="992"/>
                </a:lnTo>
                <a:lnTo>
                  <a:pt x="1430" y="991"/>
                </a:lnTo>
                <a:lnTo>
                  <a:pt x="1430" y="989"/>
                </a:lnTo>
                <a:lnTo>
                  <a:pt x="1429" y="989"/>
                </a:lnTo>
                <a:lnTo>
                  <a:pt x="1429" y="988"/>
                </a:lnTo>
                <a:lnTo>
                  <a:pt x="1428" y="988"/>
                </a:lnTo>
                <a:lnTo>
                  <a:pt x="1428" y="987"/>
                </a:lnTo>
                <a:lnTo>
                  <a:pt x="1429" y="986"/>
                </a:lnTo>
                <a:lnTo>
                  <a:pt x="1428" y="986"/>
                </a:lnTo>
                <a:lnTo>
                  <a:pt x="1428" y="985"/>
                </a:lnTo>
                <a:lnTo>
                  <a:pt x="1427" y="985"/>
                </a:lnTo>
                <a:lnTo>
                  <a:pt x="1426" y="985"/>
                </a:lnTo>
                <a:lnTo>
                  <a:pt x="1426" y="984"/>
                </a:lnTo>
                <a:lnTo>
                  <a:pt x="1425" y="983"/>
                </a:lnTo>
                <a:lnTo>
                  <a:pt x="1425" y="982"/>
                </a:lnTo>
                <a:lnTo>
                  <a:pt x="1423" y="982"/>
                </a:lnTo>
                <a:lnTo>
                  <a:pt x="1422" y="982"/>
                </a:lnTo>
                <a:lnTo>
                  <a:pt x="1422" y="981"/>
                </a:lnTo>
                <a:lnTo>
                  <a:pt x="1421" y="981"/>
                </a:lnTo>
                <a:lnTo>
                  <a:pt x="1420" y="982"/>
                </a:lnTo>
                <a:lnTo>
                  <a:pt x="1418" y="982"/>
                </a:lnTo>
                <a:lnTo>
                  <a:pt x="1417" y="981"/>
                </a:lnTo>
                <a:lnTo>
                  <a:pt x="1416" y="981"/>
                </a:lnTo>
                <a:lnTo>
                  <a:pt x="1416" y="980"/>
                </a:lnTo>
                <a:lnTo>
                  <a:pt x="1415" y="980"/>
                </a:lnTo>
                <a:lnTo>
                  <a:pt x="1415" y="981"/>
                </a:lnTo>
                <a:lnTo>
                  <a:pt x="1415" y="982"/>
                </a:lnTo>
                <a:lnTo>
                  <a:pt x="1415" y="983"/>
                </a:lnTo>
                <a:lnTo>
                  <a:pt x="1413" y="983"/>
                </a:lnTo>
                <a:lnTo>
                  <a:pt x="1413" y="982"/>
                </a:lnTo>
                <a:lnTo>
                  <a:pt x="1413" y="981"/>
                </a:lnTo>
                <a:lnTo>
                  <a:pt x="1413" y="980"/>
                </a:lnTo>
                <a:lnTo>
                  <a:pt x="1412" y="980"/>
                </a:lnTo>
                <a:lnTo>
                  <a:pt x="1411" y="980"/>
                </a:lnTo>
                <a:lnTo>
                  <a:pt x="1410" y="981"/>
                </a:lnTo>
                <a:lnTo>
                  <a:pt x="1409" y="981"/>
                </a:lnTo>
                <a:lnTo>
                  <a:pt x="1409" y="982"/>
                </a:lnTo>
                <a:lnTo>
                  <a:pt x="1409" y="984"/>
                </a:lnTo>
                <a:lnTo>
                  <a:pt x="1408" y="984"/>
                </a:lnTo>
                <a:lnTo>
                  <a:pt x="1408" y="983"/>
                </a:lnTo>
                <a:lnTo>
                  <a:pt x="1407" y="984"/>
                </a:lnTo>
                <a:lnTo>
                  <a:pt x="1407" y="985"/>
                </a:lnTo>
                <a:lnTo>
                  <a:pt x="1407" y="986"/>
                </a:lnTo>
                <a:lnTo>
                  <a:pt x="1406" y="986"/>
                </a:lnTo>
                <a:lnTo>
                  <a:pt x="1405" y="986"/>
                </a:lnTo>
                <a:lnTo>
                  <a:pt x="1404" y="987"/>
                </a:lnTo>
                <a:lnTo>
                  <a:pt x="1403" y="987"/>
                </a:lnTo>
                <a:lnTo>
                  <a:pt x="1403" y="988"/>
                </a:lnTo>
                <a:lnTo>
                  <a:pt x="1403" y="989"/>
                </a:lnTo>
                <a:lnTo>
                  <a:pt x="1403" y="990"/>
                </a:lnTo>
                <a:lnTo>
                  <a:pt x="1402" y="991"/>
                </a:lnTo>
                <a:lnTo>
                  <a:pt x="1402" y="992"/>
                </a:lnTo>
                <a:lnTo>
                  <a:pt x="1403" y="993"/>
                </a:lnTo>
                <a:lnTo>
                  <a:pt x="1404" y="993"/>
                </a:lnTo>
                <a:lnTo>
                  <a:pt x="1404" y="992"/>
                </a:lnTo>
                <a:lnTo>
                  <a:pt x="1404" y="993"/>
                </a:lnTo>
                <a:lnTo>
                  <a:pt x="1404" y="994"/>
                </a:lnTo>
                <a:lnTo>
                  <a:pt x="1403" y="994"/>
                </a:lnTo>
                <a:lnTo>
                  <a:pt x="1403" y="995"/>
                </a:lnTo>
                <a:lnTo>
                  <a:pt x="1403" y="996"/>
                </a:lnTo>
                <a:lnTo>
                  <a:pt x="1404" y="996"/>
                </a:lnTo>
                <a:lnTo>
                  <a:pt x="1405" y="996"/>
                </a:lnTo>
                <a:lnTo>
                  <a:pt x="1405" y="997"/>
                </a:lnTo>
                <a:lnTo>
                  <a:pt x="1405" y="998"/>
                </a:lnTo>
                <a:lnTo>
                  <a:pt x="1406" y="998"/>
                </a:lnTo>
                <a:lnTo>
                  <a:pt x="1406" y="999"/>
                </a:lnTo>
                <a:lnTo>
                  <a:pt x="1407" y="999"/>
                </a:lnTo>
                <a:lnTo>
                  <a:pt x="1407" y="1000"/>
                </a:lnTo>
                <a:lnTo>
                  <a:pt x="1406" y="1000"/>
                </a:lnTo>
                <a:lnTo>
                  <a:pt x="1406" y="1001"/>
                </a:lnTo>
                <a:lnTo>
                  <a:pt x="1406" y="1002"/>
                </a:lnTo>
                <a:lnTo>
                  <a:pt x="1406" y="1003"/>
                </a:lnTo>
                <a:lnTo>
                  <a:pt x="1407" y="1003"/>
                </a:lnTo>
                <a:lnTo>
                  <a:pt x="1408" y="1004"/>
                </a:lnTo>
                <a:lnTo>
                  <a:pt x="1408" y="1005"/>
                </a:lnTo>
                <a:lnTo>
                  <a:pt x="1408" y="1006"/>
                </a:lnTo>
                <a:lnTo>
                  <a:pt x="1408" y="1007"/>
                </a:lnTo>
                <a:lnTo>
                  <a:pt x="1407" y="1007"/>
                </a:lnTo>
                <a:lnTo>
                  <a:pt x="1406" y="1007"/>
                </a:lnTo>
                <a:lnTo>
                  <a:pt x="1405" y="1007"/>
                </a:lnTo>
                <a:lnTo>
                  <a:pt x="1404" y="1008"/>
                </a:lnTo>
                <a:lnTo>
                  <a:pt x="1404" y="1009"/>
                </a:lnTo>
                <a:lnTo>
                  <a:pt x="1405" y="1011"/>
                </a:lnTo>
                <a:lnTo>
                  <a:pt x="1405" y="1012"/>
                </a:lnTo>
                <a:lnTo>
                  <a:pt x="1404" y="1012"/>
                </a:lnTo>
                <a:lnTo>
                  <a:pt x="1404" y="1013"/>
                </a:lnTo>
                <a:lnTo>
                  <a:pt x="1405" y="1013"/>
                </a:lnTo>
                <a:lnTo>
                  <a:pt x="1406" y="1013"/>
                </a:lnTo>
                <a:lnTo>
                  <a:pt x="1407" y="1013"/>
                </a:lnTo>
                <a:lnTo>
                  <a:pt x="1408" y="1014"/>
                </a:lnTo>
                <a:lnTo>
                  <a:pt x="1408" y="1015"/>
                </a:lnTo>
                <a:lnTo>
                  <a:pt x="1409" y="1015"/>
                </a:lnTo>
                <a:lnTo>
                  <a:pt x="1409" y="1016"/>
                </a:lnTo>
                <a:lnTo>
                  <a:pt x="1409" y="1017"/>
                </a:lnTo>
                <a:lnTo>
                  <a:pt x="1409" y="1018"/>
                </a:lnTo>
                <a:lnTo>
                  <a:pt x="1408" y="1018"/>
                </a:lnTo>
                <a:lnTo>
                  <a:pt x="1408" y="1019"/>
                </a:lnTo>
                <a:lnTo>
                  <a:pt x="1408" y="1020"/>
                </a:lnTo>
                <a:lnTo>
                  <a:pt x="1408" y="1021"/>
                </a:lnTo>
                <a:lnTo>
                  <a:pt x="1408" y="1022"/>
                </a:lnTo>
                <a:lnTo>
                  <a:pt x="1409" y="1023"/>
                </a:lnTo>
                <a:lnTo>
                  <a:pt x="1409" y="1024"/>
                </a:lnTo>
                <a:lnTo>
                  <a:pt x="1408" y="1024"/>
                </a:lnTo>
                <a:lnTo>
                  <a:pt x="1407" y="1024"/>
                </a:lnTo>
                <a:lnTo>
                  <a:pt x="1406" y="1024"/>
                </a:lnTo>
                <a:lnTo>
                  <a:pt x="1403" y="1023"/>
                </a:lnTo>
                <a:lnTo>
                  <a:pt x="1402" y="1023"/>
                </a:lnTo>
                <a:lnTo>
                  <a:pt x="1402" y="1024"/>
                </a:lnTo>
                <a:lnTo>
                  <a:pt x="1402" y="1026"/>
                </a:lnTo>
                <a:lnTo>
                  <a:pt x="1402" y="1027"/>
                </a:lnTo>
                <a:lnTo>
                  <a:pt x="1402" y="1028"/>
                </a:lnTo>
                <a:lnTo>
                  <a:pt x="1403" y="1028"/>
                </a:lnTo>
                <a:lnTo>
                  <a:pt x="1402" y="1029"/>
                </a:lnTo>
                <a:lnTo>
                  <a:pt x="1402" y="1030"/>
                </a:lnTo>
                <a:lnTo>
                  <a:pt x="1402" y="1031"/>
                </a:lnTo>
                <a:lnTo>
                  <a:pt x="1402" y="1032"/>
                </a:lnTo>
                <a:lnTo>
                  <a:pt x="1402" y="1033"/>
                </a:lnTo>
                <a:lnTo>
                  <a:pt x="1401" y="1034"/>
                </a:lnTo>
                <a:lnTo>
                  <a:pt x="1401" y="1035"/>
                </a:lnTo>
                <a:lnTo>
                  <a:pt x="1402" y="1036"/>
                </a:lnTo>
                <a:lnTo>
                  <a:pt x="1403" y="1036"/>
                </a:lnTo>
                <a:lnTo>
                  <a:pt x="1405" y="1036"/>
                </a:lnTo>
                <a:lnTo>
                  <a:pt x="1406" y="1037"/>
                </a:lnTo>
                <a:lnTo>
                  <a:pt x="1406" y="1038"/>
                </a:lnTo>
                <a:lnTo>
                  <a:pt x="1407" y="1038"/>
                </a:lnTo>
                <a:lnTo>
                  <a:pt x="1408" y="1038"/>
                </a:lnTo>
                <a:lnTo>
                  <a:pt x="1408" y="1039"/>
                </a:lnTo>
                <a:lnTo>
                  <a:pt x="1409" y="1039"/>
                </a:lnTo>
                <a:lnTo>
                  <a:pt x="1409" y="1040"/>
                </a:lnTo>
                <a:lnTo>
                  <a:pt x="1410" y="1040"/>
                </a:lnTo>
                <a:lnTo>
                  <a:pt x="1411" y="1041"/>
                </a:lnTo>
                <a:lnTo>
                  <a:pt x="1411" y="1042"/>
                </a:lnTo>
                <a:lnTo>
                  <a:pt x="1412" y="1042"/>
                </a:lnTo>
                <a:lnTo>
                  <a:pt x="1412" y="1043"/>
                </a:lnTo>
                <a:lnTo>
                  <a:pt x="1413" y="1043"/>
                </a:lnTo>
                <a:lnTo>
                  <a:pt x="1413" y="1045"/>
                </a:lnTo>
                <a:lnTo>
                  <a:pt x="1413" y="1046"/>
                </a:lnTo>
                <a:lnTo>
                  <a:pt x="1413" y="1047"/>
                </a:lnTo>
                <a:lnTo>
                  <a:pt x="1414" y="1047"/>
                </a:lnTo>
                <a:lnTo>
                  <a:pt x="1414" y="1048"/>
                </a:lnTo>
                <a:lnTo>
                  <a:pt x="1415" y="1048"/>
                </a:lnTo>
                <a:lnTo>
                  <a:pt x="1414" y="1050"/>
                </a:lnTo>
                <a:lnTo>
                  <a:pt x="1414" y="1051"/>
                </a:lnTo>
                <a:lnTo>
                  <a:pt x="1414" y="1052"/>
                </a:lnTo>
                <a:lnTo>
                  <a:pt x="1413" y="1053"/>
                </a:lnTo>
                <a:lnTo>
                  <a:pt x="1413" y="1054"/>
                </a:lnTo>
                <a:lnTo>
                  <a:pt x="1414" y="1054"/>
                </a:lnTo>
                <a:lnTo>
                  <a:pt x="1414" y="1055"/>
                </a:lnTo>
                <a:lnTo>
                  <a:pt x="1414" y="1056"/>
                </a:lnTo>
                <a:lnTo>
                  <a:pt x="1413" y="1056"/>
                </a:lnTo>
                <a:lnTo>
                  <a:pt x="1413" y="1057"/>
                </a:lnTo>
                <a:lnTo>
                  <a:pt x="1413" y="1058"/>
                </a:lnTo>
                <a:lnTo>
                  <a:pt x="1413" y="1059"/>
                </a:lnTo>
                <a:lnTo>
                  <a:pt x="1413" y="1060"/>
                </a:lnTo>
                <a:lnTo>
                  <a:pt x="1413" y="1061"/>
                </a:lnTo>
                <a:lnTo>
                  <a:pt x="1413" y="1062"/>
                </a:lnTo>
                <a:lnTo>
                  <a:pt x="1413" y="1063"/>
                </a:lnTo>
                <a:lnTo>
                  <a:pt x="1412" y="1064"/>
                </a:lnTo>
                <a:lnTo>
                  <a:pt x="1412" y="1065"/>
                </a:lnTo>
                <a:lnTo>
                  <a:pt x="1411" y="1066"/>
                </a:lnTo>
                <a:lnTo>
                  <a:pt x="1410" y="1066"/>
                </a:lnTo>
                <a:lnTo>
                  <a:pt x="1410" y="1067"/>
                </a:lnTo>
                <a:lnTo>
                  <a:pt x="1410" y="1068"/>
                </a:lnTo>
                <a:lnTo>
                  <a:pt x="1409" y="1070"/>
                </a:lnTo>
                <a:lnTo>
                  <a:pt x="1408" y="1070"/>
                </a:lnTo>
                <a:lnTo>
                  <a:pt x="1407" y="1070"/>
                </a:lnTo>
                <a:lnTo>
                  <a:pt x="1406" y="1070"/>
                </a:lnTo>
                <a:lnTo>
                  <a:pt x="1405" y="1072"/>
                </a:lnTo>
                <a:lnTo>
                  <a:pt x="1404" y="1074"/>
                </a:lnTo>
                <a:lnTo>
                  <a:pt x="1403" y="1074"/>
                </a:lnTo>
                <a:lnTo>
                  <a:pt x="1402" y="1073"/>
                </a:lnTo>
                <a:lnTo>
                  <a:pt x="1401" y="1073"/>
                </a:lnTo>
                <a:lnTo>
                  <a:pt x="1400" y="1073"/>
                </a:lnTo>
                <a:lnTo>
                  <a:pt x="1400" y="1074"/>
                </a:lnTo>
                <a:lnTo>
                  <a:pt x="1399" y="1074"/>
                </a:lnTo>
                <a:lnTo>
                  <a:pt x="1399" y="1075"/>
                </a:lnTo>
                <a:lnTo>
                  <a:pt x="1399" y="1076"/>
                </a:lnTo>
                <a:lnTo>
                  <a:pt x="1399" y="1077"/>
                </a:lnTo>
                <a:lnTo>
                  <a:pt x="1399" y="1078"/>
                </a:lnTo>
                <a:lnTo>
                  <a:pt x="1398" y="1077"/>
                </a:lnTo>
                <a:lnTo>
                  <a:pt x="1398" y="1074"/>
                </a:lnTo>
                <a:lnTo>
                  <a:pt x="1398" y="1073"/>
                </a:lnTo>
                <a:lnTo>
                  <a:pt x="1398" y="1072"/>
                </a:lnTo>
                <a:lnTo>
                  <a:pt x="1398" y="1071"/>
                </a:lnTo>
                <a:lnTo>
                  <a:pt x="1398" y="1072"/>
                </a:lnTo>
                <a:lnTo>
                  <a:pt x="1397" y="1072"/>
                </a:lnTo>
                <a:lnTo>
                  <a:pt x="1396" y="1072"/>
                </a:lnTo>
                <a:lnTo>
                  <a:pt x="1394" y="1071"/>
                </a:lnTo>
                <a:lnTo>
                  <a:pt x="1394" y="1070"/>
                </a:lnTo>
                <a:lnTo>
                  <a:pt x="1393" y="1070"/>
                </a:lnTo>
                <a:lnTo>
                  <a:pt x="1392" y="1070"/>
                </a:lnTo>
                <a:lnTo>
                  <a:pt x="1391" y="1071"/>
                </a:lnTo>
                <a:lnTo>
                  <a:pt x="1390" y="1071"/>
                </a:lnTo>
                <a:lnTo>
                  <a:pt x="1390" y="1072"/>
                </a:lnTo>
                <a:lnTo>
                  <a:pt x="1389" y="1073"/>
                </a:lnTo>
                <a:lnTo>
                  <a:pt x="1388" y="1073"/>
                </a:lnTo>
                <a:lnTo>
                  <a:pt x="1387" y="1074"/>
                </a:lnTo>
                <a:lnTo>
                  <a:pt x="1387" y="1075"/>
                </a:lnTo>
                <a:lnTo>
                  <a:pt x="1386" y="1076"/>
                </a:lnTo>
                <a:lnTo>
                  <a:pt x="1385" y="1076"/>
                </a:lnTo>
                <a:lnTo>
                  <a:pt x="1384" y="1077"/>
                </a:lnTo>
                <a:lnTo>
                  <a:pt x="1384" y="1078"/>
                </a:lnTo>
                <a:lnTo>
                  <a:pt x="1383" y="1078"/>
                </a:lnTo>
                <a:lnTo>
                  <a:pt x="1382" y="1078"/>
                </a:lnTo>
                <a:lnTo>
                  <a:pt x="1381" y="1078"/>
                </a:lnTo>
                <a:lnTo>
                  <a:pt x="1380" y="1078"/>
                </a:lnTo>
                <a:lnTo>
                  <a:pt x="1379" y="1078"/>
                </a:lnTo>
                <a:lnTo>
                  <a:pt x="1378" y="1079"/>
                </a:lnTo>
                <a:lnTo>
                  <a:pt x="1377" y="1080"/>
                </a:lnTo>
                <a:lnTo>
                  <a:pt x="1376" y="1081"/>
                </a:lnTo>
                <a:lnTo>
                  <a:pt x="1375" y="1081"/>
                </a:lnTo>
                <a:lnTo>
                  <a:pt x="1374" y="1079"/>
                </a:lnTo>
                <a:lnTo>
                  <a:pt x="1373" y="1079"/>
                </a:lnTo>
                <a:lnTo>
                  <a:pt x="1372" y="1078"/>
                </a:lnTo>
                <a:lnTo>
                  <a:pt x="1372" y="1079"/>
                </a:lnTo>
                <a:lnTo>
                  <a:pt x="1371" y="1079"/>
                </a:lnTo>
                <a:lnTo>
                  <a:pt x="1371" y="1078"/>
                </a:lnTo>
                <a:lnTo>
                  <a:pt x="1370" y="1077"/>
                </a:lnTo>
                <a:lnTo>
                  <a:pt x="1370" y="1076"/>
                </a:lnTo>
                <a:lnTo>
                  <a:pt x="1369" y="1076"/>
                </a:lnTo>
                <a:lnTo>
                  <a:pt x="1369" y="1077"/>
                </a:lnTo>
                <a:lnTo>
                  <a:pt x="1369" y="1076"/>
                </a:lnTo>
                <a:lnTo>
                  <a:pt x="1368" y="1076"/>
                </a:lnTo>
                <a:lnTo>
                  <a:pt x="1368" y="1075"/>
                </a:lnTo>
                <a:lnTo>
                  <a:pt x="1367" y="1075"/>
                </a:lnTo>
                <a:lnTo>
                  <a:pt x="1367" y="1076"/>
                </a:lnTo>
                <a:lnTo>
                  <a:pt x="1366" y="1075"/>
                </a:lnTo>
                <a:lnTo>
                  <a:pt x="1365" y="1075"/>
                </a:lnTo>
                <a:lnTo>
                  <a:pt x="1365" y="1074"/>
                </a:lnTo>
                <a:lnTo>
                  <a:pt x="1364" y="1074"/>
                </a:lnTo>
                <a:lnTo>
                  <a:pt x="1363" y="1074"/>
                </a:lnTo>
                <a:lnTo>
                  <a:pt x="1362" y="1074"/>
                </a:lnTo>
                <a:lnTo>
                  <a:pt x="1360" y="1074"/>
                </a:lnTo>
                <a:lnTo>
                  <a:pt x="1359" y="1073"/>
                </a:lnTo>
                <a:lnTo>
                  <a:pt x="1359" y="1072"/>
                </a:lnTo>
                <a:lnTo>
                  <a:pt x="1359" y="1073"/>
                </a:lnTo>
                <a:lnTo>
                  <a:pt x="1358" y="1073"/>
                </a:lnTo>
                <a:lnTo>
                  <a:pt x="1357" y="1074"/>
                </a:lnTo>
                <a:lnTo>
                  <a:pt x="1357" y="1075"/>
                </a:lnTo>
                <a:lnTo>
                  <a:pt x="1356" y="1075"/>
                </a:lnTo>
                <a:lnTo>
                  <a:pt x="1356" y="1074"/>
                </a:lnTo>
                <a:lnTo>
                  <a:pt x="1355" y="1074"/>
                </a:lnTo>
                <a:lnTo>
                  <a:pt x="1355" y="1073"/>
                </a:lnTo>
                <a:lnTo>
                  <a:pt x="1355" y="1072"/>
                </a:lnTo>
                <a:lnTo>
                  <a:pt x="1355" y="1071"/>
                </a:lnTo>
                <a:lnTo>
                  <a:pt x="1354" y="1071"/>
                </a:lnTo>
                <a:lnTo>
                  <a:pt x="1354" y="1072"/>
                </a:lnTo>
                <a:lnTo>
                  <a:pt x="1354" y="1073"/>
                </a:lnTo>
                <a:lnTo>
                  <a:pt x="1353" y="1073"/>
                </a:lnTo>
                <a:lnTo>
                  <a:pt x="1353" y="1072"/>
                </a:lnTo>
                <a:lnTo>
                  <a:pt x="1352" y="1072"/>
                </a:lnTo>
                <a:lnTo>
                  <a:pt x="1351" y="1072"/>
                </a:lnTo>
                <a:lnTo>
                  <a:pt x="1350" y="1071"/>
                </a:lnTo>
                <a:lnTo>
                  <a:pt x="1349" y="1071"/>
                </a:lnTo>
                <a:lnTo>
                  <a:pt x="1348" y="1070"/>
                </a:lnTo>
                <a:lnTo>
                  <a:pt x="1348" y="1069"/>
                </a:lnTo>
                <a:lnTo>
                  <a:pt x="1347" y="1069"/>
                </a:lnTo>
                <a:lnTo>
                  <a:pt x="1346" y="1069"/>
                </a:lnTo>
                <a:lnTo>
                  <a:pt x="1346" y="1068"/>
                </a:lnTo>
                <a:lnTo>
                  <a:pt x="1345" y="1068"/>
                </a:lnTo>
                <a:lnTo>
                  <a:pt x="1345" y="1069"/>
                </a:lnTo>
                <a:lnTo>
                  <a:pt x="1345" y="1070"/>
                </a:lnTo>
                <a:lnTo>
                  <a:pt x="1346" y="1071"/>
                </a:lnTo>
                <a:lnTo>
                  <a:pt x="1347" y="1072"/>
                </a:lnTo>
                <a:lnTo>
                  <a:pt x="1347" y="1073"/>
                </a:lnTo>
                <a:lnTo>
                  <a:pt x="1348" y="1074"/>
                </a:lnTo>
                <a:lnTo>
                  <a:pt x="1348" y="1076"/>
                </a:lnTo>
                <a:lnTo>
                  <a:pt x="1349" y="1077"/>
                </a:lnTo>
                <a:lnTo>
                  <a:pt x="1348" y="1078"/>
                </a:lnTo>
                <a:lnTo>
                  <a:pt x="1348" y="1079"/>
                </a:lnTo>
                <a:lnTo>
                  <a:pt x="1347" y="1079"/>
                </a:lnTo>
                <a:lnTo>
                  <a:pt x="1346" y="1078"/>
                </a:lnTo>
                <a:lnTo>
                  <a:pt x="1345" y="1077"/>
                </a:lnTo>
                <a:lnTo>
                  <a:pt x="1344" y="1076"/>
                </a:lnTo>
                <a:lnTo>
                  <a:pt x="1343" y="1076"/>
                </a:lnTo>
                <a:lnTo>
                  <a:pt x="1342" y="1077"/>
                </a:lnTo>
                <a:lnTo>
                  <a:pt x="1341" y="1078"/>
                </a:lnTo>
                <a:lnTo>
                  <a:pt x="1341" y="1079"/>
                </a:lnTo>
                <a:lnTo>
                  <a:pt x="1341" y="1081"/>
                </a:lnTo>
                <a:lnTo>
                  <a:pt x="1341" y="1082"/>
                </a:lnTo>
                <a:lnTo>
                  <a:pt x="1341" y="1083"/>
                </a:lnTo>
                <a:lnTo>
                  <a:pt x="1341" y="1085"/>
                </a:lnTo>
                <a:lnTo>
                  <a:pt x="1341" y="1086"/>
                </a:lnTo>
                <a:lnTo>
                  <a:pt x="1341" y="1087"/>
                </a:lnTo>
                <a:lnTo>
                  <a:pt x="1340" y="1088"/>
                </a:lnTo>
                <a:lnTo>
                  <a:pt x="1341" y="1089"/>
                </a:lnTo>
                <a:lnTo>
                  <a:pt x="1341" y="1090"/>
                </a:lnTo>
                <a:lnTo>
                  <a:pt x="1342" y="1092"/>
                </a:lnTo>
                <a:lnTo>
                  <a:pt x="1341" y="1092"/>
                </a:lnTo>
                <a:lnTo>
                  <a:pt x="1339" y="1091"/>
                </a:lnTo>
                <a:lnTo>
                  <a:pt x="1338" y="1090"/>
                </a:lnTo>
                <a:lnTo>
                  <a:pt x="1337" y="1090"/>
                </a:lnTo>
                <a:lnTo>
                  <a:pt x="1337" y="1089"/>
                </a:lnTo>
                <a:lnTo>
                  <a:pt x="1336" y="1089"/>
                </a:lnTo>
                <a:lnTo>
                  <a:pt x="1335" y="1089"/>
                </a:lnTo>
                <a:lnTo>
                  <a:pt x="1335" y="1088"/>
                </a:lnTo>
                <a:lnTo>
                  <a:pt x="1334" y="1088"/>
                </a:lnTo>
                <a:lnTo>
                  <a:pt x="1333" y="1088"/>
                </a:lnTo>
                <a:lnTo>
                  <a:pt x="1334" y="1087"/>
                </a:lnTo>
                <a:lnTo>
                  <a:pt x="1333" y="1087"/>
                </a:lnTo>
                <a:lnTo>
                  <a:pt x="1332" y="1087"/>
                </a:lnTo>
                <a:lnTo>
                  <a:pt x="1332" y="1086"/>
                </a:lnTo>
                <a:lnTo>
                  <a:pt x="1331" y="1086"/>
                </a:lnTo>
                <a:lnTo>
                  <a:pt x="1331" y="1087"/>
                </a:lnTo>
                <a:lnTo>
                  <a:pt x="1330" y="1087"/>
                </a:lnTo>
                <a:lnTo>
                  <a:pt x="1330" y="1086"/>
                </a:lnTo>
                <a:lnTo>
                  <a:pt x="1331" y="1086"/>
                </a:lnTo>
                <a:lnTo>
                  <a:pt x="1330" y="1085"/>
                </a:lnTo>
                <a:lnTo>
                  <a:pt x="1329" y="1085"/>
                </a:lnTo>
                <a:lnTo>
                  <a:pt x="1329" y="1084"/>
                </a:lnTo>
                <a:lnTo>
                  <a:pt x="1328" y="1085"/>
                </a:lnTo>
                <a:lnTo>
                  <a:pt x="1328" y="1084"/>
                </a:lnTo>
                <a:lnTo>
                  <a:pt x="1327" y="1084"/>
                </a:lnTo>
                <a:lnTo>
                  <a:pt x="1326" y="1084"/>
                </a:lnTo>
                <a:lnTo>
                  <a:pt x="1326" y="1083"/>
                </a:lnTo>
                <a:lnTo>
                  <a:pt x="1327" y="1083"/>
                </a:lnTo>
                <a:lnTo>
                  <a:pt x="1327" y="1082"/>
                </a:lnTo>
                <a:lnTo>
                  <a:pt x="1326" y="1082"/>
                </a:lnTo>
                <a:lnTo>
                  <a:pt x="1325" y="1082"/>
                </a:lnTo>
                <a:lnTo>
                  <a:pt x="1325" y="1081"/>
                </a:lnTo>
                <a:lnTo>
                  <a:pt x="1326" y="1081"/>
                </a:lnTo>
                <a:lnTo>
                  <a:pt x="1326" y="1080"/>
                </a:lnTo>
                <a:lnTo>
                  <a:pt x="1325" y="1080"/>
                </a:lnTo>
                <a:lnTo>
                  <a:pt x="1324" y="1081"/>
                </a:lnTo>
                <a:lnTo>
                  <a:pt x="1324" y="1080"/>
                </a:lnTo>
                <a:lnTo>
                  <a:pt x="1325" y="1079"/>
                </a:lnTo>
                <a:lnTo>
                  <a:pt x="1325" y="1078"/>
                </a:lnTo>
                <a:lnTo>
                  <a:pt x="1324" y="1078"/>
                </a:lnTo>
                <a:lnTo>
                  <a:pt x="1323" y="1078"/>
                </a:lnTo>
                <a:lnTo>
                  <a:pt x="1322" y="1078"/>
                </a:lnTo>
                <a:lnTo>
                  <a:pt x="1322" y="1077"/>
                </a:lnTo>
                <a:lnTo>
                  <a:pt x="1323" y="1077"/>
                </a:lnTo>
                <a:lnTo>
                  <a:pt x="1323" y="1076"/>
                </a:lnTo>
                <a:lnTo>
                  <a:pt x="1322" y="1076"/>
                </a:lnTo>
                <a:lnTo>
                  <a:pt x="1322" y="1075"/>
                </a:lnTo>
                <a:lnTo>
                  <a:pt x="1323" y="1075"/>
                </a:lnTo>
                <a:lnTo>
                  <a:pt x="1324" y="1074"/>
                </a:lnTo>
                <a:lnTo>
                  <a:pt x="1323" y="1074"/>
                </a:lnTo>
                <a:lnTo>
                  <a:pt x="1323" y="1073"/>
                </a:lnTo>
                <a:lnTo>
                  <a:pt x="1322" y="1072"/>
                </a:lnTo>
                <a:lnTo>
                  <a:pt x="1322" y="1071"/>
                </a:lnTo>
                <a:lnTo>
                  <a:pt x="1321" y="1071"/>
                </a:lnTo>
                <a:lnTo>
                  <a:pt x="1321" y="1070"/>
                </a:lnTo>
                <a:lnTo>
                  <a:pt x="1320" y="1070"/>
                </a:lnTo>
                <a:lnTo>
                  <a:pt x="1320" y="1069"/>
                </a:lnTo>
                <a:lnTo>
                  <a:pt x="1319" y="1068"/>
                </a:lnTo>
                <a:lnTo>
                  <a:pt x="1318" y="1066"/>
                </a:lnTo>
                <a:lnTo>
                  <a:pt x="1318" y="1065"/>
                </a:lnTo>
                <a:lnTo>
                  <a:pt x="1318" y="1064"/>
                </a:lnTo>
                <a:lnTo>
                  <a:pt x="1317" y="1064"/>
                </a:lnTo>
                <a:lnTo>
                  <a:pt x="1317" y="1063"/>
                </a:lnTo>
                <a:lnTo>
                  <a:pt x="1316" y="1063"/>
                </a:lnTo>
                <a:lnTo>
                  <a:pt x="1316" y="1064"/>
                </a:lnTo>
                <a:lnTo>
                  <a:pt x="1316" y="1065"/>
                </a:lnTo>
                <a:lnTo>
                  <a:pt x="1315" y="1065"/>
                </a:lnTo>
                <a:lnTo>
                  <a:pt x="1315" y="1064"/>
                </a:lnTo>
                <a:lnTo>
                  <a:pt x="1314" y="1062"/>
                </a:lnTo>
                <a:lnTo>
                  <a:pt x="1314" y="1061"/>
                </a:lnTo>
                <a:lnTo>
                  <a:pt x="1313" y="1060"/>
                </a:lnTo>
                <a:lnTo>
                  <a:pt x="1313" y="1059"/>
                </a:lnTo>
                <a:lnTo>
                  <a:pt x="1312" y="1059"/>
                </a:lnTo>
                <a:lnTo>
                  <a:pt x="1311" y="1059"/>
                </a:lnTo>
                <a:lnTo>
                  <a:pt x="1311" y="1060"/>
                </a:lnTo>
                <a:lnTo>
                  <a:pt x="1310" y="1061"/>
                </a:lnTo>
                <a:lnTo>
                  <a:pt x="1309" y="1062"/>
                </a:lnTo>
                <a:lnTo>
                  <a:pt x="1309" y="1063"/>
                </a:lnTo>
                <a:lnTo>
                  <a:pt x="1309" y="1064"/>
                </a:lnTo>
                <a:lnTo>
                  <a:pt x="1308" y="1064"/>
                </a:lnTo>
                <a:lnTo>
                  <a:pt x="1307" y="1064"/>
                </a:lnTo>
                <a:lnTo>
                  <a:pt x="1307" y="1063"/>
                </a:lnTo>
                <a:lnTo>
                  <a:pt x="1308" y="1061"/>
                </a:lnTo>
                <a:lnTo>
                  <a:pt x="1309" y="1060"/>
                </a:lnTo>
                <a:lnTo>
                  <a:pt x="1309" y="1059"/>
                </a:lnTo>
                <a:lnTo>
                  <a:pt x="1309" y="1058"/>
                </a:lnTo>
                <a:lnTo>
                  <a:pt x="1310" y="1057"/>
                </a:lnTo>
                <a:lnTo>
                  <a:pt x="1310" y="1056"/>
                </a:lnTo>
                <a:lnTo>
                  <a:pt x="1310" y="1055"/>
                </a:lnTo>
                <a:lnTo>
                  <a:pt x="1309" y="1055"/>
                </a:lnTo>
                <a:lnTo>
                  <a:pt x="1309" y="1056"/>
                </a:lnTo>
                <a:lnTo>
                  <a:pt x="1308" y="1056"/>
                </a:lnTo>
                <a:lnTo>
                  <a:pt x="1307" y="1056"/>
                </a:lnTo>
                <a:lnTo>
                  <a:pt x="1306" y="1057"/>
                </a:lnTo>
                <a:lnTo>
                  <a:pt x="1305" y="1058"/>
                </a:lnTo>
                <a:lnTo>
                  <a:pt x="1303" y="1059"/>
                </a:lnTo>
                <a:lnTo>
                  <a:pt x="1302" y="1059"/>
                </a:lnTo>
                <a:lnTo>
                  <a:pt x="1302" y="1060"/>
                </a:lnTo>
                <a:lnTo>
                  <a:pt x="1301" y="1060"/>
                </a:lnTo>
                <a:lnTo>
                  <a:pt x="1301" y="1059"/>
                </a:lnTo>
                <a:lnTo>
                  <a:pt x="1300" y="1059"/>
                </a:lnTo>
                <a:lnTo>
                  <a:pt x="1299" y="1059"/>
                </a:lnTo>
                <a:lnTo>
                  <a:pt x="1298" y="1058"/>
                </a:lnTo>
                <a:lnTo>
                  <a:pt x="1297" y="1058"/>
                </a:lnTo>
                <a:lnTo>
                  <a:pt x="1296" y="1058"/>
                </a:lnTo>
                <a:lnTo>
                  <a:pt x="1295" y="1057"/>
                </a:lnTo>
                <a:lnTo>
                  <a:pt x="1294" y="1057"/>
                </a:lnTo>
                <a:lnTo>
                  <a:pt x="1293" y="1056"/>
                </a:lnTo>
                <a:lnTo>
                  <a:pt x="1292" y="1056"/>
                </a:lnTo>
                <a:lnTo>
                  <a:pt x="1292" y="1057"/>
                </a:lnTo>
                <a:lnTo>
                  <a:pt x="1292" y="1058"/>
                </a:lnTo>
                <a:lnTo>
                  <a:pt x="1291" y="1059"/>
                </a:lnTo>
                <a:lnTo>
                  <a:pt x="1290" y="1059"/>
                </a:lnTo>
                <a:lnTo>
                  <a:pt x="1289" y="1059"/>
                </a:lnTo>
                <a:lnTo>
                  <a:pt x="1289" y="1060"/>
                </a:lnTo>
                <a:lnTo>
                  <a:pt x="1289" y="1061"/>
                </a:lnTo>
                <a:lnTo>
                  <a:pt x="1289" y="1062"/>
                </a:lnTo>
                <a:lnTo>
                  <a:pt x="1288" y="1063"/>
                </a:lnTo>
                <a:lnTo>
                  <a:pt x="1288" y="1064"/>
                </a:lnTo>
                <a:lnTo>
                  <a:pt x="1288" y="1065"/>
                </a:lnTo>
                <a:lnTo>
                  <a:pt x="1288" y="1066"/>
                </a:lnTo>
                <a:lnTo>
                  <a:pt x="1288" y="1067"/>
                </a:lnTo>
                <a:lnTo>
                  <a:pt x="1288" y="1069"/>
                </a:lnTo>
                <a:lnTo>
                  <a:pt x="1287" y="1071"/>
                </a:lnTo>
                <a:lnTo>
                  <a:pt x="1287" y="1072"/>
                </a:lnTo>
                <a:lnTo>
                  <a:pt x="1287" y="1073"/>
                </a:lnTo>
                <a:lnTo>
                  <a:pt x="1287" y="1074"/>
                </a:lnTo>
                <a:lnTo>
                  <a:pt x="1286" y="1074"/>
                </a:lnTo>
                <a:lnTo>
                  <a:pt x="1285" y="1075"/>
                </a:lnTo>
                <a:lnTo>
                  <a:pt x="1286" y="1075"/>
                </a:lnTo>
                <a:lnTo>
                  <a:pt x="1286" y="1076"/>
                </a:lnTo>
                <a:lnTo>
                  <a:pt x="1285" y="1076"/>
                </a:lnTo>
                <a:lnTo>
                  <a:pt x="1285" y="1077"/>
                </a:lnTo>
                <a:lnTo>
                  <a:pt x="1285" y="1076"/>
                </a:lnTo>
                <a:lnTo>
                  <a:pt x="1284" y="1076"/>
                </a:lnTo>
                <a:lnTo>
                  <a:pt x="1283" y="1076"/>
                </a:lnTo>
                <a:lnTo>
                  <a:pt x="1283" y="1075"/>
                </a:lnTo>
                <a:lnTo>
                  <a:pt x="1283" y="1074"/>
                </a:lnTo>
                <a:lnTo>
                  <a:pt x="1283" y="1073"/>
                </a:lnTo>
                <a:lnTo>
                  <a:pt x="1282" y="1073"/>
                </a:lnTo>
                <a:lnTo>
                  <a:pt x="1281" y="1073"/>
                </a:lnTo>
                <a:lnTo>
                  <a:pt x="1280" y="1073"/>
                </a:lnTo>
                <a:lnTo>
                  <a:pt x="1279" y="1073"/>
                </a:lnTo>
                <a:lnTo>
                  <a:pt x="1279" y="1072"/>
                </a:lnTo>
                <a:lnTo>
                  <a:pt x="1278" y="1072"/>
                </a:lnTo>
                <a:lnTo>
                  <a:pt x="1277" y="1072"/>
                </a:lnTo>
                <a:lnTo>
                  <a:pt x="1276" y="1072"/>
                </a:lnTo>
                <a:lnTo>
                  <a:pt x="1275" y="1072"/>
                </a:lnTo>
                <a:lnTo>
                  <a:pt x="1275" y="1071"/>
                </a:lnTo>
                <a:lnTo>
                  <a:pt x="1274" y="1071"/>
                </a:lnTo>
                <a:lnTo>
                  <a:pt x="1273" y="1070"/>
                </a:lnTo>
                <a:lnTo>
                  <a:pt x="1272" y="1069"/>
                </a:lnTo>
                <a:lnTo>
                  <a:pt x="1272" y="1068"/>
                </a:lnTo>
                <a:lnTo>
                  <a:pt x="1271" y="1067"/>
                </a:lnTo>
                <a:lnTo>
                  <a:pt x="1271" y="1066"/>
                </a:lnTo>
                <a:lnTo>
                  <a:pt x="1270" y="1066"/>
                </a:lnTo>
                <a:lnTo>
                  <a:pt x="1271" y="1064"/>
                </a:lnTo>
                <a:lnTo>
                  <a:pt x="1272" y="1064"/>
                </a:lnTo>
                <a:lnTo>
                  <a:pt x="1272" y="1063"/>
                </a:lnTo>
                <a:lnTo>
                  <a:pt x="1272" y="1062"/>
                </a:lnTo>
                <a:lnTo>
                  <a:pt x="1273" y="1062"/>
                </a:lnTo>
                <a:lnTo>
                  <a:pt x="1274" y="1062"/>
                </a:lnTo>
                <a:lnTo>
                  <a:pt x="1274" y="1061"/>
                </a:lnTo>
                <a:lnTo>
                  <a:pt x="1274" y="1060"/>
                </a:lnTo>
                <a:lnTo>
                  <a:pt x="1275" y="1059"/>
                </a:lnTo>
                <a:lnTo>
                  <a:pt x="1276" y="1060"/>
                </a:lnTo>
                <a:lnTo>
                  <a:pt x="1276" y="1059"/>
                </a:lnTo>
                <a:lnTo>
                  <a:pt x="1277" y="1059"/>
                </a:lnTo>
                <a:lnTo>
                  <a:pt x="1277" y="1058"/>
                </a:lnTo>
                <a:lnTo>
                  <a:pt x="1277" y="1057"/>
                </a:lnTo>
                <a:lnTo>
                  <a:pt x="1276" y="1057"/>
                </a:lnTo>
                <a:lnTo>
                  <a:pt x="1276" y="1056"/>
                </a:lnTo>
                <a:lnTo>
                  <a:pt x="1277" y="1055"/>
                </a:lnTo>
                <a:lnTo>
                  <a:pt x="1276" y="1054"/>
                </a:lnTo>
                <a:lnTo>
                  <a:pt x="1276" y="1053"/>
                </a:lnTo>
                <a:lnTo>
                  <a:pt x="1276" y="1052"/>
                </a:lnTo>
                <a:lnTo>
                  <a:pt x="1275" y="1049"/>
                </a:lnTo>
                <a:lnTo>
                  <a:pt x="1275" y="1048"/>
                </a:lnTo>
                <a:lnTo>
                  <a:pt x="1275" y="1047"/>
                </a:lnTo>
                <a:lnTo>
                  <a:pt x="1274" y="1046"/>
                </a:lnTo>
                <a:lnTo>
                  <a:pt x="1275" y="1045"/>
                </a:lnTo>
                <a:lnTo>
                  <a:pt x="1275" y="1044"/>
                </a:lnTo>
                <a:lnTo>
                  <a:pt x="1275" y="1043"/>
                </a:lnTo>
                <a:lnTo>
                  <a:pt x="1275" y="1042"/>
                </a:lnTo>
                <a:lnTo>
                  <a:pt x="1275" y="1041"/>
                </a:lnTo>
                <a:lnTo>
                  <a:pt x="1275" y="1040"/>
                </a:lnTo>
                <a:lnTo>
                  <a:pt x="1274" y="1039"/>
                </a:lnTo>
                <a:lnTo>
                  <a:pt x="1274" y="1038"/>
                </a:lnTo>
                <a:lnTo>
                  <a:pt x="1274" y="1037"/>
                </a:lnTo>
                <a:lnTo>
                  <a:pt x="1274" y="1036"/>
                </a:lnTo>
                <a:lnTo>
                  <a:pt x="1273" y="1036"/>
                </a:lnTo>
                <a:lnTo>
                  <a:pt x="1272" y="1036"/>
                </a:lnTo>
                <a:lnTo>
                  <a:pt x="1271" y="1035"/>
                </a:lnTo>
                <a:lnTo>
                  <a:pt x="1271" y="1034"/>
                </a:lnTo>
                <a:lnTo>
                  <a:pt x="1271" y="1033"/>
                </a:lnTo>
                <a:lnTo>
                  <a:pt x="1270" y="1032"/>
                </a:lnTo>
                <a:lnTo>
                  <a:pt x="1269" y="1032"/>
                </a:lnTo>
                <a:lnTo>
                  <a:pt x="1269" y="1031"/>
                </a:lnTo>
                <a:lnTo>
                  <a:pt x="1268" y="1031"/>
                </a:lnTo>
                <a:lnTo>
                  <a:pt x="1268" y="1032"/>
                </a:lnTo>
                <a:lnTo>
                  <a:pt x="1267" y="1031"/>
                </a:lnTo>
                <a:lnTo>
                  <a:pt x="1266" y="1031"/>
                </a:lnTo>
                <a:lnTo>
                  <a:pt x="1265" y="1031"/>
                </a:lnTo>
                <a:lnTo>
                  <a:pt x="1264" y="1031"/>
                </a:lnTo>
                <a:lnTo>
                  <a:pt x="1264" y="1030"/>
                </a:lnTo>
                <a:lnTo>
                  <a:pt x="1265" y="1030"/>
                </a:lnTo>
                <a:lnTo>
                  <a:pt x="1265" y="1029"/>
                </a:lnTo>
                <a:lnTo>
                  <a:pt x="1266" y="1028"/>
                </a:lnTo>
                <a:lnTo>
                  <a:pt x="1266" y="1027"/>
                </a:lnTo>
                <a:lnTo>
                  <a:pt x="1266" y="1026"/>
                </a:lnTo>
                <a:lnTo>
                  <a:pt x="1265" y="1026"/>
                </a:lnTo>
                <a:lnTo>
                  <a:pt x="1264" y="1026"/>
                </a:lnTo>
                <a:lnTo>
                  <a:pt x="1263" y="1025"/>
                </a:lnTo>
                <a:lnTo>
                  <a:pt x="1262" y="1025"/>
                </a:lnTo>
                <a:lnTo>
                  <a:pt x="1262" y="1024"/>
                </a:lnTo>
                <a:lnTo>
                  <a:pt x="1261" y="1024"/>
                </a:lnTo>
                <a:lnTo>
                  <a:pt x="1260" y="1024"/>
                </a:lnTo>
                <a:lnTo>
                  <a:pt x="1259" y="1024"/>
                </a:lnTo>
                <a:lnTo>
                  <a:pt x="1258" y="1024"/>
                </a:lnTo>
                <a:lnTo>
                  <a:pt x="1257" y="1024"/>
                </a:lnTo>
                <a:lnTo>
                  <a:pt x="1256" y="1023"/>
                </a:lnTo>
                <a:lnTo>
                  <a:pt x="1256" y="1022"/>
                </a:lnTo>
                <a:lnTo>
                  <a:pt x="1255" y="1022"/>
                </a:lnTo>
                <a:lnTo>
                  <a:pt x="1256" y="1021"/>
                </a:lnTo>
                <a:lnTo>
                  <a:pt x="1255" y="1020"/>
                </a:lnTo>
                <a:lnTo>
                  <a:pt x="1255" y="1018"/>
                </a:lnTo>
                <a:lnTo>
                  <a:pt x="1255" y="1017"/>
                </a:lnTo>
                <a:lnTo>
                  <a:pt x="1255" y="1016"/>
                </a:lnTo>
                <a:lnTo>
                  <a:pt x="1254" y="1016"/>
                </a:lnTo>
                <a:lnTo>
                  <a:pt x="1254" y="1015"/>
                </a:lnTo>
                <a:lnTo>
                  <a:pt x="1253" y="1014"/>
                </a:lnTo>
                <a:lnTo>
                  <a:pt x="1252" y="1014"/>
                </a:lnTo>
                <a:lnTo>
                  <a:pt x="1252" y="1013"/>
                </a:lnTo>
                <a:lnTo>
                  <a:pt x="1251" y="1012"/>
                </a:lnTo>
                <a:lnTo>
                  <a:pt x="1250" y="1012"/>
                </a:lnTo>
                <a:lnTo>
                  <a:pt x="1250" y="1011"/>
                </a:lnTo>
                <a:lnTo>
                  <a:pt x="1250" y="1009"/>
                </a:lnTo>
                <a:lnTo>
                  <a:pt x="1250" y="1008"/>
                </a:lnTo>
                <a:lnTo>
                  <a:pt x="1250" y="1007"/>
                </a:lnTo>
                <a:lnTo>
                  <a:pt x="1249" y="1007"/>
                </a:lnTo>
                <a:lnTo>
                  <a:pt x="1248" y="1007"/>
                </a:lnTo>
                <a:lnTo>
                  <a:pt x="1247" y="1007"/>
                </a:lnTo>
                <a:lnTo>
                  <a:pt x="1247" y="1008"/>
                </a:lnTo>
                <a:lnTo>
                  <a:pt x="1247" y="1009"/>
                </a:lnTo>
                <a:lnTo>
                  <a:pt x="1247" y="1010"/>
                </a:lnTo>
                <a:lnTo>
                  <a:pt x="1247" y="1011"/>
                </a:lnTo>
                <a:lnTo>
                  <a:pt x="1247" y="1013"/>
                </a:lnTo>
                <a:lnTo>
                  <a:pt x="1246" y="1014"/>
                </a:lnTo>
                <a:lnTo>
                  <a:pt x="1246" y="1015"/>
                </a:lnTo>
                <a:lnTo>
                  <a:pt x="1246" y="1016"/>
                </a:lnTo>
                <a:lnTo>
                  <a:pt x="1245" y="1016"/>
                </a:lnTo>
                <a:lnTo>
                  <a:pt x="1245" y="1017"/>
                </a:lnTo>
                <a:lnTo>
                  <a:pt x="1245" y="1018"/>
                </a:lnTo>
                <a:lnTo>
                  <a:pt x="1245" y="1019"/>
                </a:lnTo>
                <a:lnTo>
                  <a:pt x="1244" y="1019"/>
                </a:lnTo>
                <a:lnTo>
                  <a:pt x="1244" y="1020"/>
                </a:lnTo>
                <a:lnTo>
                  <a:pt x="1243" y="1020"/>
                </a:lnTo>
                <a:lnTo>
                  <a:pt x="1244" y="1020"/>
                </a:lnTo>
                <a:lnTo>
                  <a:pt x="1244" y="1021"/>
                </a:lnTo>
                <a:lnTo>
                  <a:pt x="1243" y="1022"/>
                </a:lnTo>
                <a:lnTo>
                  <a:pt x="1243" y="1023"/>
                </a:lnTo>
                <a:lnTo>
                  <a:pt x="1242" y="1023"/>
                </a:lnTo>
                <a:lnTo>
                  <a:pt x="1241" y="1023"/>
                </a:lnTo>
                <a:lnTo>
                  <a:pt x="1241" y="1022"/>
                </a:lnTo>
                <a:lnTo>
                  <a:pt x="1241" y="1021"/>
                </a:lnTo>
                <a:lnTo>
                  <a:pt x="1240" y="1021"/>
                </a:lnTo>
                <a:lnTo>
                  <a:pt x="1240" y="1022"/>
                </a:lnTo>
                <a:lnTo>
                  <a:pt x="1239" y="1022"/>
                </a:lnTo>
                <a:lnTo>
                  <a:pt x="1238" y="1023"/>
                </a:lnTo>
                <a:lnTo>
                  <a:pt x="1237" y="1023"/>
                </a:lnTo>
                <a:lnTo>
                  <a:pt x="1236" y="1022"/>
                </a:lnTo>
                <a:lnTo>
                  <a:pt x="1235" y="1020"/>
                </a:lnTo>
                <a:lnTo>
                  <a:pt x="1234" y="1020"/>
                </a:lnTo>
                <a:lnTo>
                  <a:pt x="1234" y="1021"/>
                </a:lnTo>
                <a:lnTo>
                  <a:pt x="1233" y="1021"/>
                </a:lnTo>
                <a:lnTo>
                  <a:pt x="1232" y="1022"/>
                </a:lnTo>
                <a:lnTo>
                  <a:pt x="1232" y="1023"/>
                </a:lnTo>
                <a:lnTo>
                  <a:pt x="1232" y="1024"/>
                </a:lnTo>
                <a:lnTo>
                  <a:pt x="1231" y="1025"/>
                </a:lnTo>
                <a:lnTo>
                  <a:pt x="1232" y="1025"/>
                </a:lnTo>
                <a:lnTo>
                  <a:pt x="1233" y="1025"/>
                </a:lnTo>
                <a:lnTo>
                  <a:pt x="1233" y="1026"/>
                </a:lnTo>
                <a:lnTo>
                  <a:pt x="1234" y="1026"/>
                </a:lnTo>
                <a:lnTo>
                  <a:pt x="1233" y="1026"/>
                </a:lnTo>
                <a:lnTo>
                  <a:pt x="1233" y="1027"/>
                </a:lnTo>
                <a:lnTo>
                  <a:pt x="1234" y="1027"/>
                </a:lnTo>
                <a:lnTo>
                  <a:pt x="1234" y="1028"/>
                </a:lnTo>
                <a:lnTo>
                  <a:pt x="1234" y="1029"/>
                </a:lnTo>
                <a:lnTo>
                  <a:pt x="1234" y="1030"/>
                </a:lnTo>
                <a:lnTo>
                  <a:pt x="1234" y="1031"/>
                </a:lnTo>
                <a:lnTo>
                  <a:pt x="1235" y="1031"/>
                </a:lnTo>
                <a:lnTo>
                  <a:pt x="1234" y="1032"/>
                </a:lnTo>
                <a:lnTo>
                  <a:pt x="1234" y="1033"/>
                </a:lnTo>
                <a:lnTo>
                  <a:pt x="1234" y="1034"/>
                </a:lnTo>
                <a:lnTo>
                  <a:pt x="1234" y="1035"/>
                </a:lnTo>
                <a:lnTo>
                  <a:pt x="1233" y="1035"/>
                </a:lnTo>
                <a:lnTo>
                  <a:pt x="1233" y="1036"/>
                </a:lnTo>
                <a:lnTo>
                  <a:pt x="1232" y="1037"/>
                </a:lnTo>
                <a:lnTo>
                  <a:pt x="1232" y="1038"/>
                </a:lnTo>
                <a:lnTo>
                  <a:pt x="1232" y="1039"/>
                </a:lnTo>
                <a:lnTo>
                  <a:pt x="1231" y="1040"/>
                </a:lnTo>
                <a:lnTo>
                  <a:pt x="1231" y="1041"/>
                </a:lnTo>
                <a:lnTo>
                  <a:pt x="1231" y="1042"/>
                </a:lnTo>
                <a:lnTo>
                  <a:pt x="1231" y="1043"/>
                </a:lnTo>
                <a:lnTo>
                  <a:pt x="1231" y="1044"/>
                </a:lnTo>
                <a:lnTo>
                  <a:pt x="1231" y="1045"/>
                </a:lnTo>
                <a:lnTo>
                  <a:pt x="1230" y="1045"/>
                </a:lnTo>
                <a:lnTo>
                  <a:pt x="1230" y="1046"/>
                </a:lnTo>
                <a:lnTo>
                  <a:pt x="1231" y="1046"/>
                </a:lnTo>
                <a:lnTo>
                  <a:pt x="1231" y="1047"/>
                </a:lnTo>
                <a:lnTo>
                  <a:pt x="1230" y="1049"/>
                </a:lnTo>
                <a:lnTo>
                  <a:pt x="1229" y="1050"/>
                </a:lnTo>
                <a:lnTo>
                  <a:pt x="1228" y="1051"/>
                </a:lnTo>
                <a:lnTo>
                  <a:pt x="1227" y="1051"/>
                </a:lnTo>
                <a:lnTo>
                  <a:pt x="1227" y="1052"/>
                </a:lnTo>
                <a:lnTo>
                  <a:pt x="1227" y="1053"/>
                </a:lnTo>
                <a:lnTo>
                  <a:pt x="1227" y="1054"/>
                </a:lnTo>
                <a:lnTo>
                  <a:pt x="1227" y="1055"/>
                </a:lnTo>
                <a:lnTo>
                  <a:pt x="1226" y="1055"/>
                </a:lnTo>
                <a:lnTo>
                  <a:pt x="1225" y="1055"/>
                </a:lnTo>
                <a:lnTo>
                  <a:pt x="1224" y="1054"/>
                </a:lnTo>
                <a:lnTo>
                  <a:pt x="1224" y="1052"/>
                </a:lnTo>
                <a:lnTo>
                  <a:pt x="1224" y="1050"/>
                </a:lnTo>
                <a:lnTo>
                  <a:pt x="1223" y="1050"/>
                </a:lnTo>
                <a:lnTo>
                  <a:pt x="1223" y="1049"/>
                </a:lnTo>
                <a:lnTo>
                  <a:pt x="1222" y="1048"/>
                </a:lnTo>
                <a:lnTo>
                  <a:pt x="1220" y="1048"/>
                </a:lnTo>
                <a:lnTo>
                  <a:pt x="1220" y="1049"/>
                </a:lnTo>
                <a:lnTo>
                  <a:pt x="1219" y="1049"/>
                </a:lnTo>
                <a:lnTo>
                  <a:pt x="1219" y="1048"/>
                </a:lnTo>
                <a:lnTo>
                  <a:pt x="1218" y="1047"/>
                </a:lnTo>
                <a:lnTo>
                  <a:pt x="1218" y="1046"/>
                </a:lnTo>
                <a:lnTo>
                  <a:pt x="1217" y="1047"/>
                </a:lnTo>
                <a:lnTo>
                  <a:pt x="1217" y="1048"/>
                </a:lnTo>
                <a:lnTo>
                  <a:pt x="1216" y="1048"/>
                </a:lnTo>
                <a:lnTo>
                  <a:pt x="1216" y="1047"/>
                </a:lnTo>
                <a:lnTo>
                  <a:pt x="1215" y="1046"/>
                </a:lnTo>
                <a:lnTo>
                  <a:pt x="1216" y="1045"/>
                </a:lnTo>
                <a:lnTo>
                  <a:pt x="1215" y="1045"/>
                </a:lnTo>
                <a:lnTo>
                  <a:pt x="1215" y="1044"/>
                </a:lnTo>
                <a:lnTo>
                  <a:pt x="1213" y="1046"/>
                </a:lnTo>
                <a:lnTo>
                  <a:pt x="1212" y="1045"/>
                </a:lnTo>
                <a:lnTo>
                  <a:pt x="1212" y="1046"/>
                </a:lnTo>
                <a:lnTo>
                  <a:pt x="1211" y="1046"/>
                </a:lnTo>
                <a:lnTo>
                  <a:pt x="1210" y="1046"/>
                </a:lnTo>
                <a:lnTo>
                  <a:pt x="1210" y="1045"/>
                </a:lnTo>
                <a:lnTo>
                  <a:pt x="1209" y="1045"/>
                </a:lnTo>
                <a:lnTo>
                  <a:pt x="1209" y="1044"/>
                </a:lnTo>
                <a:lnTo>
                  <a:pt x="1208" y="1044"/>
                </a:lnTo>
                <a:lnTo>
                  <a:pt x="1209" y="1043"/>
                </a:lnTo>
                <a:lnTo>
                  <a:pt x="1209" y="1042"/>
                </a:lnTo>
                <a:lnTo>
                  <a:pt x="1208" y="1041"/>
                </a:lnTo>
                <a:lnTo>
                  <a:pt x="1207" y="1041"/>
                </a:lnTo>
                <a:lnTo>
                  <a:pt x="1207" y="1040"/>
                </a:lnTo>
                <a:lnTo>
                  <a:pt x="1206" y="1038"/>
                </a:lnTo>
                <a:lnTo>
                  <a:pt x="1206" y="1037"/>
                </a:lnTo>
                <a:lnTo>
                  <a:pt x="1205" y="1037"/>
                </a:lnTo>
                <a:lnTo>
                  <a:pt x="1205" y="1036"/>
                </a:lnTo>
                <a:lnTo>
                  <a:pt x="1204" y="1036"/>
                </a:lnTo>
                <a:lnTo>
                  <a:pt x="1203" y="1036"/>
                </a:lnTo>
                <a:lnTo>
                  <a:pt x="1203" y="1035"/>
                </a:lnTo>
                <a:lnTo>
                  <a:pt x="1202" y="1035"/>
                </a:lnTo>
                <a:lnTo>
                  <a:pt x="1201" y="1035"/>
                </a:lnTo>
                <a:lnTo>
                  <a:pt x="1200" y="1035"/>
                </a:lnTo>
                <a:lnTo>
                  <a:pt x="1199" y="1035"/>
                </a:lnTo>
                <a:lnTo>
                  <a:pt x="1198" y="1034"/>
                </a:lnTo>
                <a:lnTo>
                  <a:pt x="1197" y="1034"/>
                </a:lnTo>
                <a:lnTo>
                  <a:pt x="1197" y="1035"/>
                </a:lnTo>
                <a:lnTo>
                  <a:pt x="1197" y="1034"/>
                </a:lnTo>
                <a:lnTo>
                  <a:pt x="1195" y="1033"/>
                </a:lnTo>
                <a:lnTo>
                  <a:pt x="1194" y="1033"/>
                </a:lnTo>
                <a:lnTo>
                  <a:pt x="1193" y="1033"/>
                </a:lnTo>
                <a:lnTo>
                  <a:pt x="1192" y="1033"/>
                </a:lnTo>
                <a:lnTo>
                  <a:pt x="1192" y="1032"/>
                </a:lnTo>
                <a:lnTo>
                  <a:pt x="1191" y="1031"/>
                </a:lnTo>
                <a:lnTo>
                  <a:pt x="1190" y="1030"/>
                </a:lnTo>
                <a:lnTo>
                  <a:pt x="1189" y="1030"/>
                </a:lnTo>
                <a:lnTo>
                  <a:pt x="1187" y="1028"/>
                </a:lnTo>
                <a:lnTo>
                  <a:pt x="1186" y="1028"/>
                </a:lnTo>
                <a:lnTo>
                  <a:pt x="1184" y="1026"/>
                </a:lnTo>
                <a:lnTo>
                  <a:pt x="1183" y="1026"/>
                </a:lnTo>
                <a:lnTo>
                  <a:pt x="1182" y="1027"/>
                </a:lnTo>
                <a:lnTo>
                  <a:pt x="1181" y="1027"/>
                </a:lnTo>
                <a:lnTo>
                  <a:pt x="1181" y="1028"/>
                </a:lnTo>
                <a:lnTo>
                  <a:pt x="1180" y="1028"/>
                </a:lnTo>
                <a:lnTo>
                  <a:pt x="1179" y="1028"/>
                </a:lnTo>
                <a:lnTo>
                  <a:pt x="1179" y="1027"/>
                </a:lnTo>
                <a:lnTo>
                  <a:pt x="1178" y="1027"/>
                </a:lnTo>
                <a:lnTo>
                  <a:pt x="1177" y="1027"/>
                </a:lnTo>
                <a:lnTo>
                  <a:pt x="1177" y="1028"/>
                </a:lnTo>
                <a:lnTo>
                  <a:pt x="1177" y="1029"/>
                </a:lnTo>
                <a:lnTo>
                  <a:pt x="1174" y="1029"/>
                </a:lnTo>
                <a:lnTo>
                  <a:pt x="1174" y="1028"/>
                </a:lnTo>
                <a:lnTo>
                  <a:pt x="1173" y="1028"/>
                </a:lnTo>
                <a:lnTo>
                  <a:pt x="1172" y="1028"/>
                </a:lnTo>
                <a:lnTo>
                  <a:pt x="1171" y="1028"/>
                </a:lnTo>
                <a:lnTo>
                  <a:pt x="1170" y="1028"/>
                </a:lnTo>
                <a:lnTo>
                  <a:pt x="1169" y="1029"/>
                </a:lnTo>
                <a:lnTo>
                  <a:pt x="1169" y="1028"/>
                </a:lnTo>
                <a:lnTo>
                  <a:pt x="1169" y="1027"/>
                </a:lnTo>
                <a:lnTo>
                  <a:pt x="1169" y="1026"/>
                </a:lnTo>
                <a:lnTo>
                  <a:pt x="1169" y="1025"/>
                </a:lnTo>
                <a:lnTo>
                  <a:pt x="1168" y="1025"/>
                </a:lnTo>
                <a:lnTo>
                  <a:pt x="1168" y="1024"/>
                </a:lnTo>
                <a:lnTo>
                  <a:pt x="1168" y="1023"/>
                </a:lnTo>
                <a:lnTo>
                  <a:pt x="1167" y="1022"/>
                </a:lnTo>
                <a:lnTo>
                  <a:pt x="1167" y="1021"/>
                </a:lnTo>
                <a:lnTo>
                  <a:pt x="1167" y="1020"/>
                </a:lnTo>
                <a:lnTo>
                  <a:pt x="1167" y="1019"/>
                </a:lnTo>
                <a:lnTo>
                  <a:pt x="1167" y="1018"/>
                </a:lnTo>
                <a:lnTo>
                  <a:pt x="1168" y="1018"/>
                </a:lnTo>
                <a:lnTo>
                  <a:pt x="1168" y="1017"/>
                </a:lnTo>
                <a:lnTo>
                  <a:pt x="1167" y="1017"/>
                </a:lnTo>
                <a:lnTo>
                  <a:pt x="1166" y="1017"/>
                </a:lnTo>
                <a:lnTo>
                  <a:pt x="1166" y="1016"/>
                </a:lnTo>
                <a:lnTo>
                  <a:pt x="1166" y="1015"/>
                </a:lnTo>
                <a:lnTo>
                  <a:pt x="1165" y="1015"/>
                </a:lnTo>
                <a:lnTo>
                  <a:pt x="1165" y="1014"/>
                </a:lnTo>
                <a:lnTo>
                  <a:pt x="1166" y="1013"/>
                </a:lnTo>
                <a:lnTo>
                  <a:pt x="1166" y="1012"/>
                </a:lnTo>
                <a:lnTo>
                  <a:pt x="1165" y="1011"/>
                </a:lnTo>
                <a:lnTo>
                  <a:pt x="1164" y="1011"/>
                </a:lnTo>
                <a:lnTo>
                  <a:pt x="1164" y="1010"/>
                </a:lnTo>
                <a:lnTo>
                  <a:pt x="1164" y="1009"/>
                </a:lnTo>
                <a:lnTo>
                  <a:pt x="1163" y="1008"/>
                </a:lnTo>
                <a:lnTo>
                  <a:pt x="1163" y="1007"/>
                </a:lnTo>
                <a:lnTo>
                  <a:pt x="1163" y="1006"/>
                </a:lnTo>
                <a:lnTo>
                  <a:pt x="1162" y="1004"/>
                </a:lnTo>
                <a:lnTo>
                  <a:pt x="1161" y="1004"/>
                </a:lnTo>
                <a:lnTo>
                  <a:pt x="1160" y="1003"/>
                </a:lnTo>
                <a:lnTo>
                  <a:pt x="1159" y="1003"/>
                </a:lnTo>
                <a:lnTo>
                  <a:pt x="1157" y="1002"/>
                </a:lnTo>
                <a:lnTo>
                  <a:pt x="1156" y="1002"/>
                </a:lnTo>
                <a:lnTo>
                  <a:pt x="1154" y="1001"/>
                </a:lnTo>
                <a:lnTo>
                  <a:pt x="1154" y="1002"/>
                </a:lnTo>
                <a:lnTo>
                  <a:pt x="1153" y="1002"/>
                </a:lnTo>
                <a:lnTo>
                  <a:pt x="1153" y="1001"/>
                </a:lnTo>
                <a:lnTo>
                  <a:pt x="1152" y="1001"/>
                </a:lnTo>
                <a:lnTo>
                  <a:pt x="1152" y="1000"/>
                </a:lnTo>
                <a:lnTo>
                  <a:pt x="1152" y="999"/>
                </a:lnTo>
                <a:lnTo>
                  <a:pt x="1151" y="999"/>
                </a:lnTo>
                <a:lnTo>
                  <a:pt x="1151" y="1000"/>
                </a:lnTo>
                <a:lnTo>
                  <a:pt x="1150" y="1000"/>
                </a:lnTo>
                <a:lnTo>
                  <a:pt x="1150" y="999"/>
                </a:lnTo>
                <a:lnTo>
                  <a:pt x="1149" y="999"/>
                </a:lnTo>
                <a:lnTo>
                  <a:pt x="1149" y="997"/>
                </a:lnTo>
                <a:lnTo>
                  <a:pt x="1148" y="997"/>
                </a:lnTo>
                <a:lnTo>
                  <a:pt x="1147" y="997"/>
                </a:lnTo>
                <a:lnTo>
                  <a:pt x="1146" y="997"/>
                </a:lnTo>
                <a:lnTo>
                  <a:pt x="1146" y="996"/>
                </a:lnTo>
                <a:lnTo>
                  <a:pt x="1145" y="996"/>
                </a:lnTo>
                <a:lnTo>
                  <a:pt x="1146" y="995"/>
                </a:lnTo>
                <a:lnTo>
                  <a:pt x="1145" y="995"/>
                </a:lnTo>
                <a:lnTo>
                  <a:pt x="1144" y="996"/>
                </a:lnTo>
                <a:lnTo>
                  <a:pt x="1143" y="996"/>
                </a:lnTo>
                <a:lnTo>
                  <a:pt x="1143" y="995"/>
                </a:lnTo>
                <a:lnTo>
                  <a:pt x="1142" y="995"/>
                </a:lnTo>
                <a:lnTo>
                  <a:pt x="1142" y="994"/>
                </a:lnTo>
                <a:lnTo>
                  <a:pt x="1141" y="994"/>
                </a:lnTo>
                <a:lnTo>
                  <a:pt x="1140" y="995"/>
                </a:lnTo>
                <a:lnTo>
                  <a:pt x="1140" y="996"/>
                </a:lnTo>
                <a:lnTo>
                  <a:pt x="1138" y="996"/>
                </a:lnTo>
                <a:lnTo>
                  <a:pt x="1138" y="995"/>
                </a:lnTo>
                <a:lnTo>
                  <a:pt x="1137" y="994"/>
                </a:lnTo>
                <a:lnTo>
                  <a:pt x="1136" y="994"/>
                </a:lnTo>
                <a:lnTo>
                  <a:pt x="1135" y="993"/>
                </a:lnTo>
                <a:lnTo>
                  <a:pt x="1134" y="993"/>
                </a:lnTo>
                <a:lnTo>
                  <a:pt x="1134" y="992"/>
                </a:lnTo>
                <a:lnTo>
                  <a:pt x="1134" y="991"/>
                </a:lnTo>
                <a:lnTo>
                  <a:pt x="1134" y="990"/>
                </a:lnTo>
                <a:lnTo>
                  <a:pt x="1133" y="990"/>
                </a:lnTo>
                <a:lnTo>
                  <a:pt x="1132" y="990"/>
                </a:lnTo>
                <a:lnTo>
                  <a:pt x="1131" y="990"/>
                </a:lnTo>
                <a:lnTo>
                  <a:pt x="1130" y="990"/>
                </a:lnTo>
                <a:lnTo>
                  <a:pt x="1128" y="989"/>
                </a:lnTo>
                <a:lnTo>
                  <a:pt x="1127" y="989"/>
                </a:lnTo>
                <a:lnTo>
                  <a:pt x="1126" y="988"/>
                </a:lnTo>
                <a:lnTo>
                  <a:pt x="1126" y="987"/>
                </a:lnTo>
                <a:lnTo>
                  <a:pt x="1125" y="987"/>
                </a:lnTo>
                <a:lnTo>
                  <a:pt x="1125" y="986"/>
                </a:lnTo>
                <a:lnTo>
                  <a:pt x="1124" y="986"/>
                </a:lnTo>
                <a:lnTo>
                  <a:pt x="1123" y="986"/>
                </a:lnTo>
                <a:lnTo>
                  <a:pt x="1123" y="985"/>
                </a:lnTo>
                <a:lnTo>
                  <a:pt x="1122" y="984"/>
                </a:lnTo>
                <a:lnTo>
                  <a:pt x="1121" y="984"/>
                </a:lnTo>
                <a:lnTo>
                  <a:pt x="1120" y="983"/>
                </a:lnTo>
                <a:lnTo>
                  <a:pt x="1119" y="982"/>
                </a:lnTo>
                <a:lnTo>
                  <a:pt x="1119" y="981"/>
                </a:lnTo>
                <a:lnTo>
                  <a:pt x="1118" y="981"/>
                </a:lnTo>
                <a:lnTo>
                  <a:pt x="1118" y="979"/>
                </a:lnTo>
                <a:lnTo>
                  <a:pt x="1118" y="977"/>
                </a:lnTo>
                <a:lnTo>
                  <a:pt x="1118" y="976"/>
                </a:lnTo>
                <a:lnTo>
                  <a:pt x="1117" y="976"/>
                </a:lnTo>
                <a:lnTo>
                  <a:pt x="1116" y="976"/>
                </a:lnTo>
                <a:lnTo>
                  <a:pt x="1116" y="975"/>
                </a:lnTo>
                <a:lnTo>
                  <a:pt x="1115" y="975"/>
                </a:lnTo>
                <a:lnTo>
                  <a:pt x="1115" y="973"/>
                </a:lnTo>
                <a:lnTo>
                  <a:pt x="1115" y="971"/>
                </a:lnTo>
                <a:lnTo>
                  <a:pt x="1116" y="970"/>
                </a:lnTo>
                <a:lnTo>
                  <a:pt x="1116" y="969"/>
                </a:lnTo>
                <a:lnTo>
                  <a:pt x="1116" y="968"/>
                </a:lnTo>
                <a:lnTo>
                  <a:pt x="1116" y="967"/>
                </a:lnTo>
                <a:lnTo>
                  <a:pt x="1116" y="966"/>
                </a:lnTo>
                <a:lnTo>
                  <a:pt x="1115" y="965"/>
                </a:lnTo>
                <a:lnTo>
                  <a:pt x="1114" y="965"/>
                </a:lnTo>
                <a:lnTo>
                  <a:pt x="1113" y="965"/>
                </a:lnTo>
                <a:lnTo>
                  <a:pt x="1113" y="964"/>
                </a:lnTo>
                <a:lnTo>
                  <a:pt x="1112" y="964"/>
                </a:lnTo>
                <a:lnTo>
                  <a:pt x="1112" y="965"/>
                </a:lnTo>
                <a:lnTo>
                  <a:pt x="1111" y="965"/>
                </a:lnTo>
                <a:lnTo>
                  <a:pt x="1110" y="964"/>
                </a:lnTo>
                <a:lnTo>
                  <a:pt x="1110" y="963"/>
                </a:lnTo>
                <a:lnTo>
                  <a:pt x="1110" y="962"/>
                </a:lnTo>
                <a:lnTo>
                  <a:pt x="1111" y="962"/>
                </a:lnTo>
                <a:lnTo>
                  <a:pt x="1111" y="961"/>
                </a:lnTo>
                <a:lnTo>
                  <a:pt x="1112" y="961"/>
                </a:lnTo>
                <a:lnTo>
                  <a:pt x="1112" y="960"/>
                </a:lnTo>
                <a:lnTo>
                  <a:pt x="1111" y="959"/>
                </a:lnTo>
                <a:lnTo>
                  <a:pt x="1111" y="958"/>
                </a:lnTo>
                <a:lnTo>
                  <a:pt x="1111" y="957"/>
                </a:lnTo>
                <a:lnTo>
                  <a:pt x="1112" y="957"/>
                </a:lnTo>
                <a:lnTo>
                  <a:pt x="1112" y="956"/>
                </a:lnTo>
                <a:lnTo>
                  <a:pt x="1112" y="955"/>
                </a:lnTo>
                <a:lnTo>
                  <a:pt x="1113" y="954"/>
                </a:lnTo>
                <a:lnTo>
                  <a:pt x="1113" y="953"/>
                </a:lnTo>
                <a:lnTo>
                  <a:pt x="1113" y="951"/>
                </a:lnTo>
                <a:lnTo>
                  <a:pt x="1113" y="949"/>
                </a:lnTo>
                <a:lnTo>
                  <a:pt x="1112" y="949"/>
                </a:lnTo>
                <a:lnTo>
                  <a:pt x="1111" y="949"/>
                </a:lnTo>
                <a:lnTo>
                  <a:pt x="1111" y="948"/>
                </a:lnTo>
                <a:lnTo>
                  <a:pt x="1110" y="947"/>
                </a:lnTo>
                <a:lnTo>
                  <a:pt x="1110" y="946"/>
                </a:lnTo>
                <a:lnTo>
                  <a:pt x="1110" y="945"/>
                </a:lnTo>
                <a:lnTo>
                  <a:pt x="1110" y="944"/>
                </a:lnTo>
                <a:lnTo>
                  <a:pt x="1109" y="944"/>
                </a:lnTo>
                <a:lnTo>
                  <a:pt x="1108" y="944"/>
                </a:lnTo>
                <a:lnTo>
                  <a:pt x="1108" y="943"/>
                </a:lnTo>
                <a:lnTo>
                  <a:pt x="1108" y="942"/>
                </a:lnTo>
                <a:lnTo>
                  <a:pt x="1108" y="941"/>
                </a:lnTo>
                <a:lnTo>
                  <a:pt x="1109" y="940"/>
                </a:lnTo>
                <a:lnTo>
                  <a:pt x="1109" y="939"/>
                </a:lnTo>
                <a:lnTo>
                  <a:pt x="1110" y="937"/>
                </a:lnTo>
                <a:lnTo>
                  <a:pt x="1110" y="936"/>
                </a:lnTo>
                <a:lnTo>
                  <a:pt x="1109" y="936"/>
                </a:lnTo>
                <a:lnTo>
                  <a:pt x="1110" y="936"/>
                </a:lnTo>
                <a:lnTo>
                  <a:pt x="1110" y="935"/>
                </a:lnTo>
                <a:lnTo>
                  <a:pt x="1110" y="933"/>
                </a:lnTo>
                <a:lnTo>
                  <a:pt x="1109" y="933"/>
                </a:lnTo>
                <a:lnTo>
                  <a:pt x="1109" y="932"/>
                </a:lnTo>
                <a:lnTo>
                  <a:pt x="1108" y="932"/>
                </a:lnTo>
                <a:lnTo>
                  <a:pt x="1107" y="932"/>
                </a:lnTo>
                <a:lnTo>
                  <a:pt x="1107" y="931"/>
                </a:lnTo>
                <a:lnTo>
                  <a:pt x="1107" y="930"/>
                </a:lnTo>
                <a:lnTo>
                  <a:pt x="1108" y="930"/>
                </a:lnTo>
                <a:lnTo>
                  <a:pt x="1108" y="929"/>
                </a:lnTo>
                <a:lnTo>
                  <a:pt x="1107" y="929"/>
                </a:lnTo>
                <a:lnTo>
                  <a:pt x="1106" y="929"/>
                </a:lnTo>
                <a:lnTo>
                  <a:pt x="1105" y="928"/>
                </a:lnTo>
                <a:lnTo>
                  <a:pt x="1104" y="926"/>
                </a:lnTo>
                <a:lnTo>
                  <a:pt x="1103" y="926"/>
                </a:lnTo>
                <a:lnTo>
                  <a:pt x="1102" y="926"/>
                </a:lnTo>
                <a:lnTo>
                  <a:pt x="1102" y="925"/>
                </a:lnTo>
                <a:lnTo>
                  <a:pt x="1102" y="924"/>
                </a:lnTo>
                <a:lnTo>
                  <a:pt x="1102" y="923"/>
                </a:lnTo>
                <a:lnTo>
                  <a:pt x="1101" y="922"/>
                </a:lnTo>
                <a:lnTo>
                  <a:pt x="1100" y="922"/>
                </a:lnTo>
                <a:lnTo>
                  <a:pt x="1100" y="923"/>
                </a:lnTo>
                <a:lnTo>
                  <a:pt x="1099" y="923"/>
                </a:lnTo>
                <a:lnTo>
                  <a:pt x="1099" y="922"/>
                </a:lnTo>
                <a:lnTo>
                  <a:pt x="1099" y="920"/>
                </a:lnTo>
                <a:lnTo>
                  <a:pt x="1099" y="919"/>
                </a:lnTo>
                <a:lnTo>
                  <a:pt x="1100" y="919"/>
                </a:lnTo>
                <a:lnTo>
                  <a:pt x="1100" y="918"/>
                </a:lnTo>
                <a:lnTo>
                  <a:pt x="1101" y="917"/>
                </a:lnTo>
                <a:lnTo>
                  <a:pt x="1101" y="916"/>
                </a:lnTo>
                <a:lnTo>
                  <a:pt x="1100" y="915"/>
                </a:lnTo>
                <a:lnTo>
                  <a:pt x="1099" y="914"/>
                </a:lnTo>
                <a:lnTo>
                  <a:pt x="1099" y="913"/>
                </a:lnTo>
                <a:lnTo>
                  <a:pt x="1098" y="913"/>
                </a:lnTo>
                <a:lnTo>
                  <a:pt x="1097" y="912"/>
                </a:lnTo>
                <a:lnTo>
                  <a:pt x="1096" y="912"/>
                </a:lnTo>
                <a:lnTo>
                  <a:pt x="1096" y="911"/>
                </a:lnTo>
                <a:lnTo>
                  <a:pt x="1096" y="910"/>
                </a:lnTo>
                <a:lnTo>
                  <a:pt x="1095" y="908"/>
                </a:lnTo>
                <a:lnTo>
                  <a:pt x="1096" y="908"/>
                </a:lnTo>
                <a:lnTo>
                  <a:pt x="1097" y="908"/>
                </a:lnTo>
                <a:lnTo>
                  <a:pt x="1098" y="908"/>
                </a:lnTo>
                <a:lnTo>
                  <a:pt x="1099" y="907"/>
                </a:lnTo>
                <a:lnTo>
                  <a:pt x="1099" y="906"/>
                </a:lnTo>
                <a:lnTo>
                  <a:pt x="1100" y="906"/>
                </a:lnTo>
                <a:lnTo>
                  <a:pt x="1100" y="905"/>
                </a:lnTo>
                <a:lnTo>
                  <a:pt x="1099" y="905"/>
                </a:lnTo>
                <a:lnTo>
                  <a:pt x="1099" y="904"/>
                </a:lnTo>
                <a:lnTo>
                  <a:pt x="1098" y="903"/>
                </a:lnTo>
                <a:lnTo>
                  <a:pt x="1097" y="903"/>
                </a:lnTo>
                <a:lnTo>
                  <a:pt x="1097" y="902"/>
                </a:lnTo>
                <a:lnTo>
                  <a:pt x="1096" y="901"/>
                </a:lnTo>
                <a:lnTo>
                  <a:pt x="1095" y="901"/>
                </a:lnTo>
                <a:lnTo>
                  <a:pt x="1095" y="900"/>
                </a:lnTo>
                <a:lnTo>
                  <a:pt x="1094" y="900"/>
                </a:lnTo>
                <a:lnTo>
                  <a:pt x="1094" y="899"/>
                </a:lnTo>
                <a:lnTo>
                  <a:pt x="1094" y="898"/>
                </a:lnTo>
                <a:lnTo>
                  <a:pt x="1094" y="897"/>
                </a:lnTo>
                <a:lnTo>
                  <a:pt x="1094" y="896"/>
                </a:lnTo>
                <a:lnTo>
                  <a:pt x="1094" y="895"/>
                </a:lnTo>
                <a:lnTo>
                  <a:pt x="1093" y="894"/>
                </a:lnTo>
                <a:lnTo>
                  <a:pt x="1092" y="893"/>
                </a:lnTo>
                <a:lnTo>
                  <a:pt x="1091" y="892"/>
                </a:lnTo>
                <a:lnTo>
                  <a:pt x="1090" y="892"/>
                </a:lnTo>
                <a:lnTo>
                  <a:pt x="1089" y="892"/>
                </a:lnTo>
                <a:lnTo>
                  <a:pt x="1089" y="891"/>
                </a:lnTo>
                <a:lnTo>
                  <a:pt x="1088" y="891"/>
                </a:lnTo>
                <a:lnTo>
                  <a:pt x="1087" y="891"/>
                </a:lnTo>
                <a:lnTo>
                  <a:pt x="1087" y="890"/>
                </a:lnTo>
                <a:lnTo>
                  <a:pt x="1086" y="890"/>
                </a:lnTo>
                <a:lnTo>
                  <a:pt x="1086" y="889"/>
                </a:lnTo>
                <a:lnTo>
                  <a:pt x="1086" y="888"/>
                </a:lnTo>
                <a:lnTo>
                  <a:pt x="1085" y="887"/>
                </a:lnTo>
                <a:lnTo>
                  <a:pt x="1085" y="886"/>
                </a:lnTo>
                <a:lnTo>
                  <a:pt x="1084" y="886"/>
                </a:lnTo>
                <a:lnTo>
                  <a:pt x="1083" y="886"/>
                </a:lnTo>
                <a:lnTo>
                  <a:pt x="1083" y="887"/>
                </a:lnTo>
                <a:lnTo>
                  <a:pt x="1082" y="887"/>
                </a:lnTo>
                <a:lnTo>
                  <a:pt x="1082" y="886"/>
                </a:lnTo>
                <a:lnTo>
                  <a:pt x="1081" y="886"/>
                </a:lnTo>
                <a:lnTo>
                  <a:pt x="1081" y="885"/>
                </a:lnTo>
                <a:lnTo>
                  <a:pt x="1081" y="884"/>
                </a:lnTo>
                <a:lnTo>
                  <a:pt x="1082" y="884"/>
                </a:lnTo>
                <a:lnTo>
                  <a:pt x="1082" y="883"/>
                </a:lnTo>
                <a:lnTo>
                  <a:pt x="1082" y="882"/>
                </a:lnTo>
                <a:lnTo>
                  <a:pt x="1081" y="882"/>
                </a:lnTo>
                <a:lnTo>
                  <a:pt x="1081" y="881"/>
                </a:lnTo>
                <a:lnTo>
                  <a:pt x="1081" y="880"/>
                </a:lnTo>
                <a:lnTo>
                  <a:pt x="1081" y="879"/>
                </a:lnTo>
                <a:lnTo>
                  <a:pt x="1081" y="878"/>
                </a:lnTo>
                <a:lnTo>
                  <a:pt x="1080" y="878"/>
                </a:lnTo>
                <a:lnTo>
                  <a:pt x="1080" y="877"/>
                </a:lnTo>
                <a:lnTo>
                  <a:pt x="1079" y="875"/>
                </a:lnTo>
                <a:lnTo>
                  <a:pt x="1079" y="874"/>
                </a:lnTo>
                <a:lnTo>
                  <a:pt x="1078" y="874"/>
                </a:lnTo>
                <a:lnTo>
                  <a:pt x="1078" y="875"/>
                </a:lnTo>
                <a:lnTo>
                  <a:pt x="1077" y="875"/>
                </a:lnTo>
                <a:lnTo>
                  <a:pt x="1077" y="876"/>
                </a:lnTo>
                <a:lnTo>
                  <a:pt x="1076" y="876"/>
                </a:lnTo>
                <a:lnTo>
                  <a:pt x="1076" y="875"/>
                </a:lnTo>
                <a:lnTo>
                  <a:pt x="1075" y="875"/>
                </a:lnTo>
                <a:lnTo>
                  <a:pt x="1075" y="874"/>
                </a:lnTo>
                <a:lnTo>
                  <a:pt x="1074" y="873"/>
                </a:lnTo>
                <a:lnTo>
                  <a:pt x="1075" y="873"/>
                </a:lnTo>
                <a:lnTo>
                  <a:pt x="1074" y="872"/>
                </a:lnTo>
                <a:lnTo>
                  <a:pt x="1073" y="872"/>
                </a:lnTo>
                <a:lnTo>
                  <a:pt x="1072" y="871"/>
                </a:lnTo>
                <a:lnTo>
                  <a:pt x="1073" y="869"/>
                </a:lnTo>
                <a:lnTo>
                  <a:pt x="1074" y="867"/>
                </a:lnTo>
                <a:lnTo>
                  <a:pt x="1075" y="867"/>
                </a:lnTo>
                <a:lnTo>
                  <a:pt x="1075" y="866"/>
                </a:lnTo>
                <a:lnTo>
                  <a:pt x="1075" y="865"/>
                </a:lnTo>
                <a:lnTo>
                  <a:pt x="1074" y="863"/>
                </a:lnTo>
                <a:lnTo>
                  <a:pt x="1073" y="863"/>
                </a:lnTo>
                <a:lnTo>
                  <a:pt x="1073" y="862"/>
                </a:lnTo>
                <a:lnTo>
                  <a:pt x="1073" y="861"/>
                </a:lnTo>
                <a:lnTo>
                  <a:pt x="1073" y="860"/>
                </a:lnTo>
                <a:lnTo>
                  <a:pt x="1073" y="859"/>
                </a:lnTo>
                <a:lnTo>
                  <a:pt x="1074" y="859"/>
                </a:lnTo>
                <a:lnTo>
                  <a:pt x="1074" y="858"/>
                </a:lnTo>
                <a:lnTo>
                  <a:pt x="1073" y="858"/>
                </a:lnTo>
                <a:lnTo>
                  <a:pt x="1074" y="858"/>
                </a:lnTo>
                <a:lnTo>
                  <a:pt x="1075" y="857"/>
                </a:lnTo>
                <a:lnTo>
                  <a:pt x="1076" y="857"/>
                </a:lnTo>
                <a:lnTo>
                  <a:pt x="1076" y="855"/>
                </a:lnTo>
                <a:lnTo>
                  <a:pt x="1077" y="855"/>
                </a:lnTo>
                <a:lnTo>
                  <a:pt x="1077" y="853"/>
                </a:lnTo>
                <a:lnTo>
                  <a:pt x="1077" y="852"/>
                </a:lnTo>
                <a:lnTo>
                  <a:pt x="1077" y="850"/>
                </a:lnTo>
                <a:lnTo>
                  <a:pt x="1077" y="849"/>
                </a:lnTo>
                <a:lnTo>
                  <a:pt x="1078" y="849"/>
                </a:lnTo>
                <a:lnTo>
                  <a:pt x="1078" y="848"/>
                </a:lnTo>
                <a:lnTo>
                  <a:pt x="1077" y="848"/>
                </a:lnTo>
                <a:lnTo>
                  <a:pt x="1077" y="847"/>
                </a:lnTo>
                <a:lnTo>
                  <a:pt x="1076" y="846"/>
                </a:lnTo>
                <a:lnTo>
                  <a:pt x="1076" y="845"/>
                </a:lnTo>
                <a:lnTo>
                  <a:pt x="1076" y="844"/>
                </a:lnTo>
                <a:lnTo>
                  <a:pt x="1075" y="844"/>
                </a:lnTo>
                <a:lnTo>
                  <a:pt x="1074" y="843"/>
                </a:lnTo>
                <a:lnTo>
                  <a:pt x="1074" y="842"/>
                </a:lnTo>
                <a:lnTo>
                  <a:pt x="1073" y="842"/>
                </a:lnTo>
                <a:lnTo>
                  <a:pt x="1072" y="841"/>
                </a:lnTo>
                <a:lnTo>
                  <a:pt x="1073" y="839"/>
                </a:lnTo>
                <a:lnTo>
                  <a:pt x="1073" y="837"/>
                </a:lnTo>
                <a:lnTo>
                  <a:pt x="1074" y="837"/>
                </a:lnTo>
                <a:lnTo>
                  <a:pt x="1070" y="836"/>
                </a:lnTo>
                <a:lnTo>
                  <a:pt x="1068" y="835"/>
                </a:lnTo>
                <a:lnTo>
                  <a:pt x="1067" y="835"/>
                </a:lnTo>
                <a:lnTo>
                  <a:pt x="1065" y="834"/>
                </a:lnTo>
                <a:lnTo>
                  <a:pt x="1064" y="835"/>
                </a:lnTo>
                <a:lnTo>
                  <a:pt x="1063" y="835"/>
                </a:lnTo>
                <a:lnTo>
                  <a:pt x="1063" y="836"/>
                </a:lnTo>
                <a:lnTo>
                  <a:pt x="1062" y="836"/>
                </a:lnTo>
                <a:lnTo>
                  <a:pt x="1059" y="836"/>
                </a:lnTo>
                <a:lnTo>
                  <a:pt x="1058" y="835"/>
                </a:lnTo>
                <a:lnTo>
                  <a:pt x="1057" y="835"/>
                </a:lnTo>
                <a:lnTo>
                  <a:pt x="1056" y="836"/>
                </a:lnTo>
                <a:lnTo>
                  <a:pt x="1054" y="836"/>
                </a:lnTo>
                <a:lnTo>
                  <a:pt x="1053" y="836"/>
                </a:lnTo>
                <a:lnTo>
                  <a:pt x="1053" y="835"/>
                </a:lnTo>
                <a:lnTo>
                  <a:pt x="1052" y="835"/>
                </a:lnTo>
                <a:lnTo>
                  <a:pt x="1051" y="836"/>
                </a:lnTo>
                <a:lnTo>
                  <a:pt x="1050" y="836"/>
                </a:lnTo>
                <a:lnTo>
                  <a:pt x="1050" y="835"/>
                </a:lnTo>
                <a:lnTo>
                  <a:pt x="1049" y="834"/>
                </a:lnTo>
                <a:lnTo>
                  <a:pt x="1048" y="834"/>
                </a:lnTo>
                <a:lnTo>
                  <a:pt x="1047" y="834"/>
                </a:lnTo>
                <a:lnTo>
                  <a:pt x="1046" y="833"/>
                </a:lnTo>
                <a:lnTo>
                  <a:pt x="1045" y="832"/>
                </a:lnTo>
                <a:lnTo>
                  <a:pt x="1044" y="831"/>
                </a:lnTo>
                <a:lnTo>
                  <a:pt x="1043" y="831"/>
                </a:lnTo>
                <a:lnTo>
                  <a:pt x="1042" y="832"/>
                </a:lnTo>
                <a:lnTo>
                  <a:pt x="1041" y="831"/>
                </a:lnTo>
                <a:lnTo>
                  <a:pt x="1040" y="831"/>
                </a:lnTo>
                <a:lnTo>
                  <a:pt x="1040" y="830"/>
                </a:lnTo>
                <a:lnTo>
                  <a:pt x="1039" y="830"/>
                </a:lnTo>
                <a:lnTo>
                  <a:pt x="1037" y="828"/>
                </a:lnTo>
                <a:lnTo>
                  <a:pt x="1035" y="828"/>
                </a:lnTo>
                <a:lnTo>
                  <a:pt x="1035" y="829"/>
                </a:lnTo>
                <a:lnTo>
                  <a:pt x="1034" y="829"/>
                </a:lnTo>
                <a:lnTo>
                  <a:pt x="1033" y="829"/>
                </a:lnTo>
                <a:lnTo>
                  <a:pt x="1032" y="828"/>
                </a:lnTo>
                <a:lnTo>
                  <a:pt x="1031" y="829"/>
                </a:lnTo>
                <a:lnTo>
                  <a:pt x="1030" y="829"/>
                </a:lnTo>
                <a:lnTo>
                  <a:pt x="1029" y="829"/>
                </a:lnTo>
                <a:lnTo>
                  <a:pt x="1028" y="828"/>
                </a:lnTo>
                <a:lnTo>
                  <a:pt x="1028" y="827"/>
                </a:lnTo>
                <a:lnTo>
                  <a:pt x="1027" y="824"/>
                </a:lnTo>
                <a:lnTo>
                  <a:pt x="1026" y="823"/>
                </a:lnTo>
                <a:lnTo>
                  <a:pt x="1025" y="823"/>
                </a:lnTo>
                <a:lnTo>
                  <a:pt x="1024" y="823"/>
                </a:lnTo>
                <a:lnTo>
                  <a:pt x="1024" y="822"/>
                </a:lnTo>
                <a:lnTo>
                  <a:pt x="1023" y="821"/>
                </a:lnTo>
                <a:lnTo>
                  <a:pt x="1023" y="820"/>
                </a:lnTo>
                <a:lnTo>
                  <a:pt x="1022" y="820"/>
                </a:lnTo>
                <a:lnTo>
                  <a:pt x="1021" y="818"/>
                </a:lnTo>
                <a:lnTo>
                  <a:pt x="1020" y="817"/>
                </a:lnTo>
                <a:lnTo>
                  <a:pt x="1019" y="816"/>
                </a:lnTo>
                <a:lnTo>
                  <a:pt x="1018" y="816"/>
                </a:lnTo>
                <a:lnTo>
                  <a:pt x="1017" y="816"/>
                </a:lnTo>
                <a:lnTo>
                  <a:pt x="1016" y="815"/>
                </a:lnTo>
                <a:lnTo>
                  <a:pt x="1014" y="814"/>
                </a:lnTo>
                <a:lnTo>
                  <a:pt x="1013" y="813"/>
                </a:lnTo>
                <a:lnTo>
                  <a:pt x="1013" y="814"/>
                </a:lnTo>
                <a:lnTo>
                  <a:pt x="1012" y="814"/>
                </a:lnTo>
                <a:lnTo>
                  <a:pt x="1011" y="814"/>
                </a:lnTo>
                <a:lnTo>
                  <a:pt x="1010" y="814"/>
                </a:lnTo>
                <a:lnTo>
                  <a:pt x="1009" y="814"/>
                </a:lnTo>
                <a:lnTo>
                  <a:pt x="1007" y="813"/>
                </a:lnTo>
                <a:lnTo>
                  <a:pt x="1005" y="813"/>
                </a:lnTo>
                <a:lnTo>
                  <a:pt x="1004" y="813"/>
                </a:lnTo>
                <a:lnTo>
                  <a:pt x="1003" y="813"/>
                </a:lnTo>
                <a:lnTo>
                  <a:pt x="1002" y="813"/>
                </a:lnTo>
                <a:lnTo>
                  <a:pt x="1001" y="814"/>
                </a:lnTo>
                <a:lnTo>
                  <a:pt x="1001" y="815"/>
                </a:lnTo>
                <a:lnTo>
                  <a:pt x="999" y="818"/>
                </a:lnTo>
                <a:lnTo>
                  <a:pt x="999" y="819"/>
                </a:lnTo>
                <a:lnTo>
                  <a:pt x="998" y="819"/>
                </a:lnTo>
                <a:lnTo>
                  <a:pt x="996" y="820"/>
                </a:lnTo>
                <a:lnTo>
                  <a:pt x="994" y="820"/>
                </a:lnTo>
                <a:lnTo>
                  <a:pt x="993" y="820"/>
                </a:lnTo>
                <a:lnTo>
                  <a:pt x="993" y="821"/>
                </a:lnTo>
                <a:lnTo>
                  <a:pt x="989" y="822"/>
                </a:lnTo>
                <a:lnTo>
                  <a:pt x="989" y="823"/>
                </a:lnTo>
                <a:lnTo>
                  <a:pt x="988" y="823"/>
                </a:lnTo>
                <a:lnTo>
                  <a:pt x="987" y="823"/>
                </a:lnTo>
                <a:lnTo>
                  <a:pt x="986" y="823"/>
                </a:lnTo>
                <a:lnTo>
                  <a:pt x="985" y="823"/>
                </a:lnTo>
                <a:lnTo>
                  <a:pt x="984" y="824"/>
                </a:lnTo>
                <a:lnTo>
                  <a:pt x="983" y="826"/>
                </a:lnTo>
                <a:lnTo>
                  <a:pt x="984" y="827"/>
                </a:lnTo>
                <a:lnTo>
                  <a:pt x="985" y="829"/>
                </a:lnTo>
                <a:lnTo>
                  <a:pt x="985" y="830"/>
                </a:lnTo>
                <a:lnTo>
                  <a:pt x="985" y="831"/>
                </a:lnTo>
                <a:lnTo>
                  <a:pt x="986" y="831"/>
                </a:lnTo>
                <a:lnTo>
                  <a:pt x="986" y="832"/>
                </a:lnTo>
                <a:lnTo>
                  <a:pt x="987" y="832"/>
                </a:lnTo>
                <a:lnTo>
                  <a:pt x="987" y="833"/>
                </a:lnTo>
                <a:lnTo>
                  <a:pt x="987" y="834"/>
                </a:lnTo>
                <a:lnTo>
                  <a:pt x="988" y="834"/>
                </a:lnTo>
                <a:lnTo>
                  <a:pt x="988" y="836"/>
                </a:lnTo>
                <a:lnTo>
                  <a:pt x="987" y="837"/>
                </a:lnTo>
                <a:lnTo>
                  <a:pt x="987" y="839"/>
                </a:lnTo>
                <a:lnTo>
                  <a:pt x="986" y="839"/>
                </a:lnTo>
                <a:lnTo>
                  <a:pt x="986" y="840"/>
                </a:lnTo>
                <a:lnTo>
                  <a:pt x="985" y="841"/>
                </a:lnTo>
                <a:lnTo>
                  <a:pt x="983" y="842"/>
                </a:lnTo>
                <a:lnTo>
                  <a:pt x="983" y="841"/>
                </a:lnTo>
                <a:lnTo>
                  <a:pt x="982" y="841"/>
                </a:lnTo>
                <a:lnTo>
                  <a:pt x="981" y="842"/>
                </a:lnTo>
                <a:lnTo>
                  <a:pt x="981" y="844"/>
                </a:lnTo>
                <a:lnTo>
                  <a:pt x="981" y="845"/>
                </a:lnTo>
                <a:lnTo>
                  <a:pt x="981" y="846"/>
                </a:lnTo>
                <a:lnTo>
                  <a:pt x="981" y="847"/>
                </a:lnTo>
                <a:lnTo>
                  <a:pt x="981" y="848"/>
                </a:lnTo>
                <a:lnTo>
                  <a:pt x="981" y="849"/>
                </a:lnTo>
                <a:lnTo>
                  <a:pt x="981" y="850"/>
                </a:lnTo>
                <a:lnTo>
                  <a:pt x="981" y="852"/>
                </a:lnTo>
                <a:lnTo>
                  <a:pt x="980" y="852"/>
                </a:lnTo>
                <a:lnTo>
                  <a:pt x="979" y="852"/>
                </a:lnTo>
                <a:lnTo>
                  <a:pt x="979" y="853"/>
                </a:lnTo>
                <a:lnTo>
                  <a:pt x="979" y="854"/>
                </a:lnTo>
                <a:lnTo>
                  <a:pt x="979" y="856"/>
                </a:lnTo>
                <a:lnTo>
                  <a:pt x="978" y="856"/>
                </a:lnTo>
                <a:lnTo>
                  <a:pt x="978" y="857"/>
                </a:lnTo>
                <a:lnTo>
                  <a:pt x="978" y="856"/>
                </a:lnTo>
                <a:lnTo>
                  <a:pt x="977" y="856"/>
                </a:lnTo>
                <a:lnTo>
                  <a:pt x="976" y="856"/>
                </a:lnTo>
                <a:lnTo>
                  <a:pt x="975" y="855"/>
                </a:lnTo>
                <a:lnTo>
                  <a:pt x="974" y="854"/>
                </a:lnTo>
                <a:lnTo>
                  <a:pt x="973" y="854"/>
                </a:lnTo>
                <a:lnTo>
                  <a:pt x="973" y="855"/>
                </a:lnTo>
                <a:lnTo>
                  <a:pt x="972" y="855"/>
                </a:lnTo>
                <a:lnTo>
                  <a:pt x="972" y="856"/>
                </a:lnTo>
                <a:lnTo>
                  <a:pt x="971" y="856"/>
                </a:lnTo>
                <a:lnTo>
                  <a:pt x="970" y="856"/>
                </a:lnTo>
                <a:lnTo>
                  <a:pt x="968" y="856"/>
                </a:lnTo>
                <a:lnTo>
                  <a:pt x="967" y="856"/>
                </a:lnTo>
                <a:lnTo>
                  <a:pt x="966" y="857"/>
                </a:lnTo>
                <a:lnTo>
                  <a:pt x="965" y="858"/>
                </a:lnTo>
                <a:lnTo>
                  <a:pt x="964" y="858"/>
                </a:lnTo>
                <a:lnTo>
                  <a:pt x="963" y="858"/>
                </a:lnTo>
                <a:lnTo>
                  <a:pt x="963" y="857"/>
                </a:lnTo>
                <a:lnTo>
                  <a:pt x="962" y="857"/>
                </a:lnTo>
                <a:lnTo>
                  <a:pt x="962" y="856"/>
                </a:lnTo>
                <a:lnTo>
                  <a:pt x="961" y="856"/>
                </a:lnTo>
                <a:lnTo>
                  <a:pt x="961" y="857"/>
                </a:lnTo>
                <a:lnTo>
                  <a:pt x="961" y="858"/>
                </a:lnTo>
                <a:lnTo>
                  <a:pt x="960" y="858"/>
                </a:lnTo>
                <a:lnTo>
                  <a:pt x="959" y="858"/>
                </a:lnTo>
                <a:lnTo>
                  <a:pt x="958" y="858"/>
                </a:lnTo>
                <a:lnTo>
                  <a:pt x="957" y="857"/>
                </a:lnTo>
                <a:lnTo>
                  <a:pt x="956" y="858"/>
                </a:lnTo>
                <a:lnTo>
                  <a:pt x="956" y="859"/>
                </a:lnTo>
                <a:lnTo>
                  <a:pt x="956" y="860"/>
                </a:lnTo>
                <a:lnTo>
                  <a:pt x="955" y="860"/>
                </a:lnTo>
                <a:lnTo>
                  <a:pt x="955" y="859"/>
                </a:lnTo>
                <a:lnTo>
                  <a:pt x="954" y="859"/>
                </a:lnTo>
                <a:lnTo>
                  <a:pt x="953" y="859"/>
                </a:lnTo>
                <a:lnTo>
                  <a:pt x="952" y="860"/>
                </a:lnTo>
                <a:lnTo>
                  <a:pt x="952" y="859"/>
                </a:lnTo>
                <a:lnTo>
                  <a:pt x="951" y="859"/>
                </a:lnTo>
                <a:lnTo>
                  <a:pt x="950" y="860"/>
                </a:lnTo>
                <a:lnTo>
                  <a:pt x="949" y="859"/>
                </a:lnTo>
                <a:lnTo>
                  <a:pt x="948" y="859"/>
                </a:lnTo>
                <a:lnTo>
                  <a:pt x="947" y="859"/>
                </a:lnTo>
                <a:lnTo>
                  <a:pt x="947" y="860"/>
                </a:lnTo>
                <a:lnTo>
                  <a:pt x="947" y="861"/>
                </a:lnTo>
                <a:lnTo>
                  <a:pt x="948" y="861"/>
                </a:lnTo>
                <a:lnTo>
                  <a:pt x="948" y="862"/>
                </a:lnTo>
                <a:lnTo>
                  <a:pt x="947" y="863"/>
                </a:lnTo>
                <a:lnTo>
                  <a:pt x="948" y="864"/>
                </a:lnTo>
                <a:lnTo>
                  <a:pt x="948" y="865"/>
                </a:lnTo>
                <a:lnTo>
                  <a:pt x="947" y="865"/>
                </a:lnTo>
                <a:lnTo>
                  <a:pt x="946" y="865"/>
                </a:lnTo>
                <a:lnTo>
                  <a:pt x="944" y="866"/>
                </a:lnTo>
                <a:lnTo>
                  <a:pt x="944" y="867"/>
                </a:lnTo>
                <a:lnTo>
                  <a:pt x="945" y="867"/>
                </a:lnTo>
                <a:lnTo>
                  <a:pt x="944" y="868"/>
                </a:lnTo>
                <a:lnTo>
                  <a:pt x="944" y="869"/>
                </a:lnTo>
                <a:lnTo>
                  <a:pt x="944" y="870"/>
                </a:lnTo>
                <a:lnTo>
                  <a:pt x="945" y="870"/>
                </a:lnTo>
                <a:lnTo>
                  <a:pt x="946" y="871"/>
                </a:lnTo>
                <a:lnTo>
                  <a:pt x="947" y="871"/>
                </a:lnTo>
                <a:lnTo>
                  <a:pt x="948" y="873"/>
                </a:lnTo>
                <a:lnTo>
                  <a:pt x="948" y="875"/>
                </a:lnTo>
                <a:lnTo>
                  <a:pt x="948" y="876"/>
                </a:lnTo>
                <a:lnTo>
                  <a:pt x="949" y="876"/>
                </a:lnTo>
                <a:lnTo>
                  <a:pt x="949" y="877"/>
                </a:lnTo>
                <a:lnTo>
                  <a:pt x="948" y="877"/>
                </a:lnTo>
                <a:lnTo>
                  <a:pt x="948" y="878"/>
                </a:lnTo>
                <a:lnTo>
                  <a:pt x="949" y="878"/>
                </a:lnTo>
                <a:lnTo>
                  <a:pt x="950" y="879"/>
                </a:lnTo>
                <a:lnTo>
                  <a:pt x="949" y="880"/>
                </a:lnTo>
                <a:lnTo>
                  <a:pt x="949" y="881"/>
                </a:lnTo>
                <a:lnTo>
                  <a:pt x="949" y="882"/>
                </a:lnTo>
                <a:lnTo>
                  <a:pt x="949" y="883"/>
                </a:lnTo>
                <a:lnTo>
                  <a:pt x="949" y="884"/>
                </a:lnTo>
                <a:lnTo>
                  <a:pt x="950" y="884"/>
                </a:lnTo>
                <a:lnTo>
                  <a:pt x="950" y="885"/>
                </a:lnTo>
                <a:lnTo>
                  <a:pt x="950" y="886"/>
                </a:lnTo>
                <a:lnTo>
                  <a:pt x="949" y="886"/>
                </a:lnTo>
                <a:lnTo>
                  <a:pt x="949" y="887"/>
                </a:lnTo>
                <a:lnTo>
                  <a:pt x="949" y="888"/>
                </a:lnTo>
                <a:lnTo>
                  <a:pt x="950" y="889"/>
                </a:lnTo>
                <a:lnTo>
                  <a:pt x="950" y="891"/>
                </a:lnTo>
                <a:lnTo>
                  <a:pt x="949" y="892"/>
                </a:lnTo>
                <a:lnTo>
                  <a:pt x="950" y="893"/>
                </a:lnTo>
                <a:lnTo>
                  <a:pt x="949" y="894"/>
                </a:lnTo>
                <a:lnTo>
                  <a:pt x="948" y="896"/>
                </a:lnTo>
                <a:lnTo>
                  <a:pt x="947" y="898"/>
                </a:lnTo>
                <a:lnTo>
                  <a:pt x="946" y="898"/>
                </a:lnTo>
                <a:lnTo>
                  <a:pt x="946" y="899"/>
                </a:lnTo>
                <a:lnTo>
                  <a:pt x="946" y="901"/>
                </a:lnTo>
                <a:lnTo>
                  <a:pt x="947" y="902"/>
                </a:lnTo>
                <a:lnTo>
                  <a:pt x="948" y="903"/>
                </a:lnTo>
                <a:lnTo>
                  <a:pt x="949" y="903"/>
                </a:lnTo>
                <a:lnTo>
                  <a:pt x="950" y="904"/>
                </a:lnTo>
                <a:lnTo>
                  <a:pt x="950" y="905"/>
                </a:lnTo>
                <a:lnTo>
                  <a:pt x="951" y="905"/>
                </a:lnTo>
                <a:lnTo>
                  <a:pt x="951" y="906"/>
                </a:lnTo>
                <a:lnTo>
                  <a:pt x="951" y="907"/>
                </a:lnTo>
                <a:lnTo>
                  <a:pt x="952" y="906"/>
                </a:lnTo>
                <a:lnTo>
                  <a:pt x="953" y="906"/>
                </a:lnTo>
                <a:lnTo>
                  <a:pt x="954" y="906"/>
                </a:lnTo>
                <a:lnTo>
                  <a:pt x="955" y="906"/>
                </a:lnTo>
                <a:lnTo>
                  <a:pt x="956" y="906"/>
                </a:lnTo>
                <a:lnTo>
                  <a:pt x="957" y="906"/>
                </a:lnTo>
                <a:lnTo>
                  <a:pt x="958" y="906"/>
                </a:lnTo>
                <a:lnTo>
                  <a:pt x="958" y="907"/>
                </a:lnTo>
                <a:lnTo>
                  <a:pt x="959" y="907"/>
                </a:lnTo>
                <a:lnTo>
                  <a:pt x="960" y="907"/>
                </a:lnTo>
                <a:lnTo>
                  <a:pt x="960" y="908"/>
                </a:lnTo>
                <a:lnTo>
                  <a:pt x="960" y="909"/>
                </a:lnTo>
                <a:lnTo>
                  <a:pt x="960" y="910"/>
                </a:lnTo>
                <a:lnTo>
                  <a:pt x="959" y="911"/>
                </a:lnTo>
                <a:lnTo>
                  <a:pt x="959" y="912"/>
                </a:lnTo>
                <a:lnTo>
                  <a:pt x="959" y="913"/>
                </a:lnTo>
                <a:lnTo>
                  <a:pt x="959" y="914"/>
                </a:lnTo>
                <a:lnTo>
                  <a:pt x="959" y="915"/>
                </a:lnTo>
                <a:lnTo>
                  <a:pt x="958" y="915"/>
                </a:lnTo>
                <a:lnTo>
                  <a:pt x="958" y="916"/>
                </a:lnTo>
                <a:lnTo>
                  <a:pt x="959" y="917"/>
                </a:lnTo>
                <a:lnTo>
                  <a:pt x="959" y="918"/>
                </a:lnTo>
                <a:lnTo>
                  <a:pt x="959" y="919"/>
                </a:lnTo>
                <a:lnTo>
                  <a:pt x="960" y="919"/>
                </a:lnTo>
                <a:lnTo>
                  <a:pt x="960" y="920"/>
                </a:lnTo>
                <a:lnTo>
                  <a:pt x="961" y="920"/>
                </a:lnTo>
                <a:lnTo>
                  <a:pt x="962" y="920"/>
                </a:lnTo>
                <a:lnTo>
                  <a:pt x="962" y="921"/>
                </a:lnTo>
                <a:lnTo>
                  <a:pt x="962" y="922"/>
                </a:lnTo>
                <a:lnTo>
                  <a:pt x="962" y="923"/>
                </a:lnTo>
                <a:lnTo>
                  <a:pt x="962" y="924"/>
                </a:lnTo>
                <a:lnTo>
                  <a:pt x="962" y="925"/>
                </a:lnTo>
                <a:lnTo>
                  <a:pt x="963" y="925"/>
                </a:lnTo>
                <a:lnTo>
                  <a:pt x="964" y="925"/>
                </a:lnTo>
                <a:lnTo>
                  <a:pt x="965" y="925"/>
                </a:lnTo>
                <a:lnTo>
                  <a:pt x="966" y="924"/>
                </a:lnTo>
                <a:lnTo>
                  <a:pt x="966" y="925"/>
                </a:lnTo>
                <a:lnTo>
                  <a:pt x="966" y="926"/>
                </a:lnTo>
                <a:lnTo>
                  <a:pt x="967" y="926"/>
                </a:lnTo>
                <a:lnTo>
                  <a:pt x="968" y="926"/>
                </a:lnTo>
                <a:lnTo>
                  <a:pt x="968" y="927"/>
                </a:lnTo>
                <a:lnTo>
                  <a:pt x="968" y="928"/>
                </a:lnTo>
                <a:lnTo>
                  <a:pt x="969" y="928"/>
                </a:lnTo>
                <a:lnTo>
                  <a:pt x="969" y="927"/>
                </a:lnTo>
                <a:lnTo>
                  <a:pt x="970" y="926"/>
                </a:lnTo>
                <a:lnTo>
                  <a:pt x="971" y="926"/>
                </a:lnTo>
                <a:lnTo>
                  <a:pt x="972" y="926"/>
                </a:lnTo>
                <a:lnTo>
                  <a:pt x="972" y="927"/>
                </a:lnTo>
                <a:lnTo>
                  <a:pt x="974" y="928"/>
                </a:lnTo>
                <a:lnTo>
                  <a:pt x="974" y="929"/>
                </a:lnTo>
                <a:lnTo>
                  <a:pt x="975" y="929"/>
                </a:lnTo>
                <a:lnTo>
                  <a:pt x="976" y="929"/>
                </a:lnTo>
                <a:lnTo>
                  <a:pt x="977" y="929"/>
                </a:lnTo>
                <a:lnTo>
                  <a:pt x="977" y="930"/>
                </a:lnTo>
                <a:lnTo>
                  <a:pt x="977" y="931"/>
                </a:lnTo>
                <a:lnTo>
                  <a:pt x="978" y="931"/>
                </a:lnTo>
                <a:lnTo>
                  <a:pt x="979" y="932"/>
                </a:lnTo>
                <a:lnTo>
                  <a:pt x="981" y="932"/>
                </a:lnTo>
                <a:lnTo>
                  <a:pt x="982" y="933"/>
                </a:lnTo>
                <a:lnTo>
                  <a:pt x="983" y="933"/>
                </a:lnTo>
                <a:lnTo>
                  <a:pt x="984" y="934"/>
                </a:lnTo>
                <a:lnTo>
                  <a:pt x="985" y="935"/>
                </a:lnTo>
                <a:lnTo>
                  <a:pt x="986" y="935"/>
                </a:lnTo>
                <a:lnTo>
                  <a:pt x="987" y="936"/>
                </a:lnTo>
                <a:lnTo>
                  <a:pt x="986" y="936"/>
                </a:lnTo>
                <a:lnTo>
                  <a:pt x="986" y="937"/>
                </a:lnTo>
                <a:lnTo>
                  <a:pt x="985" y="937"/>
                </a:lnTo>
                <a:lnTo>
                  <a:pt x="985" y="938"/>
                </a:lnTo>
                <a:lnTo>
                  <a:pt x="984" y="938"/>
                </a:lnTo>
                <a:lnTo>
                  <a:pt x="984" y="939"/>
                </a:lnTo>
                <a:lnTo>
                  <a:pt x="983" y="939"/>
                </a:lnTo>
                <a:lnTo>
                  <a:pt x="983" y="938"/>
                </a:lnTo>
                <a:lnTo>
                  <a:pt x="982" y="938"/>
                </a:lnTo>
                <a:lnTo>
                  <a:pt x="981" y="941"/>
                </a:lnTo>
                <a:lnTo>
                  <a:pt x="980" y="942"/>
                </a:lnTo>
                <a:lnTo>
                  <a:pt x="978" y="942"/>
                </a:lnTo>
                <a:lnTo>
                  <a:pt x="977" y="942"/>
                </a:lnTo>
                <a:lnTo>
                  <a:pt x="977" y="943"/>
                </a:lnTo>
                <a:lnTo>
                  <a:pt x="976" y="943"/>
                </a:lnTo>
                <a:lnTo>
                  <a:pt x="976" y="944"/>
                </a:lnTo>
                <a:lnTo>
                  <a:pt x="977" y="944"/>
                </a:lnTo>
                <a:lnTo>
                  <a:pt x="977" y="945"/>
                </a:lnTo>
                <a:lnTo>
                  <a:pt x="976" y="945"/>
                </a:lnTo>
                <a:lnTo>
                  <a:pt x="975" y="945"/>
                </a:lnTo>
                <a:lnTo>
                  <a:pt x="973" y="945"/>
                </a:lnTo>
                <a:lnTo>
                  <a:pt x="972" y="945"/>
                </a:lnTo>
                <a:lnTo>
                  <a:pt x="972" y="944"/>
                </a:lnTo>
                <a:lnTo>
                  <a:pt x="971" y="944"/>
                </a:lnTo>
                <a:lnTo>
                  <a:pt x="970" y="945"/>
                </a:lnTo>
                <a:lnTo>
                  <a:pt x="969" y="945"/>
                </a:lnTo>
                <a:lnTo>
                  <a:pt x="969" y="946"/>
                </a:lnTo>
                <a:lnTo>
                  <a:pt x="969" y="947"/>
                </a:lnTo>
                <a:lnTo>
                  <a:pt x="969" y="948"/>
                </a:lnTo>
                <a:lnTo>
                  <a:pt x="968" y="950"/>
                </a:lnTo>
                <a:lnTo>
                  <a:pt x="968" y="951"/>
                </a:lnTo>
                <a:lnTo>
                  <a:pt x="967" y="952"/>
                </a:lnTo>
                <a:lnTo>
                  <a:pt x="967" y="953"/>
                </a:lnTo>
                <a:lnTo>
                  <a:pt x="967" y="954"/>
                </a:lnTo>
                <a:lnTo>
                  <a:pt x="967" y="955"/>
                </a:lnTo>
                <a:lnTo>
                  <a:pt x="967" y="956"/>
                </a:lnTo>
                <a:lnTo>
                  <a:pt x="967" y="957"/>
                </a:lnTo>
                <a:lnTo>
                  <a:pt x="966" y="957"/>
                </a:lnTo>
                <a:lnTo>
                  <a:pt x="965" y="958"/>
                </a:lnTo>
                <a:lnTo>
                  <a:pt x="964" y="960"/>
                </a:lnTo>
                <a:lnTo>
                  <a:pt x="962" y="961"/>
                </a:lnTo>
                <a:lnTo>
                  <a:pt x="962" y="962"/>
                </a:lnTo>
                <a:lnTo>
                  <a:pt x="962" y="963"/>
                </a:lnTo>
                <a:lnTo>
                  <a:pt x="961" y="963"/>
                </a:lnTo>
                <a:lnTo>
                  <a:pt x="960" y="963"/>
                </a:lnTo>
                <a:lnTo>
                  <a:pt x="960" y="964"/>
                </a:lnTo>
                <a:lnTo>
                  <a:pt x="959" y="964"/>
                </a:lnTo>
                <a:lnTo>
                  <a:pt x="959" y="965"/>
                </a:lnTo>
                <a:lnTo>
                  <a:pt x="958" y="965"/>
                </a:lnTo>
                <a:lnTo>
                  <a:pt x="958" y="964"/>
                </a:lnTo>
                <a:lnTo>
                  <a:pt x="957" y="964"/>
                </a:lnTo>
                <a:lnTo>
                  <a:pt x="956" y="965"/>
                </a:lnTo>
                <a:lnTo>
                  <a:pt x="956" y="966"/>
                </a:lnTo>
                <a:lnTo>
                  <a:pt x="955" y="967"/>
                </a:lnTo>
                <a:lnTo>
                  <a:pt x="955" y="968"/>
                </a:lnTo>
                <a:lnTo>
                  <a:pt x="954" y="969"/>
                </a:lnTo>
                <a:lnTo>
                  <a:pt x="953" y="969"/>
                </a:lnTo>
                <a:lnTo>
                  <a:pt x="952" y="969"/>
                </a:lnTo>
                <a:lnTo>
                  <a:pt x="951" y="970"/>
                </a:lnTo>
                <a:lnTo>
                  <a:pt x="951" y="971"/>
                </a:lnTo>
                <a:lnTo>
                  <a:pt x="951" y="972"/>
                </a:lnTo>
                <a:lnTo>
                  <a:pt x="950" y="973"/>
                </a:lnTo>
                <a:lnTo>
                  <a:pt x="951" y="974"/>
                </a:lnTo>
                <a:lnTo>
                  <a:pt x="952" y="974"/>
                </a:lnTo>
                <a:lnTo>
                  <a:pt x="952" y="975"/>
                </a:lnTo>
                <a:lnTo>
                  <a:pt x="951" y="976"/>
                </a:lnTo>
                <a:lnTo>
                  <a:pt x="951" y="977"/>
                </a:lnTo>
                <a:lnTo>
                  <a:pt x="950" y="978"/>
                </a:lnTo>
                <a:lnTo>
                  <a:pt x="950" y="979"/>
                </a:lnTo>
                <a:lnTo>
                  <a:pt x="950" y="980"/>
                </a:lnTo>
                <a:lnTo>
                  <a:pt x="951" y="980"/>
                </a:lnTo>
                <a:lnTo>
                  <a:pt x="952" y="981"/>
                </a:lnTo>
                <a:lnTo>
                  <a:pt x="953" y="981"/>
                </a:lnTo>
                <a:lnTo>
                  <a:pt x="954" y="981"/>
                </a:lnTo>
                <a:lnTo>
                  <a:pt x="955" y="984"/>
                </a:lnTo>
                <a:lnTo>
                  <a:pt x="955" y="985"/>
                </a:lnTo>
                <a:lnTo>
                  <a:pt x="955" y="986"/>
                </a:lnTo>
                <a:lnTo>
                  <a:pt x="956" y="987"/>
                </a:lnTo>
                <a:lnTo>
                  <a:pt x="956" y="988"/>
                </a:lnTo>
                <a:lnTo>
                  <a:pt x="956" y="989"/>
                </a:lnTo>
                <a:lnTo>
                  <a:pt x="956" y="990"/>
                </a:lnTo>
                <a:lnTo>
                  <a:pt x="956" y="991"/>
                </a:lnTo>
                <a:lnTo>
                  <a:pt x="955" y="991"/>
                </a:lnTo>
                <a:lnTo>
                  <a:pt x="954" y="991"/>
                </a:lnTo>
                <a:lnTo>
                  <a:pt x="953" y="992"/>
                </a:lnTo>
                <a:lnTo>
                  <a:pt x="951" y="992"/>
                </a:lnTo>
                <a:lnTo>
                  <a:pt x="950" y="992"/>
                </a:lnTo>
                <a:lnTo>
                  <a:pt x="951" y="993"/>
                </a:lnTo>
                <a:lnTo>
                  <a:pt x="951" y="994"/>
                </a:lnTo>
                <a:lnTo>
                  <a:pt x="951" y="995"/>
                </a:lnTo>
                <a:lnTo>
                  <a:pt x="952" y="996"/>
                </a:lnTo>
                <a:lnTo>
                  <a:pt x="953" y="997"/>
                </a:lnTo>
                <a:lnTo>
                  <a:pt x="953" y="998"/>
                </a:lnTo>
                <a:lnTo>
                  <a:pt x="952" y="998"/>
                </a:lnTo>
                <a:lnTo>
                  <a:pt x="951" y="998"/>
                </a:lnTo>
                <a:lnTo>
                  <a:pt x="951" y="999"/>
                </a:lnTo>
                <a:lnTo>
                  <a:pt x="949" y="999"/>
                </a:lnTo>
                <a:lnTo>
                  <a:pt x="948" y="998"/>
                </a:lnTo>
                <a:lnTo>
                  <a:pt x="947" y="998"/>
                </a:lnTo>
                <a:lnTo>
                  <a:pt x="946" y="999"/>
                </a:lnTo>
                <a:lnTo>
                  <a:pt x="945" y="999"/>
                </a:lnTo>
                <a:lnTo>
                  <a:pt x="944" y="999"/>
                </a:lnTo>
                <a:lnTo>
                  <a:pt x="943" y="998"/>
                </a:lnTo>
                <a:lnTo>
                  <a:pt x="942" y="999"/>
                </a:lnTo>
                <a:lnTo>
                  <a:pt x="940" y="999"/>
                </a:lnTo>
                <a:lnTo>
                  <a:pt x="939" y="999"/>
                </a:lnTo>
                <a:lnTo>
                  <a:pt x="939" y="1000"/>
                </a:lnTo>
                <a:lnTo>
                  <a:pt x="939" y="1001"/>
                </a:lnTo>
                <a:lnTo>
                  <a:pt x="938" y="1001"/>
                </a:lnTo>
                <a:lnTo>
                  <a:pt x="937" y="1001"/>
                </a:lnTo>
                <a:lnTo>
                  <a:pt x="936" y="1001"/>
                </a:lnTo>
                <a:lnTo>
                  <a:pt x="935" y="1001"/>
                </a:lnTo>
                <a:lnTo>
                  <a:pt x="934" y="1001"/>
                </a:lnTo>
                <a:lnTo>
                  <a:pt x="933" y="1002"/>
                </a:lnTo>
                <a:lnTo>
                  <a:pt x="933" y="1003"/>
                </a:lnTo>
                <a:lnTo>
                  <a:pt x="932" y="1003"/>
                </a:lnTo>
                <a:lnTo>
                  <a:pt x="933" y="1003"/>
                </a:lnTo>
                <a:lnTo>
                  <a:pt x="933" y="1004"/>
                </a:lnTo>
                <a:lnTo>
                  <a:pt x="933" y="1005"/>
                </a:lnTo>
                <a:lnTo>
                  <a:pt x="933" y="1006"/>
                </a:lnTo>
                <a:lnTo>
                  <a:pt x="932" y="1006"/>
                </a:lnTo>
                <a:lnTo>
                  <a:pt x="932" y="1007"/>
                </a:lnTo>
                <a:lnTo>
                  <a:pt x="932" y="1008"/>
                </a:lnTo>
                <a:lnTo>
                  <a:pt x="931" y="1008"/>
                </a:lnTo>
                <a:lnTo>
                  <a:pt x="931" y="1009"/>
                </a:lnTo>
                <a:lnTo>
                  <a:pt x="930" y="1010"/>
                </a:lnTo>
                <a:lnTo>
                  <a:pt x="931" y="1011"/>
                </a:lnTo>
                <a:lnTo>
                  <a:pt x="931" y="1012"/>
                </a:lnTo>
                <a:lnTo>
                  <a:pt x="933" y="1012"/>
                </a:lnTo>
                <a:lnTo>
                  <a:pt x="934" y="1012"/>
                </a:lnTo>
                <a:lnTo>
                  <a:pt x="934" y="1013"/>
                </a:lnTo>
                <a:lnTo>
                  <a:pt x="933" y="1013"/>
                </a:lnTo>
                <a:lnTo>
                  <a:pt x="933" y="1014"/>
                </a:lnTo>
                <a:lnTo>
                  <a:pt x="934" y="1014"/>
                </a:lnTo>
                <a:lnTo>
                  <a:pt x="935" y="1015"/>
                </a:lnTo>
                <a:lnTo>
                  <a:pt x="934" y="1016"/>
                </a:lnTo>
                <a:lnTo>
                  <a:pt x="935" y="1018"/>
                </a:lnTo>
                <a:lnTo>
                  <a:pt x="935" y="1020"/>
                </a:lnTo>
                <a:lnTo>
                  <a:pt x="935" y="1021"/>
                </a:lnTo>
                <a:lnTo>
                  <a:pt x="934" y="1021"/>
                </a:lnTo>
                <a:lnTo>
                  <a:pt x="933" y="1021"/>
                </a:lnTo>
                <a:lnTo>
                  <a:pt x="933" y="1026"/>
                </a:lnTo>
                <a:lnTo>
                  <a:pt x="934" y="1027"/>
                </a:lnTo>
                <a:lnTo>
                  <a:pt x="934" y="1028"/>
                </a:lnTo>
                <a:lnTo>
                  <a:pt x="934" y="1029"/>
                </a:lnTo>
                <a:lnTo>
                  <a:pt x="934" y="1030"/>
                </a:lnTo>
                <a:lnTo>
                  <a:pt x="935" y="1030"/>
                </a:lnTo>
                <a:lnTo>
                  <a:pt x="935" y="1031"/>
                </a:lnTo>
                <a:lnTo>
                  <a:pt x="936" y="1034"/>
                </a:lnTo>
                <a:lnTo>
                  <a:pt x="937" y="1035"/>
                </a:lnTo>
                <a:lnTo>
                  <a:pt x="938" y="1036"/>
                </a:lnTo>
                <a:lnTo>
                  <a:pt x="938" y="1037"/>
                </a:lnTo>
                <a:lnTo>
                  <a:pt x="938" y="1038"/>
                </a:lnTo>
                <a:lnTo>
                  <a:pt x="938" y="1039"/>
                </a:lnTo>
                <a:lnTo>
                  <a:pt x="938" y="1040"/>
                </a:lnTo>
                <a:lnTo>
                  <a:pt x="937" y="1040"/>
                </a:lnTo>
                <a:lnTo>
                  <a:pt x="938" y="1040"/>
                </a:lnTo>
                <a:lnTo>
                  <a:pt x="939" y="1041"/>
                </a:lnTo>
                <a:lnTo>
                  <a:pt x="940" y="1043"/>
                </a:lnTo>
                <a:lnTo>
                  <a:pt x="942" y="1044"/>
                </a:lnTo>
                <a:lnTo>
                  <a:pt x="942" y="1045"/>
                </a:lnTo>
                <a:lnTo>
                  <a:pt x="943" y="1046"/>
                </a:lnTo>
                <a:lnTo>
                  <a:pt x="944" y="1046"/>
                </a:lnTo>
                <a:lnTo>
                  <a:pt x="944" y="1047"/>
                </a:lnTo>
                <a:lnTo>
                  <a:pt x="944" y="1048"/>
                </a:lnTo>
                <a:lnTo>
                  <a:pt x="945" y="1048"/>
                </a:lnTo>
                <a:lnTo>
                  <a:pt x="945" y="1049"/>
                </a:lnTo>
                <a:lnTo>
                  <a:pt x="946" y="1049"/>
                </a:lnTo>
                <a:lnTo>
                  <a:pt x="947" y="1049"/>
                </a:lnTo>
                <a:lnTo>
                  <a:pt x="948" y="1049"/>
                </a:lnTo>
                <a:lnTo>
                  <a:pt x="949" y="1050"/>
                </a:lnTo>
                <a:lnTo>
                  <a:pt x="949" y="1051"/>
                </a:lnTo>
                <a:lnTo>
                  <a:pt x="950" y="1051"/>
                </a:lnTo>
                <a:lnTo>
                  <a:pt x="951" y="1051"/>
                </a:lnTo>
                <a:lnTo>
                  <a:pt x="951" y="1052"/>
                </a:lnTo>
                <a:lnTo>
                  <a:pt x="951" y="1053"/>
                </a:lnTo>
                <a:lnTo>
                  <a:pt x="952" y="1054"/>
                </a:lnTo>
                <a:lnTo>
                  <a:pt x="953" y="1054"/>
                </a:lnTo>
                <a:lnTo>
                  <a:pt x="954" y="1054"/>
                </a:lnTo>
                <a:lnTo>
                  <a:pt x="955" y="1054"/>
                </a:lnTo>
                <a:lnTo>
                  <a:pt x="956" y="1055"/>
                </a:lnTo>
                <a:lnTo>
                  <a:pt x="957" y="1055"/>
                </a:lnTo>
                <a:lnTo>
                  <a:pt x="957" y="1056"/>
                </a:lnTo>
                <a:lnTo>
                  <a:pt x="958" y="1055"/>
                </a:lnTo>
                <a:lnTo>
                  <a:pt x="959" y="1055"/>
                </a:lnTo>
                <a:lnTo>
                  <a:pt x="960" y="1055"/>
                </a:lnTo>
                <a:lnTo>
                  <a:pt x="960" y="1058"/>
                </a:lnTo>
                <a:lnTo>
                  <a:pt x="960" y="1059"/>
                </a:lnTo>
                <a:lnTo>
                  <a:pt x="961" y="1060"/>
                </a:lnTo>
                <a:lnTo>
                  <a:pt x="962" y="1061"/>
                </a:lnTo>
                <a:lnTo>
                  <a:pt x="963" y="1061"/>
                </a:lnTo>
                <a:lnTo>
                  <a:pt x="963" y="1062"/>
                </a:lnTo>
                <a:lnTo>
                  <a:pt x="964" y="1063"/>
                </a:lnTo>
                <a:lnTo>
                  <a:pt x="965" y="1063"/>
                </a:lnTo>
                <a:lnTo>
                  <a:pt x="965" y="1064"/>
                </a:lnTo>
                <a:lnTo>
                  <a:pt x="966" y="1064"/>
                </a:lnTo>
                <a:lnTo>
                  <a:pt x="966" y="1065"/>
                </a:lnTo>
                <a:lnTo>
                  <a:pt x="967" y="1066"/>
                </a:lnTo>
                <a:lnTo>
                  <a:pt x="968" y="1066"/>
                </a:lnTo>
                <a:lnTo>
                  <a:pt x="969" y="1067"/>
                </a:lnTo>
                <a:lnTo>
                  <a:pt x="970" y="1067"/>
                </a:lnTo>
                <a:lnTo>
                  <a:pt x="970" y="1068"/>
                </a:lnTo>
                <a:lnTo>
                  <a:pt x="972" y="1069"/>
                </a:lnTo>
                <a:lnTo>
                  <a:pt x="973" y="1069"/>
                </a:lnTo>
                <a:lnTo>
                  <a:pt x="974" y="1070"/>
                </a:lnTo>
                <a:lnTo>
                  <a:pt x="973" y="1070"/>
                </a:lnTo>
                <a:lnTo>
                  <a:pt x="970" y="1070"/>
                </a:lnTo>
                <a:lnTo>
                  <a:pt x="969" y="1070"/>
                </a:lnTo>
                <a:lnTo>
                  <a:pt x="969" y="1069"/>
                </a:lnTo>
                <a:lnTo>
                  <a:pt x="968" y="1069"/>
                </a:lnTo>
                <a:lnTo>
                  <a:pt x="967" y="1070"/>
                </a:lnTo>
                <a:lnTo>
                  <a:pt x="966" y="1071"/>
                </a:lnTo>
                <a:lnTo>
                  <a:pt x="966" y="1070"/>
                </a:lnTo>
                <a:lnTo>
                  <a:pt x="965" y="1070"/>
                </a:lnTo>
                <a:lnTo>
                  <a:pt x="964" y="1070"/>
                </a:lnTo>
                <a:lnTo>
                  <a:pt x="963" y="1070"/>
                </a:lnTo>
                <a:lnTo>
                  <a:pt x="963" y="1069"/>
                </a:lnTo>
                <a:lnTo>
                  <a:pt x="962" y="1069"/>
                </a:lnTo>
                <a:lnTo>
                  <a:pt x="961" y="1069"/>
                </a:lnTo>
                <a:lnTo>
                  <a:pt x="961" y="1070"/>
                </a:lnTo>
                <a:lnTo>
                  <a:pt x="960" y="1070"/>
                </a:lnTo>
                <a:lnTo>
                  <a:pt x="959" y="1069"/>
                </a:lnTo>
                <a:lnTo>
                  <a:pt x="958" y="1069"/>
                </a:lnTo>
                <a:lnTo>
                  <a:pt x="957" y="1069"/>
                </a:lnTo>
                <a:lnTo>
                  <a:pt x="957" y="1068"/>
                </a:lnTo>
                <a:lnTo>
                  <a:pt x="956" y="1068"/>
                </a:lnTo>
                <a:lnTo>
                  <a:pt x="956" y="1069"/>
                </a:lnTo>
                <a:lnTo>
                  <a:pt x="955" y="1069"/>
                </a:lnTo>
                <a:lnTo>
                  <a:pt x="954" y="1069"/>
                </a:lnTo>
                <a:lnTo>
                  <a:pt x="954" y="1068"/>
                </a:lnTo>
                <a:lnTo>
                  <a:pt x="953" y="1068"/>
                </a:lnTo>
                <a:lnTo>
                  <a:pt x="952" y="1068"/>
                </a:lnTo>
                <a:lnTo>
                  <a:pt x="952" y="1067"/>
                </a:lnTo>
                <a:lnTo>
                  <a:pt x="951" y="1067"/>
                </a:lnTo>
                <a:lnTo>
                  <a:pt x="950" y="1066"/>
                </a:lnTo>
                <a:lnTo>
                  <a:pt x="949" y="1067"/>
                </a:lnTo>
                <a:lnTo>
                  <a:pt x="949" y="1068"/>
                </a:lnTo>
                <a:lnTo>
                  <a:pt x="947" y="1068"/>
                </a:lnTo>
                <a:lnTo>
                  <a:pt x="947" y="1067"/>
                </a:lnTo>
                <a:lnTo>
                  <a:pt x="946" y="1067"/>
                </a:lnTo>
                <a:lnTo>
                  <a:pt x="945" y="1067"/>
                </a:lnTo>
                <a:lnTo>
                  <a:pt x="944" y="1066"/>
                </a:lnTo>
                <a:lnTo>
                  <a:pt x="943" y="1065"/>
                </a:lnTo>
                <a:lnTo>
                  <a:pt x="942" y="1065"/>
                </a:lnTo>
                <a:lnTo>
                  <a:pt x="942" y="1064"/>
                </a:lnTo>
                <a:lnTo>
                  <a:pt x="941" y="1063"/>
                </a:lnTo>
                <a:lnTo>
                  <a:pt x="941" y="1062"/>
                </a:lnTo>
                <a:lnTo>
                  <a:pt x="941" y="1061"/>
                </a:lnTo>
                <a:lnTo>
                  <a:pt x="940" y="1060"/>
                </a:lnTo>
                <a:lnTo>
                  <a:pt x="939" y="1058"/>
                </a:lnTo>
                <a:lnTo>
                  <a:pt x="937" y="1058"/>
                </a:lnTo>
                <a:lnTo>
                  <a:pt x="936" y="1059"/>
                </a:lnTo>
                <a:lnTo>
                  <a:pt x="935" y="1059"/>
                </a:lnTo>
                <a:lnTo>
                  <a:pt x="934" y="1059"/>
                </a:lnTo>
                <a:lnTo>
                  <a:pt x="934" y="1060"/>
                </a:lnTo>
                <a:lnTo>
                  <a:pt x="934" y="1061"/>
                </a:lnTo>
                <a:lnTo>
                  <a:pt x="933" y="1061"/>
                </a:lnTo>
                <a:lnTo>
                  <a:pt x="932" y="1062"/>
                </a:lnTo>
                <a:lnTo>
                  <a:pt x="931" y="1063"/>
                </a:lnTo>
                <a:lnTo>
                  <a:pt x="930" y="1063"/>
                </a:lnTo>
                <a:lnTo>
                  <a:pt x="929" y="1063"/>
                </a:lnTo>
                <a:lnTo>
                  <a:pt x="928" y="1063"/>
                </a:lnTo>
                <a:lnTo>
                  <a:pt x="928" y="1062"/>
                </a:lnTo>
                <a:lnTo>
                  <a:pt x="928" y="1061"/>
                </a:lnTo>
                <a:lnTo>
                  <a:pt x="927" y="1061"/>
                </a:lnTo>
                <a:lnTo>
                  <a:pt x="926" y="1061"/>
                </a:lnTo>
                <a:lnTo>
                  <a:pt x="925" y="1062"/>
                </a:lnTo>
                <a:lnTo>
                  <a:pt x="925" y="1063"/>
                </a:lnTo>
                <a:lnTo>
                  <a:pt x="924" y="1063"/>
                </a:lnTo>
                <a:lnTo>
                  <a:pt x="924" y="1064"/>
                </a:lnTo>
                <a:lnTo>
                  <a:pt x="924" y="1065"/>
                </a:lnTo>
                <a:lnTo>
                  <a:pt x="924" y="1066"/>
                </a:lnTo>
                <a:lnTo>
                  <a:pt x="924" y="1067"/>
                </a:lnTo>
                <a:lnTo>
                  <a:pt x="923" y="1067"/>
                </a:lnTo>
                <a:lnTo>
                  <a:pt x="924" y="1068"/>
                </a:lnTo>
                <a:lnTo>
                  <a:pt x="926" y="1068"/>
                </a:lnTo>
                <a:lnTo>
                  <a:pt x="927" y="1068"/>
                </a:lnTo>
                <a:lnTo>
                  <a:pt x="927" y="1069"/>
                </a:lnTo>
                <a:lnTo>
                  <a:pt x="928" y="1069"/>
                </a:lnTo>
                <a:lnTo>
                  <a:pt x="929" y="1069"/>
                </a:lnTo>
                <a:lnTo>
                  <a:pt x="928" y="1069"/>
                </a:lnTo>
                <a:lnTo>
                  <a:pt x="928" y="1070"/>
                </a:lnTo>
                <a:lnTo>
                  <a:pt x="929" y="1070"/>
                </a:lnTo>
                <a:lnTo>
                  <a:pt x="930" y="1070"/>
                </a:lnTo>
                <a:lnTo>
                  <a:pt x="931" y="1070"/>
                </a:lnTo>
                <a:lnTo>
                  <a:pt x="931" y="1071"/>
                </a:lnTo>
                <a:lnTo>
                  <a:pt x="930" y="1071"/>
                </a:lnTo>
                <a:lnTo>
                  <a:pt x="929" y="1072"/>
                </a:lnTo>
                <a:lnTo>
                  <a:pt x="929" y="1073"/>
                </a:lnTo>
                <a:lnTo>
                  <a:pt x="928" y="1074"/>
                </a:lnTo>
                <a:lnTo>
                  <a:pt x="927" y="1075"/>
                </a:lnTo>
                <a:lnTo>
                  <a:pt x="926" y="1075"/>
                </a:lnTo>
                <a:lnTo>
                  <a:pt x="925" y="1076"/>
                </a:lnTo>
                <a:lnTo>
                  <a:pt x="925" y="1077"/>
                </a:lnTo>
                <a:lnTo>
                  <a:pt x="924" y="1078"/>
                </a:lnTo>
                <a:lnTo>
                  <a:pt x="924" y="1079"/>
                </a:lnTo>
                <a:lnTo>
                  <a:pt x="924" y="1080"/>
                </a:lnTo>
                <a:lnTo>
                  <a:pt x="925" y="1081"/>
                </a:lnTo>
                <a:lnTo>
                  <a:pt x="926" y="1081"/>
                </a:lnTo>
                <a:lnTo>
                  <a:pt x="927" y="1080"/>
                </a:lnTo>
                <a:lnTo>
                  <a:pt x="928" y="1081"/>
                </a:lnTo>
                <a:lnTo>
                  <a:pt x="929" y="1081"/>
                </a:lnTo>
                <a:lnTo>
                  <a:pt x="930" y="1082"/>
                </a:lnTo>
                <a:lnTo>
                  <a:pt x="930" y="1083"/>
                </a:lnTo>
                <a:lnTo>
                  <a:pt x="930" y="1084"/>
                </a:lnTo>
                <a:lnTo>
                  <a:pt x="930" y="1085"/>
                </a:lnTo>
                <a:lnTo>
                  <a:pt x="931" y="1085"/>
                </a:lnTo>
                <a:lnTo>
                  <a:pt x="931" y="1086"/>
                </a:lnTo>
                <a:lnTo>
                  <a:pt x="931" y="1087"/>
                </a:lnTo>
                <a:lnTo>
                  <a:pt x="932" y="1089"/>
                </a:lnTo>
                <a:lnTo>
                  <a:pt x="932" y="1090"/>
                </a:lnTo>
                <a:lnTo>
                  <a:pt x="932" y="1091"/>
                </a:lnTo>
                <a:lnTo>
                  <a:pt x="933" y="1092"/>
                </a:lnTo>
                <a:lnTo>
                  <a:pt x="933" y="1093"/>
                </a:lnTo>
                <a:lnTo>
                  <a:pt x="932" y="1093"/>
                </a:lnTo>
                <a:lnTo>
                  <a:pt x="932" y="1095"/>
                </a:lnTo>
                <a:lnTo>
                  <a:pt x="932" y="1096"/>
                </a:lnTo>
                <a:lnTo>
                  <a:pt x="931" y="1096"/>
                </a:lnTo>
                <a:lnTo>
                  <a:pt x="931" y="1097"/>
                </a:lnTo>
                <a:lnTo>
                  <a:pt x="932" y="1097"/>
                </a:lnTo>
                <a:lnTo>
                  <a:pt x="933" y="1098"/>
                </a:lnTo>
                <a:lnTo>
                  <a:pt x="934" y="1098"/>
                </a:lnTo>
                <a:lnTo>
                  <a:pt x="932" y="1099"/>
                </a:lnTo>
                <a:lnTo>
                  <a:pt x="932" y="1100"/>
                </a:lnTo>
                <a:lnTo>
                  <a:pt x="932" y="1102"/>
                </a:lnTo>
                <a:lnTo>
                  <a:pt x="931" y="1102"/>
                </a:lnTo>
                <a:lnTo>
                  <a:pt x="930" y="1102"/>
                </a:lnTo>
                <a:lnTo>
                  <a:pt x="929" y="1102"/>
                </a:lnTo>
                <a:lnTo>
                  <a:pt x="929" y="1103"/>
                </a:lnTo>
                <a:lnTo>
                  <a:pt x="928" y="1104"/>
                </a:lnTo>
                <a:lnTo>
                  <a:pt x="927" y="1104"/>
                </a:lnTo>
                <a:lnTo>
                  <a:pt x="926" y="1105"/>
                </a:lnTo>
                <a:lnTo>
                  <a:pt x="925" y="1105"/>
                </a:lnTo>
                <a:lnTo>
                  <a:pt x="924" y="1104"/>
                </a:lnTo>
                <a:lnTo>
                  <a:pt x="924" y="1103"/>
                </a:lnTo>
                <a:lnTo>
                  <a:pt x="923" y="1103"/>
                </a:lnTo>
                <a:lnTo>
                  <a:pt x="923" y="1104"/>
                </a:lnTo>
                <a:lnTo>
                  <a:pt x="922" y="1104"/>
                </a:lnTo>
                <a:lnTo>
                  <a:pt x="922" y="1103"/>
                </a:lnTo>
                <a:lnTo>
                  <a:pt x="923" y="1102"/>
                </a:lnTo>
                <a:lnTo>
                  <a:pt x="923" y="1101"/>
                </a:lnTo>
                <a:lnTo>
                  <a:pt x="922" y="1101"/>
                </a:lnTo>
                <a:lnTo>
                  <a:pt x="921" y="1100"/>
                </a:lnTo>
                <a:lnTo>
                  <a:pt x="920" y="1100"/>
                </a:lnTo>
                <a:lnTo>
                  <a:pt x="919" y="1100"/>
                </a:lnTo>
                <a:lnTo>
                  <a:pt x="919" y="1101"/>
                </a:lnTo>
                <a:lnTo>
                  <a:pt x="918" y="1101"/>
                </a:lnTo>
                <a:lnTo>
                  <a:pt x="917" y="1101"/>
                </a:lnTo>
                <a:lnTo>
                  <a:pt x="916" y="1101"/>
                </a:lnTo>
                <a:lnTo>
                  <a:pt x="916" y="1102"/>
                </a:lnTo>
                <a:lnTo>
                  <a:pt x="916" y="1103"/>
                </a:lnTo>
                <a:lnTo>
                  <a:pt x="916" y="1104"/>
                </a:lnTo>
                <a:lnTo>
                  <a:pt x="915" y="1105"/>
                </a:lnTo>
                <a:lnTo>
                  <a:pt x="915" y="1106"/>
                </a:lnTo>
                <a:lnTo>
                  <a:pt x="915" y="1107"/>
                </a:lnTo>
                <a:lnTo>
                  <a:pt x="914" y="1108"/>
                </a:lnTo>
                <a:lnTo>
                  <a:pt x="914" y="1109"/>
                </a:lnTo>
                <a:lnTo>
                  <a:pt x="914" y="1110"/>
                </a:lnTo>
                <a:lnTo>
                  <a:pt x="914" y="1111"/>
                </a:lnTo>
                <a:lnTo>
                  <a:pt x="913" y="1113"/>
                </a:lnTo>
                <a:lnTo>
                  <a:pt x="913" y="1114"/>
                </a:lnTo>
                <a:lnTo>
                  <a:pt x="913" y="1115"/>
                </a:lnTo>
                <a:lnTo>
                  <a:pt x="912" y="1116"/>
                </a:lnTo>
                <a:lnTo>
                  <a:pt x="911" y="1118"/>
                </a:lnTo>
                <a:lnTo>
                  <a:pt x="912" y="1120"/>
                </a:lnTo>
                <a:lnTo>
                  <a:pt x="912" y="1121"/>
                </a:lnTo>
                <a:lnTo>
                  <a:pt x="912" y="1122"/>
                </a:lnTo>
                <a:lnTo>
                  <a:pt x="913" y="1122"/>
                </a:lnTo>
                <a:lnTo>
                  <a:pt x="912" y="1122"/>
                </a:lnTo>
                <a:lnTo>
                  <a:pt x="912" y="1123"/>
                </a:lnTo>
                <a:lnTo>
                  <a:pt x="912" y="1124"/>
                </a:lnTo>
                <a:lnTo>
                  <a:pt x="912" y="1125"/>
                </a:lnTo>
                <a:lnTo>
                  <a:pt x="913" y="1125"/>
                </a:lnTo>
                <a:lnTo>
                  <a:pt x="913" y="1126"/>
                </a:lnTo>
                <a:lnTo>
                  <a:pt x="914" y="1126"/>
                </a:lnTo>
                <a:lnTo>
                  <a:pt x="915" y="1126"/>
                </a:lnTo>
                <a:lnTo>
                  <a:pt x="916" y="1126"/>
                </a:lnTo>
                <a:lnTo>
                  <a:pt x="917" y="1126"/>
                </a:lnTo>
                <a:lnTo>
                  <a:pt x="917" y="1127"/>
                </a:lnTo>
                <a:lnTo>
                  <a:pt x="916" y="1127"/>
                </a:lnTo>
                <a:lnTo>
                  <a:pt x="915" y="1128"/>
                </a:lnTo>
                <a:lnTo>
                  <a:pt x="915" y="1129"/>
                </a:lnTo>
                <a:lnTo>
                  <a:pt x="914" y="1131"/>
                </a:lnTo>
                <a:lnTo>
                  <a:pt x="914" y="1132"/>
                </a:lnTo>
                <a:lnTo>
                  <a:pt x="915" y="1133"/>
                </a:lnTo>
                <a:lnTo>
                  <a:pt x="916" y="1134"/>
                </a:lnTo>
                <a:lnTo>
                  <a:pt x="915" y="1135"/>
                </a:lnTo>
                <a:lnTo>
                  <a:pt x="914" y="1135"/>
                </a:lnTo>
                <a:lnTo>
                  <a:pt x="914" y="1134"/>
                </a:lnTo>
                <a:lnTo>
                  <a:pt x="913" y="1134"/>
                </a:lnTo>
                <a:lnTo>
                  <a:pt x="912" y="1135"/>
                </a:lnTo>
                <a:lnTo>
                  <a:pt x="911" y="1135"/>
                </a:lnTo>
                <a:lnTo>
                  <a:pt x="910" y="1134"/>
                </a:lnTo>
                <a:lnTo>
                  <a:pt x="909" y="1134"/>
                </a:lnTo>
                <a:lnTo>
                  <a:pt x="908" y="1134"/>
                </a:lnTo>
                <a:lnTo>
                  <a:pt x="908" y="1133"/>
                </a:lnTo>
                <a:lnTo>
                  <a:pt x="907" y="1133"/>
                </a:lnTo>
                <a:lnTo>
                  <a:pt x="907" y="1132"/>
                </a:lnTo>
                <a:lnTo>
                  <a:pt x="907" y="1131"/>
                </a:lnTo>
                <a:lnTo>
                  <a:pt x="906" y="1131"/>
                </a:lnTo>
                <a:lnTo>
                  <a:pt x="906" y="1129"/>
                </a:lnTo>
                <a:lnTo>
                  <a:pt x="905" y="1129"/>
                </a:lnTo>
                <a:lnTo>
                  <a:pt x="904" y="1129"/>
                </a:lnTo>
                <a:lnTo>
                  <a:pt x="904" y="1130"/>
                </a:lnTo>
                <a:lnTo>
                  <a:pt x="903" y="1130"/>
                </a:lnTo>
                <a:lnTo>
                  <a:pt x="902" y="1131"/>
                </a:lnTo>
                <a:lnTo>
                  <a:pt x="903" y="1132"/>
                </a:lnTo>
                <a:lnTo>
                  <a:pt x="903" y="1133"/>
                </a:lnTo>
                <a:lnTo>
                  <a:pt x="904" y="1133"/>
                </a:lnTo>
                <a:lnTo>
                  <a:pt x="904" y="1134"/>
                </a:lnTo>
                <a:lnTo>
                  <a:pt x="905" y="1134"/>
                </a:lnTo>
                <a:lnTo>
                  <a:pt x="906" y="1135"/>
                </a:lnTo>
                <a:lnTo>
                  <a:pt x="906" y="1136"/>
                </a:lnTo>
                <a:lnTo>
                  <a:pt x="906" y="1138"/>
                </a:lnTo>
                <a:lnTo>
                  <a:pt x="906" y="1139"/>
                </a:lnTo>
                <a:lnTo>
                  <a:pt x="905" y="1139"/>
                </a:lnTo>
                <a:lnTo>
                  <a:pt x="904" y="1139"/>
                </a:lnTo>
                <a:lnTo>
                  <a:pt x="903" y="1139"/>
                </a:lnTo>
                <a:lnTo>
                  <a:pt x="902" y="1138"/>
                </a:lnTo>
                <a:lnTo>
                  <a:pt x="902" y="1137"/>
                </a:lnTo>
                <a:lnTo>
                  <a:pt x="901" y="1137"/>
                </a:lnTo>
                <a:lnTo>
                  <a:pt x="901" y="1136"/>
                </a:lnTo>
                <a:lnTo>
                  <a:pt x="900" y="1136"/>
                </a:lnTo>
                <a:lnTo>
                  <a:pt x="900" y="1137"/>
                </a:lnTo>
                <a:lnTo>
                  <a:pt x="899" y="1138"/>
                </a:lnTo>
                <a:lnTo>
                  <a:pt x="898" y="1139"/>
                </a:lnTo>
                <a:lnTo>
                  <a:pt x="898" y="1141"/>
                </a:lnTo>
                <a:lnTo>
                  <a:pt x="897" y="1141"/>
                </a:lnTo>
                <a:lnTo>
                  <a:pt x="896" y="1140"/>
                </a:lnTo>
                <a:lnTo>
                  <a:pt x="896" y="1139"/>
                </a:lnTo>
                <a:lnTo>
                  <a:pt x="895" y="1138"/>
                </a:lnTo>
                <a:lnTo>
                  <a:pt x="894" y="1138"/>
                </a:lnTo>
                <a:lnTo>
                  <a:pt x="893" y="1138"/>
                </a:lnTo>
                <a:lnTo>
                  <a:pt x="892" y="1137"/>
                </a:lnTo>
                <a:lnTo>
                  <a:pt x="891" y="1138"/>
                </a:lnTo>
                <a:lnTo>
                  <a:pt x="890" y="1138"/>
                </a:lnTo>
                <a:lnTo>
                  <a:pt x="889" y="1138"/>
                </a:lnTo>
                <a:lnTo>
                  <a:pt x="887" y="1137"/>
                </a:lnTo>
                <a:lnTo>
                  <a:pt x="886" y="1136"/>
                </a:lnTo>
                <a:lnTo>
                  <a:pt x="885" y="1137"/>
                </a:lnTo>
                <a:lnTo>
                  <a:pt x="884" y="1137"/>
                </a:lnTo>
                <a:lnTo>
                  <a:pt x="883" y="1136"/>
                </a:lnTo>
                <a:lnTo>
                  <a:pt x="882" y="1136"/>
                </a:lnTo>
                <a:lnTo>
                  <a:pt x="880" y="1136"/>
                </a:lnTo>
                <a:lnTo>
                  <a:pt x="879" y="1135"/>
                </a:lnTo>
                <a:lnTo>
                  <a:pt x="879" y="1134"/>
                </a:lnTo>
                <a:lnTo>
                  <a:pt x="879" y="1133"/>
                </a:lnTo>
                <a:lnTo>
                  <a:pt x="878" y="1133"/>
                </a:lnTo>
                <a:lnTo>
                  <a:pt x="877" y="1133"/>
                </a:lnTo>
                <a:lnTo>
                  <a:pt x="876" y="1133"/>
                </a:lnTo>
                <a:lnTo>
                  <a:pt x="875" y="1133"/>
                </a:lnTo>
                <a:lnTo>
                  <a:pt x="874" y="1133"/>
                </a:lnTo>
                <a:lnTo>
                  <a:pt x="873" y="1133"/>
                </a:lnTo>
                <a:lnTo>
                  <a:pt x="872" y="1133"/>
                </a:lnTo>
                <a:lnTo>
                  <a:pt x="871" y="1133"/>
                </a:lnTo>
                <a:lnTo>
                  <a:pt x="870" y="1133"/>
                </a:lnTo>
                <a:lnTo>
                  <a:pt x="870" y="1134"/>
                </a:lnTo>
                <a:lnTo>
                  <a:pt x="869" y="1135"/>
                </a:lnTo>
                <a:lnTo>
                  <a:pt x="868" y="1135"/>
                </a:lnTo>
                <a:lnTo>
                  <a:pt x="868" y="1136"/>
                </a:lnTo>
                <a:lnTo>
                  <a:pt x="869" y="1137"/>
                </a:lnTo>
                <a:lnTo>
                  <a:pt x="869" y="1138"/>
                </a:lnTo>
                <a:lnTo>
                  <a:pt x="870" y="1139"/>
                </a:lnTo>
                <a:lnTo>
                  <a:pt x="871" y="1139"/>
                </a:lnTo>
                <a:lnTo>
                  <a:pt x="871" y="1140"/>
                </a:lnTo>
                <a:lnTo>
                  <a:pt x="872" y="1140"/>
                </a:lnTo>
                <a:lnTo>
                  <a:pt x="872" y="1141"/>
                </a:lnTo>
                <a:lnTo>
                  <a:pt x="871" y="1142"/>
                </a:lnTo>
                <a:lnTo>
                  <a:pt x="871" y="1143"/>
                </a:lnTo>
                <a:lnTo>
                  <a:pt x="870" y="1143"/>
                </a:lnTo>
                <a:lnTo>
                  <a:pt x="869" y="1144"/>
                </a:lnTo>
                <a:lnTo>
                  <a:pt x="866" y="1143"/>
                </a:lnTo>
                <a:lnTo>
                  <a:pt x="866" y="1142"/>
                </a:lnTo>
                <a:lnTo>
                  <a:pt x="865" y="1142"/>
                </a:lnTo>
                <a:lnTo>
                  <a:pt x="864" y="1140"/>
                </a:lnTo>
                <a:lnTo>
                  <a:pt x="863" y="1140"/>
                </a:lnTo>
                <a:lnTo>
                  <a:pt x="862" y="1140"/>
                </a:lnTo>
                <a:lnTo>
                  <a:pt x="862" y="1141"/>
                </a:lnTo>
                <a:lnTo>
                  <a:pt x="862" y="1142"/>
                </a:lnTo>
                <a:lnTo>
                  <a:pt x="862" y="1141"/>
                </a:lnTo>
                <a:lnTo>
                  <a:pt x="861" y="1141"/>
                </a:lnTo>
                <a:lnTo>
                  <a:pt x="861" y="1142"/>
                </a:lnTo>
                <a:lnTo>
                  <a:pt x="860" y="1142"/>
                </a:lnTo>
                <a:lnTo>
                  <a:pt x="859" y="1142"/>
                </a:lnTo>
                <a:lnTo>
                  <a:pt x="859" y="1143"/>
                </a:lnTo>
                <a:lnTo>
                  <a:pt x="859" y="1145"/>
                </a:lnTo>
                <a:lnTo>
                  <a:pt x="859" y="1146"/>
                </a:lnTo>
                <a:lnTo>
                  <a:pt x="859" y="1147"/>
                </a:lnTo>
                <a:lnTo>
                  <a:pt x="858" y="1146"/>
                </a:lnTo>
                <a:lnTo>
                  <a:pt x="857" y="1146"/>
                </a:lnTo>
                <a:lnTo>
                  <a:pt x="856" y="1144"/>
                </a:lnTo>
                <a:lnTo>
                  <a:pt x="857" y="1143"/>
                </a:lnTo>
                <a:lnTo>
                  <a:pt x="856" y="1143"/>
                </a:lnTo>
                <a:lnTo>
                  <a:pt x="856" y="1142"/>
                </a:lnTo>
                <a:lnTo>
                  <a:pt x="856" y="1141"/>
                </a:lnTo>
                <a:lnTo>
                  <a:pt x="855" y="1141"/>
                </a:lnTo>
                <a:lnTo>
                  <a:pt x="854" y="1141"/>
                </a:lnTo>
                <a:lnTo>
                  <a:pt x="854" y="1140"/>
                </a:lnTo>
                <a:lnTo>
                  <a:pt x="853" y="1140"/>
                </a:lnTo>
                <a:lnTo>
                  <a:pt x="853" y="1139"/>
                </a:lnTo>
                <a:lnTo>
                  <a:pt x="852" y="1139"/>
                </a:lnTo>
                <a:lnTo>
                  <a:pt x="851" y="1139"/>
                </a:lnTo>
                <a:lnTo>
                  <a:pt x="851" y="1138"/>
                </a:lnTo>
                <a:lnTo>
                  <a:pt x="850" y="1138"/>
                </a:lnTo>
                <a:lnTo>
                  <a:pt x="849" y="1139"/>
                </a:lnTo>
                <a:lnTo>
                  <a:pt x="848" y="1139"/>
                </a:lnTo>
                <a:lnTo>
                  <a:pt x="847" y="1139"/>
                </a:lnTo>
                <a:lnTo>
                  <a:pt x="846" y="1138"/>
                </a:lnTo>
                <a:lnTo>
                  <a:pt x="845" y="1138"/>
                </a:lnTo>
                <a:lnTo>
                  <a:pt x="844" y="1138"/>
                </a:lnTo>
                <a:lnTo>
                  <a:pt x="843" y="1137"/>
                </a:lnTo>
                <a:lnTo>
                  <a:pt x="843" y="1136"/>
                </a:lnTo>
                <a:lnTo>
                  <a:pt x="842" y="1136"/>
                </a:lnTo>
                <a:lnTo>
                  <a:pt x="841" y="1137"/>
                </a:lnTo>
                <a:lnTo>
                  <a:pt x="841" y="1138"/>
                </a:lnTo>
                <a:lnTo>
                  <a:pt x="843" y="1139"/>
                </a:lnTo>
                <a:lnTo>
                  <a:pt x="843" y="1140"/>
                </a:lnTo>
                <a:lnTo>
                  <a:pt x="844" y="1140"/>
                </a:lnTo>
                <a:lnTo>
                  <a:pt x="844" y="1141"/>
                </a:lnTo>
                <a:lnTo>
                  <a:pt x="843" y="1142"/>
                </a:lnTo>
                <a:lnTo>
                  <a:pt x="843" y="1144"/>
                </a:lnTo>
                <a:lnTo>
                  <a:pt x="844" y="1145"/>
                </a:lnTo>
                <a:lnTo>
                  <a:pt x="844" y="1147"/>
                </a:lnTo>
                <a:lnTo>
                  <a:pt x="845" y="1149"/>
                </a:lnTo>
                <a:lnTo>
                  <a:pt x="846" y="1150"/>
                </a:lnTo>
                <a:lnTo>
                  <a:pt x="847" y="1150"/>
                </a:lnTo>
                <a:lnTo>
                  <a:pt x="847" y="1151"/>
                </a:lnTo>
                <a:lnTo>
                  <a:pt x="847" y="1152"/>
                </a:lnTo>
                <a:lnTo>
                  <a:pt x="848" y="1154"/>
                </a:lnTo>
                <a:lnTo>
                  <a:pt x="848" y="1155"/>
                </a:lnTo>
                <a:lnTo>
                  <a:pt x="849" y="1155"/>
                </a:lnTo>
                <a:lnTo>
                  <a:pt x="851" y="1156"/>
                </a:lnTo>
                <a:lnTo>
                  <a:pt x="851" y="1157"/>
                </a:lnTo>
                <a:lnTo>
                  <a:pt x="851" y="1158"/>
                </a:lnTo>
                <a:lnTo>
                  <a:pt x="849" y="1159"/>
                </a:lnTo>
                <a:lnTo>
                  <a:pt x="849" y="1160"/>
                </a:lnTo>
                <a:lnTo>
                  <a:pt x="849" y="1161"/>
                </a:lnTo>
                <a:lnTo>
                  <a:pt x="848" y="1161"/>
                </a:lnTo>
                <a:lnTo>
                  <a:pt x="847" y="1161"/>
                </a:lnTo>
                <a:lnTo>
                  <a:pt x="845" y="1161"/>
                </a:lnTo>
                <a:lnTo>
                  <a:pt x="844" y="1161"/>
                </a:lnTo>
                <a:lnTo>
                  <a:pt x="844" y="1162"/>
                </a:lnTo>
                <a:lnTo>
                  <a:pt x="844" y="1163"/>
                </a:lnTo>
                <a:lnTo>
                  <a:pt x="844" y="1165"/>
                </a:lnTo>
                <a:lnTo>
                  <a:pt x="844" y="1168"/>
                </a:lnTo>
                <a:lnTo>
                  <a:pt x="845" y="1169"/>
                </a:lnTo>
                <a:lnTo>
                  <a:pt x="848" y="1172"/>
                </a:lnTo>
                <a:lnTo>
                  <a:pt x="848" y="1173"/>
                </a:lnTo>
                <a:lnTo>
                  <a:pt x="848" y="1174"/>
                </a:lnTo>
                <a:lnTo>
                  <a:pt x="848" y="1176"/>
                </a:lnTo>
                <a:lnTo>
                  <a:pt x="849" y="1177"/>
                </a:lnTo>
                <a:lnTo>
                  <a:pt x="850" y="1180"/>
                </a:lnTo>
                <a:lnTo>
                  <a:pt x="850" y="1181"/>
                </a:lnTo>
                <a:lnTo>
                  <a:pt x="852" y="1181"/>
                </a:lnTo>
                <a:lnTo>
                  <a:pt x="853" y="1183"/>
                </a:lnTo>
                <a:lnTo>
                  <a:pt x="852" y="1184"/>
                </a:lnTo>
                <a:lnTo>
                  <a:pt x="851" y="1185"/>
                </a:lnTo>
                <a:lnTo>
                  <a:pt x="850" y="1187"/>
                </a:lnTo>
                <a:lnTo>
                  <a:pt x="849" y="1187"/>
                </a:lnTo>
                <a:lnTo>
                  <a:pt x="848" y="1186"/>
                </a:lnTo>
                <a:lnTo>
                  <a:pt x="847" y="1186"/>
                </a:lnTo>
                <a:lnTo>
                  <a:pt x="845" y="1187"/>
                </a:lnTo>
                <a:lnTo>
                  <a:pt x="845" y="1188"/>
                </a:lnTo>
                <a:lnTo>
                  <a:pt x="845" y="1189"/>
                </a:lnTo>
                <a:lnTo>
                  <a:pt x="843" y="1190"/>
                </a:lnTo>
                <a:lnTo>
                  <a:pt x="841" y="1190"/>
                </a:lnTo>
                <a:lnTo>
                  <a:pt x="840" y="1190"/>
                </a:lnTo>
                <a:lnTo>
                  <a:pt x="839" y="1189"/>
                </a:lnTo>
                <a:lnTo>
                  <a:pt x="838" y="1189"/>
                </a:lnTo>
                <a:lnTo>
                  <a:pt x="837" y="1187"/>
                </a:lnTo>
                <a:lnTo>
                  <a:pt x="836" y="1185"/>
                </a:lnTo>
                <a:lnTo>
                  <a:pt x="835" y="1185"/>
                </a:lnTo>
                <a:lnTo>
                  <a:pt x="835" y="1184"/>
                </a:lnTo>
                <a:lnTo>
                  <a:pt x="834" y="1183"/>
                </a:lnTo>
                <a:lnTo>
                  <a:pt x="834" y="1182"/>
                </a:lnTo>
                <a:lnTo>
                  <a:pt x="833" y="1181"/>
                </a:lnTo>
                <a:lnTo>
                  <a:pt x="832" y="1181"/>
                </a:lnTo>
                <a:lnTo>
                  <a:pt x="831" y="1181"/>
                </a:lnTo>
                <a:lnTo>
                  <a:pt x="831" y="1182"/>
                </a:lnTo>
                <a:lnTo>
                  <a:pt x="831" y="1183"/>
                </a:lnTo>
                <a:lnTo>
                  <a:pt x="829" y="1184"/>
                </a:lnTo>
                <a:lnTo>
                  <a:pt x="828" y="1184"/>
                </a:lnTo>
                <a:lnTo>
                  <a:pt x="826" y="1182"/>
                </a:lnTo>
                <a:lnTo>
                  <a:pt x="825" y="1181"/>
                </a:lnTo>
                <a:lnTo>
                  <a:pt x="825" y="1180"/>
                </a:lnTo>
                <a:lnTo>
                  <a:pt x="824" y="1179"/>
                </a:lnTo>
                <a:lnTo>
                  <a:pt x="822" y="1180"/>
                </a:lnTo>
                <a:lnTo>
                  <a:pt x="819" y="1182"/>
                </a:lnTo>
                <a:lnTo>
                  <a:pt x="818" y="1182"/>
                </a:lnTo>
                <a:lnTo>
                  <a:pt x="817" y="1181"/>
                </a:lnTo>
                <a:lnTo>
                  <a:pt x="816" y="1180"/>
                </a:lnTo>
                <a:lnTo>
                  <a:pt x="815" y="1179"/>
                </a:lnTo>
                <a:lnTo>
                  <a:pt x="814" y="1179"/>
                </a:lnTo>
                <a:lnTo>
                  <a:pt x="813" y="1178"/>
                </a:lnTo>
                <a:lnTo>
                  <a:pt x="813" y="1177"/>
                </a:lnTo>
                <a:lnTo>
                  <a:pt x="812" y="1176"/>
                </a:lnTo>
                <a:lnTo>
                  <a:pt x="811" y="1176"/>
                </a:lnTo>
                <a:lnTo>
                  <a:pt x="809" y="1174"/>
                </a:lnTo>
                <a:lnTo>
                  <a:pt x="808" y="1173"/>
                </a:lnTo>
                <a:lnTo>
                  <a:pt x="807" y="1173"/>
                </a:lnTo>
                <a:lnTo>
                  <a:pt x="806" y="1172"/>
                </a:lnTo>
                <a:lnTo>
                  <a:pt x="806" y="1171"/>
                </a:lnTo>
                <a:lnTo>
                  <a:pt x="805" y="1171"/>
                </a:lnTo>
                <a:lnTo>
                  <a:pt x="802" y="1168"/>
                </a:lnTo>
                <a:lnTo>
                  <a:pt x="802" y="1167"/>
                </a:lnTo>
                <a:lnTo>
                  <a:pt x="802" y="1166"/>
                </a:lnTo>
                <a:lnTo>
                  <a:pt x="802" y="1165"/>
                </a:lnTo>
                <a:lnTo>
                  <a:pt x="802" y="1164"/>
                </a:lnTo>
                <a:lnTo>
                  <a:pt x="802" y="1163"/>
                </a:lnTo>
                <a:lnTo>
                  <a:pt x="801" y="1163"/>
                </a:lnTo>
                <a:lnTo>
                  <a:pt x="800" y="1162"/>
                </a:lnTo>
                <a:lnTo>
                  <a:pt x="799" y="1160"/>
                </a:lnTo>
                <a:lnTo>
                  <a:pt x="799" y="1159"/>
                </a:lnTo>
                <a:lnTo>
                  <a:pt x="799" y="1157"/>
                </a:lnTo>
                <a:lnTo>
                  <a:pt x="799" y="1156"/>
                </a:lnTo>
                <a:lnTo>
                  <a:pt x="799" y="1155"/>
                </a:lnTo>
                <a:lnTo>
                  <a:pt x="799" y="1154"/>
                </a:lnTo>
                <a:lnTo>
                  <a:pt x="799" y="1153"/>
                </a:lnTo>
                <a:lnTo>
                  <a:pt x="798" y="1149"/>
                </a:lnTo>
                <a:lnTo>
                  <a:pt x="798" y="1148"/>
                </a:lnTo>
                <a:lnTo>
                  <a:pt x="795" y="1148"/>
                </a:lnTo>
                <a:lnTo>
                  <a:pt x="794" y="1149"/>
                </a:lnTo>
                <a:lnTo>
                  <a:pt x="786" y="1148"/>
                </a:lnTo>
                <a:lnTo>
                  <a:pt x="784" y="1148"/>
                </a:lnTo>
                <a:lnTo>
                  <a:pt x="783" y="1147"/>
                </a:lnTo>
                <a:lnTo>
                  <a:pt x="781" y="1146"/>
                </a:lnTo>
                <a:lnTo>
                  <a:pt x="780" y="1146"/>
                </a:lnTo>
                <a:lnTo>
                  <a:pt x="779" y="1146"/>
                </a:lnTo>
                <a:lnTo>
                  <a:pt x="779" y="1147"/>
                </a:lnTo>
                <a:lnTo>
                  <a:pt x="779" y="1148"/>
                </a:lnTo>
                <a:lnTo>
                  <a:pt x="776" y="1149"/>
                </a:lnTo>
                <a:lnTo>
                  <a:pt x="775" y="1149"/>
                </a:lnTo>
                <a:lnTo>
                  <a:pt x="774" y="1149"/>
                </a:lnTo>
                <a:lnTo>
                  <a:pt x="773" y="1149"/>
                </a:lnTo>
                <a:lnTo>
                  <a:pt x="772" y="1149"/>
                </a:lnTo>
                <a:lnTo>
                  <a:pt x="774" y="1152"/>
                </a:lnTo>
                <a:lnTo>
                  <a:pt x="774" y="1153"/>
                </a:lnTo>
                <a:lnTo>
                  <a:pt x="775" y="1153"/>
                </a:lnTo>
                <a:lnTo>
                  <a:pt x="775" y="1154"/>
                </a:lnTo>
                <a:lnTo>
                  <a:pt x="774" y="1156"/>
                </a:lnTo>
                <a:lnTo>
                  <a:pt x="774" y="1157"/>
                </a:lnTo>
                <a:lnTo>
                  <a:pt x="774" y="1158"/>
                </a:lnTo>
                <a:lnTo>
                  <a:pt x="773" y="1159"/>
                </a:lnTo>
                <a:lnTo>
                  <a:pt x="771" y="1159"/>
                </a:lnTo>
                <a:lnTo>
                  <a:pt x="770" y="1162"/>
                </a:lnTo>
                <a:lnTo>
                  <a:pt x="770" y="1163"/>
                </a:lnTo>
                <a:lnTo>
                  <a:pt x="770" y="1164"/>
                </a:lnTo>
                <a:lnTo>
                  <a:pt x="770" y="1166"/>
                </a:lnTo>
                <a:lnTo>
                  <a:pt x="770" y="1167"/>
                </a:lnTo>
                <a:lnTo>
                  <a:pt x="769" y="1168"/>
                </a:lnTo>
                <a:lnTo>
                  <a:pt x="770" y="1169"/>
                </a:lnTo>
                <a:lnTo>
                  <a:pt x="771" y="1169"/>
                </a:lnTo>
                <a:lnTo>
                  <a:pt x="773" y="1170"/>
                </a:lnTo>
                <a:lnTo>
                  <a:pt x="773" y="1171"/>
                </a:lnTo>
                <a:lnTo>
                  <a:pt x="776" y="1173"/>
                </a:lnTo>
                <a:lnTo>
                  <a:pt x="775" y="1174"/>
                </a:lnTo>
                <a:lnTo>
                  <a:pt x="775" y="1175"/>
                </a:lnTo>
                <a:lnTo>
                  <a:pt x="775" y="1176"/>
                </a:lnTo>
                <a:lnTo>
                  <a:pt x="776" y="1177"/>
                </a:lnTo>
                <a:lnTo>
                  <a:pt x="776" y="1178"/>
                </a:lnTo>
                <a:lnTo>
                  <a:pt x="777" y="1179"/>
                </a:lnTo>
                <a:lnTo>
                  <a:pt x="778" y="1181"/>
                </a:lnTo>
                <a:lnTo>
                  <a:pt x="778" y="1183"/>
                </a:lnTo>
                <a:lnTo>
                  <a:pt x="777" y="1183"/>
                </a:lnTo>
                <a:lnTo>
                  <a:pt x="777" y="1184"/>
                </a:lnTo>
                <a:lnTo>
                  <a:pt x="777" y="1185"/>
                </a:lnTo>
                <a:lnTo>
                  <a:pt x="777" y="1186"/>
                </a:lnTo>
                <a:lnTo>
                  <a:pt x="777" y="1187"/>
                </a:lnTo>
                <a:lnTo>
                  <a:pt x="775" y="1187"/>
                </a:lnTo>
                <a:lnTo>
                  <a:pt x="774" y="1187"/>
                </a:lnTo>
                <a:lnTo>
                  <a:pt x="773" y="1188"/>
                </a:lnTo>
                <a:lnTo>
                  <a:pt x="774" y="1189"/>
                </a:lnTo>
                <a:lnTo>
                  <a:pt x="774" y="1190"/>
                </a:lnTo>
                <a:lnTo>
                  <a:pt x="774" y="1192"/>
                </a:lnTo>
                <a:lnTo>
                  <a:pt x="773" y="1192"/>
                </a:lnTo>
                <a:lnTo>
                  <a:pt x="772" y="1193"/>
                </a:lnTo>
                <a:lnTo>
                  <a:pt x="772" y="1194"/>
                </a:lnTo>
                <a:lnTo>
                  <a:pt x="771" y="1195"/>
                </a:lnTo>
                <a:lnTo>
                  <a:pt x="771" y="1196"/>
                </a:lnTo>
                <a:lnTo>
                  <a:pt x="770" y="1195"/>
                </a:lnTo>
                <a:lnTo>
                  <a:pt x="770" y="1194"/>
                </a:lnTo>
                <a:lnTo>
                  <a:pt x="769" y="1194"/>
                </a:lnTo>
                <a:lnTo>
                  <a:pt x="767" y="1195"/>
                </a:lnTo>
                <a:lnTo>
                  <a:pt x="765" y="1195"/>
                </a:lnTo>
                <a:lnTo>
                  <a:pt x="764" y="1194"/>
                </a:lnTo>
                <a:lnTo>
                  <a:pt x="764" y="1193"/>
                </a:lnTo>
                <a:lnTo>
                  <a:pt x="764" y="1192"/>
                </a:lnTo>
                <a:lnTo>
                  <a:pt x="764" y="1190"/>
                </a:lnTo>
                <a:lnTo>
                  <a:pt x="765" y="1187"/>
                </a:lnTo>
                <a:lnTo>
                  <a:pt x="764" y="1186"/>
                </a:lnTo>
                <a:lnTo>
                  <a:pt x="764" y="1184"/>
                </a:lnTo>
                <a:lnTo>
                  <a:pt x="764" y="1183"/>
                </a:lnTo>
                <a:lnTo>
                  <a:pt x="764" y="1181"/>
                </a:lnTo>
                <a:lnTo>
                  <a:pt x="764" y="1180"/>
                </a:lnTo>
                <a:lnTo>
                  <a:pt x="763" y="1180"/>
                </a:lnTo>
                <a:lnTo>
                  <a:pt x="761" y="1180"/>
                </a:lnTo>
                <a:lnTo>
                  <a:pt x="761" y="1179"/>
                </a:lnTo>
                <a:lnTo>
                  <a:pt x="760" y="1179"/>
                </a:lnTo>
                <a:lnTo>
                  <a:pt x="759" y="1178"/>
                </a:lnTo>
                <a:lnTo>
                  <a:pt x="759" y="1177"/>
                </a:lnTo>
                <a:lnTo>
                  <a:pt x="755" y="1176"/>
                </a:lnTo>
                <a:lnTo>
                  <a:pt x="753" y="1174"/>
                </a:lnTo>
                <a:lnTo>
                  <a:pt x="752" y="1173"/>
                </a:lnTo>
                <a:lnTo>
                  <a:pt x="751" y="1173"/>
                </a:lnTo>
                <a:lnTo>
                  <a:pt x="750" y="1171"/>
                </a:lnTo>
                <a:lnTo>
                  <a:pt x="748" y="1167"/>
                </a:lnTo>
                <a:lnTo>
                  <a:pt x="747" y="1167"/>
                </a:lnTo>
                <a:lnTo>
                  <a:pt x="746" y="1167"/>
                </a:lnTo>
                <a:lnTo>
                  <a:pt x="746" y="1165"/>
                </a:lnTo>
                <a:lnTo>
                  <a:pt x="746" y="1164"/>
                </a:lnTo>
                <a:lnTo>
                  <a:pt x="746" y="1163"/>
                </a:lnTo>
                <a:lnTo>
                  <a:pt x="747" y="1162"/>
                </a:lnTo>
                <a:lnTo>
                  <a:pt x="747" y="1161"/>
                </a:lnTo>
                <a:lnTo>
                  <a:pt x="746" y="1160"/>
                </a:lnTo>
                <a:lnTo>
                  <a:pt x="745" y="1160"/>
                </a:lnTo>
                <a:lnTo>
                  <a:pt x="741" y="1159"/>
                </a:lnTo>
                <a:lnTo>
                  <a:pt x="737" y="1159"/>
                </a:lnTo>
                <a:lnTo>
                  <a:pt x="736" y="1159"/>
                </a:lnTo>
                <a:lnTo>
                  <a:pt x="734" y="1159"/>
                </a:lnTo>
                <a:lnTo>
                  <a:pt x="731" y="1164"/>
                </a:lnTo>
                <a:lnTo>
                  <a:pt x="729" y="1165"/>
                </a:lnTo>
                <a:lnTo>
                  <a:pt x="729" y="1167"/>
                </a:lnTo>
                <a:lnTo>
                  <a:pt x="727" y="1170"/>
                </a:lnTo>
                <a:lnTo>
                  <a:pt x="727" y="1171"/>
                </a:lnTo>
                <a:lnTo>
                  <a:pt x="727" y="1173"/>
                </a:lnTo>
                <a:lnTo>
                  <a:pt x="727" y="1174"/>
                </a:lnTo>
                <a:lnTo>
                  <a:pt x="726" y="1175"/>
                </a:lnTo>
                <a:lnTo>
                  <a:pt x="724" y="1178"/>
                </a:lnTo>
                <a:lnTo>
                  <a:pt x="723" y="1179"/>
                </a:lnTo>
                <a:lnTo>
                  <a:pt x="722" y="1179"/>
                </a:lnTo>
                <a:lnTo>
                  <a:pt x="721" y="1178"/>
                </a:lnTo>
                <a:lnTo>
                  <a:pt x="720" y="1176"/>
                </a:lnTo>
                <a:lnTo>
                  <a:pt x="720" y="1175"/>
                </a:lnTo>
                <a:lnTo>
                  <a:pt x="719" y="1172"/>
                </a:lnTo>
                <a:lnTo>
                  <a:pt x="719" y="1171"/>
                </a:lnTo>
                <a:lnTo>
                  <a:pt x="719" y="1170"/>
                </a:lnTo>
                <a:lnTo>
                  <a:pt x="718" y="1168"/>
                </a:lnTo>
                <a:lnTo>
                  <a:pt x="718" y="1167"/>
                </a:lnTo>
                <a:lnTo>
                  <a:pt x="717" y="1167"/>
                </a:lnTo>
                <a:lnTo>
                  <a:pt x="713" y="1165"/>
                </a:lnTo>
                <a:lnTo>
                  <a:pt x="711" y="1165"/>
                </a:lnTo>
                <a:lnTo>
                  <a:pt x="698" y="1160"/>
                </a:lnTo>
                <a:lnTo>
                  <a:pt x="698" y="1161"/>
                </a:lnTo>
                <a:lnTo>
                  <a:pt x="697" y="1161"/>
                </a:lnTo>
                <a:lnTo>
                  <a:pt x="697" y="1162"/>
                </a:lnTo>
                <a:lnTo>
                  <a:pt x="697" y="1163"/>
                </a:lnTo>
                <a:lnTo>
                  <a:pt x="695" y="1163"/>
                </a:lnTo>
                <a:lnTo>
                  <a:pt x="694" y="1162"/>
                </a:lnTo>
                <a:lnTo>
                  <a:pt x="693" y="1163"/>
                </a:lnTo>
                <a:lnTo>
                  <a:pt x="693" y="1165"/>
                </a:lnTo>
                <a:lnTo>
                  <a:pt x="692" y="1166"/>
                </a:lnTo>
                <a:lnTo>
                  <a:pt x="691" y="1167"/>
                </a:lnTo>
                <a:lnTo>
                  <a:pt x="689" y="1167"/>
                </a:lnTo>
                <a:lnTo>
                  <a:pt x="687" y="1166"/>
                </a:lnTo>
                <a:lnTo>
                  <a:pt x="684" y="1165"/>
                </a:lnTo>
                <a:lnTo>
                  <a:pt x="684" y="1164"/>
                </a:lnTo>
                <a:lnTo>
                  <a:pt x="684" y="1163"/>
                </a:lnTo>
                <a:lnTo>
                  <a:pt x="683" y="1162"/>
                </a:lnTo>
                <a:lnTo>
                  <a:pt x="682" y="1160"/>
                </a:lnTo>
                <a:lnTo>
                  <a:pt x="682" y="1158"/>
                </a:lnTo>
                <a:lnTo>
                  <a:pt x="681" y="1158"/>
                </a:lnTo>
                <a:lnTo>
                  <a:pt x="680" y="1157"/>
                </a:lnTo>
                <a:lnTo>
                  <a:pt x="679" y="1157"/>
                </a:lnTo>
                <a:lnTo>
                  <a:pt x="678" y="1156"/>
                </a:lnTo>
                <a:lnTo>
                  <a:pt x="677" y="1156"/>
                </a:lnTo>
                <a:lnTo>
                  <a:pt x="678" y="1155"/>
                </a:lnTo>
                <a:lnTo>
                  <a:pt x="679" y="1155"/>
                </a:lnTo>
                <a:lnTo>
                  <a:pt x="679" y="1154"/>
                </a:lnTo>
                <a:lnTo>
                  <a:pt x="677" y="1152"/>
                </a:lnTo>
                <a:lnTo>
                  <a:pt x="676" y="1151"/>
                </a:lnTo>
                <a:lnTo>
                  <a:pt x="676" y="1149"/>
                </a:lnTo>
                <a:lnTo>
                  <a:pt x="675" y="1148"/>
                </a:lnTo>
                <a:lnTo>
                  <a:pt x="675" y="1147"/>
                </a:lnTo>
                <a:lnTo>
                  <a:pt x="674" y="1145"/>
                </a:lnTo>
                <a:lnTo>
                  <a:pt x="675" y="1144"/>
                </a:lnTo>
                <a:lnTo>
                  <a:pt x="675" y="1143"/>
                </a:lnTo>
                <a:lnTo>
                  <a:pt x="674" y="1143"/>
                </a:lnTo>
                <a:lnTo>
                  <a:pt x="673" y="1141"/>
                </a:lnTo>
                <a:lnTo>
                  <a:pt x="673" y="1140"/>
                </a:lnTo>
                <a:lnTo>
                  <a:pt x="673" y="1139"/>
                </a:lnTo>
                <a:lnTo>
                  <a:pt x="674" y="1138"/>
                </a:lnTo>
                <a:lnTo>
                  <a:pt x="673" y="1137"/>
                </a:lnTo>
                <a:lnTo>
                  <a:pt x="673" y="1138"/>
                </a:lnTo>
                <a:lnTo>
                  <a:pt x="672" y="1137"/>
                </a:lnTo>
                <a:lnTo>
                  <a:pt x="671" y="1137"/>
                </a:lnTo>
                <a:lnTo>
                  <a:pt x="670" y="1136"/>
                </a:lnTo>
                <a:lnTo>
                  <a:pt x="669" y="1136"/>
                </a:lnTo>
                <a:lnTo>
                  <a:pt x="668" y="1134"/>
                </a:lnTo>
                <a:lnTo>
                  <a:pt x="668" y="1133"/>
                </a:lnTo>
                <a:lnTo>
                  <a:pt x="669" y="1133"/>
                </a:lnTo>
                <a:lnTo>
                  <a:pt x="669" y="1131"/>
                </a:lnTo>
                <a:lnTo>
                  <a:pt x="669" y="1130"/>
                </a:lnTo>
                <a:lnTo>
                  <a:pt x="670" y="1128"/>
                </a:lnTo>
                <a:lnTo>
                  <a:pt x="671" y="1127"/>
                </a:lnTo>
                <a:lnTo>
                  <a:pt x="672" y="1126"/>
                </a:lnTo>
                <a:lnTo>
                  <a:pt x="673" y="1125"/>
                </a:lnTo>
                <a:lnTo>
                  <a:pt x="674" y="1125"/>
                </a:lnTo>
                <a:lnTo>
                  <a:pt x="675" y="1125"/>
                </a:lnTo>
                <a:lnTo>
                  <a:pt x="676" y="1125"/>
                </a:lnTo>
                <a:lnTo>
                  <a:pt x="676" y="1124"/>
                </a:lnTo>
                <a:lnTo>
                  <a:pt x="677" y="1124"/>
                </a:lnTo>
                <a:lnTo>
                  <a:pt x="677" y="1125"/>
                </a:lnTo>
                <a:lnTo>
                  <a:pt x="678" y="1125"/>
                </a:lnTo>
                <a:lnTo>
                  <a:pt x="678" y="1126"/>
                </a:lnTo>
                <a:lnTo>
                  <a:pt x="679" y="1125"/>
                </a:lnTo>
                <a:lnTo>
                  <a:pt x="680" y="1125"/>
                </a:lnTo>
                <a:lnTo>
                  <a:pt x="681" y="1125"/>
                </a:lnTo>
                <a:lnTo>
                  <a:pt x="680" y="1124"/>
                </a:lnTo>
                <a:lnTo>
                  <a:pt x="679" y="1123"/>
                </a:lnTo>
                <a:lnTo>
                  <a:pt x="678" y="1122"/>
                </a:lnTo>
                <a:lnTo>
                  <a:pt x="677" y="1121"/>
                </a:lnTo>
                <a:lnTo>
                  <a:pt x="677" y="1120"/>
                </a:lnTo>
                <a:lnTo>
                  <a:pt x="677" y="1118"/>
                </a:lnTo>
                <a:lnTo>
                  <a:pt x="678" y="1118"/>
                </a:lnTo>
                <a:lnTo>
                  <a:pt x="679" y="1117"/>
                </a:lnTo>
                <a:lnTo>
                  <a:pt x="679" y="1116"/>
                </a:lnTo>
                <a:lnTo>
                  <a:pt x="680" y="1117"/>
                </a:lnTo>
                <a:lnTo>
                  <a:pt x="680" y="1116"/>
                </a:lnTo>
                <a:lnTo>
                  <a:pt x="681" y="1116"/>
                </a:lnTo>
                <a:lnTo>
                  <a:pt x="681" y="1114"/>
                </a:lnTo>
                <a:lnTo>
                  <a:pt x="681" y="1113"/>
                </a:lnTo>
                <a:lnTo>
                  <a:pt x="682" y="1110"/>
                </a:lnTo>
                <a:lnTo>
                  <a:pt x="681" y="1109"/>
                </a:lnTo>
                <a:lnTo>
                  <a:pt x="681" y="1108"/>
                </a:lnTo>
                <a:lnTo>
                  <a:pt x="681" y="1107"/>
                </a:lnTo>
                <a:lnTo>
                  <a:pt x="680" y="1107"/>
                </a:lnTo>
                <a:lnTo>
                  <a:pt x="679" y="1107"/>
                </a:lnTo>
                <a:lnTo>
                  <a:pt x="679" y="1106"/>
                </a:lnTo>
                <a:lnTo>
                  <a:pt x="680" y="1106"/>
                </a:lnTo>
                <a:lnTo>
                  <a:pt x="681" y="1105"/>
                </a:lnTo>
                <a:lnTo>
                  <a:pt x="681" y="1104"/>
                </a:lnTo>
                <a:lnTo>
                  <a:pt x="680" y="1104"/>
                </a:lnTo>
                <a:lnTo>
                  <a:pt x="680" y="1103"/>
                </a:lnTo>
                <a:lnTo>
                  <a:pt x="681" y="1102"/>
                </a:lnTo>
                <a:lnTo>
                  <a:pt x="681" y="1101"/>
                </a:lnTo>
                <a:lnTo>
                  <a:pt x="680" y="1101"/>
                </a:lnTo>
                <a:lnTo>
                  <a:pt x="679" y="1101"/>
                </a:lnTo>
                <a:lnTo>
                  <a:pt x="679" y="1100"/>
                </a:lnTo>
                <a:lnTo>
                  <a:pt x="679" y="1099"/>
                </a:lnTo>
                <a:lnTo>
                  <a:pt x="678" y="1099"/>
                </a:lnTo>
                <a:lnTo>
                  <a:pt x="677" y="1097"/>
                </a:lnTo>
                <a:lnTo>
                  <a:pt x="676" y="1097"/>
                </a:lnTo>
                <a:lnTo>
                  <a:pt x="676" y="1098"/>
                </a:lnTo>
                <a:lnTo>
                  <a:pt x="675" y="1097"/>
                </a:lnTo>
                <a:lnTo>
                  <a:pt x="674" y="1097"/>
                </a:lnTo>
                <a:lnTo>
                  <a:pt x="672" y="1097"/>
                </a:lnTo>
                <a:lnTo>
                  <a:pt x="672" y="1098"/>
                </a:lnTo>
                <a:lnTo>
                  <a:pt x="671" y="1099"/>
                </a:lnTo>
                <a:lnTo>
                  <a:pt x="671" y="1100"/>
                </a:lnTo>
                <a:lnTo>
                  <a:pt x="671" y="1101"/>
                </a:lnTo>
                <a:lnTo>
                  <a:pt x="672" y="1101"/>
                </a:lnTo>
                <a:lnTo>
                  <a:pt x="672" y="1102"/>
                </a:lnTo>
                <a:lnTo>
                  <a:pt x="671" y="1102"/>
                </a:lnTo>
                <a:lnTo>
                  <a:pt x="670" y="1102"/>
                </a:lnTo>
                <a:lnTo>
                  <a:pt x="670" y="1101"/>
                </a:lnTo>
                <a:lnTo>
                  <a:pt x="669" y="1101"/>
                </a:lnTo>
                <a:lnTo>
                  <a:pt x="668" y="1101"/>
                </a:lnTo>
                <a:lnTo>
                  <a:pt x="667" y="1101"/>
                </a:lnTo>
                <a:lnTo>
                  <a:pt x="667" y="1102"/>
                </a:lnTo>
                <a:lnTo>
                  <a:pt x="667" y="1101"/>
                </a:lnTo>
                <a:lnTo>
                  <a:pt x="666" y="1101"/>
                </a:lnTo>
                <a:lnTo>
                  <a:pt x="665" y="1101"/>
                </a:lnTo>
                <a:lnTo>
                  <a:pt x="665" y="1100"/>
                </a:lnTo>
                <a:lnTo>
                  <a:pt x="665" y="1099"/>
                </a:lnTo>
                <a:lnTo>
                  <a:pt x="664" y="1099"/>
                </a:lnTo>
                <a:lnTo>
                  <a:pt x="663" y="1098"/>
                </a:lnTo>
                <a:lnTo>
                  <a:pt x="662" y="1098"/>
                </a:lnTo>
                <a:lnTo>
                  <a:pt x="662" y="1097"/>
                </a:lnTo>
                <a:lnTo>
                  <a:pt x="661" y="1096"/>
                </a:lnTo>
                <a:lnTo>
                  <a:pt x="661" y="1095"/>
                </a:lnTo>
                <a:lnTo>
                  <a:pt x="660" y="1094"/>
                </a:lnTo>
                <a:lnTo>
                  <a:pt x="660" y="1093"/>
                </a:lnTo>
                <a:lnTo>
                  <a:pt x="661" y="1093"/>
                </a:lnTo>
                <a:lnTo>
                  <a:pt x="662" y="1093"/>
                </a:lnTo>
                <a:lnTo>
                  <a:pt x="661" y="1092"/>
                </a:lnTo>
                <a:lnTo>
                  <a:pt x="660" y="1092"/>
                </a:lnTo>
                <a:lnTo>
                  <a:pt x="660" y="1091"/>
                </a:lnTo>
                <a:lnTo>
                  <a:pt x="660" y="1090"/>
                </a:lnTo>
                <a:lnTo>
                  <a:pt x="660" y="1089"/>
                </a:lnTo>
                <a:lnTo>
                  <a:pt x="659" y="1088"/>
                </a:lnTo>
                <a:lnTo>
                  <a:pt x="659" y="1087"/>
                </a:lnTo>
                <a:lnTo>
                  <a:pt x="659" y="1086"/>
                </a:lnTo>
                <a:lnTo>
                  <a:pt x="659" y="1085"/>
                </a:lnTo>
                <a:lnTo>
                  <a:pt x="659" y="1084"/>
                </a:lnTo>
                <a:lnTo>
                  <a:pt x="659" y="1082"/>
                </a:lnTo>
                <a:lnTo>
                  <a:pt x="659" y="1081"/>
                </a:lnTo>
                <a:lnTo>
                  <a:pt x="658" y="1081"/>
                </a:lnTo>
                <a:lnTo>
                  <a:pt x="658" y="1080"/>
                </a:lnTo>
                <a:lnTo>
                  <a:pt x="658" y="1079"/>
                </a:lnTo>
                <a:lnTo>
                  <a:pt x="659" y="1079"/>
                </a:lnTo>
                <a:lnTo>
                  <a:pt x="659" y="1078"/>
                </a:lnTo>
                <a:lnTo>
                  <a:pt x="658" y="1078"/>
                </a:lnTo>
                <a:lnTo>
                  <a:pt x="658" y="1077"/>
                </a:lnTo>
                <a:lnTo>
                  <a:pt x="658" y="1075"/>
                </a:lnTo>
                <a:lnTo>
                  <a:pt x="658" y="1074"/>
                </a:lnTo>
                <a:lnTo>
                  <a:pt x="657" y="1074"/>
                </a:lnTo>
                <a:lnTo>
                  <a:pt x="656" y="1074"/>
                </a:lnTo>
                <a:lnTo>
                  <a:pt x="655" y="1074"/>
                </a:lnTo>
                <a:lnTo>
                  <a:pt x="655" y="1075"/>
                </a:lnTo>
                <a:lnTo>
                  <a:pt x="655" y="1076"/>
                </a:lnTo>
                <a:lnTo>
                  <a:pt x="654" y="1076"/>
                </a:lnTo>
                <a:lnTo>
                  <a:pt x="654" y="1077"/>
                </a:lnTo>
                <a:lnTo>
                  <a:pt x="654" y="1078"/>
                </a:lnTo>
                <a:lnTo>
                  <a:pt x="653" y="1078"/>
                </a:lnTo>
                <a:lnTo>
                  <a:pt x="652" y="1078"/>
                </a:lnTo>
                <a:lnTo>
                  <a:pt x="650" y="1079"/>
                </a:lnTo>
                <a:lnTo>
                  <a:pt x="649" y="1080"/>
                </a:lnTo>
                <a:lnTo>
                  <a:pt x="649" y="1079"/>
                </a:lnTo>
                <a:lnTo>
                  <a:pt x="648" y="1079"/>
                </a:lnTo>
                <a:lnTo>
                  <a:pt x="648" y="1080"/>
                </a:lnTo>
                <a:lnTo>
                  <a:pt x="647" y="1080"/>
                </a:lnTo>
                <a:lnTo>
                  <a:pt x="645" y="1080"/>
                </a:lnTo>
                <a:lnTo>
                  <a:pt x="644" y="1081"/>
                </a:lnTo>
                <a:lnTo>
                  <a:pt x="643" y="1081"/>
                </a:lnTo>
                <a:lnTo>
                  <a:pt x="642" y="1081"/>
                </a:lnTo>
                <a:lnTo>
                  <a:pt x="642" y="1082"/>
                </a:lnTo>
                <a:lnTo>
                  <a:pt x="641" y="1082"/>
                </a:lnTo>
                <a:lnTo>
                  <a:pt x="640" y="1082"/>
                </a:lnTo>
                <a:lnTo>
                  <a:pt x="640" y="1081"/>
                </a:lnTo>
                <a:lnTo>
                  <a:pt x="639" y="1080"/>
                </a:lnTo>
                <a:lnTo>
                  <a:pt x="638" y="1080"/>
                </a:lnTo>
                <a:lnTo>
                  <a:pt x="638" y="1079"/>
                </a:lnTo>
                <a:lnTo>
                  <a:pt x="638" y="1078"/>
                </a:lnTo>
                <a:lnTo>
                  <a:pt x="638" y="1077"/>
                </a:lnTo>
                <a:lnTo>
                  <a:pt x="638" y="1076"/>
                </a:lnTo>
                <a:lnTo>
                  <a:pt x="639" y="1075"/>
                </a:lnTo>
                <a:lnTo>
                  <a:pt x="639" y="1074"/>
                </a:lnTo>
                <a:lnTo>
                  <a:pt x="640" y="1074"/>
                </a:lnTo>
                <a:lnTo>
                  <a:pt x="640" y="1073"/>
                </a:lnTo>
                <a:lnTo>
                  <a:pt x="641" y="1073"/>
                </a:lnTo>
                <a:lnTo>
                  <a:pt x="640" y="1073"/>
                </a:lnTo>
                <a:lnTo>
                  <a:pt x="640" y="1072"/>
                </a:lnTo>
                <a:lnTo>
                  <a:pt x="642" y="1072"/>
                </a:lnTo>
                <a:lnTo>
                  <a:pt x="643" y="1072"/>
                </a:lnTo>
                <a:lnTo>
                  <a:pt x="644" y="1072"/>
                </a:lnTo>
                <a:lnTo>
                  <a:pt x="645" y="1072"/>
                </a:lnTo>
                <a:lnTo>
                  <a:pt x="646" y="1072"/>
                </a:lnTo>
                <a:lnTo>
                  <a:pt x="648" y="1071"/>
                </a:lnTo>
                <a:lnTo>
                  <a:pt x="649" y="1072"/>
                </a:lnTo>
                <a:lnTo>
                  <a:pt x="650" y="1072"/>
                </a:lnTo>
                <a:lnTo>
                  <a:pt x="652" y="1072"/>
                </a:lnTo>
                <a:lnTo>
                  <a:pt x="653" y="1072"/>
                </a:lnTo>
                <a:lnTo>
                  <a:pt x="654" y="1072"/>
                </a:lnTo>
                <a:lnTo>
                  <a:pt x="654" y="1071"/>
                </a:lnTo>
                <a:lnTo>
                  <a:pt x="655" y="1071"/>
                </a:lnTo>
                <a:lnTo>
                  <a:pt x="656" y="1071"/>
                </a:lnTo>
                <a:lnTo>
                  <a:pt x="657" y="1071"/>
                </a:lnTo>
                <a:lnTo>
                  <a:pt x="659" y="1071"/>
                </a:lnTo>
                <a:lnTo>
                  <a:pt x="660" y="1071"/>
                </a:lnTo>
                <a:lnTo>
                  <a:pt x="661" y="1070"/>
                </a:lnTo>
                <a:lnTo>
                  <a:pt x="660" y="1069"/>
                </a:lnTo>
                <a:lnTo>
                  <a:pt x="660" y="1068"/>
                </a:lnTo>
                <a:lnTo>
                  <a:pt x="659" y="1068"/>
                </a:lnTo>
                <a:lnTo>
                  <a:pt x="658" y="1067"/>
                </a:lnTo>
                <a:lnTo>
                  <a:pt x="658" y="1066"/>
                </a:lnTo>
                <a:lnTo>
                  <a:pt x="657" y="1066"/>
                </a:lnTo>
                <a:lnTo>
                  <a:pt x="657" y="1065"/>
                </a:lnTo>
                <a:lnTo>
                  <a:pt x="657" y="1064"/>
                </a:lnTo>
                <a:lnTo>
                  <a:pt x="657" y="1063"/>
                </a:lnTo>
                <a:lnTo>
                  <a:pt x="656" y="1062"/>
                </a:lnTo>
                <a:lnTo>
                  <a:pt x="656" y="1063"/>
                </a:lnTo>
                <a:lnTo>
                  <a:pt x="656" y="1064"/>
                </a:lnTo>
                <a:lnTo>
                  <a:pt x="655" y="1064"/>
                </a:lnTo>
                <a:lnTo>
                  <a:pt x="654" y="1064"/>
                </a:lnTo>
                <a:lnTo>
                  <a:pt x="653" y="1064"/>
                </a:lnTo>
                <a:lnTo>
                  <a:pt x="653" y="1063"/>
                </a:lnTo>
                <a:lnTo>
                  <a:pt x="652" y="1062"/>
                </a:lnTo>
                <a:lnTo>
                  <a:pt x="651" y="1062"/>
                </a:lnTo>
                <a:lnTo>
                  <a:pt x="651" y="1063"/>
                </a:lnTo>
                <a:lnTo>
                  <a:pt x="650" y="1064"/>
                </a:lnTo>
                <a:lnTo>
                  <a:pt x="649" y="1063"/>
                </a:lnTo>
                <a:lnTo>
                  <a:pt x="648" y="1063"/>
                </a:lnTo>
                <a:lnTo>
                  <a:pt x="648" y="1062"/>
                </a:lnTo>
                <a:lnTo>
                  <a:pt x="649" y="1062"/>
                </a:lnTo>
                <a:lnTo>
                  <a:pt x="649" y="1061"/>
                </a:lnTo>
                <a:lnTo>
                  <a:pt x="648" y="1061"/>
                </a:lnTo>
                <a:lnTo>
                  <a:pt x="648" y="1062"/>
                </a:lnTo>
                <a:lnTo>
                  <a:pt x="647" y="1062"/>
                </a:lnTo>
                <a:lnTo>
                  <a:pt x="647" y="1061"/>
                </a:lnTo>
                <a:lnTo>
                  <a:pt x="646" y="1061"/>
                </a:lnTo>
                <a:lnTo>
                  <a:pt x="646" y="1062"/>
                </a:lnTo>
                <a:lnTo>
                  <a:pt x="645" y="1062"/>
                </a:lnTo>
                <a:lnTo>
                  <a:pt x="646" y="1062"/>
                </a:lnTo>
                <a:lnTo>
                  <a:pt x="646" y="1063"/>
                </a:lnTo>
                <a:lnTo>
                  <a:pt x="645" y="1063"/>
                </a:lnTo>
                <a:lnTo>
                  <a:pt x="644" y="1063"/>
                </a:lnTo>
                <a:lnTo>
                  <a:pt x="643" y="1063"/>
                </a:lnTo>
                <a:lnTo>
                  <a:pt x="642" y="1063"/>
                </a:lnTo>
                <a:lnTo>
                  <a:pt x="642" y="1062"/>
                </a:lnTo>
                <a:lnTo>
                  <a:pt x="641" y="1062"/>
                </a:lnTo>
                <a:lnTo>
                  <a:pt x="640" y="1062"/>
                </a:lnTo>
                <a:lnTo>
                  <a:pt x="639" y="1063"/>
                </a:lnTo>
                <a:lnTo>
                  <a:pt x="639" y="1064"/>
                </a:lnTo>
                <a:lnTo>
                  <a:pt x="638" y="1064"/>
                </a:lnTo>
                <a:lnTo>
                  <a:pt x="638" y="1063"/>
                </a:lnTo>
                <a:lnTo>
                  <a:pt x="637" y="1062"/>
                </a:lnTo>
                <a:lnTo>
                  <a:pt x="637" y="1061"/>
                </a:lnTo>
                <a:lnTo>
                  <a:pt x="636" y="1060"/>
                </a:lnTo>
                <a:lnTo>
                  <a:pt x="634" y="1060"/>
                </a:lnTo>
                <a:lnTo>
                  <a:pt x="634" y="1059"/>
                </a:lnTo>
                <a:lnTo>
                  <a:pt x="633" y="1058"/>
                </a:lnTo>
                <a:lnTo>
                  <a:pt x="632" y="1058"/>
                </a:lnTo>
                <a:lnTo>
                  <a:pt x="631" y="1058"/>
                </a:lnTo>
                <a:lnTo>
                  <a:pt x="631" y="1057"/>
                </a:lnTo>
                <a:lnTo>
                  <a:pt x="630" y="1057"/>
                </a:lnTo>
                <a:lnTo>
                  <a:pt x="629" y="1056"/>
                </a:lnTo>
                <a:lnTo>
                  <a:pt x="628" y="1056"/>
                </a:lnTo>
                <a:lnTo>
                  <a:pt x="627" y="1058"/>
                </a:lnTo>
                <a:lnTo>
                  <a:pt x="626" y="1058"/>
                </a:lnTo>
                <a:lnTo>
                  <a:pt x="625" y="1058"/>
                </a:lnTo>
                <a:lnTo>
                  <a:pt x="625" y="1057"/>
                </a:lnTo>
                <a:lnTo>
                  <a:pt x="624" y="1057"/>
                </a:lnTo>
                <a:lnTo>
                  <a:pt x="623" y="1057"/>
                </a:lnTo>
                <a:lnTo>
                  <a:pt x="623" y="1058"/>
                </a:lnTo>
                <a:lnTo>
                  <a:pt x="622" y="1058"/>
                </a:lnTo>
                <a:lnTo>
                  <a:pt x="622" y="1057"/>
                </a:lnTo>
                <a:lnTo>
                  <a:pt x="621" y="1057"/>
                </a:lnTo>
                <a:lnTo>
                  <a:pt x="620" y="1057"/>
                </a:lnTo>
                <a:lnTo>
                  <a:pt x="619" y="1056"/>
                </a:lnTo>
                <a:lnTo>
                  <a:pt x="619" y="1055"/>
                </a:lnTo>
                <a:lnTo>
                  <a:pt x="619" y="1054"/>
                </a:lnTo>
                <a:lnTo>
                  <a:pt x="619" y="1053"/>
                </a:lnTo>
                <a:lnTo>
                  <a:pt x="618" y="1052"/>
                </a:lnTo>
                <a:lnTo>
                  <a:pt x="618" y="1051"/>
                </a:lnTo>
                <a:lnTo>
                  <a:pt x="619" y="1050"/>
                </a:lnTo>
                <a:lnTo>
                  <a:pt x="618" y="1050"/>
                </a:lnTo>
                <a:lnTo>
                  <a:pt x="618" y="1049"/>
                </a:lnTo>
                <a:lnTo>
                  <a:pt x="617" y="1047"/>
                </a:lnTo>
                <a:lnTo>
                  <a:pt x="616" y="1047"/>
                </a:lnTo>
                <a:lnTo>
                  <a:pt x="615" y="1047"/>
                </a:lnTo>
                <a:lnTo>
                  <a:pt x="614" y="1047"/>
                </a:lnTo>
                <a:lnTo>
                  <a:pt x="613" y="1048"/>
                </a:lnTo>
                <a:lnTo>
                  <a:pt x="612" y="1048"/>
                </a:lnTo>
                <a:lnTo>
                  <a:pt x="611" y="1046"/>
                </a:lnTo>
                <a:lnTo>
                  <a:pt x="611" y="1045"/>
                </a:lnTo>
                <a:lnTo>
                  <a:pt x="610" y="1045"/>
                </a:lnTo>
                <a:lnTo>
                  <a:pt x="609" y="1045"/>
                </a:lnTo>
                <a:lnTo>
                  <a:pt x="609" y="1044"/>
                </a:lnTo>
                <a:lnTo>
                  <a:pt x="608" y="1044"/>
                </a:lnTo>
                <a:lnTo>
                  <a:pt x="607" y="1043"/>
                </a:lnTo>
                <a:lnTo>
                  <a:pt x="606" y="1042"/>
                </a:lnTo>
                <a:lnTo>
                  <a:pt x="605" y="1042"/>
                </a:lnTo>
                <a:lnTo>
                  <a:pt x="605" y="1040"/>
                </a:lnTo>
                <a:lnTo>
                  <a:pt x="606" y="1039"/>
                </a:lnTo>
                <a:lnTo>
                  <a:pt x="605" y="1039"/>
                </a:lnTo>
                <a:lnTo>
                  <a:pt x="605" y="1038"/>
                </a:lnTo>
                <a:lnTo>
                  <a:pt x="604" y="1038"/>
                </a:lnTo>
                <a:lnTo>
                  <a:pt x="604" y="1037"/>
                </a:lnTo>
                <a:lnTo>
                  <a:pt x="603" y="1037"/>
                </a:lnTo>
                <a:lnTo>
                  <a:pt x="603" y="1038"/>
                </a:lnTo>
                <a:lnTo>
                  <a:pt x="603" y="1037"/>
                </a:lnTo>
                <a:lnTo>
                  <a:pt x="602" y="1037"/>
                </a:lnTo>
                <a:lnTo>
                  <a:pt x="602" y="1036"/>
                </a:lnTo>
                <a:lnTo>
                  <a:pt x="604" y="1036"/>
                </a:lnTo>
                <a:lnTo>
                  <a:pt x="605" y="1036"/>
                </a:lnTo>
                <a:lnTo>
                  <a:pt x="605" y="1035"/>
                </a:lnTo>
                <a:lnTo>
                  <a:pt x="604" y="1034"/>
                </a:lnTo>
                <a:lnTo>
                  <a:pt x="604" y="1033"/>
                </a:lnTo>
                <a:lnTo>
                  <a:pt x="603" y="1033"/>
                </a:lnTo>
                <a:lnTo>
                  <a:pt x="602" y="1033"/>
                </a:lnTo>
                <a:lnTo>
                  <a:pt x="601" y="1032"/>
                </a:lnTo>
                <a:lnTo>
                  <a:pt x="600" y="1031"/>
                </a:lnTo>
                <a:lnTo>
                  <a:pt x="600" y="1030"/>
                </a:lnTo>
                <a:lnTo>
                  <a:pt x="599" y="1028"/>
                </a:lnTo>
                <a:lnTo>
                  <a:pt x="600" y="1028"/>
                </a:lnTo>
                <a:lnTo>
                  <a:pt x="599" y="1027"/>
                </a:lnTo>
                <a:lnTo>
                  <a:pt x="598" y="1027"/>
                </a:lnTo>
                <a:lnTo>
                  <a:pt x="598" y="1026"/>
                </a:lnTo>
                <a:lnTo>
                  <a:pt x="598" y="1025"/>
                </a:lnTo>
                <a:lnTo>
                  <a:pt x="597" y="1025"/>
                </a:lnTo>
                <a:lnTo>
                  <a:pt x="596" y="1025"/>
                </a:lnTo>
                <a:lnTo>
                  <a:pt x="595" y="1025"/>
                </a:lnTo>
                <a:lnTo>
                  <a:pt x="595" y="1024"/>
                </a:lnTo>
                <a:lnTo>
                  <a:pt x="594" y="1024"/>
                </a:lnTo>
                <a:lnTo>
                  <a:pt x="594" y="1023"/>
                </a:lnTo>
                <a:lnTo>
                  <a:pt x="594" y="1022"/>
                </a:lnTo>
                <a:lnTo>
                  <a:pt x="593" y="1022"/>
                </a:lnTo>
                <a:lnTo>
                  <a:pt x="592" y="1022"/>
                </a:lnTo>
                <a:lnTo>
                  <a:pt x="592" y="1021"/>
                </a:lnTo>
                <a:lnTo>
                  <a:pt x="591" y="1021"/>
                </a:lnTo>
                <a:lnTo>
                  <a:pt x="590" y="1019"/>
                </a:lnTo>
                <a:lnTo>
                  <a:pt x="589" y="1019"/>
                </a:lnTo>
                <a:lnTo>
                  <a:pt x="589" y="1018"/>
                </a:lnTo>
                <a:lnTo>
                  <a:pt x="588" y="1018"/>
                </a:lnTo>
                <a:lnTo>
                  <a:pt x="588" y="1017"/>
                </a:lnTo>
                <a:lnTo>
                  <a:pt x="588" y="1016"/>
                </a:lnTo>
                <a:lnTo>
                  <a:pt x="588" y="1015"/>
                </a:lnTo>
                <a:lnTo>
                  <a:pt x="587" y="1014"/>
                </a:lnTo>
                <a:lnTo>
                  <a:pt x="586" y="1013"/>
                </a:lnTo>
                <a:lnTo>
                  <a:pt x="585" y="1013"/>
                </a:lnTo>
                <a:lnTo>
                  <a:pt x="585" y="1012"/>
                </a:lnTo>
                <a:lnTo>
                  <a:pt x="585" y="1013"/>
                </a:lnTo>
                <a:lnTo>
                  <a:pt x="584" y="1013"/>
                </a:lnTo>
                <a:lnTo>
                  <a:pt x="584" y="1014"/>
                </a:lnTo>
                <a:lnTo>
                  <a:pt x="584" y="1016"/>
                </a:lnTo>
                <a:lnTo>
                  <a:pt x="583" y="1016"/>
                </a:lnTo>
                <a:lnTo>
                  <a:pt x="583" y="1017"/>
                </a:lnTo>
                <a:lnTo>
                  <a:pt x="582" y="1017"/>
                </a:lnTo>
                <a:lnTo>
                  <a:pt x="582" y="1018"/>
                </a:lnTo>
                <a:lnTo>
                  <a:pt x="583" y="1018"/>
                </a:lnTo>
                <a:lnTo>
                  <a:pt x="583" y="1019"/>
                </a:lnTo>
                <a:lnTo>
                  <a:pt x="582" y="1019"/>
                </a:lnTo>
                <a:lnTo>
                  <a:pt x="581" y="1019"/>
                </a:lnTo>
                <a:lnTo>
                  <a:pt x="580" y="1019"/>
                </a:lnTo>
                <a:lnTo>
                  <a:pt x="579" y="1019"/>
                </a:lnTo>
                <a:lnTo>
                  <a:pt x="579" y="1020"/>
                </a:lnTo>
                <a:lnTo>
                  <a:pt x="578" y="1020"/>
                </a:lnTo>
                <a:lnTo>
                  <a:pt x="578" y="1021"/>
                </a:lnTo>
                <a:lnTo>
                  <a:pt x="577" y="1021"/>
                </a:lnTo>
                <a:lnTo>
                  <a:pt x="577" y="1022"/>
                </a:lnTo>
                <a:lnTo>
                  <a:pt x="576" y="1022"/>
                </a:lnTo>
                <a:lnTo>
                  <a:pt x="575" y="1023"/>
                </a:lnTo>
                <a:lnTo>
                  <a:pt x="574" y="1023"/>
                </a:lnTo>
                <a:lnTo>
                  <a:pt x="573" y="1023"/>
                </a:lnTo>
                <a:lnTo>
                  <a:pt x="572" y="1023"/>
                </a:lnTo>
                <a:lnTo>
                  <a:pt x="572" y="1022"/>
                </a:lnTo>
                <a:lnTo>
                  <a:pt x="571" y="1022"/>
                </a:lnTo>
                <a:lnTo>
                  <a:pt x="570" y="1022"/>
                </a:lnTo>
                <a:lnTo>
                  <a:pt x="570" y="1023"/>
                </a:lnTo>
                <a:lnTo>
                  <a:pt x="568" y="1022"/>
                </a:lnTo>
                <a:lnTo>
                  <a:pt x="568" y="1021"/>
                </a:lnTo>
                <a:lnTo>
                  <a:pt x="567" y="1021"/>
                </a:lnTo>
                <a:lnTo>
                  <a:pt x="566" y="1021"/>
                </a:lnTo>
                <a:lnTo>
                  <a:pt x="565" y="1022"/>
                </a:lnTo>
                <a:lnTo>
                  <a:pt x="565" y="1023"/>
                </a:lnTo>
                <a:lnTo>
                  <a:pt x="566" y="1023"/>
                </a:lnTo>
                <a:lnTo>
                  <a:pt x="565" y="1024"/>
                </a:lnTo>
                <a:lnTo>
                  <a:pt x="565" y="1025"/>
                </a:lnTo>
                <a:lnTo>
                  <a:pt x="565" y="1026"/>
                </a:lnTo>
                <a:lnTo>
                  <a:pt x="564" y="1026"/>
                </a:lnTo>
                <a:lnTo>
                  <a:pt x="563" y="1027"/>
                </a:lnTo>
                <a:lnTo>
                  <a:pt x="562" y="1027"/>
                </a:lnTo>
                <a:lnTo>
                  <a:pt x="561" y="1027"/>
                </a:lnTo>
                <a:lnTo>
                  <a:pt x="561" y="1026"/>
                </a:lnTo>
                <a:lnTo>
                  <a:pt x="560" y="1024"/>
                </a:lnTo>
                <a:lnTo>
                  <a:pt x="559" y="1024"/>
                </a:lnTo>
                <a:lnTo>
                  <a:pt x="559" y="1023"/>
                </a:lnTo>
                <a:lnTo>
                  <a:pt x="559" y="1022"/>
                </a:lnTo>
                <a:lnTo>
                  <a:pt x="559" y="1021"/>
                </a:lnTo>
                <a:lnTo>
                  <a:pt x="558" y="1021"/>
                </a:lnTo>
                <a:lnTo>
                  <a:pt x="557" y="1021"/>
                </a:lnTo>
                <a:lnTo>
                  <a:pt x="557" y="1022"/>
                </a:lnTo>
                <a:lnTo>
                  <a:pt x="556" y="1023"/>
                </a:lnTo>
                <a:lnTo>
                  <a:pt x="556" y="1024"/>
                </a:lnTo>
                <a:lnTo>
                  <a:pt x="555" y="1025"/>
                </a:lnTo>
                <a:lnTo>
                  <a:pt x="555" y="1026"/>
                </a:lnTo>
                <a:lnTo>
                  <a:pt x="554" y="1026"/>
                </a:lnTo>
                <a:lnTo>
                  <a:pt x="554" y="1027"/>
                </a:lnTo>
                <a:lnTo>
                  <a:pt x="555" y="1028"/>
                </a:lnTo>
                <a:lnTo>
                  <a:pt x="555" y="1029"/>
                </a:lnTo>
                <a:lnTo>
                  <a:pt x="554" y="1030"/>
                </a:lnTo>
                <a:lnTo>
                  <a:pt x="554" y="1031"/>
                </a:lnTo>
                <a:lnTo>
                  <a:pt x="553" y="1031"/>
                </a:lnTo>
                <a:lnTo>
                  <a:pt x="553" y="1032"/>
                </a:lnTo>
                <a:lnTo>
                  <a:pt x="553" y="1033"/>
                </a:lnTo>
                <a:lnTo>
                  <a:pt x="552" y="1033"/>
                </a:lnTo>
                <a:lnTo>
                  <a:pt x="551" y="1033"/>
                </a:lnTo>
                <a:lnTo>
                  <a:pt x="551" y="1032"/>
                </a:lnTo>
                <a:lnTo>
                  <a:pt x="551" y="1031"/>
                </a:lnTo>
                <a:lnTo>
                  <a:pt x="549" y="1031"/>
                </a:lnTo>
                <a:lnTo>
                  <a:pt x="548" y="1031"/>
                </a:lnTo>
                <a:lnTo>
                  <a:pt x="547" y="1031"/>
                </a:lnTo>
                <a:lnTo>
                  <a:pt x="546" y="1031"/>
                </a:lnTo>
                <a:lnTo>
                  <a:pt x="545" y="1031"/>
                </a:lnTo>
                <a:lnTo>
                  <a:pt x="544" y="1031"/>
                </a:lnTo>
                <a:lnTo>
                  <a:pt x="544" y="1032"/>
                </a:lnTo>
                <a:lnTo>
                  <a:pt x="543" y="1032"/>
                </a:lnTo>
                <a:lnTo>
                  <a:pt x="543" y="1033"/>
                </a:lnTo>
                <a:lnTo>
                  <a:pt x="543" y="1034"/>
                </a:lnTo>
                <a:lnTo>
                  <a:pt x="542" y="1034"/>
                </a:lnTo>
                <a:lnTo>
                  <a:pt x="541" y="1033"/>
                </a:lnTo>
                <a:lnTo>
                  <a:pt x="540" y="1033"/>
                </a:lnTo>
                <a:lnTo>
                  <a:pt x="539" y="1033"/>
                </a:lnTo>
                <a:lnTo>
                  <a:pt x="539" y="1032"/>
                </a:lnTo>
                <a:lnTo>
                  <a:pt x="538" y="1032"/>
                </a:lnTo>
                <a:lnTo>
                  <a:pt x="537" y="1032"/>
                </a:lnTo>
                <a:lnTo>
                  <a:pt x="536" y="1032"/>
                </a:lnTo>
                <a:lnTo>
                  <a:pt x="536" y="1033"/>
                </a:lnTo>
                <a:lnTo>
                  <a:pt x="535" y="1033"/>
                </a:lnTo>
                <a:lnTo>
                  <a:pt x="534" y="1032"/>
                </a:lnTo>
                <a:lnTo>
                  <a:pt x="532" y="1032"/>
                </a:lnTo>
                <a:lnTo>
                  <a:pt x="532" y="1031"/>
                </a:lnTo>
                <a:lnTo>
                  <a:pt x="531" y="1031"/>
                </a:lnTo>
                <a:lnTo>
                  <a:pt x="531" y="1032"/>
                </a:lnTo>
                <a:lnTo>
                  <a:pt x="530" y="1033"/>
                </a:lnTo>
                <a:lnTo>
                  <a:pt x="529" y="1033"/>
                </a:lnTo>
                <a:lnTo>
                  <a:pt x="529" y="1035"/>
                </a:lnTo>
                <a:lnTo>
                  <a:pt x="528" y="1036"/>
                </a:lnTo>
                <a:lnTo>
                  <a:pt x="529" y="1037"/>
                </a:lnTo>
                <a:lnTo>
                  <a:pt x="529" y="1038"/>
                </a:lnTo>
                <a:lnTo>
                  <a:pt x="528" y="1039"/>
                </a:lnTo>
                <a:lnTo>
                  <a:pt x="528" y="1040"/>
                </a:lnTo>
                <a:lnTo>
                  <a:pt x="527" y="1040"/>
                </a:lnTo>
                <a:lnTo>
                  <a:pt x="526" y="1040"/>
                </a:lnTo>
                <a:lnTo>
                  <a:pt x="525" y="1040"/>
                </a:lnTo>
                <a:lnTo>
                  <a:pt x="524" y="1042"/>
                </a:lnTo>
                <a:lnTo>
                  <a:pt x="523" y="1043"/>
                </a:lnTo>
                <a:lnTo>
                  <a:pt x="522" y="1043"/>
                </a:lnTo>
                <a:lnTo>
                  <a:pt x="521" y="1042"/>
                </a:lnTo>
                <a:lnTo>
                  <a:pt x="520" y="1041"/>
                </a:lnTo>
                <a:lnTo>
                  <a:pt x="519" y="1041"/>
                </a:lnTo>
                <a:lnTo>
                  <a:pt x="518" y="1040"/>
                </a:lnTo>
                <a:lnTo>
                  <a:pt x="518" y="1039"/>
                </a:lnTo>
                <a:lnTo>
                  <a:pt x="517" y="1038"/>
                </a:lnTo>
                <a:lnTo>
                  <a:pt x="517" y="1037"/>
                </a:lnTo>
                <a:lnTo>
                  <a:pt x="515" y="1037"/>
                </a:lnTo>
                <a:lnTo>
                  <a:pt x="514" y="1037"/>
                </a:lnTo>
                <a:lnTo>
                  <a:pt x="513" y="1036"/>
                </a:lnTo>
                <a:lnTo>
                  <a:pt x="512" y="1036"/>
                </a:lnTo>
                <a:lnTo>
                  <a:pt x="512" y="1037"/>
                </a:lnTo>
                <a:lnTo>
                  <a:pt x="511" y="1037"/>
                </a:lnTo>
                <a:lnTo>
                  <a:pt x="511" y="1038"/>
                </a:lnTo>
                <a:lnTo>
                  <a:pt x="510" y="1038"/>
                </a:lnTo>
                <a:lnTo>
                  <a:pt x="509" y="1038"/>
                </a:lnTo>
                <a:lnTo>
                  <a:pt x="509" y="1039"/>
                </a:lnTo>
                <a:lnTo>
                  <a:pt x="508" y="1039"/>
                </a:lnTo>
                <a:lnTo>
                  <a:pt x="507" y="1039"/>
                </a:lnTo>
                <a:lnTo>
                  <a:pt x="506" y="1038"/>
                </a:lnTo>
                <a:lnTo>
                  <a:pt x="506" y="1037"/>
                </a:lnTo>
                <a:lnTo>
                  <a:pt x="505" y="1037"/>
                </a:lnTo>
                <a:lnTo>
                  <a:pt x="505" y="1036"/>
                </a:lnTo>
                <a:lnTo>
                  <a:pt x="504" y="1036"/>
                </a:lnTo>
                <a:lnTo>
                  <a:pt x="504" y="1037"/>
                </a:lnTo>
                <a:lnTo>
                  <a:pt x="503" y="1037"/>
                </a:lnTo>
                <a:lnTo>
                  <a:pt x="503" y="1036"/>
                </a:lnTo>
                <a:lnTo>
                  <a:pt x="502" y="1035"/>
                </a:lnTo>
                <a:lnTo>
                  <a:pt x="502" y="1034"/>
                </a:lnTo>
                <a:lnTo>
                  <a:pt x="502" y="1033"/>
                </a:lnTo>
                <a:lnTo>
                  <a:pt x="501" y="1033"/>
                </a:lnTo>
                <a:lnTo>
                  <a:pt x="500" y="1033"/>
                </a:lnTo>
                <a:lnTo>
                  <a:pt x="499" y="1033"/>
                </a:lnTo>
                <a:lnTo>
                  <a:pt x="498" y="1033"/>
                </a:lnTo>
                <a:lnTo>
                  <a:pt x="497" y="1034"/>
                </a:lnTo>
                <a:lnTo>
                  <a:pt x="496" y="1034"/>
                </a:lnTo>
                <a:lnTo>
                  <a:pt x="495" y="1034"/>
                </a:lnTo>
                <a:lnTo>
                  <a:pt x="495" y="1035"/>
                </a:lnTo>
                <a:lnTo>
                  <a:pt x="494" y="1035"/>
                </a:lnTo>
                <a:lnTo>
                  <a:pt x="494" y="1034"/>
                </a:lnTo>
                <a:lnTo>
                  <a:pt x="493" y="1034"/>
                </a:lnTo>
                <a:lnTo>
                  <a:pt x="493" y="1033"/>
                </a:lnTo>
                <a:lnTo>
                  <a:pt x="492" y="1033"/>
                </a:lnTo>
                <a:lnTo>
                  <a:pt x="491" y="1034"/>
                </a:lnTo>
                <a:lnTo>
                  <a:pt x="491" y="1033"/>
                </a:lnTo>
                <a:lnTo>
                  <a:pt x="490" y="1033"/>
                </a:lnTo>
                <a:lnTo>
                  <a:pt x="489" y="1033"/>
                </a:lnTo>
                <a:lnTo>
                  <a:pt x="489" y="1034"/>
                </a:lnTo>
                <a:lnTo>
                  <a:pt x="488" y="1034"/>
                </a:lnTo>
                <a:lnTo>
                  <a:pt x="488" y="1032"/>
                </a:lnTo>
                <a:lnTo>
                  <a:pt x="488" y="1031"/>
                </a:lnTo>
                <a:lnTo>
                  <a:pt x="489" y="1031"/>
                </a:lnTo>
                <a:lnTo>
                  <a:pt x="488" y="1030"/>
                </a:lnTo>
                <a:lnTo>
                  <a:pt x="487" y="1030"/>
                </a:lnTo>
                <a:lnTo>
                  <a:pt x="488" y="1029"/>
                </a:lnTo>
                <a:lnTo>
                  <a:pt x="488" y="1028"/>
                </a:lnTo>
                <a:lnTo>
                  <a:pt x="488" y="1027"/>
                </a:lnTo>
                <a:lnTo>
                  <a:pt x="487" y="1027"/>
                </a:lnTo>
                <a:lnTo>
                  <a:pt x="485" y="1025"/>
                </a:lnTo>
                <a:lnTo>
                  <a:pt x="485" y="1024"/>
                </a:lnTo>
                <a:lnTo>
                  <a:pt x="486" y="1024"/>
                </a:lnTo>
                <a:lnTo>
                  <a:pt x="486" y="1023"/>
                </a:lnTo>
                <a:lnTo>
                  <a:pt x="485" y="1023"/>
                </a:lnTo>
                <a:lnTo>
                  <a:pt x="485" y="1022"/>
                </a:lnTo>
                <a:lnTo>
                  <a:pt x="485" y="1021"/>
                </a:lnTo>
                <a:lnTo>
                  <a:pt x="484" y="1021"/>
                </a:lnTo>
                <a:lnTo>
                  <a:pt x="483" y="1020"/>
                </a:lnTo>
                <a:lnTo>
                  <a:pt x="482" y="1019"/>
                </a:lnTo>
                <a:lnTo>
                  <a:pt x="481" y="1019"/>
                </a:lnTo>
                <a:lnTo>
                  <a:pt x="480" y="1019"/>
                </a:lnTo>
                <a:lnTo>
                  <a:pt x="479" y="1019"/>
                </a:lnTo>
                <a:lnTo>
                  <a:pt x="479" y="1018"/>
                </a:lnTo>
                <a:lnTo>
                  <a:pt x="478" y="1017"/>
                </a:lnTo>
                <a:lnTo>
                  <a:pt x="477" y="1017"/>
                </a:lnTo>
                <a:lnTo>
                  <a:pt x="476" y="1018"/>
                </a:lnTo>
                <a:lnTo>
                  <a:pt x="476" y="1017"/>
                </a:lnTo>
                <a:lnTo>
                  <a:pt x="475" y="1016"/>
                </a:lnTo>
                <a:lnTo>
                  <a:pt x="474" y="1016"/>
                </a:lnTo>
                <a:lnTo>
                  <a:pt x="473" y="1016"/>
                </a:lnTo>
                <a:lnTo>
                  <a:pt x="473" y="1015"/>
                </a:lnTo>
                <a:lnTo>
                  <a:pt x="472" y="1015"/>
                </a:lnTo>
                <a:lnTo>
                  <a:pt x="471" y="1015"/>
                </a:lnTo>
                <a:lnTo>
                  <a:pt x="470" y="1015"/>
                </a:lnTo>
                <a:lnTo>
                  <a:pt x="469" y="1015"/>
                </a:lnTo>
                <a:lnTo>
                  <a:pt x="469" y="1016"/>
                </a:lnTo>
                <a:lnTo>
                  <a:pt x="468" y="1016"/>
                </a:lnTo>
                <a:lnTo>
                  <a:pt x="467" y="1016"/>
                </a:lnTo>
                <a:lnTo>
                  <a:pt x="467" y="1015"/>
                </a:lnTo>
                <a:lnTo>
                  <a:pt x="466" y="1015"/>
                </a:lnTo>
                <a:lnTo>
                  <a:pt x="464" y="1015"/>
                </a:lnTo>
                <a:lnTo>
                  <a:pt x="463" y="1015"/>
                </a:lnTo>
                <a:lnTo>
                  <a:pt x="463" y="1017"/>
                </a:lnTo>
                <a:lnTo>
                  <a:pt x="463" y="1018"/>
                </a:lnTo>
                <a:lnTo>
                  <a:pt x="461" y="1018"/>
                </a:lnTo>
                <a:lnTo>
                  <a:pt x="460" y="1018"/>
                </a:lnTo>
                <a:lnTo>
                  <a:pt x="461" y="1018"/>
                </a:lnTo>
                <a:lnTo>
                  <a:pt x="461" y="1019"/>
                </a:lnTo>
                <a:lnTo>
                  <a:pt x="461" y="1020"/>
                </a:lnTo>
                <a:lnTo>
                  <a:pt x="460" y="1020"/>
                </a:lnTo>
                <a:lnTo>
                  <a:pt x="459" y="1021"/>
                </a:lnTo>
                <a:lnTo>
                  <a:pt x="459" y="1022"/>
                </a:lnTo>
                <a:lnTo>
                  <a:pt x="458" y="1022"/>
                </a:lnTo>
                <a:lnTo>
                  <a:pt x="457" y="1023"/>
                </a:lnTo>
                <a:lnTo>
                  <a:pt x="456" y="1023"/>
                </a:lnTo>
                <a:lnTo>
                  <a:pt x="455" y="1023"/>
                </a:lnTo>
                <a:lnTo>
                  <a:pt x="454" y="1024"/>
                </a:lnTo>
                <a:lnTo>
                  <a:pt x="453" y="1024"/>
                </a:lnTo>
                <a:lnTo>
                  <a:pt x="452" y="1025"/>
                </a:lnTo>
                <a:lnTo>
                  <a:pt x="452" y="1026"/>
                </a:lnTo>
                <a:lnTo>
                  <a:pt x="451" y="1026"/>
                </a:lnTo>
                <a:lnTo>
                  <a:pt x="451" y="1027"/>
                </a:lnTo>
                <a:lnTo>
                  <a:pt x="450" y="1027"/>
                </a:lnTo>
                <a:lnTo>
                  <a:pt x="450" y="1026"/>
                </a:lnTo>
                <a:lnTo>
                  <a:pt x="449" y="1026"/>
                </a:lnTo>
                <a:lnTo>
                  <a:pt x="448" y="1026"/>
                </a:lnTo>
                <a:lnTo>
                  <a:pt x="448" y="1027"/>
                </a:lnTo>
                <a:lnTo>
                  <a:pt x="447" y="1027"/>
                </a:lnTo>
                <a:lnTo>
                  <a:pt x="447" y="1028"/>
                </a:lnTo>
                <a:lnTo>
                  <a:pt x="446" y="1028"/>
                </a:lnTo>
                <a:lnTo>
                  <a:pt x="445" y="1027"/>
                </a:lnTo>
                <a:lnTo>
                  <a:pt x="445" y="1026"/>
                </a:lnTo>
                <a:lnTo>
                  <a:pt x="445" y="1025"/>
                </a:lnTo>
                <a:lnTo>
                  <a:pt x="444" y="1025"/>
                </a:lnTo>
                <a:lnTo>
                  <a:pt x="444" y="1024"/>
                </a:lnTo>
                <a:lnTo>
                  <a:pt x="444" y="1023"/>
                </a:lnTo>
                <a:lnTo>
                  <a:pt x="442" y="1023"/>
                </a:lnTo>
                <a:lnTo>
                  <a:pt x="442" y="1024"/>
                </a:lnTo>
                <a:lnTo>
                  <a:pt x="441" y="1023"/>
                </a:lnTo>
                <a:lnTo>
                  <a:pt x="441" y="1021"/>
                </a:lnTo>
                <a:lnTo>
                  <a:pt x="441" y="1020"/>
                </a:lnTo>
                <a:lnTo>
                  <a:pt x="441" y="1019"/>
                </a:lnTo>
                <a:lnTo>
                  <a:pt x="441" y="1018"/>
                </a:lnTo>
                <a:lnTo>
                  <a:pt x="440" y="1018"/>
                </a:lnTo>
                <a:lnTo>
                  <a:pt x="440" y="1017"/>
                </a:lnTo>
                <a:lnTo>
                  <a:pt x="440" y="1016"/>
                </a:lnTo>
                <a:lnTo>
                  <a:pt x="440" y="1015"/>
                </a:lnTo>
                <a:lnTo>
                  <a:pt x="440" y="1014"/>
                </a:lnTo>
                <a:lnTo>
                  <a:pt x="439" y="1014"/>
                </a:lnTo>
                <a:lnTo>
                  <a:pt x="438" y="1014"/>
                </a:lnTo>
                <a:lnTo>
                  <a:pt x="437" y="1014"/>
                </a:lnTo>
                <a:lnTo>
                  <a:pt x="436" y="1014"/>
                </a:lnTo>
                <a:lnTo>
                  <a:pt x="435" y="1014"/>
                </a:lnTo>
                <a:lnTo>
                  <a:pt x="434" y="1014"/>
                </a:lnTo>
                <a:lnTo>
                  <a:pt x="434" y="1015"/>
                </a:lnTo>
                <a:lnTo>
                  <a:pt x="434" y="1016"/>
                </a:lnTo>
                <a:lnTo>
                  <a:pt x="433" y="1016"/>
                </a:lnTo>
                <a:lnTo>
                  <a:pt x="432" y="1016"/>
                </a:lnTo>
                <a:lnTo>
                  <a:pt x="431" y="1016"/>
                </a:lnTo>
                <a:lnTo>
                  <a:pt x="430" y="1017"/>
                </a:lnTo>
                <a:lnTo>
                  <a:pt x="430" y="1018"/>
                </a:lnTo>
                <a:lnTo>
                  <a:pt x="429" y="1018"/>
                </a:lnTo>
                <a:lnTo>
                  <a:pt x="429" y="1017"/>
                </a:lnTo>
                <a:lnTo>
                  <a:pt x="429" y="1016"/>
                </a:lnTo>
                <a:lnTo>
                  <a:pt x="429" y="1015"/>
                </a:lnTo>
                <a:lnTo>
                  <a:pt x="428" y="1015"/>
                </a:lnTo>
                <a:lnTo>
                  <a:pt x="428" y="1014"/>
                </a:lnTo>
                <a:lnTo>
                  <a:pt x="427" y="1013"/>
                </a:lnTo>
                <a:lnTo>
                  <a:pt x="426" y="1012"/>
                </a:lnTo>
                <a:lnTo>
                  <a:pt x="425" y="1011"/>
                </a:lnTo>
                <a:lnTo>
                  <a:pt x="423" y="1010"/>
                </a:lnTo>
                <a:lnTo>
                  <a:pt x="422" y="1010"/>
                </a:lnTo>
                <a:lnTo>
                  <a:pt x="421" y="1010"/>
                </a:lnTo>
                <a:lnTo>
                  <a:pt x="421" y="1009"/>
                </a:lnTo>
                <a:lnTo>
                  <a:pt x="422" y="1009"/>
                </a:lnTo>
                <a:lnTo>
                  <a:pt x="422" y="1008"/>
                </a:lnTo>
                <a:lnTo>
                  <a:pt x="422" y="1007"/>
                </a:lnTo>
                <a:lnTo>
                  <a:pt x="423" y="1006"/>
                </a:lnTo>
                <a:lnTo>
                  <a:pt x="422" y="1005"/>
                </a:lnTo>
                <a:lnTo>
                  <a:pt x="421" y="1005"/>
                </a:lnTo>
                <a:lnTo>
                  <a:pt x="421" y="1004"/>
                </a:lnTo>
                <a:lnTo>
                  <a:pt x="421" y="1003"/>
                </a:lnTo>
                <a:lnTo>
                  <a:pt x="422" y="1003"/>
                </a:lnTo>
                <a:lnTo>
                  <a:pt x="421" y="1003"/>
                </a:lnTo>
                <a:lnTo>
                  <a:pt x="420" y="1003"/>
                </a:lnTo>
                <a:lnTo>
                  <a:pt x="419" y="1003"/>
                </a:lnTo>
                <a:lnTo>
                  <a:pt x="419" y="1002"/>
                </a:lnTo>
                <a:lnTo>
                  <a:pt x="418" y="1002"/>
                </a:lnTo>
                <a:lnTo>
                  <a:pt x="417" y="1002"/>
                </a:lnTo>
                <a:lnTo>
                  <a:pt x="417" y="1001"/>
                </a:lnTo>
                <a:lnTo>
                  <a:pt x="416" y="1001"/>
                </a:lnTo>
                <a:lnTo>
                  <a:pt x="416" y="1000"/>
                </a:lnTo>
                <a:lnTo>
                  <a:pt x="416" y="999"/>
                </a:lnTo>
                <a:lnTo>
                  <a:pt x="415" y="998"/>
                </a:lnTo>
                <a:lnTo>
                  <a:pt x="415" y="997"/>
                </a:lnTo>
                <a:lnTo>
                  <a:pt x="416" y="997"/>
                </a:lnTo>
                <a:lnTo>
                  <a:pt x="416" y="996"/>
                </a:lnTo>
                <a:lnTo>
                  <a:pt x="415" y="995"/>
                </a:lnTo>
                <a:lnTo>
                  <a:pt x="414" y="995"/>
                </a:lnTo>
                <a:lnTo>
                  <a:pt x="414" y="996"/>
                </a:lnTo>
                <a:lnTo>
                  <a:pt x="413" y="996"/>
                </a:lnTo>
                <a:lnTo>
                  <a:pt x="412" y="996"/>
                </a:lnTo>
                <a:lnTo>
                  <a:pt x="412" y="995"/>
                </a:lnTo>
                <a:lnTo>
                  <a:pt x="411" y="995"/>
                </a:lnTo>
                <a:lnTo>
                  <a:pt x="411" y="996"/>
                </a:lnTo>
                <a:lnTo>
                  <a:pt x="410" y="996"/>
                </a:lnTo>
                <a:lnTo>
                  <a:pt x="409" y="995"/>
                </a:lnTo>
                <a:lnTo>
                  <a:pt x="409" y="994"/>
                </a:lnTo>
                <a:lnTo>
                  <a:pt x="408" y="994"/>
                </a:lnTo>
                <a:lnTo>
                  <a:pt x="407" y="993"/>
                </a:lnTo>
                <a:lnTo>
                  <a:pt x="406" y="993"/>
                </a:lnTo>
                <a:lnTo>
                  <a:pt x="405" y="994"/>
                </a:lnTo>
                <a:lnTo>
                  <a:pt x="404" y="995"/>
                </a:lnTo>
                <a:lnTo>
                  <a:pt x="404" y="997"/>
                </a:lnTo>
                <a:lnTo>
                  <a:pt x="403" y="997"/>
                </a:lnTo>
                <a:lnTo>
                  <a:pt x="402" y="997"/>
                </a:lnTo>
                <a:lnTo>
                  <a:pt x="401" y="997"/>
                </a:lnTo>
                <a:lnTo>
                  <a:pt x="400" y="997"/>
                </a:lnTo>
                <a:lnTo>
                  <a:pt x="399" y="996"/>
                </a:lnTo>
                <a:lnTo>
                  <a:pt x="398" y="997"/>
                </a:lnTo>
                <a:lnTo>
                  <a:pt x="396" y="997"/>
                </a:lnTo>
                <a:lnTo>
                  <a:pt x="395" y="997"/>
                </a:lnTo>
                <a:lnTo>
                  <a:pt x="394" y="998"/>
                </a:lnTo>
                <a:lnTo>
                  <a:pt x="393" y="998"/>
                </a:lnTo>
                <a:lnTo>
                  <a:pt x="392" y="998"/>
                </a:lnTo>
                <a:lnTo>
                  <a:pt x="392" y="997"/>
                </a:lnTo>
                <a:lnTo>
                  <a:pt x="391" y="997"/>
                </a:lnTo>
                <a:lnTo>
                  <a:pt x="391" y="996"/>
                </a:lnTo>
                <a:lnTo>
                  <a:pt x="391" y="995"/>
                </a:lnTo>
                <a:lnTo>
                  <a:pt x="391" y="994"/>
                </a:lnTo>
                <a:lnTo>
                  <a:pt x="390" y="994"/>
                </a:lnTo>
                <a:lnTo>
                  <a:pt x="390" y="992"/>
                </a:lnTo>
                <a:lnTo>
                  <a:pt x="391" y="991"/>
                </a:lnTo>
                <a:lnTo>
                  <a:pt x="390" y="991"/>
                </a:lnTo>
                <a:lnTo>
                  <a:pt x="390" y="990"/>
                </a:lnTo>
                <a:lnTo>
                  <a:pt x="390" y="989"/>
                </a:lnTo>
                <a:lnTo>
                  <a:pt x="391" y="988"/>
                </a:lnTo>
                <a:lnTo>
                  <a:pt x="391" y="987"/>
                </a:lnTo>
                <a:lnTo>
                  <a:pt x="390" y="987"/>
                </a:lnTo>
                <a:lnTo>
                  <a:pt x="389" y="987"/>
                </a:lnTo>
                <a:lnTo>
                  <a:pt x="388" y="986"/>
                </a:lnTo>
                <a:lnTo>
                  <a:pt x="388" y="985"/>
                </a:lnTo>
                <a:lnTo>
                  <a:pt x="389" y="985"/>
                </a:lnTo>
                <a:lnTo>
                  <a:pt x="388" y="984"/>
                </a:lnTo>
                <a:lnTo>
                  <a:pt x="388" y="983"/>
                </a:lnTo>
                <a:lnTo>
                  <a:pt x="388" y="982"/>
                </a:lnTo>
                <a:lnTo>
                  <a:pt x="388" y="981"/>
                </a:lnTo>
                <a:lnTo>
                  <a:pt x="388" y="980"/>
                </a:lnTo>
                <a:lnTo>
                  <a:pt x="387" y="980"/>
                </a:lnTo>
                <a:lnTo>
                  <a:pt x="386" y="980"/>
                </a:lnTo>
                <a:lnTo>
                  <a:pt x="385" y="980"/>
                </a:lnTo>
                <a:lnTo>
                  <a:pt x="385" y="981"/>
                </a:lnTo>
                <a:lnTo>
                  <a:pt x="384" y="982"/>
                </a:lnTo>
                <a:lnTo>
                  <a:pt x="383" y="983"/>
                </a:lnTo>
                <a:lnTo>
                  <a:pt x="382" y="982"/>
                </a:lnTo>
                <a:lnTo>
                  <a:pt x="382" y="983"/>
                </a:lnTo>
                <a:lnTo>
                  <a:pt x="381" y="983"/>
                </a:lnTo>
                <a:lnTo>
                  <a:pt x="380" y="983"/>
                </a:lnTo>
                <a:lnTo>
                  <a:pt x="379" y="983"/>
                </a:lnTo>
                <a:lnTo>
                  <a:pt x="378" y="982"/>
                </a:lnTo>
                <a:lnTo>
                  <a:pt x="377" y="982"/>
                </a:lnTo>
                <a:lnTo>
                  <a:pt x="377" y="983"/>
                </a:lnTo>
                <a:lnTo>
                  <a:pt x="376" y="983"/>
                </a:lnTo>
                <a:lnTo>
                  <a:pt x="375" y="983"/>
                </a:lnTo>
                <a:lnTo>
                  <a:pt x="375" y="984"/>
                </a:lnTo>
                <a:lnTo>
                  <a:pt x="374" y="983"/>
                </a:lnTo>
                <a:lnTo>
                  <a:pt x="373" y="983"/>
                </a:lnTo>
                <a:lnTo>
                  <a:pt x="373" y="982"/>
                </a:lnTo>
                <a:lnTo>
                  <a:pt x="372" y="982"/>
                </a:lnTo>
                <a:lnTo>
                  <a:pt x="372" y="983"/>
                </a:lnTo>
                <a:lnTo>
                  <a:pt x="371" y="983"/>
                </a:lnTo>
                <a:lnTo>
                  <a:pt x="370" y="982"/>
                </a:lnTo>
                <a:lnTo>
                  <a:pt x="370" y="983"/>
                </a:lnTo>
                <a:lnTo>
                  <a:pt x="370" y="984"/>
                </a:lnTo>
                <a:lnTo>
                  <a:pt x="369" y="984"/>
                </a:lnTo>
                <a:lnTo>
                  <a:pt x="368" y="984"/>
                </a:lnTo>
                <a:lnTo>
                  <a:pt x="367" y="983"/>
                </a:lnTo>
                <a:lnTo>
                  <a:pt x="367" y="982"/>
                </a:lnTo>
                <a:lnTo>
                  <a:pt x="366" y="982"/>
                </a:lnTo>
                <a:lnTo>
                  <a:pt x="366" y="981"/>
                </a:lnTo>
                <a:lnTo>
                  <a:pt x="365" y="981"/>
                </a:lnTo>
                <a:lnTo>
                  <a:pt x="365" y="980"/>
                </a:lnTo>
                <a:lnTo>
                  <a:pt x="364" y="980"/>
                </a:lnTo>
                <a:lnTo>
                  <a:pt x="364" y="979"/>
                </a:lnTo>
                <a:lnTo>
                  <a:pt x="363" y="979"/>
                </a:lnTo>
                <a:lnTo>
                  <a:pt x="362" y="979"/>
                </a:lnTo>
                <a:lnTo>
                  <a:pt x="361" y="979"/>
                </a:lnTo>
                <a:lnTo>
                  <a:pt x="360" y="979"/>
                </a:lnTo>
                <a:lnTo>
                  <a:pt x="360" y="980"/>
                </a:lnTo>
                <a:lnTo>
                  <a:pt x="359" y="980"/>
                </a:lnTo>
                <a:lnTo>
                  <a:pt x="359" y="979"/>
                </a:lnTo>
                <a:lnTo>
                  <a:pt x="358" y="979"/>
                </a:lnTo>
                <a:lnTo>
                  <a:pt x="357" y="978"/>
                </a:lnTo>
                <a:lnTo>
                  <a:pt x="357" y="977"/>
                </a:lnTo>
                <a:lnTo>
                  <a:pt x="356" y="976"/>
                </a:lnTo>
                <a:lnTo>
                  <a:pt x="355" y="976"/>
                </a:lnTo>
                <a:lnTo>
                  <a:pt x="354" y="976"/>
                </a:lnTo>
                <a:lnTo>
                  <a:pt x="354" y="975"/>
                </a:lnTo>
                <a:lnTo>
                  <a:pt x="354" y="974"/>
                </a:lnTo>
                <a:lnTo>
                  <a:pt x="353" y="974"/>
                </a:lnTo>
                <a:lnTo>
                  <a:pt x="352" y="974"/>
                </a:lnTo>
                <a:lnTo>
                  <a:pt x="352" y="975"/>
                </a:lnTo>
                <a:lnTo>
                  <a:pt x="352" y="974"/>
                </a:lnTo>
                <a:lnTo>
                  <a:pt x="351" y="974"/>
                </a:lnTo>
                <a:lnTo>
                  <a:pt x="350" y="973"/>
                </a:lnTo>
                <a:lnTo>
                  <a:pt x="349" y="972"/>
                </a:lnTo>
                <a:lnTo>
                  <a:pt x="348" y="971"/>
                </a:lnTo>
                <a:lnTo>
                  <a:pt x="347" y="971"/>
                </a:lnTo>
                <a:lnTo>
                  <a:pt x="347" y="972"/>
                </a:lnTo>
                <a:lnTo>
                  <a:pt x="346" y="973"/>
                </a:lnTo>
                <a:lnTo>
                  <a:pt x="346" y="974"/>
                </a:lnTo>
                <a:lnTo>
                  <a:pt x="346" y="975"/>
                </a:lnTo>
                <a:lnTo>
                  <a:pt x="345" y="976"/>
                </a:lnTo>
                <a:lnTo>
                  <a:pt x="344" y="976"/>
                </a:lnTo>
                <a:lnTo>
                  <a:pt x="343" y="977"/>
                </a:lnTo>
                <a:lnTo>
                  <a:pt x="342" y="977"/>
                </a:lnTo>
                <a:lnTo>
                  <a:pt x="340" y="977"/>
                </a:lnTo>
                <a:lnTo>
                  <a:pt x="340" y="976"/>
                </a:lnTo>
                <a:lnTo>
                  <a:pt x="340" y="975"/>
                </a:lnTo>
                <a:lnTo>
                  <a:pt x="339" y="975"/>
                </a:lnTo>
                <a:lnTo>
                  <a:pt x="338" y="976"/>
                </a:lnTo>
                <a:lnTo>
                  <a:pt x="337" y="976"/>
                </a:lnTo>
                <a:lnTo>
                  <a:pt x="337" y="975"/>
                </a:lnTo>
                <a:lnTo>
                  <a:pt x="337" y="974"/>
                </a:lnTo>
                <a:lnTo>
                  <a:pt x="336" y="973"/>
                </a:lnTo>
                <a:lnTo>
                  <a:pt x="336" y="974"/>
                </a:lnTo>
                <a:lnTo>
                  <a:pt x="335" y="974"/>
                </a:lnTo>
                <a:lnTo>
                  <a:pt x="334" y="974"/>
                </a:lnTo>
                <a:lnTo>
                  <a:pt x="334" y="973"/>
                </a:lnTo>
                <a:lnTo>
                  <a:pt x="333" y="973"/>
                </a:lnTo>
                <a:lnTo>
                  <a:pt x="333" y="974"/>
                </a:lnTo>
                <a:lnTo>
                  <a:pt x="331" y="974"/>
                </a:lnTo>
                <a:lnTo>
                  <a:pt x="330" y="975"/>
                </a:lnTo>
                <a:lnTo>
                  <a:pt x="330" y="974"/>
                </a:lnTo>
                <a:lnTo>
                  <a:pt x="330" y="973"/>
                </a:lnTo>
                <a:lnTo>
                  <a:pt x="328" y="973"/>
                </a:lnTo>
                <a:lnTo>
                  <a:pt x="328" y="974"/>
                </a:lnTo>
                <a:lnTo>
                  <a:pt x="327" y="974"/>
                </a:lnTo>
                <a:lnTo>
                  <a:pt x="327" y="973"/>
                </a:lnTo>
                <a:lnTo>
                  <a:pt x="326" y="972"/>
                </a:lnTo>
                <a:lnTo>
                  <a:pt x="325" y="971"/>
                </a:lnTo>
                <a:lnTo>
                  <a:pt x="325" y="972"/>
                </a:lnTo>
                <a:lnTo>
                  <a:pt x="324" y="972"/>
                </a:lnTo>
                <a:lnTo>
                  <a:pt x="322" y="972"/>
                </a:lnTo>
                <a:lnTo>
                  <a:pt x="322" y="971"/>
                </a:lnTo>
                <a:lnTo>
                  <a:pt x="321" y="970"/>
                </a:lnTo>
                <a:lnTo>
                  <a:pt x="320" y="970"/>
                </a:lnTo>
                <a:lnTo>
                  <a:pt x="320" y="969"/>
                </a:lnTo>
                <a:lnTo>
                  <a:pt x="320" y="968"/>
                </a:lnTo>
                <a:lnTo>
                  <a:pt x="319" y="968"/>
                </a:lnTo>
                <a:lnTo>
                  <a:pt x="318" y="968"/>
                </a:lnTo>
                <a:lnTo>
                  <a:pt x="316" y="968"/>
                </a:lnTo>
                <a:lnTo>
                  <a:pt x="315" y="968"/>
                </a:lnTo>
                <a:lnTo>
                  <a:pt x="314" y="969"/>
                </a:lnTo>
                <a:lnTo>
                  <a:pt x="314" y="970"/>
                </a:lnTo>
                <a:lnTo>
                  <a:pt x="313" y="970"/>
                </a:lnTo>
                <a:lnTo>
                  <a:pt x="312" y="970"/>
                </a:lnTo>
                <a:lnTo>
                  <a:pt x="311" y="969"/>
                </a:lnTo>
                <a:lnTo>
                  <a:pt x="310" y="968"/>
                </a:lnTo>
                <a:lnTo>
                  <a:pt x="309" y="968"/>
                </a:lnTo>
                <a:lnTo>
                  <a:pt x="308" y="967"/>
                </a:lnTo>
                <a:lnTo>
                  <a:pt x="307" y="966"/>
                </a:lnTo>
                <a:lnTo>
                  <a:pt x="306" y="967"/>
                </a:lnTo>
                <a:lnTo>
                  <a:pt x="306" y="968"/>
                </a:lnTo>
                <a:lnTo>
                  <a:pt x="307" y="968"/>
                </a:lnTo>
                <a:lnTo>
                  <a:pt x="306" y="969"/>
                </a:lnTo>
                <a:lnTo>
                  <a:pt x="306" y="970"/>
                </a:lnTo>
                <a:lnTo>
                  <a:pt x="304" y="970"/>
                </a:lnTo>
                <a:lnTo>
                  <a:pt x="303" y="970"/>
                </a:lnTo>
                <a:lnTo>
                  <a:pt x="303" y="969"/>
                </a:lnTo>
                <a:lnTo>
                  <a:pt x="303" y="968"/>
                </a:lnTo>
                <a:lnTo>
                  <a:pt x="302" y="968"/>
                </a:lnTo>
                <a:lnTo>
                  <a:pt x="301" y="967"/>
                </a:lnTo>
                <a:lnTo>
                  <a:pt x="299" y="967"/>
                </a:lnTo>
                <a:lnTo>
                  <a:pt x="299" y="968"/>
                </a:lnTo>
                <a:lnTo>
                  <a:pt x="299" y="969"/>
                </a:lnTo>
                <a:lnTo>
                  <a:pt x="298" y="969"/>
                </a:lnTo>
                <a:lnTo>
                  <a:pt x="298" y="970"/>
                </a:lnTo>
                <a:lnTo>
                  <a:pt x="297" y="970"/>
                </a:lnTo>
                <a:lnTo>
                  <a:pt x="296" y="970"/>
                </a:lnTo>
                <a:lnTo>
                  <a:pt x="296" y="971"/>
                </a:lnTo>
                <a:lnTo>
                  <a:pt x="295" y="971"/>
                </a:lnTo>
                <a:lnTo>
                  <a:pt x="294" y="971"/>
                </a:lnTo>
                <a:lnTo>
                  <a:pt x="293" y="971"/>
                </a:lnTo>
                <a:lnTo>
                  <a:pt x="292" y="970"/>
                </a:lnTo>
                <a:lnTo>
                  <a:pt x="292" y="969"/>
                </a:lnTo>
                <a:lnTo>
                  <a:pt x="291" y="969"/>
                </a:lnTo>
                <a:lnTo>
                  <a:pt x="290" y="968"/>
                </a:lnTo>
                <a:lnTo>
                  <a:pt x="289" y="969"/>
                </a:lnTo>
                <a:lnTo>
                  <a:pt x="289" y="968"/>
                </a:lnTo>
                <a:lnTo>
                  <a:pt x="288" y="968"/>
                </a:lnTo>
                <a:lnTo>
                  <a:pt x="288" y="967"/>
                </a:lnTo>
                <a:lnTo>
                  <a:pt x="288" y="966"/>
                </a:lnTo>
                <a:lnTo>
                  <a:pt x="287" y="966"/>
                </a:lnTo>
                <a:lnTo>
                  <a:pt x="287" y="965"/>
                </a:lnTo>
                <a:lnTo>
                  <a:pt x="288" y="964"/>
                </a:lnTo>
                <a:lnTo>
                  <a:pt x="288" y="963"/>
                </a:lnTo>
                <a:lnTo>
                  <a:pt x="288" y="962"/>
                </a:lnTo>
                <a:lnTo>
                  <a:pt x="289" y="962"/>
                </a:lnTo>
                <a:lnTo>
                  <a:pt x="289" y="961"/>
                </a:lnTo>
                <a:lnTo>
                  <a:pt x="289" y="960"/>
                </a:lnTo>
                <a:lnTo>
                  <a:pt x="289" y="959"/>
                </a:lnTo>
                <a:lnTo>
                  <a:pt x="288" y="959"/>
                </a:lnTo>
                <a:lnTo>
                  <a:pt x="288" y="958"/>
                </a:lnTo>
                <a:lnTo>
                  <a:pt x="287" y="958"/>
                </a:lnTo>
                <a:lnTo>
                  <a:pt x="288" y="958"/>
                </a:lnTo>
                <a:lnTo>
                  <a:pt x="288" y="957"/>
                </a:lnTo>
                <a:lnTo>
                  <a:pt x="290" y="956"/>
                </a:lnTo>
                <a:lnTo>
                  <a:pt x="291" y="956"/>
                </a:lnTo>
                <a:lnTo>
                  <a:pt x="292" y="956"/>
                </a:lnTo>
                <a:lnTo>
                  <a:pt x="292" y="955"/>
                </a:lnTo>
                <a:lnTo>
                  <a:pt x="292" y="954"/>
                </a:lnTo>
                <a:lnTo>
                  <a:pt x="292" y="953"/>
                </a:lnTo>
                <a:lnTo>
                  <a:pt x="292" y="952"/>
                </a:lnTo>
                <a:lnTo>
                  <a:pt x="291" y="951"/>
                </a:lnTo>
                <a:lnTo>
                  <a:pt x="290" y="950"/>
                </a:lnTo>
                <a:lnTo>
                  <a:pt x="290" y="949"/>
                </a:lnTo>
                <a:lnTo>
                  <a:pt x="289" y="949"/>
                </a:lnTo>
                <a:lnTo>
                  <a:pt x="289" y="948"/>
                </a:lnTo>
                <a:lnTo>
                  <a:pt x="288" y="948"/>
                </a:lnTo>
                <a:lnTo>
                  <a:pt x="286" y="947"/>
                </a:lnTo>
                <a:lnTo>
                  <a:pt x="285" y="947"/>
                </a:lnTo>
                <a:lnTo>
                  <a:pt x="284" y="947"/>
                </a:lnTo>
                <a:lnTo>
                  <a:pt x="283" y="946"/>
                </a:lnTo>
                <a:lnTo>
                  <a:pt x="283" y="945"/>
                </a:lnTo>
                <a:lnTo>
                  <a:pt x="282" y="945"/>
                </a:lnTo>
                <a:lnTo>
                  <a:pt x="281" y="945"/>
                </a:lnTo>
                <a:lnTo>
                  <a:pt x="280" y="945"/>
                </a:lnTo>
                <a:lnTo>
                  <a:pt x="279" y="945"/>
                </a:lnTo>
                <a:lnTo>
                  <a:pt x="279" y="946"/>
                </a:lnTo>
                <a:lnTo>
                  <a:pt x="278" y="947"/>
                </a:lnTo>
                <a:lnTo>
                  <a:pt x="277" y="948"/>
                </a:lnTo>
                <a:lnTo>
                  <a:pt x="276" y="948"/>
                </a:lnTo>
                <a:lnTo>
                  <a:pt x="275" y="948"/>
                </a:lnTo>
                <a:lnTo>
                  <a:pt x="274" y="947"/>
                </a:lnTo>
                <a:lnTo>
                  <a:pt x="273" y="947"/>
                </a:lnTo>
                <a:lnTo>
                  <a:pt x="272" y="947"/>
                </a:lnTo>
                <a:lnTo>
                  <a:pt x="271" y="947"/>
                </a:lnTo>
                <a:lnTo>
                  <a:pt x="270" y="947"/>
                </a:lnTo>
                <a:lnTo>
                  <a:pt x="269" y="946"/>
                </a:lnTo>
                <a:lnTo>
                  <a:pt x="269" y="947"/>
                </a:lnTo>
                <a:lnTo>
                  <a:pt x="268" y="947"/>
                </a:lnTo>
                <a:lnTo>
                  <a:pt x="267" y="948"/>
                </a:lnTo>
                <a:lnTo>
                  <a:pt x="267" y="949"/>
                </a:lnTo>
                <a:lnTo>
                  <a:pt x="267" y="950"/>
                </a:lnTo>
                <a:lnTo>
                  <a:pt x="267" y="951"/>
                </a:lnTo>
                <a:lnTo>
                  <a:pt x="265" y="951"/>
                </a:lnTo>
                <a:lnTo>
                  <a:pt x="265" y="950"/>
                </a:lnTo>
                <a:lnTo>
                  <a:pt x="264" y="950"/>
                </a:lnTo>
                <a:lnTo>
                  <a:pt x="263" y="950"/>
                </a:lnTo>
                <a:lnTo>
                  <a:pt x="263" y="951"/>
                </a:lnTo>
                <a:lnTo>
                  <a:pt x="262" y="951"/>
                </a:lnTo>
                <a:lnTo>
                  <a:pt x="261" y="951"/>
                </a:lnTo>
                <a:lnTo>
                  <a:pt x="261" y="952"/>
                </a:lnTo>
                <a:lnTo>
                  <a:pt x="260" y="952"/>
                </a:lnTo>
                <a:lnTo>
                  <a:pt x="260" y="951"/>
                </a:lnTo>
                <a:lnTo>
                  <a:pt x="259" y="951"/>
                </a:lnTo>
                <a:lnTo>
                  <a:pt x="258" y="951"/>
                </a:lnTo>
                <a:lnTo>
                  <a:pt x="257" y="950"/>
                </a:lnTo>
                <a:lnTo>
                  <a:pt x="258" y="949"/>
                </a:lnTo>
                <a:lnTo>
                  <a:pt x="257" y="949"/>
                </a:lnTo>
                <a:lnTo>
                  <a:pt x="256" y="949"/>
                </a:lnTo>
                <a:lnTo>
                  <a:pt x="256" y="947"/>
                </a:lnTo>
                <a:lnTo>
                  <a:pt x="256" y="946"/>
                </a:lnTo>
                <a:lnTo>
                  <a:pt x="255" y="945"/>
                </a:lnTo>
                <a:lnTo>
                  <a:pt x="255" y="944"/>
                </a:lnTo>
                <a:lnTo>
                  <a:pt x="255" y="943"/>
                </a:lnTo>
                <a:lnTo>
                  <a:pt x="254" y="942"/>
                </a:lnTo>
                <a:lnTo>
                  <a:pt x="254" y="943"/>
                </a:lnTo>
                <a:lnTo>
                  <a:pt x="253" y="943"/>
                </a:lnTo>
                <a:lnTo>
                  <a:pt x="253" y="942"/>
                </a:lnTo>
                <a:lnTo>
                  <a:pt x="252" y="942"/>
                </a:lnTo>
                <a:lnTo>
                  <a:pt x="252" y="941"/>
                </a:lnTo>
                <a:lnTo>
                  <a:pt x="252" y="940"/>
                </a:lnTo>
                <a:lnTo>
                  <a:pt x="253" y="939"/>
                </a:lnTo>
                <a:lnTo>
                  <a:pt x="252" y="938"/>
                </a:lnTo>
                <a:lnTo>
                  <a:pt x="252" y="937"/>
                </a:lnTo>
                <a:lnTo>
                  <a:pt x="251" y="937"/>
                </a:lnTo>
                <a:lnTo>
                  <a:pt x="250" y="937"/>
                </a:lnTo>
                <a:lnTo>
                  <a:pt x="249" y="937"/>
                </a:lnTo>
                <a:lnTo>
                  <a:pt x="248" y="937"/>
                </a:lnTo>
                <a:lnTo>
                  <a:pt x="248" y="936"/>
                </a:lnTo>
                <a:lnTo>
                  <a:pt x="248" y="935"/>
                </a:lnTo>
                <a:lnTo>
                  <a:pt x="248" y="934"/>
                </a:lnTo>
                <a:lnTo>
                  <a:pt x="247" y="934"/>
                </a:lnTo>
                <a:lnTo>
                  <a:pt x="247" y="933"/>
                </a:lnTo>
                <a:lnTo>
                  <a:pt x="247" y="932"/>
                </a:lnTo>
                <a:lnTo>
                  <a:pt x="246" y="931"/>
                </a:lnTo>
                <a:lnTo>
                  <a:pt x="246" y="930"/>
                </a:lnTo>
                <a:lnTo>
                  <a:pt x="245" y="930"/>
                </a:lnTo>
                <a:lnTo>
                  <a:pt x="244" y="930"/>
                </a:lnTo>
                <a:lnTo>
                  <a:pt x="243" y="929"/>
                </a:lnTo>
                <a:lnTo>
                  <a:pt x="241" y="929"/>
                </a:lnTo>
                <a:lnTo>
                  <a:pt x="241" y="930"/>
                </a:lnTo>
                <a:lnTo>
                  <a:pt x="239" y="930"/>
                </a:lnTo>
                <a:lnTo>
                  <a:pt x="239" y="929"/>
                </a:lnTo>
                <a:lnTo>
                  <a:pt x="238" y="929"/>
                </a:lnTo>
                <a:lnTo>
                  <a:pt x="238" y="928"/>
                </a:lnTo>
                <a:lnTo>
                  <a:pt x="237" y="927"/>
                </a:lnTo>
                <a:lnTo>
                  <a:pt x="236" y="927"/>
                </a:lnTo>
                <a:lnTo>
                  <a:pt x="236" y="926"/>
                </a:lnTo>
                <a:lnTo>
                  <a:pt x="236" y="925"/>
                </a:lnTo>
                <a:lnTo>
                  <a:pt x="235" y="925"/>
                </a:lnTo>
                <a:lnTo>
                  <a:pt x="235" y="926"/>
                </a:lnTo>
                <a:lnTo>
                  <a:pt x="234" y="926"/>
                </a:lnTo>
                <a:lnTo>
                  <a:pt x="234" y="925"/>
                </a:lnTo>
                <a:lnTo>
                  <a:pt x="233" y="925"/>
                </a:lnTo>
                <a:lnTo>
                  <a:pt x="233" y="924"/>
                </a:lnTo>
                <a:lnTo>
                  <a:pt x="232" y="923"/>
                </a:lnTo>
                <a:lnTo>
                  <a:pt x="231" y="923"/>
                </a:lnTo>
                <a:lnTo>
                  <a:pt x="231" y="922"/>
                </a:lnTo>
                <a:lnTo>
                  <a:pt x="230" y="922"/>
                </a:lnTo>
                <a:lnTo>
                  <a:pt x="228" y="921"/>
                </a:lnTo>
                <a:lnTo>
                  <a:pt x="227" y="921"/>
                </a:lnTo>
                <a:lnTo>
                  <a:pt x="227" y="920"/>
                </a:lnTo>
                <a:lnTo>
                  <a:pt x="226" y="919"/>
                </a:lnTo>
                <a:lnTo>
                  <a:pt x="226" y="918"/>
                </a:lnTo>
                <a:lnTo>
                  <a:pt x="226" y="917"/>
                </a:lnTo>
                <a:lnTo>
                  <a:pt x="225" y="917"/>
                </a:lnTo>
                <a:lnTo>
                  <a:pt x="224" y="917"/>
                </a:lnTo>
                <a:lnTo>
                  <a:pt x="223" y="917"/>
                </a:lnTo>
                <a:lnTo>
                  <a:pt x="223" y="916"/>
                </a:lnTo>
                <a:lnTo>
                  <a:pt x="223" y="915"/>
                </a:lnTo>
                <a:lnTo>
                  <a:pt x="222" y="915"/>
                </a:lnTo>
                <a:lnTo>
                  <a:pt x="221" y="915"/>
                </a:lnTo>
                <a:lnTo>
                  <a:pt x="220" y="914"/>
                </a:lnTo>
                <a:lnTo>
                  <a:pt x="218" y="913"/>
                </a:lnTo>
                <a:lnTo>
                  <a:pt x="217" y="912"/>
                </a:lnTo>
                <a:lnTo>
                  <a:pt x="216" y="912"/>
                </a:lnTo>
                <a:lnTo>
                  <a:pt x="216" y="911"/>
                </a:lnTo>
                <a:lnTo>
                  <a:pt x="215" y="910"/>
                </a:lnTo>
                <a:lnTo>
                  <a:pt x="214" y="910"/>
                </a:lnTo>
                <a:lnTo>
                  <a:pt x="214" y="909"/>
                </a:lnTo>
                <a:lnTo>
                  <a:pt x="214" y="908"/>
                </a:lnTo>
                <a:lnTo>
                  <a:pt x="213" y="908"/>
                </a:lnTo>
                <a:lnTo>
                  <a:pt x="213" y="907"/>
                </a:lnTo>
                <a:lnTo>
                  <a:pt x="214" y="906"/>
                </a:lnTo>
                <a:lnTo>
                  <a:pt x="214" y="905"/>
                </a:lnTo>
                <a:lnTo>
                  <a:pt x="214" y="904"/>
                </a:lnTo>
                <a:lnTo>
                  <a:pt x="213" y="904"/>
                </a:lnTo>
                <a:lnTo>
                  <a:pt x="213" y="903"/>
                </a:lnTo>
                <a:lnTo>
                  <a:pt x="212" y="902"/>
                </a:lnTo>
                <a:lnTo>
                  <a:pt x="211" y="902"/>
                </a:lnTo>
                <a:lnTo>
                  <a:pt x="210" y="902"/>
                </a:lnTo>
                <a:lnTo>
                  <a:pt x="210" y="901"/>
                </a:lnTo>
                <a:lnTo>
                  <a:pt x="209" y="901"/>
                </a:lnTo>
                <a:lnTo>
                  <a:pt x="209" y="902"/>
                </a:lnTo>
                <a:lnTo>
                  <a:pt x="208" y="901"/>
                </a:lnTo>
                <a:lnTo>
                  <a:pt x="208" y="900"/>
                </a:lnTo>
                <a:lnTo>
                  <a:pt x="207" y="900"/>
                </a:lnTo>
                <a:lnTo>
                  <a:pt x="206" y="900"/>
                </a:lnTo>
                <a:lnTo>
                  <a:pt x="205" y="900"/>
                </a:lnTo>
                <a:lnTo>
                  <a:pt x="205" y="901"/>
                </a:lnTo>
                <a:lnTo>
                  <a:pt x="204" y="901"/>
                </a:lnTo>
                <a:lnTo>
                  <a:pt x="204" y="902"/>
                </a:lnTo>
                <a:lnTo>
                  <a:pt x="202" y="902"/>
                </a:lnTo>
                <a:lnTo>
                  <a:pt x="202" y="903"/>
                </a:lnTo>
                <a:lnTo>
                  <a:pt x="201" y="903"/>
                </a:lnTo>
                <a:lnTo>
                  <a:pt x="201" y="904"/>
                </a:lnTo>
                <a:lnTo>
                  <a:pt x="202" y="904"/>
                </a:lnTo>
                <a:lnTo>
                  <a:pt x="202" y="905"/>
                </a:lnTo>
                <a:lnTo>
                  <a:pt x="201" y="905"/>
                </a:lnTo>
                <a:lnTo>
                  <a:pt x="200" y="905"/>
                </a:lnTo>
                <a:lnTo>
                  <a:pt x="199" y="905"/>
                </a:lnTo>
                <a:lnTo>
                  <a:pt x="198" y="905"/>
                </a:lnTo>
                <a:lnTo>
                  <a:pt x="198" y="904"/>
                </a:lnTo>
                <a:lnTo>
                  <a:pt x="198" y="903"/>
                </a:lnTo>
                <a:lnTo>
                  <a:pt x="197" y="903"/>
                </a:lnTo>
                <a:lnTo>
                  <a:pt x="196" y="902"/>
                </a:lnTo>
                <a:lnTo>
                  <a:pt x="195" y="902"/>
                </a:lnTo>
                <a:lnTo>
                  <a:pt x="194" y="902"/>
                </a:lnTo>
                <a:lnTo>
                  <a:pt x="194" y="901"/>
                </a:lnTo>
                <a:lnTo>
                  <a:pt x="193" y="900"/>
                </a:lnTo>
                <a:lnTo>
                  <a:pt x="192" y="900"/>
                </a:lnTo>
                <a:lnTo>
                  <a:pt x="192" y="899"/>
                </a:lnTo>
                <a:lnTo>
                  <a:pt x="191" y="899"/>
                </a:lnTo>
                <a:lnTo>
                  <a:pt x="190" y="899"/>
                </a:lnTo>
                <a:lnTo>
                  <a:pt x="189" y="899"/>
                </a:lnTo>
                <a:lnTo>
                  <a:pt x="189" y="898"/>
                </a:lnTo>
                <a:lnTo>
                  <a:pt x="188" y="898"/>
                </a:lnTo>
                <a:lnTo>
                  <a:pt x="187" y="898"/>
                </a:lnTo>
                <a:lnTo>
                  <a:pt x="186" y="897"/>
                </a:lnTo>
                <a:lnTo>
                  <a:pt x="185" y="897"/>
                </a:lnTo>
                <a:lnTo>
                  <a:pt x="184" y="897"/>
                </a:lnTo>
                <a:lnTo>
                  <a:pt x="184" y="896"/>
                </a:lnTo>
                <a:lnTo>
                  <a:pt x="183" y="896"/>
                </a:lnTo>
                <a:lnTo>
                  <a:pt x="183" y="895"/>
                </a:lnTo>
                <a:lnTo>
                  <a:pt x="182" y="895"/>
                </a:lnTo>
                <a:lnTo>
                  <a:pt x="182" y="894"/>
                </a:lnTo>
                <a:lnTo>
                  <a:pt x="182" y="893"/>
                </a:lnTo>
                <a:lnTo>
                  <a:pt x="181" y="893"/>
                </a:lnTo>
                <a:lnTo>
                  <a:pt x="180" y="893"/>
                </a:lnTo>
                <a:lnTo>
                  <a:pt x="179" y="893"/>
                </a:lnTo>
                <a:lnTo>
                  <a:pt x="179" y="892"/>
                </a:lnTo>
                <a:lnTo>
                  <a:pt x="179" y="891"/>
                </a:lnTo>
                <a:lnTo>
                  <a:pt x="178" y="891"/>
                </a:lnTo>
                <a:lnTo>
                  <a:pt x="177" y="891"/>
                </a:lnTo>
                <a:lnTo>
                  <a:pt x="176" y="890"/>
                </a:lnTo>
                <a:lnTo>
                  <a:pt x="175" y="890"/>
                </a:lnTo>
                <a:lnTo>
                  <a:pt x="174" y="890"/>
                </a:lnTo>
                <a:lnTo>
                  <a:pt x="174" y="891"/>
                </a:lnTo>
                <a:lnTo>
                  <a:pt x="174" y="892"/>
                </a:lnTo>
                <a:lnTo>
                  <a:pt x="173" y="892"/>
                </a:lnTo>
                <a:lnTo>
                  <a:pt x="172" y="892"/>
                </a:lnTo>
                <a:lnTo>
                  <a:pt x="171" y="892"/>
                </a:lnTo>
                <a:lnTo>
                  <a:pt x="170" y="892"/>
                </a:lnTo>
                <a:lnTo>
                  <a:pt x="170" y="893"/>
                </a:lnTo>
                <a:lnTo>
                  <a:pt x="170" y="894"/>
                </a:lnTo>
                <a:lnTo>
                  <a:pt x="169" y="894"/>
                </a:lnTo>
                <a:lnTo>
                  <a:pt x="169" y="895"/>
                </a:lnTo>
                <a:lnTo>
                  <a:pt x="168" y="895"/>
                </a:lnTo>
                <a:lnTo>
                  <a:pt x="168" y="894"/>
                </a:lnTo>
                <a:lnTo>
                  <a:pt x="167" y="894"/>
                </a:lnTo>
                <a:lnTo>
                  <a:pt x="166" y="894"/>
                </a:lnTo>
                <a:lnTo>
                  <a:pt x="166" y="895"/>
                </a:lnTo>
                <a:lnTo>
                  <a:pt x="165" y="895"/>
                </a:lnTo>
                <a:lnTo>
                  <a:pt x="165" y="896"/>
                </a:lnTo>
                <a:lnTo>
                  <a:pt x="164" y="896"/>
                </a:lnTo>
                <a:lnTo>
                  <a:pt x="164" y="897"/>
                </a:lnTo>
                <a:lnTo>
                  <a:pt x="163" y="898"/>
                </a:lnTo>
                <a:lnTo>
                  <a:pt x="163" y="899"/>
                </a:lnTo>
                <a:lnTo>
                  <a:pt x="162" y="899"/>
                </a:lnTo>
                <a:lnTo>
                  <a:pt x="161" y="899"/>
                </a:lnTo>
                <a:lnTo>
                  <a:pt x="161" y="898"/>
                </a:lnTo>
                <a:lnTo>
                  <a:pt x="160" y="898"/>
                </a:lnTo>
                <a:lnTo>
                  <a:pt x="160" y="897"/>
                </a:lnTo>
                <a:lnTo>
                  <a:pt x="159" y="896"/>
                </a:lnTo>
                <a:lnTo>
                  <a:pt x="158" y="896"/>
                </a:lnTo>
                <a:lnTo>
                  <a:pt x="157" y="895"/>
                </a:lnTo>
                <a:lnTo>
                  <a:pt x="157" y="894"/>
                </a:lnTo>
                <a:lnTo>
                  <a:pt x="156" y="894"/>
                </a:lnTo>
                <a:lnTo>
                  <a:pt x="156" y="893"/>
                </a:lnTo>
                <a:lnTo>
                  <a:pt x="155" y="893"/>
                </a:lnTo>
                <a:lnTo>
                  <a:pt x="155" y="892"/>
                </a:lnTo>
                <a:lnTo>
                  <a:pt x="154" y="892"/>
                </a:lnTo>
                <a:lnTo>
                  <a:pt x="153" y="892"/>
                </a:lnTo>
                <a:lnTo>
                  <a:pt x="152" y="892"/>
                </a:lnTo>
                <a:lnTo>
                  <a:pt x="152" y="893"/>
                </a:lnTo>
                <a:lnTo>
                  <a:pt x="151" y="893"/>
                </a:lnTo>
                <a:lnTo>
                  <a:pt x="150" y="894"/>
                </a:lnTo>
                <a:lnTo>
                  <a:pt x="150" y="893"/>
                </a:lnTo>
                <a:lnTo>
                  <a:pt x="150" y="892"/>
                </a:lnTo>
                <a:lnTo>
                  <a:pt x="150" y="891"/>
                </a:lnTo>
                <a:lnTo>
                  <a:pt x="149" y="891"/>
                </a:lnTo>
                <a:lnTo>
                  <a:pt x="148" y="891"/>
                </a:lnTo>
                <a:lnTo>
                  <a:pt x="148" y="890"/>
                </a:lnTo>
                <a:lnTo>
                  <a:pt x="147" y="890"/>
                </a:lnTo>
                <a:lnTo>
                  <a:pt x="146" y="890"/>
                </a:lnTo>
                <a:lnTo>
                  <a:pt x="145" y="890"/>
                </a:lnTo>
                <a:lnTo>
                  <a:pt x="144" y="890"/>
                </a:lnTo>
                <a:lnTo>
                  <a:pt x="144" y="889"/>
                </a:lnTo>
                <a:lnTo>
                  <a:pt x="143" y="889"/>
                </a:lnTo>
                <a:lnTo>
                  <a:pt x="142" y="889"/>
                </a:lnTo>
                <a:lnTo>
                  <a:pt x="140" y="889"/>
                </a:lnTo>
                <a:lnTo>
                  <a:pt x="139" y="889"/>
                </a:lnTo>
                <a:lnTo>
                  <a:pt x="138" y="889"/>
                </a:lnTo>
                <a:lnTo>
                  <a:pt x="138" y="888"/>
                </a:lnTo>
                <a:lnTo>
                  <a:pt x="137" y="888"/>
                </a:lnTo>
                <a:lnTo>
                  <a:pt x="137" y="889"/>
                </a:lnTo>
                <a:lnTo>
                  <a:pt x="136" y="889"/>
                </a:lnTo>
                <a:lnTo>
                  <a:pt x="135" y="889"/>
                </a:lnTo>
                <a:lnTo>
                  <a:pt x="135" y="890"/>
                </a:lnTo>
                <a:lnTo>
                  <a:pt x="135" y="891"/>
                </a:lnTo>
                <a:lnTo>
                  <a:pt x="134" y="891"/>
                </a:lnTo>
                <a:lnTo>
                  <a:pt x="134" y="892"/>
                </a:lnTo>
                <a:lnTo>
                  <a:pt x="134" y="893"/>
                </a:lnTo>
                <a:lnTo>
                  <a:pt x="133" y="893"/>
                </a:lnTo>
                <a:lnTo>
                  <a:pt x="133" y="892"/>
                </a:lnTo>
                <a:lnTo>
                  <a:pt x="132" y="892"/>
                </a:lnTo>
                <a:lnTo>
                  <a:pt x="132" y="891"/>
                </a:lnTo>
                <a:lnTo>
                  <a:pt x="132" y="889"/>
                </a:lnTo>
                <a:lnTo>
                  <a:pt x="132" y="888"/>
                </a:lnTo>
                <a:lnTo>
                  <a:pt x="131" y="888"/>
                </a:lnTo>
                <a:lnTo>
                  <a:pt x="131" y="887"/>
                </a:lnTo>
                <a:lnTo>
                  <a:pt x="131" y="888"/>
                </a:lnTo>
                <a:lnTo>
                  <a:pt x="130" y="887"/>
                </a:lnTo>
                <a:lnTo>
                  <a:pt x="129" y="887"/>
                </a:lnTo>
                <a:lnTo>
                  <a:pt x="129" y="888"/>
                </a:lnTo>
                <a:lnTo>
                  <a:pt x="128" y="888"/>
                </a:lnTo>
                <a:lnTo>
                  <a:pt x="128" y="887"/>
                </a:lnTo>
                <a:lnTo>
                  <a:pt x="128" y="888"/>
                </a:lnTo>
                <a:lnTo>
                  <a:pt x="127" y="888"/>
                </a:lnTo>
                <a:lnTo>
                  <a:pt x="126" y="888"/>
                </a:lnTo>
                <a:lnTo>
                  <a:pt x="126" y="887"/>
                </a:lnTo>
                <a:lnTo>
                  <a:pt x="125" y="887"/>
                </a:lnTo>
                <a:lnTo>
                  <a:pt x="124" y="887"/>
                </a:lnTo>
                <a:lnTo>
                  <a:pt x="123" y="887"/>
                </a:lnTo>
                <a:lnTo>
                  <a:pt x="122" y="887"/>
                </a:lnTo>
                <a:lnTo>
                  <a:pt x="121" y="887"/>
                </a:lnTo>
                <a:lnTo>
                  <a:pt x="121" y="886"/>
                </a:lnTo>
                <a:lnTo>
                  <a:pt x="120" y="886"/>
                </a:lnTo>
                <a:lnTo>
                  <a:pt x="119" y="886"/>
                </a:lnTo>
                <a:lnTo>
                  <a:pt x="119" y="885"/>
                </a:lnTo>
                <a:lnTo>
                  <a:pt x="118" y="884"/>
                </a:lnTo>
                <a:lnTo>
                  <a:pt x="118" y="883"/>
                </a:lnTo>
                <a:lnTo>
                  <a:pt x="117" y="883"/>
                </a:lnTo>
                <a:lnTo>
                  <a:pt x="115" y="882"/>
                </a:lnTo>
                <a:lnTo>
                  <a:pt x="114" y="882"/>
                </a:lnTo>
                <a:lnTo>
                  <a:pt x="113" y="882"/>
                </a:lnTo>
                <a:lnTo>
                  <a:pt x="112" y="882"/>
                </a:lnTo>
                <a:lnTo>
                  <a:pt x="110" y="882"/>
                </a:lnTo>
                <a:lnTo>
                  <a:pt x="109" y="881"/>
                </a:lnTo>
                <a:lnTo>
                  <a:pt x="108" y="880"/>
                </a:lnTo>
                <a:lnTo>
                  <a:pt x="107" y="879"/>
                </a:lnTo>
                <a:lnTo>
                  <a:pt x="105" y="878"/>
                </a:lnTo>
                <a:lnTo>
                  <a:pt x="104" y="877"/>
                </a:lnTo>
                <a:lnTo>
                  <a:pt x="104" y="876"/>
                </a:lnTo>
                <a:lnTo>
                  <a:pt x="103" y="875"/>
                </a:lnTo>
                <a:lnTo>
                  <a:pt x="102" y="875"/>
                </a:lnTo>
                <a:lnTo>
                  <a:pt x="101" y="874"/>
                </a:lnTo>
                <a:lnTo>
                  <a:pt x="101" y="873"/>
                </a:lnTo>
                <a:lnTo>
                  <a:pt x="100" y="872"/>
                </a:lnTo>
                <a:lnTo>
                  <a:pt x="100" y="871"/>
                </a:lnTo>
                <a:lnTo>
                  <a:pt x="99" y="870"/>
                </a:lnTo>
                <a:lnTo>
                  <a:pt x="98" y="869"/>
                </a:lnTo>
                <a:lnTo>
                  <a:pt x="96" y="868"/>
                </a:lnTo>
                <a:lnTo>
                  <a:pt x="96" y="867"/>
                </a:lnTo>
                <a:lnTo>
                  <a:pt x="95" y="867"/>
                </a:lnTo>
                <a:lnTo>
                  <a:pt x="95" y="866"/>
                </a:lnTo>
                <a:lnTo>
                  <a:pt x="95" y="865"/>
                </a:lnTo>
                <a:lnTo>
                  <a:pt x="94" y="865"/>
                </a:lnTo>
                <a:lnTo>
                  <a:pt x="93" y="864"/>
                </a:lnTo>
                <a:lnTo>
                  <a:pt x="92" y="864"/>
                </a:lnTo>
                <a:lnTo>
                  <a:pt x="92" y="863"/>
                </a:lnTo>
                <a:lnTo>
                  <a:pt x="91" y="863"/>
                </a:lnTo>
                <a:lnTo>
                  <a:pt x="90" y="863"/>
                </a:lnTo>
                <a:lnTo>
                  <a:pt x="89" y="863"/>
                </a:lnTo>
                <a:lnTo>
                  <a:pt x="89" y="862"/>
                </a:lnTo>
                <a:lnTo>
                  <a:pt x="88" y="861"/>
                </a:lnTo>
                <a:lnTo>
                  <a:pt x="87" y="861"/>
                </a:lnTo>
                <a:lnTo>
                  <a:pt x="87" y="860"/>
                </a:lnTo>
                <a:lnTo>
                  <a:pt x="87" y="859"/>
                </a:lnTo>
                <a:lnTo>
                  <a:pt x="86" y="859"/>
                </a:lnTo>
                <a:lnTo>
                  <a:pt x="86" y="858"/>
                </a:lnTo>
                <a:lnTo>
                  <a:pt x="85" y="858"/>
                </a:lnTo>
                <a:lnTo>
                  <a:pt x="84" y="858"/>
                </a:lnTo>
                <a:lnTo>
                  <a:pt x="82" y="858"/>
                </a:lnTo>
                <a:lnTo>
                  <a:pt x="80" y="858"/>
                </a:lnTo>
                <a:lnTo>
                  <a:pt x="78" y="858"/>
                </a:lnTo>
                <a:lnTo>
                  <a:pt x="77" y="858"/>
                </a:lnTo>
                <a:lnTo>
                  <a:pt x="76" y="858"/>
                </a:lnTo>
                <a:lnTo>
                  <a:pt x="75" y="858"/>
                </a:lnTo>
                <a:lnTo>
                  <a:pt x="74" y="858"/>
                </a:lnTo>
                <a:lnTo>
                  <a:pt x="74" y="857"/>
                </a:lnTo>
                <a:lnTo>
                  <a:pt x="73" y="857"/>
                </a:lnTo>
                <a:lnTo>
                  <a:pt x="73" y="856"/>
                </a:lnTo>
                <a:lnTo>
                  <a:pt x="72" y="856"/>
                </a:lnTo>
                <a:lnTo>
                  <a:pt x="72" y="855"/>
                </a:lnTo>
                <a:lnTo>
                  <a:pt x="71" y="855"/>
                </a:lnTo>
                <a:lnTo>
                  <a:pt x="71" y="854"/>
                </a:lnTo>
                <a:lnTo>
                  <a:pt x="71" y="853"/>
                </a:lnTo>
                <a:lnTo>
                  <a:pt x="70" y="853"/>
                </a:lnTo>
                <a:lnTo>
                  <a:pt x="70" y="852"/>
                </a:lnTo>
                <a:lnTo>
                  <a:pt x="69" y="852"/>
                </a:lnTo>
                <a:lnTo>
                  <a:pt x="68" y="852"/>
                </a:lnTo>
                <a:lnTo>
                  <a:pt x="68" y="850"/>
                </a:lnTo>
                <a:lnTo>
                  <a:pt x="68" y="849"/>
                </a:lnTo>
                <a:lnTo>
                  <a:pt x="67" y="849"/>
                </a:lnTo>
                <a:lnTo>
                  <a:pt x="67" y="848"/>
                </a:lnTo>
                <a:lnTo>
                  <a:pt x="68" y="847"/>
                </a:lnTo>
                <a:lnTo>
                  <a:pt x="67" y="847"/>
                </a:lnTo>
                <a:lnTo>
                  <a:pt x="67" y="846"/>
                </a:lnTo>
                <a:lnTo>
                  <a:pt x="67" y="845"/>
                </a:lnTo>
                <a:lnTo>
                  <a:pt x="66" y="844"/>
                </a:lnTo>
                <a:lnTo>
                  <a:pt x="66" y="843"/>
                </a:lnTo>
                <a:lnTo>
                  <a:pt x="65" y="842"/>
                </a:lnTo>
                <a:lnTo>
                  <a:pt x="65" y="841"/>
                </a:lnTo>
                <a:lnTo>
                  <a:pt x="65" y="840"/>
                </a:lnTo>
                <a:lnTo>
                  <a:pt x="64" y="839"/>
                </a:lnTo>
                <a:lnTo>
                  <a:pt x="64" y="838"/>
                </a:lnTo>
                <a:lnTo>
                  <a:pt x="64" y="837"/>
                </a:lnTo>
                <a:lnTo>
                  <a:pt x="63" y="837"/>
                </a:lnTo>
                <a:lnTo>
                  <a:pt x="63" y="836"/>
                </a:lnTo>
                <a:lnTo>
                  <a:pt x="62" y="835"/>
                </a:lnTo>
                <a:lnTo>
                  <a:pt x="62" y="833"/>
                </a:lnTo>
                <a:lnTo>
                  <a:pt x="61" y="832"/>
                </a:lnTo>
                <a:lnTo>
                  <a:pt x="61" y="831"/>
                </a:lnTo>
                <a:lnTo>
                  <a:pt x="61" y="830"/>
                </a:lnTo>
                <a:lnTo>
                  <a:pt x="60" y="829"/>
                </a:lnTo>
                <a:lnTo>
                  <a:pt x="59" y="828"/>
                </a:lnTo>
                <a:lnTo>
                  <a:pt x="58" y="828"/>
                </a:lnTo>
                <a:lnTo>
                  <a:pt x="58" y="827"/>
                </a:lnTo>
                <a:lnTo>
                  <a:pt x="57" y="827"/>
                </a:lnTo>
                <a:lnTo>
                  <a:pt x="57" y="826"/>
                </a:lnTo>
                <a:lnTo>
                  <a:pt x="57" y="827"/>
                </a:lnTo>
                <a:lnTo>
                  <a:pt x="56" y="827"/>
                </a:lnTo>
                <a:lnTo>
                  <a:pt x="56" y="826"/>
                </a:lnTo>
                <a:lnTo>
                  <a:pt x="54" y="826"/>
                </a:lnTo>
                <a:lnTo>
                  <a:pt x="53" y="826"/>
                </a:lnTo>
                <a:lnTo>
                  <a:pt x="53" y="825"/>
                </a:lnTo>
                <a:lnTo>
                  <a:pt x="52" y="825"/>
                </a:lnTo>
                <a:lnTo>
                  <a:pt x="51" y="824"/>
                </a:lnTo>
                <a:lnTo>
                  <a:pt x="50" y="824"/>
                </a:lnTo>
                <a:lnTo>
                  <a:pt x="49" y="823"/>
                </a:lnTo>
                <a:lnTo>
                  <a:pt x="48" y="823"/>
                </a:lnTo>
                <a:lnTo>
                  <a:pt x="47" y="822"/>
                </a:lnTo>
                <a:lnTo>
                  <a:pt x="46" y="822"/>
                </a:lnTo>
                <a:lnTo>
                  <a:pt x="45" y="822"/>
                </a:lnTo>
                <a:lnTo>
                  <a:pt x="45" y="821"/>
                </a:lnTo>
                <a:lnTo>
                  <a:pt x="44" y="821"/>
                </a:lnTo>
                <a:lnTo>
                  <a:pt x="43" y="821"/>
                </a:lnTo>
                <a:lnTo>
                  <a:pt x="43" y="820"/>
                </a:lnTo>
                <a:lnTo>
                  <a:pt x="42" y="820"/>
                </a:lnTo>
                <a:lnTo>
                  <a:pt x="42" y="819"/>
                </a:lnTo>
                <a:lnTo>
                  <a:pt x="42" y="818"/>
                </a:lnTo>
                <a:lnTo>
                  <a:pt x="42" y="817"/>
                </a:lnTo>
                <a:lnTo>
                  <a:pt x="42" y="816"/>
                </a:lnTo>
                <a:lnTo>
                  <a:pt x="42" y="815"/>
                </a:lnTo>
                <a:lnTo>
                  <a:pt x="42" y="814"/>
                </a:lnTo>
                <a:lnTo>
                  <a:pt x="42" y="813"/>
                </a:lnTo>
                <a:lnTo>
                  <a:pt x="42" y="811"/>
                </a:lnTo>
                <a:lnTo>
                  <a:pt x="42" y="810"/>
                </a:lnTo>
                <a:lnTo>
                  <a:pt x="42" y="809"/>
                </a:lnTo>
                <a:lnTo>
                  <a:pt x="41" y="809"/>
                </a:lnTo>
                <a:lnTo>
                  <a:pt x="40" y="809"/>
                </a:lnTo>
                <a:lnTo>
                  <a:pt x="39" y="809"/>
                </a:lnTo>
                <a:lnTo>
                  <a:pt x="39" y="808"/>
                </a:lnTo>
                <a:lnTo>
                  <a:pt x="38" y="808"/>
                </a:lnTo>
                <a:lnTo>
                  <a:pt x="38" y="807"/>
                </a:lnTo>
                <a:lnTo>
                  <a:pt x="37" y="807"/>
                </a:lnTo>
                <a:lnTo>
                  <a:pt x="36" y="807"/>
                </a:lnTo>
                <a:lnTo>
                  <a:pt x="36" y="806"/>
                </a:lnTo>
                <a:lnTo>
                  <a:pt x="35" y="806"/>
                </a:lnTo>
                <a:lnTo>
                  <a:pt x="34" y="805"/>
                </a:lnTo>
                <a:lnTo>
                  <a:pt x="34" y="804"/>
                </a:lnTo>
                <a:lnTo>
                  <a:pt x="34" y="803"/>
                </a:lnTo>
                <a:lnTo>
                  <a:pt x="33" y="803"/>
                </a:lnTo>
                <a:lnTo>
                  <a:pt x="33" y="802"/>
                </a:lnTo>
                <a:lnTo>
                  <a:pt x="33" y="801"/>
                </a:lnTo>
                <a:lnTo>
                  <a:pt x="32" y="801"/>
                </a:lnTo>
                <a:lnTo>
                  <a:pt x="32" y="800"/>
                </a:lnTo>
                <a:lnTo>
                  <a:pt x="32" y="799"/>
                </a:lnTo>
                <a:lnTo>
                  <a:pt x="33" y="798"/>
                </a:lnTo>
                <a:lnTo>
                  <a:pt x="32" y="797"/>
                </a:lnTo>
                <a:lnTo>
                  <a:pt x="32" y="796"/>
                </a:lnTo>
                <a:lnTo>
                  <a:pt x="32" y="795"/>
                </a:lnTo>
                <a:lnTo>
                  <a:pt x="33" y="795"/>
                </a:lnTo>
                <a:lnTo>
                  <a:pt x="33" y="794"/>
                </a:lnTo>
                <a:lnTo>
                  <a:pt x="33" y="793"/>
                </a:lnTo>
                <a:lnTo>
                  <a:pt x="33" y="792"/>
                </a:lnTo>
                <a:lnTo>
                  <a:pt x="34" y="792"/>
                </a:lnTo>
                <a:lnTo>
                  <a:pt x="34" y="791"/>
                </a:lnTo>
                <a:lnTo>
                  <a:pt x="35" y="791"/>
                </a:lnTo>
                <a:lnTo>
                  <a:pt x="35" y="790"/>
                </a:lnTo>
                <a:lnTo>
                  <a:pt x="35" y="789"/>
                </a:lnTo>
                <a:lnTo>
                  <a:pt x="35" y="788"/>
                </a:lnTo>
                <a:lnTo>
                  <a:pt x="35" y="787"/>
                </a:lnTo>
                <a:lnTo>
                  <a:pt x="35" y="786"/>
                </a:lnTo>
                <a:lnTo>
                  <a:pt x="36" y="786"/>
                </a:lnTo>
                <a:lnTo>
                  <a:pt x="36" y="785"/>
                </a:lnTo>
                <a:lnTo>
                  <a:pt x="37" y="785"/>
                </a:lnTo>
                <a:lnTo>
                  <a:pt x="36" y="784"/>
                </a:lnTo>
                <a:lnTo>
                  <a:pt x="35" y="783"/>
                </a:lnTo>
                <a:lnTo>
                  <a:pt x="34" y="782"/>
                </a:lnTo>
                <a:lnTo>
                  <a:pt x="35" y="782"/>
                </a:lnTo>
                <a:lnTo>
                  <a:pt x="35" y="781"/>
                </a:lnTo>
                <a:lnTo>
                  <a:pt x="34" y="781"/>
                </a:lnTo>
                <a:lnTo>
                  <a:pt x="34" y="780"/>
                </a:lnTo>
                <a:lnTo>
                  <a:pt x="35" y="779"/>
                </a:lnTo>
                <a:lnTo>
                  <a:pt x="34" y="778"/>
                </a:lnTo>
                <a:lnTo>
                  <a:pt x="33" y="778"/>
                </a:lnTo>
                <a:lnTo>
                  <a:pt x="32" y="777"/>
                </a:lnTo>
                <a:lnTo>
                  <a:pt x="31" y="776"/>
                </a:lnTo>
                <a:lnTo>
                  <a:pt x="30" y="776"/>
                </a:lnTo>
                <a:lnTo>
                  <a:pt x="30" y="775"/>
                </a:lnTo>
                <a:lnTo>
                  <a:pt x="29" y="775"/>
                </a:lnTo>
                <a:lnTo>
                  <a:pt x="28" y="775"/>
                </a:lnTo>
                <a:lnTo>
                  <a:pt x="27" y="775"/>
                </a:lnTo>
                <a:lnTo>
                  <a:pt x="26" y="775"/>
                </a:lnTo>
                <a:lnTo>
                  <a:pt x="26" y="773"/>
                </a:lnTo>
                <a:lnTo>
                  <a:pt x="25" y="772"/>
                </a:lnTo>
                <a:lnTo>
                  <a:pt x="26" y="772"/>
                </a:lnTo>
                <a:lnTo>
                  <a:pt x="27" y="771"/>
                </a:lnTo>
                <a:lnTo>
                  <a:pt x="28" y="770"/>
                </a:lnTo>
                <a:lnTo>
                  <a:pt x="29" y="769"/>
                </a:lnTo>
                <a:lnTo>
                  <a:pt x="30" y="767"/>
                </a:lnTo>
                <a:lnTo>
                  <a:pt x="31" y="767"/>
                </a:lnTo>
                <a:lnTo>
                  <a:pt x="31" y="766"/>
                </a:lnTo>
                <a:lnTo>
                  <a:pt x="30" y="765"/>
                </a:lnTo>
                <a:lnTo>
                  <a:pt x="29" y="765"/>
                </a:lnTo>
                <a:lnTo>
                  <a:pt x="27" y="765"/>
                </a:lnTo>
                <a:lnTo>
                  <a:pt x="26" y="764"/>
                </a:lnTo>
                <a:lnTo>
                  <a:pt x="26" y="763"/>
                </a:lnTo>
                <a:lnTo>
                  <a:pt x="26" y="762"/>
                </a:lnTo>
                <a:lnTo>
                  <a:pt x="25" y="762"/>
                </a:lnTo>
                <a:lnTo>
                  <a:pt x="24" y="762"/>
                </a:lnTo>
                <a:lnTo>
                  <a:pt x="24" y="761"/>
                </a:lnTo>
                <a:lnTo>
                  <a:pt x="23" y="761"/>
                </a:lnTo>
                <a:lnTo>
                  <a:pt x="23" y="760"/>
                </a:lnTo>
                <a:lnTo>
                  <a:pt x="24" y="760"/>
                </a:lnTo>
                <a:lnTo>
                  <a:pt x="24" y="759"/>
                </a:lnTo>
                <a:lnTo>
                  <a:pt x="23" y="759"/>
                </a:lnTo>
                <a:lnTo>
                  <a:pt x="22" y="759"/>
                </a:lnTo>
                <a:lnTo>
                  <a:pt x="22" y="758"/>
                </a:lnTo>
                <a:lnTo>
                  <a:pt x="23" y="757"/>
                </a:lnTo>
                <a:lnTo>
                  <a:pt x="22" y="757"/>
                </a:lnTo>
                <a:lnTo>
                  <a:pt x="22" y="756"/>
                </a:lnTo>
                <a:lnTo>
                  <a:pt x="21" y="755"/>
                </a:lnTo>
                <a:lnTo>
                  <a:pt x="20" y="754"/>
                </a:lnTo>
                <a:lnTo>
                  <a:pt x="18" y="754"/>
                </a:lnTo>
                <a:lnTo>
                  <a:pt x="17" y="755"/>
                </a:lnTo>
                <a:lnTo>
                  <a:pt x="17" y="754"/>
                </a:lnTo>
                <a:lnTo>
                  <a:pt x="16" y="754"/>
                </a:lnTo>
                <a:lnTo>
                  <a:pt x="16" y="755"/>
                </a:lnTo>
                <a:lnTo>
                  <a:pt x="15" y="754"/>
                </a:lnTo>
                <a:lnTo>
                  <a:pt x="14" y="753"/>
                </a:lnTo>
                <a:lnTo>
                  <a:pt x="14" y="752"/>
                </a:lnTo>
                <a:lnTo>
                  <a:pt x="14" y="751"/>
                </a:lnTo>
                <a:lnTo>
                  <a:pt x="13" y="750"/>
                </a:lnTo>
                <a:lnTo>
                  <a:pt x="12" y="749"/>
                </a:lnTo>
                <a:lnTo>
                  <a:pt x="12" y="748"/>
                </a:lnTo>
                <a:lnTo>
                  <a:pt x="12" y="747"/>
                </a:lnTo>
                <a:lnTo>
                  <a:pt x="12" y="746"/>
                </a:lnTo>
                <a:lnTo>
                  <a:pt x="11" y="746"/>
                </a:lnTo>
                <a:lnTo>
                  <a:pt x="10" y="745"/>
                </a:lnTo>
                <a:lnTo>
                  <a:pt x="9" y="745"/>
                </a:lnTo>
                <a:lnTo>
                  <a:pt x="9" y="744"/>
                </a:lnTo>
                <a:lnTo>
                  <a:pt x="8" y="743"/>
                </a:lnTo>
                <a:lnTo>
                  <a:pt x="8" y="742"/>
                </a:lnTo>
                <a:lnTo>
                  <a:pt x="8" y="741"/>
                </a:lnTo>
                <a:lnTo>
                  <a:pt x="7" y="740"/>
                </a:lnTo>
                <a:lnTo>
                  <a:pt x="6" y="739"/>
                </a:lnTo>
                <a:lnTo>
                  <a:pt x="5" y="738"/>
                </a:lnTo>
                <a:lnTo>
                  <a:pt x="4" y="738"/>
                </a:lnTo>
                <a:lnTo>
                  <a:pt x="4" y="737"/>
                </a:lnTo>
                <a:lnTo>
                  <a:pt x="4" y="736"/>
                </a:lnTo>
                <a:lnTo>
                  <a:pt x="4" y="735"/>
                </a:lnTo>
                <a:lnTo>
                  <a:pt x="4" y="734"/>
                </a:lnTo>
                <a:lnTo>
                  <a:pt x="4" y="733"/>
                </a:lnTo>
                <a:lnTo>
                  <a:pt x="4" y="732"/>
                </a:lnTo>
                <a:lnTo>
                  <a:pt x="3" y="731"/>
                </a:lnTo>
                <a:lnTo>
                  <a:pt x="3" y="730"/>
                </a:lnTo>
                <a:lnTo>
                  <a:pt x="3" y="729"/>
                </a:lnTo>
                <a:lnTo>
                  <a:pt x="3" y="728"/>
                </a:lnTo>
                <a:lnTo>
                  <a:pt x="2" y="728"/>
                </a:lnTo>
                <a:lnTo>
                  <a:pt x="1" y="727"/>
                </a:lnTo>
                <a:lnTo>
                  <a:pt x="1" y="726"/>
                </a:lnTo>
                <a:lnTo>
                  <a:pt x="2" y="726"/>
                </a:lnTo>
                <a:lnTo>
                  <a:pt x="1" y="726"/>
                </a:lnTo>
                <a:lnTo>
                  <a:pt x="1" y="725"/>
                </a:lnTo>
                <a:lnTo>
                  <a:pt x="0" y="725"/>
                </a:lnTo>
                <a:lnTo>
                  <a:pt x="0" y="724"/>
                </a:lnTo>
                <a:lnTo>
                  <a:pt x="0" y="723"/>
                </a:lnTo>
                <a:lnTo>
                  <a:pt x="1" y="723"/>
                </a:lnTo>
                <a:lnTo>
                  <a:pt x="2" y="723"/>
                </a:lnTo>
                <a:lnTo>
                  <a:pt x="2" y="722"/>
                </a:lnTo>
                <a:lnTo>
                  <a:pt x="3" y="722"/>
                </a:lnTo>
                <a:lnTo>
                  <a:pt x="2" y="722"/>
                </a:lnTo>
                <a:lnTo>
                  <a:pt x="2" y="721"/>
                </a:lnTo>
                <a:lnTo>
                  <a:pt x="2" y="720"/>
                </a:lnTo>
                <a:lnTo>
                  <a:pt x="3" y="719"/>
                </a:lnTo>
                <a:lnTo>
                  <a:pt x="2" y="719"/>
                </a:lnTo>
                <a:lnTo>
                  <a:pt x="3" y="718"/>
                </a:lnTo>
                <a:lnTo>
                  <a:pt x="3" y="717"/>
                </a:lnTo>
                <a:lnTo>
                  <a:pt x="3" y="716"/>
                </a:lnTo>
                <a:lnTo>
                  <a:pt x="4" y="716"/>
                </a:lnTo>
                <a:lnTo>
                  <a:pt x="4" y="717"/>
                </a:lnTo>
                <a:lnTo>
                  <a:pt x="4" y="716"/>
                </a:lnTo>
                <a:lnTo>
                  <a:pt x="5" y="716"/>
                </a:lnTo>
                <a:lnTo>
                  <a:pt x="6" y="716"/>
                </a:lnTo>
                <a:lnTo>
                  <a:pt x="6" y="715"/>
                </a:lnTo>
                <a:lnTo>
                  <a:pt x="7" y="715"/>
                </a:lnTo>
                <a:lnTo>
                  <a:pt x="8" y="713"/>
                </a:lnTo>
                <a:lnTo>
                  <a:pt x="9" y="712"/>
                </a:lnTo>
                <a:lnTo>
                  <a:pt x="10" y="712"/>
                </a:lnTo>
                <a:lnTo>
                  <a:pt x="11" y="712"/>
                </a:lnTo>
                <a:lnTo>
                  <a:pt x="12" y="712"/>
                </a:lnTo>
                <a:lnTo>
                  <a:pt x="12" y="713"/>
                </a:lnTo>
                <a:lnTo>
                  <a:pt x="14" y="713"/>
                </a:lnTo>
                <a:lnTo>
                  <a:pt x="15" y="713"/>
                </a:lnTo>
                <a:lnTo>
                  <a:pt x="15" y="714"/>
                </a:lnTo>
                <a:lnTo>
                  <a:pt x="16" y="714"/>
                </a:lnTo>
                <a:lnTo>
                  <a:pt x="16" y="713"/>
                </a:lnTo>
                <a:lnTo>
                  <a:pt x="16" y="712"/>
                </a:lnTo>
                <a:lnTo>
                  <a:pt x="16" y="711"/>
                </a:lnTo>
                <a:lnTo>
                  <a:pt x="17" y="711"/>
                </a:lnTo>
                <a:lnTo>
                  <a:pt x="17" y="710"/>
                </a:lnTo>
                <a:lnTo>
                  <a:pt x="19" y="710"/>
                </a:lnTo>
                <a:lnTo>
                  <a:pt x="20" y="710"/>
                </a:lnTo>
                <a:lnTo>
                  <a:pt x="20" y="711"/>
                </a:lnTo>
                <a:lnTo>
                  <a:pt x="21" y="711"/>
                </a:lnTo>
                <a:lnTo>
                  <a:pt x="21" y="710"/>
                </a:lnTo>
                <a:lnTo>
                  <a:pt x="22" y="710"/>
                </a:lnTo>
                <a:lnTo>
                  <a:pt x="23" y="710"/>
                </a:lnTo>
                <a:lnTo>
                  <a:pt x="23" y="709"/>
                </a:lnTo>
                <a:lnTo>
                  <a:pt x="24" y="709"/>
                </a:lnTo>
                <a:lnTo>
                  <a:pt x="24" y="708"/>
                </a:lnTo>
                <a:lnTo>
                  <a:pt x="25" y="708"/>
                </a:lnTo>
                <a:lnTo>
                  <a:pt x="25" y="707"/>
                </a:lnTo>
                <a:lnTo>
                  <a:pt x="24" y="707"/>
                </a:lnTo>
                <a:lnTo>
                  <a:pt x="24" y="706"/>
                </a:lnTo>
                <a:lnTo>
                  <a:pt x="24" y="705"/>
                </a:lnTo>
                <a:lnTo>
                  <a:pt x="23" y="705"/>
                </a:lnTo>
                <a:lnTo>
                  <a:pt x="24" y="705"/>
                </a:lnTo>
                <a:lnTo>
                  <a:pt x="25" y="705"/>
                </a:lnTo>
                <a:lnTo>
                  <a:pt x="25" y="704"/>
                </a:lnTo>
                <a:lnTo>
                  <a:pt x="26" y="703"/>
                </a:lnTo>
                <a:lnTo>
                  <a:pt x="26" y="702"/>
                </a:lnTo>
                <a:lnTo>
                  <a:pt x="27" y="701"/>
                </a:lnTo>
                <a:lnTo>
                  <a:pt x="26" y="700"/>
                </a:lnTo>
                <a:lnTo>
                  <a:pt x="27" y="699"/>
                </a:lnTo>
                <a:lnTo>
                  <a:pt x="28" y="698"/>
                </a:lnTo>
                <a:lnTo>
                  <a:pt x="28" y="697"/>
                </a:lnTo>
                <a:lnTo>
                  <a:pt x="29" y="696"/>
                </a:lnTo>
                <a:lnTo>
                  <a:pt x="29" y="695"/>
                </a:lnTo>
                <a:lnTo>
                  <a:pt x="29" y="694"/>
                </a:lnTo>
                <a:lnTo>
                  <a:pt x="29" y="693"/>
                </a:lnTo>
                <a:lnTo>
                  <a:pt x="29" y="692"/>
                </a:lnTo>
                <a:lnTo>
                  <a:pt x="28" y="692"/>
                </a:lnTo>
                <a:lnTo>
                  <a:pt x="28" y="691"/>
                </a:lnTo>
                <a:lnTo>
                  <a:pt x="29" y="691"/>
                </a:lnTo>
                <a:lnTo>
                  <a:pt x="29" y="689"/>
                </a:lnTo>
                <a:lnTo>
                  <a:pt x="30" y="689"/>
                </a:lnTo>
                <a:lnTo>
                  <a:pt x="30" y="688"/>
                </a:lnTo>
                <a:lnTo>
                  <a:pt x="31" y="688"/>
                </a:lnTo>
                <a:lnTo>
                  <a:pt x="32" y="688"/>
                </a:lnTo>
                <a:lnTo>
                  <a:pt x="32" y="687"/>
                </a:lnTo>
                <a:lnTo>
                  <a:pt x="33" y="687"/>
                </a:lnTo>
                <a:lnTo>
                  <a:pt x="33" y="686"/>
                </a:lnTo>
                <a:lnTo>
                  <a:pt x="34" y="686"/>
                </a:lnTo>
                <a:lnTo>
                  <a:pt x="35" y="686"/>
                </a:lnTo>
                <a:lnTo>
                  <a:pt x="35" y="685"/>
                </a:lnTo>
                <a:lnTo>
                  <a:pt x="35" y="684"/>
                </a:lnTo>
                <a:lnTo>
                  <a:pt x="35" y="683"/>
                </a:lnTo>
                <a:lnTo>
                  <a:pt x="34" y="683"/>
                </a:lnTo>
                <a:lnTo>
                  <a:pt x="34" y="682"/>
                </a:lnTo>
                <a:lnTo>
                  <a:pt x="34" y="680"/>
                </a:lnTo>
                <a:lnTo>
                  <a:pt x="33" y="680"/>
                </a:lnTo>
                <a:lnTo>
                  <a:pt x="32" y="680"/>
                </a:lnTo>
                <a:lnTo>
                  <a:pt x="31" y="680"/>
                </a:lnTo>
                <a:lnTo>
                  <a:pt x="30" y="679"/>
                </a:lnTo>
                <a:lnTo>
                  <a:pt x="30" y="678"/>
                </a:lnTo>
                <a:lnTo>
                  <a:pt x="31" y="676"/>
                </a:lnTo>
                <a:lnTo>
                  <a:pt x="30" y="676"/>
                </a:lnTo>
                <a:lnTo>
                  <a:pt x="29" y="676"/>
                </a:lnTo>
                <a:lnTo>
                  <a:pt x="29" y="675"/>
                </a:lnTo>
                <a:lnTo>
                  <a:pt x="28" y="675"/>
                </a:lnTo>
                <a:lnTo>
                  <a:pt x="28" y="674"/>
                </a:lnTo>
                <a:lnTo>
                  <a:pt x="29" y="673"/>
                </a:lnTo>
                <a:lnTo>
                  <a:pt x="29" y="672"/>
                </a:lnTo>
                <a:lnTo>
                  <a:pt x="30" y="671"/>
                </a:lnTo>
                <a:lnTo>
                  <a:pt x="31" y="671"/>
                </a:lnTo>
                <a:lnTo>
                  <a:pt x="31" y="670"/>
                </a:lnTo>
                <a:lnTo>
                  <a:pt x="31" y="669"/>
                </a:lnTo>
                <a:lnTo>
                  <a:pt x="31" y="668"/>
                </a:lnTo>
                <a:lnTo>
                  <a:pt x="32" y="667"/>
                </a:lnTo>
                <a:lnTo>
                  <a:pt x="31" y="666"/>
                </a:lnTo>
                <a:lnTo>
                  <a:pt x="32" y="666"/>
                </a:lnTo>
                <a:lnTo>
                  <a:pt x="32" y="665"/>
                </a:lnTo>
                <a:lnTo>
                  <a:pt x="32" y="664"/>
                </a:lnTo>
                <a:lnTo>
                  <a:pt x="31" y="664"/>
                </a:lnTo>
                <a:lnTo>
                  <a:pt x="32" y="664"/>
                </a:lnTo>
                <a:lnTo>
                  <a:pt x="32" y="663"/>
                </a:lnTo>
                <a:lnTo>
                  <a:pt x="31" y="663"/>
                </a:lnTo>
                <a:lnTo>
                  <a:pt x="31" y="662"/>
                </a:lnTo>
                <a:lnTo>
                  <a:pt x="31" y="661"/>
                </a:lnTo>
                <a:lnTo>
                  <a:pt x="32" y="661"/>
                </a:lnTo>
                <a:lnTo>
                  <a:pt x="32" y="660"/>
                </a:lnTo>
                <a:lnTo>
                  <a:pt x="32" y="659"/>
                </a:lnTo>
                <a:lnTo>
                  <a:pt x="32" y="658"/>
                </a:lnTo>
                <a:lnTo>
                  <a:pt x="32" y="657"/>
                </a:lnTo>
                <a:lnTo>
                  <a:pt x="33" y="656"/>
                </a:lnTo>
                <a:lnTo>
                  <a:pt x="33" y="655"/>
                </a:lnTo>
                <a:lnTo>
                  <a:pt x="33" y="654"/>
                </a:lnTo>
                <a:lnTo>
                  <a:pt x="32" y="654"/>
                </a:lnTo>
                <a:lnTo>
                  <a:pt x="33" y="654"/>
                </a:lnTo>
                <a:lnTo>
                  <a:pt x="33" y="653"/>
                </a:lnTo>
                <a:lnTo>
                  <a:pt x="33" y="652"/>
                </a:lnTo>
                <a:lnTo>
                  <a:pt x="33" y="651"/>
                </a:lnTo>
                <a:lnTo>
                  <a:pt x="33" y="650"/>
                </a:lnTo>
                <a:lnTo>
                  <a:pt x="32" y="649"/>
                </a:lnTo>
                <a:lnTo>
                  <a:pt x="31" y="648"/>
                </a:lnTo>
                <a:lnTo>
                  <a:pt x="30" y="647"/>
                </a:lnTo>
                <a:lnTo>
                  <a:pt x="29" y="646"/>
                </a:lnTo>
                <a:lnTo>
                  <a:pt x="30" y="646"/>
                </a:lnTo>
                <a:lnTo>
                  <a:pt x="30" y="645"/>
                </a:lnTo>
                <a:lnTo>
                  <a:pt x="30" y="644"/>
                </a:lnTo>
                <a:lnTo>
                  <a:pt x="30" y="643"/>
                </a:lnTo>
                <a:lnTo>
                  <a:pt x="31" y="643"/>
                </a:lnTo>
                <a:lnTo>
                  <a:pt x="31" y="642"/>
                </a:lnTo>
                <a:lnTo>
                  <a:pt x="32" y="642"/>
                </a:lnTo>
                <a:lnTo>
                  <a:pt x="32" y="641"/>
                </a:lnTo>
                <a:lnTo>
                  <a:pt x="33" y="639"/>
                </a:lnTo>
                <a:lnTo>
                  <a:pt x="33" y="638"/>
                </a:lnTo>
                <a:lnTo>
                  <a:pt x="32" y="638"/>
                </a:lnTo>
                <a:lnTo>
                  <a:pt x="32" y="637"/>
                </a:lnTo>
                <a:lnTo>
                  <a:pt x="32" y="636"/>
                </a:lnTo>
                <a:lnTo>
                  <a:pt x="31" y="636"/>
                </a:lnTo>
                <a:lnTo>
                  <a:pt x="31" y="637"/>
                </a:lnTo>
                <a:lnTo>
                  <a:pt x="30" y="637"/>
                </a:lnTo>
                <a:lnTo>
                  <a:pt x="30" y="636"/>
                </a:lnTo>
                <a:lnTo>
                  <a:pt x="29" y="636"/>
                </a:lnTo>
                <a:lnTo>
                  <a:pt x="28" y="636"/>
                </a:lnTo>
                <a:lnTo>
                  <a:pt x="27" y="635"/>
                </a:lnTo>
                <a:lnTo>
                  <a:pt x="26" y="634"/>
                </a:lnTo>
                <a:lnTo>
                  <a:pt x="27" y="634"/>
                </a:lnTo>
                <a:lnTo>
                  <a:pt x="27" y="633"/>
                </a:lnTo>
                <a:lnTo>
                  <a:pt x="26" y="633"/>
                </a:lnTo>
                <a:lnTo>
                  <a:pt x="26" y="632"/>
                </a:lnTo>
                <a:lnTo>
                  <a:pt x="25" y="632"/>
                </a:lnTo>
                <a:lnTo>
                  <a:pt x="26" y="632"/>
                </a:lnTo>
                <a:lnTo>
                  <a:pt x="26" y="631"/>
                </a:lnTo>
                <a:lnTo>
                  <a:pt x="27" y="629"/>
                </a:lnTo>
                <a:lnTo>
                  <a:pt x="27" y="628"/>
                </a:lnTo>
                <a:lnTo>
                  <a:pt x="27" y="627"/>
                </a:lnTo>
                <a:lnTo>
                  <a:pt x="26" y="627"/>
                </a:lnTo>
                <a:lnTo>
                  <a:pt x="26" y="626"/>
                </a:lnTo>
                <a:lnTo>
                  <a:pt x="26" y="625"/>
                </a:lnTo>
                <a:lnTo>
                  <a:pt x="27" y="625"/>
                </a:lnTo>
                <a:lnTo>
                  <a:pt x="28" y="625"/>
                </a:lnTo>
                <a:lnTo>
                  <a:pt x="28" y="624"/>
                </a:lnTo>
                <a:lnTo>
                  <a:pt x="27" y="624"/>
                </a:lnTo>
                <a:lnTo>
                  <a:pt x="27" y="623"/>
                </a:lnTo>
                <a:lnTo>
                  <a:pt x="27" y="622"/>
                </a:lnTo>
                <a:lnTo>
                  <a:pt x="28" y="622"/>
                </a:lnTo>
                <a:lnTo>
                  <a:pt x="29" y="621"/>
                </a:lnTo>
                <a:lnTo>
                  <a:pt x="29" y="622"/>
                </a:lnTo>
                <a:lnTo>
                  <a:pt x="30" y="621"/>
                </a:lnTo>
                <a:lnTo>
                  <a:pt x="31" y="621"/>
                </a:lnTo>
                <a:lnTo>
                  <a:pt x="32" y="621"/>
                </a:lnTo>
                <a:lnTo>
                  <a:pt x="32" y="620"/>
                </a:lnTo>
                <a:lnTo>
                  <a:pt x="33" y="620"/>
                </a:lnTo>
                <a:lnTo>
                  <a:pt x="34" y="620"/>
                </a:lnTo>
                <a:lnTo>
                  <a:pt x="35" y="621"/>
                </a:lnTo>
                <a:lnTo>
                  <a:pt x="36" y="621"/>
                </a:lnTo>
                <a:lnTo>
                  <a:pt x="37" y="620"/>
                </a:lnTo>
                <a:lnTo>
                  <a:pt x="37" y="618"/>
                </a:lnTo>
                <a:lnTo>
                  <a:pt x="38" y="617"/>
                </a:lnTo>
                <a:lnTo>
                  <a:pt x="39" y="617"/>
                </a:lnTo>
                <a:lnTo>
                  <a:pt x="39" y="616"/>
                </a:lnTo>
                <a:lnTo>
                  <a:pt x="40" y="616"/>
                </a:lnTo>
                <a:lnTo>
                  <a:pt x="41" y="615"/>
                </a:lnTo>
                <a:lnTo>
                  <a:pt x="40" y="615"/>
                </a:lnTo>
                <a:lnTo>
                  <a:pt x="40" y="614"/>
                </a:lnTo>
                <a:lnTo>
                  <a:pt x="40" y="613"/>
                </a:lnTo>
                <a:lnTo>
                  <a:pt x="41" y="613"/>
                </a:lnTo>
                <a:lnTo>
                  <a:pt x="42" y="613"/>
                </a:lnTo>
                <a:lnTo>
                  <a:pt x="43" y="613"/>
                </a:lnTo>
                <a:lnTo>
                  <a:pt x="44" y="613"/>
                </a:lnTo>
                <a:lnTo>
                  <a:pt x="44" y="612"/>
                </a:lnTo>
                <a:lnTo>
                  <a:pt x="45" y="612"/>
                </a:lnTo>
                <a:lnTo>
                  <a:pt x="46" y="612"/>
                </a:lnTo>
                <a:lnTo>
                  <a:pt x="46" y="611"/>
                </a:lnTo>
                <a:lnTo>
                  <a:pt x="45" y="611"/>
                </a:lnTo>
                <a:lnTo>
                  <a:pt x="44" y="610"/>
                </a:lnTo>
                <a:lnTo>
                  <a:pt x="44" y="609"/>
                </a:lnTo>
                <a:lnTo>
                  <a:pt x="44" y="607"/>
                </a:lnTo>
                <a:lnTo>
                  <a:pt x="44" y="606"/>
                </a:lnTo>
                <a:lnTo>
                  <a:pt x="44" y="605"/>
                </a:lnTo>
                <a:lnTo>
                  <a:pt x="44" y="604"/>
                </a:lnTo>
                <a:lnTo>
                  <a:pt x="43" y="603"/>
                </a:lnTo>
                <a:lnTo>
                  <a:pt x="42" y="603"/>
                </a:lnTo>
                <a:lnTo>
                  <a:pt x="42" y="602"/>
                </a:lnTo>
                <a:lnTo>
                  <a:pt x="41" y="602"/>
                </a:lnTo>
                <a:lnTo>
                  <a:pt x="40" y="602"/>
                </a:lnTo>
                <a:lnTo>
                  <a:pt x="41" y="601"/>
                </a:lnTo>
                <a:lnTo>
                  <a:pt x="42" y="601"/>
                </a:lnTo>
                <a:lnTo>
                  <a:pt x="42" y="600"/>
                </a:lnTo>
                <a:lnTo>
                  <a:pt x="42" y="599"/>
                </a:lnTo>
                <a:lnTo>
                  <a:pt x="41" y="599"/>
                </a:lnTo>
                <a:lnTo>
                  <a:pt x="41" y="598"/>
                </a:lnTo>
                <a:lnTo>
                  <a:pt x="42" y="598"/>
                </a:lnTo>
                <a:lnTo>
                  <a:pt x="42" y="597"/>
                </a:lnTo>
                <a:lnTo>
                  <a:pt x="41" y="597"/>
                </a:lnTo>
                <a:lnTo>
                  <a:pt x="41" y="596"/>
                </a:lnTo>
                <a:lnTo>
                  <a:pt x="41" y="595"/>
                </a:lnTo>
                <a:lnTo>
                  <a:pt x="40" y="595"/>
                </a:lnTo>
                <a:lnTo>
                  <a:pt x="39" y="594"/>
                </a:lnTo>
                <a:lnTo>
                  <a:pt x="38" y="594"/>
                </a:lnTo>
                <a:lnTo>
                  <a:pt x="37" y="594"/>
                </a:lnTo>
                <a:lnTo>
                  <a:pt x="37" y="595"/>
                </a:lnTo>
                <a:lnTo>
                  <a:pt x="36" y="595"/>
                </a:lnTo>
                <a:lnTo>
                  <a:pt x="36" y="594"/>
                </a:lnTo>
                <a:lnTo>
                  <a:pt x="35" y="595"/>
                </a:lnTo>
                <a:lnTo>
                  <a:pt x="34" y="595"/>
                </a:lnTo>
                <a:lnTo>
                  <a:pt x="33" y="596"/>
                </a:lnTo>
                <a:lnTo>
                  <a:pt x="33" y="595"/>
                </a:lnTo>
                <a:lnTo>
                  <a:pt x="32" y="595"/>
                </a:lnTo>
                <a:lnTo>
                  <a:pt x="31" y="594"/>
                </a:lnTo>
                <a:lnTo>
                  <a:pt x="30" y="594"/>
                </a:lnTo>
                <a:lnTo>
                  <a:pt x="30" y="593"/>
                </a:lnTo>
                <a:lnTo>
                  <a:pt x="29" y="593"/>
                </a:lnTo>
                <a:lnTo>
                  <a:pt x="28" y="594"/>
                </a:lnTo>
                <a:lnTo>
                  <a:pt x="28" y="595"/>
                </a:lnTo>
                <a:lnTo>
                  <a:pt x="27" y="595"/>
                </a:lnTo>
                <a:lnTo>
                  <a:pt x="26" y="595"/>
                </a:lnTo>
                <a:lnTo>
                  <a:pt x="24" y="596"/>
                </a:lnTo>
                <a:lnTo>
                  <a:pt x="24" y="597"/>
                </a:lnTo>
                <a:lnTo>
                  <a:pt x="23" y="597"/>
                </a:lnTo>
                <a:lnTo>
                  <a:pt x="22" y="597"/>
                </a:lnTo>
                <a:lnTo>
                  <a:pt x="21" y="597"/>
                </a:lnTo>
                <a:lnTo>
                  <a:pt x="20" y="597"/>
                </a:lnTo>
                <a:lnTo>
                  <a:pt x="19" y="597"/>
                </a:lnTo>
                <a:lnTo>
                  <a:pt x="18" y="597"/>
                </a:lnTo>
                <a:lnTo>
                  <a:pt x="18" y="596"/>
                </a:lnTo>
                <a:lnTo>
                  <a:pt x="18" y="595"/>
                </a:lnTo>
                <a:lnTo>
                  <a:pt x="15" y="594"/>
                </a:lnTo>
                <a:lnTo>
                  <a:pt x="14" y="594"/>
                </a:lnTo>
                <a:lnTo>
                  <a:pt x="13" y="594"/>
                </a:lnTo>
                <a:lnTo>
                  <a:pt x="14" y="593"/>
                </a:lnTo>
                <a:lnTo>
                  <a:pt x="14" y="592"/>
                </a:lnTo>
                <a:lnTo>
                  <a:pt x="13" y="591"/>
                </a:lnTo>
                <a:lnTo>
                  <a:pt x="12" y="591"/>
                </a:lnTo>
                <a:lnTo>
                  <a:pt x="12" y="590"/>
                </a:lnTo>
                <a:lnTo>
                  <a:pt x="12" y="589"/>
                </a:lnTo>
                <a:lnTo>
                  <a:pt x="12" y="587"/>
                </a:lnTo>
                <a:lnTo>
                  <a:pt x="12" y="586"/>
                </a:lnTo>
                <a:lnTo>
                  <a:pt x="13" y="586"/>
                </a:lnTo>
                <a:lnTo>
                  <a:pt x="13" y="585"/>
                </a:lnTo>
                <a:lnTo>
                  <a:pt x="13" y="584"/>
                </a:lnTo>
                <a:lnTo>
                  <a:pt x="13" y="583"/>
                </a:lnTo>
                <a:lnTo>
                  <a:pt x="14" y="582"/>
                </a:lnTo>
                <a:lnTo>
                  <a:pt x="15" y="580"/>
                </a:lnTo>
                <a:lnTo>
                  <a:pt x="15" y="579"/>
                </a:lnTo>
                <a:lnTo>
                  <a:pt x="15" y="578"/>
                </a:lnTo>
                <a:lnTo>
                  <a:pt x="14" y="577"/>
                </a:lnTo>
                <a:lnTo>
                  <a:pt x="14" y="576"/>
                </a:lnTo>
                <a:lnTo>
                  <a:pt x="15" y="576"/>
                </a:lnTo>
                <a:lnTo>
                  <a:pt x="16" y="576"/>
                </a:lnTo>
                <a:lnTo>
                  <a:pt x="16" y="575"/>
                </a:lnTo>
                <a:lnTo>
                  <a:pt x="17" y="574"/>
                </a:lnTo>
                <a:lnTo>
                  <a:pt x="18" y="572"/>
                </a:lnTo>
                <a:lnTo>
                  <a:pt x="18" y="571"/>
                </a:lnTo>
                <a:lnTo>
                  <a:pt x="17" y="571"/>
                </a:lnTo>
                <a:lnTo>
                  <a:pt x="17" y="570"/>
                </a:lnTo>
                <a:lnTo>
                  <a:pt x="18" y="570"/>
                </a:lnTo>
                <a:lnTo>
                  <a:pt x="18" y="569"/>
                </a:lnTo>
                <a:lnTo>
                  <a:pt x="19" y="568"/>
                </a:lnTo>
                <a:lnTo>
                  <a:pt x="19" y="567"/>
                </a:lnTo>
                <a:lnTo>
                  <a:pt x="19" y="566"/>
                </a:lnTo>
                <a:lnTo>
                  <a:pt x="19" y="565"/>
                </a:lnTo>
                <a:lnTo>
                  <a:pt x="19" y="564"/>
                </a:lnTo>
                <a:lnTo>
                  <a:pt x="18" y="564"/>
                </a:lnTo>
                <a:lnTo>
                  <a:pt x="18" y="563"/>
                </a:lnTo>
                <a:lnTo>
                  <a:pt x="19" y="563"/>
                </a:lnTo>
                <a:lnTo>
                  <a:pt x="19" y="562"/>
                </a:lnTo>
                <a:lnTo>
                  <a:pt x="19" y="561"/>
                </a:lnTo>
                <a:lnTo>
                  <a:pt x="19" y="560"/>
                </a:lnTo>
                <a:lnTo>
                  <a:pt x="18" y="560"/>
                </a:lnTo>
                <a:lnTo>
                  <a:pt x="17" y="560"/>
                </a:lnTo>
                <a:lnTo>
                  <a:pt x="17" y="559"/>
                </a:lnTo>
                <a:lnTo>
                  <a:pt x="17" y="560"/>
                </a:lnTo>
                <a:lnTo>
                  <a:pt x="16" y="560"/>
                </a:lnTo>
                <a:lnTo>
                  <a:pt x="15" y="560"/>
                </a:lnTo>
                <a:lnTo>
                  <a:pt x="13" y="559"/>
                </a:lnTo>
                <a:lnTo>
                  <a:pt x="14" y="559"/>
                </a:lnTo>
                <a:lnTo>
                  <a:pt x="14" y="558"/>
                </a:lnTo>
                <a:lnTo>
                  <a:pt x="13" y="558"/>
                </a:lnTo>
                <a:lnTo>
                  <a:pt x="12" y="558"/>
                </a:lnTo>
                <a:lnTo>
                  <a:pt x="12" y="557"/>
                </a:lnTo>
                <a:lnTo>
                  <a:pt x="11" y="557"/>
                </a:lnTo>
                <a:lnTo>
                  <a:pt x="11" y="556"/>
                </a:lnTo>
                <a:lnTo>
                  <a:pt x="11" y="555"/>
                </a:lnTo>
                <a:lnTo>
                  <a:pt x="10" y="553"/>
                </a:lnTo>
                <a:lnTo>
                  <a:pt x="10" y="552"/>
                </a:lnTo>
                <a:lnTo>
                  <a:pt x="10" y="551"/>
                </a:lnTo>
                <a:lnTo>
                  <a:pt x="10" y="550"/>
                </a:lnTo>
                <a:lnTo>
                  <a:pt x="9" y="550"/>
                </a:lnTo>
                <a:lnTo>
                  <a:pt x="9" y="548"/>
                </a:lnTo>
                <a:lnTo>
                  <a:pt x="8" y="548"/>
                </a:lnTo>
                <a:lnTo>
                  <a:pt x="8" y="547"/>
                </a:lnTo>
                <a:lnTo>
                  <a:pt x="8" y="546"/>
                </a:lnTo>
                <a:lnTo>
                  <a:pt x="8" y="545"/>
                </a:lnTo>
                <a:lnTo>
                  <a:pt x="8" y="544"/>
                </a:lnTo>
                <a:lnTo>
                  <a:pt x="7" y="544"/>
                </a:lnTo>
                <a:lnTo>
                  <a:pt x="7" y="543"/>
                </a:lnTo>
                <a:lnTo>
                  <a:pt x="6" y="543"/>
                </a:lnTo>
                <a:lnTo>
                  <a:pt x="6" y="542"/>
                </a:lnTo>
                <a:lnTo>
                  <a:pt x="5" y="542"/>
                </a:lnTo>
                <a:lnTo>
                  <a:pt x="6" y="540"/>
                </a:lnTo>
                <a:lnTo>
                  <a:pt x="7" y="540"/>
                </a:lnTo>
                <a:lnTo>
                  <a:pt x="8" y="540"/>
                </a:lnTo>
                <a:lnTo>
                  <a:pt x="8" y="539"/>
                </a:lnTo>
                <a:lnTo>
                  <a:pt x="9" y="539"/>
                </a:lnTo>
                <a:lnTo>
                  <a:pt x="9" y="538"/>
                </a:lnTo>
                <a:lnTo>
                  <a:pt x="10" y="538"/>
                </a:lnTo>
                <a:lnTo>
                  <a:pt x="11" y="538"/>
                </a:lnTo>
                <a:lnTo>
                  <a:pt x="11" y="537"/>
                </a:lnTo>
                <a:lnTo>
                  <a:pt x="12" y="537"/>
                </a:lnTo>
                <a:lnTo>
                  <a:pt x="13" y="537"/>
                </a:lnTo>
                <a:lnTo>
                  <a:pt x="14" y="537"/>
                </a:lnTo>
                <a:lnTo>
                  <a:pt x="15" y="536"/>
                </a:lnTo>
                <a:lnTo>
                  <a:pt x="16" y="536"/>
                </a:lnTo>
                <a:lnTo>
                  <a:pt x="16" y="535"/>
                </a:lnTo>
                <a:lnTo>
                  <a:pt x="17" y="535"/>
                </a:lnTo>
                <a:lnTo>
                  <a:pt x="17" y="534"/>
                </a:lnTo>
                <a:lnTo>
                  <a:pt x="16" y="534"/>
                </a:lnTo>
                <a:lnTo>
                  <a:pt x="15" y="534"/>
                </a:lnTo>
                <a:lnTo>
                  <a:pt x="14" y="534"/>
                </a:lnTo>
                <a:lnTo>
                  <a:pt x="13" y="534"/>
                </a:lnTo>
                <a:lnTo>
                  <a:pt x="13" y="533"/>
                </a:lnTo>
                <a:lnTo>
                  <a:pt x="12" y="533"/>
                </a:lnTo>
                <a:lnTo>
                  <a:pt x="12" y="532"/>
                </a:lnTo>
                <a:lnTo>
                  <a:pt x="13" y="531"/>
                </a:lnTo>
                <a:lnTo>
                  <a:pt x="13" y="530"/>
                </a:lnTo>
                <a:lnTo>
                  <a:pt x="14" y="529"/>
                </a:lnTo>
                <a:lnTo>
                  <a:pt x="14" y="528"/>
                </a:lnTo>
                <a:lnTo>
                  <a:pt x="15" y="528"/>
                </a:lnTo>
                <a:lnTo>
                  <a:pt x="15" y="527"/>
                </a:lnTo>
                <a:lnTo>
                  <a:pt x="16" y="527"/>
                </a:lnTo>
                <a:lnTo>
                  <a:pt x="16" y="525"/>
                </a:lnTo>
                <a:lnTo>
                  <a:pt x="16" y="524"/>
                </a:lnTo>
                <a:lnTo>
                  <a:pt x="15" y="524"/>
                </a:lnTo>
                <a:lnTo>
                  <a:pt x="14" y="523"/>
                </a:lnTo>
                <a:lnTo>
                  <a:pt x="14" y="522"/>
                </a:lnTo>
                <a:lnTo>
                  <a:pt x="15" y="521"/>
                </a:lnTo>
                <a:lnTo>
                  <a:pt x="16" y="521"/>
                </a:lnTo>
                <a:lnTo>
                  <a:pt x="16" y="520"/>
                </a:lnTo>
                <a:lnTo>
                  <a:pt x="16" y="521"/>
                </a:lnTo>
                <a:lnTo>
                  <a:pt x="17" y="521"/>
                </a:lnTo>
                <a:lnTo>
                  <a:pt x="18" y="521"/>
                </a:lnTo>
                <a:lnTo>
                  <a:pt x="18" y="522"/>
                </a:lnTo>
                <a:lnTo>
                  <a:pt x="19" y="522"/>
                </a:lnTo>
                <a:lnTo>
                  <a:pt x="19" y="521"/>
                </a:lnTo>
                <a:lnTo>
                  <a:pt x="20" y="521"/>
                </a:lnTo>
                <a:lnTo>
                  <a:pt x="21" y="521"/>
                </a:lnTo>
                <a:lnTo>
                  <a:pt x="22" y="521"/>
                </a:lnTo>
                <a:lnTo>
                  <a:pt x="23" y="520"/>
                </a:lnTo>
                <a:lnTo>
                  <a:pt x="24" y="520"/>
                </a:lnTo>
                <a:lnTo>
                  <a:pt x="25" y="520"/>
                </a:lnTo>
                <a:lnTo>
                  <a:pt x="26" y="520"/>
                </a:lnTo>
                <a:lnTo>
                  <a:pt x="27" y="519"/>
                </a:lnTo>
                <a:lnTo>
                  <a:pt x="28" y="518"/>
                </a:lnTo>
                <a:lnTo>
                  <a:pt x="29" y="517"/>
                </a:lnTo>
                <a:lnTo>
                  <a:pt x="30" y="516"/>
                </a:lnTo>
                <a:lnTo>
                  <a:pt x="31" y="516"/>
                </a:lnTo>
                <a:lnTo>
                  <a:pt x="32" y="516"/>
                </a:lnTo>
                <a:lnTo>
                  <a:pt x="33" y="516"/>
                </a:lnTo>
                <a:lnTo>
                  <a:pt x="35" y="515"/>
                </a:lnTo>
                <a:lnTo>
                  <a:pt x="36" y="516"/>
                </a:lnTo>
                <a:lnTo>
                  <a:pt x="37" y="516"/>
                </a:lnTo>
                <a:lnTo>
                  <a:pt x="37" y="517"/>
                </a:lnTo>
                <a:lnTo>
                  <a:pt x="38" y="517"/>
                </a:lnTo>
                <a:lnTo>
                  <a:pt x="39" y="517"/>
                </a:lnTo>
                <a:lnTo>
                  <a:pt x="39" y="516"/>
                </a:lnTo>
                <a:lnTo>
                  <a:pt x="40" y="516"/>
                </a:lnTo>
                <a:lnTo>
                  <a:pt x="40" y="515"/>
                </a:lnTo>
                <a:lnTo>
                  <a:pt x="40" y="514"/>
                </a:lnTo>
                <a:lnTo>
                  <a:pt x="41" y="514"/>
                </a:lnTo>
                <a:lnTo>
                  <a:pt x="42" y="514"/>
                </a:lnTo>
                <a:lnTo>
                  <a:pt x="42" y="513"/>
                </a:lnTo>
                <a:lnTo>
                  <a:pt x="43" y="513"/>
                </a:lnTo>
                <a:lnTo>
                  <a:pt x="44" y="512"/>
                </a:lnTo>
                <a:lnTo>
                  <a:pt x="45" y="511"/>
                </a:lnTo>
                <a:lnTo>
                  <a:pt x="44" y="511"/>
                </a:lnTo>
                <a:lnTo>
                  <a:pt x="44" y="510"/>
                </a:lnTo>
                <a:lnTo>
                  <a:pt x="45" y="510"/>
                </a:lnTo>
                <a:lnTo>
                  <a:pt x="46" y="510"/>
                </a:lnTo>
                <a:lnTo>
                  <a:pt x="46" y="509"/>
                </a:lnTo>
                <a:lnTo>
                  <a:pt x="47" y="509"/>
                </a:lnTo>
                <a:lnTo>
                  <a:pt x="49" y="509"/>
                </a:lnTo>
                <a:lnTo>
                  <a:pt x="49" y="508"/>
                </a:lnTo>
                <a:lnTo>
                  <a:pt x="48" y="507"/>
                </a:lnTo>
                <a:lnTo>
                  <a:pt x="48" y="506"/>
                </a:lnTo>
                <a:lnTo>
                  <a:pt x="48" y="505"/>
                </a:lnTo>
                <a:lnTo>
                  <a:pt x="47" y="505"/>
                </a:lnTo>
                <a:lnTo>
                  <a:pt x="47" y="504"/>
                </a:lnTo>
                <a:lnTo>
                  <a:pt x="46" y="505"/>
                </a:lnTo>
                <a:lnTo>
                  <a:pt x="45" y="505"/>
                </a:lnTo>
                <a:lnTo>
                  <a:pt x="45" y="504"/>
                </a:lnTo>
                <a:lnTo>
                  <a:pt x="45" y="505"/>
                </a:lnTo>
                <a:lnTo>
                  <a:pt x="44" y="505"/>
                </a:lnTo>
                <a:lnTo>
                  <a:pt x="44" y="504"/>
                </a:lnTo>
                <a:lnTo>
                  <a:pt x="43" y="504"/>
                </a:lnTo>
                <a:lnTo>
                  <a:pt x="42" y="504"/>
                </a:lnTo>
                <a:lnTo>
                  <a:pt x="43" y="504"/>
                </a:lnTo>
                <a:lnTo>
                  <a:pt x="43" y="503"/>
                </a:lnTo>
                <a:lnTo>
                  <a:pt x="43" y="502"/>
                </a:lnTo>
                <a:lnTo>
                  <a:pt x="43" y="500"/>
                </a:lnTo>
                <a:lnTo>
                  <a:pt x="43" y="499"/>
                </a:lnTo>
                <a:lnTo>
                  <a:pt x="42" y="499"/>
                </a:lnTo>
                <a:lnTo>
                  <a:pt x="43" y="498"/>
                </a:lnTo>
                <a:lnTo>
                  <a:pt x="43" y="497"/>
                </a:lnTo>
                <a:lnTo>
                  <a:pt x="44" y="496"/>
                </a:lnTo>
                <a:lnTo>
                  <a:pt x="44" y="495"/>
                </a:lnTo>
                <a:lnTo>
                  <a:pt x="44" y="494"/>
                </a:lnTo>
                <a:lnTo>
                  <a:pt x="45" y="493"/>
                </a:lnTo>
                <a:lnTo>
                  <a:pt x="45" y="492"/>
                </a:lnTo>
                <a:lnTo>
                  <a:pt x="46" y="493"/>
                </a:lnTo>
                <a:lnTo>
                  <a:pt x="47" y="493"/>
                </a:lnTo>
                <a:lnTo>
                  <a:pt x="48" y="493"/>
                </a:lnTo>
                <a:lnTo>
                  <a:pt x="48" y="494"/>
                </a:lnTo>
                <a:lnTo>
                  <a:pt x="49" y="494"/>
                </a:lnTo>
                <a:lnTo>
                  <a:pt x="50" y="494"/>
                </a:lnTo>
                <a:lnTo>
                  <a:pt x="50" y="493"/>
                </a:lnTo>
                <a:lnTo>
                  <a:pt x="51" y="493"/>
                </a:lnTo>
                <a:lnTo>
                  <a:pt x="52" y="492"/>
                </a:lnTo>
                <a:lnTo>
                  <a:pt x="52" y="491"/>
                </a:lnTo>
                <a:lnTo>
                  <a:pt x="52" y="490"/>
                </a:lnTo>
                <a:lnTo>
                  <a:pt x="51" y="490"/>
                </a:lnTo>
                <a:lnTo>
                  <a:pt x="51" y="489"/>
                </a:lnTo>
                <a:lnTo>
                  <a:pt x="51" y="488"/>
                </a:lnTo>
                <a:lnTo>
                  <a:pt x="50" y="488"/>
                </a:lnTo>
                <a:lnTo>
                  <a:pt x="50" y="487"/>
                </a:lnTo>
                <a:lnTo>
                  <a:pt x="50" y="485"/>
                </a:lnTo>
                <a:lnTo>
                  <a:pt x="49" y="484"/>
                </a:lnTo>
                <a:lnTo>
                  <a:pt x="48" y="483"/>
                </a:lnTo>
                <a:lnTo>
                  <a:pt x="48" y="482"/>
                </a:lnTo>
                <a:lnTo>
                  <a:pt x="49" y="482"/>
                </a:lnTo>
                <a:lnTo>
                  <a:pt x="50" y="482"/>
                </a:lnTo>
                <a:lnTo>
                  <a:pt x="51" y="482"/>
                </a:lnTo>
                <a:lnTo>
                  <a:pt x="51" y="481"/>
                </a:lnTo>
                <a:lnTo>
                  <a:pt x="51" y="480"/>
                </a:lnTo>
                <a:lnTo>
                  <a:pt x="52" y="480"/>
                </a:lnTo>
                <a:lnTo>
                  <a:pt x="52" y="479"/>
                </a:lnTo>
                <a:lnTo>
                  <a:pt x="52" y="478"/>
                </a:lnTo>
                <a:lnTo>
                  <a:pt x="52" y="477"/>
                </a:lnTo>
                <a:lnTo>
                  <a:pt x="52" y="476"/>
                </a:lnTo>
                <a:lnTo>
                  <a:pt x="52" y="475"/>
                </a:lnTo>
                <a:lnTo>
                  <a:pt x="53" y="475"/>
                </a:lnTo>
                <a:lnTo>
                  <a:pt x="53" y="474"/>
                </a:lnTo>
                <a:lnTo>
                  <a:pt x="52" y="474"/>
                </a:lnTo>
                <a:lnTo>
                  <a:pt x="52" y="473"/>
                </a:lnTo>
                <a:lnTo>
                  <a:pt x="52" y="472"/>
                </a:lnTo>
                <a:lnTo>
                  <a:pt x="53" y="472"/>
                </a:lnTo>
                <a:lnTo>
                  <a:pt x="53" y="471"/>
                </a:lnTo>
                <a:lnTo>
                  <a:pt x="54" y="470"/>
                </a:lnTo>
                <a:lnTo>
                  <a:pt x="54" y="469"/>
                </a:lnTo>
                <a:lnTo>
                  <a:pt x="53" y="469"/>
                </a:lnTo>
                <a:lnTo>
                  <a:pt x="53" y="468"/>
                </a:lnTo>
                <a:lnTo>
                  <a:pt x="53" y="467"/>
                </a:lnTo>
                <a:lnTo>
                  <a:pt x="54" y="467"/>
                </a:lnTo>
                <a:lnTo>
                  <a:pt x="55" y="466"/>
                </a:lnTo>
                <a:lnTo>
                  <a:pt x="56" y="466"/>
                </a:lnTo>
                <a:lnTo>
                  <a:pt x="56" y="467"/>
                </a:lnTo>
                <a:lnTo>
                  <a:pt x="57" y="467"/>
                </a:lnTo>
                <a:lnTo>
                  <a:pt x="58" y="465"/>
                </a:lnTo>
                <a:lnTo>
                  <a:pt x="58" y="464"/>
                </a:lnTo>
                <a:lnTo>
                  <a:pt x="57" y="464"/>
                </a:lnTo>
                <a:lnTo>
                  <a:pt x="57" y="463"/>
                </a:lnTo>
                <a:lnTo>
                  <a:pt x="57" y="462"/>
                </a:lnTo>
                <a:lnTo>
                  <a:pt x="57" y="461"/>
                </a:lnTo>
                <a:lnTo>
                  <a:pt x="57" y="460"/>
                </a:lnTo>
                <a:lnTo>
                  <a:pt x="58" y="460"/>
                </a:lnTo>
                <a:lnTo>
                  <a:pt x="59" y="458"/>
                </a:lnTo>
                <a:lnTo>
                  <a:pt x="59" y="457"/>
                </a:lnTo>
                <a:lnTo>
                  <a:pt x="59" y="456"/>
                </a:lnTo>
                <a:lnTo>
                  <a:pt x="61" y="455"/>
                </a:lnTo>
                <a:lnTo>
                  <a:pt x="62" y="455"/>
                </a:lnTo>
                <a:lnTo>
                  <a:pt x="62" y="454"/>
                </a:lnTo>
                <a:lnTo>
                  <a:pt x="61" y="452"/>
                </a:lnTo>
                <a:lnTo>
                  <a:pt x="60" y="451"/>
                </a:lnTo>
                <a:lnTo>
                  <a:pt x="59" y="451"/>
                </a:lnTo>
                <a:lnTo>
                  <a:pt x="58" y="452"/>
                </a:lnTo>
                <a:lnTo>
                  <a:pt x="57" y="452"/>
                </a:lnTo>
                <a:lnTo>
                  <a:pt x="56" y="452"/>
                </a:lnTo>
                <a:lnTo>
                  <a:pt x="55" y="452"/>
                </a:lnTo>
                <a:lnTo>
                  <a:pt x="55" y="451"/>
                </a:lnTo>
                <a:lnTo>
                  <a:pt x="54" y="451"/>
                </a:lnTo>
                <a:lnTo>
                  <a:pt x="53" y="451"/>
                </a:lnTo>
                <a:lnTo>
                  <a:pt x="53" y="452"/>
                </a:lnTo>
                <a:lnTo>
                  <a:pt x="51" y="452"/>
                </a:lnTo>
                <a:lnTo>
                  <a:pt x="50" y="452"/>
                </a:lnTo>
                <a:lnTo>
                  <a:pt x="49" y="452"/>
                </a:lnTo>
                <a:lnTo>
                  <a:pt x="48" y="452"/>
                </a:lnTo>
                <a:lnTo>
                  <a:pt x="48" y="451"/>
                </a:lnTo>
                <a:lnTo>
                  <a:pt x="47" y="451"/>
                </a:lnTo>
                <a:lnTo>
                  <a:pt x="45" y="451"/>
                </a:lnTo>
                <a:lnTo>
                  <a:pt x="44" y="451"/>
                </a:lnTo>
                <a:lnTo>
                  <a:pt x="44" y="450"/>
                </a:lnTo>
                <a:lnTo>
                  <a:pt x="43" y="450"/>
                </a:lnTo>
                <a:lnTo>
                  <a:pt x="42" y="450"/>
                </a:lnTo>
                <a:lnTo>
                  <a:pt x="41" y="449"/>
                </a:lnTo>
                <a:lnTo>
                  <a:pt x="40" y="449"/>
                </a:lnTo>
                <a:lnTo>
                  <a:pt x="39" y="449"/>
                </a:lnTo>
                <a:lnTo>
                  <a:pt x="39" y="448"/>
                </a:lnTo>
                <a:lnTo>
                  <a:pt x="39" y="449"/>
                </a:lnTo>
                <a:lnTo>
                  <a:pt x="38" y="449"/>
                </a:lnTo>
                <a:lnTo>
                  <a:pt x="37" y="449"/>
                </a:lnTo>
                <a:lnTo>
                  <a:pt x="36" y="448"/>
                </a:lnTo>
                <a:lnTo>
                  <a:pt x="35" y="448"/>
                </a:lnTo>
                <a:lnTo>
                  <a:pt x="34" y="447"/>
                </a:lnTo>
                <a:lnTo>
                  <a:pt x="33" y="447"/>
                </a:lnTo>
                <a:lnTo>
                  <a:pt x="33" y="448"/>
                </a:lnTo>
                <a:lnTo>
                  <a:pt x="32" y="448"/>
                </a:lnTo>
                <a:lnTo>
                  <a:pt x="32" y="447"/>
                </a:lnTo>
                <a:lnTo>
                  <a:pt x="32" y="446"/>
                </a:lnTo>
                <a:lnTo>
                  <a:pt x="31" y="446"/>
                </a:lnTo>
                <a:lnTo>
                  <a:pt x="30" y="446"/>
                </a:lnTo>
                <a:lnTo>
                  <a:pt x="30" y="445"/>
                </a:lnTo>
                <a:lnTo>
                  <a:pt x="31" y="445"/>
                </a:lnTo>
                <a:lnTo>
                  <a:pt x="32" y="445"/>
                </a:lnTo>
                <a:lnTo>
                  <a:pt x="33" y="445"/>
                </a:lnTo>
                <a:lnTo>
                  <a:pt x="33" y="446"/>
                </a:lnTo>
                <a:lnTo>
                  <a:pt x="33" y="445"/>
                </a:lnTo>
                <a:lnTo>
                  <a:pt x="34" y="445"/>
                </a:lnTo>
                <a:lnTo>
                  <a:pt x="33" y="445"/>
                </a:lnTo>
                <a:lnTo>
                  <a:pt x="33" y="444"/>
                </a:lnTo>
                <a:lnTo>
                  <a:pt x="32" y="444"/>
                </a:lnTo>
                <a:lnTo>
                  <a:pt x="31" y="444"/>
                </a:lnTo>
                <a:lnTo>
                  <a:pt x="30" y="443"/>
                </a:lnTo>
                <a:lnTo>
                  <a:pt x="30" y="442"/>
                </a:lnTo>
                <a:lnTo>
                  <a:pt x="29" y="442"/>
                </a:lnTo>
                <a:lnTo>
                  <a:pt x="28" y="441"/>
                </a:lnTo>
                <a:lnTo>
                  <a:pt x="27" y="441"/>
                </a:lnTo>
                <a:lnTo>
                  <a:pt x="27" y="440"/>
                </a:lnTo>
                <a:lnTo>
                  <a:pt x="26" y="440"/>
                </a:lnTo>
                <a:lnTo>
                  <a:pt x="25" y="440"/>
                </a:lnTo>
                <a:lnTo>
                  <a:pt x="24" y="440"/>
                </a:lnTo>
                <a:lnTo>
                  <a:pt x="23" y="440"/>
                </a:lnTo>
                <a:lnTo>
                  <a:pt x="23" y="439"/>
                </a:lnTo>
                <a:lnTo>
                  <a:pt x="22" y="439"/>
                </a:lnTo>
                <a:lnTo>
                  <a:pt x="22" y="438"/>
                </a:lnTo>
                <a:lnTo>
                  <a:pt x="21" y="438"/>
                </a:lnTo>
                <a:lnTo>
                  <a:pt x="21" y="437"/>
                </a:lnTo>
                <a:lnTo>
                  <a:pt x="20" y="437"/>
                </a:lnTo>
                <a:lnTo>
                  <a:pt x="19" y="437"/>
                </a:lnTo>
                <a:lnTo>
                  <a:pt x="19" y="436"/>
                </a:lnTo>
                <a:lnTo>
                  <a:pt x="19" y="435"/>
                </a:lnTo>
                <a:lnTo>
                  <a:pt x="19" y="434"/>
                </a:lnTo>
                <a:lnTo>
                  <a:pt x="20" y="433"/>
                </a:lnTo>
                <a:lnTo>
                  <a:pt x="21" y="432"/>
                </a:lnTo>
                <a:lnTo>
                  <a:pt x="21" y="431"/>
                </a:lnTo>
                <a:lnTo>
                  <a:pt x="21" y="430"/>
                </a:lnTo>
                <a:lnTo>
                  <a:pt x="20" y="430"/>
                </a:lnTo>
                <a:lnTo>
                  <a:pt x="20" y="429"/>
                </a:lnTo>
                <a:lnTo>
                  <a:pt x="21" y="428"/>
                </a:lnTo>
                <a:lnTo>
                  <a:pt x="21" y="427"/>
                </a:lnTo>
                <a:lnTo>
                  <a:pt x="21" y="426"/>
                </a:lnTo>
                <a:lnTo>
                  <a:pt x="21" y="425"/>
                </a:lnTo>
                <a:lnTo>
                  <a:pt x="22" y="426"/>
                </a:lnTo>
                <a:lnTo>
                  <a:pt x="22" y="425"/>
                </a:lnTo>
                <a:lnTo>
                  <a:pt x="21" y="425"/>
                </a:lnTo>
                <a:lnTo>
                  <a:pt x="21" y="424"/>
                </a:lnTo>
                <a:lnTo>
                  <a:pt x="21" y="423"/>
                </a:lnTo>
                <a:lnTo>
                  <a:pt x="20" y="423"/>
                </a:lnTo>
                <a:lnTo>
                  <a:pt x="20" y="422"/>
                </a:lnTo>
                <a:lnTo>
                  <a:pt x="19" y="422"/>
                </a:lnTo>
                <a:lnTo>
                  <a:pt x="19" y="421"/>
                </a:lnTo>
                <a:lnTo>
                  <a:pt x="19" y="420"/>
                </a:lnTo>
                <a:lnTo>
                  <a:pt x="19" y="419"/>
                </a:lnTo>
                <a:lnTo>
                  <a:pt x="20" y="419"/>
                </a:lnTo>
                <a:lnTo>
                  <a:pt x="20" y="418"/>
                </a:lnTo>
                <a:lnTo>
                  <a:pt x="21" y="418"/>
                </a:lnTo>
                <a:lnTo>
                  <a:pt x="21" y="417"/>
                </a:lnTo>
                <a:lnTo>
                  <a:pt x="22" y="417"/>
                </a:lnTo>
                <a:lnTo>
                  <a:pt x="23" y="417"/>
                </a:lnTo>
                <a:lnTo>
                  <a:pt x="23" y="418"/>
                </a:lnTo>
                <a:lnTo>
                  <a:pt x="23" y="419"/>
                </a:lnTo>
                <a:lnTo>
                  <a:pt x="24" y="420"/>
                </a:lnTo>
                <a:lnTo>
                  <a:pt x="25" y="420"/>
                </a:lnTo>
                <a:lnTo>
                  <a:pt x="26" y="420"/>
                </a:lnTo>
                <a:lnTo>
                  <a:pt x="26" y="421"/>
                </a:lnTo>
                <a:lnTo>
                  <a:pt x="27" y="421"/>
                </a:lnTo>
                <a:lnTo>
                  <a:pt x="27" y="422"/>
                </a:lnTo>
                <a:lnTo>
                  <a:pt x="28" y="422"/>
                </a:lnTo>
                <a:lnTo>
                  <a:pt x="29" y="422"/>
                </a:lnTo>
                <a:lnTo>
                  <a:pt x="29" y="421"/>
                </a:lnTo>
                <a:lnTo>
                  <a:pt x="30" y="421"/>
                </a:lnTo>
                <a:lnTo>
                  <a:pt x="31" y="421"/>
                </a:lnTo>
                <a:lnTo>
                  <a:pt x="32" y="422"/>
                </a:lnTo>
                <a:lnTo>
                  <a:pt x="33" y="422"/>
                </a:lnTo>
                <a:lnTo>
                  <a:pt x="34" y="422"/>
                </a:lnTo>
                <a:lnTo>
                  <a:pt x="34" y="421"/>
                </a:lnTo>
                <a:lnTo>
                  <a:pt x="34" y="422"/>
                </a:lnTo>
                <a:lnTo>
                  <a:pt x="36" y="422"/>
                </a:lnTo>
                <a:lnTo>
                  <a:pt x="37" y="422"/>
                </a:lnTo>
                <a:lnTo>
                  <a:pt x="38" y="421"/>
                </a:lnTo>
                <a:lnTo>
                  <a:pt x="40" y="421"/>
                </a:lnTo>
                <a:lnTo>
                  <a:pt x="41" y="421"/>
                </a:lnTo>
                <a:lnTo>
                  <a:pt x="42" y="422"/>
                </a:lnTo>
                <a:lnTo>
                  <a:pt x="43" y="422"/>
                </a:lnTo>
                <a:lnTo>
                  <a:pt x="43" y="421"/>
                </a:lnTo>
                <a:lnTo>
                  <a:pt x="44" y="421"/>
                </a:lnTo>
                <a:lnTo>
                  <a:pt x="45" y="421"/>
                </a:lnTo>
                <a:lnTo>
                  <a:pt x="45" y="420"/>
                </a:lnTo>
                <a:lnTo>
                  <a:pt x="47" y="421"/>
                </a:lnTo>
                <a:lnTo>
                  <a:pt x="47" y="420"/>
                </a:lnTo>
                <a:lnTo>
                  <a:pt x="48" y="420"/>
                </a:lnTo>
                <a:lnTo>
                  <a:pt x="48" y="419"/>
                </a:lnTo>
                <a:lnTo>
                  <a:pt x="48" y="418"/>
                </a:lnTo>
                <a:lnTo>
                  <a:pt x="49" y="418"/>
                </a:lnTo>
                <a:lnTo>
                  <a:pt x="50" y="418"/>
                </a:lnTo>
                <a:lnTo>
                  <a:pt x="51" y="418"/>
                </a:lnTo>
                <a:lnTo>
                  <a:pt x="51" y="417"/>
                </a:lnTo>
                <a:lnTo>
                  <a:pt x="52" y="417"/>
                </a:lnTo>
                <a:lnTo>
                  <a:pt x="53" y="416"/>
                </a:lnTo>
                <a:lnTo>
                  <a:pt x="54" y="416"/>
                </a:lnTo>
                <a:lnTo>
                  <a:pt x="54" y="415"/>
                </a:lnTo>
                <a:lnTo>
                  <a:pt x="55" y="415"/>
                </a:lnTo>
                <a:lnTo>
                  <a:pt x="56" y="415"/>
                </a:lnTo>
                <a:lnTo>
                  <a:pt x="56" y="416"/>
                </a:lnTo>
                <a:lnTo>
                  <a:pt x="57" y="416"/>
                </a:lnTo>
                <a:lnTo>
                  <a:pt x="57" y="415"/>
                </a:lnTo>
                <a:lnTo>
                  <a:pt x="57" y="416"/>
                </a:lnTo>
                <a:lnTo>
                  <a:pt x="58" y="416"/>
                </a:lnTo>
                <a:lnTo>
                  <a:pt x="59" y="416"/>
                </a:lnTo>
                <a:lnTo>
                  <a:pt x="59" y="417"/>
                </a:lnTo>
                <a:lnTo>
                  <a:pt x="60" y="417"/>
                </a:lnTo>
                <a:lnTo>
                  <a:pt x="60" y="418"/>
                </a:lnTo>
                <a:lnTo>
                  <a:pt x="61" y="418"/>
                </a:lnTo>
                <a:lnTo>
                  <a:pt x="62" y="418"/>
                </a:lnTo>
                <a:lnTo>
                  <a:pt x="62" y="419"/>
                </a:lnTo>
                <a:lnTo>
                  <a:pt x="63" y="419"/>
                </a:lnTo>
                <a:lnTo>
                  <a:pt x="64" y="419"/>
                </a:lnTo>
                <a:lnTo>
                  <a:pt x="64" y="418"/>
                </a:lnTo>
                <a:lnTo>
                  <a:pt x="64" y="419"/>
                </a:lnTo>
                <a:lnTo>
                  <a:pt x="65" y="419"/>
                </a:lnTo>
                <a:lnTo>
                  <a:pt x="65" y="420"/>
                </a:lnTo>
                <a:lnTo>
                  <a:pt x="66" y="420"/>
                </a:lnTo>
                <a:lnTo>
                  <a:pt x="68" y="420"/>
                </a:lnTo>
                <a:lnTo>
                  <a:pt x="69" y="420"/>
                </a:lnTo>
                <a:lnTo>
                  <a:pt x="69" y="419"/>
                </a:lnTo>
                <a:lnTo>
                  <a:pt x="70" y="419"/>
                </a:lnTo>
                <a:lnTo>
                  <a:pt x="70" y="420"/>
                </a:lnTo>
                <a:lnTo>
                  <a:pt x="71" y="420"/>
                </a:lnTo>
                <a:lnTo>
                  <a:pt x="72" y="420"/>
                </a:lnTo>
                <a:lnTo>
                  <a:pt x="73" y="420"/>
                </a:lnTo>
                <a:lnTo>
                  <a:pt x="74" y="420"/>
                </a:lnTo>
                <a:lnTo>
                  <a:pt x="75" y="420"/>
                </a:lnTo>
                <a:lnTo>
                  <a:pt x="77" y="421"/>
                </a:lnTo>
                <a:lnTo>
                  <a:pt x="78" y="421"/>
                </a:lnTo>
                <a:lnTo>
                  <a:pt x="79" y="421"/>
                </a:lnTo>
                <a:lnTo>
                  <a:pt x="80" y="421"/>
                </a:lnTo>
                <a:lnTo>
                  <a:pt x="80" y="422"/>
                </a:lnTo>
                <a:lnTo>
                  <a:pt x="80" y="421"/>
                </a:lnTo>
                <a:lnTo>
                  <a:pt x="81" y="421"/>
                </a:lnTo>
                <a:lnTo>
                  <a:pt x="81" y="422"/>
                </a:lnTo>
                <a:lnTo>
                  <a:pt x="82" y="422"/>
                </a:lnTo>
                <a:lnTo>
                  <a:pt x="83" y="422"/>
                </a:lnTo>
                <a:lnTo>
                  <a:pt x="83" y="423"/>
                </a:lnTo>
                <a:lnTo>
                  <a:pt x="84" y="423"/>
                </a:lnTo>
                <a:lnTo>
                  <a:pt x="85" y="423"/>
                </a:lnTo>
                <a:lnTo>
                  <a:pt x="85" y="422"/>
                </a:lnTo>
                <a:lnTo>
                  <a:pt x="85" y="421"/>
                </a:lnTo>
                <a:lnTo>
                  <a:pt x="84" y="421"/>
                </a:lnTo>
                <a:lnTo>
                  <a:pt x="85" y="421"/>
                </a:lnTo>
                <a:lnTo>
                  <a:pt x="85" y="420"/>
                </a:lnTo>
                <a:lnTo>
                  <a:pt x="85" y="419"/>
                </a:lnTo>
                <a:lnTo>
                  <a:pt x="85" y="418"/>
                </a:lnTo>
                <a:lnTo>
                  <a:pt x="85" y="417"/>
                </a:lnTo>
                <a:lnTo>
                  <a:pt x="85" y="416"/>
                </a:lnTo>
                <a:lnTo>
                  <a:pt x="85" y="415"/>
                </a:lnTo>
                <a:lnTo>
                  <a:pt x="85" y="414"/>
                </a:lnTo>
                <a:lnTo>
                  <a:pt x="85" y="413"/>
                </a:lnTo>
                <a:lnTo>
                  <a:pt x="86" y="412"/>
                </a:lnTo>
                <a:lnTo>
                  <a:pt x="87" y="412"/>
                </a:lnTo>
                <a:lnTo>
                  <a:pt x="88" y="412"/>
                </a:lnTo>
                <a:lnTo>
                  <a:pt x="88" y="411"/>
                </a:lnTo>
                <a:lnTo>
                  <a:pt x="89" y="411"/>
                </a:lnTo>
                <a:lnTo>
                  <a:pt x="90" y="411"/>
                </a:lnTo>
                <a:lnTo>
                  <a:pt x="91" y="411"/>
                </a:lnTo>
                <a:lnTo>
                  <a:pt x="91" y="410"/>
                </a:lnTo>
                <a:lnTo>
                  <a:pt x="92" y="410"/>
                </a:lnTo>
                <a:lnTo>
                  <a:pt x="92" y="409"/>
                </a:lnTo>
                <a:lnTo>
                  <a:pt x="93" y="409"/>
                </a:lnTo>
                <a:lnTo>
                  <a:pt x="93" y="408"/>
                </a:lnTo>
                <a:lnTo>
                  <a:pt x="94" y="408"/>
                </a:lnTo>
                <a:lnTo>
                  <a:pt x="94" y="407"/>
                </a:lnTo>
                <a:lnTo>
                  <a:pt x="95" y="407"/>
                </a:lnTo>
                <a:lnTo>
                  <a:pt x="95" y="406"/>
                </a:lnTo>
                <a:lnTo>
                  <a:pt x="94" y="405"/>
                </a:lnTo>
                <a:lnTo>
                  <a:pt x="95" y="405"/>
                </a:lnTo>
                <a:lnTo>
                  <a:pt x="95" y="404"/>
                </a:lnTo>
                <a:lnTo>
                  <a:pt x="96" y="404"/>
                </a:lnTo>
                <a:lnTo>
                  <a:pt x="96" y="403"/>
                </a:lnTo>
                <a:lnTo>
                  <a:pt x="97" y="400"/>
                </a:lnTo>
                <a:lnTo>
                  <a:pt x="97" y="399"/>
                </a:lnTo>
                <a:lnTo>
                  <a:pt x="97" y="398"/>
                </a:lnTo>
                <a:lnTo>
                  <a:pt x="98" y="398"/>
                </a:lnTo>
                <a:lnTo>
                  <a:pt x="98" y="397"/>
                </a:lnTo>
                <a:lnTo>
                  <a:pt x="98" y="396"/>
                </a:lnTo>
                <a:lnTo>
                  <a:pt x="98" y="395"/>
                </a:lnTo>
                <a:lnTo>
                  <a:pt x="97" y="395"/>
                </a:lnTo>
                <a:lnTo>
                  <a:pt x="96" y="395"/>
                </a:lnTo>
                <a:lnTo>
                  <a:pt x="96" y="394"/>
                </a:lnTo>
                <a:lnTo>
                  <a:pt x="96" y="393"/>
                </a:lnTo>
                <a:lnTo>
                  <a:pt x="96" y="392"/>
                </a:lnTo>
                <a:lnTo>
                  <a:pt x="96" y="393"/>
                </a:lnTo>
                <a:lnTo>
                  <a:pt x="97" y="393"/>
                </a:lnTo>
                <a:lnTo>
                  <a:pt x="99" y="393"/>
                </a:lnTo>
                <a:lnTo>
                  <a:pt x="100" y="394"/>
                </a:lnTo>
                <a:lnTo>
                  <a:pt x="101" y="393"/>
                </a:lnTo>
                <a:lnTo>
                  <a:pt x="101" y="394"/>
                </a:lnTo>
                <a:lnTo>
                  <a:pt x="101" y="395"/>
                </a:lnTo>
                <a:lnTo>
                  <a:pt x="101" y="396"/>
                </a:lnTo>
                <a:lnTo>
                  <a:pt x="102" y="397"/>
                </a:lnTo>
                <a:lnTo>
                  <a:pt x="103" y="397"/>
                </a:lnTo>
                <a:lnTo>
                  <a:pt x="104" y="397"/>
                </a:lnTo>
                <a:lnTo>
                  <a:pt x="105" y="397"/>
                </a:lnTo>
                <a:lnTo>
                  <a:pt x="105" y="398"/>
                </a:lnTo>
                <a:lnTo>
                  <a:pt x="106" y="398"/>
                </a:lnTo>
                <a:lnTo>
                  <a:pt x="107" y="399"/>
                </a:lnTo>
                <a:lnTo>
                  <a:pt x="108" y="399"/>
                </a:lnTo>
                <a:lnTo>
                  <a:pt x="109" y="399"/>
                </a:lnTo>
                <a:lnTo>
                  <a:pt x="110" y="400"/>
                </a:lnTo>
                <a:lnTo>
                  <a:pt x="111" y="400"/>
                </a:lnTo>
                <a:lnTo>
                  <a:pt x="112" y="401"/>
                </a:lnTo>
                <a:lnTo>
                  <a:pt x="111" y="402"/>
                </a:lnTo>
                <a:lnTo>
                  <a:pt x="110" y="403"/>
                </a:lnTo>
                <a:lnTo>
                  <a:pt x="109" y="404"/>
                </a:lnTo>
                <a:lnTo>
                  <a:pt x="109" y="405"/>
                </a:lnTo>
                <a:lnTo>
                  <a:pt x="109" y="406"/>
                </a:lnTo>
                <a:lnTo>
                  <a:pt x="110" y="406"/>
                </a:lnTo>
                <a:lnTo>
                  <a:pt x="111" y="406"/>
                </a:lnTo>
                <a:lnTo>
                  <a:pt x="111" y="407"/>
                </a:lnTo>
                <a:lnTo>
                  <a:pt x="112" y="407"/>
                </a:lnTo>
                <a:lnTo>
                  <a:pt x="112" y="408"/>
                </a:lnTo>
                <a:lnTo>
                  <a:pt x="113" y="408"/>
                </a:lnTo>
                <a:lnTo>
                  <a:pt x="114" y="408"/>
                </a:lnTo>
                <a:lnTo>
                  <a:pt x="114" y="409"/>
                </a:lnTo>
                <a:lnTo>
                  <a:pt x="116" y="409"/>
                </a:lnTo>
                <a:lnTo>
                  <a:pt x="117" y="409"/>
                </a:lnTo>
                <a:lnTo>
                  <a:pt x="117" y="410"/>
                </a:lnTo>
                <a:lnTo>
                  <a:pt x="118" y="411"/>
                </a:lnTo>
                <a:lnTo>
                  <a:pt x="119" y="412"/>
                </a:lnTo>
                <a:lnTo>
                  <a:pt x="120" y="413"/>
                </a:lnTo>
                <a:lnTo>
                  <a:pt x="120" y="414"/>
                </a:lnTo>
                <a:lnTo>
                  <a:pt x="121" y="414"/>
                </a:lnTo>
                <a:lnTo>
                  <a:pt x="121" y="415"/>
                </a:lnTo>
                <a:lnTo>
                  <a:pt x="122" y="415"/>
                </a:lnTo>
                <a:lnTo>
                  <a:pt x="123" y="415"/>
                </a:lnTo>
                <a:lnTo>
                  <a:pt x="124" y="415"/>
                </a:lnTo>
                <a:lnTo>
                  <a:pt x="125" y="415"/>
                </a:lnTo>
                <a:lnTo>
                  <a:pt x="126" y="415"/>
                </a:lnTo>
                <a:lnTo>
                  <a:pt x="127" y="416"/>
                </a:lnTo>
                <a:lnTo>
                  <a:pt x="128" y="416"/>
                </a:lnTo>
                <a:lnTo>
                  <a:pt x="129" y="416"/>
                </a:lnTo>
                <a:lnTo>
                  <a:pt x="130" y="416"/>
                </a:lnTo>
                <a:lnTo>
                  <a:pt x="131" y="416"/>
                </a:lnTo>
                <a:lnTo>
                  <a:pt x="132" y="417"/>
                </a:lnTo>
                <a:lnTo>
                  <a:pt x="133" y="418"/>
                </a:lnTo>
                <a:lnTo>
                  <a:pt x="133" y="419"/>
                </a:lnTo>
                <a:lnTo>
                  <a:pt x="134" y="419"/>
                </a:lnTo>
                <a:lnTo>
                  <a:pt x="135" y="419"/>
                </a:lnTo>
                <a:lnTo>
                  <a:pt x="136" y="419"/>
                </a:lnTo>
                <a:lnTo>
                  <a:pt x="137" y="419"/>
                </a:lnTo>
                <a:lnTo>
                  <a:pt x="138" y="420"/>
                </a:lnTo>
                <a:lnTo>
                  <a:pt x="139" y="420"/>
                </a:lnTo>
                <a:lnTo>
                  <a:pt x="140" y="420"/>
                </a:lnTo>
                <a:lnTo>
                  <a:pt x="141" y="421"/>
                </a:lnTo>
                <a:lnTo>
                  <a:pt x="142" y="421"/>
                </a:lnTo>
                <a:lnTo>
                  <a:pt x="143" y="422"/>
                </a:lnTo>
                <a:lnTo>
                  <a:pt x="144" y="422"/>
                </a:lnTo>
                <a:lnTo>
                  <a:pt x="145" y="422"/>
                </a:lnTo>
                <a:lnTo>
                  <a:pt x="147" y="422"/>
                </a:lnTo>
                <a:lnTo>
                  <a:pt x="148" y="423"/>
                </a:lnTo>
                <a:lnTo>
                  <a:pt x="149" y="423"/>
                </a:lnTo>
                <a:lnTo>
                  <a:pt x="150" y="423"/>
                </a:lnTo>
                <a:lnTo>
                  <a:pt x="150" y="422"/>
                </a:lnTo>
                <a:lnTo>
                  <a:pt x="152" y="422"/>
                </a:lnTo>
                <a:lnTo>
                  <a:pt x="154" y="421"/>
                </a:lnTo>
                <a:lnTo>
                  <a:pt x="155" y="421"/>
                </a:lnTo>
                <a:lnTo>
                  <a:pt x="155" y="422"/>
                </a:lnTo>
                <a:lnTo>
                  <a:pt x="156" y="422"/>
                </a:lnTo>
                <a:lnTo>
                  <a:pt x="158" y="422"/>
                </a:lnTo>
                <a:lnTo>
                  <a:pt x="159" y="424"/>
                </a:lnTo>
                <a:lnTo>
                  <a:pt x="160" y="424"/>
                </a:lnTo>
                <a:lnTo>
                  <a:pt x="160" y="425"/>
                </a:lnTo>
                <a:lnTo>
                  <a:pt x="161" y="425"/>
                </a:lnTo>
                <a:lnTo>
                  <a:pt x="162" y="425"/>
                </a:lnTo>
                <a:lnTo>
                  <a:pt x="163" y="425"/>
                </a:lnTo>
                <a:lnTo>
                  <a:pt x="163" y="426"/>
                </a:lnTo>
                <a:lnTo>
                  <a:pt x="164" y="426"/>
                </a:lnTo>
                <a:lnTo>
                  <a:pt x="165" y="426"/>
                </a:lnTo>
                <a:lnTo>
                  <a:pt x="166" y="426"/>
                </a:lnTo>
                <a:lnTo>
                  <a:pt x="167" y="426"/>
                </a:lnTo>
                <a:lnTo>
                  <a:pt x="168" y="426"/>
                </a:lnTo>
                <a:lnTo>
                  <a:pt x="169" y="426"/>
                </a:lnTo>
                <a:lnTo>
                  <a:pt x="170" y="426"/>
                </a:lnTo>
                <a:lnTo>
                  <a:pt x="171" y="426"/>
                </a:lnTo>
                <a:lnTo>
                  <a:pt x="172" y="427"/>
                </a:lnTo>
                <a:lnTo>
                  <a:pt x="173" y="427"/>
                </a:lnTo>
                <a:lnTo>
                  <a:pt x="174" y="428"/>
                </a:lnTo>
                <a:lnTo>
                  <a:pt x="175" y="428"/>
                </a:lnTo>
                <a:lnTo>
                  <a:pt x="175" y="429"/>
                </a:lnTo>
                <a:lnTo>
                  <a:pt x="177" y="430"/>
                </a:lnTo>
                <a:lnTo>
                  <a:pt x="178" y="431"/>
                </a:lnTo>
                <a:lnTo>
                  <a:pt x="178" y="432"/>
                </a:lnTo>
                <a:lnTo>
                  <a:pt x="179" y="433"/>
                </a:lnTo>
                <a:lnTo>
                  <a:pt x="180" y="433"/>
                </a:lnTo>
                <a:lnTo>
                  <a:pt x="181" y="434"/>
                </a:lnTo>
                <a:lnTo>
                  <a:pt x="182" y="434"/>
                </a:lnTo>
                <a:lnTo>
                  <a:pt x="183" y="435"/>
                </a:lnTo>
                <a:lnTo>
                  <a:pt x="183" y="436"/>
                </a:lnTo>
                <a:lnTo>
                  <a:pt x="184" y="436"/>
                </a:lnTo>
                <a:lnTo>
                  <a:pt x="184" y="439"/>
                </a:lnTo>
                <a:lnTo>
                  <a:pt x="185" y="440"/>
                </a:lnTo>
                <a:lnTo>
                  <a:pt x="185" y="441"/>
                </a:lnTo>
                <a:lnTo>
                  <a:pt x="186" y="442"/>
                </a:lnTo>
                <a:lnTo>
                  <a:pt x="187" y="442"/>
                </a:lnTo>
                <a:lnTo>
                  <a:pt x="188" y="443"/>
                </a:lnTo>
                <a:lnTo>
                  <a:pt x="187" y="443"/>
                </a:lnTo>
                <a:lnTo>
                  <a:pt x="187" y="444"/>
                </a:lnTo>
                <a:lnTo>
                  <a:pt x="188" y="444"/>
                </a:lnTo>
                <a:lnTo>
                  <a:pt x="188" y="445"/>
                </a:lnTo>
                <a:lnTo>
                  <a:pt x="189" y="445"/>
                </a:lnTo>
                <a:lnTo>
                  <a:pt x="189" y="446"/>
                </a:lnTo>
                <a:lnTo>
                  <a:pt x="189" y="447"/>
                </a:lnTo>
                <a:lnTo>
                  <a:pt x="190" y="447"/>
                </a:lnTo>
                <a:lnTo>
                  <a:pt x="191" y="447"/>
                </a:lnTo>
                <a:lnTo>
                  <a:pt x="192" y="447"/>
                </a:lnTo>
                <a:lnTo>
                  <a:pt x="192" y="446"/>
                </a:lnTo>
                <a:lnTo>
                  <a:pt x="193" y="446"/>
                </a:lnTo>
                <a:lnTo>
                  <a:pt x="194" y="446"/>
                </a:lnTo>
                <a:lnTo>
                  <a:pt x="195" y="446"/>
                </a:lnTo>
                <a:lnTo>
                  <a:pt x="196" y="446"/>
                </a:lnTo>
                <a:lnTo>
                  <a:pt x="197" y="446"/>
                </a:lnTo>
                <a:lnTo>
                  <a:pt x="198" y="446"/>
                </a:lnTo>
                <a:lnTo>
                  <a:pt x="199" y="446"/>
                </a:lnTo>
                <a:lnTo>
                  <a:pt x="200" y="446"/>
                </a:lnTo>
                <a:lnTo>
                  <a:pt x="201" y="445"/>
                </a:lnTo>
                <a:lnTo>
                  <a:pt x="201" y="444"/>
                </a:lnTo>
                <a:lnTo>
                  <a:pt x="202" y="444"/>
                </a:lnTo>
                <a:lnTo>
                  <a:pt x="202" y="443"/>
                </a:lnTo>
                <a:lnTo>
                  <a:pt x="203" y="443"/>
                </a:lnTo>
                <a:lnTo>
                  <a:pt x="203" y="442"/>
                </a:lnTo>
                <a:lnTo>
                  <a:pt x="204" y="442"/>
                </a:lnTo>
                <a:lnTo>
                  <a:pt x="204" y="441"/>
                </a:lnTo>
                <a:lnTo>
                  <a:pt x="204" y="440"/>
                </a:lnTo>
                <a:lnTo>
                  <a:pt x="205" y="439"/>
                </a:lnTo>
                <a:lnTo>
                  <a:pt x="205" y="438"/>
                </a:lnTo>
                <a:lnTo>
                  <a:pt x="206" y="437"/>
                </a:lnTo>
                <a:lnTo>
                  <a:pt x="207" y="437"/>
                </a:lnTo>
                <a:lnTo>
                  <a:pt x="207" y="436"/>
                </a:lnTo>
                <a:lnTo>
                  <a:pt x="208" y="436"/>
                </a:lnTo>
                <a:lnTo>
                  <a:pt x="209" y="436"/>
                </a:lnTo>
                <a:lnTo>
                  <a:pt x="210" y="436"/>
                </a:lnTo>
                <a:lnTo>
                  <a:pt x="210" y="437"/>
                </a:lnTo>
                <a:lnTo>
                  <a:pt x="211" y="437"/>
                </a:lnTo>
                <a:lnTo>
                  <a:pt x="212" y="437"/>
                </a:lnTo>
                <a:lnTo>
                  <a:pt x="213" y="437"/>
                </a:lnTo>
                <a:lnTo>
                  <a:pt x="214" y="437"/>
                </a:lnTo>
                <a:lnTo>
                  <a:pt x="214" y="438"/>
                </a:lnTo>
                <a:lnTo>
                  <a:pt x="215" y="438"/>
                </a:lnTo>
                <a:lnTo>
                  <a:pt x="215" y="439"/>
                </a:lnTo>
                <a:lnTo>
                  <a:pt x="217" y="439"/>
                </a:lnTo>
                <a:lnTo>
                  <a:pt x="218" y="439"/>
                </a:lnTo>
                <a:lnTo>
                  <a:pt x="219" y="440"/>
                </a:lnTo>
                <a:lnTo>
                  <a:pt x="220" y="440"/>
                </a:lnTo>
                <a:lnTo>
                  <a:pt x="223" y="440"/>
                </a:lnTo>
                <a:lnTo>
                  <a:pt x="223" y="439"/>
                </a:lnTo>
                <a:lnTo>
                  <a:pt x="225" y="438"/>
                </a:lnTo>
                <a:lnTo>
                  <a:pt x="225" y="437"/>
                </a:lnTo>
                <a:lnTo>
                  <a:pt x="225" y="436"/>
                </a:lnTo>
                <a:lnTo>
                  <a:pt x="225" y="435"/>
                </a:lnTo>
                <a:lnTo>
                  <a:pt x="225" y="434"/>
                </a:lnTo>
                <a:lnTo>
                  <a:pt x="225" y="433"/>
                </a:lnTo>
                <a:lnTo>
                  <a:pt x="225" y="432"/>
                </a:lnTo>
                <a:lnTo>
                  <a:pt x="224" y="432"/>
                </a:lnTo>
                <a:lnTo>
                  <a:pt x="224" y="431"/>
                </a:lnTo>
                <a:lnTo>
                  <a:pt x="224" y="430"/>
                </a:lnTo>
                <a:lnTo>
                  <a:pt x="223" y="429"/>
                </a:lnTo>
                <a:lnTo>
                  <a:pt x="223" y="428"/>
                </a:lnTo>
                <a:lnTo>
                  <a:pt x="224" y="428"/>
                </a:lnTo>
                <a:lnTo>
                  <a:pt x="224" y="427"/>
                </a:lnTo>
                <a:lnTo>
                  <a:pt x="224" y="426"/>
                </a:lnTo>
                <a:lnTo>
                  <a:pt x="223" y="426"/>
                </a:lnTo>
                <a:lnTo>
                  <a:pt x="223" y="425"/>
                </a:lnTo>
                <a:lnTo>
                  <a:pt x="223" y="424"/>
                </a:lnTo>
                <a:lnTo>
                  <a:pt x="224" y="424"/>
                </a:lnTo>
                <a:lnTo>
                  <a:pt x="224" y="422"/>
                </a:lnTo>
                <a:lnTo>
                  <a:pt x="224" y="421"/>
                </a:lnTo>
                <a:lnTo>
                  <a:pt x="224" y="420"/>
                </a:lnTo>
                <a:lnTo>
                  <a:pt x="223" y="420"/>
                </a:lnTo>
                <a:lnTo>
                  <a:pt x="223" y="419"/>
                </a:lnTo>
                <a:lnTo>
                  <a:pt x="222" y="419"/>
                </a:lnTo>
                <a:lnTo>
                  <a:pt x="221" y="418"/>
                </a:lnTo>
                <a:lnTo>
                  <a:pt x="220" y="418"/>
                </a:lnTo>
                <a:lnTo>
                  <a:pt x="219" y="417"/>
                </a:lnTo>
                <a:lnTo>
                  <a:pt x="219" y="416"/>
                </a:lnTo>
                <a:lnTo>
                  <a:pt x="219" y="415"/>
                </a:lnTo>
                <a:lnTo>
                  <a:pt x="219" y="414"/>
                </a:lnTo>
                <a:lnTo>
                  <a:pt x="220" y="413"/>
                </a:lnTo>
                <a:lnTo>
                  <a:pt x="220" y="412"/>
                </a:lnTo>
                <a:lnTo>
                  <a:pt x="222" y="410"/>
                </a:lnTo>
                <a:lnTo>
                  <a:pt x="223" y="410"/>
                </a:lnTo>
                <a:lnTo>
                  <a:pt x="223" y="409"/>
                </a:lnTo>
                <a:lnTo>
                  <a:pt x="223" y="408"/>
                </a:lnTo>
                <a:lnTo>
                  <a:pt x="222" y="407"/>
                </a:lnTo>
                <a:lnTo>
                  <a:pt x="221" y="408"/>
                </a:lnTo>
                <a:lnTo>
                  <a:pt x="221" y="407"/>
                </a:lnTo>
                <a:lnTo>
                  <a:pt x="220" y="407"/>
                </a:lnTo>
                <a:lnTo>
                  <a:pt x="220" y="406"/>
                </a:lnTo>
                <a:lnTo>
                  <a:pt x="221" y="406"/>
                </a:lnTo>
                <a:lnTo>
                  <a:pt x="220" y="406"/>
                </a:lnTo>
                <a:lnTo>
                  <a:pt x="220" y="405"/>
                </a:lnTo>
                <a:lnTo>
                  <a:pt x="219" y="405"/>
                </a:lnTo>
                <a:lnTo>
                  <a:pt x="219" y="404"/>
                </a:lnTo>
                <a:lnTo>
                  <a:pt x="218" y="404"/>
                </a:lnTo>
                <a:lnTo>
                  <a:pt x="218" y="403"/>
                </a:lnTo>
                <a:lnTo>
                  <a:pt x="218" y="402"/>
                </a:lnTo>
                <a:lnTo>
                  <a:pt x="219" y="402"/>
                </a:lnTo>
                <a:lnTo>
                  <a:pt x="219" y="401"/>
                </a:lnTo>
                <a:lnTo>
                  <a:pt x="220" y="401"/>
                </a:lnTo>
                <a:lnTo>
                  <a:pt x="220" y="400"/>
                </a:lnTo>
                <a:lnTo>
                  <a:pt x="219" y="400"/>
                </a:lnTo>
                <a:lnTo>
                  <a:pt x="219" y="399"/>
                </a:lnTo>
                <a:lnTo>
                  <a:pt x="219" y="398"/>
                </a:lnTo>
                <a:lnTo>
                  <a:pt x="219" y="397"/>
                </a:lnTo>
                <a:lnTo>
                  <a:pt x="220" y="397"/>
                </a:lnTo>
                <a:lnTo>
                  <a:pt x="220" y="396"/>
                </a:lnTo>
                <a:lnTo>
                  <a:pt x="221" y="396"/>
                </a:lnTo>
                <a:lnTo>
                  <a:pt x="221" y="395"/>
                </a:lnTo>
                <a:lnTo>
                  <a:pt x="221" y="394"/>
                </a:lnTo>
                <a:lnTo>
                  <a:pt x="220" y="393"/>
                </a:lnTo>
                <a:lnTo>
                  <a:pt x="220" y="392"/>
                </a:lnTo>
                <a:lnTo>
                  <a:pt x="221" y="392"/>
                </a:lnTo>
                <a:lnTo>
                  <a:pt x="221" y="391"/>
                </a:lnTo>
                <a:lnTo>
                  <a:pt x="221" y="390"/>
                </a:lnTo>
                <a:lnTo>
                  <a:pt x="222" y="390"/>
                </a:lnTo>
                <a:lnTo>
                  <a:pt x="223" y="389"/>
                </a:lnTo>
                <a:lnTo>
                  <a:pt x="223" y="388"/>
                </a:lnTo>
                <a:lnTo>
                  <a:pt x="224" y="388"/>
                </a:lnTo>
                <a:lnTo>
                  <a:pt x="224" y="387"/>
                </a:lnTo>
                <a:lnTo>
                  <a:pt x="223" y="387"/>
                </a:lnTo>
                <a:lnTo>
                  <a:pt x="222" y="387"/>
                </a:lnTo>
                <a:lnTo>
                  <a:pt x="221" y="386"/>
                </a:lnTo>
                <a:lnTo>
                  <a:pt x="221" y="385"/>
                </a:lnTo>
                <a:lnTo>
                  <a:pt x="221" y="384"/>
                </a:lnTo>
                <a:lnTo>
                  <a:pt x="221" y="383"/>
                </a:lnTo>
                <a:lnTo>
                  <a:pt x="222" y="382"/>
                </a:lnTo>
                <a:lnTo>
                  <a:pt x="222" y="381"/>
                </a:lnTo>
                <a:lnTo>
                  <a:pt x="223" y="381"/>
                </a:lnTo>
                <a:lnTo>
                  <a:pt x="223" y="380"/>
                </a:lnTo>
                <a:lnTo>
                  <a:pt x="222" y="380"/>
                </a:lnTo>
                <a:lnTo>
                  <a:pt x="222" y="379"/>
                </a:lnTo>
                <a:lnTo>
                  <a:pt x="223" y="378"/>
                </a:lnTo>
                <a:lnTo>
                  <a:pt x="223" y="377"/>
                </a:lnTo>
                <a:lnTo>
                  <a:pt x="222" y="376"/>
                </a:lnTo>
                <a:lnTo>
                  <a:pt x="222" y="375"/>
                </a:lnTo>
                <a:lnTo>
                  <a:pt x="223" y="374"/>
                </a:lnTo>
                <a:lnTo>
                  <a:pt x="223" y="373"/>
                </a:lnTo>
                <a:lnTo>
                  <a:pt x="224" y="372"/>
                </a:lnTo>
                <a:lnTo>
                  <a:pt x="223" y="372"/>
                </a:lnTo>
                <a:lnTo>
                  <a:pt x="222" y="372"/>
                </a:lnTo>
                <a:lnTo>
                  <a:pt x="221" y="372"/>
                </a:lnTo>
                <a:lnTo>
                  <a:pt x="221" y="371"/>
                </a:lnTo>
                <a:lnTo>
                  <a:pt x="221" y="370"/>
                </a:lnTo>
                <a:lnTo>
                  <a:pt x="219" y="370"/>
                </a:lnTo>
                <a:lnTo>
                  <a:pt x="218" y="369"/>
                </a:lnTo>
                <a:lnTo>
                  <a:pt x="217" y="369"/>
                </a:lnTo>
                <a:lnTo>
                  <a:pt x="217" y="368"/>
                </a:lnTo>
                <a:lnTo>
                  <a:pt x="216" y="368"/>
                </a:lnTo>
                <a:lnTo>
                  <a:pt x="215" y="368"/>
                </a:lnTo>
                <a:lnTo>
                  <a:pt x="214" y="367"/>
                </a:lnTo>
                <a:lnTo>
                  <a:pt x="213" y="367"/>
                </a:lnTo>
                <a:lnTo>
                  <a:pt x="212" y="367"/>
                </a:lnTo>
                <a:lnTo>
                  <a:pt x="211" y="367"/>
                </a:lnTo>
                <a:lnTo>
                  <a:pt x="210" y="367"/>
                </a:lnTo>
                <a:lnTo>
                  <a:pt x="209" y="367"/>
                </a:lnTo>
                <a:lnTo>
                  <a:pt x="209" y="366"/>
                </a:lnTo>
                <a:lnTo>
                  <a:pt x="209" y="365"/>
                </a:lnTo>
                <a:lnTo>
                  <a:pt x="208" y="365"/>
                </a:lnTo>
                <a:lnTo>
                  <a:pt x="207" y="366"/>
                </a:lnTo>
                <a:lnTo>
                  <a:pt x="206" y="366"/>
                </a:lnTo>
                <a:lnTo>
                  <a:pt x="206" y="365"/>
                </a:lnTo>
                <a:lnTo>
                  <a:pt x="205" y="365"/>
                </a:lnTo>
                <a:lnTo>
                  <a:pt x="203" y="365"/>
                </a:lnTo>
                <a:lnTo>
                  <a:pt x="203" y="364"/>
                </a:lnTo>
                <a:lnTo>
                  <a:pt x="202" y="364"/>
                </a:lnTo>
                <a:lnTo>
                  <a:pt x="201" y="364"/>
                </a:lnTo>
                <a:lnTo>
                  <a:pt x="200" y="364"/>
                </a:lnTo>
                <a:lnTo>
                  <a:pt x="199" y="364"/>
                </a:lnTo>
                <a:lnTo>
                  <a:pt x="199" y="363"/>
                </a:lnTo>
                <a:lnTo>
                  <a:pt x="199" y="362"/>
                </a:lnTo>
                <a:lnTo>
                  <a:pt x="200" y="362"/>
                </a:lnTo>
                <a:lnTo>
                  <a:pt x="200" y="361"/>
                </a:lnTo>
                <a:lnTo>
                  <a:pt x="199" y="361"/>
                </a:lnTo>
                <a:lnTo>
                  <a:pt x="199" y="360"/>
                </a:lnTo>
                <a:lnTo>
                  <a:pt x="198" y="360"/>
                </a:lnTo>
                <a:lnTo>
                  <a:pt x="197" y="360"/>
                </a:lnTo>
                <a:lnTo>
                  <a:pt x="196" y="360"/>
                </a:lnTo>
                <a:lnTo>
                  <a:pt x="194" y="360"/>
                </a:lnTo>
                <a:lnTo>
                  <a:pt x="193" y="359"/>
                </a:lnTo>
                <a:lnTo>
                  <a:pt x="192" y="359"/>
                </a:lnTo>
                <a:lnTo>
                  <a:pt x="191" y="359"/>
                </a:lnTo>
                <a:lnTo>
                  <a:pt x="190" y="359"/>
                </a:lnTo>
                <a:lnTo>
                  <a:pt x="190" y="358"/>
                </a:lnTo>
                <a:lnTo>
                  <a:pt x="189" y="358"/>
                </a:lnTo>
                <a:lnTo>
                  <a:pt x="189" y="357"/>
                </a:lnTo>
                <a:lnTo>
                  <a:pt x="189" y="356"/>
                </a:lnTo>
                <a:lnTo>
                  <a:pt x="189" y="355"/>
                </a:lnTo>
                <a:lnTo>
                  <a:pt x="189" y="354"/>
                </a:lnTo>
                <a:lnTo>
                  <a:pt x="189" y="353"/>
                </a:lnTo>
                <a:lnTo>
                  <a:pt x="190" y="353"/>
                </a:lnTo>
                <a:lnTo>
                  <a:pt x="190" y="352"/>
                </a:lnTo>
                <a:lnTo>
                  <a:pt x="190" y="351"/>
                </a:lnTo>
                <a:lnTo>
                  <a:pt x="190" y="350"/>
                </a:lnTo>
                <a:lnTo>
                  <a:pt x="190" y="349"/>
                </a:lnTo>
                <a:lnTo>
                  <a:pt x="190" y="348"/>
                </a:lnTo>
                <a:lnTo>
                  <a:pt x="190" y="347"/>
                </a:lnTo>
                <a:lnTo>
                  <a:pt x="189" y="347"/>
                </a:lnTo>
                <a:lnTo>
                  <a:pt x="188" y="347"/>
                </a:lnTo>
                <a:lnTo>
                  <a:pt x="189" y="346"/>
                </a:lnTo>
                <a:lnTo>
                  <a:pt x="189" y="345"/>
                </a:lnTo>
                <a:lnTo>
                  <a:pt x="189" y="344"/>
                </a:lnTo>
                <a:lnTo>
                  <a:pt x="189" y="343"/>
                </a:lnTo>
                <a:lnTo>
                  <a:pt x="190" y="343"/>
                </a:lnTo>
                <a:lnTo>
                  <a:pt x="190" y="342"/>
                </a:lnTo>
                <a:lnTo>
                  <a:pt x="190" y="341"/>
                </a:lnTo>
                <a:lnTo>
                  <a:pt x="190" y="340"/>
                </a:lnTo>
                <a:lnTo>
                  <a:pt x="192" y="340"/>
                </a:lnTo>
                <a:lnTo>
                  <a:pt x="193" y="340"/>
                </a:lnTo>
                <a:lnTo>
                  <a:pt x="194" y="339"/>
                </a:lnTo>
                <a:lnTo>
                  <a:pt x="195" y="339"/>
                </a:lnTo>
                <a:lnTo>
                  <a:pt x="195" y="338"/>
                </a:lnTo>
                <a:lnTo>
                  <a:pt x="195" y="337"/>
                </a:lnTo>
                <a:lnTo>
                  <a:pt x="194" y="336"/>
                </a:lnTo>
                <a:lnTo>
                  <a:pt x="193" y="336"/>
                </a:lnTo>
                <a:lnTo>
                  <a:pt x="193" y="335"/>
                </a:lnTo>
                <a:lnTo>
                  <a:pt x="193" y="334"/>
                </a:lnTo>
                <a:lnTo>
                  <a:pt x="192" y="334"/>
                </a:lnTo>
                <a:lnTo>
                  <a:pt x="192" y="333"/>
                </a:lnTo>
                <a:lnTo>
                  <a:pt x="193" y="332"/>
                </a:lnTo>
                <a:lnTo>
                  <a:pt x="193" y="331"/>
                </a:lnTo>
                <a:lnTo>
                  <a:pt x="192" y="330"/>
                </a:lnTo>
                <a:lnTo>
                  <a:pt x="192" y="329"/>
                </a:lnTo>
                <a:lnTo>
                  <a:pt x="192" y="328"/>
                </a:lnTo>
                <a:lnTo>
                  <a:pt x="193" y="327"/>
                </a:lnTo>
                <a:lnTo>
                  <a:pt x="193" y="326"/>
                </a:lnTo>
                <a:lnTo>
                  <a:pt x="194" y="326"/>
                </a:lnTo>
                <a:lnTo>
                  <a:pt x="194" y="325"/>
                </a:lnTo>
                <a:lnTo>
                  <a:pt x="194" y="324"/>
                </a:lnTo>
                <a:lnTo>
                  <a:pt x="194" y="323"/>
                </a:lnTo>
                <a:lnTo>
                  <a:pt x="194" y="322"/>
                </a:lnTo>
                <a:lnTo>
                  <a:pt x="195" y="322"/>
                </a:lnTo>
                <a:lnTo>
                  <a:pt x="196" y="323"/>
                </a:lnTo>
                <a:lnTo>
                  <a:pt x="197" y="323"/>
                </a:lnTo>
                <a:lnTo>
                  <a:pt x="198" y="323"/>
                </a:lnTo>
                <a:lnTo>
                  <a:pt x="198" y="322"/>
                </a:lnTo>
                <a:lnTo>
                  <a:pt x="200" y="322"/>
                </a:lnTo>
                <a:lnTo>
                  <a:pt x="200" y="321"/>
                </a:lnTo>
                <a:lnTo>
                  <a:pt x="201" y="321"/>
                </a:lnTo>
                <a:lnTo>
                  <a:pt x="201" y="320"/>
                </a:lnTo>
                <a:lnTo>
                  <a:pt x="202" y="320"/>
                </a:lnTo>
                <a:lnTo>
                  <a:pt x="202" y="319"/>
                </a:lnTo>
                <a:lnTo>
                  <a:pt x="202" y="318"/>
                </a:lnTo>
                <a:lnTo>
                  <a:pt x="203" y="317"/>
                </a:lnTo>
                <a:lnTo>
                  <a:pt x="204" y="317"/>
                </a:lnTo>
                <a:lnTo>
                  <a:pt x="205" y="316"/>
                </a:lnTo>
                <a:lnTo>
                  <a:pt x="205" y="315"/>
                </a:lnTo>
                <a:lnTo>
                  <a:pt x="206" y="314"/>
                </a:lnTo>
                <a:lnTo>
                  <a:pt x="208" y="313"/>
                </a:lnTo>
                <a:lnTo>
                  <a:pt x="209" y="313"/>
                </a:lnTo>
                <a:lnTo>
                  <a:pt x="209" y="312"/>
                </a:lnTo>
                <a:lnTo>
                  <a:pt x="211" y="311"/>
                </a:lnTo>
                <a:lnTo>
                  <a:pt x="212" y="310"/>
                </a:lnTo>
                <a:lnTo>
                  <a:pt x="213" y="310"/>
                </a:lnTo>
                <a:lnTo>
                  <a:pt x="214" y="311"/>
                </a:lnTo>
                <a:lnTo>
                  <a:pt x="215" y="311"/>
                </a:lnTo>
                <a:lnTo>
                  <a:pt x="216" y="311"/>
                </a:lnTo>
                <a:lnTo>
                  <a:pt x="217" y="311"/>
                </a:lnTo>
                <a:lnTo>
                  <a:pt x="219" y="311"/>
                </a:lnTo>
                <a:lnTo>
                  <a:pt x="220" y="311"/>
                </a:lnTo>
                <a:lnTo>
                  <a:pt x="221" y="312"/>
                </a:lnTo>
                <a:lnTo>
                  <a:pt x="222" y="312"/>
                </a:lnTo>
                <a:lnTo>
                  <a:pt x="224" y="312"/>
                </a:lnTo>
                <a:lnTo>
                  <a:pt x="224" y="313"/>
                </a:lnTo>
                <a:lnTo>
                  <a:pt x="225" y="313"/>
                </a:lnTo>
                <a:lnTo>
                  <a:pt x="227" y="313"/>
                </a:lnTo>
                <a:lnTo>
                  <a:pt x="228" y="313"/>
                </a:lnTo>
                <a:lnTo>
                  <a:pt x="229" y="312"/>
                </a:lnTo>
                <a:lnTo>
                  <a:pt x="231" y="312"/>
                </a:lnTo>
                <a:lnTo>
                  <a:pt x="232" y="312"/>
                </a:lnTo>
                <a:lnTo>
                  <a:pt x="233" y="312"/>
                </a:lnTo>
                <a:lnTo>
                  <a:pt x="233" y="311"/>
                </a:lnTo>
                <a:lnTo>
                  <a:pt x="233" y="310"/>
                </a:lnTo>
                <a:lnTo>
                  <a:pt x="233" y="309"/>
                </a:lnTo>
                <a:lnTo>
                  <a:pt x="234" y="309"/>
                </a:lnTo>
                <a:lnTo>
                  <a:pt x="234" y="308"/>
                </a:lnTo>
                <a:lnTo>
                  <a:pt x="234" y="307"/>
                </a:lnTo>
                <a:lnTo>
                  <a:pt x="234" y="306"/>
                </a:lnTo>
                <a:lnTo>
                  <a:pt x="235" y="306"/>
                </a:lnTo>
                <a:lnTo>
                  <a:pt x="236" y="306"/>
                </a:lnTo>
                <a:lnTo>
                  <a:pt x="237" y="306"/>
                </a:lnTo>
                <a:lnTo>
                  <a:pt x="238" y="306"/>
                </a:lnTo>
                <a:lnTo>
                  <a:pt x="239" y="306"/>
                </a:lnTo>
                <a:lnTo>
                  <a:pt x="240" y="307"/>
                </a:lnTo>
                <a:lnTo>
                  <a:pt x="241" y="307"/>
                </a:lnTo>
                <a:lnTo>
                  <a:pt x="242" y="307"/>
                </a:lnTo>
                <a:lnTo>
                  <a:pt x="243" y="307"/>
                </a:lnTo>
                <a:lnTo>
                  <a:pt x="244" y="306"/>
                </a:lnTo>
                <a:lnTo>
                  <a:pt x="244" y="305"/>
                </a:lnTo>
                <a:lnTo>
                  <a:pt x="245" y="304"/>
                </a:lnTo>
                <a:lnTo>
                  <a:pt x="245" y="303"/>
                </a:lnTo>
                <a:lnTo>
                  <a:pt x="245" y="302"/>
                </a:lnTo>
                <a:lnTo>
                  <a:pt x="245" y="301"/>
                </a:lnTo>
                <a:lnTo>
                  <a:pt x="246" y="301"/>
                </a:lnTo>
                <a:lnTo>
                  <a:pt x="247" y="301"/>
                </a:lnTo>
                <a:lnTo>
                  <a:pt x="248" y="300"/>
                </a:lnTo>
                <a:lnTo>
                  <a:pt x="250" y="300"/>
                </a:lnTo>
                <a:lnTo>
                  <a:pt x="251" y="300"/>
                </a:lnTo>
                <a:lnTo>
                  <a:pt x="251" y="299"/>
                </a:lnTo>
                <a:lnTo>
                  <a:pt x="252" y="299"/>
                </a:lnTo>
                <a:lnTo>
                  <a:pt x="253" y="300"/>
                </a:lnTo>
                <a:lnTo>
                  <a:pt x="253" y="301"/>
                </a:lnTo>
                <a:lnTo>
                  <a:pt x="254" y="301"/>
                </a:lnTo>
                <a:lnTo>
                  <a:pt x="255" y="302"/>
                </a:lnTo>
                <a:lnTo>
                  <a:pt x="257" y="303"/>
                </a:lnTo>
                <a:lnTo>
                  <a:pt x="258" y="303"/>
                </a:lnTo>
                <a:lnTo>
                  <a:pt x="258" y="302"/>
                </a:lnTo>
                <a:lnTo>
                  <a:pt x="259" y="302"/>
                </a:lnTo>
                <a:lnTo>
                  <a:pt x="260" y="303"/>
                </a:lnTo>
                <a:lnTo>
                  <a:pt x="261" y="303"/>
                </a:lnTo>
                <a:lnTo>
                  <a:pt x="262" y="303"/>
                </a:lnTo>
                <a:lnTo>
                  <a:pt x="265" y="303"/>
                </a:lnTo>
                <a:lnTo>
                  <a:pt x="266" y="303"/>
                </a:lnTo>
                <a:lnTo>
                  <a:pt x="267" y="303"/>
                </a:lnTo>
                <a:lnTo>
                  <a:pt x="267" y="302"/>
                </a:lnTo>
                <a:lnTo>
                  <a:pt x="267" y="301"/>
                </a:lnTo>
                <a:lnTo>
                  <a:pt x="267" y="300"/>
                </a:lnTo>
                <a:lnTo>
                  <a:pt x="266" y="300"/>
                </a:lnTo>
                <a:lnTo>
                  <a:pt x="265" y="300"/>
                </a:lnTo>
                <a:lnTo>
                  <a:pt x="264" y="299"/>
                </a:lnTo>
                <a:lnTo>
                  <a:pt x="264" y="298"/>
                </a:lnTo>
                <a:lnTo>
                  <a:pt x="265" y="298"/>
                </a:lnTo>
                <a:lnTo>
                  <a:pt x="265" y="297"/>
                </a:lnTo>
                <a:lnTo>
                  <a:pt x="266" y="296"/>
                </a:lnTo>
                <a:lnTo>
                  <a:pt x="266" y="295"/>
                </a:lnTo>
                <a:lnTo>
                  <a:pt x="267" y="294"/>
                </a:lnTo>
                <a:lnTo>
                  <a:pt x="267" y="293"/>
                </a:lnTo>
                <a:lnTo>
                  <a:pt x="267" y="292"/>
                </a:lnTo>
                <a:lnTo>
                  <a:pt x="267" y="291"/>
                </a:lnTo>
                <a:lnTo>
                  <a:pt x="266" y="290"/>
                </a:lnTo>
                <a:lnTo>
                  <a:pt x="265" y="289"/>
                </a:lnTo>
                <a:lnTo>
                  <a:pt x="265" y="288"/>
                </a:lnTo>
                <a:lnTo>
                  <a:pt x="265" y="286"/>
                </a:lnTo>
                <a:lnTo>
                  <a:pt x="265" y="285"/>
                </a:lnTo>
                <a:lnTo>
                  <a:pt x="265" y="284"/>
                </a:lnTo>
                <a:lnTo>
                  <a:pt x="266" y="283"/>
                </a:lnTo>
                <a:lnTo>
                  <a:pt x="265" y="283"/>
                </a:lnTo>
                <a:lnTo>
                  <a:pt x="265" y="282"/>
                </a:lnTo>
                <a:lnTo>
                  <a:pt x="265" y="281"/>
                </a:lnTo>
                <a:lnTo>
                  <a:pt x="266" y="281"/>
                </a:lnTo>
                <a:lnTo>
                  <a:pt x="266" y="280"/>
                </a:lnTo>
                <a:lnTo>
                  <a:pt x="265" y="280"/>
                </a:lnTo>
                <a:lnTo>
                  <a:pt x="264" y="279"/>
                </a:lnTo>
                <a:lnTo>
                  <a:pt x="264" y="278"/>
                </a:lnTo>
                <a:lnTo>
                  <a:pt x="263" y="277"/>
                </a:lnTo>
                <a:lnTo>
                  <a:pt x="262" y="277"/>
                </a:lnTo>
                <a:lnTo>
                  <a:pt x="261" y="277"/>
                </a:lnTo>
                <a:lnTo>
                  <a:pt x="260" y="276"/>
                </a:lnTo>
                <a:lnTo>
                  <a:pt x="261" y="276"/>
                </a:lnTo>
                <a:lnTo>
                  <a:pt x="261" y="275"/>
                </a:lnTo>
                <a:lnTo>
                  <a:pt x="260" y="275"/>
                </a:lnTo>
                <a:lnTo>
                  <a:pt x="260" y="274"/>
                </a:lnTo>
                <a:lnTo>
                  <a:pt x="259" y="274"/>
                </a:lnTo>
                <a:lnTo>
                  <a:pt x="258" y="273"/>
                </a:lnTo>
                <a:lnTo>
                  <a:pt x="256" y="273"/>
                </a:lnTo>
                <a:lnTo>
                  <a:pt x="256" y="272"/>
                </a:lnTo>
                <a:lnTo>
                  <a:pt x="257" y="272"/>
                </a:lnTo>
                <a:lnTo>
                  <a:pt x="257" y="271"/>
                </a:lnTo>
                <a:lnTo>
                  <a:pt x="257" y="270"/>
                </a:lnTo>
                <a:lnTo>
                  <a:pt x="256" y="270"/>
                </a:lnTo>
                <a:lnTo>
                  <a:pt x="257" y="269"/>
                </a:lnTo>
                <a:lnTo>
                  <a:pt x="257" y="268"/>
                </a:lnTo>
                <a:lnTo>
                  <a:pt x="257" y="266"/>
                </a:lnTo>
                <a:lnTo>
                  <a:pt x="257" y="265"/>
                </a:lnTo>
                <a:lnTo>
                  <a:pt x="257" y="264"/>
                </a:lnTo>
                <a:lnTo>
                  <a:pt x="257" y="263"/>
                </a:lnTo>
                <a:lnTo>
                  <a:pt x="258" y="262"/>
                </a:lnTo>
                <a:lnTo>
                  <a:pt x="258" y="261"/>
                </a:lnTo>
                <a:lnTo>
                  <a:pt x="257" y="261"/>
                </a:lnTo>
                <a:lnTo>
                  <a:pt x="256" y="260"/>
                </a:lnTo>
                <a:lnTo>
                  <a:pt x="255" y="260"/>
                </a:lnTo>
                <a:lnTo>
                  <a:pt x="255" y="259"/>
                </a:lnTo>
                <a:lnTo>
                  <a:pt x="256" y="259"/>
                </a:lnTo>
                <a:lnTo>
                  <a:pt x="256" y="258"/>
                </a:lnTo>
                <a:lnTo>
                  <a:pt x="256" y="257"/>
                </a:lnTo>
                <a:lnTo>
                  <a:pt x="255" y="256"/>
                </a:lnTo>
                <a:lnTo>
                  <a:pt x="255" y="255"/>
                </a:lnTo>
                <a:lnTo>
                  <a:pt x="254" y="255"/>
                </a:lnTo>
                <a:lnTo>
                  <a:pt x="252" y="254"/>
                </a:lnTo>
                <a:lnTo>
                  <a:pt x="252" y="253"/>
                </a:lnTo>
                <a:lnTo>
                  <a:pt x="252" y="252"/>
                </a:lnTo>
                <a:lnTo>
                  <a:pt x="253" y="251"/>
                </a:lnTo>
                <a:lnTo>
                  <a:pt x="252" y="250"/>
                </a:lnTo>
                <a:lnTo>
                  <a:pt x="253" y="250"/>
                </a:lnTo>
                <a:lnTo>
                  <a:pt x="253" y="249"/>
                </a:lnTo>
                <a:lnTo>
                  <a:pt x="253" y="248"/>
                </a:lnTo>
                <a:lnTo>
                  <a:pt x="252" y="248"/>
                </a:lnTo>
                <a:lnTo>
                  <a:pt x="252" y="247"/>
                </a:lnTo>
                <a:lnTo>
                  <a:pt x="252" y="246"/>
                </a:lnTo>
                <a:lnTo>
                  <a:pt x="252" y="245"/>
                </a:lnTo>
                <a:lnTo>
                  <a:pt x="251" y="245"/>
                </a:lnTo>
                <a:lnTo>
                  <a:pt x="251" y="244"/>
                </a:lnTo>
                <a:lnTo>
                  <a:pt x="251" y="242"/>
                </a:lnTo>
                <a:lnTo>
                  <a:pt x="251" y="241"/>
                </a:lnTo>
                <a:lnTo>
                  <a:pt x="251" y="240"/>
                </a:lnTo>
                <a:lnTo>
                  <a:pt x="251" y="239"/>
                </a:lnTo>
                <a:lnTo>
                  <a:pt x="252" y="237"/>
                </a:lnTo>
                <a:lnTo>
                  <a:pt x="251" y="236"/>
                </a:lnTo>
                <a:lnTo>
                  <a:pt x="251" y="234"/>
                </a:lnTo>
                <a:lnTo>
                  <a:pt x="250" y="233"/>
                </a:lnTo>
                <a:lnTo>
                  <a:pt x="250" y="232"/>
                </a:lnTo>
                <a:lnTo>
                  <a:pt x="249" y="232"/>
                </a:lnTo>
                <a:lnTo>
                  <a:pt x="249" y="231"/>
                </a:lnTo>
                <a:lnTo>
                  <a:pt x="248" y="230"/>
                </a:lnTo>
                <a:lnTo>
                  <a:pt x="248" y="229"/>
                </a:lnTo>
                <a:lnTo>
                  <a:pt x="249" y="229"/>
                </a:lnTo>
                <a:lnTo>
                  <a:pt x="248" y="229"/>
                </a:lnTo>
                <a:lnTo>
                  <a:pt x="247" y="228"/>
                </a:lnTo>
                <a:lnTo>
                  <a:pt x="246" y="228"/>
                </a:lnTo>
                <a:lnTo>
                  <a:pt x="245" y="227"/>
                </a:lnTo>
                <a:lnTo>
                  <a:pt x="244" y="227"/>
                </a:lnTo>
                <a:lnTo>
                  <a:pt x="243" y="226"/>
                </a:lnTo>
                <a:lnTo>
                  <a:pt x="242" y="226"/>
                </a:lnTo>
                <a:lnTo>
                  <a:pt x="241" y="226"/>
                </a:lnTo>
                <a:lnTo>
                  <a:pt x="241" y="225"/>
                </a:lnTo>
                <a:lnTo>
                  <a:pt x="240" y="225"/>
                </a:lnTo>
                <a:lnTo>
                  <a:pt x="240" y="226"/>
                </a:lnTo>
                <a:lnTo>
                  <a:pt x="239" y="226"/>
                </a:lnTo>
                <a:lnTo>
                  <a:pt x="238" y="226"/>
                </a:lnTo>
                <a:lnTo>
                  <a:pt x="237" y="226"/>
                </a:lnTo>
                <a:lnTo>
                  <a:pt x="236" y="226"/>
                </a:lnTo>
                <a:lnTo>
                  <a:pt x="236" y="227"/>
                </a:lnTo>
                <a:lnTo>
                  <a:pt x="235" y="227"/>
                </a:lnTo>
                <a:lnTo>
                  <a:pt x="234" y="227"/>
                </a:lnTo>
                <a:lnTo>
                  <a:pt x="233" y="226"/>
                </a:lnTo>
                <a:lnTo>
                  <a:pt x="233" y="225"/>
                </a:lnTo>
                <a:lnTo>
                  <a:pt x="233" y="224"/>
                </a:lnTo>
                <a:lnTo>
                  <a:pt x="233" y="223"/>
                </a:lnTo>
                <a:lnTo>
                  <a:pt x="232" y="223"/>
                </a:lnTo>
                <a:lnTo>
                  <a:pt x="231" y="221"/>
                </a:lnTo>
                <a:lnTo>
                  <a:pt x="231" y="220"/>
                </a:lnTo>
                <a:lnTo>
                  <a:pt x="230" y="220"/>
                </a:lnTo>
                <a:lnTo>
                  <a:pt x="229" y="220"/>
                </a:lnTo>
                <a:lnTo>
                  <a:pt x="229" y="219"/>
                </a:lnTo>
                <a:lnTo>
                  <a:pt x="228" y="219"/>
                </a:lnTo>
                <a:lnTo>
                  <a:pt x="228" y="218"/>
                </a:lnTo>
                <a:lnTo>
                  <a:pt x="227" y="218"/>
                </a:lnTo>
                <a:lnTo>
                  <a:pt x="226" y="218"/>
                </a:lnTo>
                <a:lnTo>
                  <a:pt x="225" y="217"/>
                </a:lnTo>
                <a:lnTo>
                  <a:pt x="225" y="215"/>
                </a:lnTo>
                <a:lnTo>
                  <a:pt x="226" y="215"/>
                </a:lnTo>
                <a:lnTo>
                  <a:pt x="226" y="214"/>
                </a:lnTo>
                <a:lnTo>
                  <a:pt x="226" y="213"/>
                </a:lnTo>
                <a:lnTo>
                  <a:pt x="227" y="213"/>
                </a:lnTo>
                <a:lnTo>
                  <a:pt x="227" y="212"/>
                </a:lnTo>
                <a:lnTo>
                  <a:pt x="228" y="212"/>
                </a:lnTo>
                <a:lnTo>
                  <a:pt x="228" y="211"/>
                </a:lnTo>
                <a:lnTo>
                  <a:pt x="228" y="210"/>
                </a:lnTo>
                <a:lnTo>
                  <a:pt x="228" y="209"/>
                </a:lnTo>
                <a:lnTo>
                  <a:pt x="226" y="208"/>
                </a:lnTo>
                <a:lnTo>
                  <a:pt x="225" y="207"/>
                </a:lnTo>
                <a:lnTo>
                  <a:pt x="225" y="206"/>
                </a:lnTo>
                <a:lnTo>
                  <a:pt x="225" y="205"/>
                </a:lnTo>
                <a:lnTo>
                  <a:pt x="224" y="205"/>
                </a:lnTo>
                <a:lnTo>
                  <a:pt x="223" y="205"/>
                </a:lnTo>
                <a:lnTo>
                  <a:pt x="222" y="205"/>
                </a:lnTo>
                <a:lnTo>
                  <a:pt x="222" y="204"/>
                </a:lnTo>
                <a:lnTo>
                  <a:pt x="221" y="204"/>
                </a:lnTo>
                <a:lnTo>
                  <a:pt x="221" y="203"/>
                </a:lnTo>
                <a:lnTo>
                  <a:pt x="221" y="202"/>
                </a:lnTo>
                <a:lnTo>
                  <a:pt x="220" y="201"/>
                </a:lnTo>
                <a:lnTo>
                  <a:pt x="219" y="201"/>
                </a:lnTo>
                <a:lnTo>
                  <a:pt x="219" y="200"/>
                </a:lnTo>
                <a:lnTo>
                  <a:pt x="219" y="199"/>
                </a:lnTo>
                <a:lnTo>
                  <a:pt x="218" y="199"/>
                </a:lnTo>
                <a:lnTo>
                  <a:pt x="218" y="198"/>
                </a:lnTo>
                <a:lnTo>
                  <a:pt x="216" y="197"/>
                </a:lnTo>
                <a:lnTo>
                  <a:pt x="215" y="197"/>
                </a:lnTo>
                <a:lnTo>
                  <a:pt x="214" y="197"/>
                </a:lnTo>
                <a:lnTo>
                  <a:pt x="214" y="196"/>
                </a:lnTo>
                <a:lnTo>
                  <a:pt x="214" y="195"/>
                </a:lnTo>
                <a:lnTo>
                  <a:pt x="213" y="195"/>
                </a:lnTo>
                <a:lnTo>
                  <a:pt x="212" y="194"/>
                </a:lnTo>
                <a:lnTo>
                  <a:pt x="212" y="193"/>
                </a:lnTo>
                <a:lnTo>
                  <a:pt x="211" y="193"/>
                </a:lnTo>
                <a:lnTo>
                  <a:pt x="210" y="193"/>
                </a:lnTo>
                <a:lnTo>
                  <a:pt x="209" y="192"/>
                </a:lnTo>
                <a:lnTo>
                  <a:pt x="208" y="192"/>
                </a:lnTo>
                <a:lnTo>
                  <a:pt x="207" y="192"/>
                </a:lnTo>
                <a:lnTo>
                  <a:pt x="207" y="191"/>
                </a:lnTo>
                <a:lnTo>
                  <a:pt x="206" y="191"/>
                </a:lnTo>
                <a:lnTo>
                  <a:pt x="207" y="191"/>
                </a:lnTo>
                <a:lnTo>
                  <a:pt x="207" y="190"/>
                </a:lnTo>
                <a:lnTo>
                  <a:pt x="207" y="189"/>
                </a:lnTo>
                <a:lnTo>
                  <a:pt x="206" y="189"/>
                </a:lnTo>
                <a:lnTo>
                  <a:pt x="205" y="189"/>
                </a:lnTo>
                <a:lnTo>
                  <a:pt x="205" y="188"/>
                </a:lnTo>
                <a:lnTo>
                  <a:pt x="204" y="188"/>
                </a:lnTo>
                <a:lnTo>
                  <a:pt x="203" y="188"/>
                </a:lnTo>
                <a:lnTo>
                  <a:pt x="202" y="188"/>
                </a:lnTo>
                <a:lnTo>
                  <a:pt x="201" y="188"/>
                </a:lnTo>
                <a:lnTo>
                  <a:pt x="200" y="188"/>
                </a:lnTo>
                <a:lnTo>
                  <a:pt x="199" y="187"/>
                </a:lnTo>
                <a:lnTo>
                  <a:pt x="198" y="187"/>
                </a:lnTo>
                <a:lnTo>
                  <a:pt x="197" y="187"/>
                </a:lnTo>
                <a:lnTo>
                  <a:pt x="196" y="186"/>
                </a:lnTo>
                <a:lnTo>
                  <a:pt x="196" y="185"/>
                </a:lnTo>
                <a:lnTo>
                  <a:pt x="196" y="184"/>
                </a:lnTo>
                <a:lnTo>
                  <a:pt x="196" y="183"/>
                </a:lnTo>
                <a:lnTo>
                  <a:pt x="195" y="183"/>
                </a:lnTo>
                <a:lnTo>
                  <a:pt x="194" y="183"/>
                </a:lnTo>
                <a:lnTo>
                  <a:pt x="193" y="182"/>
                </a:lnTo>
                <a:lnTo>
                  <a:pt x="192" y="182"/>
                </a:lnTo>
                <a:lnTo>
                  <a:pt x="191" y="182"/>
                </a:lnTo>
                <a:lnTo>
                  <a:pt x="190" y="182"/>
                </a:lnTo>
                <a:lnTo>
                  <a:pt x="189" y="182"/>
                </a:lnTo>
                <a:lnTo>
                  <a:pt x="189" y="181"/>
                </a:lnTo>
                <a:lnTo>
                  <a:pt x="190" y="179"/>
                </a:lnTo>
                <a:lnTo>
                  <a:pt x="190" y="174"/>
                </a:lnTo>
                <a:lnTo>
                  <a:pt x="191" y="173"/>
                </a:lnTo>
                <a:lnTo>
                  <a:pt x="191" y="170"/>
                </a:lnTo>
                <a:lnTo>
                  <a:pt x="192" y="167"/>
                </a:lnTo>
                <a:lnTo>
                  <a:pt x="192" y="166"/>
                </a:lnTo>
                <a:lnTo>
                  <a:pt x="192" y="165"/>
                </a:lnTo>
                <a:lnTo>
                  <a:pt x="192" y="161"/>
                </a:lnTo>
                <a:lnTo>
                  <a:pt x="193" y="159"/>
                </a:lnTo>
                <a:lnTo>
                  <a:pt x="193" y="156"/>
                </a:lnTo>
                <a:lnTo>
                  <a:pt x="194" y="153"/>
                </a:lnTo>
                <a:lnTo>
                  <a:pt x="194" y="152"/>
                </a:lnTo>
                <a:lnTo>
                  <a:pt x="194" y="149"/>
                </a:lnTo>
                <a:lnTo>
                  <a:pt x="194" y="147"/>
                </a:lnTo>
                <a:lnTo>
                  <a:pt x="194" y="146"/>
                </a:lnTo>
                <a:lnTo>
                  <a:pt x="195" y="144"/>
                </a:lnTo>
                <a:lnTo>
                  <a:pt x="195" y="142"/>
                </a:lnTo>
                <a:lnTo>
                  <a:pt x="195" y="140"/>
                </a:lnTo>
                <a:lnTo>
                  <a:pt x="196" y="138"/>
                </a:lnTo>
                <a:lnTo>
                  <a:pt x="196" y="134"/>
                </a:lnTo>
                <a:lnTo>
                  <a:pt x="197" y="130"/>
                </a:lnTo>
                <a:lnTo>
                  <a:pt x="197" y="126"/>
                </a:lnTo>
                <a:lnTo>
                  <a:pt x="198" y="121"/>
                </a:lnTo>
                <a:lnTo>
                  <a:pt x="199" y="116"/>
                </a:lnTo>
                <a:lnTo>
                  <a:pt x="199" y="112"/>
                </a:lnTo>
                <a:lnTo>
                  <a:pt x="199" y="111"/>
                </a:lnTo>
                <a:lnTo>
                  <a:pt x="199" y="110"/>
                </a:lnTo>
                <a:lnTo>
                  <a:pt x="200" y="110"/>
                </a:lnTo>
                <a:lnTo>
                  <a:pt x="200" y="109"/>
                </a:lnTo>
                <a:lnTo>
                  <a:pt x="200" y="108"/>
                </a:lnTo>
                <a:lnTo>
                  <a:pt x="200" y="107"/>
                </a:lnTo>
                <a:lnTo>
                  <a:pt x="200" y="106"/>
                </a:lnTo>
                <a:lnTo>
                  <a:pt x="201" y="106"/>
                </a:lnTo>
                <a:lnTo>
                  <a:pt x="201" y="103"/>
                </a:lnTo>
                <a:lnTo>
                  <a:pt x="202" y="100"/>
                </a:lnTo>
                <a:lnTo>
                  <a:pt x="202" y="99"/>
                </a:lnTo>
                <a:lnTo>
                  <a:pt x="202" y="98"/>
                </a:lnTo>
                <a:lnTo>
                  <a:pt x="203" y="97"/>
                </a:lnTo>
                <a:lnTo>
                  <a:pt x="203" y="94"/>
                </a:lnTo>
                <a:lnTo>
                  <a:pt x="204" y="92"/>
                </a:lnTo>
                <a:lnTo>
                  <a:pt x="202" y="92"/>
                </a:lnTo>
                <a:lnTo>
                  <a:pt x="200" y="92"/>
                </a:lnTo>
                <a:lnTo>
                  <a:pt x="197" y="92"/>
                </a:lnTo>
                <a:lnTo>
                  <a:pt x="194" y="91"/>
                </a:lnTo>
                <a:lnTo>
                  <a:pt x="192" y="91"/>
                </a:lnTo>
                <a:lnTo>
                  <a:pt x="190" y="91"/>
                </a:lnTo>
                <a:lnTo>
                  <a:pt x="189" y="91"/>
                </a:lnTo>
                <a:lnTo>
                  <a:pt x="188" y="91"/>
                </a:lnTo>
                <a:lnTo>
                  <a:pt x="187" y="92"/>
                </a:lnTo>
                <a:lnTo>
                  <a:pt x="186" y="92"/>
                </a:lnTo>
                <a:lnTo>
                  <a:pt x="185" y="92"/>
                </a:lnTo>
                <a:lnTo>
                  <a:pt x="184" y="92"/>
                </a:lnTo>
                <a:lnTo>
                  <a:pt x="184" y="93"/>
                </a:lnTo>
                <a:lnTo>
                  <a:pt x="183" y="94"/>
                </a:lnTo>
                <a:lnTo>
                  <a:pt x="183" y="96"/>
                </a:lnTo>
                <a:lnTo>
                  <a:pt x="182" y="100"/>
                </a:lnTo>
                <a:lnTo>
                  <a:pt x="182" y="101"/>
                </a:lnTo>
                <a:lnTo>
                  <a:pt x="181" y="102"/>
                </a:lnTo>
                <a:lnTo>
                  <a:pt x="179" y="102"/>
                </a:lnTo>
                <a:lnTo>
                  <a:pt x="178" y="102"/>
                </a:lnTo>
                <a:lnTo>
                  <a:pt x="177" y="101"/>
                </a:lnTo>
                <a:lnTo>
                  <a:pt x="173" y="100"/>
                </a:lnTo>
                <a:lnTo>
                  <a:pt x="172" y="99"/>
                </a:lnTo>
                <a:lnTo>
                  <a:pt x="171" y="98"/>
                </a:lnTo>
                <a:lnTo>
                  <a:pt x="168" y="94"/>
                </a:lnTo>
                <a:lnTo>
                  <a:pt x="167" y="92"/>
                </a:lnTo>
                <a:lnTo>
                  <a:pt x="166" y="92"/>
                </a:lnTo>
                <a:lnTo>
                  <a:pt x="166" y="91"/>
                </a:lnTo>
                <a:lnTo>
                  <a:pt x="165" y="90"/>
                </a:lnTo>
                <a:lnTo>
                  <a:pt x="164" y="90"/>
                </a:lnTo>
                <a:lnTo>
                  <a:pt x="164" y="89"/>
                </a:lnTo>
                <a:lnTo>
                  <a:pt x="160" y="84"/>
                </a:lnTo>
                <a:lnTo>
                  <a:pt x="160" y="83"/>
                </a:lnTo>
                <a:lnTo>
                  <a:pt x="159" y="82"/>
                </a:lnTo>
                <a:lnTo>
                  <a:pt x="160" y="81"/>
                </a:lnTo>
                <a:lnTo>
                  <a:pt x="161" y="81"/>
                </a:lnTo>
                <a:lnTo>
                  <a:pt x="160" y="80"/>
                </a:lnTo>
                <a:lnTo>
                  <a:pt x="160" y="79"/>
                </a:lnTo>
                <a:lnTo>
                  <a:pt x="162" y="79"/>
                </a:lnTo>
                <a:lnTo>
                  <a:pt x="162" y="80"/>
                </a:lnTo>
                <a:lnTo>
                  <a:pt x="163" y="78"/>
                </a:lnTo>
                <a:lnTo>
                  <a:pt x="164" y="77"/>
                </a:lnTo>
                <a:lnTo>
                  <a:pt x="164" y="76"/>
                </a:lnTo>
                <a:lnTo>
                  <a:pt x="165" y="75"/>
                </a:lnTo>
                <a:lnTo>
                  <a:pt x="165" y="74"/>
                </a:lnTo>
                <a:lnTo>
                  <a:pt x="164" y="74"/>
                </a:lnTo>
                <a:lnTo>
                  <a:pt x="163" y="73"/>
                </a:lnTo>
                <a:lnTo>
                  <a:pt x="161" y="73"/>
                </a:lnTo>
                <a:lnTo>
                  <a:pt x="160" y="73"/>
                </a:lnTo>
                <a:lnTo>
                  <a:pt x="159" y="73"/>
                </a:lnTo>
                <a:lnTo>
                  <a:pt x="158" y="71"/>
                </a:lnTo>
                <a:lnTo>
                  <a:pt x="158" y="70"/>
                </a:lnTo>
                <a:lnTo>
                  <a:pt x="158" y="68"/>
                </a:lnTo>
                <a:lnTo>
                  <a:pt x="158" y="67"/>
                </a:lnTo>
                <a:lnTo>
                  <a:pt x="158" y="66"/>
                </a:lnTo>
                <a:lnTo>
                  <a:pt x="158" y="65"/>
                </a:lnTo>
                <a:lnTo>
                  <a:pt x="159" y="61"/>
                </a:lnTo>
                <a:lnTo>
                  <a:pt x="159" y="60"/>
                </a:lnTo>
                <a:lnTo>
                  <a:pt x="160" y="60"/>
                </a:lnTo>
                <a:lnTo>
                  <a:pt x="161" y="59"/>
                </a:lnTo>
                <a:lnTo>
                  <a:pt x="162" y="59"/>
                </a:lnTo>
                <a:lnTo>
                  <a:pt x="163" y="60"/>
                </a:lnTo>
                <a:lnTo>
                  <a:pt x="164" y="60"/>
                </a:lnTo>
                <a:lnTo>
                  <a:pt x="167" y="60"/>
                </a:lnTo>
                <a:lnTo>
                  <a:pt x="168" y="60"/>
                </a:lnTo>
                <a:lnTo>
                  <a:pt x="169" y="60"/>
                </a:lnTo>
                <a:lnTo>
                  <a:pt x="170" y="60"/>
                </a:lnTo>
                <a:lnTo>
                  <a:pt x="171" y="60"/>
                </a:lnTo>
                <a:lnTo>
                  <a:pt x="172" y="60"/>
                </a:lnTo>
                <a:lnTo>
                  <a:pt x="173" y="60"/>
                </a:lnTo>
                <a:lnTo>
                  <a:pt x="174" y="60"/>
                </a:lnTo>
                <a:lnTo>
                  <a:pt x="175" y="61"/>
                </a:lnTo>
                <a:lnTo>
                  <a:pt x="176" y="61"/>
                </a:lnTo>
                <a:lnTo>
                  <a:pt x="177" y="61"/>
                </a:lnTo>
                <a:lnTo>
                  <a:pt x="178" y="61"/>
                </a:lnTo>
                <a:lnTo>
                  <a:pt x="178" y="60"/>
                </a:lnTo>
                <a:lnTo>
                  <a:pt x="179" y="60"/>
                </a:lnTo>
                <a:lnTo>
                  <a:pt x="180" y="61"/>
                </a:lnTo>
                <a:lnTo>
                  <a:pt x="181" y="61"/>
                </a:lnTo>
                <a:lnTo>
                  <a:pt x="182" y="61"/>
                </a:lnTo>
                <a:lnTo>
                  <a:pt x="183" y="61"/>
                </a:lnTo>
                <a:lnTo>
                  <a:pt x="182" y="62"/>
                </a:lnTo>
                <a:lnTo>
                  <a:pt x="183" y="62"/>
                </a:lnTo>
                <a:lnTo>
                  <a:pt x="183" y="63"/>
                </a:lnTo>
                <a:lnTo>
                  <a:pt x="183" y="62"/>
                </a:lnTo>
                <a:lnTo>
                  <a:pt x="184" y="62"/>
                </a:lnTo>
                <a:lnTo>
                  <a:pt x="185" y="62"/>
                </a:lnTo>
                <a:lnTo>
                  <a:pt x="186" y="63"/>
                </a:lnTo>
                <a:lnTo>
                  <a:pt x="186" y="64"/>
                </a:lnTo>
                <a:lnTo>
                  <a:pt x="187" y="64"/>
                </a:lnTo>
                <a:lnTo>
                  <a:pt x="188" y="64"/>
                </a:lnTo>
                <a:lnTo>
                  <a:pt x="189" y="64"/>
                </a:lnTo>
                <a:lnTo>
                  <a:pt x="190" y="64"/>
                </a:lnTo>
                <a:lnTo>
                  <a:pt x="190" y="65"/>
                </a:lnTo>
                <a:lnTo>
                  <a:pt x="191" y="65"/>
                </a:lnTo>
                <a:lnTo>
                  <a:pt x="192" y="64"/>
                </a:lnTo>
                <a:lnTo>
                  <a:pt x="193" y="64"/>
                </a:lnTo>
                <a:lnTo>
                  <a:pt x="194" y="64"/>
                </a:lnTo>
                <a:lnTo>
                  <a:pt x="195" y="64"/>
                </a:lnTo>
                <a:lnTo>
                  <a:pt x="196" y="64"/>
                </a:lnTo>
                <a:lnTo>
                  <a:pt x="196" y="63"/>
                </a:lnTo>
                <a:lnTo>
                  <a:pt x="197" y="62"/>
                </a:lnTo>
                <a:lnTo>
                  <a:pt x="198" y="62"/>
                </a:lnTo>
                <a:lnTo>
                  <a:pt x="199" y="61"/>
                </a:lnTo>
                <a:lnTo>
                  <a:pt x="201" y="61"/>
                </a:lnTo>
                <a:lnTo>
                  <a:pt x="201" y="60"/>
                </a:lnTo>
                <a:lnTo>
                  <a:pt x="201" y="59"/>
                </a:lnTo>
                <a:lnTo>
                  <a:pt x="200" y="59"/>
                </a:lnTo>
                <a:lnTo>
                  <a:pt x="200" y="58"/>
                </a:lnTo>
                <a:lnTo>
                  <a:pt x="201" y="58"/>
                </a:lnTo>
                <a:lnTo>
                  <a:pt x="201" y="57"/>
                </a:lnTo>
                <a:lnTo>
                  <a:pt x="200" y="57"/>
                </a:lnTo>
                <a:lnTo>
                  <a:pt x="200" y="56"/>
                </a:lnTo>
                <a:lnTo>
                  <a:pt x="201" y="56"/>
                </a:lnTo>
                <a:lnTo>
                  <a:pt x="201" y="55"/>
                </a:lnTo>
                <a:lnTo>
                  <a:pt x="202" y="55"/>
                </a:lnTo>
                <a:lnTo>
                  <a:pt x="203" y="55"/>
                </a:lnTo>
                <a:lnTo>
                  <a:pt x="204" y="56"/>
                </a:lnTo>
                <a:lnTo>
                  <a:pt x="205" y="56"/>
                </a:lnTo>
                <a:lnTo>
                  <a:pt x="206" y="56"/>
                </a:lnTo>
                <a:lnTo>
                  <a:pt x="207" y="56"/>
                </a:lnTo>
                <a:lnTo>
                  <a:pt x="207" y="55"/>
                </a:lnTo>
                <a:lnTo>
                  <a:pt x="208" y="55"/>
                </a:lnTo>
                <a:lnTo>
                  <a:pt x="209" y="55"/>
                </a:lnTo>
                <a:lnTo>
                  <a:pt x="210" y="55"/>
                </a:lnTo>
                <a:lnTo>
                  <a:pt x="210" y="54"/>
                </a:lnTo>
                <a:lnTo>
                  <a:pt x="210" y="53"/>
                </a:lnTo>
                <a:lnTo>
                  <a:pt x="210" y="52"/>
                </a:lnTo>
                <a:lnTo>
                  <a:pt x="211" y="52"/>
                </a:lnTo>
                <a:lnTo>
                  <a:pt x="211" y="53"/>
                </a:lnTo>
                <a:lnTo>
                  <a:pt x="211" y="52"/>
                </a:lnTo>
                <a:lnTo>
                  <a:pt x="212" y="52"/>
                </a:lnTo>
                <a:lnTo>
                  <a:pt x="213" y="51"/>
                </a:lnTo>
                <a:lnTo>
                  <a:pt x="214" y="51"/>
                </a:lnTo>
                <a:lnTo>
                  <a:pt x="215" y="52"/>
                </a:lnTo>
                <a:lnTo>
                  <a:pt x="216" y="52"/>
                </a:lnTo>
                <a:lnTo>
                  <a:pt x="217" y="52"/>
                </a:lnTo>
                <a:lnTo>
                  <a:pt x="218" y="52"/>
                </a:lnTo>
                <a:lnTo>
                  <a:pt x="218" y="51"/>
                </a:lnTo>
                <a:lnTo>
                  <a:pt x="219" y="52"/>
                </a:lnTo>
                <a:lnTo>
                  <a:pt x="219" y="51"/>
                </a:lnTo>
                <a:lnTo>
                  <a:pt x="219" y="50"/>
                </a:lnTo>
                <a:lnTo>
                  <a:pt x="219" y="49"/>
                </a:lnTo>
                <a:lnTo>
                  <a:pt x="220" y="49"/>
                </a:lnTo>
                <a:lnTo>
                  <a:pt x="220" y="48"/>
                </a:lnTo>
                <a:lnTo>
                  <a:pt x="221" y="48"/>
                </a:lnTo>
                <a:lnTo>
                  <a:pt x="221" y="47"/>
                </a:lnTo>
                <a:lnTo>
                  <a:pt x="222" y="47"/>
                </a:lnTo>
                <a:lnTo>
                  <a:pt x="223" y="47"/>
                </a:lnTo>
                <a:lnTo>
                  <a:pt x="224" y="47"/>
                </a:lnTo>
                <a:lnTo>
                  <a:pt x="224" y="46"/>
                </a:lnTo>
                <a:lnTo>
                  <a:pt x="224" y="45"/>
                </a:lnTo>
                <a:lnTo>
                  <a:pt x="224" y="44"/>
                </a:lnTo>
                <a:lnTo>
                  <a:pt x="223" y="44"/>
                </a:lnTo>
                <a:lnTo>
                  <a:pt x="222" y="42"/>
                </a:lnTo>
                <a:lnTo>
                  <a:pt x="222" y="41"/>
                </a:lnTo>
                <a:lnTo>
                  <a:pt x="224" y="41"/>
                </a:lnTo>
                <a:lnTo>
                  <a:pt x="225" y="41"/>
                </a:lnTo>
                <a:lnTo>
                  <a:pt x="226" y="41"/>
                </a:lnTo>
                <a:lnTo>
                  <a:pt x="227" y="41"/>
                </a:lnTo>
                <a:lnTo>
                  <a:pt x="228" y="42"/>
                </a:lnTo>
                <a:lnTo>
                  <a:pt x="230" y="42"/>
                </a:lnTo>
                <a:lnTo>
                  <a:pt x="231" y="42"/>
                </a:lnTo>
                <a:lnTo>
                  <a:pt x="232" y="43"/>
                </a:lnTo>
                <a:lnTo>
                  <a:pt x="233" y="43"/>
                </a:lnTo>
                <a:lnTo>
                  <a:pt x="233" y="44"/>
                </a:lnTo>
                <a:lnTo>
                  <a:pt x="234" y="44"/>
                </a:lnTo>
                <a:lnTo>
                  <a:pt x="235" y="44"/>
                </a:lnTo>
                <a:lnTo>
                  <a:pt x="236" y="44"/>
                </a:lnTo>
                <a:lnTo>
                  <a:pt x="237" y="44"/>
                </a:lnTo>
                <a:lnTo>
                  <a:pt x="238" y="44"/>
                </a:lnTo>
                <a:lnTo>
                  <a:pt x="239" y="44"/>
                </a:lnTo>
                <a:lnTo>
                  <a:pt x="240" y="44"/>
                </a:lnTo>
                <a:lnTo>
                  <a:pt x="241" y="44"/>
                </a:lnTo>
                <a:lnTo>
                  <a:pt x="243" y="44"/>
                </a:lnTo>
                <a:lnTo>
                  <a:pt x="243" y="45"/>
                </a:lnTo>
                <a:lnTo>
                  <a:pt x="242" y="45"/>
                </a:lnTo>
                <a:lnTo>
                  <a:pt x="242" y="46"/>
                </a:lnTo>
                <a:lnTo>
                  <a:pt x="244" y="46"/>
                </a:lnTo>
                <a:lnTo>
                  <a:pt x="244" y="45"/>
                </a:lnTo>
                <a:lnTo>
                  <a:pt x="246" y="44"/>
                </a:lnTo>
                <a:lnTo>
                  <a:pt x="248" y="44"/>
                </a:lnTo>
                <a:lnTo>
                  <a:pt x="249" y="44"/>
                </a:lnTo>
                <a:lnTo>
                  <a:pt x="250" y="44"/>
                </a:lnTo>
                <a:lnTo>
                  <a:pt x="252" y="44"/>
                </a:lnTo>
                <a:lnTo>
                  <a:pt x="253" y="44"/>
                </a:lnTo>
                <a:lnTo>
                  <a:pt x="254" y="44"/>
                </a:lnTo>
                <a:lnTo>
                  <a:pt x="255" y="43"/>
                </a:lnTo>
                <a:lnTo>
                  <a:pt x="256" y="43"/>
                </a:lnTo>
                <a:lnTo>
                  <a:pt x="257" y="43"/>
                </a:lnTo>
                <a:lnTo>
                  <a:pt x="259" y="43"/>
                </a:lnTo>
                <a:lnTo>
                  <a:pt x="260" y="43"/>
                </a:lnTo>
                <a:lnTo>
                  <a:pt x="261" y="42"/>
                </a:lnTo>
                <a:lnTo>
                  <a:pt x="262" y="42"/>
                </a:lnTo>
                <a:lnTo>
                  <a:pt x="263" y="42"/>
                </a:lnTo>
                <a:lnTo>
                  <a:pt x="264" y="42"/>
                </a:lnTo>
                <a:lnTo>
                  <a:pt x="265" y="43"/>
                </a:lnTo>
                <a:lnTo>
                  <a:pt x="266" y="43"/>
                </a:lnTo>
                <a:lnTo>
                  <a:pt x="267" y="43"/>
                </a:lnTo>
                <a:lnTo>
                  <a:pt x="269" y="43"/>
                </a:lnTo>
                <a:lnTo>
                  <a:pt x="270" y="43"/>
                </a:lnTo>
                <a:lnTo>
                  <a:pt x="270" y="42"/>
                </a:lnTo>
                <a:lnTo>
                  <a:pt x="271" y="42"/>
                </a:lnTo>
                <a:lnTo>
                  <a:pt x="273" y="42"/>
                </a:lnTo>
                <a:lnTo>
                  <a:pt x="275" y="42"/>
                </a:lnTo>
                <a:lnTo>
                  <a:pt x="276" y="42"/>
                </a:lnTo>
                <a:lnTo>
                  <a:pt x="277" y="42"/>
                </a:lnTo>
                <a:lnTo>
                  <a:pt x="277" y="43"/>
                </a:lnTo>
                <a:lnTo>
                  <a:pt x="278" y="43"/>
                </a:lnTo>
                <a:lnTo>
                  <a:pt x="279" y="43"/>
                </a:lnTo>
                <a:lnTo>
                  <a:pt x="280" y="43"/>
                </a:lnTo>
                <a:lnTo>
                  <a:pt x="280" y="42"/>
                </a:lnTo>
                <a:lnTo>
                  <a:pt x="281" y="42"/>
                </a:lnTo>
                <a:lnTo>
                  <a:pt x="282" y="42"/>
                </a:lnTo>
                <a:lnTo>
                  <a:pt x="283" y="41"/>
                </a:lnTo>
                <a:lnTo>
                  <a:pt x="284" y="41"/>
                </a:lnTo>
                <a:lnTo>
                  <a:pt x="285" y="41"/>
                </a:lnTo>
                <a:lnTo>
                  <a:pt x="286" y="41"/>
                </a:lnTo>
                <a:lnTo>
                  <a:pt x="288" y="41"/>
                </a:lnTo>
                <a:lnTo>
                  <a:pt x="289" y="40"/>
                </a:lnTo>
                <a:lnTo>
                  <a:pt x="290" y="40"/>
                </a:lnTo>
                <a:lnTo>
                  <a:pt x="291" y="39"/>
                </a:lnTo>
                <a:lnTo>
                  <a:pt x="292" y="39"/>
                </a:lnTo>
                <a:lnTo>
                  <a:pt x="293" y="39"/>
                </a:lnTo>
                <a:lnTo>
                  <a:pt x="294" y="39"/>
                </a:lnTo>
                <a:lnTo>
                  <a:pt x="294" y="38"/>
                </a:lnTo>
                <a:lnTo>
                  <a:pt x="295" y="38"/>
                </a:lnTo>
                <a:lnTo>
                  <a:pt x="296" y="38"/>
                </a:lnTo>
                <a:lnTo>
                  <a:pt x="296" y="39"/>
                </a:lnTo>
                <a:lnTo>
                  <a:pt x="297" y="39"/>
                </a:lnTo>
                <a:lnTo>
                  <a:pt x="298" y="39"/>
                </a:lnTo>
                <a:lnTo>
                  <a:pt x="298" y="40"/>
                </a:lnTo>
                <a:lnTo>
                  <a:pt x="298" y="39"/>
                </a:lnTo>
                <a:lnTo>
                  <a:pt x="299" y="39"/>
                </a:lnTo>
                <a:lnTo>
                  <a:pt x="300" y="40"/>
                </a:lnTo>
                <a:lnTo>
                  <a:pt x="302" y="40"/>
                </a:lnTo>
                <a:lnTo>
                  <a:pt x="303" y="39"/>
                </a:lnTo>
                <a:lnTo>
                  <a:pt x="303" y="38"/>
                </a:lnTo>
                <a:lnTo>
                  <a:pt x="304" y="38"/>
                </a:lnTo>
                <a:lnTo>
                  <a:pt x="305" y="38"/>
                </a:lnTo>
                <a:lnTo>
                  <a:pt x="305" y="37"/>
                </a:lnTo>
                <a:lnTo>
                  <a:pt x="306" y="37"/>
                </a:lnTo>
                <a:lnTo>
                  <a:pt x="307" y="37"/>
                </a:lnTo>
                <a:lnTo>
                  <a:pt x="308" y="37"/>
                </a:lnTo>
                <a:lnTo>
                  <a:pt x="308" y="38"/>
                </a:lnTo>
                <a:lnTo>
                  <a:pt x="308" y="37"/>
                </a:lnTo>
                <a:lnTo>
                  <a:pt x="309" y="37"/>
                </a:lnTo>
                <a:lnTo>
                  <a:pt x="310" y="36"/>
                </a:lnTo>
                <a:lnTo>
                  <a:pt x="311" y="36"/>
                </a:lnTo>
                <a:lnTo>
                  <a:pt x="311" y="35"/>
                </a:lnTo>
                <a:lnTo>
                  <a:pt x="313" y="35"/>
                </a:lnTo>
                <a:lnTo>
                  <a:pt x="313" y="34"/>
                </a:lnTo>
                <a:lnTo>
                  <a:pt x="314" y="34"/>
                </a:lnTo>
                <a:lnTo>
                  <a:pt x="314" y="35"/>
                </a:lnTo>
                <a:lnTo>
                  <a:pt x="315" y="35"/>
                </a:lnTo>
                <a:lnTo>
                  <a:pt x="316" y="35"/>
                </a:lnTo>
                <a:lnTo>
                  <a:pt x="316" y="34"/>
                </a:lnTo>
                <a:lnTo>
                  <a:pt x="317" y="33"/>
                </a:lnTo>
                <a:lnTo>
                  <a:pt x="318" y="33"/>
                </a:lnTo>
                <a:lnTo>
                  <a:pt x="319" y="33"/>
                </a:lnTo>
                <a:lnTo>
                  <a:pt x="319" y="32"/>
                </a:lnTo>
                <a:lnTo>
                  <a:pt x="320" y="32"/>
                </a:lnTo>
                <a:lnTo>
                  <a:pt x="321" y="32"/>
                </a:lnTo>
                <a:lnTo>
                  <a:pt x="322" y="32"/>
                </a:lnTo>
                <a:lnTo>
                  <a:pt x="323" y="32"/>
                </a:lnTo>
                <a:lnTo>
                  <a:pt x="324" y="32"/>
                </a:lnTo>
                <a:lnTo>
                  <a:pt x="324" y="33"/>
                </a:lnTo>
                <a:lnTo>
                  <a:pt x="325" y="32"/>
                </a:lnTo>
                <a:lnTo>
                  <a:pt x="326" y="32"/>
                </a:lnTo>
                <a:lnTo>
                  <a:pt x="326" y="33"/>
                </a:lnTo>
                <a:lnTo>
                  <a:pt x="327" y="32"/>
                </a:lnTo>
                <a:lnTo>
                  <a:pt x="328" y="32"/>
                </a:lnTo>
                <a:lnTo>
                  <a:pt x="329" y="32"/>
                </a:lnTo>
                <a:lnTo>
                  <a:pt x="330" y="31"/>
                </a:lnTo>
                <a:lnTo>
                  <a:pt x="331" y="31"/>
                </a:lnTo>
                <a:lnTo>
                  <a:pt x="331" y="32"/>
                </a:lnTo>
                <a:lnTo>
                  <a:pt x="332" y="32"/>
                </a:lnTo>
                <a:lnTo>
                  <a:pt x="333" y="31"/>
                </a:lnTo>
                <a:lnTo>
                  <a:pt x="334" y="31"/>
                </a:lnTo>
                <a:lnTo>
                  <a:pt x="335" y="31"/>
                </a:lnTo>
                <a:lnTo>
                  <a:pt x="335" y="32"/>
                </a:lnTo>
                <a:lnTo>
                  <a:pt x="336" y="31"/>
                </a:lnTo>
                <a:lnTo>
                  <a:pt x="337" y="31"/>
                </a:lnTo>
                <a:lnTo>
                  <a:pt x="338" y="31"/>
                </a:lnTo>
                <a:lnTo>
                  <a:pt x="339" y="31"/>
                </a:lnTo>
                <a:lnTo>
                  <a:pt x="340" y="31"/>
                </a:lnTo>
                <a:lnTo>
                  <a:pt x="340" y="30"/>
                </a:lnTo>
                <a:lnTo>
                  <a:pt x="341" y="30"/>
                </a:lnTo>
                <a:lnTo>
                  <a:pt x="342" y="30"/>
                </a:lnTo>
                <a:lnTo>
                  <a:pt x="343" y="29"/>
                </a:lnTo>
                <a:lnTo>
                  <a:pt x="344" y="29"/>
                </a:lnTo>
                <a:lnTo>
                  <a:pt x="345" y="29"/>
                </a:lnTo>
                <a:lnTo>
                  <a:pt x="346" y="29"/>
                </a:lnTo>
                <a:lnTo>
                  <a:pt x="347" y="29"/>
                </a:lnTo>
                <a:lnTo>
                  <a:pt x="347" y="30"/>
                </a:lnTo>
                <a:lnTo>
                  <a:pt x="348" y="30"/>
                </a:lnTo>
                <a:lnTo>
                  <a:pt x="348" y="29"/>
                </a:lnTo>
                <a:lnTo>
                  <a:pt x="347" y="29"/>
                </a:lnTo>
                <a:lnTo>
                  <a:pt x="348" y="29"/>
                </a:lnTo>
                <a:lnTo>
                  <a:pt x="350" y="28"/>
                </a:lnTo>
                <a:lnTo>
                  <a:pt x="351" y="28"/>
                </a:lnTo>
                <a:lnTo>
                  <a:pt x="352" y="28"/>
                </a:lnTo>
                <a:lnTo>
                  <a:pt x="353" y="29"/>
                </a:lnTo>
                <a:lnTo>
                  <a:pt x="354" y="29"/>
                </a:lnTo>
                <a:lnTo>
                  <a:pt x="356" y="28"/>
                </a:lnTo>
                <a:lnTo>
                  <a:pt x="356" y="29"/>
                </a:lnTo>
                <a:lnTo>
                  <a:pt x="357" y="29"/>
                </a:lnTo>
                <a:lnTo>
                  <a:pt x="358" y="29"/>
                </a:lnTo>
                <a:lnTo>
                  <a:pt x="358" y="30"/>
                </a:lnTo>
                <a:lnTo>
                  <a:pt x="359" y="30"/>
                </a:lnTo>
                <a:lnTo>
                  <a:pt x="360" y="29"/>
                </a:lnTo>
                <a:lnTo>
                  <a:pt x="361" y="29"/>
                </a:lnTo>
                <a:lnTo>
                  <a:pt x="362" y="29"/>
                </a:lnTo>
                <a:lnTo>
                  <a:pt x="363" y="28"/>
                </a:lnTo>
                <a:lnTo>
                  <a:pt x="363" y="29"/>
                </a:lnTo>
                <a:lnTo>
                  <a:pt x="364" y="29"/>
                </a:lnTo>
                <a:lnTo>
                  <a:pt x="364" y="28"/>
                </a:lnTo>
                <a:lnTo>
                  <a:pt x="365" y="29"/>
                </a:lnTo>
                <a:lnTo>
                  <a:pt x="366" y="29"/>
                </a:lnTo>
                <a:lnTo>
                  <a:pt x="367" y="29"/>
                </a:lnTo>
                <a:lnTo>
                  <a:pt x="368" y="29"/>
                </a:lnTo>
                <a:lnTo>
                  <a:pt x="369" y="29"/>
                </a:lnTo>
                <a:lnTo>
                  <a:pt x="370" y="28"/>
                </a:lnTo>
                <a:lnTo>
                  <a:pt x="371" y="28"/>
                </a:lnTo>
                <a:lnTo>
                  <a:pt x="371" y="27"/>
                </a:lnTo>
                <a:lnTo>
                  <a:pt x="371" y="26"/>
                </a:lnTo>
                <a:lnTo>
                  <a:pt x="372" y="26"/>
                </a:lnTo>
                <a:lnTo>
                  <a:pt x="373" y="26"/>
                </a:lnTo>
                <a:lnTo>
                  <a:pt x="374" y="25"/>
                </a:lnTo>
                <a:lnTo>
                  <a:pt x="375" y="25"/>
                </a:lnTo>
                <a:lnTo>
                  <a:pt x="376" y="25"/>
                </a:lnTo>
                <a:lnTo>
                  <a:pt x="376" y="24"/>
                </a:lnTo>
                <a:lnTo>
                  <a:pt x="377" y="24"/>
                </a:lnTo>
                <a:lnTo>
                  <a:pt x="378" y="24"/>
                </a:lnTo>
                <a:lnTo>
                  <a:pt x="379" y="24"/>
                </a:lnTo>
                <a:lnTo>
                  <a:pt x="380" y="23"/>
                </a:lnTo>
                <a:lnTo>
                  <a:pt x="381" y="23"/>
                </a:lnTo>
                <a:lnTo>
                  <a:pt x="381" y="22"/>
                </a:lnTo>
                <a:lnTo>
                  <a:pt x="382" y="22"/>
                </a:lnTo>
                <a:lnTo>
                  <a:pt x="383" y="22"/>
                </a:lnTo>
                <a:lnTo>
                  <a:pt x="384" y="22"/>
                </a:lnTo>
                <a:lnTo>
                  <a:pt x="385" y="21"/>
                </a:lnTo>
                <a:lnTo>
                  <a:pt x="385" y="22"/>
                </a:lnTo>
                <a:lnTo>
                  <a:pt x="386" y="22"/>
                </a:lnTo>
                <a:lnTo>
                  <a:pt x="387" y="21"/>
                </a:lnTo>
                <a:lnTo>
                  <a:pt x="388" y="21"/>
                </a:lnTo>
                <a:lnTo>
                  <a:pt x="389" y="21"/>
                </a:lnTo>
                <a:lnTo>
                  <a:pt x="390" y="21"/>
                </a:lnTo>
                <a:lnTo>
                  <a:pt x="391" y="20"/>
                </a:lnTo>
                <a:lnTo>
                  <a:pt x="391" y="21"/>
                </a:lnTo>
                <a:lnTo>
                  <a:pt x="392" y="21"/>
                </a:lnTo>
                <a:lnTo>
                  <a:pt x="393" y="20"/>
                </a:lnTo>
                <a:lnTo>
                  <a:pt x="394" y="20"/>
                </a:lnTo>
                <a:lnTo>
                  <a:pt x="395" y="21"/>
                </a:lnTo>
                <a:lnTo>
                  <a:pt x="397" y="21"/>
                </a:lnTo>
                <a:lnTo>
                  <a:pt x="397" y="20"/>
                </a:lnTo>
                <a:lnTo>
                  <a:pt x="398" y="20"/>
                </a:lnTo>
                <a:lnTo>
                  <a:pt x="399" y="20"/>
                </a:lnTo>
                <a:lnTo>
                  <a:pt x="400" y="20"/>
                </a:lnTo>
                <a:lnTo>
                  <a:pt x="401" y="20"/>
                </a:lnTo>
                <a:lnTo>
                  <a:pt x="402" y="20"/>
                </a:lnTo>
                <a:lnTo>
                  <a:pt x="403" y="20"/>
                </a:lnTo>
                <a:lnTo>
                  <a:pt x="403" y="21"/>
                </a:lnTo>
                <a:lnTo>
                  <a:pt x="404" y="20"/>
                </a:lnTo>
                <a:lnTo>
                  <a:pt x="405" y="20"/>
                </a:lnTo>
                <a:lnTo>
                  <a:pt x="405" y="21"/>
                </a:lnTo>
                <a:lnTo>
                  <a:pt x="406" y="21"/>
                </a:lnTo>
                <a:lnTo>
                  <a:pt x="407" y="20"/>
                </a:lnTo>
                <a:lnTo>
                  <a:pt x="407" y="19"/>
                </a:lnTo>
                <a:lnTo>
                  <a:pt x="408" y="19"/>
                </a:lnTo>
                <a:lnTo>
                  <a:pt x="408" y="18"/>
                </a:lnTo>
                <a:lnTo>
                  <a:pt x="409" y="18"/>
                </a:lnTo>
                <a:lnTo>
                  <a:pt x="410" y="18"/>
                </a:lnTo>
                <a:lnTo>
                  <a:pt x="411" y="18"/>
                </a:lnTo>
                <a:lnTo>
                  <a:pt x="412" y="17"/>
                </a:lnTo>
                <a:lnTo>
                  <a:pt x="413" y="17"/>
                </a:lnTo>
                <a:lnTo>
                  <a:pt x="414" y="17"/>
                </a:lnTo>
                <a:lnTo>
                  <a:pt x="415" y="17"/>
                </a:lnTo>
                <a:lnTo>
                  <a:pt x="416" y="17"/>
                </a:lnTo>
                <a:lnTo>
                  <a:pt x="416" y="16"/>
                </a:lnTo>
                <a:lnTo>
                  <a:pt x="417" y="16"/>
                </a:lnTo>
                <a:lnTo>
                  <a:pt x="419" y="16"/>
                </a:lnTo>
                <a:lnTo>
                  <a:pt x="420" y="16"/>
                </a:lnTo>
                <a:lnTo>
                  <a:pt x="422" y="17"/>
                </a:lnTo>
                <a:lnTo>
                  <a:pt x="423" y="17"/>
                </a:lnTo>
                <a:lnTo>
                  <a:pt x="424" y="17"/>
                </a:lnTo>
                <a:lnTo>
                  <a:pt x="425" y="17"/>
                </a:lnTo>
                <a:lnTo>
                  <a:pt x="426" y="18"/>
                </a:lnTo>
                <a:lnTo>
                  <a:pt x="427" y="18"/>
                </a:lnTo>
                <a:lnTo>
                  <a:pt x="429" y="18"/>
                </a:lnTo>
                <a:lnTo>
                  <a:pt x="430" y="18"/>
                </a:lnTo>
                <a:lnTo>
                  <a:pt x="431" y="18"/>
                </a:lnTo>
                <a:lnTo>
                  <a:pt x="432" y="18"/>
                </a:lnTo>
                <a:lnTo>
                  <a:pt x="432" y="17"/>
                </a:lnTo>
                <a:lnTo>
                  <a:pt x="433" y="17"/>
                </a:lnTo>
                <a:lnTo>
                  <a:pt x="435" y="17"/>
                </a:lnTo>
                <a:lnTo>
                  <a:pt x="435" y="16"/>
                </a:lnTo>
                <a:lnTo>
                  <a:pt x="435" y="15"/>
                </a:lnTo>
                <a:lnTo>
                  <a:pt x="435" y="14"/>
                </a:lnTo>
                <a:lnTo>
                  <a:pt x="434" y="13"/>
                </a:lnTo>
                <a:lnTo>
                  <a:pt x="435" y="13"/>
                </a:lnTo>
                <a:lnTo>
                  <a:pt x="436" y="12"/>
                </a:lnTo>
                <a:lnTo>
                  <a:pt x="436" y="11"/>
                </a:lnTo>
                <a:lnTo>
                  <a:pt x="437" y="11"/>
                </a:lnTo>
                <a:lnTo>
                  <a:pt x="438" y="12"/>
                </a:lnTo>
                <a:lnTo>
                  <a:pt x="439" y="12"/>
                </a:lnTo>
                <a:lnTo>
                  <a:pt x="440" y="13"/>
                </a:lnTo>
                <a:lnTo>
                  <a:pt x="441" y="13"/>
                </a:lnTo>
                <a:lnTo>
                  <a:pt x="441" y="12"/>
                </a:lnTo>
                <a:lnTo>
                  <a:pt x="441" y="11"/>
                </a:lnTo>
                <a:lnTo>
                  <a:pt x="441" y="10"/>
                </a:lnTo>
                <a:lnTo>
                  <a:pt x="441" y="9"/>
                </a:lnTo>
                <a:lnTo>
                  <a:pt x="442" y="8"/>
                </a:lnTo>
                <a:lnTo>
                  <a:pt x="443" y="7"/>
                </a:lnTo>
                <a:lnTo>
                  <a:pt x="444" y="7"/>
                </a:lnTo>
                <a:lnTo>
                  <a:pt x="444" y="6"/>
                </a:lnTo>
                <a:lnTo>
                  <a:pt x="444" y="5"/>
                </a:lnTo>
                <a:lnTo>
                  <a:pt x="445" y="5"/>
                </a:lnTo>
                <a:lnTo>
                  <a:pt x="445" y="4"/>
                </a:lnTo>
                <a:lnTo>
                  <a:pt x="446" y="4"/>
                </a:lnTo>
                <a:lnTo>
                  <a:pt x="448" y="4"/>
                </a:lnTo>
                <a:lnTo>
                  <a:pt x="450" y="4"/>
                </a:lnTo>
                <a:lnTo>
                  <a:pt x="450" y="5"/>
                </a:lnTo>
                <a:lnTo>
                  <a:pt x="451" y="5"/>
                </a:lnTo>
                <a:lnTo>
                  <a:pt x="451" y="4"/>
                </a:lnTo>
                <a:lnTo>
                  <a:pt x="452" y="4"/>
                </a:lnTo>
                <a:lnTo>
                  <a:pt x="452" y="3"/>
                </a:lnTo>
                <a:lnTo>
                  <a:pt x="452" y="4"/>
                </a:lnTo>
                <a:lnTo>
                  <a:pt x="454" y="4"/>
                </a:lnTo>
                <a:lnTo>
                  <a:pt x="455" y="4"/>
                </a:lnTo>
                <a:lnTo>
                  <a:pt x="456" y="4"/>
                </a:lnTo>
                <a:lnTo>
                  <a:pt x="456" y="5"/>
                </a:lnTo>
                <a:lnTo>
                  <a:pt x="457" y="4"/>
                </a:lnTo>
                <a:lnTo>
                  <a:pt x="458" y="4"/>
                </a:lnTo>
                <a:lnTo>
                  <a:pt x="458" y="5"/>
                </a:lnTo>
                <a:lnTo>
                  <a:pt x="459" y="5"/>
                </a:lnTo>
                <a:lnTo>
                  <a:pt x="460" y="5"/>
                </a:lnTo>
                <a:lnTo>
                  <a:pt x="461" y="5"/>
                </a:lnTo>
                <a:lnTo>
                  <a:pt x="461" y="4"/>
                </a:lnTo>
                <a:lnTo>
                  <a:pt x="462" y="4"/>
                </a:lnTo>
                <a:lnTo>
                  <a:pt x="463" y="4"/>
                </a:lnTo>
                <a:lnTo>
                  <a:pt x="464" y="4"/>
                </a:lnTo>
                <a:lnTo>
                  <a:pt x="464" y="5"/>
                </a:lnTo>
                <a:lnTo>
                  <a:pt x="465" y="5"/>
                </a:lnTo>
                <a:lnTo>
                  <a:pt x="466" y="5"/>
                </a:lnTo>
                <a:lnTo>
                  <a:pt x="467" y="4"/>
                </a:lnTo>
                <a:lnTo>
                  <a:pt x="467" y="5"/>
                </a:lnTo>
                <a:lnTo>
                  <a:pt x="468" y="5"/>
                </a:lnTo>
                <a:lnTo>
                  <a:pt x="469" y="5"/>
                </a:lnTo>
                <a:lnTo>
                  <a:pt x="470" y="4"/>
                </a:lnTo>
                <a:lnTo>
                  <a:pt x="471" y="3"/>
                </a:lnTo>
                <a:lnTo>
                  <a:pt x="471" y="4"/>
                </a:lnTo>
                <a:lnTo>
                  <a:pt x="472" y="4"/>
                </a:lnTo>
                <a:lnTo>
                  <a:pt x="473" y="4"/>
                </a:lnTo>
                <a:lnTo>
                  <a:pt x="473" y="5"/>
                </a:lnTo>
                <a:lnTo>
                  <a:pt x="473" y="4"/>
                </a:lnTo>
                <a:lnTo>
                  <a:pt x="474" y="4"/>
                </a:lnTo>
                <a:lnTo>
                  <a:pt x="475" y="4"/>
                </a:lnTo>
                <a:lnTo>
                  <a:pt x="477" y="4"/>
                </a:lnTo>
                <a:lnTo>
                  <a:pt x="477" y="3"/>
                </a:lnTo>
                <a:lnTo>
                  <a:pt x="478" y="3"/>
                </a:lnTo>
                <a:lnTo>
                  <a:pt x="479" y="3"/>
                </a:lnTo>
                <a:lnTo>
                  <a:pt x="479" y="2"/>
                </a:lnTo>
                <a:lnTo>
                  <a:pt x="480" y="3"/>
                </a:lnTo>
                <a:lnTo>
                  <a:pt x="481" y="3"/>
                </a:lnTo>
                <a:lnTo>
                  <a:pt x="482" y="3"/>
                </a:lnTo>
                <a:lnTo>
                  <a:pt x="482" y="4"/>
                </a:lnTo>
                <a:lnTo>
                  <a:pt x="483" y="4"/>
                </a:lnTo>
                <a:lnTo>
                  <a:pt x="484" y="4"/>
                </a:lnTo>
                <a:lnTo>
                  <a:pt x="484" y="3"/>
                </a:lnTo>
                <a:lnTo>
                  <a:pt x="485" y="3"/>
                </a:lnTo>
                <a:lnTo>
                  <a:pt x="486" y="3"/>
                </a:lnTo>
                <a:lnTo>
                  <a:pt x="487" y="3"/>
                </a:lnTo>
                <a:lnTo>
                  <a:pt x="488" y="4"/>
                </a:lnTo>
                <a:lnTo>
                  <a:pt x="489" y="4"/>
                </a:lnTo>
                <a:lnTo>
                  <a:pt x="489" y="3"/>
                </a:lnTo>
                <a:lnTo>
                  <a:pt x="490" y="3"/>
                </a:lnTo>
                <a:lnTo>
                  <a:pt x="490" y="2"/>
                </a:lnTo>
                <a:lnTo>
                  <a:pt x="491" y="2"/>
                </a:lnTo>
                <a:lnTo>
                  <a:pt x="492" y="1"/>
                </a:lnTo>
                <a:lnTo>
                  <a:pt x="493" y="1"/>
                </a:lnTo>
                <a:lnTo>
                  <a:pt x="494" y="1"/>
                </a:lnTo>
                <a:lnTo>
                  <a:pt x="495" y="1"/>
                </a:lnTo>
                <a:lnTo>
                  <a:pt x="496" y="0"/>
                </a:lnTo>
                <a:lnTo>
                  <a:pt x="497" y="0"/>
                </a:lnTo>
                <a:lnTo>
                  <a:pt x="498" y="0"/>
                </a:lnTo>
                <a:lnTo>
                  <a:pt x="499" y="0"/>
                </a:lnTo>
                <a:lnTo>
                  <a:pt x="499" y="1"/>
                </a:lnTo>
                <a:lnTo>
                  <a:pt x="500" y="1"/>
                </a:lnTo>
                <a:lnTo>
                  <a:pt x="501" y="2"/>
                </a:lnTo>
                <a:lnTo>
                  <a:pt x="501" y="3"/>
                </a:lnTo>
                <a:lnTo>
                  <a:pt x="501" y="4"/>
                </a:lnTo>
                <a:lnTo>
                  <a:pt x="502" y="5"/>
                </a:lnTo>
                <a:lnTo>
                  <a:pt x="503" y="4"/>
                </a:lnTo>
                <a:lnTo>
                  <a:pt x="504" y="4"/>
                </a:lnTo>
                <a:lnTo>
                  <a:pt x="506" y="4"/>
                </a:lnTo>
                <a:lnTo>
                  <a:pt x="507" y="4"/>
                </a:lnTo>
                <a:lnTo>
                  <a:pt x="508" y="4"/>
                </a:lnTo>
                <a:lnTo>
                  <a:pt x="508" y="5"/>
                </a:lnTo>
                <a:lnTo>
                  <a:pt x="509" y="5"/>
                </a:lnTo>
                <a:lnTo>
                  <a:pt x="510" y="5"/>
                </a:lnTo>
                <a:lnTo>
                  <a:pt x="511" y="5"/>
                </a:lnTo>
                <a:lnTo>
                  <a:pt x="512" y="5"/>
                </a:lnTo>
                <a:lnTo>
                  <a:pt x="513" y="4"/>
                </a:lnTo>
                <a:lnTo>
                  <a:pt x="513" y="3"/>
                </a:lnTo>
                <a:lnTo>
                  <a:pt x="515" y="2"/>
                </a:lnTo>
                <a:lnTo>
                  <a:pt x="516" y="2"/>
                </a:lnTo>
                <a:lnTo>
                  <a:pt x="516" y="1"/>
                </a:lnTo>
                <a:lnTo>
                  <a:pt x="517" y="1"/>
                </a:lnTo>
                <a:lnTo>
                  <a:pt x="518" y="1"/>
                </a:lnTo>
                <a:lnTo>
                  <a:pt x="519" y="1"/>
                </a:lnTo>
                <a:lnTo>
                  <a:pt x="520" y="2"/>
                </a:lnTo>
                <a:lnTo>
                  <a:pt x="521" y="3"/>
                </a:lnTo>
                <a:lnTo>
                  <a:pt x="521" y="4"/>
                </a:lnTo>
                <a:lnTo>
                  <a:pt x="521" y="5"/>
                </a:lnTo>
                <a:lnTo>
                  <a:pt x="520" y="5"/>
                </a:lnTo>
                <a:lnTo>
                  <a:pt x="520" y="6"/>
                </a:lnTo>
                <a:lnTo>
                  <a:pt x="519" y="8"/>
                </a:lnTo>
                <a:lnTo>
                  <a:pt x="519" y="9"/>
                </a:lnTo>
                <a:lnTo>
                  <a:pt x="519" y="10"/>
                </a:lnTo>
                <a:lnTo>
                  <a:pt x="518" y="10"/>
                </a:lnTo>
                <a:lnTo>
                  <a:pt x="518" y="11"/>
                </a:lnTo>
                <a:lnTo>
                  <a:pt x="519" y="11"/>
                </a:lnTo>
                <a:lnTo>
                  <a:pt x="519" y="12"/>
                </a:lnTo>
                <a:lnTo>
                  <a:pt x="520" y="13"/>
                </a:lnTo>
                <a:lnTo>
                  <a:pt x="521" y="13"/>
                </a:lnTo>
                <a:lnTo>
                  <a:pt x="521" y="14"/>
                </a:lnTo>
                <a:lnTo>
                  <a:pt x="522" y="15"/>
                </a:lnTo>
                <a:lnTo>
                  <a:pt x="522" y="16"/>
                </a:lnTo>
                <a:lnTo>
                  <a:pt x="522" y="17"/>
                </a:lnTo>
                <a:lnTo>
                  <a:pt x="523" y="17"/>
                </a:lnTo>
                <a:lnTo>
                  <a:pt x="523" y="18"/>
                </a:lnTo>
                <a:lnTo>
                  <a:pt x="523" y="19"/>
                </a:lnTo>
                <a:lnTo>
                  <a:pt x="524" y="19"/>
                </a:lnTo>
                <a:lnTo>
                  <a:pt x="524" y="20"/>
                </a:lnTo>
                <a:lnTo>
                  <a:pt x="525" y="21"/>
                </a:lnTo>
                <a:lnTo>
                  <a:pt x="525" y="22"/>
                </a:lnTo>
                <a:lnTo>
                  <a:pt x="525" y="23"/>
                </a:lnTo>
                <a:lnTo>
                  <a:pt x="525" y="25"/>
                </a:lnTo>
                <a:lnTo>
                  <a:pt x="524" y="29"/>
                </a:lnTo>
                <a:lnTo>
                  <a:pt x="523" y="33"/>
                </a:lnTo>
                <a:lnTo>
                  <a:pt x="521" y="40"/>
                </a:lnTo>
                <a:lnTo>
                  <a:pt x="521" y="41"/>
                </a:lnTo>
                <a:lnTo>
                  <a:pt x="522" y="42"/>
                </a:lnTo>
                <a:lnTo>
                  <a:pt x="524" y="42"/>
                </a:lnTo>
                <a:lnTo>
                  <a:pt x="524" y="43"/>
                </a:lnTo>
                <a:lnTo>
                  <a:pt x="526" y="43"/>
                </a:lnTo>
                <a:lnTo>
                  <a:pt x="527" y="43"/>
                </a:lnTo>
                <a:lnTo>
                  <a:pt x="529" y="44"/>
                </a:lnTo>
                <a:lnTo>
                  <a:pt x="530" y="45"/>
                </a:lnTo>
                <a:lnTo>
                  <a:pt x="531" y="46"/>
                </a:lnTo>
                <a:lnTo>
                  <a:pt x="532" y="47"/>
                </a:lnTo>
                <a:lnTo>
                  <a:pt x="534" y="47"/>
                </a:lnTo>
                <a:lnTo>
                  <a:pt x="535" y="47"/>
                </a:lnTo>
                <a:lnTo>
                  <a:pt x="536" y="47"/>
                </a:lnTo>
                <a:lnTo>
                  <a:pt x="537" y="46"/>
                </a:lnTo>
                <a:lnTo>
                  <a:pt x="538" y="46"/>
                </a:lnTo>
                <a:lnTo>
                  <a:pt x="545" y="46"/>
                </a:lnTo>
                <a:lnTo>
                  <a:pt x="549" y="46"/>
                </a:lnTo>
                <a:lnTo>
                  <a:pt x="554" y="46"/>
                </a:lnTo>
                <a:lnTo>
                  <a:pt x="555" y="46"/>
                </a:lnTo>
                <a:lnTo>
                  <a:pt x="557" y="46"/>
                </a:lnTo>
                <a:lnTo>
                  <a:pt x="558" y="46"/>
                </a:lnTo>
                <a:lnTo>
                  <a:pt x="559" y="46"/>
                </a:lnTo>
                <a:lnTo>
                  <a:pt x="560" y="46"/>
                </a:lnTo>
                <a:lnTo>
                  <a:pt x="566" y="47"/>
                </a:lnTo>
                <a:lnTo>
                  <a:pt x="579" y="48"/>
                </a:lnTo>
                <a:lnTo>
                  <a:pt x="582" y="48"/>
                </a:lnTo>
                <a:lnTo>
                  <a:pt x="583" y="48"/>
                </a:lnTo>
                <a:lnTo>
                  <a:pt x="584" y="48"/>
                </a:lnTo>
                <a:lnTo>
                  <a:pt x="585" y="49"/>
                </a:lnTo>
                <a:lnTo>
                  <a:pt x="586" y="50"/>
                </a:lnTo>
                <a:lnTo>
                  <a:pt x="586" y="51"/>
                </a:lnTo>
                <a:lnTo>
                  <a:pt x="587" y="51"/>
                </a:lnTo>
                <a:lnTo>
                  <a:pt x="588" y="52"/>
                </a:lnTo>
                <a:lnTo>
                  <a:pt x="590" y="54"/>
                </a:lnTo>
                <a:lnTo>
                  <a:pt x="591" y="54"/>
                </a:lnTo>
                <a:lnTo>
                  <a:pt x="591" y="55"/>
                </a:lnTo>
                <a:lnTo>
                  <a:pt x="593" y="56"/>
                </a:lnTo>
                <a:lnTo>
                  <a:pt x="594" y="57"/>
                </a:lnTo>
                <a:lnTo>
                  <a:pt x="595" y="58"/>
                </a:lnTo>
                <a:lnTo>
                  <a:pt x="598" y="59"/>
                </a:lnTo>
                <a:lnTo>
                  <a:pt x="601" y="59"/>
                </a:lnTo>
                <a:lnTo>
                  <a:pt x="601" y="60"/>
                </a:lnTo>
                <a:lnTo>
                  <a:pt x="601" y="61"/>
                </a:lnTo>
                <a:lnTo>
                  <a:pt x="601" y="62"/>
                </a:lnTo>
                <a:lnTo>
                  <a:pt x="600" y="63"/>
                </a:lnTo>
                <a:lnTo>
                  <a:pt x="600" y="64"/>
                </a:lnTo>
                <a:lnTo>
                  <a:pt x="600" y="65"/>
                </a:lnTo>
                <a:lnTo>
                  <a:pt x="599" y="65"/>
                </a:lnTo>
                <a:lnTo>
                  <a:pt x="598" y="65"/>
                </a:lnTo>
                <a:lnTo>
                  <a:pt x="595" y="65"/>
                </a:lnTo>
                <a:lnTo>
                  <a:pt x="593" y="65"/>
                </a:lnTo>
                <a:lnTo>
                  <a:pt x="591" y="65"/>
                </a:lnTo>
                <a:lnTo>
                  <a:pt x="588" y="65"/>
                </a:lnTo>
                <a:lnTo>
                  <a:pt x="587" y="64"/>
                </a:lnTo>
                <a:lnTo>
                  <a:pt x="586" y="65"/>
                </a:lnTo>
                <a:lnTo>
                  <a:pt x="585" y="66"/>
                </a:lnTo>
                <a:lnTo>
                  <a:pt x="585" y="67"/>
                </a:lnTo>
                <a:lnTo>
                  <a:pt x="586" y="67"/>
                </a:lnTo>
                <a:lnTo>
                  <a:pt x="586" y="68"/>
                </a:lnTo>
                <a:lnTo>
                  <a:pt x="586" y="69"/>
                </a:lnTo>
                <a:lnTo>
                  <a:pt x="586" y="70"/>
                </a:lnTo>
                <a:lnTo>
                  <a:pt x="586" y="72"/>
                </a:lnTo>
                <a:lnTo>
                  <a:pt x="587" y="72"/>
                </a:lnTo>
                <a:lnTo>
                  <a:pt x="587" y="73"/>
                </a:lnTo>
                <a:lnTo>
                  <a:pt x="588" y="73"/>
                </a:lnTo>
                <a:lnTo>
                  <a:pt x="588" y="74"/>
                </a:lnTo>
                <a:lnTo>
                  <a:pt x="589" y="75"/>
                </a:lnTo>
                <a:lnTo>
                  <a:pt x="589" y="76"/>
                </a:lnTo>
                <a:lnTo>
                  <a:pt x="590" y="76"/>
                </a:lnTo>
                <a:lnTo>
                  <a:pt x="591" y="77"/>
                </a:lnTo>
                <a:lnTo>
                  <a:pt x="592" y="78"/>
                </a:lnTo>
                <a:lnTo>
                  <a:pt x="593" y="79"/>
                </a:lnTo>
                <a:lnTo>
                  <a:pt x="594" y="79"/>
                </a:lnTo>
                <a:lnTo>
                  <a:pt x="595" y="80"/>
                </a:lnTo>
                <a:lnTo>
                  <a:pt x="596" y="80"/>
                </a:lnTo>
                <a:lnTo>
                  <a:pt x="597" y="81"/>
                </a:lnTo>
                <a:lnTo>
                  <a:pt x="598" y="81"/>
                </a:lnTo>
                <a:lnTo>
                  <a:pt x="599" y="81"/>
                </a:lnTo>
                <a:lnTo>
                  <a:pt x="600" y="81"/>
                </a:lnTo>
                <a:lnTo>
                  <a:pt x="602" y="82"/>
                </a:lnTo>
                <a:lnTo>
                  <a:pt x="605" y="83"/>
                </a:lnTo>
                <a:lnTo>
                  <a:pt x="606" y="83"/>
                </a:lnTo>
                <a:lnTo>
                  <a:pt x="608" y="82"/>
                </a:lnTo>
                <a:lnTo>
                  <a:pt x="609" y="82"/>
                </a:lnTo>
                <a:lnTo>
                  <a:pt x="610" y="82"/>
                </a:lnTo>
                <a:lnTo>
                  <a:pt x="611" y="82"/>
                </a:lnTo>
                <a:lnTo>
                  <a:pt x="614" y="81"/>
                </a:lnTo>
                <a:lnTo>
                  <a:pt x="622" y="81"/>
                </a:lnTo>
                <a:lnTo>
                  <a:pt x="626" y="81"/>
                </a:lnTo>
                <a:lnTo>
                  <a:pt x="641" y="80"/>
                </a:lnTo>
                <a:lnTo>
                  <a:pt x="643" y="80"/>
                </a:lnTo>
                <a:lnTo>
                  <a:pt x="644" y="80"/>
                </a:lnTo>
                <a:lnTo>
                  <a:pt x="645" y="81"/>
                </a:lnTo>
                <a:lnTo>
                  <a:pt x="646" y="81"/>
                </a:lnTo>
                <a:lnTo>
                  <a:pt x="650" y="82"/>
                </a:lnTo>
                <a:lnTo>
                  <a:pt x="651" y="82"/>
                </a:lnTo>
                <a:lnTo>
                  <a:pt x="652" y="82"/>
                </a:lnTo>
                <a:lnTo>
                  <a:pt x="653" y="82"/>
                </a:lnTo>
                <a:lnTo>
                  <a:pt x="653" y="81"/>
                </a:lnTo>
                <a:lnTo>
                  <a:pt x="654" y="81"/>
                </a:lnTo>
                <a:lnTo>
                  <a:pt x="655" y="81"/>
                </a:lnTo>
                <a:lnTo>
                  <a:pt x="655" y="82"/>
                </a:lnTo>
                <a:lnTo>
                  <a:pt x="655" y="83"/>
                </a:lnTo>
                <a:lnTo>
                  <a:pt x="656" y="83"/>
                </a:lnTo>
                <a:lnTo>
                  <a:pt x="656" y="84"/>
                </a:lnTo>
                <a:lnTo>
                  <a:pt x="656" y="85"/>
                </a:lnTo>
                <a:lnTo>
                  <a:pt x="656" y="86"/>
                </a:lnTo>
                <a:lnTo>
                  <a:pt x="656" y="87"/>
                </a:lnTo>
                <a:lnTo>
                  <a:pt x="657" y="87"/>
                </a:lnTo>
                <a:lnTo>
                  <a:pt x="657" y="88"/>
                </a:lnTo>
                <a:lnTo>
                  <a:pt x="657" y="89"/>
                </a:lnTo>
                <a:lnTo>
                  <a:pt x="657" y="90"/>
                </a:lnTo>
                <a:lnTo>
                  <a:pt x="657" y="91"/>
                </a:lnTo>
                <a:lnTo>
                  <a:pt x="657" y="92"/>
                </a:lnTo>
                <a:lnTo>
                  <a:pt x="658" y="92"/>
                </a:lnTo>
                <a:lnTo>
                  <a:pt x="658" y="93"/>
                </a:lnTo>
                <a:lnTo>
                  <a:pt x="658" y="94"/>
                </a:lnTo>
                <a:lnTo>
                  <a:pt x="658" y="95"/>
                </a:lnTo>
                <a:lnTo>
                  <a:pt x="658" y="96"/>
                </a:lnTo>
                <a:lnTo>
                  <a:pt x="658" y="97"/>
                </a:lnTo>
                <a:lnTo>
                  <a:pt x="659" y="97"/>
                </a:lnTo>
                <a:lnTo>
                  <a:pt x="659" y="98"/>
                </a:lnTo>
                <a:lnTo>
                  <a:pt x="659" y="99"/>
                </a:lnTo>
                <a:lnTo>
                  <a:pt x="659" y="100"/>
                </a:lnTo>
                <a:lnTo>
                  <a:pt x="659" y="101"/>
                </a:lnTo>
                <a:lnTo>
                  <a:pt x="660" y="101"/>
                </a:lnTo>
                <a:lnTo>
                  <a:pt x="660" y="102"/>
                </a:lnTo>
                <a:lnTo>
                  <a:pt x="660" y="103"/>
                </a:lnTo>
                <a:lnTo>
                  <a:pt x="660" y="104"/>
                </a:lnTo>
                <a:lnTo>
                  <a:pt x="660" y="105"/>
                </a:lnTo>
                <a:lnTo>
                  <a:pt x="661" y="105"/>
                </a:lnTo>
                <a:lnTo>
                  <a:pt x="661" y="106"/>
                </a:lnTo>
                <a:lnTo>
                  <a:pt x="661" y="107"/>
                </a:lnTo>
                <a:lnTo>
                  <a:pt x="661" y="108"/>
                </a:lnTo>
                <a:lnTo>
                  <a:pt x="661" y="109"/>
                </a:lnTo>
                <a:lnTo>
                  <a:pt x="661" y="110"/>
                </a:lnTo>
                <a:lnTo>
                  <a:pt x="662" y="110"/>
                </a:lnTo>
                <a:lnTo>
                  <a:pt x="662" y="111"/>
                </a:lnTo>
                <a:lnTo>
                  <a:pt x="662" y="112"/>
                </a:lnTo>
                <a:lnTo>
                  <a:pt x="662" y="113"/>
                </a:lnTo>
                <a:lnTo>
                  <a:pt x="662" y="114"/>
                </a:lnTo>
                <a:lnTo>
                  <a:pt x="662" y="115"/>
                </a:lnTo>
                <a:lnTo>
                  <a:pt x="663" y="115"/>
                </a:lnTo>
                <a:lnTo>
                  <a:pt x="663" y="116"/>
                </a:lnTo>
                <a:lnTo>
                  <a:pt x="663" y="117"/>
                </a:lnTo>
                <a:lnTo>
                  <a:pt x="663" y="118"/>
                </a:lnTo>
                <a:lnTo>
                  <a:pt x="663" y="119"/>
                </a:lnTo>
                <a:lnTo>
                  <a:pt x="664" y="119"/>
                </a:lnTo>
                <a:lnTo>
                  <a:pt x="664" y="120"/>
                </a:lnTo>
                <a:lnTo>
                  <a:pt x="664" y="121"/>
                </a:lnTo>
                <a:lnTo>
                  <a:pt x="664" y="122"/>
                </a:lnTo>
                <a:lnTo>
                  <a:pt x="664" y="123"/>
                </a:lnTo>
                <a:lnTo>
                  <a:pt x="665" y="123"/>
                </a:lnTo>
                <a:lnTo>
                  <a:pt x="665" y="124"/>
                </a:lnTo>
                <a:lnTo>
                  <a:pt x="665" y="125"/>
                </a:lnTo>
                <a:lnTo>
                  <a:pt x="665" y="126"/>
                </a:lnTo>
                <a:lnTo>
                  <a:pt x="665" y="127"/>
                </a:lnTo>
                <a:lnTo>
                  <a:pt x="665" y="128"/>
                </a:lnTo>
                <a:lnTo>
                  <a:pt x="666" y="129"/>
                </a:lnTo>
                <a:lnTo>
                  <a:pt x="666" y="130"/>
                </a:lnTo>
                <a:lnTo>
                  <a:pt x="666" y="131"/>
                </a:lnTo>
                <a:lnTo>
                  <a:pt x="666" y="132"/>
                </a:lnTo>
                <a:lnTo>
                  <a:pt x="667" y="132"/>
                </a:lnTo>
                <a:lnTo>
                  <a:pt x="667" y="133"/>
                </a:lnTo>
                <a:lnTo>
                  <a:pt x="667" y="134"/>
                </a:lnTo>
                <a:lnTo>
                  <a:pt x="668" y="134"/>
                </a:lnTo>
                <a:lnTo>
                  <a:pt x="668" y="135"/>
                </a:lnTo>
                <a:lnTo>
                  <a:pt x="668" y="136"/>
                </a:lnTo>
                <a:lnTo>
                  <a:pt x="668" y="137"/>
                </a:lnTo>
                <a:lnTo>
                  <a:pt x="667" y="137"/>
                </a:lnTo>
                <a:lnTo>
                  <a:pt x="667" y="138"/>
                </a:lnTo>
                <a:lnTo>
                  <a:pt x="667" y="139"/>
                </a:lnTo>
                <a:lnTo>
                  <a:pt x="667" y="140"/>
                </a:lnTo>
                <a:lnTo>
                  <a:pt x="667" y="141"/>
                </a:lnTo>
                <a:lnTo>
                  <a:pt x="667" y="144"/>
                </a:lnTo>
                <a:lnTo>
                  <a:pt x="667" y="145"/>
                </a:lnTo>
                <a:lnTo>
                  <a:pt x="668" y="145"/>
                </a:lnTo>
                <a:lnTo>
                  <a:pt x="668" y="146"/>
                </a:lnTo>
                <a:lnTo>
                  <a:pt x="669" y="146"/>
                </a:lnTo>
                <a:lnTo>
                  <a:pt x="671" y="146"/>
                </a:lnTo>
                <a:lnTo>
                  <a:pt x="671" y="145"/>
                </a:lnTo>
                <a:lnTo>
                  <a:pt x="672" y="145"/>
                </a:lnTo>
                <a:lnTo>
                  <a:pt x="673" y="144"/>
                </a:lnTo>
                <a:lnTo>
                  <a:pt x="674" y="144"/>
                </a:lnTo>
                <a:lnTo>
                  <a:pt x="674" y="143"/>
                </a:lnTo>
                <a:lnTo>
                  <a:pt x="675" y="143"/>
                </a:lnTo>
                <a:lnTo>
                  <a:pt x="676" y="143"/>
                </a:lnTo>
                <a:lnTo>
                  <a:pt x="676" y="144"/>
                </a:lnTo>
                <a:lnTo>
                  <a:pt x="677" y="144"/>
                </a:lnTo>
                <a:lnTo>
                  <a:pt x="677" y="143"/>
                </a:lnTo>
                <a:lnTo>
                  <a:pt x="678" y="143"/>
                </a:lnTo>
                <a:lnTo>
                  <a:pt x="679" y="143"/>
                </a:lnTo>
                <a:lnTo>
                  <a:pt x="680" y="143"/>
                </a:lnTo>
                <a:lnTo>
                  <a:pt x="680" y="142"/>
                </a:lnTo>
                <a:lnTo>
                  <a:pt x="681" y="142"/>
                </a:lnTo>
                <a:lnTo>
                  <a:pt x="682" y="142"/>
                </a:lnTo>
                <a:lnTo>
                  <a:pt x="684" y="142"/>
                </a:lnTo>
                <a:lnTo>
                  <a:pt x="685" y="142"/>
                </a:lnTo>
                <a:lnTo>
                  <a:pt x="686" y="143"/>
                </a:lnTo>
                <a:lnTo>
                  <a:pt x="687" y="143"/>
                </a:lnTo>
                <a:lnTo>
                  <a:pt x="687" y="142"/>
                </a:lnTo>
                <a:lnTo>
                  <a:pt x="688" y="142"/>
                </a:lnTo>
                <a:lnTo>
                  <a:pt x="689" y="142"/>
                </a:lnTo>
                <a:lnTo>
                  <a:pt x="690" y="142"/>
                </a:lnTo>
                <a:lnTo>
                  <a:pt x="691" y="142"/>
                </a:lnTo>
                <a:lnTo>
                  <a:pt x="691" y="143"/>
                </a:lnTo>
                <a:lnTo>
                  <a:pt x="692" y="143"/>
                </a:lnTo>
                <a:lnTo>
                  <a:pt x="693" y="143"/>
                </a:lnTo>
                <a:lnTo>
                  <a:pt x="695" y="143"/>
                </a:lnTo>
                <a:lnTo>
                  <a:pt x="695" y="144"/>
                </a:lnTo>
                <a:lnTo>
                  <a:pt x="696" y="144"/>
                </a:lnTo>
                <a:lnTo>
                  <a:pt x="696" y="143"/>
                </a:lnTo>
                <a:lnTo>
                  <a:pt x="697" y="143"/>
                </a:lnTo>
                <a:lnTo>
                  <a:pt x="699" y="144"/>
                </a:lnTo>
                <a:lnTo>
                  <a:pt x="700" y="144"/>
                </a:lnTo>
                <a:lnTo>
                  <a:pt x="700" y="143"/>
                </a:lnTo>
                <a:lnTo>
                  <a:pt x="701" y="143"/>
                </a:lnTo>
                <a:lnTo>
                  <a:pt x="702" y="143"/>
                </a:lnTo>
                <a:lnTo>
                  <a:pt x="704" y="143"/>
                </a:lnTo>
                <a:lnTo>
                  <a:pt x="705" y="143"/>
                </a:lnTo>
                <a:lnTo>
                  <a:pt x="706" y="143"/>
                </a:lnTo>
                <a:lnTo>
                  <a:pt x="707" y="143"/>
                </a:lnTo>
                <a:lnTo>
                  <a:pt x="708" y="142"/>
                </a:lnTo>
                <a:lnTo>
                  <a:pt x="708" y="141"/>
                </a:lnTo>
                <a:lnTo>
                  <a:pt x="708" y="140"/>
                </a:lnTo>
                <a:lnTo>
                  <a:pt x="709" y="140"/>
                </a:lnTo>
                <a:lnTo>
                  <a:pt x="710" y="141"/>
                </a:lnTo>
                <a:lnTo>
                  <a:pt x="711" y="140"/>
                </a:lnTo>
                <a:lnTo>
                  <a:pt x="712" y="140"/>
                </a:lnTo>
                <a:lnTo>
                  <a:pt x="713" y="140"/>
                </a:lnTo>
                <a:lnTo>
                  <a:pt x="714" y="140"/>
                </a:lnTo>
                <a:lnTo>
                  <a:pt x="715" y="139"/>
                </a:lnTo>
                <a:lnTo>
                  <a:pt x="716" y="139"/>
                </a:lnTo>
                <a:lnTo>
                  <a:pt x="717" y="139"/>
                </a:lnTo>
                <a:lnTo>
                  <a:pt x="719" y="139"/>
                </a:lnTo>
                <a:lnTo>
                  <a:pt x="720" y="139"/>
                </a:lnTo>
                <a:lnTo>
                  <a:pt x="720" y="140"/>
                </a:lnTo>
                <a:lnTo>
                  <a:pt x="721" y="140"/>
                </a:lnTo>
                <a:lnTo>
                  <a:pt x="722" y="140"/>
                </a:lnTo>
                <a:lnTo>
                  <a:pt x="723" y="141"/>
                </a:lnTo>
                <a:lnTo>
                  <a:pt x="724" y="141"/>
                </a:lnTo>
                <a:lnTo>
                  <a:pt x="724" y="140"/>
                </a:lnTo>
                <a:lnTo>
                  <a:pt x="725" y="140"/>
                </a:lnTo>
                <a:lnTo>
                  <a:pt x="725" y="141"/>
                </a:lnTo>
                <a:lnTo>
                  <a:pt x="725" y="142"/>
                </a:lnTo>
                <a:lnTo>
                  <a:pt x="726" y="142"/>
                </a:lnTo>
                <a:lnTo>
                  <a:pt x="727" y="142"/>
                </a:lnTo>
                <a:lnTo>
                  <a:pt x="728" y="142"/>
                </a:lnTo>
                <a:lnTo>
                  <a:pt x="729" y="143"/>
                </a:lnTo>
                <a:lnTo>
                  <a:pt x="730" y="144"/>
                </a:lnTo>
                <a:lnTo>
                  <a:pt x="731" y="144"/>
                </a:lnTo>
                <a:lnTo>
                  <a:pt x="732" y="144"/>
                </a:lnTo>
                <a:lnTo>
                  <a:pt x="733" y="144"/>
                </a:lnTo>
                <a:lnTo>
                  <a:pt x="734" y="143"/>
                </a:lnTo>
                <a:lnTo>
                  <a:pt x="735" y="143"/>
                </a:lnTo>
                <a:lnTo>
                  <a:pt x="735" y="142"/>
                </a:lnTo>
                <a:lnTo>
                  <a:pt x="735" y="143"/>
                </a:lnTo>
                <a:lnTo>
                  <a:pt x="736" y="143"/>
                </a:lnTo>
                <a:lnTo>
                  <a:pt x="737" y="144"/>
                </a:lnTo>
                <a:lnTo>
                  <a:pt x="737" y="145"/>
                </a:lnTo>
                <a:lnTo>
                  <a:pt x="738" y="146"/>
                </a:lnTo>
                <a:lnTo>
                  <a:pt x="738" y="147"/>
                </a:lnTo>
                <a:lnTo>
                  <a:pt x="739" y="147"/>
                </a:lnTo>
                <a:lnTo>
                  <a:pt x="740" y="147"/>
                </a:lnTo>
                <a:lnTo>
                  <a:pt x="741" y="148"/>
                </a:lnTo>
                <a:lnTo>
                  <a:pt x="741" y="149"/>
                </a:lnTo>
                <a:lnTo>
                  <a:pt x="742" y="149"/>
                </a:lnTo>
                <a:lnTo>
                  <a:pt x="742" y="150"/>
                </a:lnTo>
                <a:lnTo>
                  <a:pt x="744" y="150"/>
                </a:lnTo>
                <a:lnTo>
                  <a:pt x="744" y="149"/>
                </a:lnTo>
                <a:lnTo>
                  <a:pt x="745" y="150"/>
                </a:lnTo>
                <a:lnTo>
                  <a:pt x="745" y="151"/>
                </a:lnTo>
                <a:lnTo>
                  <a:pt x="744" y="151"/>
                </a:lnTo>
                <a:lnTo>
                  <a:pt x="744" y="152"/>
                </a:lnTo>
                <a:lnTo>
                  <a:pt x="745" y="153"/>
                </a:lnTo>
                <a:lnTo>
                  <a:pt x="745" y="155"/>
                </a:lnTo>
                <a:lnTo>
                  <a:pt x="745" y="156"/>
                </a:lnTo>
                <a:lnTo>
                  <a:pt x="746" y="156"/>
                </a:lnTo>
                <a:lnTo>
                  <a:pt x="746" y="157"/>
                </a:lnTo>
                <a:lnTo>
                  <a:pt x="746" y="158"/>
                </a:lnTo>
                <a:lnTo>
                  <a:pt x="747" y="158"/>
                </a:lnTo>
                <a:lnTo>
                  <a:pt x="747" y="157"/>
                </a:lnTo>
                <a:lnTo>
                  <a:pt x="748" y="157"/>
                </a:lnTo>
                <a:lnTo>
                  <a:pt x="749" y="157"/>
                </a:lnTo>
                <a:lnTo>
                  <a:pt x="749" y="158"/>
                </a:lnTo>
                <a:lnTo>
                  <a:pt x="750" y="159"/>
                </a:lnTo>
                <a:lnTo>
                  <a:pt x="751" y="159"/>
                </a:lnTo>
                <a:lnTo>
                  <a:pt x="751" y="160"/>
                </a:lnTo>
                <a:lnTo>
                  <a:pt x="752" y="161"/>
                </a:lnTo>
                <a:lnTo>
                  <a:pt x="752" y="162"/>
                </a:lnTo>
                <a:lnTo>
                  <a:pt x="752" y="163"/>
                </a:lnTo>
                <a:lnTo>
                  <a:pt x="753" y="163"/>
                </a:lnTo>
                <a:lnTo>
                  <a:pt x="754" y="163"/>
                </a:lnTo>
                <a:lnTo>
                  <a:pt x="754" y="162"/>
                </a:lnTo>
                <a:lnTo>
                  <a:pt x="755" y="161"/>
                </a:lnTo>
                <a:lnTo>
                  <a:pt x="756" y="161"/>
                </a:lnTo>
                <a:lnTo>
                  <a:pt x="757" y="161"/>
                </a:lnTo>
                <a:lnTo>
                  <a:pt x="758" y="161"/>
                </a:lnTo>
                <a:lnTo>
                  <a:pt x="758" y="160"/>
                </a:lnTo>
                <a:lnTo>
                  <a:pt x="759" y="160"/>
                </a:lnTo>
                <a:lnTo>
                  <a:pt x="760" y="161"/>
                </a:lnTo>
                <a:lnTo>
                  <a:pt x="760" y="162"/>
                </a:lnTo>
                <a:lnTo>
                  <a:pt x="761" y="162"/>
                </a:lnTo>
                <a:lnTo>
                  <a:pt x="762" y="161"/>
                </a:lnTo>
                <a:lnTo>
                  <a:pt x="764" y="161"/>
                </a:lnTo>
                <a:lnTo>
                  <a:pt x="764" y="162"/>
                </a:lnTo>
                <a:lnTo>
                  <a:pt x="765" y="163"/>
                </a:lnTo>
                <a:lnTo>
                  <a:pt x="766" y="163"/>
                </a:lnTo>
                <a:lnTo>
                  <a:pt x="767" y="163"/>
                </a:lnTo>
                <a:lnTo>
                  <a:pt x="768" y="163"/>
                </a:lnTo>
                <a:lnTo>
                  <a:pt x="768" y="164"/>
                </a:lnTo>
                <a:lnTo>
                  <a:pt x="769" y="164"/>
                </a:lnTo>
                <a:lnTo>
                  <a:pt x="769" y="163"/>
                </a:lnTo>
                <a:lnTo>
                  <a:pt x="770" y="163"/>
                </a:lnTo>
                <a:lnTo>
                  <a:pt x="770" y="162"/>
                </a:lnTo>
                <a:lnTo>
                  <a:pt x="771" y="162"/>
                </a:lnTo>
                <a:lnTo>
                  <a:pt x="771" y="163"/>
                </a:lnTo>
                <a:lnTo>
                  <a:pt x="772" y="163"/>
                </a:lnTo>
                <a:lnTo>
                  <a:pt x="773" y="163"/>
                </a:lnTo>
                <a:lnTo>
                  <a:pt x="773" y="164"/>
                </a:lnTo>
                <a:lnTo>
                  <a:pt x="774" y="165"/>
                </a:lnTo>
                <a:lnTo>
                  <a:pt x="774" y="166"/>
                </a:lnTo>
                <a:lnTo>
                  <a:pt x="775" y="165"/>
                </a:lnTo>
                <a:lnTo>
                  <a:pt x="776" y="165"/>
                </a:lnTo>
                <a:lnTo>
                  <a:pt x="777" y="164"/>
                </a:lnTo>
                <a:lnTo>
                  <a:pt x="777" y="163"/>
                </a:lnTo>
                <a:lnTo>
                  <a:pt x="778" y="163"/>
                </a:lnTo>
                <a:lnTo>
                  <a:pt x="778" y="162"/>
                </a:lnTo>
                <a:lnTo>
                  <a:pt x="779" y="162"/>
                </a:lnTo>
                <a:lnTo>
                  <a:pt x="779" y="163"/>
                </a:lnTo>
                <a:lnTo>
                  <a:pt x="780" y="163"/>
                </a:lnTo>
                <a:lnTo>
                  <a:pt x="780" y="164"/>
                </a:lnTo>
                <a:lnTo>
                  <a:pt x="780" y="165"/>
                </a:lnTo>
                <a:lnTo>
                  <a:pt x="781" y="166"/>
                </a:lnTo>
                <a:lnTo>
                  <a:pt x="782" y="166"/>
                </a:lnTo>
                <a:lnTo>
                  <a:pt x="782" y="165"/>
                </a:lnTo>
                <a:lnTo>
                  <a:pt x="783" y="164"/>
                </a:lnTo>
                <a:lnTo>
                  <a:pt x="784" y="163"/>
                </a:lnTo>
                <a:lnTo>
                  <a:pt x="785" y="163"/>
                </a:lnTo>
                <a:lnTo>
                  <a:pt x="786" y="162"/>
                </a:lnTo>
                <a:lnTo>
                  <a:pt x="787" y="162"/>
                </a:lnTo>
                <a:lnTo>
                  <a:pt x="788" y="162"/>
                </a:lnTo>
                <a:lnTo>
                  <a:pt x="788" y="161"/>
                </a:lnTo>
                <a:lnTo>
                  <a:pt x="788" y="160"/>
                </a:lnTo>
                <a:lnTo>
                  <a:pt x="790" y="159"/>
                </a:lnTo>
                <a:lnTo>
                  <a:pt x="791" y="159"/>
                </a:lnTo>
                <a:lnTo>
                  <a:pt x="792" y="160"/>
                </a:lnTo>
                <a:lnTo>
                  <a:pt x="793" y="160"/>
                </a:lnTo>
                <a:lnTo>
                  <a:pt x="794" y="160"/>
                </a:lnTo>
                <a:lnTo>
                  <a:pt x="795" y="159"/>
                </a:lnTo>
                <a:lnTo>
                  <a:pt x="796" y="157"/>
                </a:lnTo>
                <a:lnTo>
                  <a:pt x="796" y="156"/>
                </a:lnTo>
                <a:lnTo>
                  <a:pt x="797" y="156"/>
                </a:lnTo>
                <a:lnTo>
                  <a:pt x="798" y="156"/>
                </a:lnTo>
                <a:lnTo>
                  <a:pt x="798" y="157"/>
                </a:lnTo>
                <a:lnTo>
                  <a:pt x="799" y="157"/>
                </a:lnTo>
                <a:lnTo>
                  <a:pt x="799" y="156"/>
                </a:lnTo>
                <a:lnTo>
                  <a:pt x="800" y="156"/>
                </a:lnTo>
                <a:lnTo>
                  <a:pt x="800" y="155"/>
                </a:lnTo>
                <a:lnTo>
                  <a:pt x="801" y="155"/>
                </a:lnTo>
                <a:lnTo>
                  <a:pt x="801" y="154"/>
                </a:lnTo>
                <a:lnTo>
                  <a:pt x="800" y="154"/>
                </a:lnTo>
                <a:lnTo>
                  <a:pt x="801" y="153"/>
                </a:lnTo>
                <a:lnTo>
                  <a:pt x="802" y="153"/>
                </a:lnTo>
                <a:lnTo>
                  <a:pt x="802" y="152"/>
                </a:lnTo>
                <a:lnTo>
                  <a:pt x="803" y="152"/>
                </a:lnTo>
                <a:lnTo>
                  <a:pt x="804" y="152"/>
                </a:lnTo>
                <a:lnTo>
                  <a:pt x="805" y="152"/>
                </a:lnTo>
                <a:lnTo>
                  <a:pt x="805" y="153"/>
                </a:lnTo>
                <a:lnTo>
                  <a:pt x="806" y="153"/>
                </a:lnTo>
                <a:lnTo>
                  <a:pt x="806" y="154"/>
                </a:lnTo>
                <a:lnTo>
                  <a:pt x="806" y="155"/>
                </a:lnTo>
                <a:lnTo>
                  <a:pt x="807" y="156"/>
                </a:lnTo>
                <a:lnTo>
                  <a:pt x="808" y="156"/>
                </a:lnTo>
                <a:lnTo>
                  <a:pt x="808" y="157"/>
                </a:lnTo>
                <a:lnTo>
                  <a:pt x="808" y="156"/>
                </a:lnTo>
                <a:lnTo>
                  <a:pt x="809" y="156"/>
                </a:lnTo>
                <a:lnTo>
                  <a:pt x="809" y="157"/>
                </a:lnTo>
                <a:lnTo>
                  <a:pt x="810" y="157"/>
                </a:lnTo>
                <a:lnTo>
                  <a:pt x="811" y="157"/>
                </a:lnTo>
                <a:lnTo>
                  <a:pt x="811" y="158"/>
                </a:lnTo>
                <a:lnTo>
                  <a:pt x="812" y="159"/>
                </a:lnTo>
                <a:lnTo>
                  <a:pt x="813" y="160"/>
                </a:lnTo>
                <a:lnTo>
                  <a:pt x="814" y="160"/>
                </a:lnTo>
                <a:lnTo>
                  <a:pt x="816" y="161"/>
                </a:lnTo>
                <a:lnTo>
                  <a:pt x="817" y="160"/>
                </a:lnTo>
                <a:lnTo>
                  <a:pt x="818" y="160"/>
                </a:lnTo>
                <a:lnTo>
                  <a:pt x="818" y="161"/>
                </a:lnTo>
                <a:lnTo>
                  <a:pt x="819" y="162"/>
                </a:lnTo>
                <a:lnTo>
                  <a:pt x="819" y="164"/>
                </a:lnTo>
                <a:lnTo>
                  <a:pt x="819" y="165"/>
                </a:lnTo>
                <a:lnTo>
                  <a:pt x="820" y="165"/>
                </a:lnTo>
                <a:lnTo>
                  <a:pt x="820" y="166"/>
                </a:lnTo>
                <a:lnTo>
                  <a:pt x="820" y="167"/>
                </a:lnTo>
                <a:lnTo>
                  <a:pt x="820" y="168"/>
                </a:lnTo>
                <a:lnTo>
                  <a:pt x="820" y="169"/>
                </a:lnTo>
                <a:lnTo>
                  <a:pt x="820" y="170"/>
                </a:lnTo>
                <a:lnTo>
                  <a:pt x="820" y="171"/>
                </a:lnTo>
                <a:lnTo>
                  <a:pt x="821" y="171"/>
                </a:lnTo>
                <a:lnTo>
                  <a:pt x="823" y="171"/>
                </a:lnTo>
                <a:lnTo>
                  <a:pt x="824" y="171"/>
                </a:lnTo>
                <a:lnTo>
                  <a:pt x="825" y="171"/>
                </a:lnTo>
                <a:lnTo>
                  <a:pt x="826" y="171"/>
                </a:lnTo>
                <a:lnTo>
                  <a:pt x="827" y="173"/>
                </a:lnTo>
                <a:lnTo>
                  <a:pt x="827" y="174"/>
                </a:lnTo>
                <a:lnTo>
                  <a:pt x="828" y="174"/>
                </a:lnTo>
                <a:lnTo>
                  <a:pt x="828" y="175"/>
                </a:lnTo>
                <a:lnTo>
                  <a:pt x="829" y="175"/>
                </a:lnTo>
                <a:lnTo>
                  <a:pt x="829" y="176"/>
                </a:lnTo>
                <a:lnTo>
                  <a:pt x="829" y="177"/>
                </a:lnTo>
                <a:lnTo>
                  <a:pt x="829" y="178"/>
                </a:lnTo>
                <a:lnTo>
                  <a:pt x="829" y="179"/>
                </a:lnTo>
                <a:lnTo>
                  <a:pt x="830" y="179"/>
                </a:lnTo>
                <a:lnTo>
                  <a:pt x="830" y="180"/>
                </a:lnTo>
                <a:lnTo>
                  <a:pt x="831" y="180"/>
                </a:lnTo>
                <a:lnTo>
                  <a:pt x="831" y="181"/>
                </a:lnTo>
                <a:lnTo>
                  <a:pt x="833" y="181"/>
                </a:lnTo>
                <a:lnTo>
                  <a:pt x="833" y="182"/>
                </a:lnTo>
                <a:lnTo>
                  <a:pt x="833" y="183"/>
                </a:lnTo>
                <a:lnTo>
                  <a:pt x="834" y="183"/>
                </a:lnTo>
                <a:lnTo>
                  <a:pt x="834" y="184"/>
                </a:lnTo>
                <a:lnTo>
                  <a:pt x="836" y="184"/>
                </a:lnTo>
                <a:lnTo>
                  <a:pt x="836" y="185"/>
                </a:lnTo>
                <a:lnTo>
                  <a:pt x="837" y="185"/>
                </a:lnTo>
                <a:lnTo>
                  <a:pt x="837" y="186"/>
                </a:lnTo>
                <a:lnTo>
                  <a:pt x="838" y="186"/>
                </a:lnTo>
                <a:lnTo>
                  <a:pt x="839" y="186"/>
                </a:lnTo>
                <a:lnTo>
                  <a:pt x="839" y="187"/>
                </a:lnTo>
                <a:lnTo>
                  <a:pt x="840" y="188"/>
                </a:lnTo>
                <a:lnTo>
                  <a:pt x="841" y="189"/>
                </a:lnTo>
                <a:lnTo>
                  <a:pt x="842" y="190"/>
                </a:lnTo>
                <a:lnTo>
                  <a:pt x="843" y="190"/>
                </a:lnTo>
                <a:lnTo>
                  <a:pt x="844" y="190"/>
                </a:lnTo>
                <a:lnTo>
                  <a:pt x="844" y="189"/>
                </a:lnTo>
                <a:lnTo>
                  <a:pt x="844" y="188"/>
                </a:lnTo>
                <a:lnTo>
                  <a:pt x="845" y="188"/>
                </a:lnTo>
                <a:lnTo>
                  <a:pt x="846" y="189"/>
                </a:lnTo>
                <a:lnTo>
                  <a:pt x="847" y="189"/>
                </a:lnTo>
                <a:lnTo>
                  <a:pt x="848" y="188"/>
                </a:lnTo>
                <a:lnTo>
                  <a:pt x="848" y="189"/>
                </a:lnTo>
                <a:lnTo>
                  <a:pt x="849" y="189"/>
                </a:lnTo>
                <a:lnTo>
                  <a:pt x="849" y="190"/>
                </a:lnTo>
                <a:lnTo>
                  <a:pt x="850" y="190"/>
                </a:lnTo>
                <a:lnTo>
                  <a:pt x="851" y="190"/>
                </a:lnTo>
                <a:lnTo>
                  <a:pt x="852" y="191"/>
                </a:lnTo>
                <a:lnTo>
                  <a:pt x="853" y="191"/>
                </a:lnTo>
                <a:lnTo>
                  <a:pt x="853" y="192"/>
                </a:lnTo>
                <a:lnTo>
                  <a:pt x="854" y="192"/>
                </a:lnTo>
                <a:lnTo>
                  <a:pt x="855" y="192"/>
                </a:lnTo>
                <a:lnTo>
                  <a:pt x="855" y="193"/>
                </a:lnTo>
                <a:lnTo>
                  <a:pt x="856" y="194"/>
                </a:lnTo>
                <a:lnTo>
                  <a:pt x="857" y="194"/>
                </a:lnTo>
                <a:lnTo>
                  <a:pt x="857" y="195"/>
                </a:lnTo>
                <a:lnTo>
                  <a:pt x="858" y="195"/>
                </a:lnTo>
                <a:lnTo>
                  <a:pt x="859" y="196"/>
                </a:lnTo>
                <a:lnTo>
                  <a:pt x="860" y="195"/>
                </a:lnTo>
                <a:lnTo>
                  <a:pt x="861" y="195"/>
                </a:lnTo>
                <a:lnTo>
                  <a:pt x="861" y="194"/>
                </a:lnTo>
                <a:lnTo>
                  <a:pt x="860" y="193"/>
                </a:lnTo>
                <a:lnTo>
                  <a:pt x="862" y="193"/>
                </a:lnTo>
                <a:lnTo>
                  <a:pt x="863" y="193"/>
                </a:lnTo>
                <a:lnTo>
                  <a:pt x="864" y="193"/>
                </a:lnTo>
                <a:lnTo>
                  <a:pt x="865" y="193"/>
                </a:lnTo>
                <a:lnTo>
                  <a:pt x="865" y="194"/>
                </a:lnTo>
                <a:lnTo>
                  <a:pt x="865" y="195"/>
                </a:lnTo>
                <a:lnTo>
                  <a:pt x="865" y="196"/>
                </a:lnTo>
                <a:lnTo>
                  <a:pt x="866" y="197"/>
                </a:lnTo>
                <a:lnTo>
                  <a:pt x="867" y="197"/>
                </a:lnTo>
                <a:lnTo>
                  <a:pt x="868" y="197"/>
                </a:lnTo>
                <a:lnTo>
                  <a:pt x="868" y="196"/>
                </a:lnTo>
                <a:lnTo>
                  <a:pt x="870" y="195"/>
                </a:lnTo>
                <a:lnTo>
                  <a:pt x="871" y="195"/>
                </a:lnTo>
                <a:lnTo>
                  <a:pt x="871" y="196"/>
                </a:lnTo>
                <a:lnTo>
                  <a:pt x="872" y="195"/>
                </a:lnTo>
                <a:lnTo>
                  <a:pt x="872" y="193"/>
                </a:lnTo>
                <a:lnTo>
                  <a:pt x="871" y="192"/>
                </a:lnTo>
                <a:lnTo>
                  <a:pt x="871" y="191"/>
                </a:lnTo>
                <a:lnTo>
                  <a:pt x="872" y="191"/>
                </a:lnTo>
                <a:lnTo>
                  <a:pt x="872" y="190"/>
                </a:lnTo>
                <a:lnTo>
                  <a:pt x="872" y="189"/>
                </a:lnTo>
                <a:lnTo>
                  <a:pt x="875" y="184"/>
                </a:lnTo>
                <a:lnTo>
                  <a:pt x="875" y="183"/>
                </a:lnTo>
                <a:lnTo>
                  <a:pt x="876" y="181"/>
                </a:lnTo>
                <a:lnTo>
                  <a:pt x="877" y="181"/>
                </a:lnTo>
                <a:lnTo>
                  <a:pt x="877" y="180"/>
                </a:lnTo>
                <a:lnTo>
                  <a:pt x="877" y="181"/>
                </a:lnTo>
                <a:lnTo>
                  <a:pt x="878" y="180"/>
                </a:lnTo>
                <a:lnTo>
                  <a:pt x="881" y="178"/>
                </a:lnTo>
                <a:lnTo>
                  <a:pt x="883" y="177"/>
                </a:lnTo>
                <a:lnTo>
                  <a:pt x="884" y="177"/>
                </a:lnTo>
                <a:lnTo>
                  <a:pt x="886" y="178"/>
                </a:lnTo>
                <a:lnTo>
                  <a:pt x="888" y="178"/>
                </a:lnTo>
                <a:lnTo>
                  <a:pt x="889" y="178"/>
                </a:lnTo>
                <a:lnTo>
                  <a:pt x="894" y="180"/>
                </a:lnTo>
                <a:lnTo>
                  <a:pt x="896" y="181"/>
                </a:lnTo>
                <a:lnTo>
                  <a:pt x="897" y="181"/>
                </a:lnTo>
                <a:lnTo>
                  <a:pt x="899" y="182"/>
                </a:lnTo>
                <a:lnTo>
                  <a:pt x="900" y="183"/>
                </a:lnTo>
                <a:lnTo>
                  <a:pt x="901" y="183"/>
                </a:lnTo>
                <a:lnTo>
                  <a:pt x="903" y="184"/>
                </a:lnTo>
                <a:lnTo>
                  <a:pt x="914" y="189"/>
                </a:lnTo>
                <a:lnTo>
                  <a:pt x="914" y="183"/>
                </a:lnTo>
                <a:lnTo>
                  <a:pt x="914" y="182"/>
                </a:lnTo>
                <a:lnTo>
                  <a:pt x="914" y="180"/>
                </a:lnTo>
                <a:lnTo>
                  <a:pt x="913" y="179"/>
                </a:lnTo>
                <a:lnTo>
                  <a:pt x="913" y="178"/>
                </a:lnTo>
                <a:lnTo>
                  <a:pt x="914" y="177"/>
                </a:lnTo>
                <a:lnTo>
                  <a:pt x="913" y="177"/>
                </a:lnTo>
                <a:lnTo>
                  <a:pt x="913" y="176"/>
                </a:lnTo>
                <a:lnTo>
                  <a:pt x="912" y="176"/>
                </a:lnTo>
                <a:lnTo>
                  <a:pt x="912" y="175"/>
                </a:lnTo>
                <a:lnTo>
                  <a:pt x="911" y="174"/>
                </a:lnTo>
                <a:lnTo>
                  <a:pt x="911" y="173"/>
                </a:lnTo>
                <a:lnTo>
                  <a:pt x="911" y="171"/>
                </a:lnTo>
                <a:lnTo>
                  <a:pt x="911" y="169"/>
                </a:lnTo>
                <a:lnTo>
                  <a:pt x="911" y="168"/>
                </a:lnTo>
                <a:lnTo>
                  <a:pt x="913" y="166"/>
                </a:lnTo>
                <a:lnTo>
                  <a:pt x="914" y="165"/>
                </a:lnTo>
                <a:lnTo>
                  <a:pt x="914" y="164"/>
                </a:lnTo>
                <a:lnTo>
                  <a:pt x="915" y="164"/>
                </a:lnTo>
                <a:lnTo>
                  <a:pt x="916" y="163"/>
                </a:lnTo>
                <a:lnTo>
                  <a:pt x="917" y="162"/>
                </a:lnTo>
                <a:lnTo>
                  <a:pt x="918" y="160"/>
                </a:lnTo>
                <a:lnTo>
                  <a:pt x="919" y="159"/>
                </a:lnTo>
                <a:lnTo>
                  <a:pt x="919" y="158"/>
                </a:lnTo>
                <a:lnTo>
                  <a:pt x="919" y="157"/>
                </a:lnTo>
                <a:lnTo>
                  <a:pt x="920" y="156"/>
                </a:lnTo>
                <a:lnTo>
                  <a:pt x="920" y="155"/>
                </a:lnTo>
                <a:lnTo>
                  <a:pt x="920" y="154"/>
                </a:lnTo>
                <a:lnTo>
                  <a:pt x="921" y="153"/>
                </a:lnTo>
                <a:lnTo>
                  <a:pt x="920" y="152"/>
                </a:lnTo>
                <a:lnTo>
                  <a:pt x="919" y="152"/>
                </a:lnTo>
                <a:lnTo>
                  <a:pt x="916" y="149"/>
                </a:lnTo>
                <a:lnTo>
                  <a:pt x="916" y="148"/>
                </a:lnTo>
                <a:lnTo>
                  <a:pt x="917" y="148"/>
                </a:lnTo>
                <a:lnTo>
                  <a:pt x="918" y="147"/>
                </a:lnTo>
                <a:lnTo>
                  <a:pt x="920" y="147"/>
                </a:lnTo>
                <a:lnTo>
                  <a:pt x="921" y="146"/>
                </a:lnTo>
                <a:lnTo>
                  <a:pt x="922" y="146"/>
                </a:lnTo>
                <a:lnTo>
                  <a:pt x="924" y="146"/>
                </a:lnTo>
                <a:lnTo>
                  <a:pt x="926" y="147"/>
                </a:lnTo>
                <a:lnTo>
                  <a:pt x="927" y="147"/>
                </a:lnTo>
                <a:lnTo>
                  <a:pt x="928" y="147"/>
                </a:lnTo>
                <a:lnTo>
                  <a:pt x="929" y="147"/>
                </a:lnTo>
                <a:lnTo>
                  <a:pt x="930" y="147"/>
                </a:lnTo>
                <a:lnTo>
                  <a:pt x="931" y="147"/>
                </a:lnTo>
                <a:lnTo>
                  <a:pt x="932" y="146"/>
                </a:lnTo>
                <a:lnTo>
                  <a:pt x="932" y="144"/>
                </a:lnTo>
                <a:lnTo>
                  <a:pt x="932" y="143"/>
                </a:lnTo>
                <a:lnTo>
                  <a:pt x="931" y="142"/>
                </a:lnTo>
                <a:lnTo>
                  <a:pt x="930" y="141"/>
                </a:lnTo>
                <a:lnTo>
                  <a:pt x="929" y="140"/>
                </a:lnTo>
                <a:lnTo>
                  <a:pt x="929" y="139"/>
                </a:lnTo>
                <a:lnTo>
                  <a:pt x="931" y="137"/>
                </a:lnTo>
                <a:lnTo>
                  <a:pt x="931" y="138"/>
                </a:lnTo>
                <a:lnTo>
                  <a:pt x="932" y="138"/>
                </a:lnTo>
                <a:lnTo>
                  <a:pt x="933" y="137"/>
                </a:lnTo>
                <a:lnTo>
                  <a:pt x="934" y="137"/>
                </a:lnTo>
                <a:lnTo>
                  <a:pt x="935" y="138"/>
                </a:lnTo>
                <a:lnTo>
                  <a:pt x="935" y="139"/>
                </a:lnTo>
                <a:lnTo>
                  <a:pt x="935" y="138"/>
                </a:lnTo>
                <a:lnTo>
                  <a:pt x="936" y="138"/>
                </a:lnTo>
                <a:lnTo>
                  <a:pt x="935" y="138"/>
                </a:lnTo>
                <a:lnTo>
                  <a:pt x="935" y="137"/>
                </a:lnTo>
                <a:lnTo>
                  <a:pt x="935" y="136"/>
                </a:lnTo>
                <a:lnTo>
                  <a:pt x="935" y="135"/>
                </a:lnTo>
                <a:lnTo>
                  <a:pt x="934" y="134"/>
                </a:lnTo>
                <a:lnTo>
                  <a:pt x="934" y="133"/>
                </a:lnTo>
                <a:lnTo>
                  <a:pt x="934" y="132"/>
                </a:lnTo>
                <a:lnTo>
                  <a:pt x="934" y="131"/>
                </a:lnTo>
                <a:lnTo>
                  <a:pt x="935" y="131"/>
                </a:lnTo>
                <a:lnTo>
                  <a:pt x="936" y="132"/>
                </a:lnTo>
                <a:lnTo>
                  <a:pt x="936" y="133"/>
                </a:lnTo>
                <a:lnTo>
                  <a:pt x="937" y="133"/>
                </a:lnTo>
                <a:lnTo>
                  <a:pt x="938" y="133"/>
                </a:lnTo>
                <a:lnTo>
                  <a:pt x="938" y="134"/>
                </a:lnTo>
                <a:lnTo>
                  <a:pt x="939" y="134"/>
                </a:lnTo>
                <a:lnTo>
                  <a:pt x="940" y="134"/>
                </a:lnTo>
                <a:lnTo>
                  <a:pt x="941" y="135"/>
                </a:lnTo>
                <a:lnTo>
                  <a:pt x="941" y="136"/>
                </a:lnTo>
                <a:lnTo>
                  <a:pt x="942" y="137"/>
                </a:lnTo>
                <a:lnTo>
                  <a:pt x="943" y="137"/>
                </a:lnTo>
                <a:lnTo>
                  <a:pt x="945" y="137"/>
                </a:lnTo>
                <a:lnTo>
                  <a:pt x="946" y="138"/>
                </a:lnTo>
                <a:lnTo>
                  <a:pt x="946" y="139"/>
                </a:lnTo>
                <a:lnTo>
                  <a:pt x="948" y="140"/>
                </a:lnTo>
                <a:lnTo>
                  <a:pt x="948" y="141"/>
                </a:lnTo>
                <a:lnTo>
                  <a:pt x="949" y="141"/>
                </a:lnTo>
                <a:lnTo>
                  <a:pt x="950" y="141"/>
                </a:lnTo>
                <a:lnTo>
                  <a:pt x="950" y="140"/>
                </a:lnTo>
                <a:lnTo>
                  <a:pt x="951" y="141"/>
                </a:lnTo>
                <a:lnTo>
                  <a:pt x="952" y="141"/>
                </a:lnTo>
                <a:lnTo>
                  <a:pt x="953" y="140"/>
                </a:lnTo>
                <a:lnTo>
                  <a:pt x="954" y="140"/>
                </a:lnTo>
                <a:lnTo>
                  <a:pt x="955" y="140"/>
                </a:lnTo>
                <a:lnTo>
                  <a:pt x="956" y="140"/>
                </a:lnTo>
                <a:lnTo>
                  <a:pt x="957" y="140"/>
                </a:lnTo>
                <a:lnTo>
                  <a:pt x="957" y="139"/>
                </a:lnTo>
                <a:lnTo>
                  <a:pt x="957" y="140"/>
                </a:lnTo>
                <a:lnTo>
                  <a:pt x="957" y="139"/>
                </a:lnTo>
                <a:lnTo>
                  <a:pt x="958" y="139"/>
                </a:lnTo>
                <a:lnTo>
                  <a:pt x="959" y="139"/>
                </a:lnTo>
                <a:lnTo>
                  <a:pt x="959" y="138"/>
                </a:lnTo>
                <a:lnTo>
                  <a:pt x="960" y="138"/>
                </a:lnTo>
                <a:lnTo>
                  <a:pt x="961" y="138"/>
                </a:lnTo>
                <a:lnTo>
                  <a:pt x="961" y="137"/>
                </a:lnTo>
                <a:lnTo>
                  <a:pt x="962" y="137"/>
                </a:lnTo>
                <a:lnTo>
                  <a:pt x="963" y="137"/>
                </a:lnTo>
                <a:lnTo>
                  <a:pt x="963" y="136"/>
                </a:lnTo>
                <a:lnTo>
                  <a:pt x="964" y="136"/>
                </a:lnTo>
                <a:lnTo>
                  <a:pt x="964" y="134"/>
                </a:lnTo>
                <a:lnTo>
                  <a:pt x="964" y="130"/>
                </a:lnTo>
                <a:lnTo>
                  <a:pt x="963" y="130"/>
                </a:lnTo>
                <a:lnTo>
                  <a:pt x="964" y="130"/>
                </a:lnTo>
                <a:lnTo>
                  <a:pt x="964" y="129"/>
                </a:lnTo>
                <a:lnTo>
                  <a:pt x="964" y="128"/>
                </a:lnTo>
                <a:lnTo>
                  <a:pt x="963" y="128"/>
                </a:lnTo>
                <a:lnTo>
                  <a:pt x="962" y="128"/>
                </a:lnTo>
                <a:lnTo>
                  <a:pt x="962" y="127"/>
                </a:lnTo>
                <a:lnTo>
                  <a:pt x="963" y="127"/>
                </a:lnTo>
                <a:lnTo>
                  <a:pt x="963" y="126"/>
                </a:lnTo>
                <a:lnTo>
                  <a:pt x="964" y="126"/>
                </a:lnTo>
                <a:lnTo>
                  <a:pt x="964" y="125"/>
                </a:lnTo>
                <a:lnTo>
                  <a:pt x="964" y="124"/>
                </a:lnTo>
                <a:lnTo>
                  <a:pt x="965" y="124"/>
                </a:lnTo>
                <a:lnTo>
                  <a:pt x="964" y="124"/>
                </a:lnTo>
                <a:lnTo>
                  <a:pt x="964" y="123"/>
                </a:lnTo>
                <a:lnTo>
                  <a:pt x="964" y="122"/>
                </a:lnTo>
                <a:lnTo>
                  <a:pt x="963" y="122"/>
                </a:lnTo>
                <a:lnTo>
                  <a:pt x="963" y="123"/>
                </a:lnTo>
                <a:lnTo>
                  <a:pt x="962" y="123"/>
                </a:lnTo>
                <a:lnTo>
                  <a:pt x="962" y="122"/>
                </a:lnTo>
                <a:lnTo>
                  <a:pt x="961" y="122"/>
                </a:lnTo>
                <a:lnTo>
                  <a:pt x="961" y="121"/>
                </a:lnTo>
                <a:lnTo>
                  <a:pt x="960" y="121"/>
                </a:lnTo>
                <a:lnTo>
                  <a:pt x="960" y="120"/>
                </a:lnTo>
                <a:lnTo>
                  <a:pt x="960" y="119"/>
                </a:lnTo>
                <a:lnTo>
                  <a:pt x="960" y="118"/>
                </a:lnTo>
                <a:lnTo>
                  <a:pt x="960" y="117"/>
                </a:lnTo>
                <a:lnTo>
                  <a:pt x="960" y="116"/>
                </a:lnTo>
                <a:lnTo>
                  <a:pt x="961" y="116"/>
                </a:lnTo>
                <a:lnTo>
                  <a:pt x="961" y="115"/>
                </a:lnTo>
                <a:lnTo>
                  <a:pt x="962" y="114"/>
                </a:lnTo>
                <a:lnTo>
                  <a:pt x="962" y="113"/>
                </a:lnTo>
                <a:lnTo>
                  <a:pt x="962" y="112"/>
                </a:lnTo>
                <a:lnTo>
                  <a:pt x="962" y="111"/>
                </a:lnTo>
                <a:lnTo>
                  <a:pt x="961" y="110"/>
                </a:lnTo>
                <a:lnTo>
                  <a:pt x="960" y="110"/>
                </a:lnTo>
                <a:lnTo>
                  <a:pt x="959" y="110"/>
                </a:lnTo>
                <a:lnTo>
                  <a:pt x="959" y="109"/>
                </a:lnTo>
                <a:lnTo>
                  <a:pt x="959" y="108"/>
                </a:lnTo>
                <a:lnTo>
                  <a:pt x="959" y="107"/>
                </a:lnTo>
                <a:lnTo>
                  <a:pt x="959" y="106"/>
                </a:lnTo>
                <a:lnTo>
                  <a:pt x="958" y="106"/>
                </a:lnTo>
                <a:lnTo>
                  <a:pt x="958" y="105"/>
                </a:lnTo>
                <a:lnTo>
                  <a:pt x="958" y="104"/>
                </a:lnTo>
                <a:lnTo>
                  <a:pt x="959" y="104"/>
                </a:lnTo>
                <a:lnTo>
                  <a:pt x="959" y="103"/>
                </a:lnTo>
                <a:lnTo>
                  <a:pt x="959" y="101"/>
                </a:lnTo>
                <a:lnTo>
                  <a:pt x="959" y="100"/>
                </a:lnTo>
                <a:lnTo>
                  <a:pt x="959" y="99"/>
                </a:lnTo>
                <a:lnTo>
                  <a:pt x="959" y="97"/>
                </a:lnTo>
                <a:lnTo>
                  <a:pt x="959" y="96"/>
                </a:lnTo>
                <a:lnTo>
                  <a:pt x="959" y="95"/>
                </a:lnTo>
                <a:lnTo>
                  <a:pt x="959" y="94"/>
                </a:lnTo>
                <a:lnTo>
                  <a:pt x="959" y="93"/>
                </a:lnTo>
                <a:lnTo>
                  <a:pt x="959" y="92"/>
                </a:lnTo>
                <a:lnTo>
                  <a:pt x="960" y="92"/>
                </a:lnTo>
                <a:lnTo>
                  <a:pt x="960" y="91"/>
                </a:lnTo>
                <a:lnTo>
                  <a:pt x="959" y="91"/>
                </a:lnTo>
                <a:lnTo>
                  <a:pt x="959" y="90"/>
                </a:lnTo>
                <a:lnTo>
                  <a:pt x="958" y="90"/>
                </a:lnTo>
                <a:lnTo>
                  <a:pt x="958" y="91"/>
                </a:lnTo>
                <a:lnTo>
                  <a:pt x="958" y="90"/>
                </a:lnTo>
                <a:lnTo>
                  <a:pt x="957" y="90"/>
                </a:lnTo>
                <a:lnTo>
                  <a:pt x="956" y="90"/>
                </a:lnTo>
                <a:lnTo>
                  <a:pt x="955" y="89"/>
                </a:lnTo>
                <a:lnTo>
                  <a:pt x="955" y="88"/>
                </a:lnTo>
                <a:lnTo>
                  <a:pt x="955" y="87"/>
                </a:lnTo>
                <a:lnTo>
                  <a:pt x="954" y="87"/>
                </a:lnTo>
                <a:lnTo>
                  <a:pt x="954" y="86"/>
                </a:lnTo>
                <a:lnTo>
                  <a:pt x="955" y="85"/>
                </a:lnTo>
                <a:lnTo>
                  <a:pt x="955" y="84"/>
                </a:lnTo>
                <a:lnTo>
                  <a:pt x="954" y="84"/>
                </a:lnTo>
                <a:lnTo>
                  <a:pt x="955" y="83"/>
                </a:lnTo>
                <a:lnTo>
                  <a:pt x="955" y="81"/>
                </a:lnTo>
                <a:lnTo>
                  <a:pt x="954" y="80"/>
                </a:lnTo>
                <a:lnTo>
                  <a:pt x="954" y="77"/>
                </a:lnTo>
                <a:lnTo>
                  <a:pt x="955" y="77"/>
                </a:lnTo>
                <a:lnTo>
                  <a:pt x="956" y="75"/>
                </a:lnTo>
                <a:lnTo>
                  <a:pt x="956" y="74"/>
                </a:lnTo>
                <a:lnTo>
                  <a:pt x="956" y="73"/>
                </a:lnTo>
                <a:lnTo>
                  <a:pt x="957" y="73"/>
                </a:lnTo>
                <a:lnTo>
                  <a:pt x="957" y="72"/>
                </a:lnTo>
                <a:lnTo>
                  <a:pt x="959" y="71"/>
                </a:lnTo>
                <a:lnTo>
                  <a:pt x="959" y="70"/>
                </a:lnTo>
                <a:lnTo>
                  <a:pt x="959" y="69"/>
                </a:lnTo>
                <a:lnTo>
                  <a:pt x="959" y="68"/>
                </a:lnTo>
                <a:lnTo>
                  <a:pt x="959" y="67"/>
                </a:lnTo>
                <a:lnTo>
                  <a:pt x="958" y="67"/>
                </a:lnTo>
                <a:lnTo>
                  <a:pt x="958" y="66"/>
                </a:lnTo>
                <a:lnTo>
                  <a:pt x="958" y="64"/>
                </a:lnTo>
                <a:lnTo>
                  <a:pt x="959" y="64"/>
                </a:lnTo>
                <a:lnTo>
                  <a:pt x="959" y="63"/>
                </a:lnTo>
                <a:lnTo>
                  <a:pt x="959" y="62"/>
                </a:lnTo>
                <a:lnTo>
                  <a:pt x="959" y="61"/>
                </a:lnTo>
                <a:lnTo>
                  <a:pt x="960" y="61"/>
                </a:lnTo>
                <a:lnTo>
                  <a:pt x="960" y="60"/>
                </a:lnTo>
                <a:lnTo>
                  <a:pt x="960" y="59"/>
                </a:lnTo>
                <a:lnTo>
                  <a:pt x="961" y="59"/>
                </a:lnTo>
                <a:lnTo>
                  <a:pt x="960" y="58"/>
                </a:lnTo>
                <a:lnTo>
                  <a:pt x="960" y="57"/>
                </a:lnTo>
                <a:lnTo>
                  <a:pt x="961" y="57"/>
                </a:lnTo>
                <a:lnTo>
                  <a:pt x="961" y="56"/>
                </a:lnTo>
                <a:lnTo>
                  <a:pt x="962" y="56"/>
                </a:lnTo>
                <a:lnTo>
                  <a:pt x="962" y="55"/>
                </a:lnTo>
                <a:lnTo>
                  <a:pt x="963" y="55"/>
                </a:lnTo>
                <a:lnTo>
                  <a:pt x="963" y="54"/>
                </a:lnTo>
                <a:lnTo>
                  <a:pt x="964" y="54"/>
                </a:lnTo>
                <a:lnTo>
                  <a:pt x="964" y="53"/>
                </a:lnTo>
                <a:lnTo>
                  <a:pt x="965" y="53"/>
                </a:lnTo>
                <a:lnTo>
                  <a:pt x="965" y="52"/>
                </a:lnTo>
                <a:lnTo>
                  <a:pt x="966" y="52"/>
                </a:lnTo>
                <a:lnTo>
                  <a:pt x="965" y="51"/>
                </a:lnTo>
                <a:lnTo>
                  <a:pt x="965" y="50"/>
                </a:lnTo>
                <a:lnTo>
                  <a:pt x="964" y="50"/>
                </a:lnTo>
                <a:lnTo>
                  <a:pt x="964" y="49"/>
                </a:lnTo>
                <a:lnTo>
                  <a:pt x="964" y="48"/>
                </a:lnTo>
                <a:lnTo>
                  <a:pt x="963" y="47"/>
                </a:lnTo>
                <a:lnTo>
                  <a:pt x="963" y="46"/>
                </a:lnTo>
                <a:lnTo>
                  <a:pt x="962" y="46"/>
                </a:lnTo>
                <a:lnTo>
                  <a:pt x="961" y="46"/>
                </a:lnTo>
                <a:lnTo>
                  <a:pt x="961" y="45"/>
                </a:lnTo>
                <a:lnTo>
                  <a:pt x="961" y="44"/>
                </a:lnTo>
                <a:lnTo>
                  <a:pt x="961" y="43"/>
                </a:lnTo>
                <a:lnTo>
                  <a:pt x="960" y="43"/>
                </a:lnTo>
                <a:lnTo>
                  <a:pt x="961" y="43"/>
                </a:lnTo>
                <a:lnTo>
                  <a:pt x="961" y="42"/>
                </a:lnTo>
                <a:lnTo>
                  <a:pt x="962" y="42"/>
                </a:lnTo>
                <a:lnTo>
                  <a:pt x="963" y="42"/>
                </a:lnTo>
                <a:lnTo>
                  <a:pt x="964" y="42"/>
                </a:lnTo>
                <a:lnTo>
                  <a:pt x="965" y="42"/>
                </a:lnTo>
                <a:lnTo>
                  <a:pt x="966" y="41"/>
                </a:lnTo>
                <a:lnTo>
                  <a:pt x="967" y="4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1937160" y="4870440"/>
            <a:ext cx="7920" cy="4680"/>
          </a:xfrm>
          <a:custGeom>
            <a:avLst/>
            <a:gdLst/>
            <a:ahLst/>
            <a:rect l="0" t="0" r="r" b="b"/>
            <a:pathLst>
              <a:path w="22" h="13">
                <a:moveTo>
                  <a:pt x="21" y="1"/>
                </a:moveTo>
                <a:lnTo>
                  <a:pt x="21" y="2"/>
                </a:lnTo>
                <a:lnTo>
                  <a:pt x="21" y="4"/>
                </a:lnTo>
                <a:lnTo>
                  <a:pt x="21" y="5"/>
                </a:lnTo>
                <a:lnTo>
                  <a:pt x="21" y="6"/>
                </a:lnTo>
                <a:lnTo>
                  <a:pt x="20" y="6"/>
                </a:lnTo>
                <a:lnTo>
                  <a:pt x="19" y="4"/>
                </a:lnTo>
                <a:lnTo>
                  <a:pt x="19" y="3"/>
                </a:lnTo>
                <a:lnTo>
                  <a:pt x="18" y="3"/>
                </a:lnTo>
                <a:lnTo>
                  <a:pt x="17" y="4"/>
                </a:lnTo>
                <a:lnTo>
                  <a:pt x="16" y="5"/>
                </a:lnTo>
                <a:lnTo>
                  <a:pt x="16" y="6"/>
                </a:lnTo>
                <a:lnTo>
                  <a:pt x="16" y="8"/>
                </a:lnTo>
                <a:lnTo>
                  <a:pt x="15" y="9"/>
                </a:lnTo>
                <a:lnTo>
                  <a:pt x="15" y="8"/>
                </a:lnTo>
                <a:lnTo>
                  <a:pt x="14" y="6"/>
                </a:lnTo>
                <a:lnTo>
                  <a:pt x="14" y="8"/>
                </a:lnTo>
                <a:lnTo>
                  <a:pt x="14" y="9"/>
                </a:lnTo>
                <a:lnTo>
                  <a:pt x="13" y="9"/>
                </a:lnTo>
                <a:lnTo>
                  <a:pt x="12" y="10"/>
                </a:lnTo>
                <a:lnTo>
                  <a:pt x="11" y="10"/>
                </a:lnTo>
                <a:lnTo>
                  <a:pt x="11" y="11"/>
                </a:lnTo>
                <a:lnTo>
                  <a:pt x="10" y="11"/>
                </a:lnTo>
                <a:lnTo>
                  <a:pt x="10" y="10"/>
                </a:lnTo>
                <a:lnTo>
                  <a:pt x="8" y="10"/>
                </a:lnTo>
                <a:lnTo>
                  <a:pt x="7" y="11"/>
                </a:lnTo>
                <a:lnTo>
                  <a:pt x="6" y="11"/>
                </a:lnTo>
                <a:lnTo>
                  <a:pt x="5" y="11"/>
                </a:lnTo>
                <a:lnTo>
                  <a:pt x="4" y="12"/>
                </a:lnTo>
                <a:lnTo>
                  <a:pt x="3" y="13"/>
                </a:lnTo>
                <a:lnTo>
                  <a:pt x="2" y="13"/>
                </a:lnTo>
                <a:lnTo>
                  <a:pt x="2" y="12"/>
                </a:lnTo>
                <a:lnTo>
                  <a:pt x="2" y="13"/>
                </a:lnTo>
                <a:lnTo>
                  <a:pt x="1" y="13"/>
                </a:lnTo>
                <a:lnTo>
                  <a:pt x="1" y="12"/>
                </a:lnTo>
                <a:lnTo>
                  <a:pt x="1" y="11"/>
                </a:lnTo>
                <a:lnTo>
                  <a:pt x="0" y="9"/>
                </a:lnTo>
                <a:lnTo>
                  <a:pt x="0" y="8"/>
                </a:lnTo>
                <a:lnTo>
                  <a:pt x="1" y="6"/>
                </a:lnTo>
                <a:lnTo>
                  <a:pt x="2" y="5"/>
                </a:lnTo>
                <a:lnTo>
                  <a:pt x="3" y="5"/>
                </a:lnTo>
                <a:lnTo>
                  <a:pt x="3" y="6"/>
                </a:lnTo>
                <a:lnTo>
                  <a:pt x="4" y="6"/>
                </a:lnTo>
                <a:lnTo>
                  <a:pt x="5" y="6"/>
                </a:lnTo>
                <a:lnTo>
                  <a:pt x="6" y="5"/>
                </a:lnTo>
                <a:lnTo>
                  <a:pt x="7" y="5"/>
                </a:lnTo>
                <a:lnTo>
                  <a:pt x="8" y="5"/>
                </a:lnTo>
                <a:lnTo>
                  <a:pt x="10" y="4"/>
                </a:lnTo>
                <a:lnTo>
                  <a:pt x="12" y="3"/>
                </a:lnTo>
                <a:lnTo>
                  <a:pt x="13" y="3"/>
                </a:lnTo>
                <a:lnTo>
                  <a:pt x="13" y="2"/>
                </a:lnTo>
                <a:lnTo>
                  <a:pt x="14" y="2"/>
                </a:lnTo>
                <a:lnTo>
                  <a:pt x="15" y="2"/>
                </a:lnTo>
                <a:lnTo>
                  <a:pt x="16" y="1"/>
                </a:lnTo>
                <a:lnTo>
                  <a:pt x="16" y="2"/>
                </a:lnTo>
                <a:lnTo>
                  <a:pt x="17" y="2"/>
                </a:lnTo>
                <a:lnTo>
                  <a:pt x="18" y="1"/>
                </a:lnTo>
                <a:lnTo>
                  <a:pt x="18" y="0"/>
                </a:lnTo>
                <a:lnTo>
                  <a:pt x="19" y="0"/>
                </a:lnTo>
                <a:lnTo>
                  <a:pt x="20" y="0"/>
                </a:lnTo>
                <a:lnTo>
                  <a:pt x="21" y="0"/>
                </a:lnTo>
                <a:lnTo>
                  <a:pt x="22" y="0"/>
                </a:lnTo>
                <a:lnTo>
                  <a:pt x="22" y="1"/>
                </a:lnTo>
                <a:lnTo>
                  <a:pt x="2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1868400" y="4654800"/>
            <a:ext cx="142920" cy="229680"/>
          </a:xfrm>
          <a:custGeom>
            <a:avLst/>
            <a:gdLst/>
            <a:ahLst/>
            <a:rect l="0" t="0" r="r" b="b"/>
            <a:pathLst>
              <a:path w="397" h="638">
                <a:moveTo>
                  <a:pt x="286" y="3"/>
                </a:moveTo>
                <a:lnTo>
                  <a:pt x="287" y="3"/>
                </a:lnTo>
                <a:lnTo>
                  <a:pt x="288" y="3"/>
                </a:lnTo>
                <a:lnTo>
                  <a:pt x="289" y="3"/>
                </a:lnTo>
                <a:lnTo>
                  <a:pt x="290" y="4"/>
                </a:lnTo>
                <a:lnTo>
                  <a:pt x="291" y="4"/>
                </a:lnTo>
                <a:lnTo>
                  <a:pt x="291" y="6"/>
                </a:lnTo>
                <a:lnTo>
                  <a:pt x="291" y="7"/>
                </a:lnTo>
                <a:lnTo>
                  <a:pt x="291" y="8"/>
                </a:lnTo>
                <a:lnTo>
                  <a:pt x="291" y="10"/>
                </a:lnTo>
                <a:lnTo>
                  <a:pt x="292" y="10"/>
                </a:lnTo>
                <a:lnTo>
                  <a:pt x="292" y="11"/>
                </a:lnTo>
                <a:lnTo>
                  <a:pt x="292" y="13"/>
                </a:lnTo>
                <a:lnTo>
                  <a:pt x="292" y="14"/>
                </a:lnTo>
                <a:lnTo>
                  <a:pt x="292" y="15"/>
                </a:lnTo>
                <a:lnTo>
                  <a:pt x="292" y="16"/>
                </a:lnTo>
                <a:lnTo>
                  <a:pt x="292" y="17"/>
                </a:lnTo>
                <a:lnTo>
                  <a:pt x="292" y="19"/>
                </a:lnTo>
                <a:lnTo>
                  <a:pt x="291" y="20"/>
                </a:lnTo>
                <a:lnTo>
                  <a:pt x="291" y="22"/>
                </a:lnTo>
                <a:lnTo>
                  <a:pt x="291" y="23"/>
                </a:lnTo>
                <a:lnTo>
                  <a:pt x="292" y="24"/>
                </a:lnTo>
                <a:lnTo>
                  <a:pt x="292" y="25"/>
                </a:lnTo>
                <a:lnTo>
                  <a:pt x="293" y="26"/>
                </a:lnTo>
                <a:lnTo>
                  <a:pt x="294" y="26"/>
                </a:lnTo>
                <a:lnTo>
                  <a:pt x="294" y="27"/>
                </a:lnTo>
                <a:lnTo>
                  <a:pt x="294" y="28"/>
                </a:lnTo>
                <a:lnTo>
                  <a:pt x="295" y="28"/>
                </a:lnTo>
                <a:lnTo>
                  <a:pt x="295" y="29"/>
                </a:lnTo>
                <a:lnTo>
                  <a:pt x="295" y="30"/>
                </a:lnTo>
                <a:lnTo>
                  <a:pt x="295" y="31"/>
                </a:lnTo>
                <a:lnTo>
                  <a:pt x="295" y="32"/>
                </a:lnTo>
                <a:lnTo>
                  <a:pt x="296" y="33"/>
                </a:lnTo>
                <a:lnTo>
                  <a:pt x="296" y="34"/>
                </a:lnTo>
                <a:lnTo>
                  <a:pt x="296" y="35"/>
                </a:lnTo>
                <a:lnTo>
                  <a:pt x="297" y="35"/>
                </a:lnTo>
                <a:lnTo>
                  <a:pt x="297" y="36"/>
                </a:lnTo>
                <a:lnTo>
                  <a:pt x="297" y="37"/>
                </a:lnTo>
                <a:lnTo>
                  <a:pt x="297" y="38"/>
                </a:lnTo>
                <a:lnTo>
                  <a:pt x="298" y="39"/>
                </a:lnTo>
                <a:lnTo>
                  <a:pt x="298" y="40"/>
                </a:lnTo>
                <a:lnTo>
                  <a:pt x="298" y="41"/>
                </a:lnTo>
                <a:lnTo>
                  <a:pt x="299" y="42"/>
                </a:lnTo>
                <a:lnTo>
                  <a:pt x="299" y="43"/>
                </a:lnTo>
                <a:lnTo>
                  <a:pt x="300" y="44"/>
                </a:lnTo>
                <a:lnTo>
                  <a:pt x="300" y="45"/>
                </a:lnTo>
                <a:lnTo>
                  <a:pt x="301" y="46"/>
                </a:lnTo>
                <a:lnTo>
                  <a:pt x="302" y="46"/>
                </a:lnTo>
                <a:lnTo>
                  <a:pt x="303" y="46"/>
                </a:lnTo>
                <a:lnTo>
                  <a:pt x="304" y="47"/>
                </a:lnTo>
                <a:lnTo>
                  <a:pt x="305" y="47"/>
                </a:lnTo>
                <a:lnTo>
                  <a:pt x="306" y="47"/>
                </a:lnTo>
                <a:lnTo>
                  <a:pt x="307" y="48"/>
                </a:lnTo>
                <a:lnTo>
                  <a:pt x="309" y="49"/>
                </a:lnTo>
                <a:lnTo>
                  <a:pt x="309" y="50"/>
                </a:lnTo>
                <a:lnTo>
                  <a:pt x="311" y="51"/>
                </a:lnTo>
                <a:lnTo>
                  <a:pt x="312" y="51"/>
                </a:lnTo>
                <a:lnTo>
                  <a:pt x="312" y="52"/>
                </a:lnTo>
                <a:lnTo>
                  <a:pt x="312" y="55"/>
                </a:lnTo>
                <a:lnTo>
                  <a:pt x="311" y="68"/>
                </a:lnTo>
                <a:lnTo>
                  <a:pt x="296" y="84"/>
                </a:lnTo>
                <a:lnTo>
                  <a:pt x="293" y="90"/>
                </a:lnTo>
                <a:lnTo>
                  <a:pt x="288" y="98"/>
                </a:lnTo>
                <a:lnTo>
                  <a:pt x="282" y="104"/>
                </a:lnTo>
                <a:lnTo>
                  <a:pt x="280" y="112"/>
                </a:lnTo>
                <a:lnTo>
                  <a:pt x="278" y="122"/>
                </a:lnTo>
                <a:lnTo>
                  <a:pt x="277" y="134"/>
                </a:lnTo>
                <a:lnTo>
                  <a:pt x="277" y="137"/>
                </a:lnTo>
                <a:lnTo>
                  <a:pt x="276" y="142"/>
                </a:lnTo>
                <a:lnTo>
                  <a:pt x="271" y="154"/>
                </a:lnTo>
                <a:lnTo>
                  <a:pt x="257" y="165"/>
                </a:lnTo>
                <a:lnTo>
                  <a:pt x="257" y="166"/>
                </a:lnTo>
                <a:lnTo>
                  <a:pt x="258" y="166"/>
                </a:lnTo>
                <a:lnTo>
                  <a:pt x="258" y="167"/>
                </a:lnTo>
                <a:lnTo>
                  <a:pt x="258" y="168"/>
                </a:lnTo>
                <a:lnTo>
                  <a:pt x="261" y="169"/>
                </a:lnTo>
                <a:lnTo>
                  <a:pt x="262" y="169"/>
                </a:lnTo>
                <a:lnTo>
                  <a:pt x="262" y="170"/>
                </a:lnTo>
                <a:lnTo>
                  <a:pt x="263" y="171"/>
                </a:lnTo>
                <a:lnTo>
                  <a:pt x="265" y="173"/>
                </a:lnTo>
                <a:lnTo>
                  <a:pt x="265" y="174"/>
                </a:lnTo>
                <a:lnTo>
                  <a:pt x="266" y="174"/>
                </a:lnTo>
                <a:lnTo>
                  <a:pt x="267" y="175"/>
                </a:lnTo>
                <a:lnTo>
                  <a:pt x="268" y="175"/>
                </a:lnTo>
                <a:lnTo>
                  <a:pt x="270" y="176"/>
                </a:lnTo>
                <a:lnTo>
                  <a:pt x="273" y="178"/>
                </a:lnTo>
                <a:lnTo>
                  <a:pt x="274" y="179"/>
                </a:lnTo>
                <a:lnTo>
                  <a:pt x="276" y="179"/>
                </a:lnTo>
                <a:lnTo>
                  <a:pt x="278" y="179"/>
                </a:lnTo>
                <a:lnTo>
                  <a:pt x="278" y="180"/>
                </a:lnTo>
                <a:lnTo>
                  <a:pt x="279" y="180"/>
                </a:lnTo>
                <a:lnTo>
                  <a:pt x="281" y="181"/>
                </a:lnTo>
                <a:lnTo>
                  <a:pt x="283" y="181"/>
                </a:lnTo>
                <a:lnTo>
                  <a:pt x="284" y="182"/>
                </a:lnTo>
                <a:lnTo>
                  <a:pt x="286" y="183"/>
                </a:lnTo>
                <a:lnTo>
                  <a:pt x="288" y="184"/>
                </a:lnTo>
                <a:lnTo>
                  <a:pt x="288" y="185"/>
                </a:lnTo>
                <a:lnTo>
                  <a:pt x="289" y="186"/>
                </a:lnTo>
                <a:lnTo>
                  <a:pt x="290" y="187"/>
                </a:lnTo>
                <a:lnTo>
                  <a:pt x="292" y="187"/>
                </a:lnTo>
                <a:lnTo>
                  <a:pt x="292" y="188"/>
                </a:lnTo>
                <a:lnTo>
                  <a:pt x="293" y="188"/>
                </a:lnTo>
                <a:lnTo>
                  <a:pt x="296" y="188"/>
                </a:lnTo>
                <a:lnTo>
                  <a:pt x="297" y="189"/>
                </a:lnTo>
                <a:lnTo>
                  <a:pt x="298" y="189"/>
                </a:lnTo>
                <a:lnTo>
                  <a:pt x="299" y="190"/>
                </a:lnTo>
                <a:lnTo>
                  <a:pt x="300" y="190"/>
                </a:lnTo>
                <a:lnTo>
                  <a:pt x="301" y="190"/>
                </a:lnTo>
                <a:lnTo>
                  <a:pt x="303" y="191"/>
                </a:lnTo>
                <a:lnTo>
                  <a:pt x="305" y="191"/>
                </a:lnTo>
                <a:lnTo>
                  <a:pt x="306" y="192"/>
                </a:lnTo>
                <a:lnTo>
                  <a:pt x="306" y="191"/>
                </a:lnTo>
                <a:lnTo>
                  <a:pt x="307" y="192"/>
                </a:lnTo>
                <a:lnTo>
                  <a:pt x="308" y="192"/>
                </a:lnTo>
                <a:lnTo>
                  <a:pt x="312" y="194"/>
                </a:lnTo>
                <a:lnTo>
                  <a:pt x="318" y="195"/>
                </a:lnTo>
                <a:lnTo>
                  <a:pt x="322" y="196"/>
                </a:lnTo>
                <a:lnTo>
                  <a:pt x="322" y="195"/>
                </a:lnTo>
                <a:lnTo>
                  <a:pt x="323" y="194"/>
                </a:lnTo>
                <a:lnTo>
                  <a:pt x="333" y="192"/>
                </a:lnTo>
                <a:lnTo>
                  <a:pt x="333" y="191"/>
                </a:lnTo>
                <a:lnTo>
                  <a:pt x="334" y="190"/>
                </a:lnTo>
                <a:lnTo>
                  <a:pt x="334" y="189"/>
                </a:lnTo>
                <a:lnTo>
                  <a:pt x="335" y="189"/>
                </a:lnTo>
                <a:lnTo>
                  <a:pt x="336" y="190"/>
                </a:lnTo>
                <a:lnTo>
                  <a:pt x="336" y="189"/>
                </a:lnTo>
                <a:lnTo>
                  <a:pt x="337" y="189"/>
                </a:lnTo>
                <a:lnTo>
                  <a:pt x="337" y="188"/>
                </a:lnTo>
                <a:lnTo>
                  <a:pt x="338" y="188"/>
                </a:lnTo>
                <a:lnTo>
                  <a:pt x="338" y="189"/>
                </a:lnTo>
                <a:lnTo>
                  <a:pt x="340" y="189"/>
                </a:lnTo>
                <a:lnTo>
                  <a:pt x="341" y="190"/>
                </a:lnTo>
                <a:lnTo>
                  <a:pt x="342" y="191"/>
                </a:lnTo>
                <a:lnTo>
                  <a:pt x="342" y="192"/>
                </a:lnTo>
                <a:lnTo>
                  <a:pt x="343" y="193"/>
                </a:lnTo>
                <a:lnTo>
                  <a:pt x="344" y="194"/>
                </a:lnTo>
                <a:lnTo>
                  <a:pt x="345" y="194"/>
                </a:lnTo>
                <a:lnTo>
                  <a:pt x="346" y="195"/>
                </a:lnTo>
                <a:lnTo>
                  <a:pt x="347" y="196"/>
                </a:lnTo>
                <a:lnTo>
                  <a:pt x="348" y="197"/>
                </a:lnTo>
                <a:lnTo>
                  <a:pt x="349" y="197"/>
                </a:lnTo>
                <a:lnTo>
                  <a:pt x="350" y="197"/>
                </a:lnTo>
                <a:lnTo>
                  <a:pt x="351" y="198"/>
                </a:lnTo>
                <a:lnTo>
                  <a:pt x="352" y="198"/>
                </a:lnTo>
                <a:lnTo>
                  <a:pt x="353" y="198"/>
                </a:lnTo>
                <a:lnTo>
                  <a:pt x="354" y="198"/>
                </a:lnTo>
                <a:lnTo>
                  <a:pt x="357" y="199"/>
                </a:lnTo>
                <a:lnTo>
                  <a:pt x="358" y="199"/>
                </a:lnTo>
                <a:lnTo>
                  <a:pt x="358" y="200"/>
                </a:lnTo>
                <a:lnTo>
                  <a:pt x="359" y="201"/>
                </a:lnTo>
                <a:lnTo>
                  <a:pt x="359" y="203"/>
                </a:lnTo>
                <a:lnTo>
                  <a:pt x="360" y="204"/>
                </a:lnTo>
                <a:lnTo>
                  <a:pt x="361" y="206"/>
                </a:lnTo>
                <a:lnTo>
                  <a:pt x="362" y="206"/>
                </a:lnTo>
                <a:lnTo>
                  <a:pt x="363" y="207"/>
                </a:lnTo>
                <a:lnTo>
                  <a:pt x="363" y="208"/>
                </a:lnTo>
                <a:lnTo>
                  <a:pt x="364" y="208"/>
                </a:lnTo>
                <a:lnTo>
                  <a:pt x="366" y="210"/>
                </a:lnTo>
                <a:lnTo>
                  <a:pt x="367" y="211"/>
                </a:lnTo>
                <a:lnTo>
                  <a:pt x="369" y="212"/>
                </a:lnTo>
                <a:lnTo>
                  <a:pt x="370" y="213"/>
                </a:lnTo>
                <a:lnTo>
                  <a:pt x="368" y="218"/>
                </a:lnTo>
                <a:lnTo>
                  <a:pt x="367" y="220"/>
                </a:lnTo>
                <a:lnTo>
                  <a:pt x="368" y="222"/>
                </a:lnTo>
                <a:lnTo>
                  <a:pt x="372" y="223"/>
                </a:lnTo>
                <a:lnTo>
                  <a:pt x="372" y="221"/>
                </a:lnTo>
                <a:lnTo>
                  <a:pt x="374" y="221"/>
                </a:lnTo>
                <a:lnTo>
                  <a:pt x="377" y="221"/>
                </a:lnTo>
                <a:lnTo>
                  <a:pt x="378" y="223"/>
                </a:lnTo>
                <a:lnTo>
                  <a:pt x="384" y="227"/>
                </a:lnTo>
                <a:lnTo>
                  <a:pt x="384" y="228"/>
                </a:lnTo>
                <a:lnTo>
                  <a:pt x="385" y="228"/>
                </a:lnTo>
                <a:lnTo>
                  <a:pt x="386" y="229"/>
                </a:lnTo>
                <a:lnTo>
                  <a:pt x="393" y="231"/>
                </a:lnTo>
                <a:lnTo>
                  <a:pt x="395" y="233"/>
                </a:lnTo>
                <a:lnTo>
                  <a:pt x="396" y="233"/>
                </a:lnTo>
                <a:lnTo>
                  <a:pt x="397" y="234"/>
                </a:lnTo>
                <a:lnTo>
                  <a:pt x="397" y="237"/>
                </a:lnTo>
                <a:lnTo>
                  <a:pt x="396" y="237"/>
                </a:lnTo>
                <a:lnTo>
                  <a:pt x="396" y="238"/>
                </a:lnTo>
                <a:lnTo>
                  <a:pt x="395" y="241"/>
                </a:lnTo>
                <a:lnTo>
                  <a:pt x="396" y="241"/>
                </a:lnTo>
                <a:lnTo>
                  <a:pt x="396" y="242"/>
                </a:lnTo>
                <a:lnTo>
                  <a:pt x="395" y="242"/>
                </a:lnTo>
                <a:lnTo>
                  <a:pt x="393" y="244"/>
                </a:lnTo>
                <a:lnTo>
                  <a:pt x="393" y="247"/>
                </a:lnTo>
                <a:lnTo>
                  <a:pt x="392" y="247"/>
                </a:lnTo>
                <a:lnTo>
                  <a:pt x="391" y="246"/>
                </a:lnTo>
                <a:lnTo>
                  <a:pt x="390" y="244"/>
                </a:lnTo>
                <a:lnTo>
                  <a:pt x="389" y="244"/>
                </a:lnTo>
                <a:lnTo>
                  <a:pt x="388" y="244"/>
                </a:lnTo>
                <a:lnTo>
                  <a:pt x="388" y="243"/>
                </a:lnTo>
                <a:lnTo>
                  <a:pt x="387" y="243"/>
                </a:lnTo>
                <a:lnTo>
                  <a:pt x="387" y="244"/>
                </a:lnTo>
                <a:lnTo>
                  <a:pt x="388" y="245"/>
                </a:lnTo>
                <a:lnTo>
                  <a:pt x="388" y="244"/>
                </a:lnTo>
                <a:lnTo>
                  <a:pt x="389" y="245"/>
                </a:lnTo>
                <a:lnTo>
                  <a:pt x="388" y="246"/>
                </a:lnTo>
                <a:lnTo>
                  <a:pt x="386" y="247"/>
                </a:lnTo>
                <a:lnTo>
                  <a:pt x="385" y="247"/>
                </a:lnTo>
                <a:lnTo>
                  <a:pt x="384" y="247"/>
                </a:lnTo>
                <a:lnTo>
                  <a:pt x="383" y="246"/>
                </a:lnTo>
                <a:lnTo>
                  <a:pt x="378" y="248"/>
                </a:lnTo>
                <a:lnTo>
                  <a:pt x="378" y="249"/>
                </a:lnTo>
                <a:lnTo>
                  <a:pt x="378" y="250"/>
                </a:lnTo>
                <a:lnTo>
                  <a:pt x="378" y="251"/>
                </a:lnTo>
                <a:lnTo>
                  <a:pt x="378" y="252"/>
                </a:lnTo>
                <a:lnTo>
                  <a:pt x="378" y="253"/>
                </a:lnTo>
                <a:lnTo>
                  <a:pt x="378" y="254"/>
                </a:lnTo>
                <a:lnTo>
                  <a:pt x="376" y="256"/>
                </a:lnTo>
                <a:lnTo>
                  <a:pt x="375" y="258"/>
                </a:lnTo>
                <a:lnTo>
                  <a:pt x="374" y="259"/>
                </a:lnTo>
                <a:lnTo>
                  <a:pt x="375" y="260"/>
                </a:lnTo>
                <a:lnTo>
                  <a:pt x="371" y="260"/>
                </a:lnTo>
                <a:lnTo>
                  <a:pt x="370" y="261"/>
                </a:lnTo>
                <a:lnTo>
                  <a:pt x="369" y="262"/>
                </a:lnTo>
                <a:lnTo>
                  <a:pt x="369" y="261"/>
                </a:lnTo>
                <a:lnTo>
                  <a:pt x="367" y="260"/>
                </a:lnTo>
                <a:lnTo>
                  <a:pt x="365" y="260"/>
                </a:lnTo>
                <a:lnTo>
                  <a:pt x="365" y="261"/>
                </a:lnTo>
                <a:lnTo>
                  <a:pt x="365" y="262"/>
                </a:lnTo>
                <a:lnTo>
                  <a:pt x="365" y="263"/>
                </a:lnTo>
                <a:lnTo>
                  <a:pt x="369" y="264"/>
                </a:lnTo>
                <a:lnTo>
                  <a:pt x="369" y="266"/>
                </a:lnTo>
                <a:lnTo>
                  <a:pt x="366" y="266"/>
                </a:lnTo>
                <a:lnTo>
                  <a:pt x="364" y="268"/>
                </a:lnTo>
                <a:lnTo>
                  <a:pt x="363" y="270"/>
                </a:lnTo>
                <a:lnTo>
                  <a:pt x="363" y="271"/>
                </a:lnTo>
                <a:lnTo>
                  <a:pt x="362" y="272"/>
                </a:lnTo>
                <a:lnTo>
                  <a:pt x="361" y="273"/>
                </a:lnTo>
                <a:lnTo>
                  <a:pt x="359" y="273"/>
                </a:lnTo>
                <a:lnTo>
                  <a:pt x="358" y="273"/>
                </a:lnTo>
                <a:lnTo>
                  <a:pt x="357" y="273"/>
                </a:lnTo>
                <a:lnTo>
                  <a:pt x="359" y="277"/>
                </a:lnTo>
                <a:lnTo>
                  <a:pt x="360" y="277"/>
                </a:lnTo>
                <a:lnTo>
                  <a:pt x="361" y="277"/>
                </a:lnTo>
                <a:lnTo>
                  <a:pt x="363" y="276"/>
                </a:lnTo>
                <a:lnTo>
                  <a:pt x="364" y="277"/>
                </a:lnTo>
                <a:lnTo>
                  <a:pt x="363" y="279"/>
                </a:lnTo>
                <a:lnTo>
                  <a:pt x="363" y="280"/>
                </a:lnTo>
                <a:lnTo>
                  <a:pt x="362" y="283"/>
                </a:lnTo>
                <a:lnTo>
                  <a:pt x="361" y="284"/>
                </a:lnTo>
                <a:lnTo>
                  <a:pt x="362" y="284"/>
                </a:lnTo>
                <a:lnTo>
                  <a:pt x="361" y="286"/>
                </a:lnTo>
                <a:lnTo>
                  <a:pt x="360" y="286"/>
                </a:lnTo>
                <a:lnTo>
                  <a:pt x="359" y="288"/>
                </a:lnTo>
                <a:lnTo>
                  <a:pt x="359" y="289"/>
                </a:lnTo>
                <a:lnTo>
                  <a:pt x="359" y="290"/>
                </a:lnTo>
                <a:lnTo>
                  <a:pt x="358" y="290"/>
                </a:lnTo>
                <a:lnTo>
                  <a:pt x="358" y="289"/>
                </a:lnTo>
                <a:lnTo>
                  <a:pt x="357" y="289"/>
                </a:lnTo>
                <a:lnTo>
                  <a:pt x="355" y="291"/>
                </a:lnTo>
                <a:lnTo>
                  <a:pt x="354" y="291"/>
                </a:lnTo>
                <a:lnTo>
                  <a:pt x="354" y="292"/>
                </a:lnTo>
                <a:lnTo>
                  <a:pt x="354" y="293"/>
                </a:lnTo>
                <a:lnTo>
                  <a:pt x="354" y="295"/>
                </a:lnTo>
                <a:lnTo>
                  <a:pt x="354" y="297"/>
                </a:lnTo>
                <a:lnTo>
                  <a:pt x="354" y="298"/>
                </a:lnTo>
                <a:lnTo>
                  <a:pt x="353" y="300"/>
                </a:lnTo>
                <a:lnTo>
                  <a:pt x="353" y="302"/>
                </a:lnTo>
                <a:lnTo>
                  <a:pt x="354" y="302"/>
                </a:lnTo>
                <a:lnTo>
                  <a:pt x="354" y="304"/>
                </a:lnTo>
                <a:lnTo>
                  <a:pt x="353" y="305"/>
                </a:lnTo>
                <a:lnTo>
                  <a:pt x="352" y="306"/>
                </a:lnTo>
                <a:lnTo>
                  <a:pt x="352" y="305"/>
                </a:lnTo>
                <a:lnTo>
                  <a:pt x="352" y="306"/>
                </a:lnTo>
                <a:lnTo>
                  <a:pt x="352" y="307"/>
                </a:lnTo>
                <a:lnTo>
                  <a:pt x="352" y="309"/>
                </a:lnTo>
                <a:lnTo>
                  <a:pt x="352" y="313"/>
                </a:lnTo>
                <a:lnTo>
                  <a:pt x="351" y="313"/>
                </a:lnTo>
                <a:lnTo>
                  <a:pt x="351" y="314"/>
                </a:lnTo>
                <a:lnTo>
                  <a:pt x="351" y="315"/>
                </a:lnTo>
                <a:lnTo>
                  <a:pt x="351" y="317"/>
                </a:lnTo>
                <a:lnTo>
                  <a:pt x="352" y="318"/>
                </a:lnTo>
                <a:lnTo>
                  <a:pt x="353" y="321"/>
                </a:lnTo>
                <a:lnTo>
                  <a:pt x="355" y="324"/>
                </a:lnTo>
                <a:lnTo>
                  <a:pt x="356" y="325"/>
                </a:lnTo>
                <a:lnTo>
                  <a:pt x="357" y="325"/>
                </a:lnTo>
                <a:lnTo>
                  <a:pt x="357" y="327"/>
                </a:lnTo>
                <a:lnTo>
                  <a:pt x="357" y="328"/>
                </a:lnTo>
                <a:lnTo>
                  <a:pt x="358" y="328"/>
                </a:lnTo>
                <a:lnTo>
                  <a:pt x="358" y="330"/>
                </a:lnTo>
                <a:lnTo>
                  <a:pt x="357" y="330"/>
                </a:lnTo>
                <a:lnTo>
                  <a:pt x="354" y="329"/>
                </a:lnTo>
                <a:lnTo>
                  <a:pt x="352" y="330"/>
                </a:lnTo>
                <a:lnTo>
                  <a:pt x="352" y="331"/>
                </a:lnTo>
                <a:lnTo>
                  <a:pt x="352" y="332"/>
                </a:lnTo>
                <a:lnTo>
                  <a:pt x="353" y="332"/>
                </a:lnTo>
                <a:lnTo>
                  <a:pt x="354" y="332"/>
                </a:lnTo>
                <a:lnTo>
                  <a:pt x="355" y="333"/>
                </a:lnTo>
                <a:lnTo>
                  <a:pt x="357" y="334"/>
                </a:lnTo>
                <a:lnTo>
                  <a:pt x="358" y="336"/>
                </a:lnTo>
                <a:lnTo>
                  <a:pt x="359" y="336"/>
                </a:lnTo>
                <a:lnTo>
                  <a:pt x="360" y="338"/>
                </a:lnTo>
                <a:lnTo>
                  <a:pt x="361" y="339"/>
                </a:lnTo>
                <a:lnTo>
                  <a:pt x="361" y="340"/>
                </a:lnTo>
                <a:lnTo>
                  <a:pt x="361" y="341"/>
                </a:lnTo>
                <a:lnTo>
                  <a:pt x="361" y="342"/>
                </a:lnTo>
                <a:lnTo>
                  <a:pt x="361" y="344"/>
                </a:lnTo>
                <a:lnTo>
                  <a:pt x="361" y="345"/>
                </a:lnTo>
                <a:lnTo>
                  <a:pt x="360" y="346"/>
                </a:lnTo>
                <a:lnTo>
                  <a:pt x="360" y="347"/>
                </a:lnTo>
                <a:lnTo>
                  <a:pt x="358" y="351"/>
                </a:lnTo>
                <a:lnTo>
                  <a:pt x="357" y="350"/>
                </a:lnTo>
                <a:lnTo>
                  <a:pt x="354" y="347"/>
                </a:lnTo>
                <a:lnTo>
                  <a:pt x="354" y="346"/>
                </a:lnTo>
                <a:lnTo>
                  <a:pt x="354" y="347"/>
                </a:lnTo>
                <a:lnTo>
                  <a:pt x="354" y="349"/>
                </a:lnTo>
                <a:lnTo>
                  <a:pt x="354" y="350"/>
                </a:lnTo>
                <a:lnTo>
                  <a:pt x="355" y="351"/>
                </a:lnTo>
                <a:lnTo>
                  <a:pt x="354" y="351"/>
                </a:lnTo>
                <a:lnTo>
                  <a:pt x="353" y="351"/>
                </a:lnTo>
                <a:lnTo>
                  <a:pt x="352" y="350"/>
                </a:lnTo>
                <a:lnTo>
                  <a:pt x="350" y="351"/>
                </a:lnTo>
                <a:lnTo>
                  <a:pt x="349" y="351"/>
                </a:lnTo>
                <a:lnTo>
                  <a:pt x="347" y="349"/>
                </a:lnTo>
                <a:lnTo>
                  <a:pt x="346" y="347"/>
                </a:lnTo>
                <a:lnTo>
                  <a:pt x="343" y="345"/>
                </a:lnTo>
                <a:lnTo>
                  <a:pt x="341" y="345"/>
                </a:lnTo>
                <a:lnTo>
                  <a:pt x="340" y="345"/>
                </a:lnTo>
                <a:lnTo>
                  <a:pt x="338" y="346"/>
                </a:lnTo>
                <a:lnTo>
                  <a:pt x="337" y="346"/>
                </a:lnTo>
                <a:lnTo>
                  <a:pt x="334" y="347"/>
                </a:lnTo>
                <a:lnTo>
                  <a:pt x="333" y="348"/>
                </a:lnTo>
                <a:lnTo>
                  <a:pt x="332" y="349"/>
                </a:lnTo>
                <a:lnTo>
                  <a:pt x="332" y="348"/>
                </a:lnTo>
                <a:lnTo>
                  <a:pt x="332" y="347"/>
                </a:lnTo>
                <a:lnTo>
                  <a:pt x="331" y="347"/>
                </a:lnTo>
                <a:lnTo>
                  <a:pt x="330" y="347"/>
                </a:lnTo>
                <a:lnTo>
                  <a:pt x="329" y="347"/>
                </a:lnTo>
                <a:lnTo>
                  <a:pt x="329" y="348"/>
                </a:lnTo>
                <a:lnTo>
                  <a:pt x="327" y="347"/>
                </a:lnTo>
                <a:lnTo>
                  <a:pt x="326" y="346"/>
                </a:lnTo>
                <a:lnTo>
                  <a:pt x="325" y="345"/>
                </a:lnTo>
                <a:lnTo>
                  <a:pt x="324" y="346"/>
                </a:lnTo>
                <a:lnTo>
                  <a:pt x="324" y="347"/>
                </a:lnTo>
                <a:lnTo>
                  <a:pt x="325" y="348"/>
                </a:lnTo>
                <a:lnTo>
                  <a:pt x="325" y="349"/>
                </a:lnTo>
                <a:lnTo>
                  <a:pt x="325" y="350"/>
                </a:lnTo>
                <a:lnTo>
                  <a:pt x="324" y="350"/>
                </a:lnTo>
                <a:lnTo>
                  <a:pt x="321" y="348"/>
                </a:lnTo>
                <a:lnTo>
                  <a:pt x="320" y="349"/>
                </a:lnTo>
                <a:lnTo>
                  <a:pt x="321" y="350"/>
                </a:lnTo>
                <a:lnTo>
                  <a:pt x="321" y="351"/>
                </a:lnTo>
                <a:lnTo>
                  <a:pt x="319" y="350"/>
                </a:lnTo>
                <a:lnTo>
                  <a:pt x="318" y="350"/>
                </a:lnTo>
                <a:lnTo>
                  <a:pt x="317" y="350"/>
                </a:lnTo>
                <a:lnTo>
                  <a:pt x="317" y="349"/>
                </a:lnTo>
                <a:lnTo>
                  <a:pt x="316" y="349"/>
                </a:lnTo>
                <a:lnTo>
                  <a:pt x="317" y="349"/>
                </a:lnTo>
                <a:lnTo>
                  <a:pt x="317" y="348"/>
                </a:lnTo>
                <a:lnTo>
                  <a:pt x="316" y="348"/>
                </a:lnTo>
                <a:lnTo>
                  <a:pt x="315" y="347"/>
                </a:lnTo>
                <a:lnTo>
                  <a:pt x="315" y="346"/>
                </a:lnTo>
                <a:lnTo>
                  <a:pt x="313" y="345"/>
                </a:lnTo>
                <a:lnTo>
                  <a:pt x="312" y="344"/>
                </a:lnTo>
                <a:lnTo>
                  <a:pt x="310" y="344"/>
                </a:lnTo>
                <a:lnTo>
                  <a:pt x="309" y="344"/>
                </a:lnTo>
                <a:lnTo>
                  <a:pt x="308" y="346"/>
                </a:lnTo>
                <a:lnTo>
                  <a:pt x="309" y="346"/>
                </a:lnTo>
                <a:lnTo>
                  <a:pt x="310" y="347"/>
                </a:lnTo>
                <a:lnTo>
                  <a:pt x="311" y="347"/>
                </a:lnTo>
                <a:lnTo>
                  <a:pt x="312" y="348"/>
                </a:lnTo>
                <a:lnTo>
                  <a:pt x="311" y="348"/>
                </a:lnTo>
                <a:lnTo>
                  <a:pt x="310" y="349"/>
                </a:lnTo>
                <a:lnTo>
                  <a:pt x="309" y="352"/>
                </a:lnTo>
                <a:lnTo>
                  <a:pt x="308" y="351"/>
                </a:lnTo>
                <a:lnTo>
                  <a:pt x="306" y="349"/>
                </a:lnTo>
                <a:lnTo>
                  <a:pt x="305" y="350"/>
                </a:lnTo>
                <a:lnTo>
                  <a:pt x="304" y="350"/>
                </a:lnTo>
                <a:lnTo>
                  <a:pt x="304" y="349"/>
                </a:lnTo>
                <a:lnTo>
                  <a:pt x="302" y="347"/>
                </a:lnTo>
                <a:lnTo>
                  <a:pt x="301" y="347"/>
                </a:lnTo>
                <a:lnTo>
                  <a:pt x="300" y="346"/>
                </a:lnTo>
                <a:lnTo>
                  <a:pt x="300" y="345"/>
                </a:lnTo>
                <a:lnTo>
                  <a:pt x="299" y="345"/>
                </a:lnTo>
                <a:lnTo>
                  <a:pt x="298" y="345"/>
                </a:lnTo>
                <a:lnTo>
                  <a:pt x="297" y="344"/>
                </a:lnTo>
                <a:lnTo>
                  <a:pt x="296" y="344"/>
                </a:lnTo>
                <a:lnTo>
                  <a:pt x="296" y="343"/>
                </a:lnTo>
                <a:lnTo>
                  <a:pt x="295" y="343"/>
                </a:lnTo>
                <a:lnTo>
                  <a:pt x="294" y="344"/>
                </a:lnTo>
                <a:lnTo>
                  <a:pt x="294" y="347"/>
                </a:lnTo>
                <a:lnTo>
                  <a:pt x="294" y="348"/>
                </a:lnTo>
                <a:lnTo>
                  <a:pt x="295" y="348"/>
                </a:lnTo>
                <a:lnTo>
                  <a:pt x="295" y="349"/>
                </a:lnTo>
                <a:lnTo>
                  <a:pt x="294" y="349"/>
                </a:lnTo>
                <a:lnTo>
                  <a:pt x="294" y="350"/>
                </a:lnTo>
                <a:lnTo>
                  <a:pt x="293" y="351"/>
                </a:lnTo>
                <a:lnTo>
                  <a:pt x="293" y="352"/>
                </a:lnTo>
                <a:lnTo>
                  <a:pt x="293" y="353"/>
                </a:lnTo>
                <a:lnTo>
                  <a:pt x="293" y="355"/>
                </a:lnTo>
                <a:lnTo>
                  <a:pt x="292" y="354"/>
                </a:lnTo>
                <a:lnTo>
                  <a:pt x="292" y="353"/>
                </a:lnTo>
                <a:lnTo>
                  <a:pt x="292" y="352"/>
                </a:lnTo>
                <a:lnTo>
                  <a:pt x="291" y="352"/>
                </a:lnTo>
                <a:lnTo>
                  <a:pt x="290" y="352"/>
                </a:lnTo>
                <a:lnTo>
                  <a:pt x="289" y="351"/>
                </a:lnTo>
                <a:lnTo>
                  <a:pt x="289" y="350"/>
                </a:lnTo>
                <a:lnTo>
                  <a:pt x="289" y="349"/>
                </a:lnTo>
                <a:lnTo>
                  <a:pt x="288" y="349"/>
                </a:lnTo>
                <a:lnTo>
                  <a:pt x="286" y="349"/>
                </a:lnTo>
                <a:lnTo>
                  <a:pt x="285" y="349"/>
                </a:lnTo>
                <a:lnTo>
                  <a:pt x="285" y="348"/>
                </a:lnTo>
                <a:lnTo>
                  <a:pt x="284" y="348"/>
                </a:lnTo>
                <a:lnTo>
                  <a:pt x="284" y="349"/>
                </a:lnTo>
                <a:lnTo>
                  <a:pt x="283" y="350"/>
                </a:lnTo>
                <a:lnTo>
                  <a:pt x="283" y="351"/>
                </a:lnTo>
                <a:lnTo>
                  <a:pt x="282" y="350"/>
                </a:lnTo>
                <a:lnTo>
                  <a:pt x="282" y="349"/>
                </a:lnTo>
                <a:lnTo>
                  <a:pt x="281" y="348"/>
                </a:lnTo>
                <a:lnTo>
                  <a:pt x="280" y="349"/>
                </a:lnTo>
                <a:lnTo>
                  <a:pt x="279" y="349"/>
                </a:lnTo>
                <a:lnTo>
                  <a:pt x="278" y="348"/>
                </a:lnTo>
                <a:lnTo>
                  <a:pt x="277" y="347"/>
                </a:lnTo>
                <a:lnTo>
                  <a:pt x="276" y="347"/>
                </a:lnTo>
                <a:lnTo>
                  <a:pt x="275" y="348"/>
                </a:lnTo>
                <a:lnTo>
                  <a:pt x="275" y="349"/>
                </a:lnTo>
                <a:lnTo>
                  <a:pt x="276" y="352"/>
                </a:lnTo>
                <a:lnTo>
                  <a:pt x="276" y="353"/>
                </a:lnTo>
                <a:lnTo>
                  <a:pt x="277" y="354"/>
                </a:lnTo>
                <a:lnTo>
                  <a:pt x="278" y="355"/>
                </a:lnTo>
                <a:lnTo>
                  <a:pt x="279" y="356"/>
                </a:lnTo>
                <a:lnTo>
                  <a:pt x="280" y="358"/>
                </a:lnTo>
                <a:lnTo>
                  <a:pt x="280" y="359"/>
                </a:lnTo>
                <a:lnTo>
                  <a:pt x="280" y="362"/>
                </a:lnTo>
                <a:lnTo>
                  <a:pt x="281" y="364"/>
                </a:lnTo>
                <a:lnTo>
                  <a:pt x="282" y="365"/>
                </a:lnTo>
                <a:lnTo>
                  <a:pt x="281" y="366"/>
                </a:lnTo>
                <a:lnTo>
                  <a:pt x="280" y="366"/>
                </a:lnTo>
                <a:lnTo>
                  <a:pt x="279" y="366"/>
                </a:lnTo>
                <a:lnTo>
                  <a:pt x="279" y="367"/>
                </a:lnTo>
                <a:lnTo>
                  <a:pt x="280" y="368"/>
                </a:lnTo>
                <a:lnTo>
                  <a:pt x="279" y="369"/>
                </a:lnTo>
                <a:lnTo>
                  <a:pt x="279" y="370"/>
                </a:lnTo>
                <a:lnTo>
                  <a:pt x="279" y="371"/>
                </a:lnTo>
                <a:lnTo>
                  <a:pt x="280" y="373"/>
                </a:lnTo>
                <a:lnTo>
                  <a:pt x="277" y="374"/>
                </a:lnTo>
                <a:lnTo>
                  <a:pt x="276" y="374"/>
                </a:lnTo>
                <a:lnTo>
                  <a:pt x="275" y="374"/>
                </a:lnTo>
                <a:lnTo>
                  <a:pt x="274" y="373"/>
                </a:lnTo>
                <a:lnTo>
                  <a:pt x="274" y="372"/>
                </a:lnTo>
                <a:lnTo>
                  <a:pt x="273" y="373"/>
                </a:lnTo>
                <a:lnTo>
                  <a:pt x="273" y="374"/>
                </a:lnTo>
                <a:lnTo>
                  <a:pt x="273" y="375"/>
                </a:lnTo>
                <a:lnTo>
                  <a:pt x="274" y="376"/>
                </a:lnTo>
                <a:lnTo>
                  <a:pt x="273" y="377"/>
                </a:lnTo>
                <a:lnTo>
                  <a:pt x="272" y="378"/>
                </a:lnTo>
                <a:lnTo>
                  <a:pt x="272" y="377"/>
                </a:lnTo>
                <a:lnTo>
                  <a:pt x="271" y="377"/>
                </a:lnTo>
                <a:lnTo>
                  <a:pt x="271" y="376"/>
                </a:lnTo>
                <a:lnTo>
                  <a:pt x="272" y="376"/>
                </a:lnTo>
                <a:lnTo>
                  <a:pt x="271" y="375"/>
                </a:lnTo>
                <a:lnTo>
                  <a:pt x="271" y="374"/>
                </a:lnTo>
                <a:lnTo>
                  <a:pt x="270" y="374"/>
                </a:lnTo>
                <a:lnTo>
                  <a:pt x="269" y="372"/>
                </a:lnTo>
                <a:lnTo>
                  <a:pt x="268" y="371"/>
                </a:lnTo>
                <a:lnTo>
                  <a:pt x="268" y="370"/>
                </a:lnTo>
                <a:lnTo>
                  <a:pt x="267" y="370"/>
                </a:lnTo>
                <a:lnTo>
                  <a:pt x="267" y="371"/>
                </a:lnTo>
                <a:lnTo>
                  <a:pt x="268" y="372"/>
                </a:lnTo>
                <a:lnTo>
                  <a:pt x="268" y="373"/>
                </a:lnTo>
                <a:lnTo>
                  <a:pt x="268" y="374"/>
                </a:lnTo>
                <a:lnTo>
                  <a:pt x="269" y="375"/>
                </a:lnTo>
                <a:lnTo>
                  <a:pt x="269" y="376"/>
                </a:lnTo>
                <a:lnTo>
                  <a:pt x="268" y="376"/>
                </a:lnTo>
                <a:lnTo>
                  <a:pt x="269" y="377"/>
                </a:lnTo>
                <a:lnTo>
                  <a:pt x="270" y="378"/>
                </a:lnTo>
                <a:lnTo>
                  <a:pt x="271" y="378"/>
                </a:lnTo>
                <a:lnTo>
                  <a:pt x="272" y="378"/>
                </a:lnTo>
                <a:lnTo>
                  <a:pt x="275" y="380"/>
                </a:lnTo>
                <a:lnTo>
                  <a:pt x="276" y="382"/>
                </a:lnTo>
                <a:lnTo>
                  <a:pt x="275" y="382"/>
                </a:lnTo>
                <a:lnTo>
                  <a:pt x="275" y="384"/>
                </a:lnTo>
                <a:lnTo>
                  <a:pt x="276" y="386"/>
                </a:lnTo>
                <a:lnTo>
                  <a:pt x="277" y="385"/>
                </a:lnTo>
                <a:lnTo>
                  <a:pt x="277" y="384"/>
                </a:lnTo>
                <a:lnTo>
                  <a:pt x="278" y="384"/>
                </a:lnTo>
                <a:lnTo>
                  <a:pt x="278" y="385"/>
                </a:lnTo>
                <a:lnTo>
                  <a:pt x="279" y="386"/>
                </a:lnTo>
                <a:lnTo>
                  <a:pt x="279" y="388"/>
                </a:lnTo>
                <a:lnTo>
                  <a:pt x="278" y="389"/>
                </a:lnTo>
                <a:lnTo>
                  <a:pt x="280" y="390"/>
                </a:lnTo>
                <a:lnTo>
                  <a:pt x="280" y="392"/>
                </a:lnTo>
                <a:lnTo>
                  <a:pt x="280" y="393"/>
                </a:lnTo>
                <a:lnTo>
                  <a:pt x="280" y="394"/>
                </a:lnTo>
                <a:lnTo>
                  <a:pt x="282" y="395"/>
                </a:lnTo>
                <a:lnTo>
                  <a:pt x="282" y="396"/>
                </a:lnTo>
                <a:lnTo>
                  <a:pt x="282" y="397"/>
                </a:lnTo>
                <a:lnTo>
                  <a:pt x="281" y="397"/>
                </a:lnTo>
                <a:lnTo>
                  <a:pt x="280" y="397"/>
                </a:lnTo>
                <a:lnTo>
                  <a:pt x="280" y="398"/>
                </a:lnTo>
                <a:lnTo>
                  <a:pt x="280" y="399"/>
                </a:lnTo>
                <a:lnTo>
                  <a:pt x="280" y="400"/>
                </a:lnTo>
                <a:lnTo>
                  <a:pt x="280" y="402"/>
                </a:lnTo>
                <a:lnTo>
                  <a:pt x="280" y="403"/>
                </a:lnTo>
                <a:lnTo>
                  <a:pt x="279" y="404"/>
                </a:lnTo>
                <a:lnTo>
                  <a:pt x="279" y="405"/>
                </a:lnTo>
                <a:lnTo>
                  <a:pt x="278" y="405"/>
                </a:lnTo>
                <a:lnTo>
                  <a:pt x="279" y="408"/>
                </a:lnTo>
                <a:lnTo>
                  <a:pt x="280" y="409"/>
                </a:lnTo>
                <a:lnTo>
                  <a:pt x="280" y="410"/>
                </a:lnTo>
                <a:lnTo>
                  <a:pt x="279" y="410"/>
                </a:lnTo>
                <a:lnTo>
                  <a:pt x="278" y="409"/>
                </a:lnTo>
                <a:lnTo>
                  <a:pt x="277" y="408"/>
                </a:lnTo>
                <a:lnTo>
                  <a:pt x="276" y="408"/>
                </a:lnTo>
                <a:lnTo>
                  <a:pt x="276" y="409"/>
                </a:lnTo>
                <a:lnTo>
                  <a:pt x="275" y="407"/>
                </a:lnTo>
                <a:lnTo>
                  <a:pt x="274" y="407"/>
                </a:lnTo>
                <a:lnTo>
                  <a:pt x="272" y="407"/>
                </a:lnTo>
                <a:lnTo>
                  <a:pt x="272" y="408"/>
                </a:lnTo>
                <a:lnTo>
                  <a:pt x="272" y="409"/>
                </a:lnTo>
                <a:lnTo>
                  <a:pt x="271" y="409"/>
                </a:lnTo>
                <a:lnTo>
                  <a:pt x="270" y="408"/>
                </a:lnTo>
                <a:lnTo>
                  <a:pt x="269" y="408"/>
                </a:lnTo>
                <a:lnTo>
                  <a:pt x="269" y="409"/>
                </a:lnTo>
                <a:lnTo>
                  <a:pt x="268" y="410"/>
                </a:lnTo>
                <a:lnTo>
                  <a:pt x="267" y="410"/>
                </a:lnTo>
                <a:lnTo>
                  <a:pt x="265" y="411"/>
                </a:lnTo>
                <a:lnTo>
                  <a:pt x="265" y="412"/>
                </a:lnTo>
                <a:lnTo>
                  <a:pt x="266" y="413"/>
                </a:lnTo>
                <a:lnTo>
                  <a:pt x="266" y="414"/>
                </a:lnTo>
                <a:lnTo>
                  <a:pt x="267" y="415"/>
                </a:lnTo>
                <a:lnTo>
                  <a:pt x="265" y="416"/>
                </a:lnTo>
                <a:lnTo>
                  <a:pt x="265" y="415"/>
                </a:lnTo>
                <a:lnTo>
                  <a:pt x="264" y="415"/>
                </a:lnTo>
                <a:lnTo>
                  <a:pt x="262" y="416"/>
                </a:lnTo>
                <a:lnTo>
                  <a:pt x="262" y="417"/>
                </a:lnTo>
                <a:lnTo>
                  <a:pt x="262" y="418"/>
                </a:lnTo>
                <a:lnTo>
                  <a:pt x="263" y="419"/>
                </a:lnTo>
                <a:lnTo>
                  <a:pt x="263" y="424"/>
                </a:lnTo>
                <a:lnTo>
                  <a:pt x="262" y="425"/>
                </a:lnTo>
                <a:lnTo>
                  <a:pt x="261" y="425"/>
                </a:lnTo>
                <a:lnTo>
                  <a:pt x="260" y="426"/>
                </a:lnTo>
                <a:lnTo>
                  <a:pt x="259" y="426"/>
                </a:lnTo>
                <a:lnTo>
                  <a:pt x="258" y="426"/>
                </a:lnTo>
                <a:lnTo>
                  <a:pt x="257" y="425"/>
                </a:lnTo>
                <a:lnTo>
                  <a:pt x="257" y="426"/>
                </a:lnTo>
                <a:lnTo>
                  <a:pt x="257" y="427"/>
                </a:lnTo>
                <a:lnTo>
                  <a:pt x="257" y="428"/>
                </a:lnTo>
                <a:lnTo>
                  <a:pt x="257" y="429"/>
                </a:lnTo>
                <a:lnTo>
                  <a:pt x="257" y="430"/>
                </a:lnTo>
                <a:lnTo>
                  <a:pt x="258" y="430"/>
                </a:lnTo>
                <a:lnTo>
                  <a:pt x="259" y="431"/>
                </a:lnTo>
                <a:lnTo>
                  <a:pt x="260" y="432"/>
                </a:lnTo>
                <a:lnTo>
                  <a:pt x="259" y="432"/>
                </a:lnTo>
                <a:lnTo>
                  <a:pt x="258" y="433"/>
                </a:lnTo>
                <a:lnTo>
                  <a:pt x="258" y="434"/>
                </a:lnTo>
                <a:lnTo>
                  <a:pt x="259" y="434"/>
                </a:lnTo>
                <a:lnTo>
                  <a:pt x="258" y="435"/>
                </a:lnTo>
                <a:lnTo>
                  <a:pt x="257" y="436"/>
                </a:lnTo>
                <a:lnTo>
                  <a:pt x="255" y="436"/>
                </a:lnTo>
                <a:lnTo>
                  <a:pt x="254" y="435"/>
                </a:lnTo>
                <a:lnTo>
                  <a:pt x="253" y="435"/>
                </a:lnTo>
                <a:lnTo>
                  <a:pt x="252" y="434"/>
                </a:lnTo>
                <a:lnTo>
                  <a:pt x="252" y="433"/>
                </a:lnTo>
                <a:lnTo>
                  <a:pt x="251" y="433"/>
                </a:lnTo>
                <a:lnTo>
                  <a:pt x="251" y="436"/>
                </a:lnTo>
                <a:lnTo>
                  <a:pt x="250" y="436"/>
                </a:lnTo>
                <a:lnTo>
                  <a:pt x="249" y="435"/>
                </a:lnTo>
                <a:lnTo>
                  <a:pt x="249" y="434"/>
                </a:lnTo>
                <a:lnTo>
                  <a:pt x="248" y="433"/>
                </a:lnTo>
                <a:lnTo>
                  <a:pt x="247" y="433"/>
                </a:lnTo>
                <a:lnTo>
                  <a:pt x="247" y="434"/>
                </a:lnTo>
                <a:lnTo>
                  <a:pt x="248" y="435"/>
                </a:lnTo>
                <a:lnTo>
                  <a:pt x="248" y="436"/>
                </a:lnTo>
                <a:lnTo>
                  <a:pt x="248" y="437"/>
                </a:lnTo>
                <a:lnTo>
                  <a:pt x="249" y="437"/>
                </a:lnTo>
                <a:lnTo>
                  <a:pt x="250" y="438"/>
                </a:lnTo>
                <a:lnTo>
                  <a:pt x="250" y="437"/>
                </a:lnTo>
                <a:lnTo>
                  <a:pt x="251" y="437"/>
                </a:lnTo>
                <a:lnTo>
                  <a:pt x="252" y="437"/>
                </a:lnTo>
                <a:lnTo>
                  <a:pt x="252" y="438"/>
                </a:lnTo>
                <a:lnTo>
                  <a:pt x="253" y="440"/>
                </a:lnTo>
                <a:lnTo>
                  <a:pt x="254" y="440"/>
                </a:lnTo>
                <a:lnTo>
                  <a:pt x="254" y="441"/>
                </a:lnTo>
                <a:lnTo>
                  <a:pt x="253" y="441"/>
                </a:lnTo>
                <a:lnTo>
                  <a:pt x="253" y="442"/>
                </a:lnTo>
                <a:lnTo>
                  <a:pt x="254" y="442"/>
                </a:lnTo>
                <a:lnTo>
                  <a:pt x="255" y="442"/>
                </a:lnTo>
                <a:lnTo>
                  <a:pt x="256" y="442"/>
                </a:lnTo>
                <a:lnTo>
                  <a:pt x="256" y="443"/>
                </a:lnTo>
                <a:lnTo>
                  <a:pt x="257" y="443"/>
                </a:lnTo>
                <a:lnTo>
                  <a:pt x="257" y="444"/>
                </a:lnTo>
                <a:lnTo>
                  <a:pt x="258" y="445"/>
                </a:lnTo>
                <a:lnTo>
                  <a:pt x="259" y="445"/>
                </a:lnTo>
                <a:lnTo>
                  <a:pt x="261" y="445"/>
                </a:lnTo>
                <a:lnTo>
                  <a:pt x="261" y="446"/>
                </a:lnTo>
                <a:lnTo>
                  <a:pt x="261" y="447"/>
                </a:lnTo>
                <a:lnTo>
                  <a:pt x="262" y="448"/>
                </a:lnTo>
                <a:lnTo>
                  <a:pt x="262" y="447"/>
                </a:lnTo>
                <a:lnTo>
                  <a:pt x="263" y="447"/>
                </a:lnTo>
                <a:lnTo>
                  <a:pt x="263" y="446"/>
                </a:lnTo>
                <a:lnTo>
                  <a:pt x="263" y="445"/>
                </a:lnTo>
                <a:lnTo>
                  <a:pt x="264" y="446"/>
                </a:lnTo>
                <a:lnTo>
                  <a:pt x="264" y="447"/>
                </a:lnTo>
                <a:lnTo>
                  <a:pt x="265" y="447"/>
                </a:lnTo>
                <a:lnTo>
                  <a:pt x="266" y="448"/>
                </a:lnTo>
                <a:lnTo>
                  <a:pt x="267" y="449"/>
                </a:lnTo>
                <a:lnTo>
                  <a:pt x="266" y="451"/>
                </a:lnTo>
                <a:lnTo>
                  <a:pt x="266" y="452"/>
                </a:lnTo>
                <a:lnTo>
                  <a:pt x="265" y="452"/>
                </a:lnTo>
                <a:lnTo>
                  <a:pt x="264" y="453"/>
                </a:lnTo>
                <a:lnTo>
                  <a:pt x="264" y="454"/>
                </a:lnTo>
                <a:lnTo>
                  <a:pt x="264" y="455"/>
                </a:lnTo>
                <a:lnTo>
                  <a:pt x="265" y="456"/>
                </a:lnTo>
                <a:lnTo>
                  <a:pt x="265" y="457"/>
                </a:lnTo>
                <a:lnTo>
                  <a:pt x="264" y="458"/>
                </a:lnTo>
                <a:lnTo>
                  <a:pt x="264" y="457"/>
                </a:lnTo>
                <a:lnTo>
                  <a:pt x="264" y="456"/>
                </a:lnTo>
                <a:lnTo>
                  <a:pt x="263" y="456"/>
                </a:lnTo>
                <a:lnTo>
                  <a:pt x="263" y="457"/>
                </a:lnTo>
                <a:lnTo>
                  <a:pt x="263" y="458"/>
                </a:lnTo>
                <a:lnTo>
                  <a:pt x="263" y="459"/>
                </a:lnTo>
                <a:lnTo>
                  <a:pt x="262" y="459"/>
                </a:lnTo>
                <a:lnTo>
                  <a:pt x="262" y="460"/>
                </a:lnTo>
                <a:lnTo>
                  <a:pt x="263" y="460"/>
                </a:lnTo>
                <a:lnTo>
                  <a:pt x="264" y="460"/>
                </a:lnTo>
                <a:lnTo>
                  <a:pt x="266" y="461"/>
                </a:lnTo>
                <a:lnTo>
                  <a:pt x="267" y="461"/>
                </a:lnTo>
                <a:lnTo>
                  <a:pt x="268" y="464"/>
                </a:lnTo>
                <a:lnTo>
                  <a:pt x="266" y="465"/>
                </a:lnTo>
                <a:lnTo>
                  <a:pt x="265" y="464"/>
                </a:lnTo>
                <a:lnTo>
                  <a:pt x="265" y="465"/>
                </a:lnTo>
                <a:lnTo>
                  <a:pt x="265" y="466"/>
                </a:lnTo>
                <a:lnTo>
                  <a:pt x="265" y="467"/>
                </a:lnTo>
                <a:lnTo>
                  <a:pt x="265" y="468"/>
                </a:lnTo>
                <a:lnTo>
                  <a:pt x="265" y="471"/>
                </a:lnTo>
                <a:lnTo>
                  <a:pt x="264" y="472"/>
                </a:lnTo>
                <a:lnTo>
                  <a:pt x="264" y="473"/>
                </a:lnTo>
                <a:lnTo>
                  <a:pt x="263" y="474"/>
                </a:lnTo>
                <a:lnTo>
                  <a:pt x="263" y="473"/>
                </a:lnTo>
                <a:lnTo>
                  <a:pt x="262" y="473"/>
                </a:lnTo>
                <a:lnTo>
                  <a:pt x="261" y="473"/>
                </a:lnTo>
                <a:lnTo>
                  <a:pt x="260" y="473"/>
                </a:lnTo>
                <a:lnTo>
                  <a:pt x="260" y="474"/>
                </a:lnTo>
                <a:lnTo>
                  <a:pt x="261" y="474"/>
                </a:lnTo>
                <a:lnTo>
                  <a:pt x="261" y="475"/>
                </a:lnTo>
                <a:lnTo>
                  <a:pt x="262" y="476"/>
                </a:lnTo>
                <a:lnTo>
                  <a:pt x="262" y="477"/>
                </a:lnTo>
                <a:lnTo>
                  <a:pt x="263" y="478"/>
                </a:lnTo>
                <a:lnTo>
                  <a:pt x="264" y="480"/>
                </a:lnTo>
                <a:lnTo>
                  <a:pt x="265" y="480"/>
                </a:lnTo>
                <a:lnTo>
                  <a:pt x="266" y="480"/>
                </a:lnTo>
                <a:lnTo>
                  <a:pt x="268" y="481"/>
                </a:lnTo>
                <a:lnTo>
                  <a:pt x="269" y="482"/>
                </a:lnTo>
                <a:lnTo>
                  <a:pt x="270" y="482"/>
                </a:lnTo>
                <a:lnTo>
                  <a:pt x="271" y="481"/>
                </a:lnTo>
                <a:lnTo>
                  <a:pt x="271" y="480"/>
                </a:lnTo>
                <a:lnTo>
                  <a:pt x="272" y="480"/>
                </a:lnTo>
                <a:lnTo>
                  <a:pt x="272" y="479"/>
                </a:lnTo>
                <a:lnTo>
                  <a:pt x="271" y="479"/>
                </a:lnTo>
                <a:lnTo>
                  <a:pt x="271" y="478"/>
                </a:lnTo>
                <a:lnTo>
                  <a:pt x="271" y="477"/>
                </a:lnTo>
                <a:lnTo>
                  <a:pt x="271" y="476"/>
                </a:lnTo>
                <a:lnTo>
                  <a:pt x="272" y="477"/>
                </a:lnTo>
                <a:lnTo>
                  <a:pt x="273" y="477"/>
                </a:lnTo>
                <a:lnTo>
                  <a:pt x="274" y="478"/>
                </a:lnTo>
                <a:lnTo>
                  <a:pt x="275" y="478"/>
                </a:lnTo>
                <a:lnTo>
                  <a:pt x="276" y="480"/>
                </a:lnTo>
                <a:lnTo>
                  <a:pt x="276" y="479"/>
                </a:lnTo>
                <a:lnTo>
                  <a:pt x="276" y="478"/>
                </a:lnTo>
                <a:lnTo>
                  <a:pt x="276" y="477"/>
                </a:lnTo>
                <a:lnTo>
                  <a:pt x="276" y="476"/>
                </a:lnTo>
                <a:lnTo>
                  <a:pt x="277" y="476"/>
                </a:lnTo>
                <a:lnTo>
                  <a:pt x="277" y="479"/>
                </a:lnTo>
                <a:lnTo>
                  <a:pt x="278" y="479"/>
                </a:lnTo>
                <a:lnTo>
                  <a:pt x="280" y="480"/>
                </a:lnTo>
                <a:lnTo>
                  <a:pt x="281" y="480"/>
                </a:lnTo>
                <a:lnTo>
                  <a:pt x="281" y="479"/>
                </a:lnTo>
                <a:lnTo>
                  <a:pt x="281" y="478"/>
                </a:lnTo>
                <a:lnTo>
                  <a:pt x="281" y="477"/>
                </a:lnTo>
                <a:lnTo>
                  <a:pt x="282" y="478"/>
                </a:lnTo>
                <a:lnTo>
                  <a:pt x="282" y="481"/>
                </a:lnTo>
                <a:lnTo>
                  <a:pt x="283" y="481"/>
                </a:lnTo>
                <a:lnTo>
                  <a:pt x="283" y="480"/>
                </a:lnTo>
                <a:lnTo>
                  <a:pt x="285" y="480"/>
                </a:lnTo>
                <a:lnTo>
                  <a:pt x="286" y="479"/>
                </a:lnTo>
                <a:lnTo>
                  <a:pt x="287" y="479"/>
                </a:lnTo>
                <a:lnTo>
                  <a:pt x="288" y="482"/>
                </a:lnTo>
                <a:lnTo>
                  <a:pt x="288" y="483"/>
                </a:lnTo>
                <a:lnTo>
                  <a:pt x="288" y="484"/>
                </a:lnTo>
                <a:lnTo>
                  <a:pt x="290" y="485"/>
                </a:lnTo>
                <a:lnTo>
                  <a:pt x="292" y="485"/>
                </a:lnTo>
                <a:lnTo>
                  <a:pt x="292" y="484"/>
                </a:lnTo>
                <a:lnTo>
                  <a:pt x="293" y="485"/>
                </a:lnTo>
                <a:lnTo>
                  <a:pt x="294" y="486"/>
                </a:lnTo>
                <a:lnTo>
                  <a:pt x="295" y="487"/>
                </a:lnTo>
                <a:lnTo>
                  <a:pt x="296" y="488"/>
                </a:lnTo>
                <a:lnTo>
                  <a:pt x="297" y="488"/>
                </a:lnTo>
                <a:lnTo>
                  <a:pt x="297" y="487"/>
                </a:lnTo>
                <a:lnTo>
                  <a:pt x="297" y="486"/>
                </a:lnTo>
                <a:lnTo>
                  <a:pt x="299" y="486"/>
                </a:lnTo>
                <a:lnTo>
                  <a:pt x="300" y="486"/>
                </a:lnTo>
                <a:lnTo>
                  <a:pt x="300" y="487"/>
                </a:lnTo>
                <a:lnTo>
                  <a:pt x="301" y="488"/>
                </a:lnTo>
                <a:lnTo>
                  <a:pt x="301" y="487"/>
                </a:lnTo>
                <a:lnTo>
                  <a:pt x="302" y="487"/>
                </a:lnTo>
                <a:lnTo>
                  <a:pt x="303" y="487"/>
                </a:lnTo>
                <a:lnTo>
                  <a:pt x="304" y="486"/>
                </a:lnTo>
                <a:lnTo>
                  <a:pt x="304" y="485"/>
                </a:lnTo>
                <a:lnTo>
                  <a:pt x="305" y="487"/>
                </a:lnTo>
                <a:lnTo>
                  <a:pt x="305" y="488"/>
                </a:lnTo>
                <a:lnTo>
                  <a:pt x="305" y="489"/>
                </a:lnTo>
                <a:lnTo>
                  <a:pt x="306" y="489"/>
                </a:lnTo>
                <a:lnTo>
                  <a:pt x="306" y="490"/>
                </a:lnTo>
                <a:lnTo>
                  <a:pt x="306" y="489"/>
                </a:lnTo>
                <a:lnTo>
                  <a:pt x="307" y="489"/>
                </a:lnTo>
                <a:lnTo>
                  <a:pt x="308" y="491"/>
                </a:lnTo>
                <a:lnTo>
                  <a:pt x="308" y="492"/>
                </a:lnTo>
                <a:lnTo>
                  <a:pt x="309" y="492"/>
                </a:lnTo>
                <a:lnTo>
                  <a:pt x="309" y="493"/>
                </a:lnTo>
                <a:lnTo>
                  <a:pt x="310" y="493"/>
                </a:lnTo>
                <a:lnTo>
                  <a:pt x="310" y="494"/>
                </a:lnTo>
                <a:lnTo>
                  <a:pt x="311" y="495"/>
                </a:lnTo>
                <a:lnTo>
                  <a:pt x="312" y="494"/>
                </a:lnTo>
                <a:lnTo>
                  <a:pt x="313" y="496"/>
                </a:lnTo>
                <a:lnTo>
                  <a:pt x="314" y="498"/>
                </a:lnTo>
                <a:lnTo>
                  <a:pt x="313" y="499"/>
                </a:lnTo>
                <a:lnTo>
                  <a:pt x="313" y="500"/>
                </a:lnTo>
                <a:lnTo>
                  <a:pt x="314" y="500"/>
                </a:lnTo>
                <a:lnTo>
                  <a:pt x="315" y="500"/>
                </a:lnTo>
                <a:lnTo>
                  <a:pt x="316" y="499"/>
                </a:lnTo>
                <a:lnTo>
                  <a:pt x="316" y="501"/>
                </a:lnTo>
                <a:lnTo>
                  <a:pt x="316" y="502"/>
                </a:lnTo>
                <a:lnTo>
                  <a:pt x="316" y="503"/>
                </a:lnTo>
                <a:lnTo>
                  <a:pt x="317" y="502"/>
                </a:lnTo>
                <a:lnTo>
                  <a:pt x="317" y="501"/>
                </a:lnTo>
                <a:lnTo>
                  <a:pt x="318" y="501"/>
                </a:lnTo>
                <a:lnTo>
                  <a:pt x="318" y="502"/>
                </a:lnTo>
                <a:lnTo>
                  <a:pt x="317" y="504"/>
                </a:lnTo>
                <a:lnTo>
                  <a:pt x="318" y="505"/>
                </a:lnTo>
                <a:lnTo>
                  <a:pt x="319" y="506"/>
                </a:lnTo>
                <a:lnTo>
                  <a:pt x="320" y="509"/>
                </a:lnTo>
                <a:lnTo>
                  <a:pt x="319" y="510"/>
                </a:lnTo>
                <a:lnTo>
                  <a:pt x="318" y="510"/>
                </a:lnTo>
                <a:lnTo>
                  <a:pt x="317" y="511"/>
                </a:lnTo>
                <a:lnTo>
                  <a:pt x="317" y="512"/>
                </a:lnTo>
                <a:lnTo>
                  <a:pt x="318" y="513"/>
                </a:lnTo>
                <a:lnTo>
                  <a:pt x="318" y="515"/>
                </a:lnTo>
                <a:lnTo>
                  <a:pt x="317" y="516"/>
                </a:lnTo>
                <a:lnTo>
                  <a:pt x="316" y="516"/>
                </a:lnTo>
                <a:lnTo>
                  <a:pt x="316" y="517"/>
                </a:lnTo>
                <a:lnTo>
                  <a:pt x="316" y="518"/>
                </a:lnTo>
                <a:lnTo>
                  <a:pt x="317" y="519"/>
                </a:lnTo>
                <a:lnTo>
                  <a:pt x="318" y="519"/>
                </a:lnTo>
                <a:lnTo>
                  <a:pt x="319" y="519"/>
                </a:lnTo>
                <a:lnTo>
                  <a:pt x="319" y="520"/>
                </a:lnTo>
                <a:lnTo>
                  <a:pt x="319" y="522"/>
                </a:lnTo>
                <a:lnTo>
                  <a:pt x="318" y="522"/>
                </a:lnTo>
                <a:lnTo>
                  <a:pt x="318" y="523"/>
                </a:lnTo>
                <a:lnTo>
                  <a:pt x="317" y="523"/>
                </a:lnTo>
                <a:lnTo>
                  <a:pt x="317" y="524"/>
                </a:lnTo>
                <a:lnTo>
                  <a:pt x="316" y="525"/>
                </a:lnTo>
                <a:lnTo>
                  <a:pt x="315" y="525"/>
                </a:lnTo>
                <a:lnTo>
                  <a:pt x="315" y="526"/>
                </a:lnTo>
                <a:lnTo>
                  <a:pt x="315" y="527"/>
                </a:lnTo>
                <a:lnTo>
                  <a:pt x="315" y="528"/>
                </a:lnTo>
                <a:lnTo>
                  <a:pt x="315" y="529"/>
                </a:lnTo>
                <a:lnTo>
                  <a:pt x="314" y="529"/>
                </a:lnTo>
                <a:lnTo>
                  <a:pt x="314" y="528"/>
                </a:lnTo>
                <a:lnTo>
                  <a:pt x="313" y="528"/>
                </a:lnTo>
                <a:lnTo>
                  <a:pt x="314" y="527"/>
                </a:lnTo>
                <a:lnTo>
                  <a:pt x="315" y="526"/>
                </a:lnTo>
                <a:lnTo>
                  <a:pt x="314" y="525"/>
                </a:lnTo>
                <a:lnTo>
                  <a:pt x="313" y="526"/>
                </a:lnTo>
                <a:lnTo>
                  <a:pt x="312" y="526"/>
                </a:lnTo>
                <a:lnTo>
                  <a:pt x="312" y="525"/>
                </a:lnTo>
                <a:lnTo>
                  <a:pt x="312" y="526"/>
                </a:lnTo>
                <a:lnTo>
                  <a:pt x="313" y="526"/>
                </a:lnTo>
                <a:lnTo>
                  <a:pt x="313" y="525"/>
                </a:lnTo>
                <a:lnTo>
                  <a:pt x="312" y="525"/>
                </a:lnTo>
                <a:lnTo>
                  <a:pt x="312" y="527"/>
                </a:lnTo>
                <a:lnTo>
                  <a:pt x="313" y="529"/>
                </a:lnTo>
                <a:lnTo>
                  <a:pt x="314" y="530"/>
                </a:lnTo>
                <a:lnTo>
                  <a:pt x="315" y="530"/>
                </a:lnTo>
                <a:lnTo>
                  <a:pt x="315" y="529"/>
                </a:lnTo>
                <a:lnTo>
                  <a:pt x="316" y="529"/>
                </a:lnTo>
                <a:lnTo>
                  <a:pt x="316" y="528"/>
                </a:lnTo>
                <a:lnTo>
                  <a:pt x="317" y="528"/>
                </a:lnTo>
                <a:lnTo>
                  <a:pt x="318" y="528"/>
                </a:lnTo>
                <a:lnTo>
                  <a:pt x="318" y="529"/>
                </a:lnTo>
                <a:lnTo>
                  <a:pt x="319" y="529"/>
                </a:lnTo>
                <a:lnTo>
                  <a:pt x="318" y="531"/>
                </a:lnTo>
                <a:lnTo>
                  <a:pt x="317" y="532"/>
                </a:lnTo>
                <a:lnTo>
                  <a:pt x="316" y="532"/>
                </a:lnTo>
                <a:lnTo>
                  <a:pt x="315" y="531"/>
                </a:lnTo>
                <a:lnTo>
                  <a:pt x="314" y="532"/>
                </a:lnTo>
                <a:lnTo>
                  <a:pt x="314" y="533"/>
                </a:lnTo>
                <a:lnTo>
                  <a:pt x="314" y="534"/>
                </a:lnTo>
                <a:lnTo>
                  <a:pt x="313" y="533"/>
                </a:lnTo>
                <a:lnTo>
                  <a:pt x="312" y="533"/>
                </a:lnTo>
                <a:lnTo>
                  <a:pt x="311" y="534"/>
                </a:lnTo>
                <a:lnTo>
                  <a:pt x="310" y="534"/>
                </a:lnTo>
                <a:lnTo>
                  <a:pt x="310" y="535"/>
                </a:lnTo>
                <a:lnTo>
                  <a:pt x="309" y="535"/>
                </a:lnTo>
                <a:lnTo>
                  <a:pt x="309" y="537"/>
                </a:lnTo>
                <a:lnTo>
                  <a:pt x="308" y="537"/>
                </a:lnTo>
                <a:lnTo>
                  <a:pt x="307" y="538"/>
                </a:lnTo>
                <a:lnTo>
                  <a:pt x="308" y="538"/>
                </a:lnTo>
                <a:lnTo>
                  <a:pt x="308" y="539"/>
                </a:lnTo>
                <a:lnTo>
                  <a:pt x="309" y="539"/>
                </a:lnTo>
                <a:lnTo>
                  <a:pt x="310" y="539"/>
                </a:lnTo>
                <a:lnTo>
                  <a:pt x="310" y="538"/>
                </a:lnTo>
                <a:lnTo>
                  <a:pt x="311" y="538"/>
                </a:lnTo>
                <a:lnTo>
                  <a:pt x="311" y="539"/>
                </a:lnTo>
                <a:lnTo>
                  <a:pt x="311" y="541"/>
                </a:lnTo>
                <a:lnTo>
                  <a:pt x="311" y="540"/>
                </a:lnTo>
                <a:lnTo>
                  <a:pt x="310" y="540"/>
                </a:lnTo>
                <a:lnTo>
                  <a:pt x="309" y="540"/>
                </a:lnTo>
                <a:lnTo>
                  <a:pt x="309" y="541"/>
                </a:lnTo>
                <a:lnTo>
                  <a:pt x="310" y="543"/>
                </a:lnTo>
                <a:lnTo>
                  <a:pt x="311" y="543"/>
                </a:lnTo>
                <a:lnTo>
                  <a:pt x="312" y="544"/>
                </a:lnTo>
                <a:lnTo>
                  <a:pt x="312" y="545"/>
                </a:lnTo>
                <a:lnTo>
                  <a:pt x="312" y="546"/>
                </a:lnTo>
                <a:lnTo>
                  <a:pt x="313" y="546"/>
                </a:lnTo>
                <a:lnTo>
                  <a:pt x="313" y="547"/>
                </a:lnTo>
                <a:lnTo>
                  <a:pt x="314" y="547"/>
                </a:lnTo>
                <a:lnTo>
                  <a:pt x="314" y="546"/>
                </a:lnTo>
                <a:lnTo>
                  <a:pt x="315" y="546"/>
                </a:lnTo>
                <a:lnTo>
                  <a:pt x="315" y="547"/>
                </a:lnTo>
                <a:lnTo>
                  <a:pt x="316" y="548"/>
                </a:lnTo>
                <a:lnTo>
                  <a:pt x="317" y="549"/>
                </a:lnTo>
                <a:lnTo>
                  <a:pt x="317" y="550"/>
                </a:lnTo>
                <a:lnTo>
                  <a:pt x="316" y="550"/>
                </a:lnTo>
                <a:lnTo>
                  <a:pt x="316" y="551"/>
                </a:lnTo>
                <a:lnTo>
                  <a:pt x="316" y="550"/>
                </a:lnTo>
                <a:lnTo>
                  <a:pt x="315" y="550"/>
                </a:lnTo>
                <a:lnTo>
                  <a:pt x="313" y="549"/>
                </a:lnTo>
                <a:lnTo>
                  <a:pt x="312" y="549"/>
                </a:lnTo>
                <a:lnTo>
                  <a:pt x="312" y="550"/>
                </a:lnTo>
                <a:lnTo>
                  <a:pt x="313" y="550"/>
                </a:lnTo>
                <a:lnTo>
                  <a:pt x="313" y="551"/>
                </a:lnTo>
                <a:lnTo>
                  <a:pt x="314" y="551"/>
                </a:lnTo>
                <a:lnTo>
                  <a:pt x="315" y="552"/>
                </a:lnTo>
                <a:lnTo>
                  <a:pt x="315" y="553"/>
                </a:lnTo>
                <a:lnTo>
                  <a:pt x="315" y="555"/>
                </a:lnTo>
                <a:lnTo>
                  <a:pt x="315" y="556"/>
                </a:lnTo>
                <a:lnTo>
                  <a:pt x="314" y="555"/>
                </a:lnTo>
                <a:lnTo>
                  <a:pt x="313" y="555"/>
                </a:lnTo>
                <a:lnTo>
                  <a:pt x="313" y="556"/>
                </a:lnTo>
                <a:lnTo>
                  <a:pt x="313" y="557"/>
                </a:lnTo>
                <a:lnTo>
                  <a:pt x="312" y="557"/>
                </a:lnTo>
                <a:lnTo>
                  <a:pt x="312" y="556"/>
                </a:lnTo>
                <a:lnTo>
                  <a:pt x="312" y="555"/>
                </a:lnTo>
                <a:lnTo>
                  <a:pt x="311" y="554"/>
                </a:lnTo>
                <a:lnTo>
                  <a:pt x="310" y="554"/>
                </a:lnTo>
                <a:lnTo>
                  <a:pt x="310" y="555"/>
                </a:lnTo>
                <a:lnTo>
                  <a:pt x="310" y="556"/>
                </a:lnTo>
                <a:lnTo>
                  <a:pt x="309" y="558"/>
                </a:lnTo>
                <a:lnTo>
                  <a:pt x="310" y="559"/>
                </a:lnTo>
                <a:lnTo>
                  <a:pt x="310" y="560"/>
                </a:lnTo>
                <a:lnTo>
                  <a:pt x="309" y="561"/>
                </a:lnTo>
                <a:lnTo>
                  <a:pt x="309" y="560"/>
                </a:lnTo>
                <a:lnTo>
                  <a:pt x="308" y="560"/>
                </a:lnTo>
                <a:lnTo>
                  <a:pt x="304" y="559"/>
                </a:lnTo>
                <a:lnTo>
                  <a:pt x="304" y="560"/>
                </a:lnTo>
                <a:lnTo>
                  <a:pt x="304" y="561"/>
                </a:lnTo>
                <a:lnTo>
                  <a:pt x="304" y="562"/>
                </a:lnTo>
                <a:lnTo>
                  <a:pt x="304" y="564"/>
                </a:lnTo>
                <a:lnTo>
                  <a:pt x="303" y="565"/>
                </a:lnTo>
                <a:lnTo>
                  <a:pt x="302" y="565"/>
                </a:lnTo>
                <a:lnTo>
                  <a:pt x="301" y="565"/>
                </a:lnTo>
                <a:lnTo>
                  <a:pt x="301" y="564"/>
                </a:lnTo>
                <a:lnTo>
                  <a:pt x="301" y="563"/>
                </a:lnTo>
                <a:lnTo>
                  <a:pt x="300" y="563"/>
                </a:lnTo>
                <a:lnTo>
                  <a:pt x="298" y="563"/>
                </a:lnTo>
                <a:lnTo>
                  <a:pt x="298" y="562"/>
                </a:lnTo>
                <a:lnTo>
                  <a:pt x="296" y="563"/>
                </a:lnTo>
                <a:lnTo>
                  <a:pt x="295" y="565"/>
                </a:lnTo>
                <a:lnTo>
                  <a:pt x="295" y="566"/>
                </a:lnTo>
                <a:lnTo>
                  <a:pt x="294" y="566"/>
                </a:lnTo>
                <a:lnTo>
                  <a:pt x="295" y="567"/>
                </a:lnTo>
                <a:lnTo>
                  <a:pt x="296" y="567"/>
                </a:lnTo>
                <a:lnTo>
                  <a:pt x="296" y="568"/>
                </a:lnTo>
                <a:lnTo>
                  <a:pt x="295" y="568"/>
                </a:lnTo>
                <a:lnTo>
                  <a:pt x="294" y="569"/>
                </a:lnTo>
                <a:lnTo>
                  <a:pt x="293" y="569"/>
                </a:lnTo>
                <a:lnTo>
                  <a:pt x="293" y="568"/>
                </a:lnTo>
                <a:lnTo>
                  <a:pt x="293" y="567"/>
                </a:lnTo>
                <a:lnTo>
                  <a:pt x="292" y="567"/>
                </a:lnTo>
                <a:lnTo>
                  <a:pt x="291" y="567"/>
                </a:lnTo>
                <a:lnTo>
                  <a:pt x="291" y="566"/>
                </a:lnTo>
                <a:lnTo>
                  <a:pt x="292" y="566"/>
                </a:lnTo>
                <a:lnTo>
                  <a:pt x="290" y="565"/>
                </a:lnTo>
                <a:lnTo>
                  <a:pt x="289" y="565"/>
                </a:lnTo>
                <a:lnTo>
                  <a:pt x="289" y="564"/>
                </a:lnTo>
                <a:lnTo>
                  <a:pt x="289" y="563"/>
                </a:lnTo>
                <a:lnTo>
                  <a:pt x="288" y="562"/>
                </a:lnTo>
                <a:lnTo>
                  <a:pt x="287" y="562"/>
                </a:lnTo>
                <a:lnTo>
                  <a:pt x="287" y="563"/>
                </a:lnTo>
                <a:lnTo>
                  <a:pt x="286" y="563"/>
                </a:lnTo>
                <a:lnTo>
                  <a:pt x="286" y="564"/>
                </a:lnTo>
                <a:lnTo>
                  <a:pt x="286" y="565"/>
                </a:lnTo>
                <a:lnTo>
                  <a:pt x="286" y="566"/>
                </a:lnTo>
                <a:lnTo>
                  <a:pt x="286" y="567"/>
                </a:lnTo>
                <a:lnTo>
                  <a:pt x="285" y="566"/>
                </a:lnTo>
                <a:lnTo>
                  <a:pt x="284" y="566"/>
                </a:lnTo>
                <a:lnTo>
                  <a:pt x="284" y="565"/>
                </a:lnTo>
                <a:lnTo>
                  <a:pt x="283" y="565"/>
                </a:lnTo>
                <a:lnTo>
                  <a:pt x="282" y="565"/>
                </a:lnTo>
                <a:lnTo>
                  <a:pt x="281" y="565"/>
                </a:lnTo>
                <a:lnTo>
                  <a:pt x="281" y="564"/>
                </a:lnTo>
                <a:lnTo>
                  <a:pt x="280" y="563"/>
                </a:lnTo>
                <a:lnTo>
                  <a:pt x="280" y="562"/>
                </a:lnTo>
                <a:lnTo>
                  <a:pt x="280" y="561"/>
                </a:lnTo>
                <a:lnTo>
                  <a:pt x="280" y="560"/>
                </a:lnTo>
                <a:lnTo>
                  <a:pt x="279" y="561"/>
                </a:lnTo>
                <a:lnTo>
                  <a:pt x="278" y="561"/>
                </a:lnTo>
                <a:lnTo>
                  <a:pt x="278" y="560"/>
                </a:lnTo>
                <a:lnTo>
                  <a:pt x="277" y="560"/>
                </a:lnTo>
                <a:lnTo>
                  <a:pt x="277" y="561"/>
                </a:lnTo>
                <a:lnTo>
                  <a:pt x="277" y="562"/>
                </a:lnTo>
                <a:lnTo>
                  <a:pt x="278" y="562"/>
                </a:lnTo>
                <a:lnTo>
                  <a:pt x="277" y="563"/>
                </a:lnTo>
                <a:lnTo>
                  <a:pt x="276" y="563"/>
                </a:lnTo>
                <a:lnTo>
                  <a:pt x="274" y="562"/>
                </a:lnTo>
                <a:lnTo>
                  <a:pt x="273" y="561"/>
                </a:lnTo>
                <a:lnTo>
                  <a:pt x="271" y="561"/>
                </a:lnTo>
                <a:lnTo>
                  <a:pt x="269" y="561"/>
                </a:lnTo>
                <a:lnTo>
                  <a:pt x="268" y="561"/>
                </a:lnTo>
                <a:lnTo>
                  <a:pt x="268" y="562"/>
                </a:lnTo>
                <a:lnTo>
                  <a:pt x="268" y="563"/>
                </a:lnTo>
                <a:lnTo>
                  <a:pt x="268" y="562"/>
                </a:lnTo>
                <a:lnTo>
                  <a:pt x="267" y="561"/>
                </a:lnTo>
                <a:lnTo>
                  <a:pt x="266" y="561"/>
                </a:lnTo>
                <a:lnTo>
                  <a:pt x="265" y="561"/>
                </a:lnTo>
                <a:lnTo>
                  <a:pt x="265" y="562"/>
                </a:lnTo>
                <a:lnTo>
                  <a:pt x="264" y="562"/>
                </a:lnTo>
                <a:lnTo>
                  <a:pt x="264" y="563"/>
                </a:lnTo>
                <a:lnTo>
                  <a:pt x="264" y="564"/>
                </a:lnTo>
                <a:lnTo>
                  <a:pt x="263" y="564"/>
                </a:lnTo>
                <a:lnTo>
                  <a:pt x="262" y="564"/>
                </a:lnTo>
                <a:lnTo>
                  <a:pt x="261" y="564"/>
                </a:lnTo>
                <a:lnTo>
                  <a:pt x="261" y="565"/>
                </a:lnTo>
                <a:lnTo>
                  <a:pt x="260" y="566"/>
                </a:lnTo>
                <a:lnTo>
                  <a:pt x="260" y="567"/>
                </a:lnTo>
                <a:lnTo>
                  <a:pt x="259" y="568"/>
                </a:lnTo>
                <a:lnTo>
                  <a:pt x="259" y="569"/>
                </a:lnTo>
                <a:lnTo>
                  <a:pt x="258" y="569"/>
                </a:lnTo>
                <a:lnTo>
                  <a:pt x="258" y="571"/>
                </a:lnTo>
                <a:lnTo>
                  <a:pt x="258" y="573"/>
                </a:lnTo>
                <a:lnTo>
                  <a:pt x="259" y="575"/>
                </a:lnTo>
                <a:lnTo>
                  <a:pt x="260" y="575"/>
                </a:lnTo>
                <a:lnTo>
                  <a:pt x="260" y="576"/>
                </a:lnTo>
                <a:lnTo>
                  <a:pt x="261" y="576"/>
                </a:lnTo>
                <a:lnTo>
                  <a:pt x="261" y="577"/>
                </a:lnTo>
                <a:lnTo>
                  <a:pt x="260" y="577"/>
                </a:lnTo>
                <a:lnTo>
                  <a:pt x="260" y="578"/>
                </a:lnTo>
                <a:lnTo>
                  <a:pt x="261" y="579"/>
                </a:lnTo>
                <a:lnTo>
                  <a:pt x="262" y="579"/>
                </a:lnTo>
                <a:lnTo>
                  <a:pt x="262" y="580"/>
                </a:lnTo>
                <a:lnTo>
                  <a:pt x="261" y="580"/>
                </a:lnTo>
                <a:lnTo>
                  <a:pt x="261" y="581"/>
                </a:lnTo>
                <a:lnTo>
                  <a:pt x="262" y="582"/>
                </a:lnTo>
                <a:lnTo>
                  <a:pt x="262" y="583"/>
                </a:lnTo>
                <a:lnTo>
                  <a:pt x="263" y="583"/>
                </a:lnTo>
                <a:lnTo>
                  <a:pt x="263" y="584"/>
                </a:lnTo>
                <a:lnTo>
                  <a:pt x="263" y="585"/>
                </a:lnTo>
                <a:lnTo>
                  <a:pt x="263" y="586"/>
                </a:lnTo>
                <a:lnTo>
                  <a:pt x="264" y="586"/>
                </a:lnTo>
                <a:lnTo>
                  <a:pt x="263" y="586"/>
                </a:lnTo>
                <a:lnTo>
                  <a:pt x="262" y="586"/>
                </a:lnTo>
                <a:lnTo>
                  <a:pt x="261" y="585"/>
                </a:lnTo>
                <a:lnTo>
                  <a:pt x="261" y="586"/>
                </a:lnTo>
                <a:lnTo>
                  <a:pt x="260" y="587"/>
                </a:lnTo>
                <a:lnTo>
                  <a:pt x="260" y="588"/>
                </a:lnTo>
                <a:lnTo>
                  <a:pt x="260" y="589"/>
                </a:lnTo>
                <a:lnTo>
                  <a:pt x="260" y="590"/>
                </a:lnTo>
                <a:lnTo>
                  <a:pt x="260" y="591"/>
                </a:lnTo>
                <a:lnTo>
                  <a:pt x="260" y="592"/>
                </a:lnTo>
                <a:lnTo>
                  <a:pt x="259" y="593"/>
                </a:lnTo>
                <a:lnTo>
                  <a:pt x="259" y="594"/>
                </a:lnTo>
                <a:lnTo>
                  <a:pt x="259" y="595"/>
                </a:lnTo>
                <a:lnTo>
                  <a:pt x="260" y="595"/>
                </a:lnTo>
                <a:lnTo>
                  <a:pt x="260" y="596"/>
                </a:lnTo>
                <a:lnTo>
                  <a:pt x="260" y="597"/>
                </a:lnTo>
                <a:lnTo>
                  <a:pt x="261" y="597"/>
                </a:lnTo>
                <a:lnTo>
                  <a:pt x="262" y="598"/>
                </a:lnTo>
                <a:lnTo>
                  <a:pt x="262" y="600"/>
                </a:lnTo>
                <a:lnTo>
                  <a:pt x="262" y="601"/>
                </a:lnTo>
                <a:lnTo>
                  <a:pt x="263" y="601"/>
                </a:lnTo>
                <a:lnTo>
                  <a:pt x="264" y="601"/>
                </a:lnTo>
                <a:lnTo>
                  <a:pt x="264" y="600"/>
                </a:lnTo>
                <a:lnTo>
                  <a:pt x="265" y="600"/>
                </a:lnTo>
                <a:lnTo>
                  <a:pt x="265" y="601"/>
                </a:lnTo>
                <a:lnTo>
                  <a:pt x="265" y="602"/>
                </a:lnTo>
                <a:lnTo>
                  <a:pt x="264" y="604"/>
                </a:lnTo>
                <a:lnTo>
                  <a:pt x="264" y="606"/>
                </a:lnTo>
                <a:lnTo>
                  <a:pt x="265" y="607"/>
                </a:lnTo>
                <a:lnTo>
                  <a:pt x="265" y="608"/>
                </a:lnTo>
                <a:lnTo>
                  <a:pt x="266" y="608"/>
                </a:lnTo>
                <a:lnTo>
                  <a:pt x="266" y="609"/>
                </a:lnTo>
                <a:lnTo>
                  <a:pt x="266" y="610"/>
                </a:lnTo>
                <a:lnTo>
                  <a:pt x="267" y="610"/>
                </a:lnTo>
                <a:lnTo>
                  <a:pt x="266" y="612"/>
                </a:lnTo>
                <a:lnTo>
                  <a:pt x="266" y="613"/>
                </a:lnTo>
                <a:lnTo>
                  <a:pt x="265" y="614"/>
                </a:lnTo>
                <a:lnTo>
                  <a:pt x="265" y="615"/>
                </a:lnTo>
                <a:lnTo>
                  <a:pt x="266" y="615"/>
                </a:lnTo>
                <a:lnTo>
                  <a:pt x="266" y="617"/>
                </a:lnTo>
                <a:lnTo>
                  <a:pt x="266" y="618"/>
                </a:lnTo>
                <a:lnTo>
                  <a:pt x="266" y="619"/>
                </a:lnTo>
                <a:lnTo>
                  <a:pt x="267" y="619"/>
                </a:lnTo>
                <a:lnTo>
                  <a:pt x="267" y="620"/>
                </a:lnTo>
                <a:lnTo>
                  <a:pt x="266" y="620"/>
                </a:lnTo>
                <a:lnTo>
                  <a:pt x="265" y="620"/>
                </a:lnTo>
                <a:lnTo>
                  <a:pt x="265" y="621"/>
                </a:lnTo>
                <a:lnTo>
                  <a:pt x="265" y="622"/>
                </a:lnTo>
                <a:lnTo>
                  <a:pt x="265" y="623"/>
                </a:lnTo>
                <a:lnTo>
                  <a:pt x="265" y="624"/>
                </a:lnTo>
                <a:lnTo>
                  <a:pt x="263" y="627"/>
                </a:lnTo>
                <a:lnTo>
                  <a:pt x="261" y="627"/>
                </a:lnTo>
                <a:lnTo>
                  <a:pt x="260" y="628"/>
                </a:lnTo>
                <a:lnTo>
                  <a:pt x="260" y="629"/>
                </a:lnTo>
                <a:lnTo>
                  <a:pt x="259" y="629"/>
                </a:lnTo>
                <a:lnTo>
                  <a:pt x="258" y="630"/>
                </a:lnTo>
                <a:lnTo>
                  <a:pt x="257" y="630"/>
                </a:lnTo>
                <a:lnTo>
                  <a:pt x="257" y="631"/>
                </a:lnTo>
                <a:lnTo>
                  <a:pt x="256" y="632"/>
                </a:lnTo>
                <a:lnTo>
                  <a:pt x="255" y="633"/>
                </a:lnTo>
                <a:lnTo>
                  <a:pt x="254" y="632"/>
                </a:lnTo>
                <a:lnTo>
                  <a:pt x="253" y="633"/>
                </a:lnTo>
                <a:lnTo>
                  <a:pt x="252" y="633"/>
                </a:lnTo>
                <a:lnTo>
                  <a:pt x="251" y="633"/>
                </a:lnTo>
                <a:lnTo>
                  <a:pt x="250" y="633"/>
                </a:lnTo>
                <a:lnTo>
                  <a:pt x="250" y="634"/>
                </a:lnTo>
                <a:lnTo>
                  <a:pt x="251" y="634"/>
                </a:lnTo>
                <a:lnTo>
                  <a:pt x="251" y="635"/>
                </a:lnTo>
                <a:lnTo>
                  <a:pt x="251" y="636"/>
                </a:lnTo>
                <a:lnTo>
                  <a:pt x="251" y="637"/>
                </a:lnTo>
                <a:lnTo>
                  <a:pt x="250" y="638"/>
                </a:lnTo>
                <a:lnTo>
                  <a:pt x="249" y="638"/>
                </a:lnTo>
                <a:lnTo>
                  <a:pt x="249" y="637"/>
                </a:lnTo>
                <a:lnTo>
                  <a:pt x="248" y="636"/>
                </a:lnTo>
                <a:lnTo>
                  <a:pt x="247" y="636"/>
                </a:lnTo>
                <a:lnTo>
                  <a:pt x="246" y="636"/>
                </a:lnTo>
                <a:lnTo>
                  <a:pt x="246" y="635"/>
                </a:lnTo>
                <a:lnTo>
                  <a:pt x="245" y="634"/>
                </a:lnTo>
                <a:lnTo>
                  <a:pt x="245" y="633"/>
                </a:lnTo>
                <a:lnTo>
                  <a:pt x="245" y="632"/>
                </a:lnTo>
                <a:lnTo>
                  <a:pt x="244" y="631"/>
                </a:lnTo>
                <a:lnTo>
                  <a:pt x="243" y="630"/>
                </a:lnTo>
                <a:lnTo>
                  <a:pt x="243" y="631"/>
                </a:lnTo>
                <a:lnTo>
                  <a:pt x="242" y="631"/>
                </a:lnTo>
                <a:lnTo>
                  <a:pt x="241" y="629"/>
                </a:lnTo>
                <a:lnTo>
                  <a:pt x="240" y="628"/>
                </a:lnTo>
                <a:lnTo>
                  <a:pt x="241" y="628"/>
                </a:lnTo>
                <a:lnTo>
                  <a:pt x="241" y="627"/>
                </a:lnTo>
                <a:lnTo>
                  <a:pt x="239" y="624"/>
                </a:lnTo>
                <a:lnTo>
                  <a:pt x="238" y="624"/>
                </a:lnTo>
                <a:lnTo>
                  <a:pt x="237" y="624"/>
                </a:lnTo>
                <a:lnTo>
                  <a:pt x="236" y="623"/>
                </a:lnTo>
                <a:lnTo>
                  <a:pt x="236" y="622"/>
                </a:lnTo>
                <a:lnTo>
                  <a:pt x="236" y="621"/>
                </a:lnTo>
                <a:lnTo>
                  <a:pt x="235" y="621"/>
                </a:lnTo>
                <a:lnTo>
                  <a:pt x="235" y="620"/>
                </a:lnTo>
                <a:lnTo>
                  <a:pt x="235" y="619"/>
                </a:lnTo>
                <a:lnTo>
                  <a:pt x="236" y="619"/>
                </a:lnTo>
                <a:lnTo>
                  <a:pt x="236" y="618"/>
                </a:lnTo>
                <a:lnTo>
                  <a:pt x="236" y="617"/>
                </a:lnTo>
                <a:lnTo>
                  <a:pt x="235" y="617"/>
                </a:lnTo>
                <a:lnTo>
                  <a:pt x="235" y="616"/>
                </a:lnTo>
                <a:lnTo>
                  <a:pt x="235" y="615"/>
                </a:lnTo>
                <a:lnTo>
                  <a:pt x="235" y="612"/>
                </a:lnTo>
                <a:lnTo>
                  <a:pt x="234" y="612"/>
                </a:lnTo>
                <a:lnTo>
                  <a:pt x="233" y="612"/>
                </a:lnTo>
                <a:lnTo>
                  <a:pt x="232" y="612"/>
                </a:lnTo>
                <a:lnTo>
                  <a:pt x="232" y="611"/>
                </a:lnTo>
                <a:lnTo>
                  <a:pt x="232" y="612"/>
                </a:lnTo>
                <a:lnTo>
                  <a:pt x="231" y="612"/>
                </a:lnTo>
                <a:lnTo>
                  <a:pt x="230" y="612"/>
                </a:lnTo>
                <a:lnTo>
                  <a:pt x="229" y="612"/>
                </a:lnTo>
                <a:lnTo>
                  <a:pt x="229" y="611"/>
                </a:lnTo>
                <a:lnTo>
                  <a:pt x="228" y="611"/>
                </a:lnTo>
                <a:lnTo>
                  <a:pt x="228" y="610"/>
                </a:lnTo>
                <a:lnTo>
                  <a:pt x="227" y="610"/>
                </a:lnTo>
                <a:lnTo>
                  <a:pt x="227" y="608"/>
                </a:lnTo>
                <a:lnTo>
                  <a:pt x="226" y="608"/>
                </a:lnTo>
                <a:lnTo>
                  <a:pt x="226" y="609"/>
                </a:lnTo>
                <a:lnTo>
                  <a:pt x="226" y="610"/>
                </a:lnTo>
                <a:lnTo>
                  <a:pt x="226" y="611"/>
                </a:lnTo>
                <a:lnTo>
                  <a:pt x="225" y="611"/>
                </a:lnTo>
                <a:lnTo>
                  <a:pt x="224" y="611"/>
                </a:lnTo>
                <a:lnTo>
                  <a:pt x="224" y="612"/>
                </a:lnTo>
                <a:lnTo>
                  <a:pt x="223" y="613"/>
                </a:lnTo>
                <a:lnTo>
                  <a:pt x="222" y="614"/>
                </a:lnTo>
                <a:lnTo>
                  <a:pt x="221" y="614"/>
                </a:lnTo>
                <a:lnTo>
                  <a:pt x="221" y="615"/>
                </a:lnTo>
                <a:lnTo>
                  <a:pt x="221" y="616"/>
                </a:lnTo>
                <a:lnTo>
                  <a:pt x="221" y="617"/>
                </a:lnTo>
                <a:lnTo>
                  <a:pt x="221" y="618"/>
                </a:lnTo>
                <a:lnTo>
                  <a:pt x="220" y="618"/>
                </a:lnTo>
                <a:lnTo>
                  <a:pt x="220" y="617"/>
                </a:lnTo>
                <a:lnTo>
                  <a:pt x="220" y="618"/>
                </a:lnTo>
                <a:lnTo>
                  <a:pt x="219" y="618"/>
                </a:lnTo>
                <a:lnTo>
                  <a:pt x="220" y="619"/>
                </a:lnTo>
                <a:lnTo>
                  <a:pt x="219" y="620"/>
                </a:lnTo>
                <a:lnTo>
                  <a:pt x="219" y="619"/>
                </a:lnTo>
                <a:lnTo>
                  <a:pt x="218" y="617"/>
                </a:lnTo>
                <a:lnTo>
                  <a:pt x="218" y="616"/>
                </a:lnTo>
                <a:lnTo>
                  <a:pt x="219" y="616"/>
                </a:lnTo>
                <a:lnTo>
                  <a:pt x="218" y="615"/>
                </a:lnTo>
                <a:lnTo>
                  <a:pt x="218" y="614"/>
                </a:lnTo>
                <a:lnTo>
                  <a:pt x="218" y="613"/>
                </a:lnTo>
                <a:lnTo>
                  <a:pt x="217" y="613"/>
                </a:lnTo>
                <a:lnTo>
                  <a:pt x="216" y="613"/>
                </a:lnTo>
                <a:lnTo>
                  <a:pt x="216" y="612"/>
                </a:lnTo>
                <a:lnTo>
                  <a:pt x="216" y="611"/>
                </a:lnTo>
                <a:lnTo>
                  <a:pt x="216" y="610"/>
                </a:lnTo>
                <a:lnTo>
                  <a:pt x="215" y="610"/>
                </a:lnTo>
                <a:lnTo>
                  <a:pt x="215" y="608"/>
                </a:lnTo>
                <a:lnTo>
                  <a:pt x="215" y="607"/>
                </a:lnTo>
                <a:lnTo>
                  <a:pt x="215" y="606"/>
                </a:lnTo>
                <a:lnTo>
                  <a:pt x="214" y="606"/>
                </a:lnTo>
                <a:lnTo>
                  <a:pt x="214" y="605"/>
                </a:lnTo>
                <a:lnTo>
                  <a:pt x="214" y="604"/>
                </a:lnTo>
                <a:lnTo>
                  <a:pt x="214" y="603"/>
                </a:lnTo>
                <a:lnTo>
                  <a:pt x="214" y="602"/>
                </a:lnTo>
                <a:lnTo>
                  <a:pt x="214" y="601"/>
                </a:lnTo>
                <a:lnTo>
                  <a:pt x="214" y="600"/>
                </a:lnTo>
                <a:lnTo>
                  <a:pt x="216" y="600"/>
                </a:lnTo>
                <a:lnTo>
                  <a:pt x="216" y="599"/>
                </a:lnTo>
                <a:lnTo>
                  <a:pt x="217" y="599"/>
                </a:lnTo>
                <a:lnTo>
                  <a:pt x="218" y="598"/>
                </a:lnTo>
                <a:lnTo>
                  <a:pt x="217" y="597"/>
                </a:lnTo>
                <a:lnTo>
                  <a:pt x="216" y="597"/>
                </a:lnTo>
                <a:lnTo>
                  <a:pt x="216" y="596"/>
                </a:lnTo>
                <a:lnTo>
                  <a:pt x="215" y="597"/>
                </a:lnTo>
                <a:lnTo>
                  <a:pt x="215" y="598"/>
                </a:lnTo>
                <a:lnTo>
                  <a:pt x="215" y="599"/>
                </a:lnTo>
                <a:lnTo>
                  <a:pt x="214" y="600"/>
                </a:lnTo>
                <a:lnTo>
                  <a:pt x="214" y="599"/>
                </a:lnTo>
                <a:lnTo>
                  <a:pt x="214" y="598"/>
                </a:lnTo>
                <a:lnTo>
                  <a:pt x="213" y="598"/>
                </a:lnTo>
                <a:lnTo>
                  <a:pt x="212" y="599"/>
                </a:lnTo>
                <a:lnTo>
                  <a:pt x="211" y="599"/>
                </a:lnTo>
                <a:lnTo>
                  <a:pt x="210" y="599"/>
                </a:lnTo>
                <a:lnTo>
                  <a:pt x="209" y="599"/>
                </a:lnTo>
                <a:lnTo>
                  <a:pt x="208" y="599"/>
                </a:lnTo>
                <a:lnTo>
                  <a:pt x="207" y="598"/>
                </a:lnTo>
                <a:lnTo>
                  <a:pt x="207" y="597"/>
                </a:lnTo>
                <a:lnTo>
                  <a:pt x="208" y="597"/>
                </a:lnTo>
                <a:lnTo>
                  <a:pt x="207" y="595"/>
                </a:lnTo>
                <a:lnTo>
                  <a:pt x="206" y="595"/>
                </a:lnTo>
                <a:lnTo>
                  <a:pt x="205" y="595"/>
                </a:lnTo>
                <a:lnTo>
                  <a:pt x="205" y="594"/>
                </a:lnTo>
                <a:lnTo>
                  <a:pt x="203" y="594"/>
                </a:lnTo>
                <a:lnTo>
                  <a:pt x="202" y="593"/>
                </a:lnTo>
                <a:lnTo>
                  <a:pt x="201" y="593"/>
                </a:lnTo>
                <a:lnTo>
                  <a:pt x="200" y="593"/>
                </a:lnTo>
                <a:lnTo>
                  <a:pt x="199" y="593"/>
                </a:lnTo>
                <a:lnTo>
                  <a:pt x="198" y="593"/>
                </a:lnTo>
                <a:lnTo>
                  <a:pt x="197" y="593"/>
                </a:lnTo>
                <a:lnTo>
                  <a:pt x="195" y="593"/>
                </a:lnTo>
                <a:lnTo>
                  <a:pt x="194" y="592"/>
                </a:lnTo>
                <a:lnTo>
                  <a:pt x="194" y="591"/>
                </a:lnTo>
                <a:lnTo>
                  <a:pt x="192" y="591"/>
                </a:lnTo>
                <a:lnTo>
                  <a:pt x="192" y="592"/>
                </a:lnTo>
                <a:lnTo>
                  <a:pt x="191" y="592"/>
                </a:lnTo>
                <a:lnTo>
                  <a:pt x="191" y="593"/>
                </a:lnTo>
                <a:lnTo>
                  <a:pt x="190" y="593"/>
                </a:lnTo>
                <a:lnTo>
                  <a:pt x="190" y="592"/>
                </a:lnTo>
                <a:lnTo>
                  <a:pt x="189" y="593"/>
                </a:lnTo>
                <a:lnTo>
                  <a:pt x="189" y="594"/>
                </a:lnTo>
                <a:lnTo>
                  <a:pt x="189" y="595"/>
                </a:lnTo>
                <a:lnTo>
                  <a:pt x="189" y="596"/>
                </a:lnTo>
                <a:lnTo>
                  <a:pt x="188" y="597"/>
                </a:lnTo>
                <a:lnTo>
                  <a:pt x="188" y="598"/>
                </a:lnTo>
                <a:lnTo>
                  <a:pt x="188" y="599"/>
                </a:lnTo>
                <a:lnTo>
                  <a:pt x="187" y="600"/>
                </a:lnTo>
                <a:lnTo>
                  <a:pt x="186" y="600"/>
                </a:lnTo>
                <a:lnTo>
                  <a:pt x="186" y="599"/>
                </a:lnTo>
                <a:lnTo>
                  <a:pt x="186" y="597"/>
                </a:lnTo>
                <a:lnTo>
                  <a:pt x="185" y="596"/>
                </a:lnTo>
                <a:lnTo>
                  <a:pt x="186" y="596"/>
                </a:lnTo>
                <a:lnTo>
                  <a:pt x="186" y="595"/>
                </a:lnTo>
                <a:lnTo>
                  <a:pt x="186" y="594"/>
                </a:lnTo>
                <a:lnTo>
                  <a:pt x="186" y="593"/>
                </a:lnTo>
                <a:lnTo>
                  <a:pt x="185" y="593"/>
                </a:lnTo>
                <a:lnTo>
                  <a:pt x="184" y="592"/>
                </a:lnTo>
                <a:lnTo>
                  <a:pt x="184" y="590"/>
                </a:lnTo>
                <a:lnTo>
                  <a:pt x="184" y="589"/>
                </a:lnTo>
                <a:lnTo>
                  <a:pt x="184" y="588"/>
                </a:lnTo>
                <a:lnTo>
                  <a:pt x="183" y="588"/>
                </a:lnTo>
                <a:lnTo>
                  <a:pt x="183" y="587"/>
                </a:lnTo>
                <a:lnTo>
                  <a:pt x="183" y="588"/>
                </a:lnTo>
                <a:lnTo>
                  <a:pt x="182" y="588"/>
                </a:lnTo>
                <a:lnTo>
                  <a:pt x="181" y="589"/>
                </a:lnTo>
                <a:lnTo>
                  <a:pt x="180" y="588"/>
                </a:lnTo>
                <a:lnTo>
                  <a:pt x="180" y="587"/>
                </a:lnTo>
                <a:lnTo>
                  <a:pt x="179" y="586"/>
                </a:lnTo>
                <a:lnTo>
                  <a:pt x="179" y="585"/>
                </a:lnTo>
                <a:lnTo>
                  <a:pt x="180" y="585"/>
                </a:lnTo>
                <a:lnTo>
                  <a:pt x="179" y="584"/>
                </a:lnTo>
                <a:lnTo>
                  <a:pt x="178" y="583"/>
                </a:lnTo>
                <a:lnTo>
                  <a:pt x="177" y="583"/>
                </a:lnTo>
                <a:lnTo>
                  <a:pt x="176" y="583"/>
                </a:lnTo>
                <a:lnTo>
                  <a:pt x="176" y="582"/>
                </a:lnTo>
                <a:lnTo>
                  <a:pt x="175" y="582"/>
                </a:lnTo>
                <a:lnTo>
                  <a:pt x="175" y="581"/>
                </a:lnTo>
                <a:lnTo>
                  <a:pt x="176" y="581"/>
                </a:lnTo>
                <a:lnTo>
                  <a:pt x="177" y="579"/>
                </a:lnTo>
                <a:lnTo>
                  <a:pt x="177" y="578"/>
                </a:lnTo>
                <a:lnTo>
                  <a:pt x="176" y="579"/>
                </a:lnTo>
                <a:lnTo>
                  <a:pt x="175" y="580"/>
                </a:lnTo>
                <a:lnTo>
                  <a:pt x="175" y="579"/>
                </a:lnTo>
                <a:lnTo>
                  <a:pt x="174" y="579"/>
                </a:lnTo>
                <a:lnTo>
                  <a:pt x="174" y="578"/>
                </a:lnTo>
                <a:lnTo>
                  <a:pt x="173" y="578"/>
                </a:lnTo>
                <a:lnTo>
                  <a:pt x="173" y="577"/>
                </a:lnTo>
                <a:lnTo>
                  <a:pt x="173" y="578"/>
                </a:lnTo>
                <a:lnTo>
                  <a:pt x="172" y="577"/>
                </a:lnTo>
                <a:lnTo>
                  <a:pt x="172" y="576"/>
                </a:lnTo>
                <a:lnTo>
                  <a:pt x="171" y="576"/>
                </a:lnTo>
                <a:lnTo>
                  <a:pt x="171" y="575"/>
                </a:lnTo>
                <a:lnTo>
                  <a:pt x="172" y="574"/>
                </a:lnTo>
                <a:lnTo>
                  <a:pt x="172" y="572"/>
                </a:lnTo>
                <a:lnTo>
                  <a:pt x="171" y="571"/>
                </a:lnTo>
                <a:lnTo>
                  <a:pt x="171" y="572"/>
                </a:lnTo>
                <a:lnTo>
                  <a:pt x="170" y="572"/>
                </a:lnTo>
                <a:lnTo>
                  <a:pt x="170" y="571"/>
                </a:lnTo>
                <a:lnTo>
                  <a:pt x="170" y="570"/>
                </a:lnTo>
                <a:lnTo>
                  <a:pt x="168" y="571"/>
                </a:lnTo>
                <a:lnTo>
                  <a:pt x="168" y="570"/>
                </a:lnTo>
                <a:lnTo>
                  <a:pt x="168" y="568"/>
                </a:lnTo>
                <a:lnTo>
                  <a:pt x="169" y="567"/>
                </a:lnTo>
                <a:lnTo>
                  <a:pt x="169" y="568"/>
                </a:lnTo>
                <a:lnTo>
                  <a:pt x="170" y="568"/>
                </a:lnTo>
                <a:lnTo>
                  <a:pt x="170" y="567"/>
                </a:lnTo>
                <a:lnTo>
                  <a:pt x="171" y="566"/>
                </a:lnTo>
                <a:lnTo>
                  <a:pt x="171" y="565"/>
                </a:lnTo>
                <a:lnTo>
                  <a:pt x="171" y="564"/>
                </a:lnTo>
                <a:lnTo>
                  <a:pt x="172" y="564"/>
                </a:lnTo>
                <a:lnTo>
                  <a:pt x="172" y="565"/>
                </a:lnTo>
                <a:lnTo>
                  <a:pt x="172" y="566"/>
                </a:lnTo>
                <a:lnTo>
                  <a:pt x="172" y="568"/>
                </a:lnTo>
                <a:lnTo>
                  <a:pt x="173" y="568"/>
                </a:lnTo>
                <a:lnTo>
                  <a:pt x="174" y="568"/>
                </a:lnTo>
                <a:lnTo>
                  <a:pt x="175" y="567"/>
                </a:lnTo>
                <a:lnTo>
                  <a:pt x="175" y="566"/>
                </a:lnTo>
                <a:lnTo>
                  <a:pt x="176" y="565"/>
                </a:lnTo>
                <a:lnTo>
                  <a:pt x="176" y="564"/>
                </a:lnTo>
                <a:lnTo>
                  <a:pt x="176" y="563"/>
                </a:lnTo>
                <a:lnTo>
                  <a:pt x="175" y="563"/>
                </a:lnTo>
                <a:lnTo>
                  <a:pt x="174" y="564"/>
                </a:lnTo>
                <a:lnTo>
                  <a:pt x="174" y="565"/>
                </a:lnTo>
                <a:lnTo>
                  <a:pt x="173" y="564"/>
                </a:lnTo>
                <a:lnTo>
                  <a:pt x="172" y="563"/>
                </a:lnTo>
                <a:lnTo>
                  <a:pt x="171" y="562"/>
                </a:lnTo>
                <a:lnTo>
                  <a:pt x="170" y="562"/>
                </a:lnTo>
                <a:lnTo>
                  <a:pt x="170" y="563"/>
                </a:lnTo>
                <a:lnTo>
                  <a:pt x="169" y="563"/>
                </a:lnTo>
                <a:lnTo>
                  <a:pt x="168" y="563"/>
                </a:lnTo>
                <a:lnTo>
                  <a:pt x="168" y="562"/>
                </a:lnTo>
                <a:lnTo>
                  <a:pt x="168" y="561"/>
                </a:lnTo>
                <a:lnTo>
                  <a:pt x="167" y="561"/>
                </a:lnTo>
                <a:lnTo>
                  <a:pt x="167" y="562"/>
                </a:lnTo>
                <a:lnTo>
                  <a:pt x="166" y="562"/>
                </a:lnTo>
                <a:lnTo>
                  <a:pt x="166" y="561"/>
                </a:lnTo>
                <a:lnTo>
                  <a:pt x="165" y="560"/>
                </a:lnTo>
                <a:lnTo>
                  <a:pt x="163" y="562"/>
                </a:lnTo>
                <a:lnTo>
                  <a:pt x="162" y="562"/>
                </a:lnTo>
                <a:lnTo>
                  <a:pt x="161" y="563"/>
                </a:lnTo>
                <a:lnTo>
                  <a:pt x="160" y="564"/>
                </a:lnTo>
                <a:lnTo>
                  <a:pt x="159" y="564"/>
                </a:lnTo>
                <a:lnTo>
                  <a:pt x="158" y="564"/>
                </a:lnTo>
                <a:lnTo>
                  <a:pt x="157" y="564"/>
                </a:lnTo>
                <a:lnTo>
                  <a:pt x="157" y="565"/>
                </a:lnTo>
                <a:lnTo>
                  <a:pt x="155" y="566"/>
                </a:lnTo>
                <a:lnTo>
                  <a:pt x="154" y="566"/>
                </a:lnTo>
                <a:lnTo>
                  <a:pt x="153" y="566"/>
                </a:lnTo>
                <a:lnTo>
                  <a:pt x="153" y="567"/>
                </a:lnTo>
                <a:lnTo>
                  <a:pt x="153" y="568"/>
                </a:lnTo>
                <a:lnTo>
                  <a:pt x="153" y="569"/>
                </a:lnTo>
                <a:lnTo>
                  <a:pt x="152" y="570"/>
                </a:lnTo>
                <a:lnTo>
                  <a:pt x="151" y="569"/>
                </a:lnTo>
                <a:lnTo>
                  <a:pt x="151" y="568"/>
                </a:lnTo>
                <a:lnTo>
                  <a:pt x="152" y="567"/>
                </a:lnTo>
                <a:lnTo>
                  <a:pt x="152" y="566"/>
                </a:lnTo>
                <a:lnTo>
                  <a:pt x="152" y="565"/>
                </a:lnTo>
                <a:lnTo>
                  <a:pt x="151" y="565"/>
                </a:lnTo>
                <a:lnTo>
                  <a:pt x="151" y="564"/>
                </a:lnTo>
                <a:lnTo>
                  <a:pt x="150" y="564"/>
                </a:lnTo>
                <a:lnTo>
                  <a:pt x="149" y="564"/>
                </a:lnTo>
                <a:lnTo>
                  <a:pt x="149" y="565"/>
                </a:lnTo>
                <a:lnTo>
                  <a:pt x="148" y="564"/>
                </a:lnTo>
                <a:lnTo>
                  <a:pt x="147" y="565"/>
                </a:lnTo>
                <a:lnTo>
                  <a:pt x="146" y="565"/>
                </a:lnTo>
                <a:lnTo>
                  <a:pt x="145" y="565"/>
                </a:lnTo>
                <a:lnTo>
                  <a:pt x="144" y="565"/>
                </a:lnTo>
                <a:lnTo>
                  <a:pt x="143" y="565"/>
                </a:lnTo>
                <a:lnTo>
                  <a:pt x="143" y="564"/>
                </a:lnTo>
                <a:lnTo>
                  <a:pt x="142" y="564"/>
                </a:lnTo>
                <a:lnTo>
                  <a:pt x="141" y="563"/>
                </a:lnTo>
                <a:lnTo>
                  <a:pt x="141" y="562"/>
                </a:lnTo>
                <a:lnTo>
                  <a:pt x="141" y="561"/>
                </a:lnTo>
                <a:lnTo>
                  <a:pt x="140" y="561"/>
                </a:lnTo>
                <a:lnTo>
                  <a:pt x="139" y="561"/>
                </a:lnTo>
                <a:lnTo>
                  <a:pt x="138" y="561"/>
                </a:lnTo>
                <a:lnTo>
                  <a:pt x="138" y="560"/>
                </a:lnTo>
                <a:lnTo>
                  <a:pt x="139" y="559"/>
                </a:lnTo>
                <a:lnTo>
                  <a:pt x="139" y="558"/>
                </a:lnTo>
                <a:lnTo>
                  <a:pt x="138" y="557"/>
                </a:lnTo>
                <a:lnTo>
                  <a:pt x="138" y="556"/>
                </a:lnTo>
                <a:lnTo>
                  <a:pt x="137" y="556"/>
                </a:lnTo>
                <a:lnTo>
                  <a:pt x="136" y="556"/>
                </a:lnTo>
                <a:lnTo>
                  <a:pt x="136" y="555"/>
                </a:lnTo>
                <a:lnTo>
                  <a:pt x="136" y="551"/>
                </a:lnTo>
                <a:lnTo>
                  <a:pt x="135" y="550"/>
                </a:lnTo>
                <a:lnTo>
                  <a:pt x="134" y="551"/>
                </a:lnTo>
                <a:lnTo>
                  <a:pt x="134" y="550"/>
                </a:lnTo>
                <a:lnTo>
                  <a:pt x="134" y="549"/>
                </a:lnTo>
                <a:lnTo>
                  <a:pt x="133" y="549"/>
                </a:lnTo>
                <a:lnTo>
                  <a:pt x="133" y="550"/>
                </a:lnTo>
                <a:lnTo>
                  <a:pt x="132" y="550"/>
                </a:lnTo>
                <a:lnTo>
                  <a:pt x="131" y="551"/>
                </a:lnTo>
                <a:lnTo>
                  <a:pt x="131" y="552"/>
                </a:lnTo>
                <a:lnTo>
                  <a:pt x="131" y="553"/>
                </a:lnTo>
                <a:lnTo>
                  <a:pt x="130" y="554"/>
                </a:lnTo>
                <a:lnTo>
                  <a:pt x="129" y="554"/>
                </a:lnTo>
                <a:lnTo>
                  <a:pt x="129" y="552"/>
                </a:lnTo>
                <a:lnTo>
                  <a:pt x="129" y="551"/>
                </a:lnTo>
                <a:lnTo>
                  <a:pt x="130" y="551"/>
                </a:lnTo>
                <a:lnTo>
                  <a:pt x="129" y="549"/>
                </a:lnTo>
                <a:lnTo>
                  <a:pt x="129" y="548"/>
                </a:lnTo>
                <a:lnTo>
                  <a:pt x="129" y="547"/>
                </a:lnTo>
                <a:lnTo>
                  <a:pt x="129" y="546"/>
                </a:lnTo>
                <a:lnTo>
                  <a:pt x="130" y="545"/>
                </a:lnTo>
                <a:lnTo>
                  <a:pt x="131" y="546"/>
                </a:lnTo>
                <a:lnTo>
                  <a:pt x="132" y="545"/>
                </a:lnTo>
                <a:lnTo>
                  <a:pt x="132" y="544"/>
                </a:lnTo>
                <a:lnTo>
                  <a:pt x="131" y="544"/>
                </a:lnTo>
                <a:lnTo>
                  <a:pt x="131" y="543"/>
                </a:lnTo>
                <a:lnTo>
                  <a:pt x="130" y="542"/>
                </a:lnTo>
                <a:lnTo>
                  <a:pt x="129" y="542"/>
                </a:lnTo>
                <a:lnTo>
                  <a:pt x="128" y="542"/>
                </a:lnTo>
                <a:lnTo>
                  <a:pt x="127" y="541"/>
                </a:lnTo>
                <a:lnTo>
                  <a:pt x="126" y="541"/>
                </a:lnTo>
                <a:lnTo>
                  <a:pt x="125" y="541"/>
                </a:lnTo>
                <a:lnTo>
                  <a:pt x="124" y="540"/>
                </a:lnTo>
                <a:lnTo>
                  <a:pt x="124" y="539"/>
                </a:lnTo>
                <a:lnTo>
                  <a:pt x="123" y="538"/>
                </a:lnTo>
                <a:lnTo>
                  <a:pt x="123" y="537"/>
                </a:lnTo>
                <a:lnTo>
                  <a:pt x="124" y="536"/>
                </a:lnTo>
                <a:lnTo>
                  <a:pt x="124" y="535"/>
                </a:lnTo>
                <a:lnTo>
                  <a:pt x="124" y="534"/>
                </a:lnTo>
                <a:lnTo>
                  <a:pt x="124" y="533"/>
                </a:lnTo>
                <a:lnTo>
                  <a:pt x="123" y="533"/>
                </a:lnTo>
                <a:lnTo>
                  <a:pt x="123" y="532"/>
                </a:lnTo>
                <a:lnTo>
                  <a:pt x="123" y="531"/>
                </a:lnTo>
                <a:lnTo>
                  <a:pt x="123" y="530"/>
                </a:lnTo>
                <a:lnTo>
                  <a:pt x="124" y="530"/>
                </a:lnTo>
                <a:lnTo>
                  <a:pt x="124" y="529"/>
                </a:lnTo>
                <a:lnTo>
                  <a:pt x="124" y="527"/>
                </a:lnTo>
                <a:lnTo>
                  <a:pt x="124" y="525"/>
                </a:lnTo>
                <a:lnTo>
                  <a:pt x="124" y="523"/>
                </a:lnTo>
                <a:lnTo>
                  <a:pt x="124" y="522"/>
                </a:lnTo>
                <a:lnTo>
                  <a:pt x="124" y="520"/>
                </a:lnTo>
                <a:lnTo>
                  <a:pt x="125" y="518"/>
                </a:lnTo>
                <a:lnTo>
                  <a:pt x="125" y="517"/>
                </a:lnTo>
                <a:lnTo>
                  <a:pt x="126" y="517"/>
                </a:lnTo>
                <a:lnTo>
                  <a:pt x="128" y="517"/>
                </a:lnTo>
                <a:lnTo>
                  <a:pt x="127" y="516"/>
                </a:lnTo>
                <a:lnTo>
                  <a:pt x="127" y="515"/>
                </a:lnTo>
                <a:lnTo>
                  <a:pt x="129" y="513"/>
                </a:lnTo>
                <a:lnTo>
                  <a:pt x="130" y="513"/>
                </a:lnTo>
                <a:lnTo>
                  <a:pt x="131" y="513"/>
                </a:lnTo>
                <a:lnTo>
                  <a:pt x="131" y="512"/>
                </a:lnTo>
                <a:lnTo>
                  <a:pt x="131" y="511"/>
                </a:lnTo>
                <a:lnTo>
                  <a:pt x="132" y="510"/>
                </a:lnTo>
                <a:lnTo>
                  <a:pt x="132" y="511"/>
                </a:lnTo>
                <a:lnTo>
                  <a:pt x="133" y="511"/>
                </a:lnTo>
                <a:lnTo>
                  <a:pt x="135" y="507"/>
                </a:lnTo>
                <a:lnTo>
                  <a:pt x="138" y="507"/>
                </a:lnTo>
                <a:lnTo>
                  <a:pt x="139" y="506"/>
                </a:lnTo>
                <a:lnTo>
                  <a:pt x="139" y="507"/>
                </a:lnTo>
                <a:lnTo>
                  <a:pt x="140" y="507"/>
                </a:lnTo>
                <a:lnTo>
                  <a:pt x="141" y="507"/>
                </a:lnTo>
                <a:lnTo>
                  <a:pt x="142" y="507"/>
                </a:lnTo>
                <a:lnTo>
                  <a:pt x="143" y="507"/>
                </a:lnTo>
                <a:lnTo>
                  <a:pt x="143" y="506"/>
                </a:lnTo>
                <a:lnTo>
                  <a:pt x="143" y="504"/>
                </a:lnTo>
                <a:lnTo>
                  <a:pt x="144" y="504"/>
                </a:lnTo>
                <a:lnTo>
                  <a:pt x="145" y="501"/>
                </a:lnTo>
                <a:lnTo>
                  <a:pt x="145" y="500"/>
                </a:lnTo>
                <a:lnTo>
                  <a:pt x="145" y="499"/>
                </a:lnTo>
                <a:lnTo>
                  <a:pt x="144" y="498"/>
                </a:lnTo>
                <a:lnTo>
                  <a:pt x="144" y="497"/>
                </a:lnTo>
                <a:lnTo>
                  <a:pt x="143" y="495"/>
                </a:lnTo>
                <a:lnTo>
                  <a:pt x="142" y="494"/>
                </a:lnTo>
                <a:lnTo>
                  <a:pt x="142" y="493"/>
                </a:lnTo>
                <a:lnTo>
                  <a:pt x="141" y="491"/>
                </a:lnTo>
                <a:lnTo>
                  <a:pt x="141" y="490"/>
                </a:lnTo>
                <a:lnTo>
                  <a:pt x="140" y="489"/>
                </a:lnTo>
                <a:lnTo>
                  <a:pt x="139" y="489"/>
                </a:lnTo>
                <a:lnTo>
                  <a:pt x="139" y="488"/>
                </a:lnTo>
                <a:lnTo>
                  <a:pt x="139" y="487"/>
                </a:lnTo>
                <a:lnTo>
                  <a:pt x="139" y="485"/>
                </a:lnTo>
                <a:lnTo>
                  <a:pt x="139" y="484"/>
                </a:lnTo>
                <a:lnTo>
                  <a:pt x="139" y="483"/>
                </a:lnTo>
                <a:lnTo>
                  <a:pt x="139" y="482"/>
                </a:lnTo>
                <a:lnTo>
                  <a:pt x="139" y="481"/>
                </a:lnTo>
                <a:lnTo>
                  <a:pt x="140" y="480"/>
                </a:lnTo>
                <a:lnTo>
                  <a:pt x="141" y="478"/>
                </a:lnTo>
                <a:lnTo>
                  <a:pt x="140" y="477"/>
                </a:lnTo>
                <a:lnTo>
                  <a:pt x="140" y="476"/>
                </a:lnTo>
                <a:lnTo>
                  <a:pt x="139" y="475"/>
                </a:lnTo>
                <a:lnTo>
                  <a:pt x="138" y="474"/>
                </a:lnTo>
                <a:lnTo>
                  <a:pt x="138" y="473"/>
                </a:lnTo>
                <a:lnTo>
                  <a:pt x="137" y="472"/>
                </a:lnTo>
                <a:lnTo>
                  <a:pt x="136" y="473"/>
                </a:lnTo>
                <a:lnTo>
                  <a:pt x="136" y="472"/>
                </a:lnTo>
                <a:lnTo>
                  <a:pt x="135" y="472"/>
                </a:lnTo>
                <a:lnTo>
                  <a:pt x="135" y="470"/>
                </a:lnTo>
                <a:lnTo>
                  <a:pt x="134" y="470"/>
                </a:lnTo>
                <a:lnTo>
                  <a:pt x="134" y="469"/>
                </a:lnTo>
                <a:lnTo>
                  <a:pt x="133" y="469"/>
                </a:lnTo>
                <a:lnTo>
                  <a:pt x="133" y="468"/>
                </a:lnTo>
                <a:lnTo>
                  <a:pt x="133" y="467"/>
                </a:lnTo>
                <a:lnTo>
                  <a:pt x="132" y="467"/>
                </a:lnTo>
                <a:lnTo>
                  <a:pt x="132" y="466"/>
                </a:lnTo>
                <a:lnTo>
                  <a:pt x="133" y="466"/>
                </a:lnTo>
                <a:lnTo>
                  <a:pt x="134" y="464"/>
                </a:lnTo>
                <a:lnTo>
                  <a:pt x="133" y="464"/>
                </a:lnTo>
                <a:lnTo>
                  <a:pt x="132" y="463"/>
                </a:lnTo>
                <a:lnTo>
                  <a:pt x="132" y="464"/>
                </a:lnTo>
                <a:lnTo>
                  <a:pt x="132" y="463"/>
                </a:lnTo>
                <a:lnTo>
                  <a:pt x="131" y="460"/>
                </a:lnTo>
                <a:lnTo>
                  <a:pt x="131" y="458"/>
                </a:lnTo>
                <a:lnTo>
                  <a:pt x="131" y="457"/>
                </a:lnTo>
                <a:lnTo>
                  <a:pt x="131" y="456"/>
                </a:lnTo>
                <a:lnTo>
                  <a:pt x="130" y="455"/>
                </a:lnTo>
                <a:lnTo>
                  <a:pt x="129" y="455"/>
                </a:lnTo>
                <a:lnTo>
                  <a:pt x="128" y="456"/>
                </a:lnTo>
                <a:lnTo>
                  <a:pt x="127" y="456"/>
                </a:lnTo>
                <a:lnTo>
                  <a:pt x="127" y="455"/>
                </a:lnTo>
                <a:lnTo>
                  <a:pt x="127" y="454"/>
                </a:lnTo>
                <a:lnTo>
                  <a:pt x="128" y="453"/>
                </a:lnTo>
                <a:lnTo>
                  <a:pt x="128" y="452"/>
                </a:lnTo>
                <a:lnTo>
                  <a:pt x="128" y="448"/>
                </a:lnTo>
                <a:lnTo>
                  <a:pt x="127" y="447"/>
                </a:lnTo>
                <a:lnTo>
                  <a:pt x="127" y="446"/>
                </a:lnTo>
                <a:lnTo>
                  <a:pt x="125" y="444"/>
                </a:lnTo>
                <a:lnTo>
                  <a:pt x="124" y="443"/>
                </a:lnTo>
                <a:lnTo>
                  <a:pt x="123" y="442"/>
                </a:lnTo>
                <a:lnTo>
                  <a:pt x="122" y="440"/>
                </a:lnTo>
                <a:lnTo>
                  <a:pt x="121" y="440"/>
                </a:lnTo>
                <a:lnTo>
                  <a:pt x="121" y="441"/>
                </a:lnTo>
                <a:lnTo>
                  <a:pt x="119" y="442"/>
                </a:lnTo>
                <a:lnTo>
                  <a:pt x="117" y="442"/>
                </a:lnTo>
                <a:lnTo>
                  <a:pt x="116" y="441"/>
                </a:lnTo>
                <a:lnTo>
                  <a:pt x="115" y="440"/>
                </a:lnTo>
                <a:lnTo>
                  <a:pt x="113" y="439"/>
                </a:lnTo>
                <a:lnTo>
                  <a:pt x="113" y="438"/>
                </a:lnTo>
                <a:lnTo>
                  <a:pt x="114" y="438"/>
                </a:lnTo>
                <a:lnTo>
                  <a:pt x="114" y="437"/>
                </a:lnTo>
                <a:lnTo>
                  <a:pt x="115" y="437"/>
                </a:lnTo>
                <a:lnTo>
                  <a:pt x="117" y="436"/>
                </a:lnTo>
                <a:lnTo>
                  <a:pt x="116" y="434"/>
                </a:lnTo>
                <a:lnTo>
                  <a:pt x="116" y="433"/>
                </a:lnTo>
                <a:lnTo>
                  <a:pt x="115" y="433"/>
                </a:lnTo>
                <a:lnTo>
                  <a:pt x="115" y="432"/>
                </a:lnTo>
                <a:lnTo>
                  <a:pt x="116" y="432"/>
                </a:lnTo>
                <a:lnTo>
                  <a:pt x="116" y="431"/>
                </a:lnTo>
                <a:lnTo>
                  <a:pt x="115" y="430"/>
                </a:lnTo>
                <a:lnTo>
                  <a:pt x="114" y="430"/>
                </a:lnTo>
                <a:lnTo>
                  <a:pt x="113" y="430"/>
                </a:lnTo>
                <a:lnTo>
                  <a:pt x="112" y="429"/>
                </a:lnTo>
                <a:lnTo>
                  <a:pt x="112" y="428"/>
                </a:lnTo>
                <a:lnTo>
                  <a:pt x="113" y="427"/>
                </a:lnTo>
                <a:lnTo>
                  <a:pt x="111" y="426"/>
                </a:lnTo>
                <a:lnTo>
                  <a:pt x="110" y="426"/>
                </a:lnTo>
                <a:lnTo>
                  <a:pt x="110" y="425"/>
                </a:lnTo>
                <a:lnTo>
                  <a:pt x="110" y="423"/>
                </a:lnTo>
                <a:lnTo>
                  <a:pt x="111" y="422"/>
                </a:lnTo>
                <a:lnTo>
                  <a:pt x="111" y="421"/>
                </a:lnTo>
                <a:lnTo>
                  <a:pt x="109" y="419"/>
                </a:lnTo>
                <a:lnTo>
                  <a:pt x="108" y="418"/>
                </a:lnTo>
                <a:lnTo>
                  <a:pt x="108" y="416"/>
                </a:lnTo>
                <a:lnTo>
                  <a:pt x="108" y="414"/>
                </a:lnTo>
                <a:lnTo>
                  <a:pt x="108" y="413"/>
                </a:lnTo>
                <a:lnTo>
                  <a:pt x="109" y="411"/>
                </a:lnTo>
                <a:lnTo>
                  <a:pt x="110" y="411"/>
                </a:lnTo>
                <a:lnTo>
                  <a:pt x="111" y="410"/>
                </a:lnTo>
                <a:lnTo>
                  <a:pt x="112" y="410"/>
                </a:lnTo>
                <a:lnTo>
                  <a:pt x="112" y="409"/>
                </a:lnTo>
                <a:lnTo>
                  <a:pt x="115" y="409"/>
                </a:lnTo>
                <a:lnTo>
                  <a:pt x="116" y="409"/>
                </a:lnTo>
                <a:lnTo>
                  <a:pt x="116" y="407"/>
                </a:lnTo>
                <a:lnTo>
                  <a:pt x="117" y="407"/>
                </a:lnTo>
                <a:lnTo>
                  <a:pt x="118" y="408"/>
                </a:lnTo>
                <a:lnTo>
                  <a:pt x="119" y="408"/>
                </a:lnTo>
                <a:lnTo>
                  <a:pt x="120" y="408"/>
                </a:lnTo>
                <a:lnTo>
                  <a:pt x="120" y="409"/>
                </a:lnTo>
                <a:lnTo>
                  <a:pt x="121" y="409"/>
                </a:lnTo>
                <a:lnTo>
                  <a:pt x="122" y="409"/>
                </a:lnTo>
                <a:lnTo>
                  <a:pt x="122" y="408"/>
                </a:lnTo>
                <a:lnTo>
                  <a:pt x="123" y="407"/>
                </a:lnTo>
                <a:lnTo>
                  <a:pt x="123" y="405"/>
                </a:lnTo>
                <a:lnTo>
                  <a:pt x="124" y="405"/>
                </a:lnTo>
                <a:lnTo>
                  <a:pt x="124" y="404"/>
                </a:lnTo>
                <a:lnTo>
                  <a:pt x="124" y="403"/>
                </a:lnTo>
                <a:lnTo>
                  <a:pt x="124" y="402"/>
                </a:lnTo>
                <a:lnTo>
                  <a:pt x="124" y="401"/>
                </a:lnTo>
                <a:lnTo>
                  <a:pt x="123" y="400"/>
                </a:lnTo>
                <a:lnTo>
                  <a:pt x="123" y="399"/>
                </a:lnTo>
                <a:lnTo>
                  <a:pt x="122" y="398"/>
                </a:lnTo>
                <a:lnTo>
                  <a:pt x="120" y="397"/>
                </a:lnTo>
                <a:lnTo>
                  <a:pt x="120" y="396"/>
                </a:lnTo>
                <a:lnTo>
                  <a:pt x="119" y="396"/>
                </a:lnTo>
                <a:lnTo>
                  <a:pt x="119" y="394"/>
                </a:lnTo>
                <a:lnTo>
                  <a:pt x="118" y="394"/>
                </a:lnTo>
                <a:lnTo>
                  <a:pt x="119" y="394"/>
                </a:lnTo>
                <a:lnTo>
                  <a:pt x="119" y="393"/>
                </a:lnTo>
                <a:lnTo>
                  <a:pt x="117" y="392"/>
                </a:lnTo>
                <a:lnTo>
                  <a:pt x="117" y="391"/>
                </a:lnTo>
                <a:lnTo>
                  <a:pt x="117" y="390"/>
                </a:lnTo>
                <a:lnTo>
                  <a:pt x="117" y="389"/>
                </a:lnTo>
                <a:lnTo>
                  <a:pt x="116" y="389"/>
                </a:lnTo>
                <a:lnTo>
                  <a:pt x="115" y="387"/>
                </a:lnTo>
                <a:lnTo>
                  <a:pt x="114" y="386"/>
                </a:lnTo>
                <a:lnTo>
                  <a:pt x="113" y="386"/>
                </a:lnTo>
                <a:lnTo>
                  <a:pt x="113" y="385"/>
                </a:lnTo>
                <a:lnTo>
                  <a:pt x="112" y="385"/>
                </a:lnTo>
                <a:lnTo>
                  <a:pt x="111" y="387"/>
                </a:lnTo>
                <a:lnTo>
                  <a:pt x="110" y="386"/>
                </a:lnTo>
                <a:lnTo>
                  <a:pt x="109" y="386"/>
                </a:lnTo>
                <a:lnTo>
                  <a:pt x="108" y="385"/>
                </a:lnTo>
                <a:lnTo>
                  <a:pt x="107" y="385"/>
                </a:lnTo>
                <a:lnTo>
                  <a:pt x="107" y="386"/>
                </a:lnTo>
                <a:lnTo>
                  <a:pt x="106" y="387"/>
                </a:lnTo>
                <a:lnTo>
                  <a:pt x="106" y="386"/>
                </a:lnTo>
                <a:lnTo>
                  <a:pt x="105" y="386"/>
                </a:lnTo>
                <a:lnTo>
                  <a:pt x="105" y="385"/>
                </a:lnTo>
                <a:lnTo>
                  <a:pt x="106" y="384"/>
                </a:lnTo>
                <a:lnTo>
                  <a:pt x="105" y="383"/>
                </a:lnTo>
                <a:lnTo>
                  <a:pt x="105" y="382"/>
                </a:lnTo>
                <a:lnTo>
                  <a:pt x="105" y="380"/>
                </a:lnTo>
                <a:lnTo>
                  <a:pt x="106" y="380"/>
                </a:lnTo>
                <a:lnTo>
                  <a:pt x="106" y="379"/>
                </a:lnTo>
                <a:lnTo>
                  <a:pt x="106" y="378"/>
                </a:lnTo>
                <a:lnTo>
                  <a:pt x="105" y="378"/>
                </a:lnTo>
                <a:lnTo>
                  <a:pt x="105" y="377"/>
                </a:lnTo>
                <a:lnTo>
                  <a:pt x="105" y="376"/>
                </a:lnTo>
                <a:lnTo>
                  <a:pt x="105" y="375"/>
                </a:lnTo>
                <a:lnTo>
                  <a:pt x="104" y="375"/>
                </a:lnTo>
                <a:lnTo>
                  <a:pt x="104" y="374"/>
                </a:lnTo>
                <a:lnTo>
                  <a:pt x="103" y="373"/>
                </a:lnTo>
                <a:lnTo>
                  <a:pt x="103" y="372"/>
                </a:lnTo>
                <a:lnTo>
                  <a:pt x="103" y="371"/>
                </a:lnTo>
                <a:lnTo>
                  <a:pt x="103" y="370"/>
                </a:lnTo>
                <a:lnTo>
                  <a:pt x="102" y="370"/>
                </a:lnTo>
                <a:lnTo>
                  <a:pt x="101" y="370"/>
                </a:lnTo>
                <a:lnTo>
                  <a:pt x="99" y="370"/>
                </a:lnTo>
                <a:lnTo>
                  <a:pt x="97" y="369"/>
                </a:lnTo>
                <a:lnTo>
                  <a:pt x="96" y="369"/>
                </a:lnTo>
                <a:lnTo>
                  <a:pt x="93" y="367"/>
                </a:lnTo>
                <a:lnTo>
                  <a:pt x="91" y="366"/>
                </a:lnTo>
                <a:lnTo>
                  <a:pt x="90" y="366"/>
                </a:lnTo>
                <a:lnTo>
                  <a:pt x="89" y="367"/>
                </a:lnTo>
                <a:lnTo>
                  <a:pt x="89" y="368"/>
                </a:lnTo>
                <a:lnTo>
                  <a:pt x="88" y="368"/>
                </a:lnTo>
                <a:lnTo>
                  <a:pt x="87" y="368"/>
                </a:lnTo>
                <a:lnTo>
                  <a:pt x="87" y="367"/>
                </a:lnTo>
                <a:lnTo>
                  <a:pt x="85" y="367"/>
                </a:lnTo>
                <a:lnTo>
                  <a:pt x="85" y="364"/>
                </a:lnTo>
                <a:lnTo>
                  <a:pt x="84" y="364"/>
                </a:lnTo>
                <a:lnTo>
                  <a:pt x="83" y="364"/>
                </a:lnTo>
                <a:lnTo>
                  <a:pt x="82" y="364"/>
                </a:lnTo>
                <a:lnTo>
                  <a:pt x="80" y="365"/>
                </a:lnTo>
                <a:lnTo>
                  <a:pt x="80" y="364"/>
                </a:lnTo>
                <a:lnTo>
                  <a:pt x="78" y="363"/>
                </a:lnTo>
                <a:lnTo>
                  <a:pt x="78" y="357"/>
                </a:lnTo>
                <a:lnTo>
                  <a:pt x="78" y="356"/>
                </a:lnTo>
                <a:lnTo>
                  <a:pt x="76" y="356"/>
                </a:lnTo>
                <a:lnTo>
                  <a:pt x="74" y="355"/>
                </a:lnTo>
                <a:lnTo>
                  <a:pt x="74" y="354"/>
                </a:lnTo>
                <a:lnTo>
                  <a:pt x="74" y="353"/>
                </a:lnTo>
                <a:lnTo>
                  <a:pt x="74" y="352"/>
                </a:lnTo>
                <a:lnTo>
                  <a:pt x="74" y="351"/>
                </a:lnTo>
                <a:lnTo>
                  <a:pt x="73" y="350"/>
                </a:lnTo>
                <a:lnTo>
                  <a:pt x="72" y="350"/>
                </a:lnTo>
                <a:lnTo>
                  <a:pt x="72" y="349"/>
                </a:lnTo>
                <a:lnTo>
                  <a:pt x="72" y="347"/>
                </a:lnTo>
                <a:lnTo>
                  <a:pt x="71" y="345"/>
                </a:lnTo>
                <a:lnTo>
                  <a:pt x="69" y="344"/>
                </a:lnTo>
                <a:lnTo>
                  <a:pt x="68" y="343"/>
                </a:lnTo>
                <a:lnTo>
                  <a:pt x="68" y="342"/>
                </a:lnTo>
                <a:lnTo>
                  <a:pt x="67" y="341"/>
                </a:lnTo>
                <a:lnTo>
                  <a:pt x="67" y="340"/>
                </a:lnTo>
                <a:lnTo>
                  <a:pt x="67" y="339"/>
                </a:lnTo>
                <a:lnTo>
                  <a:pt x="67" y="337"/>
                </a:lnTo>
                <a:lnTo>
                  <a:pt x="66" y="337"/>
                </a:lnTo>
                <a:lnTo>
                  <a:pt x="66" y="336"/>
                </a:lnTo>
                <a:lnTo>
                  <a:pt x="65" y="336"/>
                </a:lnTo>
                <a:lnTo>
                  <a:pt x="65" y="335"/>
                </a:lnTo>
                <a:lnTo>
                  <a:pt x="64" y="335"/>
                </a:lnTo>
                <a:lnTo>
                  <a:pt x="63" y="334"/>
                </a:lnTo>
                <a:lnTo>
                  <a:pt x="62" y="334"/>
                </a:lnTo>
                <a:lnTo>
                  <a:pt x="61" y="334"/>
                </a:lnTo>
                <a:lnTo>
                  <a:pt x="61" y="333"/>
                </a:lnTo>
                <a:lnTo>
                  <a:pt x="61" y="334"/>
                </a:lnTo>
                <a:lnTo>
                  <a:pt x="60" y="334"/>
                </a:lnTo>
                <a:lnTo>
                  <a:pt x="59" y="334"/>
                </a:lnTo>
                <a:lnTo>
                  <a:pt x="59" y="333"/>
                </a:lnTo>
                <a:lnTo>
                  <a:pt x="58" y="332"/>
                </a:lnTo>
                <a:lnTo>
                  <a:pt x="57" y="331"/>
                </a:lnTo>
                <a:lnTo>
                  <a:pt x="57" y="332"/>
                </a:lnTo>
                <a:lnTo>
                  <a:pt x="56" y="332"/>
                </a:lnTo>
                <a:lnTo>
                  <a:pt x="55" y="333"/>
                </a:lnTo>
                <a:lnTo>
                  <a:pt x="54" y="334"/>
                </a:lnTo>
                <a:lnTo>
                  <a:pt x="53" y="335"/>
                </a:lnTo>
                <a:lnTo>
                  <a:pt x="52" y="336"/>
                </a:lnTo>
                <a:lnTo>
                  <a:pt x="51" y="337"/>
                </a:lnTo>
                <a:lnTo>
                  <a:pt x="50" y="337"/>
                </a:lnTo>
                <a:lnTo>
                  <a:pt x="48" y="338"/>
                </a:lnTo>
                <a:lnTo>
                  <a:pt x="46" y="338"/>
                </a:lnTo>
                <a:lnTo>
                  <a:pt x="43" y="338"/>
                </a:lnTo>
                <a:lnTo>
                  <a:pt x="41" y="338"/>
                </a:lnTo>
                <a:lnTo>
                  <a:pt x="40" y="338"/>
                </a:lnTo>
                <a:lnTo>
                  <a:pt x="40" y="337"/>
                </a:lnTo>
                <a:lnTo>
                  <a:pt x="39" y="337"/>
                </a:lnTo>
                <a:lnTo>
                  <a:pt x="39" y="336"/>
                </a:lnTo>
                <a:lnTo>
                  <a:pt x="38" y="335"/>
                </a:lnTo>
                <a:lnTo>
                  <a:pt x="37" y="334"/>
                </a:lnTo>
                <a:lnTo>
                  <a:pt x="37" y="332"/>
                </a:lnTo>
                <a:lnTo>
                  <a:pt x="37" y="330"/>
                </a:lnTo>
                <a:lnTo>
                  <a:pt x="37" y="329"/>
                </a:lnTo>
                <a:lnTo>
                  <a:pt x="37" y="328"/>
                </a:lnTo>
                <a:lnTo>
                  <a:pt x="37" y="327"/>
                </a:lnTo>
                <a:lnTo>
                  <a:pt x="38" y="327"/>
                </a:lnTo>
                <a:lnTo>
                  <a:pt x="38" y="326"/>
                </a:lnTo>
                <a:lnTo>
                  <a:pt x="39" y="326"/>
                </a:lnTo>
                <a:lnTo>
                  <a:pt x="39" y="327"/>
                </a:lnTo>
                <a:lnTo>
                  <a:pt x="39" y="326"/>
                </a:lnTo>
                <a:lnTo>
                  <a:pt x="40" y="326"/>
                </a:lnTo>
                <a:lnTo>
                  <a:pt x="40" y="325"/>
                </a:lnTo>
                <a:lnTo>
                  <a:pt x="39" y="325"/>
                </a:lnTo>
                <a:lnTo>
                  <a:pt x="39" y="324"/>
                </a:lnTo>
                <a:lnTo>
                  <a:pt x="39" y="323"/>
                </a:lnTo>
                <a:lnTo>
                  <a:pt x="40" y="323"/>
                </a:lnTo>
                <a:lnTo>
                  <a:pt x="41" y="324"/>
                </a:lnTo>
                <a:lnTo>
                  <a:pt x="42" y="324"/>
                </a:lnTo>
                <a:lnTo>
                  <a:pt x="42" y="325"/>
                </a:lnTo>
                <a:lnTo>
                  <a:pt x="43" y="325"/>
                </a:lnTo>
                <a:lnTo>
                  <a:pt x="43" y="324"/>
                </a:lnTo>
                <a:lnTo>
                  <a:pt x="44" y="324"/>
                </a:lnTo>
                <a:lnTo>
                  <a:pt x="44" y="323"/>
                </a:lnTo>
                <a:lnTo>
                  <a:pt x="44" y="322"/>
                </a:lnTo>
                <a:lnTo>
                  <a:pt x="44" y="321"/>
                </a:lnTo>
                <a:lnTo>
                  <a:pt x="45" y="321"/>
                </a:lnTo>
                <a:lnTo>
                  <a:pt x="46" y="320"/>
                </a:lnTo>
                <a:lnTo>
                  <a:pt x="47" y="320"/>
                </a:lnTo>
                <a:lnTo>
                  <a:pt x="48" y="320"/>
                </a:lnTo>
                <a:lnTo>
                  <a:pt x="48" y="319"/>
                </a:lnTo>
                <a:lnTo>
                  <a:pt x="49" y="319"/>
                </a:lnTo>
                <a:lnTo>
                  <a:pt x="50" y="319"/>
                </a:lnTo>
                <a:lnTo>
                  <a:pt x="50" y="318"/>
                </a:lnTo>
                <a:lnTo>
                  <a:pt x="51" y="317"/>
                </a:lnTo>
                <a:lnTo>
                  <a:pt x="50" y="317"/>
                </a:lnTo>
                <a:lnTo>
                  <a:pt x="50" y="316"/>
                </a:lnTo>
                <a:lnTo>
                  <a:pt x="48" y="316"/>
                </a:lnTo>
                <a:lnTo>
                  <a:pt x="45" y="315"/>
                </a:lnTo>
                <a:lnTo>
                  <a:pt x="44" y="313"/>
                </a:lnTo>
                <a:lnTo>
                  <a:pt x="44" y="312"/>
                </a:lnTo>
                <a:lnTo>
                  <a:pt x="44" y="311"/>
                </a:lnTo>
                <a:lnTo>
                  <a:pt x="45" y="311"/>
                </a:lnTo>
                <a:lnTo>
                  <a:pt x="45" y="310"/>
                </a:lnTo>
                <a:lnTo>
                  <a:pt x="45" y="308"/>
                </a:lnTo>
                <a:lnTo>
                  <a:pt x="46" y="308"/>
                </a:lnTo>
                <a:lnTo>
                  <a:pt x="46" y="307"/>
                </a:lnTo>
                <a:lnTo>
                  <a:pt x="46" y="306"/>
                </a:lnTo>
                <a:lnTo>
                  <a:pt x="45" y="306"/>
                </a:lnTo>
                <a:lnTo>
                  <a:pt x="43" y="305"/>
                </a:lnTo>
                <a:lnTo>
                  <a:pt x="41" y="305"/>
                </a:lnTo>
                <a:lnTo>
                  <a:pt x="40" y="305"/>
                </a:lnTo>
                <a:lnTo>
                  <a:pt x="39" y="305"/>
                </a:lnTo>
                <a:lnTo>
                  <a:pt x="37" y="304"/>
                </a:lnTo>
                <a:lnTo>
                  <a:pt x="35" y="304"/>
                </a:lnTo>
                <a:lnTo>
                  <a:pt x="32" y="304"/>
                </a:lnTo>
                <a:lnTo>
                  <a:pt x="30" y="304"/>
                </a:lnTo>
                <a:lnTo>
                  <a:pt x="29" y="303"/>
                </a:lnTo>
                <a:lnTo>
                  <a:pt x="28" y="303"/>
                </a:lnTo>
                <a:lnTo>
                  <a:pt x="27" y="303"/>
                </a:lnTo>
                <a:lnTo>
                  <a:pt x="25" y="304"/>
                </a:lnTo>
                <a:lnTo>
                  <a:pt x="24" y="305"/>
                </a:lnTo>
                <a:lnTo>
                  <a:pt x="21" y="305"/>
                </a:lnTo>
                <a:lnTo>
                  <a:pt x="20" y="305"/>
                </a:lnTo>
                <a:lnTo>
                  <a:pt x="19" y="304"/>
                </a:lnTo>
                <a:lnTo>
                  <a:pt x="18" y="302"/>
                </a:lnTo>
                <a:lnTo>
                  <a:pt x="18" y="301"/>
                </a:lnTo>
                <a:lnTo>
                  <a:pt x="17" y="301"/>
                </a:lnTo>
                <a:lnTo>
                  <a:pt x="14" y="302"/>
                </a:lnTo>
                <a:lnTo>
                  <a:pt x="10" y="304"/>
                </a:lnTo>
                <a:lnTo>
                  <a:pt x="10" y="305"/>
                </a:lnTo>
                <a:lnTo>
                  <a:pt x="9" y="305"/>
                </a:lnTo>
                <a:lnTo>
                  <a:pt x="8" y="305"/>
                </a:lnTo>
                <a:lnTo>
                  <a:pt x="7" y="304"/>
                </a:lnTo>
                <a:lnTo>
                  <a:pt x="3" y="305"/>
                </a:lnTo>
                <a:lnTo>
                  <a:pt x="2" y="305"/>
                </a:lnTo>
                <a:lnTo>
                  <a:pt x="1" y="305"/>
                </a:lnTo>
                <a:lnTo>
                  <a:pt x="0" y="304"/>
                </a:lnTo>
                <a:lnTo>
                  <a:pt x="0" y="303"/>
                </a:lnTo>
                <a:lnTo>
                  <a:pt x="2" y="301"/>
                </a:lnTo>
                <a:lnTo>
                  <a:pt x="4" y="300"/>
                </a:lnTo>
                <a:lnTo>
                  <a:pt x="5" y="300"/>
                </a:lnTo>
                <a:lnTo>
                  <a:pt x="5" y="301"/>
                </a:lnTo>
                <a:lnTo>
                  <a:pt x="6" y="301"/>
                </a:lnTo>
                <a:lnTo>
                  <a:pt x="7" y="301"/>
                </a:lnTo>
                <a:lnTo>
                  <a:pt x="8" y="300"/>
                </a:lnTo>
                <a:lnTo>
                  <a:pt x="9" y="299"/>
                </a:lnTo>
                <a:lnTo>
                  <a:pt x="10" y="298"/>
                </a:lnTo>
                <a:lnTo>
                  <a:pt x="12" y="298"/>
                </a:lnTo>
                <a:lnTo>
                  <a:pt x="14" y="298"/>
                </a:lnTo>
                <a:lnTo>
                  <a:pt x="14" y="294"/>
                </a:lnTo>
                <a:lnTo>
                  <a:pt x="15" y="291"/>
                </a:lnTo>
                <a:lnTo>
                  <a:pt x="17" y="291"/>
                </a:lnTo>
                <a:lnTo>
                  <a:pt x="17" y="290"/>
                </a:lnTo>
                <a:lnTo>
                  <a:pt x="25" y="290"/>
                </a:lnTo>
                <a:lnTo>
                  <a:pt x="38" y="289"/>
                </a:lnTo>
                <a:lnTo>
                  <a:pt x="55" y="287"/>
                </a:lnTo>
                <a:lnTo>
                  <a:pt x="61" y="287"/>
                </a:lnTo>
                <a:lnTo>
                  <a:pt x="64" y="284"/>
                </a:lnTo>
                <a:lnTo>
                  <a:pt x="68" y="282"/>
                </a:lnTo>
                <a:lnTo>
                  <a:pt x="73" y="282"/>
                </a:lnTo>
                <a:lnTo>
                  <a:pt x="75" y="281"/>
                </a:lnTo>
                <a:lnTo>
                  <a:pt x="84" y="281"/>
                </a:lnTo>
                <a:lnTo>
                  <a:pt x="87" y="280"/>
                </a:lnTo>
                <a:lnTo>
                  <a:pt x="88" y="280"/>
                </a:lnTo>
                <a:lnTo>
                  <a:pt x="95" y="275"/>
                </a:lnTo>
                <a:lnTo>
                  <a:pt x="103" y="268"/>
                </a:lnTo>
                <a:lnTo>
                  <a:pt x="104" y="267"/>
                </a:lnTo>
                <a:lnTo>
                  <a:pt x="108" y="266"/>
                </a:lnTo>
                <a:lnTo>
                  <a:pt x="112" y="266"/>
                </a:lnTo>
                <a:lnTo>
                  <a:pt x="115" y="264"/>
                </a:lnTo>
                <a:lnTo>
                  <a:pt x="122" y="261"/>
                </a:lnTo>
                <a:lnTo>
                  <a:pt x="126" y="260"/>
                </a:lnTo>
                <a:lnTo>
                  <a:pt x="127" y="259"/>
                </a:lnTo>
                <a:lnTo>
                  <a:pt x="130" y="260"/>
                </a:lnTo>
                <a:lnTo>
                  <a:pt x="136" y="262"/>
                </a:lnTo>
                <a:lnTo>
                  <a:pt x="139" y="261"/>
                </a:lnTo>
                <a:lnTo>
                  <a:pt x="143" y="261"/>
                </a:lnTo>
                <a:lnTo>
                  <a:pt x="150" y="262"/>
                </a:lnTo>
                <a:lnTo>
                  <a:pt x="151" y="261"/>
                </a:lnTo>
                <a:lnTo>
                  <a:pt x="152" y="261"/>
                </a:lnTo>
                <a:lnTo>
                  <a:pt x="154" y="261"/>
                </a:lnTo>
                <a:lnTo>
                  <a:pt x="157" y="259"/>
                </a:lnTo>
                <a:lnTo>
                  <a:pt x="157" y="253"/>
                </a:lnTo>
                <a:lnTo>
                  <a:pt x="158" y="250"/>
                </a:lnTo>
                <a:lnTo>
                  <a:pt x="158" y="249"/>
                </a:lnTo>
                <a:lnTo>
                  <a:pt x="159" y="249"/>
                </a:lnTo>
                <a:lnTo>
                  <a:pt x="160" y="249"/>
                </a:lnTo>
                <a:lnTo>
                  <a:pt x="161" y="250"/>
                </a:lnTo>
                <a:lnTo>
                  <a:pt x="162" y="250"/>
                </a:lnTo>
                <a:lnTo>
                  <a:pt x="162" y="251"/>
                </a:lnTo>
                <a:lnTo>
                  <a:pt x="163" y="251"/>
                </a:lnTo>
                <a:lnTo>
                  <a:pt x="164" y="250"/>
                </a:lnTo>
                <a:lnTo>
                  <a:pt x="165" y="250"/>
                </a:lnTo>
                <a:lnTo>
                  <a:pt x="165" y="249"/>
                </a:lnTo>
                <a:lnTo>
                  <a:pt x="167" y="249"/>
                </a:lnTo>
                <a:lnTo>
                  <a:pt x="171" y="247"/>
                </a:lnTo>
                <a:lnTo>
                  <a:pt x="172" y="246"/>
                </a:lnTo>
                <a:lnTo>
                  <a:pt x="173" y="246"/>
                </a:lnTo>
                <a:lnTo>
                  <a:pt x="173" y="247"/>
                </a:lnTo>
                <a:lnTo>
                  <a:pt x="174" y="247"/>
                </a:lnTo>
                <a:lnTo>
                  <a:pt x="175" y="247"/>
                </a:lnTo>
                <a:lnTo>
                  <a:pt x="175" y="246"/>
                </a:lnTo>
                <a:lnTo>
                  <a:pt x="176" y="245"/>
                </a:lnTo>
                <a:lnTo>
                  <a:pt x="176" y="244"/>
                </a:lnTo>
                <a:lnTo>
                  <a:pt x="175" y="244"/>
                </a:lnTo>
                <a:lnTo>
                  <a:pt x="175" y="243"/>
                </a:lnTo>
                <a:lnTo>
                  <a:pt x="177" y="241"/>
                </a:lnTo>
                <a:lnTo>
                  <a:pt x="179" y="238"/>
                </a:lnTo>
                <a:lnTo>
                  <a:pt x="179" y="237"/>
                </a:lnTo>
                <a:lnTo>
                  <a:pt x="179" y="235"/>
                </a:lnTo>
                <a:lnTo>
                  <a:pt x="179" y="233"/>
                </a:lnTo>
                <a:lnTo>
                  <a:pt x="179" y="232"/>
                </a:lnTo>
                <a:lnTo>
                  <a:pt x="179" y="231"/>
                </a:lnTo>
                <a:lnTo>
                  <a:pt x="178" y="230"/>
                </a:lnTo>
                <a:lnTo>
                  <a:pt x="178" y="228"/>
                </a:lnTo>
                <a:lnTo>
                  <a:pt x="179" y="226"/>
                </a:lnTo>
                <a:lnTo>
                  <a:pt x="179" y="224"/>
                </a:lnTo>
                <a:lnTo>
                  <a:pt x="178" y="223"/>
                </a:lnTo>
                <a:lnTo>
                  <a:pt x="178" y="222"/>
                </a:lnTo>
                <a:lnTo>
                  <a:pt x="179" y="222"/>
                </a:lnTo>
                <a:lnTo>
                  <a:pt x="179" y="221"/>
                </a:lnTo>
                <a:lnTo>
                  <a:pt x="180" y="221"/>
                </a:lnTo>
                <a:lnTo>
                  <a:pt x="182" y="217"/>
                </a:lnTo>
                <a:lnTo>
                  <a:pt x="183" y="216"/>
                </a:lnTo>
                <a:lnTo>
                  <a:pt x="183" y="215"/>
                </a:lnTo>
                <a:lnTo>
                  <a:pt x="183" y="214"/>
                </a:lnTo>
                <a:lnTo>
                  <a:pt x="182" y="212"/>
                </a:lnTo>
                <a:lnTo>
                  <a:pt x="180" y="210"/>
                </a:lnTo>
                <a:lnTo>
                  <a:pt x="180" y="209"/>
                </a:lnTo>
                <a:lnTo>
                  <a:pt x="179" y="208"/>
                </a:lnTo>
                <a:lnTo>
                  <a:pt x="179" y="207"/>
                </a:lnTo>
                <a:lnTo>
                  <a:pt x="178" y="206"/>
                </a:lnTo>
                <a:lnTo>
                  <a:pt x="177" y="206"/>
                </a:lnTo>
                <a:lnTo>
                  <a:pt x="177" y="205"/>
                </a:lnTo>
                <a:lnTo>
                  <a:pt x="176" y="204"/>
                </a:lnTo>
                <a:lnTo>
                  <a:pt x="176" y="203"/>
                </a:lnTo>
                <a:lnTo>
                  <a:pt x="175" y="200"/>
                </a:lnTo>
                <a:lnTo>
                  <a:pt x="175" y="198"/>
                </a:lnTo>
                <a:lnTo>
                  <a:pt x="175" y="197"/>
                </a:lnTo>
                <a:lnTo>
                  <a:pt x="174" y="197"/>
                </a:lnTo>
                <a:lnTo>
                  <a:pt x="175" y="193"/>
                </a:lnTo>
                <a:lnTo>
                  <a:pt x="175" y="191"/>
                </a:lnTo>
                <a:lnTo>
                  <a:pt x="175" y="186"/>
                </a:lnTo>
                <a:lnTo>
                  <a:pt x="176" y="183"/>
                </a:lnTo>
                <a:lnTo>
                  <a:pt x="179" y="182"/>
                </a:lnTo>
                <a:lnTo>
                  <a:pt x="180" y="182"/>
                </a:lnTo>
                <a:lnTo>
                  <a:pt x="181" y="182"/>
                </a:lnTo>
                <a:lnTo>
                  <a:pt x="181" y="181"/>
                </a:lnTo>
                <a:lnTo>
                  <a:pt x="182" y="180"/>
                </a:lnTo>
                <a:lnTo>
                  <a:pt x="183" y="179"/>
                </a:lnTo>
                <a:lnTo>
                  <a:pt x="183" y="178"/>
                </a:lnTo>
                <a:lnTo>
                  <a:pt x="183" y="176"/>
                </a:lnTo>
                <a:lnTo>
                  <a:pt x="184" y="175"/>
                </a:lnTo>
                <a:lnTo>
                  <a:pt x="185" y="171"/>
                </a:lnTo>
                <a:lnTo>
                  <a:pt x="186" y="171"/>
                </a:lnTo>
                <a:lnTo>
                  <a:pt x="186" y="170"/>
                </a:lnTo>
                <a:lnTo>
                  <a:pt x="184" y="167"/>
                </a:lnTo>
                <a:lnTo>
                  <a:pt x="183" y="166"/>
                </a:lnTo>
                <a:lnTo>
                  <a:pt x="182" y="165"/>
                </a:lnTo>
                <a:lnTo>
                  <a:pt x="182" y="164"/>
                </a:lnTo>
                <a:lnTo>
                  <a:pt x="181" y="163"/>
                </a:lnTo>
                <a:lnTo>
                  <a:pt x="181" y="162"/>
                </a:lnTo>
                <a:lnTo>
                  <a:pt x="180" y="160"/>
                </a:lnTo>
                <a:lnTo>
                  <a:pt x="180" y="159"/>
                </a:lnTo>
                <a:lnTo>
                  <a:pt x="181" y="157"/>
                </a:lnTo>
                <a:lnTo>
                  <a:pt x="182" y="157"/>
                </a:lnTo>
                <a:lnTo>
                  <a:pt x="182" y="156"/>
                </a:lnTo>
                <a:lnTo>
                  <a:pt x="182" y="155"/>
                </a:lnTo>
                <a:lnTo>
                  <a:pt x="182" y="154"/>
                </a:lnTo>
                <a:lnTo>
                  <a:pt x="181" y="154"/>
                </a:lnTo>
                <a:lnTo>
                  <a:pt x="181" y="153"/>
                </a:lnTo>
                <a:lnTo>
                  <a:pt x="181" y="152"/>
                </a:lnTo>
                <a:lnTo>
                  <a:pt x="181" y="151"/>
                </a:lnTo>
                <a:lnTo>
                  <a:pt x="181" y="150"/>
                </a:lnTo>
                <a:lnTo>
                  <a:pt x="181" y="149"/>
                </a:lnTo>
                <a:lnTo>
                  <a:pt x="182" y="148"/>
                </a:lnTo>
                <a:lnTo>
                  <a:pt x="182" y="149"/>
                </a:lnTo>
                <a:lnTo>
                  <a:pt x="183" y="149"/>
                </a:lnTo>
                <a:lnTo>
                  <a:pt x="183" y="148"/>
                </a:lnTo>
                <a:lnTo>
                  <a:pt x="184" y="147"/>
                </a:lnTo>
                <a:lnTo>
                  <a:pt x="183" y="146"/>
                </a:lnTo>
                <a:lnTo>
                  <a:pt x="183" y="145"/>
                </a:lnTo>
                <a:lnTo>
                  <a:pt x="182" y="144"/>
                </a:lnTo>
                <a:lnTo>
                  <a:pt x="182" y="143"/>
                </a:lnTo>
                <a:lnTo>
                  <a:pt x="182" y="142"/>
                </a:lnTo>
                <a:lnTo>
                  <a:pt x="182" y="141"/>
                </a:lnTo>
                <a:lnTo>
                  <a:pt x="183" y="138"/>
                </a:lnTo>
                <a:lnTo>
                  <a:pt x="183" y="137"/>
                </a:lnTo>
                <a:lnTo>
                  <a:pt x="184" y="136"/>
                </a:lnTo>
                <a:lnTo>
                  <a:pt x="185" y="135"/>
                </a:lnTo>
                <a:lnTo>
                  <a:pt x="185" y="133"/>
                </a:lnTo>
                <a:lnTo>
                  <a:pt x="185" y="132"/>
                </a:lnTo>
                <a:lnTo>
                  <a:pt x="185" y="131"/>
                </a:lnTo>
                <a:lnTo>
                  <a:pt x="185" y="130"/>
                </a:lnTo>
                <a:lnTo>
                  <a:pt x="184" y="130"/>
                </a:lnTo>
                <a:lnTo>
                  <a:pt x="184" y="129"/>
                </a:lnTo>
                <a:lnTo>
                  <a:pt x="184" y="128"/>
                </a:lnTo>
                <a:lnTo>
                  <a:pt x="184" y="127"/>
                </a:lnTo>
                <a:lnTo>
                  <a:pt x="185" y="127"/>
                </a:lnTo>
                <a:lnTo>
                  <a:pt x="185" y="126"/>
                </a:lnTo>
                <a:lnTo>
                  <a:pt x="186" y="126"/>
                </a:lnTo>
                <a:lnTo>
                  <a:pt x="186" y="125"/>
                </a:lnTo>
                <a:lnTo>
                  <a:pt x="186" y="124"/>
                </a:lnTo>
                <a:lnTo>
                  <a:pt x="185" y="123"/>
                </a:lnTo>
                <a:lnTo>
                  <a:pt x="185" y="122"/>
                </a:lnTo>
                <a:lnTo>
                  <a:pt x="184" y="122"/>
                </a:lnTo>
                <a:lnTo>
                  <a:pt x="184" y="121"/>
                </a:lnTo>
                <a:lnTo>
                  <a:pt x="184" y="120"/>
                </a:lnTo>
                <a:lnTo>
                  <a:pt x="184" y="119"/>
                </a:lnTo>
                <a:lnTo>
                  <a:pt x="184" y="117"/>
                </a:lnTo>
                <a:lnTo>
                  <a:pt x="184" y="115"/>
                </a:lnTo>
                <a:lnTo>
                  <a:pt x="185" y="115"/>
                </a:lnTo>
                <a:lnTo>
                  <a:pt x="186" y="115"/>
                </a:lnTo>
                <a:lnTo>
                  <a:pt x="186" y="114"/>
                </a:lnTo>
                <a:lnTo>
                  <a:pt x="186" y="113"/>
                </a:lnTo>
                <a:lnTo>
                  <a:pt x="186" y="112"/>
                </a:lnTo>
                <a:lnTo>
                  <a:pt x="187" y="112"/>
                </a:lnTo>
                <a:lnTo>
                  <a:pt x="188" y="110"/>
                </a:lnTo>
                <a:lnTo>
                  <a:pt x="188" y="109"/>
                </a:lnTo>
                <a:lnTo>
                  <a:pt x="188" y="106"/>
                </a:lnTo>
                <a:lnTo>
                  <a:pt x="187" y="106"/>
                </a:lnTo>
                <a:lnTo>
                  <a:pt x="187" y="105"/>
                </a:lnTo>
                <a:lnTo>
                  <a:pt x="188" y="105"/>
                </a:lnTo>
                <a:lnTo>
                  <a:pt x="188" y="104"/>
                </a:lnTo>
                <a:lnTo>
                  <a:pt x="190" y="103"/>
                </a:lnTo>
                <a:lnTo>
                  <a:pt x="190" y="101"/>
                </a:lnTo>
                <a:lnTo>
                  <a:pt x="190" y="100"/>
                </a:lnTo>
                <a:lnTo>
                  <a:pt x="189" y="99"/>
                </a:lnTo>
                <a:lnTo>
                  <a:pt x="189" y="97"/>
                </a:lnTo>
                <a:lnTo>
                  <a:pt x="189" y="96"/>
                </a:lnTo>
                <a:lnTo>
                  <a:pt x="189" y="95"/>
                </a:lnTo>
                <a:lnTo>
                  <a:pt x="189" y="94"/>
                </a:lnTo>
                <a:lnTo>
                  <a:pt x="189" y="93"/>
                </a:lnTo>
                <a:lnTo>
                  <a:pt x="190" y="93"/>
                </a:lnTo>
                <a:lnTo>
                  <a:pt x="193" y="91"/>
                </a:lnTo>
                <a:lnTo>
                  <a:pt x="193" y="90"/>
                </a:lnTo>
                <a:lnTo>
                  <a:pt x="194" y="89"/>
                </a:lnTo>
                <a:lnTo>
                  <a:pt x="194" y="88"/>
                </a:lnTo>
                <a:lnTo>
                  <a:pt x="197" y="85"/>
                </a:lnTo>
                <a:lnTo>
                  <a:pt x="199" y="83"/>
                </a:lnTo>
                <a:lnTo>
                  <a:pt x="200" y="83"/>
                </a:lnTo>
                <a:lnTo>
                  <a:pt x="200" y="81"/>
                </a:lnTo>
                <a:lnTo>
                  <a:pt x="201" y="81"/>
                </a:lnTo>
                <a:lnTo>
                  <a:pt x="201" y="80"/>
                </a:lnTo>
                <a:lnTo>
                  <a:pt x="200" y="80"/>
                </a:lnTo>
                <a:lnTo>
                  <a:pt x="199" y="80"/>
                </a:lnTo>
                <a:lnTo>
                  <a:pt x="198" y="80"/>
                </a:lnTo>
                <a:lnTo>
                  <a:pt x="197" y="77"/>
                </a:lnTo>
                <a:lnTo>
                  <a:pt x="197" y="76"/>
                </a:lnTo>
                <a:lnTo>
                  <a:pt x="199" y="74"/>
                </a:lnTo>
                <a:lnTo>
                  <a:pt x="199" y="73"/>
                </a:lnTo>
                <a:lnTo>
                  <a:pt x="200" y="73"/>
                </a:lnTo>
                <a:lnTo>
                  <a:pt x="201" y="73"/>
                </a:lnTo>
                <a:lnTo>
                  <a:pt x="201" y="72"/>
                </a:lnTo>
                <a:lnTo>
                  <a:pt x="201" y="71"/>
                </a:lnTo>
                <a:lnTo>
                  <a:pt x="200" y="71"/>
                </a:lnTo>
                <a:lnTo>
                  <a:pt x="200" y="70"/>
                </a:lnTo>
                <a:lnTo>
                  <a:pt x="201" y="70"/>
                </a:lnTo>
                <a:lnTo>
                  <a:pt x="202" y="70"/>
                </a:lnTo>
                <a:lnTo>
                  <a:pt x="202" y="69"/>
                </a:lnTo>
                <a:lnTo>
                  <a:pt x="203" y="69"/>
                </a:lnTo>
                <a:lnTo>
                  <a:pt x="203" y="68"/>
                </a:lnTo>
                <a:lnTo>
                  <a:pt x="204" y="67"/>
                </a:lnTo>
                <a:lnTo>
                  <a:pt x="205" y="67"/>
                </a:lnTo>
                <a:lnTo>
                  <a:pt x="206" y="67"/>
                </a:lnTo>
                <a:lnTo>
                  <a:pt x="207" y="66"/>
                </a:lnTo>
                <a:lnTo>
                  <a:pt x="207" y="65"/>
                </a:lnTo>
                <a:lnTo>
                  <a:pt x="207" y="64"/>
                </a:lnTo>
                <a:lnTo>
                  <a:pt x="208" y="63"/>
                </a:lnTo>
                <a:lnTo>
                  <a:pt x="208" y="62"/>
                </a:lnTo>
                <a:lnTo>
                  <a:pt x="209" y="61"/>
                </a:lnTo>
                <a:lnTo>
                  <a:pt x="210" y="60"/>
                </a:lnTo>
                <a:lnTo>
                  <a:pt x="210" y="59"/>
                </a:lnTo>
                <a:lnTo>
                  <a:pt x="210" y="58"/>
                </a:lnTo>
                <a:lnTo>
                  <a:pt x="209" y="57"/>
                </a:lnTo>
                <a:lnTo>
                  <a:pt x="209" y="56"/>
                </a:lnTo>
                <a:lnTo>
                  <a:pt x="210" y="56"/>
                </a:lnTo>
                <a:lnTo>
                  <a:pt x="210" y="55"/>
                </a:lnTo>
                <a:lnTo>
                  <a:pt x="210" y="54"/>
                </a:lnTo>
                <a:lnTo>
                  <a:pt x="210" y="53"/>
                </a:lnTo>
                <a:lnTo>
                  <a:pt x="210" y="52"/>
                </a:lnTo>
                <a:lnTo>
                  <a:pt x="210" y="50"/>
                </a:lnTo>
                <a:lnTo>
                  <a:pt x="211" y="50"/>
                </a:lnTo>
                <a:lnTo>
                  <a:pt x="211" y="48"/>
                </a:lnTo>
                <a:lnTo>
                  <a:pt x="212" y="47"/>
                </a:lnTo>
                <a:lnTo>
                  <a:pt x="213" y="46"/>
                </a:lnTo>
                <a:lnTo>
                  <a:pt x="213" y="45"/>
                </a:lnTo>
                <a:lnTo>
                  <a:pt x="213" y="43"/>
                </a:lnTo>
                <a:lnTo>
                  <a:pt x="213" y="42"/>
                </a:lnTo>
                <a:lnTo>
                  <a:pt x="214" y="42"/>
                </a:lnTo>
                <a:lnTo>
                  <a:pt x="214" y="41"/>
                </a:lnTo>
                <a:lnTo>
                  <a:pt x="215" y="39"/>
                </a:lnTo>
                <a:lnTo>
                  <a:pt x="217" y="38"/>
                </a:lnTo>
                <a:lnTo>
                  <a:pt x="217" y="37"/>
                </a:lnTo>
                <a:lnTo>
                  <a:pt x="218" y="36"/>
                </a:lnTo>
                <a:lnTo>
                  <a:pt x="219" y="36"/>
                </a:lnTo>
                <a:lnTo>
                  <a:pt x="219" y="37"/>
                </a:lnTo>
                <a:lnTo>
                  <a:pt x="220" y="37"/>
                </a:lnTo>
                <a:lnTo>
                  <a:pt x="221" y="38"/>
                </a:lnTo>
                <a:lnTo>
                  <a:pt x="222" y="39"/>
                </a:lnTo>
                <a:lnTo>
                  <a:pt x="223" y="39"/>
                </a:lnTo>
                <a:lnTo>
                  <a:pt x="223" y="40"/>
                </a:lnTo>
                <a:lnTo>
                  <a:pt x="225" y="40"/>
                </a:lnTo>
                <a:lnTo>
                  <a:pt x="226" y="40"/>
                </a:lnTo>
                <a:lnTo>
                  <a:pt x="226" y="39"/>
                </a:lnTo>
                <a:lnTo>
                  <a:pt x="227" y="40"/>
                </a:lnTo>
                <a:lnTo>
                  <a:pt x="229" y="40"/>
                </a:lnTo>
                <a:lnTo>
                  <a:pt x="231" y="40"/>
                </a:lnTo>
                <a:lnTo>
                  <a:pt x="233" y="39"/>
                </a:lnTo>
                <a:lnTo>
                  <a:pt x="234" y="36"/>
                </a:lnTo>
                <a:lnTo>
                  <a:pt x="234" y="32"/>
                </a:lnTo>
                <a:lnTo>
                  <a:pt x="233" y="32"/>
                </a:lnTo>
                <a:lnTo>
                  <a:pt x="233" y="31"/>
                </a:lnTo>
                <a:lnTo>
                  <a:pt x="232" y="31"/>
                </a:lnTo>
                <a:lnTo>
                  <a:pt x="232" y="29"/>
                </a:lnTo>
                <a:lnTo>
                  <a:pt x="232" y="28"/>
                </a:lnTo>
                <a:lnTo>
                  <a:pt x="233" y="28"/>
                </a:lnTo>
                <a:lnTo>
                  <a:pt x="233" y="27"/>
                </a:lnTo>
                <a:lnTo>
                  <a:pt x="233" y="26"/>
                </a:lnTo>
                <a:lnTo>
                  <a:pt x="233" y="25"/>
                </a:lnTo>
                <a:lnTo>
                  <a:pt x="232" y="24"/>
                </a:lnTo>
                <a:lnTo>
                  <a:pt x="232" y="23"/>
                </a:lnTo>
                <a:lnTo>
                  <a:pt x="232" y="22"/>
                </a:lnTo>
                <a:lnTo>
                  <a:pt x="232" y="21"/>
                </a:lnTo>
                <a:lnTo>
                  <a:pt x="231" y="20"/>
                </a:lnTo>
                <a:lnTo>
                  <a:pt x="232" y="20"/>
                </a:lnTo>
                <a:lnTo>
                  <a:pt x="232" y="19"/>
                </a:lnTo>
                <a:lnTo>
                  <a:pt x="233" y="18"/>
                </a:lnTo>
                <a:lnTo>
                  <a:pt x="234" y="18"/>
                </a:lnTo>
                <a:lnTo>
                  <a:pt x="236" y="18"/>
                </a:lnTo>
                <a:lnTo>
                  <a:pt x="237" y="18"/>
                </a:lnTo>
                <a:lnTo>
                  <a:pt x="240" y="17"/>
                </a:lnTo>
                <a:lnTo>
                  <a:pt x="241" y="17"/>
                </a:lnTo>
                <a:lnTo>
                  <a:pt x="243" y="17"/>
                </a:lnTo>
                <a:lnTo>
                  <a:pt x="246" y="17"/>
                </a:lnTo>
                <a:lnTo>
                  <a:pt x="249" y="16"/>
                </a:lnTo>
                <a:lnTo>
                  <a:pt x="250" y="17"/>
                </a:lnTo>
                <a:lnTo>
                  <a:pt x="251" y="17"/>
                </a:lnTo>
                <a:lnTo>
                  <a:pt x="252" y="17"/>
                </a:lnTo>
                <a:lnTo>
                  <a:pt x="253" y="17"/>
                </a:lnTo>
                <a:lnTo>
                  <a:pt x="255" y="18"/>
                </a:lnTo>
                <a:lnTo>
                  <a:pt x="257" y="18"/>
                </a:lnTo>
                <a:lnTo>
                  <a:pt x="258" y="19"/>
                </a:lnTo>
                <a:lnTo>
                  <a:pt x="259" y="18"/>
                </a:lnTo>
                <a:lnTo>
                  <a:pt x="261" y="14"/>
                </a:lnTo>
                <a:lnTo>
                  <a:pt x="264" y="9"/>
                </a:lnTo>
                <a:lnTo>
                  <a:pt x="266" y="7"/>
                </a:lnTo>
                <a:lnTo>
                  <a:pt x="269" y="3"/>
                </a:lnTo>
                <a:lnTo>
                  <a:pt x="271" y="4"/>
                </a:lnTo>
                <a:lnTo>
                  <a:pt x="272" y="4"/>
                </a:lnTo>
                <a:lnTo>
                  <a:pt x="273" y="5"/>
                </a:lnTo>
                <a:lnTo>
                  <a:pt x="274" y="5"/>
                </a:lnTo>
                <a:lnTo>
                  <a:pt x="276" y="6"/>
                </a:lnTo>
                <a:lnTo>
                  <a:pt x="277" y="6"/>
                </a:lnTo>
                <a:lnTo>
                  <a:pt x="278" y="5"/>
                </a:lnTo>
                <a:lnTo>
                  <a:pt x="279" y="5"/>
                </a:lnTo>
                <a:lnTo>
                  <a:pt x="279" y="4"/>
                </a:lnTo>
                <a:lnTo>
                  <a:pt x="281" y="3"/>
                </a:lnTo>
                <a:lnTo>
                  <a:pt x="284" y="2"/>
                </a:lnTo>
                <a:lnTo>
                  <a:pt x="284" y="1"/>
                </a:lnTo>
                <a:lnTo>
                  <a:pt x="286" y="0"/>
                </a:lnTo>
                <a:lnTo>
                  <a:pt x="286" y="1"/>
                </a:lnTo>
                <a:lnTo>
                  <a:pt x="286" y="2"/>
                </a:lnTo>
                <a:lnTo>
                  <a:pt x="286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616320" y="4063320"/>
            <a:ext cx="942840" cy="735120"/>
          </a:xfrm>
          <a:custGeom>
            <a:avLst/>
            <a:gdLst/>
            <a:ahLst/>
            <a:rect l="0" t="0" r="r" b="b"/>
            <a:pathLst>
              <a:path w="2619" h="2042">
                <a:moveTo>
                  <a:pt x="2619" y="1093"/>
                </a:moveTo>
                <a:lnTo>
                  <a:pt x="2616" y="1095"/>
                </a:lnTo>
                <a:lnTo>
                  <a:pt x="2616" y="1096"/>
                </a:lnTo>
                <a:lnTo>
                  <a:pt x="2615" y="1096"/>
                </a:lnTo>
                <a:lnTo>
                  <a:pt x="2614" y="1096"/>
                </a:lnTo>
                <a:lnTo>
                  <a:pt x="2614" y="1097"/>
                </a:lnTo>
                <a:lnTo>
                  <a:pt x="2613" y="1097"/>
                </a:lnTo>
                <a:lnTo>
                  <a:pt x="2612" y="1097"/>
                </a:lnTo>
                <a:lnTo>
                  <a:pt x="2612" y="1098"/>
                </a:lnTo>
                <a:lnTo>
                  <a:pt x="2611" y="1098"/>
                </a:lnTo>
                <a:lnTo>
                  <a:pt x="2610" y="1098"/>
                </a:lnTo>
                <a:lnTo>
                  <a:pt x="2609" y="1099"/>
                </a:lnTo>
                <a:lnTo>
                  <a:pt x="2608" y="1099"/>
                </a:lnTo>
                <a:lnTo>
                  <a:pt x="2608" y="1100"/>
                </a:lnTo>
                <a:lnTo>
                  <a:pt x="2607" y="1100"/>
                </a:lnTo>
                <a:lnTo>
                  <a:pt x="2606" y="1100"/>
                </a:lnTo>
                <a:lnTo>
                  <a:pt x="2605" y="1101"/>
                </a:lnTo>
                <a:lnTo>
                  <a:pt x="2603" y="1102"/>
                </a:lnTo>
                <a:lnTo>
                  <a:pt x="2602" y="1102"/>
                </a:lnTo>
                <a:lnTo>
                  <a:pt x="2600" y="1103"/>
                </a:lnTo>
                <a:lnTo>
                  <a:pt x="2599" y="1104"/>
                </a:lnTo>
                <a:lnTo>
                  <a:pt x="2596" y="1106"/>
                </a:lnTo>
                <a:lnTo>
                  <a:pt x="2595" y="1106"/>
                </a:lnTo>
                <a:lnTo>
                  <a:pt x="2594" y="1106"/>
                </a:lnTo>
                <a:lnTo>
                  <a:pt x="2593" y="1107"/>
                </a:lnTo>
                <a:lnTo>
                  <a:pt x="2590" y="1108"/>
                </a:lnTo>
                <a:lnTo>
                  <a:pt x="2589" y="1108"/>
                </a:lnTo>
                <a:lnTo>
                  <a:pt x="2589" y="1109"/>
                </a:lnTo>
                <a:lnTo>
                  <a:pt x="2587" y="1109"/>
                </a:lnTo>
                <a:lnTo>
                  <a:pt x="2586" y="1109"/>
                </a:lnTo>
                <a:lnTo>
                  <a:pt x="2583" y="1114"/>
                </a:lnTo>
                <a:lnTo>
                  <a:pt x="2582" y="1114"/>
                </a:lnTo>
                <a:lnTo>
                  <a:pt x="2582" y="1115"/>
                </a:lnTo>
                <a:lnTo>
                  <a:pt x="2581" y="1115"/>
                </a:lnTo>
                <a:lnTo>
                  <a:pt x="2581" y="1116"/>
                </a:lnTo>
                <a:lnTo>
                  <a:pt x="2580" y="1116"/>
                </a:lnTo>
                <a:lnTo>
                  <a:pt x="2578" y="1117"/>
                </a:lnTo>
                <a:lnTo>
                  <a:pt x="2577" y="1118"/>
                </a:lnTo>
                <a:lnTo>
                  <a:pt x="2576" y="1124"/>
                </a:lnTo>
                <a:lnTo>
                  <a:pt x="2575" y="1127"/>
                </a:lnTo>
                <a:lnTo>
                  <a:pt x="2573" y="1130"/>
                </a:lnTo>
                <a:lnTo>
                  <a:pt x="2572" y="1131"/>
                </a:lnTo>
                <a:lnTo>
                  <a:pt x="2570" y="1133"/>
                </a:lnTo>
                <a:lnTo>
                  <a:pt x="2573" y="1135"/>
                </a:lnTo>
                <a:lnTo>
                  <a:pt x="2580" y="1138"/>
                </a:lnTo>
                <a:lnTo>
                  <a:pt x="2576" y="1147"/>
                </a:lnTo>
                <a:lnTo>
                  <a:pt x="2576" y="1150"/>
                </a:lnTo>
                <a:lnTo>
                  <a:pt x="2576" y="1151"/>
                </a:lnTo>
                <a:lnTo>
                  <a:pt x="2589" y="1169"/>
                </a:lnTo>
                <a:lnTo>
                  <a:pt x="2584" y="1173"/>
                </a:lnTo>
                <a:lnTo>
                  <a:pt x="2581" y="1175"/>
                </a:lnTo>
                <a:lnTo>
                  <a:pt x="2577" y="1178"/>
                </a:lnTo>
                <a:lnTo>
                  <a:pt x="2583" y="1193"/>
                </a:lnTo>
                <a:lnTo>
                  <a:pt x="2582" y="1197"/>
                </a:lnTo>
                <a:lnTo>
                  <a:pt x="2582" y="1199"/>
                </a:lnTo>
                <a:lnTo>
                  <a:pt x="2581" y="1199"/>
                </a:lnTo>
                <a:lnTo>
                  <a:pt x="2581" y="1200"/>
                </a:lnTo>
                <a:lnTo>
                  <a:pt x="2581" y="1201"/>
                </a:lnTo>
                <a:lnTo>
                  <a:pt x="2580" y="1201"/>
                </a:lnTo>
                <a:lnTo>
                  <a:pt x="2580" y="1202"/>
                </a:lnTo>
                <a:lnTo>
                  <a:pt x="2580" y="1203"/>
                </a:lnTo>
                <a:lnTo>
                  <a:pt x="2579" y="1203"/>
                </a:lnTo>
                <a:lnTo>
                  <a:pt x="2579" y="1204"/>
                </a:lnTo>
                <a:lnTo>
                  <a:pt x="2578" y="1205"/>
                </a:lnTo>
                <a:lnTo>
                  <a:pt x="2577" y="1206"/>
                </a:lnTo>
                <a:lnTo>
                  <a:pt x="2576" y="1207"/>
                </a:lnTo>
                <a:lnTo>
                  <a:pt x="2575" y="1207"/>
                </a:lnTo>
                <a:lnTo>
                  <a:pt x="2574" y="1208"/>
                </a:lnTo>
                <a:lnTo>
                  <a:pt x="2573" y="1209"/>
                </a:lnTo>
                <a:lnTo>
                  <a:pt x="2572" y="1210"/>
                </a:lnTo>
                <a:lnTo>
                  <a:pt x="2572" y="1211"/>
                </a:lnTo>
                <a:lnTo>
                  <a:pt x="2571" y="1211"/>
                </a:lnTo>
                <a:lnTo>
                  <a:pt x="2570" y="1212"/>
                </a:lnTo>
                <a:lnTo>
                  <a:pt x="2569" y="1213"/>
                </a:lnTo>
                <a:lnTo>
                  <a:pt x="2568" y="1213"/>
                </a:lnTo>
                <a:lnTo>
                  <a:pt x="2567" y="1213"/>
                </a:lnTo>
                <a:lnTo>
                  <a:pt x="2567" y="1214"/>
                </a:lnTo>
                <a:lnTo>
                  <a:pt x="2566" y="1214"/>
                </a:lnTo>
                <a:lnTo>
                  <a:pt x="2565" y="1214"/>
                </a:lnTo>
                <a:lnTo>
                  <a:pt x="2564" y="1215"/>
                </a:lnTo>
                <a:lnTo>
                  <a:pt x="2561" y="1216"/>
                </a:lnTo>
                <a:lnTo>
                  <a:pt x="2560" y="1217"/>
                </a:lnTo>
                <a:lnTo>
                  <a:pt x="2558" y="1217"/>
                </a:lnTo>
                <a:lnTo>
                  <a:pt x="2555" y="1218"/>
                </a:lnTo>
                <a:lnTo>
                  <a:pt x="2554" y="1219"/>
                </a:lnTo>
                <a:lnTo>
                  <a:pt x="2552" y="1219"/>
                </a:lnTo>
                <a:lnTo>
                  <a:pt x="2551" y="1220"/>
                </a:lnTo>
                <a:lnTo>
                  <a:pt x="2550" y="1221"/>
                </a:lnTo>
                <a:lnTo>
                  <a:pt x="2549" y="1221"/>
                </a:lnTo>
                <a:lnTo>
                  <a:pt x="2548" y="1222"/>
                </a:lnTo>
                <a:lnTo>
                  <a:pt x="2547" y="1222"/>
                </a:lnTo>
                <a:lnTo>
                  <a:pt x="2545" y="1221"/>
                </a:lnTo>
                <a:lnTo>
                  <a:pt x="2543" y="1221"/>
                </a:lnTo>
                <a:lnTo>
                  <a:pt x="2541" y="1222"/>
                </a:lnTo>
                <a:lnTo>
                  <a:pt x="2539" y="1222"/>
                </a:lnTo>
                <a:lnTo>
                  <a:pt x="2538" y="1223"/>
                </a:lnTo>
                <a:lnTo>
                  <a:pt x="2533" y="1223"/>
                </a:lnTo>
                <a:lnTo>
                  <a:pt x="2533" y="1222"/>
                </a:lnTo>
                <a:lnTo>
                  <a:pt x="2532" y="1223"/>
                </a:lnTo>
                <a:lnTo>
                  <a:pt x="2531" y="1223"/>
                </a:lnTo>
                <a:lnTo>
                  <a:pt x="2529" y="1223"/>
                </a:lnTo>
                <a:lnTo>
                  <a:pt x="2528" y="1223"/>
                </a:lnTo>
                <a:lnTo>
                  <a:pt x="2526" y="1223"/>
                </a:lnTo>
                <a:lnTo>
                  <a:pt x="2525" y="1224"/>
                </a:lnTo>
                <a:lnTo>
                  <a:pt x="2524" y="1224"/>
                </a:lnTo>
                <a:lnTo>
                  <a:pt x="2523" y="1225"/>
                </a:lnTo>
                <a:lnTo>
                  <a:pt x="2522" y="1225"/>
                </a:lnTo>
                <a:lnTo>
                  <a:pt x="2521" y="1226"/>
                </a:lnTo>
                <a:lnTo>
                  <a:pt x="2520" y="1226"/>
                </a:lnTo>
                <a:lnTo>
                  <a:pt x="2519" y="1226"/>
                </a:lnTo>
                <a:lnTo>
                  <a:pt x="2517" y="1227"/>
                </a:lnTo>
                <a:lnTo>
                  <a:pt x="2516" y="1227"/>
                </a:lnTo>
                <a:lnTo>
                  <a:pt x="2516" y="1228"/>
                </a:lnTo>
                <a:lnTo>
                  <a:pt x="2515" y="1228"/>
                </a:lnTo>
                <a:lnTo>
                  <a:pt x="2515" y="1229"/>
                </a:lnTo>
                <a:lnTo>
                  <a:pt x="2514" y="1229"/>
                </a:lnTo>
                <a:lnTo>
                  <a:pt x="2512" y="1230"/>
                </a:lnTo>
                <a:lnTo>
                  <a:pt x="2510" y="1231"/>
                </a:lnTo>
                <a:lnTo>
                  <a:pt x="2509" y="1232"/>
                </a:lnTo>
                <a:lnTo>
                  <a:pt x="2508" y="1233"/>
                </a:lnTo>
                <a:lnTo>
                  <a:pt x="2506" y="1234"/>
                </a:lnTo>
                <a:lnTo>
                  <a:pt x="2504" y="1235"/>
                </a:lnTo>
                <a:lnTo>
                  <a:pt x="2501" y="1237"/>
                </a:lnTo>
                <a:lnTo>
                  <a:pt x="2499" y="1238"/>
                </a:lnTo>
                <a:lnTo>
                  <a:pt x="2498" y="1239"/>
                </a:lnTo>
                <a:lnTo>
                  <a:pt x="2496" y="1240"/>
                </a:lnTo>
                <a:lnTo>
                  <a:pt x="2494" y="1242"/>
                </a:lnTo>
                <a:lnTo>
                  <a:pt x="2493" y="1243"/>
                </a:lnTo>
                <a:lnTo>
                  <a:pt x="2492" y="1243"/>
                </a:lnTo>
                <a:lnTo>
                  <a:pt x="2491" y="1244"/>
                </a:lnTo>
                <a:lnTo>
                  <a:pt x="2490" y="1245"/>
                </a:lnTo>
                <a:lnTo>
                  <a:pt x="2489" y="1246"/>
                </a:lnTo>
                <a:lnTo>
                  <a:pt x="2488" y="1248"/>
                </a:lnTo>
                <a:lnTo>
                  <a:pt x="2488" y="1249"/>
                </a:lnTo>
                <a:lnTo>
                  <a:pt x="2487" y="1249"/>
                </a:lnTo>
                <a:lnTo>
                  <a:pt x="2487" y="1250"/>
                </a:lnTo>
                <a:lnTo>
                  <a:pt x="2487" y="1251"/>
                </a:lnTo>
                <a:lnTo>
                  <a:pt x="2486" y="1253"/>
                </a:lnTo>
                <a:lnTo>
                  <a:pt x="2485" y="1254"/>
                </a:lnTo>
                <a:lnTo>
                  <a:pt x="2485" y="1255"/>
                </a:lnTo>
                <a:lnTo>
                  <a:pt x="2485" y="1256"/>
                </a:lnTo>
                <a:lnTo>
                  <a:pt x="2484" y="1257"/>
                </a:lnTo>
                <a:lnTo>
                  <a:pt x="2484" y="1258"/>
                </a:lnTo>
                <a:lnTo>
                  <a:pt x="2483" y="1258"/>
                </a:lnTo>
                <a:lnTo>
                  <a:pt x="2483" y="1259"/>
                </a:lnTo>
                <a:lnTo>
                  <a:pt x="2482" y="1258"/>
                </a:lnTo>
                <a:lnTo>
                  <a:pt x="2482" y="1257"/>
                </a:lnTo>
                <a:lnTo>
                  <a:pt x="2478" y="1253"/>
                </a:lnTo>
                <a:lnTo>
                  <a:pt x="2478" y="1252"/>
                </a:lnTo>
                <a:lnTo>
                  <a:pt x="2476" y="1246"/>
                </a:lnTo>
                <a:lnTo>
                  <a:pt x="2476" y="1245"/>
                </a:lnTo>
                <a:lnTo>
                  <a:pt x="2476" y="1244"/>
                </a:lnTo>
                <a:lnTo>
                  <a:pt x="2476" y="1243"/>
                </a:lnTo>
                <a:lnTo>
                  <a:pt x="2475" y="1243"/>
                </a:lnTo>
                <a:lnTo>
                  <a:pt x="2475" y="1242"/>
                </a:lnTo>
                <a:lnTo>
                  <a:pt x="2475" y="1241"/>
                </a:lnTo>
                <a:lnTo>
                  <a:pt x="2474" y="1241"/>
                </a:lnTo>
                <a:lnTo>
                  <a:pt x="2473" y="1238"/>
                </a:lnTo>
                <a:lnTo>
                  <a:pt x="2473" y="1237"/>
                </a:lnTo>
                <a:lnTo>
                  <a:pt x="2474" y="1236"/>
                </a:lnTo>
                <a:lnTo>
                  <a:pt x="2474" y="1235"/>
                </a:lnTo>
                <a:lnTo>
                  <a:pt x="2474" y="1234"/>
                </a:lnTo>
                <a:lnTo>
                  <a:pt x="2472" y="1233"/>
                </a:lnTo>
                <a:lnTo>
                  <a:pt x="2471" y="1232"/>
                </a:lnTo>
                <a:lnTo>
                  <a:pt x="2470" y="1230"/>
                </a:lnTo>
                <a:lnTo>
                  <a:pt x="2470" y="1229"/>
                </a:lnTo>
                <a:lnTo>
                  <a:pt x="2468" y="1228"/>
                </a:lnTo>
                <a:lnTo>
                  <a:pt x="2468" y="1227"/>
                </a:lnTo>
                <a:lnTo>
                  <a:pt x="2468" y="1226"/>
                </a:lnTo>
                <a:lnTo>
                  <a:pt x="2465" y="1226"/>
                </a:lnTo>
                <a:lnTo>
                  <a:pt x="2453" y="1231"/>
                </a:lnTo>
                <a:lnTo>
                  <a:pt x="2449" y="1232"/>
                </a:lnTo>
                <a:lnTo>
                  <a:pt x="2436" y="1238"/>
                </a:lnTo>
                <a:lnTo>
                  <a:pt x="2431" y="1243"/>
                </a:lnTo>
                <a:lnTo>
                  <a:pt x="2429" y="1245"/>
                </a:lnTo>
                <a:lnTo>
                  <a:pt x="2425" y="1252"/>
                </a:lnTo>
                <a:lnTo>
                  <a:pt x="2422" y="1257"/>
                </a:lnTo>
                <a:lnTo>
                  <a:pt x="2416" y="1257"/>
                </a:lnTo>
                <a:lnTo>
                  <a:pt x="2397" y="1259"/>
                </a:lnTo>
                <a:lnTo>
                  <a:pt x="2366" y="1282"/>
                </a:lnTo>
                <a:lnTo>
                  <a:pt x="2354" y="1291"/>
                </a:lnTo>
                <a:lnTo>
                  <a:pt x="2332" y="1312"/>
                </a:lnTo>
                <a:lnTo>
                  <a:pt x="2331" y="1314"/>
                </a:lnTo>
                <a:lnTo>
                  <a:pt x="2319" y="1331"/>
                </a:lnTo>
                <a:lnTo>
                  <a:pt x="2306" y="1346"/>
                </a:lnTo>
                <a:lnTo>
                  <a:pt x="2306" y="1359"/>
                </a:lnTo>
                <a:lnTo>
                  <a:pt x="2297" y="1377"/>
                </a:lnTo>
                <a:lnTo>
                  <a:pt x="2297" y="1378"/>
                </a:lnTo>
                <a:lnTo>
                  <a:pt x="2268" y="1377"/>
                </a:lnTo>
                <a:lnTo>
                  <a:pt x="2267" y="1377"/>
                </a:lnTo>
                <a:lnTo>
                  <a:pt x="2249" y="1378"/>
                </a:lnTo>
                <a:lnTo>
                  <a:pt x="2209" y="1380"/>
                </a:lnTo>
                <a:lnTo>
                  <a:pt x="2201" y="1381"/>
                </a:lnTo>
                <a:lnTo>
                  <a:pt x="2200" y="1383"/>
                </a:lnTo>
                <a:lnTo>
                  <a:pt x="2197" y="1404"/>
                </a:lnTo>
                <a:lnTo>
                  <a:pt x="2196" y="1408"/>
                </a:lnTo>
                <a:lnTo>
                  <a:pt x="2193" y="1420"/>
                </a:lnTo>
                <a:lnTo>
                  <a:pt x="2188" y="1428"/>
                </a:lnTo>
                <a:lnTo>
                  <a:pt x="2183" y="1436"/>
                </a:lnTo>
                <a:lnTo>
                  <a:pt x="2178" y="1443"/>
                </a:lnTo>
                <a:lnTo>
                  <a:pt x="2172" y="1465"/>
                </a:lnTo>
                <a:lnTo>
                  <a:pt x="2168" y="1480"/>
                </a:lnTo>
                <a:lnTo>
                  <a:pt x="2168" y="1481"/>
                </a:lnTo>
                <a:lnTo>
                  <a:pt x="2167" y="1485"/>
                </a:lnTo>
                <a:lnTo>
                  <a:pt x="2165" y="1490"/>
                </a:lnTo>
                <a:lnTo>
                  <a:pt x="2164" y="1493"/>
                </a:lnTo>
                <a:lnTo>
                  <a:pt x="2157" y="1515"/>
                </a:lnTo>
                <a:lnTo>
                  <a:pt x="2156" y="1517"/>
                </a:lnTo>
                <a:lnTo>
                  <a:pt x="2148" y="1537"/>
                </a:lnTo>
                <a:lnTo>
                  <a:pt x="2147" y="1539"/>
                </a:lnTo>
                <a:lnTo>
                  <a:pt x="2132" y="1558"/>
                </a:lnTo>
                <a:lnTo>
                  <a:pt x="2124" y="1565"/>
                </a:lnTo>
                <a:lnTo>
                  <a:pt x="2115" y="1571"/>
                </a:lnTo>
                <a:lnTo>
                  <a:pt x="2115" y="1572"/>
                </a:lnTo>
                <a:lnTo>
                  <a:pt x="2114" y="1573"/>
                </a:lnTo>
                <a:lnTo>
                  <a:pt x="2113" y="1573"/>
                </a:lnTo>
                <a:lnTo>
                  <a:pt x="2111" y="1574"/>
                </a:lnTo>
                <a:lnTo>
                  <a:pt x="2110" y="1574"/>
                </a:lnTo>
                <a:lnTo>
                  <a:pt x="2109" y="1575"/>
                </a:lnTo>
                <a:lnTo>
                  <a:pt x="2109" y="1578"/>
                </a:lnTo>
                <a:lnTo>
                  <a:pt x="2109" y="1581"/>
                </a:lnTo>
                <a:lnTo>
                  <a:pt x="2108" y="1582"/>
                </a:lnTo>
                <a:lnTo>
                  <a:pt x="2108" y="1584"/>
                </a:lnTo>
                <a:lnTo>
                  <a:pt x="2108" y="1586"/>
                </a:lnTo>
                <a:lnTo>
                  <a:pt x="2108" y="1587"/>
                </a:lnTo>
                <a:lnTo>
                  <a:pt x="2108" y="1588"/>
                </a:lnTo>
                <a:lnTo>
                  <a:pt x="2107" y="1588"/>
                </a:lnTo>
                <a:lnTo>
                  <a:pt x="2107" y="1589"/>
                </a:lnTo>
                <a:lnTo>
                  <a:pt x="2107" y="1590"/>
                </a:lnTo>
                <a:lnTo>
                  <a:pt x="2108" y="1590"/>
                </a:lnTo>
                <a:lnTo>
                  <a:pt x="2108" y="1591"/>
                </a:lnTo>
                <a:lnTo>
                  <a:pt x="2108" y="1592"/>
                </a:lnTo>
                <a:lnTo>
                  <a:pt x="2108" y="1593"/>
                </a:lnTo>
                <a:lnTo>
                  <a:pt x="2108" y="1594"/>
                </a:lnTo>
                <a:lnTo>
                  <a:pt x="2109" y="1594"/>
                </a:lnTo>
                <a:lnTo>
                  <a:pt x="2109" y="1595"/>
                </a:lnTo>
                <a:lnTo>
                  <a:pt x="2108" y="1595"/>
                </a:lnTo>
                <a:lnTo>
                  <a:pt x="2109" y="1595"/>
                </a:lnTo>
                <a:lnTo>
                  <a:pt x="2109" y="1596"/>
                </a:lnTo>
                <a:lnTo>
                  <a:pt x="2109" y="1597"/>
                </a:lnTo>
                <a:lnTo>
                  <a:pt x="2108" y="1598"/>
                </a:lnTo>
                <a:lnTo>
                  <a:pt x="2107" y="1599"/>
                </a:lnTo>
                <a:lnTo>
                  <a:pt x="2107" y="1600"/>
                </a:lnTo>
                <a:lnTo>
                  <a:pt x="2107" y="1601"/>
                </a:lnTo>
                <a:lnTo>
                  <a:pt x="2107" y="1602"/>
                </a:lnTo>
                <a:lnTo>
                  <a:pt x="2108" y="1603"/>
                </a:lnTo>
                <a:lnTo>
                  <a:pt x="2109" y="1603"/>
                </a:lnTo>
                <a:lnTo>
                  <a:pt x="2110" y="1603"/>
                </a:lnTo>
                <a:lnTo>
                  <a:pt x="2111" y="1603"/>
                </a:lnTo>
                <a:lnTo>
                  <a:pt x="2111" y="1604"/>
                </a:lnTo>
                <a:lnTo>
                  <a:pt x="2112" y="1604"/>
                </a:lnTo>
                <a:lnTo>
                  <a:pt x="2112" y="1605"/>
                </a:lnTo>
                <a:lnTo>
                  <a:pt x="2112" y="1606"/>
                </a:lnTo>
                <a:lnTo>
                  <a:pt x="2113" y="1607"/>
                </a:lnTo>
                <a:lnTo>
                  <a:pt x="2112" y="1607"/>
                </a:lnTo>
                <a:lnTo>
                  <a:pt x="2113" y="1608"/>
                </a:lnTo>
                <a:lnTo>
                  <a:pt x="2113" y="1609"/>
                </a:lnTo>
                <a:lnTo>
                  <a:pt x="2113" y="1610"/>
                </a:lnTo>
                <a:lnTo>
                  <a:pt x="2113" y="1611"/>
                </a:lnTo>
                <a:lnTo>
                  <a:pt x="2111" y="1611"/>
                </a:lnTo>
                <a:lnTo>
                  <a:pt x="2110" y="1611"/>
                </a:lnTo>
                <a:lnTo>
                  <a:pt x="2110" y="1612"/>
                </a:lnTo>
                <a:lnTo>
                  <a:pt x="2109" y="1612"/>
                </a:lnTo>
                <a:lnTo>
                  <a:pt x="2108" y="1612"/>
                </a:lnTo>
                <a:lnTo>
                  <a:pt x="2107" y="1612"/>
                </a:lnTo>
                <a:lnTo>
                  <a:pt x="2105" y="1612"/>
                </a:lnTo>
                <a:lnTo>
                  <a:pt x="2104" y="1612"/>
                </a:lnTo>
                <a:lnTo>
                  <a:pt x="2103" y="1611"/>
                </a:lnTo>
                <a:lnTo>
                  <a:pt x="2102" y="1611"/>
                </a:lnTo>
                <a:lnTo>
                  <a:pt x="2101" y="1611"/>
                </a:lnTo>
                <a:lnTo>
                  <a:pt x="2100" y="1611"/>
                </a:lnTo>
                <a:lnTo>
                  <a:pt x="2098" y="1610"/>
                </a:lnTo>
                <a:lnTo>
                  <a:pt x="2097" y="1610"/>
                </a:lnTo>
                <a:lnTo>
                  <a:pt x="2095" y="1610"/>
                </a:lnTo>
                <a:lnTo>
                  <a:pt x="2094" y="1610"/>
                </a:lnTo>
                <a:lnTo>
                  <a:pt x="2094" y="1611"/>
                </a:lnTo>
                <a:lnTo>
                  <a:pt x="2093" y="1611"/>
                </a:lnTo>
                <a:lnTo>
                  <a:pt x="2092" y="1611"/>
                </a:lnTo>
                <a:lnTo>
                  <a:pt x="2091" y="1611"/>
                </a:lnTo>
                <a:lnTo>
                  <a:pt x="2090" y="1611"/>
                </a:lnTo>
                <a:lnTo>
                  <a:pt x="2089" y="1612"/>
                </a:lnTo>
                <a:lnTo>
                  <a:pt x="2088" y="1612"/>
                </a:lnTo>
                <a:lnTo>
                  <a:pt x="2087" y="1612"/>
                </a:lnTo>
                <a:lnTo>
                  <a:pt x="2086" y="1612"/>
                </a:lnTo>
                <a:lnTo>
                  <a:pt x="2086" y="1613"/>
                </a:lnTo>
                <a:lnTo>
                  <a:pt x="2085" y="1613"/>
                </a:lnTo>
                <a:lnTo>
                  <a:pt x="2085" y="1614"/>
                </a:lnTo>
                <a:lnTo>
                  <a:pt x="2084" y="1615"/>
                </a:lnTo>
                <a:lnTo>
                  <a:pt x="2083" y="1615"/>
                </a:lnTo>
                <a:lnTo>
                  <a:pt x="2083" y="1614"/>
                </a:lnTo>
                <a:lnTo>
                  <a:pt x="2082" y="1614"/>
                </a:lnTo>
                <a:lnTo>
                  <a:pt x="2081" y="1615"/>
                </a:lnTo>
                <a:lnTo>
                  <a:pt x="2081" y="1614"/>
                </a:lnTo>
                <a:lnTo>
                  <a:pt x="2080" y="1614"/>
                </a:lnTo>
                <a:lnTo>
                  <a:pt x="2079" y="1614"/>
                </a:lnTo>
                <a:lnTo>
                  <a:pt x="2078" y="1614"/>
                </a:lnTo>
                <a:lnTo>
                  <a:pt x="2077" y="1614"/>
                </a:lnTo>
                <a:lnTo>
                  <a:pt x="2076" y="1614"/>
                </a:lnTo>
                <a:lnTo>
                  <a:pt x="2075" y="1614"/>
                </a:lnTo>
                <a:lnTo>
                  <a:pt x="2075" y="1615"/>
                </a:lnTo>
                <a:lnTo>
                  <a:pt x="2073" y="1615"/>
                </a:lnTo>
                <a:lnTo>
                  <a:pt x="2072" y="1614"/>
                </a:lnTo>
                <a:lnTo>
                  <a:pt x="2071" y="1614"/>
                </a:lnTo>
                <a:lnTo>
                  <a:pt x="2070" y="1615"/>
                </a:lnTo>
                <a:lnTo>
                  <a:pt x="2069" y="1615"/>
                </a:lnTo>
                <a:lnTo>
                  <a:pt x="2069" y="1614"/>
                </a:lnTo>
                <a:lnTo>
                  <a:pt x="2068" y="1615"/>
                </a:lnTo>
                <a:lnTo>
                  <a:pt x="2067" y="1615"/>
                </a:lnTo>
                <a:lnTo>
                  <a:pt x="2066" y="1615"/>
                </a:lnTo>
                <a:lnTo>
                  <a:pt x="2065" y="1615"/>
                </a:lnTo>
                <a:lnTo>
                  <a:pt x="2064" y="1616"/>
                </a:lnTo>
                <a:lnTo>
                  <a:pt x="2063" y="1616"/>
                </a:lnTo>
                <a:lnTo>
                  <a:pt x="2063" y="1615"/>
                </a:lnTo>
                <a:lnTo>
                  <a:pt x="2062" y="1616"/>
                </a:lnTo>
                <a:lnTo>
                  <a:pt x="2061" y="1616"/>
                </a:lnTo>
                <a:lnTo>
                  <a:pt x="2060" y="1616"/>
                </a:lnTo>
                <a:lnTo>
                  <a:pt x="2059" y="1616"/>
                </a:lnTo>
                <a:lnTo>
                  <a:pt x="2059" y="1617"/>
                </a:lnTo>
                <a:lnTo>
                  <a:pt x="2058" y="1617"/>
                </a:lnTo>
                <a:lnTo>
                  <a:pt x="2057" y="1618"/>
                </a:lnTo>
                <a:lnTo>
                  <a:pt x="2056" y="1618"/>
                </a:lnTo>
                <a:lnTo>
                  <a:pt x="2055" y="1618"/>
                </a:lnTo>
                <a:lnTo>
                  <a:pt x="2054" y="1618"/>
                </a:lnTo>
                <a:lnTo>
                  <a:pt x="2054" y="1619"/>
                </a:lnTo>
                <a:lnTo>
                  <a:pt x="2053" y="1619"/>
                </a:lnTo>
                <a:lnTo>
                  <a:pt x="2052" y="1619"/>
                </a:lnTo>
                <a:lnTo>
                  <a:pt x="2051" y="1620"/>
                </a:lnTo>
                <a:lnTo>
                  <a:pt x="2050" y="1620"/>
                </a:lnTo>
                <a:lnTo>
                  <a:pt x="2049" y="1620"/>
                </a:lnTo>
                <a:lnTo>
                  <a:pt x="2049" y="1621"/>
                </a:lnTo>
                <a:lnTo>
                  <a:pt x="2049" y="1622"/>
                </a:lnTo>
                <a:lnTo>
                  <a:pt x="2048" y="1622"/>
                </a:lnTo>
                <a:lnTo>
                  <a:pt x="2047" y="1623"/>
                </a:lnTo>
                <a:lnTo>
                  <a:pt x="2046" y="1623"/>
                </a:lnTo>
                <a:lnTo>
                  <a:pt x="2045" y="1623"/>
                </a:lnTo>
                <a:lnTo>
                  <a:pt x="2044" y="1623"/>
                </a:lnTo>
                <a:lnTo>
                  <a:pt x="2043" y="1623"/>
                </a:lnTo>
                <a:lnTo>
                  <a:pt x="2042" y="1622"/>
                </a:lnTo>
                <a:lnTo>
                  <a:pt x="2042" y="1623"/>
                </a:lnTo>
                <a:lnTo>
                  <a:pt x="2041" y="1623"/>
                </a:lnTo>
                <a:lnTo>
                  <a:pt x="2041" y="1622"/>
                </a:lnTo>
                <a:lnTo>
                  <a:pt x="2040" y="1623"/>
                </a:lnTo>
                <a:lnTo>
                  <a:pt x="2039" y="1623"/>
                </a:lnTo>
                <a:lnTo>
                  <a:pt x="2038" y="1623"/>
                </a:lnTo>
                <a:lnTo>
                  <a:pt x="2037" y="1624"/>
                </a:lnTo>
                <a:lnTo>
                  <a:pt x="2036" y="1624"/>
                </a:lnTo>
                <a:lnTo>
                  <a:pt x="2036" y="1623"/>
                </a:lnTo>
                <a:lnTo>
                  <a:pt x="2035" y="1623"/>
                </a:lnTo>
                <a:lnTo>
                  <a:pt x="2034" y="1623"/>
                </a:lnTo>
                <a:lnTo>
                  <a:pt x="2034" y="1622"/>
                </a:lnTo>
                <a:lnTo>
                  <a:pt x="2032" y="1623"/>
                </a:lnTo>
                <a:lnTo>
                  <a:pt x="2031" y="1623"/>
                </a:lnTo>
                <a:lnTo>
                  <a:pt x="2030" y="1622"/>
                </a:lnTo>
                <a:lnTo>
                  <a:pt x="2029" y="1622"/>
                </a:lnTo>
                <a:lnTo>
                  <a:pt x="2028" y="1622"/>
                </a:lnTo>
                <a:lnTo>
                  <a:pt x="2026" y="1623"/>
                </a:lnTo>
                <a:lnTo>
                  <a:pt x="2025" y="1623"/>
                </a:lnTo>
                <a:lnTo>
                  <a:pt x="2026" y="1623"/>
                </a:lnTo>
                <a:lnTo>
                  <a:pt x="2026" y="1624"/>
                </a:lnTo>
                <a:lnTo>
                  <a:pt x="2025" y="1624"/>
                </a:lnTo>
                <a:lnTo>
                  <a:pt x="2025" y="1623"/>
                </a:lnTo>
                <a:lnTo>
                  <a:pt x="2024" y="1623"/>
                </a:lnTo>
                <a:lnTo>
                  <a:pt x="2023" y="1623"/>
                </a:lnTo>
                <a:lnTo>
                  <a:pt x="2022" y="1623"/>
                </a:lnTo>
                <a:lnTo>
                  <a:pt x="2021" y="1623"/>
                </a:lnTo>
                <a:lnTo>
                  <a:pt x="2020" y="1624"/>
                </a:lnTo>
                <a:lnTo>
                  <a:pt x="2019" y="1624"/>
                </a:lnTo>
                <a:lnTo>
                  <a:pt x="2018" y="1624"/>
                </a:lnTo>
                <a:lnTo>
                  <a:pt x="2018" y="1625"/>
                </a:lnTo>
                <a:lnTo>
                  <a:pt x="2017" y="1625"/>
                </a:lnTo>
                <a:lnTo>
                  <a:pt x="2016" y="1625"/>
                </a:lnTo>
                <a:lnTo>
                  <a:pt x="2015" y="1625"/>
                </a:lnTo>
                <a:lnTo>
                  <a:pt x="2014" y="1625"/>
                </a:lnTo>
                <a:lnTo>
                  <a:pt x="2013" y="1626"/>
                </a:lnTo>
                <a:lnTo>
                  <a:pt x="2013" y="1625"/>
                </a:lnTo>
                <a:lnTo>
                  <a:pt x="2012" y="1625"/>
                </a:lnTo>
                <a:lnTo>
                  <a:pt x="2011" y="1625"/>
                </a:lnTo>
                <a:lnTo>
                  <a:pt x="2010" y="1626"/>
                </a:lnTo>
                <a:lnTo>
                  <a:pt x="2009" y="1626"/>
                </a:lnTo>
                <a:lnTo>
                  <a:pt x="2009" y="1625"/>
                </a:lnTo>
                <a:lnTo>
                  <a:pt x="2008" y="1625"/>
                </a:lnTo>
                <a:lnTo>
                  <a:pt x="2007" y="1626"/>
                </a:lnTo>
                <a:lnTo>
                  <a:pt x="2006" y="1626"/>
                </a:lnTo>
                <a:lnTo>
                  <a:pt x="2005" y="1626"/>
                </a:lnTo>
                <a:lnTo>
                  <a:pt x="2004" y="1627"/>
                </a:lnTo>
                <a:lnTo>
                  <a:pt x="2004" y="1626"/>
                </a:lnTo>
                <a:lnTo>
                  <a:pt x="2003" y="1626"/>
                </a:lnTo>
                <a:lnTo>
                  <a:pt x="2002" y="1627"/>
                </a:lnTo>
                <a:lnTo>
                  <a:pt x="2002" y="1626"/>
                </a:lnTo>
                <a:lnTo>
                  <a:pt x="2001" y="1626"/>
                </a:lnTo>
                <a:lnTo>
                  <a:pt x="2000" y="1626"/>
                </a:lnTo>
                <a:lnTo>
                  <a:pt x="1999" y="1626"/>
                </a:lnTo>
                <a:lnTo>
                  <a:pt x="1998" y="1626"/>
                </a:lnTo>
                <a:lnTo>
                  <a:pt x="1997" y="1626"/>
                </a:lnTo>
                <a:lnTo>
                  <a:pt x="1997" y="1627"/>
                </a:lnTo>
                <a:lnTo>
                  <a:pt x="1996" y="1627"/>
                </a:lnTo>
                <a:lnTo>
                  <a:pt x="1995" y="1627"/>
                </a:lnTo>
                <a:lnTo>
                  <a:pt x="1994" y="1628"/>
                </a:lnTo>
                <a:lnTo>
                  <a:pt x="1994" y="1629"/>
                </a:lnTo>
                <a:lnTo>
                  <a:pt x="1993" y="1629"/>
                </a:lnTo>
                <a:lnTo>
                  <a:pt x="1992" y="1629"/>
                </a:lnTo>
                <a:lnTo>
                  <a:pt x="1992" y="1628"/>
                </a:lnTo>
                <a:lnTo>
                  <a:pt x="1991" y="1628"/>
                </a:lnTo>
                <a:lnTo>
                  <a:pt x="1991" y="1629"/>
                </a:lnTo>
                <a:lnTo>
                  <a:pt x="1989" y="1629"/>
                </a:lnTo>
                <a:lnTo>
                  <a:pt x="1989" y="1630"/>
                </a:lnTo>
                <a:lnTo>
                  <a:pt x="1988" y="1630"/>
                </a:lnTo>
                <a:lnTo>
                  <a:pt x="1987" y="1631"/>
                </a:lnTo>
                <a:lnTo>
                  <a:pt x="1986" y="1631"/>
                </a:lnTo>
                <a:lnTo>
                  <a:pt x="1986" y="1632"/>
                </a:lnTo>
                <a:lnTo>
                  <a:pt x="1986" y="1631"/>
                </a:lnTo>
                <a:lnTo>
                  <a:pt x="1985" y="1631"/>
                </a:lnTo>
                <a:lnTo>
                  <a:pt x="1984" y="1631"/>
                </a:lnTo>
                <a:lnTo>
                  <a:pt x="1983" y="1631"/>
                </a:lnTo>
                <a:lnTo>
                  <a:pt x="1983" y="1632"/>
                </a:lnTo>
                <a:lnTo>
                  <a:pt x="1982" y="1632"/>
                </a:lnTo>
                <a:lnTo>
                  <a:pt x="1981" y="1632"/>
                </a:lnTo>
                <a:lnTo>
                  <a:pt x="1981" y="1633"/>
                </a:lnTo>
                <a:lnTo>
                  <a:pt x="1980" y="1634"/>
                </a:lnTo>
                <a:lnTo>
                  <a:pt x="1978" y="1634"/>
                </a:lnTo>
                <a:lnTo>
                  <a:pt x="1977" y="1633"/>
                </a:lnTo>
                <a:lnTo>
                  <a:pt x="1976" y="1633"/>
                </a:lnTo>
                <a:lnTo>
                  <a:pt x="1976" y="1634"/>
                </a:lnTo>
                <a:lnTo>
                  <a:pt x="1976" y="1633"/>
                </a:lnTo>
                <a:lnTo>
                  <a:pt x="1975" y="1633"/>
                </a:lnTo>
                <a:lnTo>
                  <a:pt x="1974" y="1633"/>
                </a:lnTo>
                <a:lnTo>
                  <a:pt x="1974" y="1632"/>
                </a:lnTo>
                <a:lnTo>
                  <a:pt x="1973" y="1632"/>
                </a:lnTo>
                <a:lnTo>
                  <a:pt x="1972" y="1632"/>
                </a:lnTo>
                <a:lnTo>
                  <a:pt x="1972" y="1633"/>
                </a:lnTo>
                <a:lnTo>
                  <a:pt x="1971" y="1633"/>
                </a:lnTo>
                <a:lnTo>
                  <a:pt x="1970" y="1633"/>
                </a:lnTo>
                <a:lnTo>
                  <a:pt x="1969" y="1633"/>
                </a:lnTo>
                <a:lnTo>
                  <a:pt x="1968" y="1634"/>
                </a:lnTo>
                <a:lnTo>
                  <a:pt x="1967" y="1634"/>
                </a:lnTo>
                <a:lnTo>
                  <a:pt x="1966" y="1635"/>
                </a:lnTo>
                <a:lnTo>
                  <a:pt x="1964" y="1635"/>
                </a:lnTo>
                <a:lnTo>
                  <a:pt x="1963" y="1635"/>
                </a:lnTo>
                <a:lnTo>
                  <a:pt x="1962" y="1635"/>
                </a:lnTo>
                <a:lnTo>
                  <a:pt x="1961" y="1635"/>
                </a:lnTo>
                <a:lnTo>
                  <a:pt x="1960" y="1636"/>
                </a:lnTo>
                <a:lnTo>
                  <a:pt x="1959" y="1636"/>
                </a:lnTo>
                <a:lnTo>
                  <a:pt x="1958" y="1636"/>
                </a:lnTo>
                <a:lnTo>
                  <a:pt x="1958" y="1637"/>
                </a:lnTo>
                <a:lnTo>
                  <a:pt x="1957" y="1637"/>
                </a:lnTo>
                <a:lnTo>
                  <a:pt x="1956" y="1637"/>
                </a:lnTo>
                <a:lnTo>
                  <a:pt x="1955" y="1637"/>
                </a:lnTo>
                <a:lnTo>
                  <a:pt x="1955" y="1636"/>
                </a:lnTo>
                <a:lnTo>
                  <a:pt x="1954" y="1636"/>
                </a:lnTo>
                <a:lnTo>
                  <a:pt x="1953" y="1636"/>
                </a:lnTo>
                <a:lnTo>
                  <a:pt x="1951" y="1636"/>
                </a:lnTo>
                <a:lnTo>
                  <a:pt x="1949" y="1636"/>
                </a:lnTo>
                <a:lnTo>
                  <a:pt x="1948" y="1636"/>
                </a:lnTo>
                <a:lnTo>
                  <a:pt x="1948" y="1637"/>
                </a:lnTo>
                <a:lnTo>
                  <a:pt x="1947" y="1637"/>
                </a:lnTo>
                <a:lnTo>
                  <a:pt x="1945" y="1637"/>
                </a:lnTo>
                <a:lnTo>
                  <a:pt x="1944" y="1637"/>
                </a:lnTo>
                <a:lnTo>
                  <a:pt x="1943" y="1637"/>
                </a:lnTo>
                <a:lnTo>
                  <a:pt x="1942" y="1636"/>
                </a:lnTo>
                <a:lnTo>
                  <a:pt x="1941" y="1636"/>
                </a:lnTo>
                <a:lnTo>
                  <a:pt x="1940" y="1636"/>
                </a:lnTo>
                <a:lnTo>
                  <a:pt x="1939" y="1636"/>
                </a:lnTo>
                <a:lnTo>
                  <a:pt x="1938" y="1637"/>
                </a:lnTo>
                <a:lnTo>
                  <a:pt x="1937" y="1637"/>
                </a:lnTo>
                <a:lnTo>
                  <a:pt x="1935" y="1637"/>
                </a:lnTo>
                <a:lnTo>
                  <a:pt x="1934" y="1637"/>
                </a:lnTo>
                <a:lnTo>
                  <a:pt x="1933" y="1637"/>
                </a:lnTo>
                <a:lnTo>
                  <a:pt x="1932" y="1638"/>
                </a:lnTo>
                <a:lnTo>
                  <a:pt x="1931" y="1638"/>
                </a:lnTo>
                <a:lnTo>
                  <a:pt x="1930" y="1638"/>
                </a:lnTo>
                <a:lnTo>
                  <a:pt x="1928" y="1638"/>
                </a:lnTo>
                <a:lnTo>
                  <a:pt x="1927" y="1638"/>
                </a:lnTo>
                <a:lnTo>
                  <a:pt x="1926" y="1638"/>
                </a:lnTo>
                <a:lnTo>
                  <a:pt x="1924" y="1638"/>
                </a:lnTo>
                <a:lnTo>
                  <a:pt x="1922" y="1639"/>
                </a:lnTo>
                <a:lnTo>
                  <a:pt x="1922" y="1640"/>
                </a:lnTo>
                <a:lnTo>
                  <a:pt x="1920" y="1640"/>
                </a:lnTo>
                <a:lnTo>
                  <a:pt x="1920" y="1639"/>
                </a:lnTo>
                <a:lnTo>
                  <a:pt x="1921" y="1639"/>
                </a:lnTo>
                <a:lnTo>
                  <a:pt x="1921" y="1638"/>
                </a:lnTo>
                <a:lnTo>
                  <a:pt x="1919" y="1638"/>
                </a:lnTo>
                <a:lnTo>
                  <a:pt x="1918" y="1638"/>
                </a:lnTo>
                <a:lnTo>
                  <a:pt x="1917" y="1638"/>
                </a:lnTo>
                <a:lnTo>
                  <a:pt x="1916" y="1638"/>
                </a:lnTo>
                <a:lnTo>
                  <a:pt x="1915" y="1638"/>
                </a:lnTo>
                <a:lnTo>
                  <a:pt x="1914" y="1638"/>
                </a:lnTo>
                <a:lnTo>
                  <a:pt x="1913" y="1638"/>
                </a:lnTo>
                <a:lnTo>
                  <a:pt x="1912" y="1638"/>
                </a:lnTo>
                <a:lnTo>
                  <a:pt x="1911" y="1638"/>
                </a:lnTo>
                <a:lnTo>
                  <a:pt x="1911" y="1637"/>
                </a:lnTo>
                <a:lnTo>
                  <a:pt x="1910" y="1637"/>
                </a:lnTo>
                <a:lnTo>
                  <a:pt x="1909" y="1636"/>
                </a:lnTo>
                <a:lnTo>
                  <a:pt x="1908" y="1636"/>
                </a:lnTo>
                <a:lnTo>
                  <a:pt x="1906" y="1636"/>
                </a:lnTo>
                <a:lnTo>
                  <a:pt x="1905" y="1635"/>
                </a:lnTo>
                <a:lnTo>
                  <a:pt x="1904" y="1635"/>
                </a:lnTo>
                <a:lnTo>
                  <a:pt x="1903" y="1635"/>
                </a:lnTo>
                <a:lnTo>
                  <a:pt x="1902" y="1635"/>
                </a:lnTo>
                <a:lnTo>
                  <a:pt x="1900" y="1635"/>
                </a:lnTo>
                <a:lnTo>
                  <a:pt x="1900" y="1636"/>
                </a:lnTo>
                <a:lnTo>
                  <a:pt x="1901" y="1638"/>
                </a:lnTo>
                <a:lnTo>
                  <a:pt x="1902" y="1638"/>
                </a:lnTo>
                <a:lnTo>
                  <a:pt x="1902" y="1639"/>
                </a:lnTo>
                <a:lnTo>
                  <a:pt x="1902" y="1640"/>
                </a:lnTo>
                <a:lnTo>
                  <a:pt x="1902" y="1641"/>
                </a:lnTo>
                <a:lnTo>
                  <a:pt x="1901" y="1641"/>
                </a:lnTo>
                <a:lnTo>
                  <a:pt x="1900" y="1641"/>
                </a:lnTo>
                <a:lnTo>
                  <a:pt x="1899" y="1641"/>
                </a:lnTo>
                <a:lnTo>
                  <a:pt x="1899" y="1642"/>
                </a:lnTo>
                <a:lnTo>
                  <a:pt x="1898" y="1642"/>
                </a:lnTo>
                <a:lnTo>
                  <a:pt x="1898" y="1643"/>
                </a:lnTo>
                <a:lnTo>
                  <a:pt x="1897" y="1643"/>
                </a:lnTo>
                <a:lnTo>
                  <a:pt x="1897" y="1644"/>
                </a:lnTo>
                <a:lnTo>
                  <a:pt x="1897" y="1645"/>
                </a:lnTo>
                <a:lnTo>
                  <a:pt x="1897" y="1646"/>
                </a:lnTo>
                <a:lnTo>
                  <a:pt x="1896" y="1645"/>
                </a:lnTo>
                <a:lnTo>
                  <a:pt x="1896" y="1646"/>
                </a:lnTo>
                <a:lnTo>
                  <a:pt x="1895" y="1646"/>
                </a:lnTo>
                <a:lnTo>
                  <a:pt x="1894" y="1646"/>
                </a:lnTo>
                <a:lnTo>
                  <a:pt x="1893" y="1646"/>
                </a:lnTo>
                <a:lnTo>
                  <a:pt x="1892" y="1645"/>
                </a:lnTo>
                <a:lnTo>
                  <a:pt x="1891" y="1645"/>
                </a:lnTo>
                <a:lnTo>
                  <a:pt x="1890" y="1646"/>
                </a:lnTo>
                <a:lnTo>
                  <a:pt x="1889" y="1646"/>
                </a:lnTo>
                <a:lnTo>
                  <a:pt x="1889" y="1647"/>
                </a:lnTo>
                <a:lnTo>
                  <a:pt x="1889" y="1646"/>
                </a:lnTo>
                <a:lnTo>
                  <a:pt x="1888" y="1646"/>
                </a:lnTo>
                <a:lnTo>
                  <a:pt x="1888" y="1647"/>
                </a:lnTo>
                <a:lnTo>
                  <a:pt x="1888" y="1648"/>
                </a:lnTo>
                <a:lnTo>
                  <a:pt x="1888" y="1649"/>
                </a:lnTo>
                <a:lnTo>
                  <a:pt x="1887" y="1649"/>
                </a:lnTo>
                <a:lnTo>
                  <a:pt x="1886" y="1649"/>
                </a:lnTo>
                <a:lnTo>
                  <a:pt x="1885" y="1649"/>
                </a:lnTo>
                <a:lnTo>
                  <a:pt x="1885" y="1650"/>
                </a:lnTo>
                <a:lnTo>
                  <a:pt x="1884" y="1650"/>
                </a:lnTo>
                <a:lnTo>
                  <a:pt x="1883" y="1650"/>
                </a:lnTo>
                <a:lnTo>
                  <a:pt x="1882" y="1650"/>
                </a:lnTo>
                <a:lnTo>
                  <a:pt x="1881" y="1649"/>
                </a:lnTo>
                <a:lnTo>
                  <a:pt x="1880" y="1649"/>
                </a:lnTo>
                <a:lnTo>
                  <a:pt x="1879" y="1649"/>
                </a:lnTo>
                <a:lnTo>
                  <a:pt x="1879" y="1650"/>
                </a:lnTo>
                <a:lnTo>
                  <a:pt x="1878" y="1650"/>
                </a:lnTo>
                <a:lnTo>
                  <a:pt x="1878" y="1651"/>
                </a:lnTo>
                <a:lnTo>
                  <a:pt x="1879" y="1651"/>
                </a:lnTo>
                <a:lnTo>
                  <a:pt x="1879" y="1652"/>
                </a:lnTo>
                <a:lnTo>
                  <a:pt x="1878" y="1652"/>
                </a:lnTo>
                <a:lnTo>
                  <a:pt x="1878" y="1653"/>
                </a:lnTo>
                <a:lnTo>
                  <a:pt x="1879" y="1653"/>
                </a:lnTo>
                <a:lnTo>
                  <a:pt x="1879" y="1654"/>
                </a:lnTo>
                <a:lnTo>
                  <a:pt x="1879" y="1655"/>
                </a:lnTo>
                <a:lnTo>
                  <a:pt x="1877" y="1655"/>
                </a:lnTo>
                <a:lnTo>
                  <a:pt x="1876" y="1656"/>
                </a:lnTo>
                <a:lnTo>
                  <a:pt x="1875" y="1656"/>
                </a:lnTo>
                <a:lnTo>
                  <a:pt x="1874" y="1657"/>
                </a:lnTo>
                <a:lnTo>
                  <a:pt x="1874" y="1658"/>
                </a:lnTo>
                <a:lnTo>
                  <a:pt x="1873" y="1658"/>
                </a:lnTo>
                <a:lnTo>
                  <a:pt x="1872" y="1658"/>
                </a:lnTo>
                <a:lnTo>
                  <a:pt x="1871" y="1658"/>
                </a:lnTo>
                <a:lnTo>
                  <a:pt x="1870" y="1658"/>
                </a:lnTo>
                <a:lnTo>
                  <a:pt x="1869" y="1659"/>
                </a:lnTo>
                <a:lnTo>
                  <a:pt x="1868" y="1659"/>
                </a:lnTo>
                <a:lnTo>
                  <a:pt x="1868" y="1658"/>
                </a:lnTo>
                <a:lnTo>
                  <a:pt x="1867" y="1658"/>
                </a:lnTo>
                <a:lnTo>
                  <a:pt x="1866" y="1658"/>
                </a:lnTo>
                <a:lnTo>
                  <a:pt x="1865" y="1658"/>
                </a:lnTo>
                <a:lnTo>
                  <a:pt x="1864" y="1658"/>
                </a:lnTo>
                <a:lnTo>
                  <a:pt x="1864" y="1657"/>
                </a:lnTo>
                <a:lnTo>
                  <a:pt x="1863" y="1656"/>
                </a:lnTo>
                <a:lnTo>
                  <a:pt x="1862" y="1656"/>
                </a:lnTo>
                <a:lnTo>
                  <a:pt x="1861" y="1656"/>
                </a:lnTo>
                <a:lnTo>
                  <a:pt x="1861" y="1657"/>
                </a:lnTo>
                <a:lnTo>
                  <a:pt x="1861" y="1656"/>
                </a:lnTo>
                <a:lnTo>
                  <a:pt x="1860" y="1656"/>
                </a:lnTo>
                <a:lnTo>
                  <a:pt x="1861" y="1655"/>
                </a:lnTo>
                <a:lnTo>
                  <a:pt x="1860" y="1655"/>
                </a:lnTo>
                <a:lnTo>
                  <a:pt x="1859" y="1655"/>
                </a:lnTo>
                <a:lnTo>
                  <a:pt x="1858" y="1655"/>
                </a:lnTo>
                <a:lnTo>
                  <a:pt x="1857" y="1654"/>
                </a:lnTo>
                <a:lnTo>
                  <a:pt x="1856" y="1654"/>
                </a:lnTo>
                <a:lnTo>
                  <a:pt x="1856" y="1655"/>
                </a:lnTo>
                <a:lnTo>
                  <a:pt x="1855" y="1655"/>
                </a:lnTo>
                <a:lnTo>
                  <a:pt x="1854" y="1655"/>
                </a:lnTo>
                <a:lnTo>
                  <a:pt x="1853" y="1655"/>
                </a:lnTo>
                <a:lnTo>
                  <a:pt x="1852" y="1654"/>
                </a:lnTo>
                <a:lnTo>
                  <a:pt x="1851" y="1654"/>
                </a:lnTo>
                <a:lnTo>
                  <a:pt x="1850" y="1654"/>
                </a:lnTo>
                <a:lnTo>
                  <a:pt x="1849" y="1654"/>
                </a:lnTo>
                <a:lnTo>
                  <a:pt x="1848" y="1654"/>
                </a:lnTo>
                <a:lnTo>
                  <a:pt x="1847" y="1654"/>
                </a:lnTo>
                <a:lnTo>
                  <a:pt x="1846" y="1654"/>
                </a:lnTo>
                <a:lnTo>
                  <a:pt x="1845" y="1654"/>
                </a:lnTo>
                <a:lnTo>
                  <a:pt x="1842" y="1654"/>
                </a:lnTo>
                <a:lnTo>
                  <a:pt x="1841" y="1654"/>
                </a:lnTo>
                <a:lnTo>
                  <a:pt x="1840" y="1653"/>
                </a:lnTo>
                <a:lnTo>
                  <a:pt x="1839" y="1653"/>
                </a:lnTo>
                <a:lnTo>
                  <a:pt x="1838" y="1654"/>
                </a:lnTo>
                <a:lnTo>
                  <a:pt x="1837" y="1654"/>
                </a:lnTo>
                <a:lnTo>
                  <a:pt x="1837" y="1655"/>
                </a:lnTo>
                <a:lnTo>
                  <a:pt x="1836" y="1659"/>
                </a:lnTo>
                <a:lnTo>
                  <a:pt x="1836" y="1660"/>
                </a:lnTo>
                <a:lnTo>
                  <a:pt x="1836" y="1661"/>
                </a:lnTo>
                <a:lnTo>
                  <a:pt x="1836" y="1662"/>
                </a:lnTo>
                <a:lnTo>
                  <a:pt x="1836" y="1664"/>
                </a:lnTo>
                <a:lnTo>
                  <a:pt x="1836" y="1665"/>
                </a:lnTo>
                <a:lnTo>
                  <a:pt x="1837" y="1667"/>
                </a:lnTo>
                <a:lnTo>
                  <a:pt x="1838" y="1667"/>
                </a:lnTo>
                <a:lnTo>
                  <a:pt x="1839" y="1667"/>
                </a:lnTo>
                <a:lnTo>
                  <a:pt x="1841" y="1667"/>
                </a:lnTo>
                <a:lnTo>
                  <a:pt x="1842" y="1668"/>
                </a:lnTo>
                <a:lnTo>
                  <a:pt x="1843" y="1668"/>
                </a:lnTo>
                <a:lnTo>
                  <a:pt x="1843" y="1669"/>
                </a:lnTo>
                <a:lnTo>
                  <a:pt x="1842" y="1670"/>
                </a:lnTo>
                <a:lnTo>
                  <a:pt x="1842" y="1671"/>
                </a:lnTo>
                <a:lnTo>
                  <a:pt x="1841" y="1672"/>
                </a:lnTo>
                <a:lnTo>
                  <a:pt x="1840" y="1674"/>
                </a:lnTo>
                <a:lnTo>
                  <a:pt x="1840" y="1673"/>
                </a:lnTo>
                <a:lnTo>
                  <a:pt x="1838" y="1673"/>
                </a:lnTo>
                <a:lnTo>
                  <a:pt x="1838" y="1674"/>
                </a:lnTo>
                <a:lnTo>
                  <a:pt x="1839" y="1675"/>
                </a:lnTo>
                <a:lnTo>
                  <a:pt x="1838" y="1675"/>
                </a:lnTo>
                <a:lnTo>
                  <a:pt x="1837" y="1676"/>
                </a:lnTo>
                <a:lnTo>
                  <a:pt x="1838" y="1677"/>
                </a:lnTo>
                <a:lnTo>
                  <a:pt x="1838" y="1678"/>
                </a:lnTo>
                <a:lnTo>
                  <a:pt x="1842" y="1683"/>
                </a:lnTo>
                <a:lnTo>
                  <a:pt x="1842" y="1684"/>
                </a:lnTo>
                <a:lnTo>
                  <a:pt x="1843" y="1684"/>
                </a:lnTo>
                <a:lnTo>
                  <a:pt x="1844" y="1685"/>
                </a:lnTo>
                <a:lnTo>
                  <a:pt x="1844" y="1686"/>
                </a:lnTo>
                <a:lnTo>
                  <a:pt x="1845" y="1686"/>
                </a:lnTo>
                <a:lnTo>
                  <a:pt x="1846" y="1688"/>
                </a:lnTo>
                <a:lnTo>
                  <a:pt x="1849" y="1692"/>
                </a:lnTo>
                <a:lnTo>
                  <a:pt x="1850" y="1693"/>
                </a:lnTo>
                <a:lnTo>
                  <a:pt x="1851" y="1694"/>
                </a:lnTo>
                <a:lnTo>
                  <a:pt x="1855" y="1695"/>
                </a:lnTo>
                <a:lnTo>
                  <a:pt x="1856" y="1696"/>
                </a:lnTo>
                <a:lnTo>
                  <a:pt x="1857" y="1696"/>
                </a:lnTo>
                <a:lnTo>
                  <a:pt x="1859" y="1696"/>
                </a:lnTo>
                <a:lnTo>
                  <a:pt x="1860" y="1695"/>
                </a:lnTo>
                <a:lnTo>
                  <a:pt x="1860" y="1694"/>
                </a:lnTo>
                <a:lnTo>
                  <a:pt x="1861" y="1690"/>
                </a:lnTo>
                <a:lnTo>
                  <a:pt x="1861" y="1688"/>
                </a:lnTo>
                <a:lnTo>
                  <a:pt x="1862" y="1687"/>
                </a:lnTo>
                <a:lnTo>
                  <a:pt x="1862" y="1686"/>
                </a:lnTo>
                <a:lnTo>
                  <a:pt x="1863" y="1686"/>
                </a:lnTo>
                <a:lnTo>
                  <a:pt x="1864" y="1686"/>
                </a:lnTo>
                <a:lnTo>
                  <a:pt x="1865" y="1686"/>
                </a:lnTo>
                <a:lnTo>
                  <a:pt x="1866" y="1685"/>
                </a:lnTo>
                <a:lnTo>
                  <a:pt x="1867" y="1685"/>
                </a:lnTo>
                <a:lnTo>
                  <a:pt x="1868" y="1685"/>
                </a:lnTo>
                <a:lnTo>
                  <a:pt x="1870" y="1685"/>
                </a:lnTo>
                <a:lnTo>
                  <a:pt x="1872" y="1685"/>
                </a:lnTo>
                <a:lnTo>
                  <a:pt x="1875" y="1686"/>
                </a:lnTo>
                <a:lnTo>
                  <a:pt x="1878" y="1686"/>
                </a:lnTo>
                <a:lnTo>
                  <a:pt x="1880" y="1686"/>
                </a:lnTo>
                <a:lnTo>
                  <a:pt x="1882" y="1686"/>
                </a:lnTo>
                <a:lnTo>
                  <a:pt x="1881" y="1688"/>
                </a:lnTo>
                <a:lnTo>
                  <a:pt x="1881" y="1691"/>
                </a:lnTo>
                <a:lnTo>
                  <a:pt x="1880" y="1692"/>
                </a:lnTo>
                <a:lnTo>
                  <a:pt x="1880" y="1693"/>
                </a:lnTo>
                <a:lnTo>
                  <a:pt x="1880" y="1694"/>
                </a:lnTo>
                <a:lnTo>
                  <a:pt x="1879" y="1697"/>
                </a:lnTo>
                <a:lnTo>
                  <a:pt x="1879" y="1700"/>
                </a:lnTo>
                <a:lnTo>
                  <a:pt x="1878" y="1700"/>
                </a:lnTo>
                <a:lnTo>
                  <a:pt x="1878" y="1701"/>
                </a:lnTo>
                <a:lnTo>
                  <a:pt x="1878" y="1702"/>
                </a:lnTo>
                <a:lnTo>
                  <a:pt x="1878" y="1703"/>
                </a:lnTo>
                <a:lnTo>
                  <a:pt x="1878" y="1704"/>
                </a:lnTo>
                <a:lnTo>
                  <a:pt x="1877" y="1704"/>
                </a:lnTo>
                <a:lnTo>
                  <a:pt x="1877" y="1705"/>
                </a:lnTo>
                <a:lnTo>
                  <a:pt x="1877" y="1706"/>
                </a:lnTo>
                <a:lnTo>
                  <a:pt x="1877" y="1710"/>
                </a:lnTo>
                <a:lnTo>
                  <a:pt x="1876" y="1715"/>
                </a:lnTo>
                <a:lnTo>
                  <a:pt x="1875" y="1720"/>
                </a:lnTo>
                <a:lnTo>
                  <a:pt x="1875" y="1724"/>
                </a:lnTo>
                <a:lnTo>
                  <a:pt x="1874" y="1728"/>
                </a:lnTo>
                <a:lnTo>
                  <a:pt x="1874" y="1732"/>
                </a:lnTo>
                <a:lnTo>
                  <a:pt x="1873" y="1734"/>
                </a:lnTo>
                <a:lnTo>
                  <a:pt x="1873" y="1736"/>
                </a:lnTo>
                <a:lnTo>
                  <a:pt x="1873" y="1738"/>
                </a:lnTo>
                <a:lnTo>
                  <a:pt x="1872" y="1740"/>
                </a:lnTo>
                <a:lnTo>
                  <a:pt x="1872" y="1741"/>
                </a:lnTo>
                <a:lnTo>
                  <a:pt x="1872" y="1743"/>
                </a:lnTo>
                <a:lnTo>
                  <a:pt x="1872" y="1746"/>
                </a:lnTo>
                <a:lnTo>
                  <a:pt x="1872" y="1747"/>
                </a:lnTo>
                <a:lnTo>
                  <a:pt x="1871" y="1750"/>
                </a:lnTo>
                <a:lnTo>
                  <a:pt x="1871" y="1753"/>
                </a:lnTo>
                <a:lnTo>
                  <a:pt x="1870" y="1755"/>
                </a:lnTo>
                <a:lnTo>
                  <a:pt x="1870" y="1759"/>
                </a:lnTo>
                <a:lnTo>
                  <a:pt x="1870" y="1760"/>
                </a:lnTo>
                <a:lnTo>
                  <a:pt x="1870" y="1761"/>
                </a:lnTo>
                <a:lnTo>
                  <a:pt x="1869" y="1764"/>
                </a:lnTo>
                <a:lnTo>
                  <a:pt x="1869" y="1767"/>
                </a:lnTo>
                <a:lnTo>
                  <a:pt x="1868" y="1768"/>
                </a:lnTo>
                <a:lnTo>
                  <a:pt x="1868" y="1773"/>
                </a:lnTo>
                <a:lnTo>
                  <a:pt x="1867" y="1775"/>
                </a:lnTo>
                <a:lnTo>
                  <a:pt x="1867" y="1776"/>
                </a:lnTo>
                <a:lnTo>
                  <a:pt x="1868" y="1776"/>
                </a:lnTo>
                <a:lnTo>
                  <a:pt x="1869" y="1776"/>
                </a:lnTo>
                <a:lnTo>
                  <a:pt x="1870" y="1776"/>
                </a:lnTo>
                <a:lnTo>
                  <a:pt x="1871" y="1776"/>
                </a:lnTo>
                <a:lnTo>
                  <a:pt x="1872" y="1777"/>
                </a:lnTo>
                <a:lnTo>
                  <a:pt x="1873" y="1777"/>
                </a:lnTo>
                <a:lnTo>
                  <a:pt x="1874" y="1777"/>
                </a:lnTo>
                <a:lnTo>
                  <a:pt x="1874" y="1778"/>
                </a:lnTo>
                <a:lnTo>
                  <a:pt x="1874" y="1779"/>
                </a:lnTo>
                <a:lnTo>
                  <a:pt x="1874" y="1780"/>
                </a:lnTo>
                <a:lnTo>
                  <a:pt x="1875" y="1781"/>
                </a:lnTo>
                <a:lnTo>
                  <a:pt x="1876" y="1781"/>
                </a:lnTo>
                <a:lnTo>
                  <a:pt x="1877" y="1781"/>
                </a:lnTo>
                <a:lnTo>
                  <a:pt x="1878" y="1782"/>
                </a:lnTo>
                <a:lnTo>
                  <a:pt x="1879" y="1782"/>
                </a:lnTo>
                <a:lnTo>
                  <a:pt x="1880" y="1782"/>
                </a:lnTo>
                <a:lnTo>
                  <a:pt x="1881" y="1782"/>
                </a:lnTo>
                <a:lnTo>
                  <a:pt x="1882" y="1782"/>
                </a:lnTo>
                <a:lnTo>
                  <a:pt x="1883" y="1782"/>
                </a:lnTo>
                <a:lnTo>
                  <a:pt x="1883" y="1783"/>
                </a:lnTo>
                <a:lnTo>
                  <a:pt x="1884" y="1783"/>
                </a:lnTo>
                <a:lnTo>
                  <a:pt x="1885" y="1783"/>
                </a:lnTo>
                <a:lnTo>
                  <a:pt x="1885" y="1784"/>
                </a:lnTo>
                <a:lnTo>
                  <a:pt x="1885" y="1785"/>
                </a:lnTo>
                <a:lnTo>
                  <a:pt x="1884" y="1785"/>
                </a:lnTo>
                <a:lnTo>
                  <a:pt x="1885" y="1785"/>
                </a:lnTo>
                <a:lnTo>
                  <a:pt x="1885" y="1786"/>
                </a:lnTo>
                <a:lnTo>
                  <a:pt x="1886" y="1786"/>
                </a:lnTo>
                <a:lnTo>
                  <a:pt x="1887" y="1786"/>
                </a:lnTo>
                <a:lnTo>
                  <a:pt x="1888" y="1787"/>
                </a:lnTo>
                <a:lnTo>
                  <a:pt x="1889" y="1787"/>
                </a:lnTo>
                <a:lnTo>
                  <a:pt x="1890" y="1787"/>
                </a:lnTo>
                <a:lnTo>
                  <a:pt x="1890" y="1788"/>
                </a:lnTo>
                <a:lnTo>
                  <a:pt x="1891" y="1789"/>
                </a:lnTo>
                <a:lnTo>
                  <a:pt x="1892" y="1789"/>
                </a:lnTo>
                <a:lnTo>
                  <a:pt x="1892" y="1790"/>
                </a:lnTo>
                <a:lnTo>
                  <a:pt x="1892" y="1791"/>
                </a:lnTo>
                <a:lnTo>
                  <a:pt x="1893" y="1791"/>
                </a:lnTo>
                <a:lnTo>
                  <a:pt x="1894" y="1791"/>
                </a:lnTo>
                <a:lnTo>
                  <a:pt x="1896" y="1792"/>
                </a:lnTo>
                <a:lnTo>
                  <a:pt x="1896" y="1793"/>
                </a:lnTo>
                <a:lnTo>
                  <a:pt x="1897" y="1793"/>
                </a:lnTo>
                <a:lnTo>
                  <a:pt x="1897" y="1794"/>
                </a:lnTo>
                <a:lnTo>
                  <a:pt x="1897" y="1795"/>
                </a:lnTo>
                <a:lnTo>
                  <a:pt x="1898" y="1795"/>
                </a:lnTo>
                <a:lnTo>
                  <a:pt x="1899" y="1796"/>
                </a:lnTo>
                <a:lnTo>
                  <a:pt x="1899" y="1797"/>
                </a:lnTo>
                <a:lnTo>
                  <a:pt x="1899" y="1798"/>
                </a:lnTo>
                <a:lnTo>
                  <a:pt x="1900" y="1798"/>
                </a:lnTo>
                <a:lnTo>
                  <a:pt x="1900" y="1799"/>
                </a:lnTo>
                <a:lnTo>
                  <a:pt x="1901" y="1799"/>
                </a:lnTo>
                <a:lnTo>
                  <a:pt x="1902" y="1799"/>
                </a:lnTo>
                <a:lnTo>
                  <a:pt x="1903" y="1799"/>
                </a:lnTo>
                <a:lnTo>
                  <a:pt x="1903" y="1800"/>
                </a:lnTo>
                <a:lnTo>
                  <a:pt x="1903" y="1801"/>
                </a:lnTo>
                <a:lnTo>
                  <a:pt x="1904" y="1802"/>
                </a:lnTo>
                <a:lnTo>
                  <a:pt x="1906" y="1803"/>
                </a:lnTo>
                <a:lnTo>
                  <a:pt x="1906" y="1804"/>
                </a:lnTo>
                <a:lnTo>
                  <a:pt x="1906" y="1805"/>
                </a:lnTo>
                <a:lnTo>
                  <a:pt x="1906" y="1806"/>
                </a:lnTo>
                <a:lnTo>
                  <a:pt x="1905" y="1806"/>
                </a:lnTo>
                <a:lnTo>
                  <a:pt x="1905" y="1807"/>
                </a:lnTo>
                <a:lnTo>
                  <a:pt x="1904" y="1807"/>
                </a:lnTo>
                <a:lnTo>
                  <a:pt x="1904" y="1808"/>
                </a:lnTo>
                <a:lnTo>
                  <a:pt x="1904" y="1809"/>
                </a:lnTo>
                <a:lnTo>
                  <a:pt x="1903" y="1809"/>
                </a:lnTo>
                <a:lnTo>
                  <a:pt x="1903" y="1811"/>
                </a:lnTo>
                <a:lnTo>
                  <a:pt x="1904" y="1812"/>
                </a:lnTo>
                <a:lnTo>
                  <a:pt x="1905" y="1812"/>
                </a:lnTo>
                <a:lnTo>
                  <a:pt x="1906" y="1812"/>
                </a:lnTo>
                <a:lnTo>
                  <a:pt x="1906" y="1813"/>
                </a:lnTo>
                <a:lnTo>
                  <a:pt x="1907" y="1813"/>
                </a:lnTo>
                <a:lnTo>
                  <a:pt x="1907" y="1814"/>
                </a:lnTo>
                <a:lnTo>
                  <a:pt x="1908" y="1814"/>
                </a:lnTo>
                <a:lnTo>
                  <a:pt x="1909" y="1814"/>
                </a:lnTo>
                <a:lnTo>
                  <a:pt x="1909" y="1815"/>
                </a:lnTo>
                <a:lnTo>
                  <a:pt x="1910" y="1817"/>
                </a:lnTo>
                <a:lnTo>
                  <a:pt x="1911" y="1817"/>
                </a:lnTo>
                <a:lnTo>
                  <a:pt x="1911" y="1818"/>
                </a:lnTo>
                <a:lnTo>
                  <a:pt x="1911" y="1819"/>
                </a:lnTo>
                <a:lnTo>
                  <a:pt x="1911" y="1820"/>
                </a:lnTo>
                <a:lnTo>
                  <a:pt x="1912" y="1821"/>
                </a:lnTo>
                <a:lnTo>
                  <a:pt x="1913" y="1821"/>
                </a:lnTo>
                <a:lnTo>
                  <a:pt x="1914" y="1821"/>
                </a:lnTo>
                <a:lnTo>
                  <a:pt x="1914" y="1820"/>
                </a:lnTo>
                <a:lnTo>
                  <a:pt x="1915" y="1820"/>
                </a:lnTo>
                <a:lnTo>
                  <a:pt x="1916" y="1820"/>
                </a:lnTo>
                <a:lnTo>
                  <a:pt x="1917" y="1820"/>
                </a:lnTo>
                <a:lnTo>
                  <a:pt x="1918" y="1820"/>
                </a:lnTo>
                <a:lnTo>
                  <a:pt x="1918" y="1819"/>
                </a:lnTo>
                <a:lnTo>
                  <a:pt x="1919" y="1819"/>
                </a:lnTo>
                <a:lnTo>
                  <a:pt x="1919" y="1820"/>
                </a:lnTo>
                <a:lnTo>
                  <a:pt x="1920" y="1820"/>
                </a:lnTo>
                <a:lnTo>
                  <a:pt x="1921" y="1820"/>
                </a:lnTo>
                <a:lnTo>
                  <a:pt x="1922" y="1821"/>
                </a:lnTo>
                <a:lnTo>
                  <a:pt x="1923" y="1821"/>
                </a:lnTo>
                <a:lnTo>
                  <a:pt x="1924" y="1822"/>
                </a:lnTo>
                <a:lnTo>
                  <a:pt x="1925" y="1822"/>
                </a:lnTo>
                <a:lnTo>
                  <a:pt x="1926" y="1823"/>
                </a:lnTo>
                <a:lnTo>
                  <a:pt x="1927" y="1823"/>
                </a:lnTo>
                <a:lnTo>
                  <a:pt x="1926" y="1823"/>
                </a:lnTo>
                <a:lnTo>
                  <a:pt x="1926" y="1824"/>
                </a:lnTo>
                <a:lnTo>
                  <a:pt x="1927" y="1825"/>
                </a:lnTo>
                <a:lnTo>
                  <a:pt x="1927" y="1826"/>
                </a:lnTo>
                <a:lnTo>
                  <a:pt x="1928" y="1826"/>
                </a:lnTo>
                <a:lnTo>
                  <a:pt x="1928" y="1827"/>
                </a:lnTo>
                <a:lnTo>
                  <a:pt x="1929" y="1828"/>
                </a:lnTo>
                <a:lnTo>
                  <a:pt x="1929" y="1830"/>
                </a:lnTo>
                <a:lnTo>
                  <a:pt x="1930" y="1831"/>
                </a:lnTo>
                <a:lnTo>
                  <a:pt x="1929" y="1833"/>
                </a:lnTo>
                <a:lnTo>
                  <a:pt x="1929" y="1834"/>
                </a:lnTo>
                <a:lnTo>
                  <a:pt x="1929" y="1835"/>
                </a:lnTo>
                <a:lnTo>
                  <a:pt x="1929" y="1836"/>
                </a:lnTo>
                <a:lnTo>
                  <a:pt x="1929" y="1838"/>
                </a:lnTo>
                <a:lnTo>
                  <a:pt x="1929" y="1839"/>
                </a:lnTo>
                <a:lnTo>
                  <a:pt x="1930" y="1839"/>
                </a:lnTo>
                <a:lnTo>
                  <a:pt x="1930" y="1840"/>
                </a:lnTo>
                <a:lnTo>
                  <a:pt x="1930" y="1841"/>
                </a:lnTo>
                <a:lnTo>
                  <a:pt x="1930" y="1842"/>
                </a:lnTo>
                <a:lnTo>
                  <a:pt x="1931" y="1842"/>
                </a:lnTo>
                <a:lnTo>
                  <a:pt x="1931" y="1843"/>
                </a:lnTo>
                <a:lnTo>
                  <a:pt x="1931" y="1844"/>
                </a:lnTo>
                <a:lnTo>
                  <a:pt x="1930" y="1844"/>
                </a:lnTo>
                <a:lnTo>
                  <a:pt x="1931" y="1845"/>
                </a:lnTo>
                <a:lnTo>
                  <a:pt x="1930" y="1846"/>
                </a:lnTo>
                <a:lnTo>
                  <a:pt x="1930" y="1847"/>
                </a:lnTo>
                <a:lnTo>
                  <a:pt x="1930" y="1848"/>
                </a:lnTo>
                <a:lnTo>
                  <a:pt x="1932" y="1849"/>
                </a:lnTo>
                <a:lnTo>
                  <a:pt x="1933" y="1849"/>
                </a:lnTo>
                <a:lnTo>
                  <a:pt x="1933" y="1850"/>
                </a:lnTo>
                <a:lnTo>
                  <a:pt x="1934" y="1851"/>
                </a:lnTo>
                <a:lnTo>
                  <a:pt x="1934" y="1852"/>
                </a:lnTo>
                <a:lnTo>
                  <a:pt x="1934" y="1853"/>
                </a:lnTo>
                <a:lnTo>
                  <a:pt x="1933" y="1853"/>
                </a:lnTo>
                <a:lnTo>
                  <a:pt x="1933" y="1854"/>
                </a:lnTo>
                <a:lnTo>
                  <a:pt x="1934" y="1854"/>
                </a:lnTo>
                <a:lnTo>
                  <a:pt x="1935" y="1855"/>
                </a:lnTo>
                <a:lnTo>
                  <a:pt x="1936" y="1855"/>
                </a:lnTo>
                <a:lnTo>
                  <a:pt x="1936" y="1856"/>
                </a:lnTo>
                <a:lnTo>
                  <a:pt x="1935" y="1857"/>
                </a:lnTo>
                <a:lnTo>
                  <a:pt x="1935" y="1858"/>
                </a:lnTo>
                <a:lnTo>
                  <a:pt x="1935" y="1859"/>
                </a:lnTo>
                <a:lnTo>
                  <a:pt x="1935" y="1860"/>
                </a:lnTo>
                <a:lnTo>
                  <a:pt x="1935" y="1862"/>
                </a:lnTo>
                <a:lnTo>
                  <a:pt x="1935" y="1863"/>
                </a:lnTo>
                <a:lnTo>
                  <a:pt x="1934" y="1864"/>
                </a:lnTo>
                <a:lnTo>
                  <a:pt x="1935" y="1864"/>
                </a:lnTo>
                <a:lnTo>
                  <a:pt x="1935" y="1865"/>
                </a:lnTo>
                <a:lnTo>
                  <a:pt x="1935" y="1866"/>
                </a:lnTo>
                <a:lnTo>
                  <a:pt x="1934" y="1866"/>
                </a:lnTo>
                <a:lnTo>
                  <a:pt x="1934" y="1867"/>
                </a:lnTo>
                <a:lnTo>
                  <a:pt x="1936" y="1867"/>
                </a:lnTo>
                <a:lnTo>
                  <a:pt x="1937" y="1868"/>
                </a:lnTo>
                <a:lnTo>
                  <a:pt x="1938" y="1868"/>
                </a:lnTo>
                <a:lnTo>
                  <a:pt x="1938" y="1869"/>
                </a:lnTo>
                <a:lnTo>
                  <a:pt x="1939" y="1869"/>
                </a:lnTo>
                <a:lnTo>
                  <a:pt x="1939" y="1870"/>
                </a:lnTo>
                <a:lnTo>
                  <a:pt x="1938" y="1870"/>
                </a:lnTo>
                <a:lnTo>
                  <a:pt x="1939" y="1871"/>
                </a:lnTo>
                <a:lnTo>
                  <a:pt x="1940" y="1871"/>
                </a:lnTo>
                <a:lnTo>
                  <a:pt x="1941" y="1871"/>
                </a:lnTo>
                <a:lnTo>
                  <a:pt x="1942" y="1872"/>
                </a:lnTo>
                <a:lnTo>
                  <a:pt x="1942" y="1873"/>
                </a:lnTo>
                <a:lnTo>
                  <a:pt x="1943" y="1874"/>
                </a:lnTo>
                <a:lnTo>
                  <a:pt x="1944" y="1874"/>
                </a:lnTo>
                <a:lnTo>
                  <a:pt x="1944" y="1875"/>
                </a:lnTo>
                <a:lnTo>
                  <a:pt x="1943" y="1875"/>
                </a:lnTo>
                <a:lnTo>
                  <a:pt x="1943" y="1876"/>
                </a:lnTo>
                <a:lnTo>
                  <a:pt x="1943" y="1877"/>
                </a:lnTo>
                <a:lnTo>
                  <a:pt x="1944" y="1877"/>
                </a:lnTo>
                <a:lnTo>
                  <a:pt x="1943" y="1878"/>
                </a:lnTo>
                <a:lnTo>
                  <a:pt x="1943" y="1879"/>
                </a:lnTo>
                <a:lnTo>
                  <a:pt x="1943" y="1880"/>
                </a:lnTo>
                <a:lnTo>
                  <a:pt x="1943" y="1882"/>
                </a:lnTo>
                <a:lnTo>
                  <a:pt x="1943" y="1883"/>
                </a:lnTo>
                <a:lnTo>
                  <a:pt x="1944" y="1884"/>
                </a:lnTo>
                <a:lnTo>
                  <a:pt x="1945" y="1885"/>
                </a:lnTo>
                <a:lnTo>
                  <a:pt x="1945" y="1886"/>
                </a:lnTo>
                <a:lnTo>
                  <a:pt x="1945" y="1887"/>
                </a:lnTo>
                <a:lnTo>
                  <a:pt x="1945" y="1888"/>
                </a:lnTo>
                <a:lnTo>
                  <a:pt x="1944" y="1889"/>
                </a:lnTo>
                <a:lnTo>
                  <a:pt x="1944" y="1890"/>
                </a:lnTo>
                <a:lnTo>
                  <a:pt x="1943" y="1891"/>
                </a:lnTo>
                <a:lnTo>
                  <a:pt x="1943" y="1892"/>
                </a:lnTo>
                <a:lnTo>
                  <a:pt x="1942" y="1892"/>
                </a:lnTo>
                <a:lnTo>
                  <a:pt x="1942" y="1893"/>
                </a:lnTo>
                <a:lnTo>
                  <a:pt x="1943" y="1894"/>
                </a:lnTo>
                <a:lnTo>
                  <a:pt x="1944" y="1894"/>
                </a:lnTo>
                <a:lnTo>
                  <a:pt x="1945" y="1894"/>
                </a:lnTo>
                <a:lnTo>
                  <a:pt x="1945" y="1895"/>
                </a:lnTo>
                <a:lnTo>
                  <a:pt x="1945" y="1896"/>
                </a:lnTo>
                <a:lnTo>
                  <a:pt x="1945" y="1897"/>
                </a:lnTo>
                <a:lnTo>
                  <a:pt x="1944" y="1897"/>
                </a:lnTo>
                <a:lnTo>
                  <a:pt x="1943" y="1897"/>
                </a:lnTo>
                <a:lnTo>
                  <a:pt x="1940" y="1897"/>
                </a:lnTo>
                <a:lnTo>
                  <a:pt x="1939" y="1897"/>
                </a:lnTo>
                <a:lnTo>
                  <a:pt x="1938" y="1897"/>
                </a:lnTo>
                <a:lnTo>
                  <a:pt x="1937" y="1896"/>
                </a:lnTo>
                <a:lnTo>
                  <a:pt x="1936" y="1896"/>
                </a:lnTo>
                <a:lnTo>
                  <a:pt x="1936" y="1897"/>
                </a:lnTo>
                <a:lnTo>
                  <a:pt x="1935" y="1897"/>
                </a:lnTo>
                <a:lnTo>
                  <a:pt x="1933" y="1896"/>
                </a:lnTo>
                <a:lnTo>
                  <a:pt x="1932" y="1895"/>
                </a:lnTo>
                <a:lnTo>
                  <a:pt x="1931" y="1895"/>
                </a:lnTo>
                <a:lnTo>
                  <a:pt x="1931" y="1894"/>
                </a:lnTo>
                <a:lnTo>
                  <a:pt x="1930" y="1893"/>
                </a:lnTo>
                <a:lnTo>
                  <a:pt x="1929" y="1893"/>
                </a:lnTo>
                <a:lnTo>
                  <a:pt x="1929" y="1894"/>
                </a:lnTo>
                <a:lnTo>
                  <a:pt x="1928" y="1894"/>
                </a:lnTo>
                <a:lnTo>
                  <a:pt x="1926" y="1894"/>
                </a:lnTo>
                <a:lnTo>
                  <a:pt x="1925" y="1895"/>
                </a:lnTo>
                <a:lnTo>
                  <a:pt x="1924" y="1895"/>
                </a:lnTo>
                <a:lnTo>
                  <a:pt x="1923" y="1895"/>
                </a:lnTo>
                <a:lnTo>
                  <a:pt x="1923" y="1896"/>
                </a:lnTo>
                <a:lnTo>
                  <a:pt x="1923" y="1897"/>
                </a:lnTo>
                <a:lnTo>
                  <a:pt x="1923" y="1898"/>
                </a:lnTo>
                <a:lnTo>
                  <a:pt x="1922" y="1899"/>
                </a:lnTo>
                <a:lnTo>
                  <a:pt x="1922" y="1900"/>
                </a:lnTo>
                <a:lnTo>
                  <a:pt x="1921" y="1901"/>
                </a:lnTo>
                <a:lnTo>
                  <a:pt x="1920" y="1901"/>
                </a:lnTo>
                <a:lnTo>
                  <a:pt x="1919" y="1901"/>
                </a:lnTo>
                <a:lnTo>
                  <a:pt x="1918" y="1901"/>
                </a:lnTo>
                <a:lnTo>
                  <a:pt x="1917" y="1900"/>
                </a:lnTo>
                <a:lnTo>
                  <a:pt x="1916" y="1900"/>
                </a:lnTo>
                <a:lnTo>
                  <a:pt x="1915" y="1900"/>
                </a:lnTo>
                <a:lnTo>
                  <a:pt x="1914" y="1900"/>
                </a:lnTo>
                <a:lnTo>
                  <a:pt x="1913" y="1900"/>
                </a:lnTo>
                <a:lnTo>
                  <a:pt x="1912" y="1900"/>
                </a:lnTo>
                <a:lnTo>
                  <a:pt x="1912" y="1901"/>
                </a:lnTo>
                <a:lnTo>
                  <a:pt x="1912" y="1902"/>
                </a:lnTo>
                <a:lnTo>
                  <a:pt x="1912" y="1903"/>
                </a:lnTo>
                <a:lnTo>
                  <a:pt x="1911" y="1903"/>
                </a:lnTo>
                <a:lnTo>
                  <a:pt x="1911" y="1904"/>
                </a:lnTo>
                <a:lnTo>
                  <a:pt x="1911" y="1905"/>
                </a:lnTo>
                <a:lnTo>
                  <a:pt x="1911" y="1906"/>
                </a:lnTo>
                <a:lnTo>
                  <a:pt x="1910" y="1906"/>
                </a:lnTo>
                <a:lnTo>
                  <a:pt x="1909" y="1906"/>
                </a:lnTo>
                <a:lnTo>
                  <a:pt x="1907" y="1906"/>
                </a:lnTo>
                <a:lnTo>
                  <a:pt x="1906" y="1907"/>
                </a:lnTo>
                <a:lnTo>
                  <a:pt x="1905" y="1907"/>
                </a:lnTo>
                <a:lnTo>
                  <a:pt x="1903" y="1907"/>
                </a:lnTo>
                <a:lnTo>
                  <a:pt x="1902" y="1907"/>
                </a:lnTo>
                <a:lnTo>
                  <a:pt x="1902" y="1906"/>
                </a:lnTo>
                <a:lnTo>
                  <a:pt x="1900" y="1906"/>
                </a:lnTo>
                <a:lnTo>
                  <a:pt x="1899" y="1906"/>
                </a:lnTo>
                <a:lnTo>
                  <a:pt x="1898" y="1905"/>
                </a:lnTo>
                <a:lnTo>
                  <a:pt x="1897" y="1905"/>
                </a:lnTo>
                <a:lnTo>
                  <a:pt x="1895" y="1905"/>
                </a:lnTo>
                <a:lnTo>
                  <a:pt x="1894" y="1905"/>
                </a:lnTo>
                <a:lnTo>
                  <a:pt x="1893" y="1905"/>
                </a:lnTo>
                <a:lnTo>
                  <a:pt x="1892" y="1905"/>
                </a:lnTo>
                <a:lnTo>
                  <a:pt x="1891" y="1904"/>
                </a:lnTo>
                <a:lnTo>
                  <a:pt x="1890" y="1904"/>
                </a:lnTo>
                <a:lnTo>
                  <a:pt x="1889" y="1905"/>
                </a:lnTo>
                <a:lnTo>
                  <a:pt x="1887" y="1906"/>
                </a:lnTo>
                <a:lnTo>
                  <a:pt x="1887" y="1907"/>
                </a:lnTo>
                <a:lnTo>
                  <a:pt x="1886" y="1907"/>
                </a:lnTo>
                <a:lnTo>
                  <a:pt x="1884" y="1908"/>
                </a:lnTo>
                <a:lnTo>
                  <a:pt x="1883" y="1909"/>
                </a:lnTo>
                <a:lnTo>
                  <a:pt x="1883" y="1910"/>
                </a:lnTo>
                <a:lnTo>
                  <a:pt x="1882" y="1911"/>
                </a:lnTo>
                <a:lnTo>
                  <a:pt x="1881" y="1911"/>
                </a:lnTo>
                <a:lnTo>
                  <a:pt x="1880" y="1912"/>
                </a:lnTo>
                <a:lnTo>
                  <a:pt x="1880" y="1913"/>
                </a:lnTo>
                <a:lnTo>
                  <a:pt x="1880" y="1914"/>
                </a:lnTo>
                <a:lnTo>
                  <a:pt x="1879" y="1914"/>
                </a:lnTo>
                <a:lnTo>
                  <a:pt x="1879" y="1915"/>
                </a:lnTo>
                <a:lnTo>
                  <a:pt x="1878" y="1915"/>
                </a:lnTo>
                <a:lnTo>
                  <a:pt x="1878" y="1916"/>
                </a:lnTo>
                <a:lnTo>
                  <a:pt x="1876" y="1916"/>
                </a:lnTo>
                <a:lnTo>
                  <a:pt x="1876" y="1917"/>
                </a:lnTo>
                <a:lnTo>
                  <a:pt x="1875" y="1917"/>
                </a:lnTo>
                <a:lnTo>
                  <a:pt x="1874" y="1917"/>
                </a:lnTo>
                <a:lnTo>
                  <a:pt x="1873" y="1916"/>
                </a:lnTo>
                <a:lnTo>
                  <a:pt x="1872" y="1916"/>
                </a:lnTo>
                <a:lnTo>
                  <a:pt x="1872" y="1917"/>
                </a:lnTo>
                <a:lnTo>
                  <a:pt x="1872" y="1918"/>
                </a:lnTo>
                <a:lnTo>
                  <a:pt x="1872" y="1919"/>
                </a:lnTo>
                <a:lnTo>
                  <a:pt x="1872" y="1920"/>
                </a:lnTo>
                <a:lnTo>
                  <a:pt x="1871" y="1920"/>
                </a:lnTo>
                <a:lnTo>
                  <a:pt x="1871" y="1921"/>
                </a:lnTo>
                <a:lnTo>
                  <a:pt x="1870" y="1922"/>
                </a:lnTo>
                <a:lnTo>
                  <a:pt x="1870" y="1923"/>
                </a:lnTo>
                <a:lnTo>
                  <a:pt x="1870" y="1924"/>
                </a:lnTo>
                <a:lnTo>
                  <a:pt x="1871" y="1925"/>
                </a:lnTo>
                <a:lnTo>
                  <a:pt x="1871" y="1926"/>
                </a:lnTo>
                <a:lnTo>
                  <a:pt x="1870" y="1927"/>
                </a:lnTo>
                <a:lnTo>
                  <a:pt x="1870" y="1928"/>
                </a:lnTo>
                <a:lnTo>
                  <a:pt x="1871" y="1928"/>
                </a:lnTo>
                <a:lnTo>
                  <a:pt x="1871" y="1929"/>
                </a:lnTo>
                <a:lnTo>
                  <a:pt x="1871" y="1930"/>
                </a:lnTo>
                <a:lnTo>
                  <a:pt x="1872" y="1930"/>
                </a:lnTo>
                <a:lnTo>
                  <a:pt x="1873" y="1931"/>
                </a:lnTo>
                <a:lnTo>
                  <a:pt x="1873" y="1932"/>
                </a:lnTo>
                <a:lnTo>
                  <a:pt x="1873" y="1933"/>
                </a:lnTo>
                <a:lnTo>
                  <a:pt x="1872" y="1933"/>
                </a:lnTo>
                <a:lnTo>
                  <a:pt x="1871" y="1934"/>
                </a:lnTo>
                <a:lnTo>
                  <a:pt x="1870" y="1934"/>
                </a:lnTo>
                <a:lnTo>
                  <a:pt x="1868" y="1934"/>
                </a:lnTo>
                <a:lnTo>
                  <a:pt x="1868" y="1935"/>
                </a:lnTo>
                <a:lnTo>
                  <a:pt x="1868" y="1936"/>
                </a:lnTo>
                <a:lnTo>
                  <a:pt x="1868" y="1937"/>
                </a:lnTo>
                <a:lnTo>
                  <a:pt x="1867" y="1937"/>
                </a:lnTo>
                <a:lnTo>
                  <a:pt x="1867" y="1938"/>
                </a:lnTo>
                <a:lnTo>
                  <a:pt x="1867" y="1939"/>
                </a:lnTo>
                <a:lnTo>
                  <a:pt x="1867" y="1940"/>
                </a:lnTo>
                <a:lnTo>
                  <a:pt x="1866" y="1941"/>
                </a:lnTo>
                <a:lnTo>
                  <a:pt x="1867" y="1941"/>
                </a:lnTo>
                <a:lnTo>
                  <a:pt x="1868" y="1941"/>
                </a:lnTo>
                <a:lnTo>
                  <a:pt x="1868" y="1942"/>
                </a:lnTo>
                <a:lnTo>
                  <a:pt x="1868" y="1943"/>
                </a:lnTo>
                <a:lnTo>
                  <a:pt x="1868" y="1944"/>
                </a:lnTo>
                <a:lnTo>
                  <a:pt x="1868" y="1945"/>
                </a:lnTo>
                <a:lnTo>
                  <a:pt x="1868" y="1946"/>
                </a:lnTo>
                <a:lnTo>
                  <a:pt x="1868" y="1947"/>
                </a:lnTo>
                <a:lnTo>
                  <a:pt x="1867" y="1947"/>
                </a:lnTo>
                <a:lnTo>
                  <a:pt x="1867" y="1948"/>
                </a:lnTo>
                <a:lnTo>
                  <a:pt x="1867" y="1949"/>
                </a:lnTo>
                <a:lnTo>
                  <a:pt x="1867" y="1950"/>
                </a:lnTo>
                <a:lnTo>
                  <a:pt x="1867" y="1951"/>
                </a:lnTo>
                <a:lnTo>
                  <a:pt x="1867" y="1952"/>
                </a:lnTo>
                <a:lnTo>
                  <a:pt x="1868" y="1952"/>
                </a:lnTo>
                <a:lnTo>
                  <a:pt x="1868" y="1953"/>
                </a:lnTo>
                <a:lnTo>
                  <a:pt x="1869" y="1953"/>
                </a:lnTo>
                <a:lnTo>
                  <a:pt x="1870" y="1953"/>
                </a:lnTo>
                <a:lnTo>
                  <a:pt x="1871" y="1953"/>
                </a:lnTo>
                <a:lnTo>
                  <a:pt x="1872" y="1954"/>
                </a:lnTo>
                <a:lnTo>
                  <a:pt x="1874" y="1954"/>
                </a:lnTo>
                <a:lnTo>
                  <a:pt x="1875" y="1954"/>
                </a:lnTo>
                <a:lnTo>
                  <a:pt x="1876" y="1954"/>
                </a:lnTo>
                <a:lnTo>
                  <a:pt x="1877" y="1954"/>
                </a:lnTo>
                <a:lnTo>
                  <a:pt x="1877" y="1955"/>
                </a:lnTo>
                <a:lnTo>
                  <a:pt x="1878" y="1955"/>
                </a:lnTo>
                <a:lnTo>
                  <a:pt x="1878" y="1956"/>
                </a:lnTo>
                <a:lnTo>
                  <a:pt x="1877" y="1956"/>
                </a:lnTo>
                <a:lnTo>
                  <a:pt x="1877" y="1957"/>
                </a:lnTo>
                <a:lnTo>
                  <a:pt x="1877" y="1958"/>
                </a:lnTo>
                <a:lnTo>
                  <a:pt x="1878" y="1958"/>
                </a:lnTo>
                <a:lnTo>
                  <a:pt x="1879" y="1958"/>
                </a:lnTo>
                <a:lnTo>
                  <a:pt x="1880" y="1958"/>
                </a:lnTo>
                <a:lnTo>
                  <a:pt x="1881" y="1958"/>
                </a:lnTo>
                <a:lnTo>
                  <a:pt x="1881" y="1959"/>
                </a:lnTo>
                <a:lnTo>
                  <a:pt x="1883" y="1959"/>
                </a:lnTo>
                <a:lnTo>
                  <a:pt x="1884" y="1959"/>
                </a:lnTo>
                <a:lnTo>
                  <a:pt x="1884" y="1960"/>
                </a:lnTo>
                <a:lnTo>
                  <a:pt x="1885" y="1960"/>
                </a:lnTo>
                <a:lnTo>
                  <a:pt x="1886" y="1959"/>
                </a:lnTo>
                <a:lnTo>
                  <a:pt x="1887" y="1959"/>
                </a:lnTo>
                <a:lnTo>
                  <a:pt x="1887" y="1960"/>
                </a:lnTo>
                <a:lnTo>
                  <a:pt x="1887" y="1961"/>
                </a:lnTo>
                <a:lnTo>
                  <a:pt x="1888" y="1961"/>
                </a:lnTo>
                <a:lnTo>
                  <a:pt x="1889" y="1961"/>
                </a:lnTo>
                <a:lnTo>
                  <a:pt x="1890" y="1961"/>
                </a:lnTo>
                <a:lnTo>
                  <a:pt x="1891" y="1961"/>
                </a:lnTo>
                <a:lnTo>
                  <a:pt x="1892" y="1961"/>
                </a:lnTo>
                <a:lnTo>
                  <a:pt x="1893" y="1962"/>
                </a:lnTo>
                <a:lnTo>
                  <a:pt x="1894" y="1962"/>
                </a:lnTo>
                <a:lnTo>
                  <a:pt x="1895" y="1962"/>
                </a:lnTo>
                <a:lnTo>
                  <a:pt x="1895" y="1963"/>
                </a:lnTo>
                <a:lnTo>
                  <a:pt x="1896" y="1963"/>
                </a:lnTo>
                <a:lnTo>
                  <a:pt x="1897" y="1964"/>
                </a:lnTo>
                <a:lnTo>
                  <a:pt x="1899" y="1964"/>
                </a:lnTo>
                <a:lnTo>
                  <a:pt x="1899" y="1965"/>
                </a:lnTo>
                <a:lnTo>
                  <a:pt x="1899" y="1966"/>
                </a:lnTo>
                <a:lnTo>
                  <a:pt x="1900" y="1966"/>
                </a:lnTo>
                <a:lnTo>
                  <a:pt x="1901" y="1966"/>
                </a:lnTo>
                <a:lnTo>
                  <a:pt x="1902" y="1966"/>
                </a:lnTo>
                <a:lnTo>
                  <a:pt x="1901" y="1967"/>
                </a:lnTo>
                <a:lnTo>
                  <a:pt x="1901" y="1968"/>
                </a:lnTo>
                <a:lnTo>
                  <a:pt x="1900" y="1969"/>
                </a:lnTo>
                <a:lnTo>
                  <a:pt x="1900" y="1970"/>
                </a:lnTo>
                <a:lnTo>
                  <a:pt x="1901" y="1971"/>
                </a:lnTo>
                <a:lnTo>
                  <a:pt x="1901" y="1972"/>
                </a:lnTo>
                <a:lnTo>
                  <a:pt x="1900" y="1974"/>
                </a:lnTo>
                <a:lnTo>
                  <a:pt x="1900" y="1975"/>
                </a:lnTo>
                <a:lnTo>
                  <a:pt x="1901" y="1975"/>
                </a:lnTo>
                <a:lnTo>
                  <a:pt x="1901" y="1976"/>
                </a:lnTo>
                <a:lnTo>
                  <a:pt x="1900" y="1976"/>
                </a:lnTo>
                <a:lnTo>
                  <a:pt x="1900" y="1977"/>
                </a:lnTo>
                <a:lnTo>
                  <a:pt x="1899" y="1978"/>
                </a:lnTo>
                <a:lnTo>
                  <a:pt x="1899" y="1979"/>
                </a:lnTo>
                <a:lnTo>
                  <a:pt x="1899" y="1980"/>
                </a:lnTo>
                <a:lnTo>
                  <a:pt x="1899" y="1981"/>
                </a:lnTo>
                <a:lnTo>
                  <a:pt x="1900" y="1982"/>
                </a:lnTo>
                <a:lnTo>
                  <a:pt x="1901" y="1982"/>
                </a:lnTo>
                <a:lnTo>
                  <a:pt x="1902" y="1982"/>
                </a:lnTo>
                <a:lnTo>
                  <a:pt x="1902" y="1983"/>
                </a:lnTo>
                <a:lnTo>
                  <a:pt x="1901" y="1983"/>
                </a:lnTo>
                <a:lnTo>
                  <a:pt x="1901" y="1984"/>
                </a:lnTo>
                <a:lnTo>
                  <a:pt x="1900" y="1985"/>
                </a:lnTo>
                <a:lnTo>
                  <a:pt x="1899" y="1985"/>
                </a:lnTo>
                <a:lnTo>
                  <a:pt x="1899" y="1986"/>
                </a:lnTo>
                <a:lnTo>
                  <a:pt x="1899" y="1987"/>
                </a:lnTo>
                <a:lnTo>
                  <a:pt x="1898" y="1987"/>
                </a:lnTo>
                <a:lnTo>
                  <a:pt x="1898" y="1988"/>
                </a:lnTo>
                <a:lnTo>
                  <a:pt x="1899" y="1989"/>
                </a:lnTo>
                <a:lnTo>
                  <a:pt x="1899" y="1990"/>
                </a:lnTo>
                <a:lnTo>
                  <a:pt x="1899" y="1991"/>
                </a:lnTo>
                <a:lnTo>
                  <a:pt x="1898" y="1991"/>
                </a:lnTo>
                <a:lnTo>
                  <a:pt x="1898" y="1992"/>
                </a:lnTo>
                <a:lnTo>
                  <a:pt x="1897" y="1992"/>
                </a:lnTo>
                <a:lnTo>
                  <a:pt x="1897" y="1993"/>
                </a:lnTo>
                <a:lnTo>
                  <a:pt x="1897" y="1994"/>
                </a:lnTo>
                <a:lnTo>
                  <a:pt x="1897" y="1995"/>
                </a:lnTo>
                <a:lnTo>
                  <a:pt x="1898" y="1995"/>
                </a:lnTo>
                <a:lnTo>
                  <a:pt x="1898" y="1996"/>
                </a:lnTo>
                <a:lnTo>
                  <a:pt x="1897" y="1996"/>
                </a:lnTo>
                <a:lnTo>
                  <a:pt x="1897" y="1997"/>
                </a:lnTo>
                <a:lnTo>
                  <a:pt x="1896" y="1997"/>
                </a:lnTo>
                <a:lnTo>
                  <a:pt x="1896" y="1998"/>
                </a:lnTo>
                <a:lnTo>
                  <a:pt x="1896" y="1999"/>
                </a:lnTo>
                <a:lnTo>
                  <a:pt x="1897" y="1999"/>
                </a:lnTo>
                <a:lnTo>
                  <a:pt x="1897" y="2000"/>
                </a:lnTo>
                <a:lnTo>
                  <a:pt x="1898" y="2000"/>
                </a:lnTo>
                <a:lnTo>
                  <a:pt x="1898" y="2001"/>
                </a:lnTo>
                <a:lnTo>
                  <a:pt x="1899" y="2001"/>
                </a:lnTo>
                <a:lnTo>
                  <a:pt x="1898" y="2001"/>
                </a:lnTo>
                <a:lnTo>
                  <a:pt x="1898" y="2002"/>
                </a:lnTo>
                <a:lnTo>
                  <a:pt x="1899" y="2002"/>
                </a:lnTo>
                <a:lnTo>
                  <a:pt x="1899" y="2003"/>
                </a:lnTo>
                <a:lnTo>
                  <a:pt x="1900" y="2002"/>
                </a:lnTo>
                <a:lnTo>
                  <a:pt x="1901" y="2003"/>
                </a:lnTo>
                <a:lnTo>
                  <a:pt x="1901" y="2004"/>
                </a:lnTo>
                <a:lnTo>
                  <a:pt x="1901" y="2005"/>
                </a:lnTo>
                <a:lnTo>
                  <a:pt x="1900" y="2005"/>
                </a:lnTo>
                <a:lnTo>
                  <a:pt x="1898" y="2007"/>
                </a:lnTo>
                <a:lnTo>
                  <a:pt x="1898" y="2008"/>
                </a:lnTo>
                <a:lnTo>
                  <a:pt x="1897" y="2009"/>
                </a:lnTo>
                <a:lnTo>
                  <a:pt x="1897" y="2010"/>
                </a:lnTo>
                <a:lnTo>
                  <a:pt x="1897" y="2011"/>
                </a:lnTo>
                <a:lnTo>
                  <a:pt x="1897" y="2012"/>
                </a:lnTo>
                <a:lnTo>
                  <a:pt x="1898" y="2013"/>
                </a:lnTo>
                <a:lnTo>
                  <a:pt x="1899" y="2013"/>
                </a:lnTo>
                <a:lnTo>
                  <a:pt x="1900" y="2014"/>
                </a:lnTo>
                <a:lnTo>
                  <a:pt x="1901" y="2014"/>
                </a:lnTo>
                <a:lnTo>
                  <a:pt x="1901" y="2015"/>
                </a:lnTo>
                <a:lnTo>
                  <a:pt x="1902" y="2015"/>
                </a:lnTo>
                <a:lnTo>
                  <a:pt x="1902" y="2016"/>
                </a:lnTo>
                <a:lnTo>
                  <a:pt x="1902" y="2017"/>
                </a:lnTo>
                <a:lnTo>
                  <a:pt x="1902" y="2019"/>
                </a:lnTo>
                <a:lnTo>
                  <a:pt x="1901" y="2019"/>
                </a:lnTo>
                <a:lnTo>
                  <a:pt x="1901" y="2020"/>
                </a:lnTo>
                <a:lnTo>
                  <a:pt x="1901" y="2021"/>
                </a:lnTo>
                <a:lnTo>
                  <a:pt x="1902" y="2021"/>
                </a:lnTo>
                <a:lnTo>
                  <a:pt x="1902" y="2022"/>
                </a:lnTo>
                <a:lnTo>
                  <a:pt x="1902" y="2023"/>
                </a:lnTo>
                <a:lnTo>
                  <a:pt x="1901" y="2023"/>
                </a:lnTo>
                <a:lnTo>
                  <a:pt x="1901" y="2024"/>
                </a:lnTo>
                <a:lnTo>
                  <a:pt x="1902" y="2025"/>
                </a:lnTo>
                <a:lnTo>
                  <a:pt x="1902" y="2026"/>
                </a:lnTo>
                <a:lnTo>
                  <a:pt x="1902" y="2027"/>
                </a:lnTo>
                <a:lnTo>
                  <a:pt x="1903" y="2027"/>
                </a:lnTo>
                <a:lnTo>
                  <a:pt x="1903" y="2028"/>
                </a:lnTo>
                <a:lnTo>
                  <a:pt x="1903" y="2029"/>
                </a:lnTo>
                <a:lnTo>
                  <a:pt x="1903" y="2030"/>
                </a:lnTo>
                <a:lnTo>
                  <a:pt x="1903" y="2031"/>
                </a:lnTo>
                <a:lnTo>
                  <a:pt x="1903" y="2032"/>
                </a:lnTo>
                <a:lnTo>
                  <a:pt x="1903" y="2033"/>
                </a:lnTo>
                <a:lnTo>
                  <a:pt x="1901" y="2034"/>
                </a:lnTo>
                <a:lnTo>
                  <a:pt x="1901" y="2035"/>
                </a:lnTo>
                <a:lnTo>
                  <a:pt x="1898" y="2035"/>
                </a:lnTo>
                <a:lnTo>
                  <a:pt x="1897" y="2035"/>
                </a:lnTo>
                <a:lnTo>
                  <a:pt x="1896" y="2034"/>
                </a:lnTo>
                <a:lnTo>
                  <a:pt x="1895" y="2034"/>
                </a:lnTo>
                <a:lnTo>
                  <a:pt x="1893" y="2034"/>
                </a:lnTo>
                <a:lnTo>
                  <a:pt x="1893" y="2033"/>
                </a:lnTo>
                <a:lnTo>
                  <a:pt x="1892" y="2033"/>
                </a:lnTo>
                <a:lnTo>
                  <a:pt x="1892" y="2032"/>
                </a:lnTo>
                <a:lnTo>
                  <a:pt x="1891" y="2032"/>
                </a:lnTo>
                <a:lnTo>
                  <a:pt x="1890" y="2032"/>
                </a:lnTo>
                <a:lnTo>
                  <a:pt x="1889" y="2032"/>
                </a:lnTo>
                <a:lnTo>
                  <a:pt x="1888" y="2032"/>
                </a:lnTo>
                <a:lnTo>
                  <a:pt x="1888" y="2031"/>
                </a:lnTo>
                <a:lnTo>
                  <a:pt x="1887" y="2031"/>
                </a:lnTo>
                <a:lnTo>
                  <a:pt x="1886" y="2031"/>
                </a:lnTo>
                <a:lnTo>
                  <a:pt x="1885" y="2031"/>
                </a:lnTo>
                <a:lnTo>
                  <a:pt x="1885" y="2032"/>
                </a:lnTo>
                <a:lnTo>
                  <a:pt x="1884" y="2032"/>
                </a:lnTo>
                <a:lnTo>
                  <a:pt x="1883" y="2033"/>
                </a:lnTo>
                <a:lnTo>
                  <a:pt x="1883" y="2034"/>
                </a:lnTo>
                <a:lnTo>
                  <a:pt x="1882" y="2035"/>
                </a:lnTo>
                <a:lnTo>
                  <a:pt x="1882" y="2036"/>
                </a:lnTo>
                <a:lnTo>
                  <a:pt x="1882" y="2037"/>
                </a:lnTo>
                <a:lnTo>
                  <a:pt x="1881" y="2037"/>
                </a:lnTo>
                <a:lnTo>
                  <a:pt x="1881" y="2038"/>
                </a:lnTo>
                <a:lnTo>
                  <a:pt x="1880" y="2038"/>
                </a:lnTo>
                <a:lnTo>
                  <a:pt x="1880" y="2039"/>
                </a:lnTo>
                <a:lnTo>
                  <a:pt x="1879" y="2039"/>
                </a:lnTo>
                <a:lnTo>
                  <a:pt x="1879" y="2040"/>
                </a:lnTo>
                <a:lnTo>
                  <a:pt x="1878" y="2041"/>
                </a:lnTo>
                <a:lnTo>
                  <a:pt x="1877" y="2041"/>
                </a:lnTo>
                <a:lnTo>
                  <a:pt x="1876" y="2041"/>
                </a:lnTo>
                <a:lnTo>
                  <a:pt x="1875" y="2041"/>
                </a:lnTo>
                <a:lnTo>
                  <a:pt x="1874" y="2041"/>
                </a:lnTo>
                <a:lnTo>
                  <a:pt x="1873" y="2041"/>
                </a:lnTo>
                <a:lnTo>
                  <a:pt x="1872" y="2041"/>
                </a:lnTo>
                <a:lnTo>
                  <a:pt x="1871" y="2041"/>
                </a:lnTo>
                <a:lnTo>
                  <a:pt x="1870" y="2041"/>
                </a:lnTo>
                <a:lnTo>
                  <a:pt x="1870" y="2042"/>
                </a:lnTo>
                <a:lnTo>
                  <a:pt x="1869" y="2042"/>
                </a:lnTo>
                <a:lnTo>
                  <a:pt x="1868" y="2042"/>
                </a:lnTo>
                <a:lnTo>
                  <a:pt x="1867" y="2042"/>
                </a:lnTo>
                <a:lnTo>
                  <a:pt x="1867" y="2041"/>
                </a:lnTo>
                <a:lnTo>
                  <a:pt x="1867" y="2040"/>
                </a:lnTo>
                <a:lnTo>
                  <a:pt x="1866" y="2040"/>
                </a:lnTo>
                <a:lnTo>
                  <a:pt x="1866" y="2039"/>
                </a:lnTo>
                <a:lnTo>
                  <a:pt x="1865" y="2039"/>
                </a:lnTo>
                <a:lnTo>
                  <a:pt x="1865" y="2038"/>
                </a:lnTo>
                <a:lnTo>
                  <a:pt x="1866" y="2038"/>
                </a:lnTo>
                <a:lnTo>
                  <a:pt x="1865" y="2037"/>
                </a:lnTo>
                <a:lnTo>
                  <a:pt x="1864" y="2037"/>
                </a:lnTo>
                <a:lnTo>
                  <a:pt x="1863" y="2036"/>
                </a:lnTo>
                <a:lnTo>
                  <a:pt x="1863" y="2035"/>
                </a:lnTo>
                <a:lnTo>
                  <a:pt x="1862" y="2034"/>
                </a:lnTo>
                <a:lnTo>
                  <a:pt x="1862" y="2031"/>
                </a:lnTo>
                <a:lnTo>
                  <a:pt x="1861" y="2031"/>
                </a:lnTo>
                <a:lnTo>
                  <a:pt x="1861" y="2030"/>
                </a:lnTo>
                <a:lnTo>
                  <a:pt x="1860" y="2029"/>
                </a:lnTo>
                <a:lnTo>
                  <a:pt x="1859" y="2029"/>
                </a:lnTo>
                <a:lnTo>
                  <a:pt x="1858" y="2028"/>
                </a:lnTo>
                <a:lnTo>
                  <a:pt x="1857" y="2028"/>
                </a:lnTo>
                <a:lnTo>
                  <a:pt x="1856" y="2027"/>
                </a:lnTo>
                <a:lnTo>
                  <a:pt x="1856" y="2026"/>
                </a:lnTo>
                <a:lnTo>
                  <a:pt x="1855" y="2025"/>
                </a:lnTo>
                <a:lnTo>
                  <a:pt x="1853" y="2024"/>
                </a:lnTo>
                <a:lnTo>
                  <a:pt x="1853" y="2023"/>
                </a:lnTo>
                <a:lnTo>
                  <a:pt x="1852" y="2023"/>
                </a:lnTo>
                <a:lnTo>
                  <a:pt x="1851" y="2022"/>
                </a:lnTo>
                <a:lnTo>
                  <a:pt x="1850" y="2022"/>
                </a:lnTo>
                <a:lnTo>
                  <a:pt x="1849" y="2021"/>
                </a:lnTo>
                <a:lnTo>
                  <a:pt x="1848" y="2021"/>
                </a:lnTo>
                <a:lnTo>
                  <a:pt x="1847" y="2021"/>
                </a:lnTo>
                <a:lnTo>
                  <a:pt x="1846" y="2021"/>
                </a:lnTo>
                <a:lnTo>
                  <a:pt x="1845" y="2021"/>
                </a:lnTo>
                <a:lnTo>
                  <a:pt x="1844" y="2021"/>
                </a:lnTo>
                <a:lnTo>
                  <a:pt x="1843" y="2021"/>
                </a:lnTo>
                <a:lnTo>
                  <a:pt x="1842" y="2021"/>
                </a:lnTo>
                <a:lnTo>
                  <a:pt x="1841" y="2021"/>
                </a:lnTo>
                <a:lnTo>
                  <a:pt x="1841" y="2020"/>
                </a:lnTo>
                <a:lnTo>
                  <a:pt x="1840" y="2020"/>
                </a:lnTo>
                <a:lnTo>
                  <a:pt x="1839" y="2020"/>
                </a:lnTo>
                <a:lnTo>
                  <a:pt x="1838" y="2020"/>
                </a:lnTo>
                <a:lnTo>
                  <a:pt x="1838" y="2019"/>
                </a:lnTo>
                <a:lnTo>
                  <a:pt x="1837" y="2019"/>
                </a:lnTo>
                <a:lnTo>
                  <a:pt x="1836" y="2017"/>
                </a:lnTo>
                <a:lnTo>
                  <a:pt x="1834" y="2017"/>
                </a:lnTo>
                <a:lnTo>
                  <a:pt x="1833" y="2017"/>
                </a:lnTo>
                <a:lnTo>
                  <a:pt x="1833" y="2016"/>
                </a:lnTo>
                <a:lnTo>
                  <a:pt x="1832" y="2016"/>
                </a:lnTo>
                <a:lnTo>
                  <a:pt x="1830" y="2017"/>
                </a:lnTo>
                <a:lnTo>
                  <a:pt x="1828" y="2017"/>
                </a:lnTo>
                <a:lnTo>
                  <a:pt x="1828" y="2018"/>
                </a:lnTo>
                <a:lnTo>
                  <a:pt x="1827" y="2018"/>
                </a:lnTo>
                <a:lnTo>
                  <a:pt x="1826" y="2018"/>
                </a:lnTo>
                <a:lnTo>
                  <a:pt x="1825" y="2017"/>
                </a:lnTo>
                <a:lnTo>
                  <a:pt x="1823" y="2017"/>
                </a:lnTo>
                <a:lnTo>
                  <a:pt x="1822" y="2017"/>
                </a:lnTo>
                <a:lnTo>
                  <a:pt x="1821" y="2017"/>
                </a:lnTo>
                <a:lnTo>
                  <a:pt x="1820" y="2016"/>
                </a:lnTo>
                <a:lnTo>
                  <a:pt x="1819" y="2016"/>
                </a:lnTo>
                <a:lnTo>
                  <a:pt x="1818" y="2015"/>
                </a:lnTo>
                <a:lnTo>
                  <a:pt x="1817" y="2015"/>
                </a:lnTo>
                <a:lnTo>
                  <a:pt x="1816" y="2015"/>
                </a:lnTo>
                <a:lnTo>
                  <a:pt x="1815" y="2014"/>
                </a:lnTo>
                <a:lnTo>
                  <a:pt x="1814" y="2014"/>
                </a:lnTo>
                <a:lnTo>
                  <a:pt x="1813" y="2014"/>
                </a:lnTo>
                <a:lnTo>
                  <a:pt x="1812" y="2014"/>
                </a:lnTo>
                <a:lnTo>
                  <a:pt x="1811" y="2014"/>
                </a:lnTo>
                <a:lnTo>
                  <a:pt x="1811" y="2013"/>
                </a:lnTo>
                <a:lnTo>
                  <a:pt x="1810" y="2012"/>
                </a:lnTo>
                <a:lnTo>
                  <a:pt x="1809" y="2011"/>
                </a:lnTo>
                <a:lnTo>
                  <a:pt x="1808" y="2011"/>
                </a:lnTo>
                <a:lnTo>
                  <a:pt x="1807" y="2011"/>
                </a:lnTo>
                <a:lnTo>
                  <a:pt x="1806" y="2011"/>
                </a:lnTo>
                <a:lnTo>
                  <a:pt x="1805" y="2011"/>
                </a:lnTo>
                <a:lnTo>
                  <a:pt x="1804" y="2010"/>
                </a:lnTo>
                <a:lnTo>
                  <a:pt x="1803" y="2010"/>
                </a:lnTo>
                <a:lnTo>
                  <a:pt x="1802" y="2010"/>
                </a:lnTo>
                <a:lnTo>
                  <a:pt x="1801" y="2010"/>
                </a:lnTo>
                <a:lnTo>
                  <a:pt x="1800" y="2010"/>
                </a:lnTo>
                <a:lnTo>
                  <a:pt x="1799" y="2010"/>
                </a:lnTo>
                <a:lnTo>
                  <a:pt x="1799" y="2009"/>
                </a:lnTo>
                <a:lnTo>
                  <a:pt x="1798" y="2009"/>
                </a:lnTo>
                <a:lnTo>
                  <a:pt x="1798" y="2008"/>
                </a:lnTo>
                <a:lnTo>
                  <a:pt x="1797" y="2007"/>
                </a:lnTo>
                <a:lnTo>
                  <a:pt x="1796" y="2006"/>
                </a:lnTo>
                <a:lnTo>
                  <a:pt x="1795" y="2005"/>
                </a:lnTo>
                <a:lnTo>
                  <a:pt x="1795" y="2004"/>
                </a:lnTo>
                <a:lnTo>
                  <a:pt x="1794" y="2004"/>
                </a:lnTo>
                <a:lnTo>
                  <a:pt x="1792" y="2004"/>
                </a:lnTo>
                <a:lnTo>
                  <a:pt x="1792" y="2003"/>
                </a:lnTo>
                <a:lnTo>
                  <a:pt x="1791" y="2003"/>
                </a:lnTo>
                <a:lnTo>
                  <a:pt x="1790" y="2003"/>
                </a:lnTo>
                <a:lnTo>
                  <a:pt x="1790" y="2002"/>
                </a:lnTo>
                <a:lnTo>
                  <a:pt x="1789" y="2002"/>
                </a:lnTo>
                <a:lnTo>
                  <a:pt x="1789" y="2001"/>
                </a:lnTo>
                <a:lnTo>
                  <a:pt x="1788" y="2001"/>
                </a:lnTo>
                <a:lnTo>
                  <a:pt x="1787" y="2001"/>
                </a:lnTo>
                <a:lnTo>
                  <a:pt x="1787" y="2000"/>
                </a:lnTo>
                <a:lnTo>
                  <a:pt x="1787" y="1999"/>
                </a:lnTo>
                <a:lnTo>
                  <a:pt x="1788" y="1998"/>
                </a:lnTo>
                <a:lnTo>
                  <a:pt x="1789" y="1997"/>
                </a:lnTo>
                <a:lnTo>
                  <a:pt x="1790" y="1996"/>
                </a:lnTo>
                <a:lnTo>
                  <a:pt x="1789" y="1995"/>
                </a:lnTo>
                <a:lnTo>
                  <a:pt x="1788" y="1995"/>
                </a:lnTo>
                <a:lnTo>
                  <a:pt x="1787" y="1994"/>
                </a:lnTo>
                <a:lnTo>
                  <a:pt x="1786" y="1994"/>
                </a:lnTo>
                <a:lnTo>
                  <a:pt x="1785" y="1994"/>
                </a:lnTo>
                <a:lnTo>
                  <a:pt x="1784" y="1993"/>
                </a:lnTo>
                <a:lnTo>
                  <a:pt x="1783" y="1993"/>
                </a:lnTo>
                <a:lnTo>
                  <a:pt x="1783" y="1992"/>
                </a:lnTo>
                <a:lnTo>
                  <a:pt x="1782" y="1992"/>
                </a:lnTo>
                <a:lnTo>
                  <a:pt x="1781" y="1992"/>
                </a:lnTo>
                <a:lnTo>
                  <a:pt x="1780" y="1992"/>
                </a:lnTo>
                <a:lnTo>
                  <a:pt x="1779" y="1991"/>
                </a:lnTo>
                <a:lnTo>
                  <a:pt x="1779" y="1990"/>
                </a:lnTo>
                <a:lnTo>
                  <a:pt x="1779" y="1989"/>
                </a:lnTo>
                <a:lnTo>
                  <a:pt x="1779" y="1988"/>
                </a:lnTo>
                <a:lnTo>
                  <a:pt x="1778" y="1989"/>
                </a:lnTo>
                <a:lnTo>
                  <a:pt x="1777" y="1988"/>
                </a:lnTo>
                <a:lnTo>
                  <a:pt x="1775" y="1988"/>
                </a:lnTo>
                <a:lnTo>
                  <a:pt x="1774" y="1988"/>
                </a:lnTo>
                <a:lnTo>
                  <a:pt x="1774" y="1987"/>
                </a:lnTo>
                <a:lnTo>
                  <a:pt x="1774" y="1988"/>
                </a:lnTo>
                <a:lnTo>
                  <a:pt x="1774" y="1989"/>
                </a:lnTo>
                <a:lnTo>
                  <a:pt x="1774" y="1990"/>
                </a:lnTo>
                <a:lnTo>
                  <a:pt x="1775" y="1990"/>
                </a:lnTo>
                <a:lnTo>
                  <a:pt x="1776" y="1990"/>
                </a:lnTo>
                <a:lnTo>
                  <a:pt x="1776" y="1991"/>
                </a:lnTo>
                <a:lnTo>
                  <a:pt x="1776" y="1992"/>
                </a:lnTo>
                <a:lnTo>
                  <a:pt x="1776" y="1993"/>
                </a:lnTo>
                <a:lnTo>
                  <a:pt x="1775" y="1993"/>
                </a:lnTo>
                <a:lnTo>
                  <a:pt x="1775" y="1994"/>
                </a:lnTo>
                <a:lnTo>
                  <a:pt x="1775" y="1995"/>
                </a:lnTo>
                <a:lnTo>
                  <a:pt x="1774" y="1998"/>
                </a:lnTo>
                <a:lnTo>
                  <a:pt x="1774" y="1999"/>
                </a:lnTo>
                <a:lnTo>
                  <a:pt x="1773" y="1999"/>
                </a:lnTo>
                <a:lnTo>
                  <a:pt x="1773" y="2000"/>
                </a:lnTo>
                <a:lnTo>
                  <a:pt x="1772" y="2000"/>
                </a:lnTo>
                <a:lnTo>
                  <a:pt x="1773" y="2001"/>
                </a:lnTo>
                <a:lnTo>
                  <a:pt x="1773" y="2002"/>
                </a:lnTo>
                <a:lnTo>
                  <a:pt x="1772" y="2002"/>
                </a:lnTo>
                <a:lnTo>
                  <a:pt x="1772" y="2003"/>
                </a:lnTo>
                <a:lnTo>
                  <a:pt x="1771" y="2003"/>
                </a:lnTo>
                <a:lnTo>
                  <a:pt x="1771" y="2004"/>
                </a:lnTo>
                <a:lnTo>
                  <a:pt x="1770" y="2004"/>
                </a:lnTo>
                <a:lnTo>
                  <a:pt x="1770" y="2005"/>
                </a:lnTo>
                <a:lnTo>
                  <a:pt x="1769" y="2005"/>
                </a:lnTo>
                <a:lnTo>
                  <a:pt x="1769" y="2006"/>
                </a:lnTo>
                <a:lnTo>
                  <a:pt x="1768" y="2006"/>
                </a:lnTo>
                <a:lnTo>
                  <a:pt x="1767" y="2006"/>
                </a:lnTo>
                <a:lnTo>
                  <a:pt x="1766" y="2006"/>
                </a:lnTo>
                <a:lnTo>
                  <a:pt x="1766" y="2007"/>
                </a:lnTo>
                <a:lnTo>
                  <a:pt x="1765" y="2007"/>
                </a:lnTo>
                <a:lnTo>
                  <a:pt x="1764" y="2007"/>
                </a:lnTo>
                <a:lnTo>
                  <a:pt x="1763" y="2008"/>
                </a:lnTo>
                <a:lnTo>
                  <a:pt x="1763" y="2009"/>
                </a:lnTo>
                <a:lnTo>
                  <a:pt x="1763" y="2010"/>
                </a:lnTo>
                <a:lnTo>
                  <a:pt x="1763" y="2011"/>
                </a:lnTo>
                <a:lnTo>
                  <a:pt x="1763" y="2012"/>
                </a:lnTo>
                <a:lnTo>
                  <a:pt x="1763" y="2013"/>
                </a:lnTo>
                <a:lnTo>
                  <a:pt x="1763" y="2014"/>
                </a:lnTo>
                <a:lnTo>
                  <a:pt x="1763" y="2015"/>
                </a:lnTo>
                <a:lnTo>
                  <a:pt x="1763" y="2016"/>
                </a:lnTo>
                <a:lnTo>
                  <a:pt x="1762" y="2016"/>
                </a:lnTo>
                <a:lnTo>
                  <a:pt x="1763" y="2016"/>
                </a:lnTo>
                <a:lnTo>
                  <a:pt x="1763" y="2017"/>
                </a:lnTo>
                <a:lnTo>
                  <a:pt x="1763" y="2018"/>
                </a:lnTo>
                <a:lnTo>
                  <a:pt x="1762" y="2018"/>
                </a:lnTo>
                <a:lnTo>
                  <a:pt x="1761" y="2018"/>
                </a:lnTo>
                <a:lnTo>
                  <a:pt x="1761" y="2017"/>
                </a:lnTo>
                <a:lnTo>
                  <a:pt x="1760" y="2017"/>
                </a:lnTo>
                <a:lnTo>
                  <a:pt x="1759" y="2017"/>
                </a:lnTo>
                <a:lnTo>
                  <a:pt x="1759" y="2016"/>
                </a:lnTo>
                <a:lnTo>
                  <a:pt x="1758" y="2016"/>
                </a:lnTo>
                <a:lnTo>
                  <a:pt x="1758" y="2017"/>
                </a:lnTo>
                <a:lnTo>
                  <a:pt x="1758" y="2016"/>
                </a:lnTo>
                <a:lnTo>
                  <a:pt x="1757" y="2016"/>
                </a:lnTo>
                <a:lnTo>
                  <a:pt x="1756" y="2016"/>
                </a:lnTo>
                <a:lnTo>
                  <a:pt x="1755" y="2016"/>
                </a:lnTo>
                <a:lnTo>
                  <a:pt x="1753" y="2015"/>
                </a:lnTo>
                <a:lnTo>
                  <a:pt x="1752" y="2015"/>
                </a:lnTo>
                <a:lnTo>
                  <a:pt x="1751" y="2015"/>
                </a:lnTo>
                <a:lnTo>
                  <a:pt x="1750" y="2015"/>
                </a:lnTo>
                <a:lnTo>
                  <a:pt x="1749" y="2015"/>
                </a:lnTo>
                <a:lnTo>
                  <a:pt x="1748" y="2015"/>
                </a:lnTo>
                <a:lnTo>
                  <a:pt x="1748" y="2014"/>
                </a:lnTo>
                <a:lnTo>
                  <a:pt x="1747" y="2014"/>
                </a:lnTo>
                <a:lnTo>
                  <a:pt x="1747" y="2015"/>
                </a:lnTo>
                <a:lnTo>
                  <a:pt x="1746" y="2015"/>
                </a:lnTo>
                <a:lnTo>
                  <a:pt x="1744" y="2015"/>
                </a:lnTo>
                <a:lnTo>
                  <a:pt x="1743" y="2015"/>
                </a:lnTo>
                <a:lnTo>
                  <a:pt x="1743" y="2014"/>
                </a:lnTo>
                <a:lnTo>
                  <a:pt x="1742" y="2014"/>
                </a:lnTo>
                <a:lnTo>
                  <a:pt x="1742" y="2013"/>
                </a:lnTo>
                <a:lnTo>
                  <a:pt x="1742" y="2014"/>
                </a:lnTo>
                <a:lnTo>
                  <a:pt x="1741" y="2014"/>
                </a:lnTo>
                <a:lnTo>
                  <a:pt x="1740" y="2014"/>
                </a:lnTo>
                <a:lnTo>
                  <a:pt x="1740" y="2013"/>
                </a:lnTo>
                <a:lnTo>
                  <a:pt x="1739" y="2013"/>
                </a:lnTo>
                <a:lnTo>
                  <a:pt x="1738" y="2013"/>
                </a:lnTo>
                <a:lnTo>
                  <a:pt x="1738" y="2012"/>
                </a:lnTo>
                <a:lnTo>
                  <a:pt x="1737" y="2012"/>
                </a:lnTo>
                <a:lnTo>
                  <a:pt x="1737" y="2011"/>
                </a:lnTo>
                <a:lnTo>
                  <a:pt x="1736" y="2011"/>
                </a:lnTo>
                <a:lnTo>
                  <a:pt x="1735" y="2011"/>
                </a:lnTo>
                <a:lnTo>
                  <a:pt x="1735" y="2010"/>
                </a:lnTo>
                <a:lnTo>
                  <a:pt x="1734" y="2010"/>
                </a:lnTo>
                <a:lnTo>
                  <a:pt x="1734" y="2009"/>
                </a:lnTo>
                <a:lnTo>
                  <a:pt x="1733" y="2009"/>
                </a:lnTo>
                <a:lnTo>
                  <a:pt x="1732" y="2009"/>
                </a:lnTo>
                <a:lnTo>
                  <a:pt x="1732" y="2010"/>
                </a:lnTo>
                <a:lnTo>
                  <a:pt x="1731" y="2010"/>
                </a:lnTo>
                <a:lnTo>
                  <a:pt x="1731" y="2009"/>
                </a:lnTo>
                <a:lnTo>
                  <a:pt x="1730" y="2009"/>
                </a:lnTo>
                <a:lnTo>
                  <a:pt x="1730" y="2008"/>
                </a:lnTo>
                <a:lnTo>
                  <a:pt x="1729" y="2008"/>
                </a:lnTo>
                <a:lnTo>
                  <a:pt x="1729" y="2009"/>
                </a:lnTo>
                <a:lnTo>
                  <a:pt x="1728" y="2009"/>
                </a:lnTo>
                <a:lnTo>
                  <a:pt x="1728" y="2008"/>
                </a:lnTo>
                <a:lnTo>
                  <a:pt x="1727" y="2008"/>
                </a:lnTo>
                <a:lnTo>
                  <a:pt x="1727" y="2007"/>
                </a:lnTo>
                <a:lnTo>
                  <a:pt x="1727" y="2006"/>
                </a:lnTo>
                <a:lnTo>
                  <a:pt x="1726" y="2006"/>
                </a:lnTo>
                <a:lnTo>
                  <a:pt x="1725" y="2006"/>
                </a:lnTo>
                <a:lnTo>
                  <a:pt x="1724" y="2006"/>
                </a:lnTo>
                <a:lnTo>
                  <a:pt x="1724" y="2005"/>
                </a:lnTo>
                <a:lnTo>
                  <a:pt x="1723" y="2005"/>
                </a:lnTo>
                <a:lnTo>
                  <a:pt x="1723" y="2004"/>
                </a:lnTo>
                <a:lnTo>
                  <a:pt x="1722" y="2004"/>
                </a:lnTo>
                <a:lnTo>
                  <a:pt x="1722" y="2003"/>
                </a:lnTo>
                <a:lnTo>
                  <a:pt x="1721" y="2003"/>
                </a:lnTo>
                <a:lnTo>
                  <a:pt x="1721" y="2002"/>
                </a:lnTo>
                <a:lnTo>
                  <a:pt x="1720" y="2002"/>
                </a:lnTo>
                <a:lnTo>
                  <a:pt x="1720" y="2001"/>
                </a:lnTo>
                <a:lnTo>
                  <a:pt x="1719" y="2001"/>
                </a:lnTo>
                <a:lnTo>
                  <a:pt x="1719" y="2000"/>
                </a:lnTo>
                <a:lnTo>
                  <a:pt x="1718" y="2000"/>
                </a:lnTo>
                <a:lnTo>
                  <a:pt x="1717" y="2001"/>
                </a:lnTo>
                <a:lnTo>
                  <a:pt x="1716" y="2001"/>
                </a:lnTo>
                <a:lnTo>
                  <a:pt x="1715" y="2000"/>
                </a:lnTo>
                <a:lnTo>
                  <a:pt x="1714" y="2000"/>
                </a:lnTo>
                <a:lnTo>
                  <a:pt x="1713" y="2000"/>
                </a:lnTo>
                <a:lnTo>
                  <a:pt x="1713" y="1999"/>
                </a:lnTo>
                <a:lnTo>
                  <a:pt x="1712" y="1999"/>
                </a:lnTo>
                <a:lnTo>
                  <a:pt x="1712" y="1998"/>
                </a:lnTo>
                <a:lnTo>
                  <a:pt x="1712" y="1997"/>
                </a:lnTo>
                <a:lnTo>
                  <a:pt x="1711" y="1997"/>
                </a:lnTo>
                <a:lnTo>
                  <a:pt x="1710" y="1997"/>
                </a:lnTo>
                <a:lnTo>
                  <a:pt x="1709" y="1997"/>
                </a:lnTo>
                <a:lnTo>
                  <a:pt x="1709" y="1996"/>
                </a:lnTo>
                <a:lnTo>
                  <a:pt x="1709" y="1995"/>
                </a:lnTo>
                <a:lnTo>
                  <a:pt x="1709" y="1994"/>
                </a:lnTo>
                <a:lnTo>
                  <a:pt x="1708" y="1994"/>
                </a:lnTo>
                <a:lnTo>
                  <a:pt x="1707" y="1994"/>
                </a:lnTo>
                <a:lnTo>
                  <a:pt x="1707" y="1993"/>
                </a:lnTo>
                <a:lnTo>
                  <a:pt x="1706" y="1993"/>
                </a:lnTo>
                <a:lnTo>
                  <a:pt x="1705" y="1993"/>
                </a:lnTo>
                <a:lnTo>
                  <a:pt x="1705" y="1992"/>
                </a:lnTo>
                <a:lnTo>
                  <a:pt x="1705" y="1991"/>
                </a:lnTo>
                <a:lnTo>
                  <a:pt x="1704" y="1991"/>
                </a:lnTo>
                <a:lnTo>
                  <a:pt x="1704" y="1990"/>
                </a:lnTo>
                <a:lnTo>
                  <a:pt x="1704" y="1989"/>
                </a:lnTo>
                <a:lnTo>
                  <a:pt x="1704" y="1988"/>
                </a:lnTo>
                <a:lnTo>
                  <a:pt x="1703" y="1988"/>
                </a:lnTo>
                <a:lnTo>
                  <a:pt x="1703" y="1987"/>
                </a:lnTo>
                <a:lnTo>
                  <a:pt x="1702" y="1987"/>
                </a:lnTo>
                <a:lnTo>
                  <a:pt x="1701" y="1987"/>
                </a:lnTo>
                <a:lnTo>
                  <a:pt x="1701" y="1986"/>
                </a:lnTo>
                <a:lnTo>
                  <a:pt x="1700" y="1986"/>
                </a:lnTo>
                <a:lnTo>
                  <a:pt x="1699" y="1986"/>
                </a:lnTo>
                <a:lnTo>
                  <a:pt x="1698" y="1986"/>
                </a:lnTo>
                <a:lnTo>
                  <a:pt x="1698" y="1985"/>
                </a:lnTo>
                <a:lnTo>
                  <a:pt x="1698" y="1984"/>
                </a:lnTo>
                <a:lnTo>
                  <a:pt x="1697" y="1984"/>
                </a:lnTo>
                <a:lnTo>
                  <a:pt x="1697" y="1983"/>
                </a:lnTo>
                <a:lnTo>
                  <a:pt x="1696" y="1983"/>
                </a:lnTo>
                <a:lnTo>
                  <a:pt x="1696" y="1982"/>
                </a:lnTo>
                <a:lnTo>
                  <a:pt x="1695" y="1982"/>
                </a:lnTo>
                <a:lnTo>
                  <a:pt x="1694" y="1982"/>
                </a:lnTo>
                <a:lnTo>
                  <a:pt x="1694" y="1981"/>
                </a:lnTo>
                <a:lnTo>
                  <a:pt x="1693" y="1981"/>
                </a:lnTo>
                <a:lnTo>
                  <a:pt x="1692" y="1981"/>
                </a:lnTo>
                <a:lnTo>
                  <a:pt x="1692" y="1982"/>
                </a:lnTo>
                <a:lnTo>
                  <a:pt x="1691" y="1982"/>
                </a:lnTo>
                <a:lnTo>
                  <a:pt x="1690" y="1982"/>
                </a:lnTo>
                <a:lnTo>
                  <a:pt x="1689" y="1982"/>
                </a:lnTo>
                <a:lnTo>
                  <a:pt x="1689" y="1981"/>
                </a:lnTo>
                <a:lnTo>
                  <a:pt x="1688" y="1981"/>
                </a:lnTo>
                <a:lnTo>
                  <a:pt x="1688" y="1980"/>
                </a:lnTo>
                <a:lnTo>
                  <a:pt x="1688" y="1979"/>
                </a:lnTo>
                <a:lnTo>
                  <a:pt x="1687" y="1979"/>
                </a:lnTo>
                <a:lnTo>
                  <a:pt x="1687" y="1978"/>
                </a:lnTo>
                <a:lnTo>
                  <a:pt x="1687" y="1977"/>
                </a:lnTo>
                <a:lnTo>
                  <a:pt x="1688" y="1977"/>
                </a:lnTo>
                <a:lnTo>
                  <a:pt x="1687" y="1976"/>
                </a:lnTo>
                <a:lnTo>
                  <a:pt x="1686" y="1976"/>
                </a:lnTo>
                <a:lnTo>
                  <a:pt x="1685" y="1976"/>
                </a:lnTo>
                <a:lnTo>
                  <a:pt x="1685" y="1975"/>
                </a:lnTo>
                <a:lnTo>
                  <a:pt x="1685" y="1974"/>
                </a:lnTo>
                <a:lnTo>
                  <a:pt x="1685" y="1972"/>
                </a:lnTo>
                <a:lnTo>
                  <a:pt x="1685" y="1971"/>
                </a:lnTo>
                <a:lnTo>
                  <a:pt x="1684" y="1970"/>
                </a:lnTo>
                <a:lnTo>
                  <a:pt x="1683" y="1970"/>
                </a:lnTo>
                <a:lnTo>
                  <a:pt x="1682" y="1970"/>
                </a:lnTo>
                <a:lnTo>
                  <a:pt x="1682" y="1971"/>
                </a:lnTo>
                <a:lnTo>
                  <a:pt x="1682" y="1972"/>
                </a:lnTo>
                <a:lnTo>
                  <a:pt x="1681" y="1972"/>
                </a:lnTo>
                <a:lnTo>
                  <a:pt x="1681" y="1974"/>
                </a:lnTo>
                <a:lnTo>
                  <a:pt x="1680" y="1974"/>
                </a:lnTo>
                <a:lnTo>
                  <a:pt x="1679" y="1974"/>
                </a:lnTo>
                <a:lnTo>
                  <a:pt x="1679" y="1975"/>
                </a:lnTo>
                <a:lnTo>
                  <a:pt x="1677" y="1975"/>
                </a:lnTo>
                <a:lnTo>
                  <a:pt x="1676" y="1975"/>
                </a:lnTo>
                <a:lnTo>
                  <a:pt x="1675" y="1974"/>
                </a:lnTo>
                <a:lnTo>
                  <a:pt x="1674" y="1974"/>
                </a:lnTo>
                <a:lnTo>
                  <a:pt x="1674" y="1975"/>
                </a:lnTo>
                <a:lnTo>
                  <a:pt x="1673" y="1975"/>
                </a:lnTo>
                <a:lnTo>
                  <a:pt x="1672" y="1975"/>
                </a:lnTo>
                <a:lnTo>
                  <a:pt x="1670" y="1975"/>
                </a:lnTo>
                <a:lnTo>
                  <a:pt x="1668" y="1974"/>
                </a:lnTo>
                <a:lnTo>
                  <a:pt x="1668" y="1972"/>
                </a:lnTo>
                <a:lnTo>
                  <a:pt x="1668" y="1971"/>
                </a:lnTo>
                <a:lnTo>
                  <a:pt x="1667" y="1971"/>
                </a:lnTo>
                <a:lnTo>
                  <a:pt x="1667" y="1970"/>
                </a:lnTo>
                <a:lnTo>
                  <a:pt x="1667" y="1969"/>
                </a:lnTo>
                <a:lnTo>
                  <a:pt x="1666" y="1969"/>
                </a:lnTo>
                <a:lnTo>
                  <a:pt x="1665" y="1969"/>
                </a:lnTo>
                <a:lnTo>
                  <a:pt x="1665" y="1968"/>
                </a:lnTo>
                <a:lnTo>
                  <a:pt x="1664" y="1968"/>
                </a:lnTo>
                <a:lnTo>
                  <a:pt x="1663" y="1967"/>
                </a:lnTo>
                <a:lnTo>
                  <a:pt x="1662" y="1967"/>
                </a:lnTo>
                <a:lnTo>
                  <a:pt x="1662" y="1966"/>
                </a:lnTo>
                <a:lnTo>
                  <a:pt x="1662" y="1965"/>
                </a:lnTo>
                <a:lnTo>
                  <a:pt x="1661" y="1965"/>
                </a:lnTo>
                <a:lnTo>
                  <a:pt x="1661" y="1964"/>
                </a:lnTo>
                <a:lnTo>
                  <a:pt x="1660" y="1964"/>
                </a:lnTo>
                <a:lnTo>
                  <a:pt x="1659" y="1964"/>
                </a:lnTo>
                <a:lnTo>
                  <a:pt x="1659" y="1963"/>
                </a:lnTo>
                <a:lnTo>
                  <a:pt x="1658" y="1963"/>
                </a:lnTo>
                <a:lnTo>
                  <a:pt x="1658" y="1962"/>
                </a:lnTo>
                <a:lnTo>
                  <a:pt x="1657" y="1962"/>
                </a:lnTo>
                <a:lnTo>
                  <a:pt x="1656" y="1962"/>
                </a:lnTo>
                <a:lnTo>
                  <a:pt x="1655" y="1963"/>
                </a:lnTo>
                <a:lnTo>
                  <a:pt x="1655" y="1962"/>
                </a:lnTo>
                <a:lnTo>
                  <a:pt x="1654" y="1962"/>
                </a:lnTo>
                <a:lnTo>
                  <a:pt x="1654" y="1961"/>
                </a:lnTo>
                <a:lnTo>
                  <a:pt x="1653" y="1961"/>
                </a:lnTo>
                <a:lnTo>
                  <a:pt x="1653" y="1962"/>
                </a:lnTo>
                <a:lnTo>
                  <a:pt x="1652" y="1962"/>
                </a:lnTo>
                <a:lnTo>
                  <a:pt x="1652" y="1961"/>
                </a:lnTo>
                <a:lnTo>
                  <a:pt x="1651" y="1959"/>
                </a:lnTo>
                <a:lnTo>
                  <a:pt x="1650" y="1959"/>
                </a:lnTo>
                <a:lnTo>
                  <a:pt x="1650" y="1958"/>
                </a:lnTo>
                <a:lnTo>
                  <a:pt x="1650" y="1957"/>
                </a:lnTo>
                <a:lnTo>
                  <a:pt x="1649" y="1957"/>
                </a:lnTo>
                <a:lnTo>
                  <a:pt x="1650" y="1957"/>
                </a:lnTo>
                <a:lnTo>
                  <a:pt x="1650" y="1956"/>
                </a:lnTo>
                <a:lnTo>
                  <a:pt x="1649" y="1956"/>
                </a:lnTo>
                <a:lnTo>
                  <a:pt x="1649" y="1955"/>
                </a:lnTo>
                <a:lnTo>
                  <a:pt x="1649" y="1954"/>
                </a:lnTo>
                <a:lnTo>
                  <a:pt x="1648" y="1954"/>
                </a:lnTo>
                <a:lnTo>
                  <a:pt x="1647" y="1954"/>
                </a:lnTo>
                <a:lnTo>
                  <a:pt x="1647" y="1953"/>
                </a:lnTo>
                <a:lnTo>
                  <a:pt x="1646" y="1953"/>
                </a:lnTo>
                <a:lnTo>
                  <a:pt x="1645" y="1953"/>
                </a:lnTo>
                <a:lnTo>
                  <a:pt x="1645" y="1954"/>
                </a:lnTo>
                <a:lnTo>
                  <a:pt x="1644" y="1954"/>
                </a:lnTo>
                <a:lnTo>
                  <a:pt x="1643" y="1954"/>
                </a:lnTo>
                <a:lnTo>
                  <a:pt x="1642" y="1955"/>
                </a:lnTo>
                <a:lnTo>
                  <a:pt x="1641" y="1955"/>
                </a:lnTo>
                <a:lnTo>
                  <a:pt x="1641" y="1954"/>
                </a:lnTo>
                <a:lnTo>
                  <a:pt x="1640" y="1954"/>
                </a:lnTo>
                <a:lnTo>
                  <a:pt x="1639" y="1953"/>
                </a:lnTo>
                <a:lnTo>
                  <a:pt x="1638" y="1953"/>
                </a:lnTo>
                <a:lnTo>
                  <a:pt x="1638" y="1954"/>
                </a:lnTo>
                <a:lnTo>
                  <a:pt x="1636" y="1954"/>
                </a:lnTo>
                <a:lnTo>
                  <a:pt x="1635" y="1954"/>
                </a:lnTo>
                <a:lnTo>
                  <a:pt x="1635" y="1955"/>
                </a:lnTo>
                <a:lnTo>
                  <a:pt x="1634" y="1955"/>
                </a:lnTo>
                <a:lnTo>
                  <a:pt x="1633" y="1955"/>
                </a:lnTo>
                <a:lnTo>
                  <a:pt x="1633" y="1956"/>
                </a:lnTo>
                <a:lnTo>
                  <a:pt x="1632" y="1956"/>
                </a:lnTo>
                <a:lnTo>
                  <a:pt x="1632" y="1957"/>
                </a:lnTo>
                <a:lnTo>
                  <a:pt x="1632" y="1958"/>
                </a:lnTo>
                <a:lnTo>
                  <a:pt x="1632" y="1959"/>
                </a:lnTo>
                <a:lnTo>
                  <a:pt x="1631" y="1960"/>
                </a:lnTo>
                <a:lnTo>
                  <a:pt x="1631" y="1961"/>
                </a:lnTo>
                <a:lnTo>
                  <a:pt x="1630" y="1961"/>
                </a:lnTo>
                <a:lnTo>
                  <a:pt x="1629" y="1961"/>
                </a:lnTo>
                <a:lnTo>
                  <a:pt x="1628" y="1961"/>
                </a:lnTo>
                <a:lnTo>
                  <a:pt x="1627" y="1961"/>
                </a:lnTo>
                <a:lnTo>
                  <a:pt x="1627" y="1960"/>
                </a:lnTo>
                <a:lnTo>
                  <a:pt x="1627" y="1959"/>
                </a:lnTo>
                <a:lnTo>
                  <a:pt x="1626" y="1958"/>
                </a:lnTo>
                <a:lnTo>
                  <a:pt x="1625" y="1958"/>
                </a:lnTo>
                <a:lnTo>
                  <a:pt x="1625" y="1957"/>
                </a:lnTo>
                <a:lnTo>
                  <a:pt x="1624" y="1957"/>
                </a:lnTo>
                <a:lnTo>
                  <a:pt x="1624" y="1956"/>
                </a:lnTo>
                <a:lnTo>
                  <a:pt x="1624" y="1955"/>
                </a:lnTo>
                <a:lnTo>
                  <a:pt x="1625" y="1955"/>
                </a:lnTo>
                <a:lnTo>
                  <a:pt x="1624" y="1954"/>
                </a:lnTo>
                <a:lnTo>
                  <a:pt x="1623" y="1953"/>
                </a:lnTo>
                <a:lnTo>
                  <a:pt x="1623" y="1952"/>
                </a:lnTo>
                <a:lnTo>
                  <a:pt x="1624" y="1952"/>
                </a:lnTo>
                <a:lnTo>
                  <a:pt x="1624" y="1951"/>
                </a:lnTo>
                <a:lnTo>
                  <a:pt x="1622" y="1950"/>
                </a:lnTo>
                <a:lnTo>
                  <a:pt x="1620" y="1948"/>
                </a:lnTo>
                <a:lnTo>
                  <a:pt x="1619" y="1948"/>
                </a:lnTo>
                <a:lnTo>
                  <a:pt x="1618" y="1948"/>
                </a:lnTo>
                <a:lnTo>
                  <a:pt x="1618" y="1947"/>
                </a:lnTo>
                <a:lnTo>
                  <a:pt x="1618" y="1946"/>
                </a:lnTo>
                <a:lnTo>
                  <a:pt x="1617" y="1946"/>
                </a:lnTo>
                <a:lnTo>
                  <a:pt x="1617" y="1945"/>
                </a:lnTo>
                <a:lnTo>
                  <a:pt x="1616" y="1945"/>
                </a:lnTo>
                <a:lnTo>
                  <a:pt x="1615" y="1945"/>
                </a:lnTo>
                <a:lnTo>
                  <a:pt x="1615" y="1944"/>
                </a:lnTo>
                <a:lnTo>
                  <a:pt x="1614" y="1944"/>
                </a:lnTo>
                <a:lnTo>
                  <a:pt x="1613" y="1944"/>
                </a:lnTo>
                <a:lnTo>
                  <a:pt x="1613" y="1943"/>
                </a:lnTo>
                <a:lnTo>
                  <a:pt x="1613" y="1942"/>
                </a:lnTo>
                <a:lnTo>
                  <a:pt x="1613" y="1941"/>
                </a:lnTo>
                <a:lnTo>
                  <a:pt x="1613" y="1940"/>
                </a:lnTo>
                <a:lnTo>
                  <a:pt x="1613" y="1939"/>
                </a:lnTo>
                <a:lnTo>
                  <a:pt x="1614" y="1939"/>
                </a:lnTo>
                <a:lnTo>
                  <a:pt x="1613" y="1938"/>
                </a:lnTo>
                <a:lnTo>
                  <a:pt x="1613" y="1937"/>
                </a:lnTo>
                <a:lnTo>
                  <a:pt x="1613" y="1936"/>
                </a:lnTo>
                <a:lnTo>
                  <a:pt x="1612" y="1936"/>
                </a:lnTo>
                <a:lnTo>
                  <a:pt x="1612" y="1935"/>
                </a:lnTo>
                <a:lnTo>
                  <a:pt x="1611" y="1935"/>
                </a:lnTo>
                <a:lnTo>
                  <a:pt x="1611" y="1934"/>
                </a:lnTo>
                <a:lnTo>
                  <a:pt x="1611" y="1933"/>
                </a:lnTo>
                <a:lnTo>
                  <a:pt x="1611" y="1932"/>
                </a:lnTo>
                <a:lnTo>
                  <a:pt x="1610" y="1932"/>
                </a:lnTo>
                <a:lnTo>
                  <a:pt x="1609" y="1932"/>
                </a:lnTo>
                <a:lnTo>
                  <a:pt x="1609" y="1931"/>
                </a:lnTo>
                <a:lnTo>
                  <a:pt x="1609" y="1932"/>
                </a:lnTo>
                <a:lnTo>
                  <a:pt x="1608" y="1932"/>
                </a:lnTo>
                <a:lnTo>
                  <a:pt x="1607" y="1932"/>
                </a:lnTo>
                <a:lnTo>
                  <a:pt x="1607" y="1933"/>
                </a:lnTo>
                <a:lnTo>
                  <a:pt x="1606" y="1933"/>
                </a:lnTo>
                <a:lnTo>
                  <a:pt x="1605" y="1933"/>
                </a:lnTo>
                <a:lnTo>
                  <a:pt x="1604" y="1932"/>
                </a:lnTo>
                <a:lnTo>
                  <a:pt x="1603" y="1932"/>
                </a:lnTo>
                <a:lnTo>
                  <a:pt x="1603" y="1931"/>
                </a:lnTo>
                <a:lnTo>
                  <a:pt x="1602" y="1932"/>
                </a:lnTo>
                <a:lnTo>
                  <a:pt x="1601" y="1932"/>
                </a:lnTo>
                <a:lnTo>
                  <a:pt x="1600" y="1932"/>
                </a:lnTo>
                <a:lnTo>
                  <a:pt x="1600" y="1931"/>
                </a:lnTo>
                <a:lnTo>
                  <a:pt x="1599" y="1931"/>
                </a:lnTo>
                <a:lnTo>
                  <a:pt x="1598" y="1931"/>
                </a:lnTo>
                <a:lnTo>
                  <a:pt x="1598" y="1930"/>
                </a:lnTo>
                <a:lnTo>
                  <a:pt x="1599" y="1929"/>
                </a:lnTo>
                <a:lnTo>
                  <a:pt x="1599" y="1928"/>
                </a:lnTo>
                <a:lnTo>
                  <a:pt x="1599" y="1927"/>
                </a:lnTo>
                <a:lnTo>
                  <a:pt x="1598" y="1927"/>
                </a:lnTo>
                <a:lnTo>
                  <a:pt x="1597" y="1927"/>
                </a:lnTo>
                <a:lnTo>
                  <a:pt x="1596" y="1927"/>
                </a:lnTo>
                <a:lnTo>
                  <a:pt x="1595" y="1927"/>
                </a:lnTo>
                <a:lnTo>
                  <a:pt x="1594" y="1926"/>
                </a:lnTo>
                <a:lnTo>
                  <a:pt x="1594" y="1927"/>
                </a:lnTo>
                <a:lnTo>
                  <a:pt x="1594" y="1926"/>
                </a:lnTo>
                <a:lnTo>
                  <a:pt x="1593" y="1926"/>
                </a:lnTo>
                <a:lnTo>
                  <a:pt x="1593" y="1927"/>
                </a:lnTo>
                <a:lnTo>
                  <a:pt x="1593" y="1926"/>
                </a:lnTo>
                <a:lnTo>
                  <a:pt x="1593" y="1927"/>
                </a:lnTo>
                <a:lnTo>
                  <a:pt x="1592" y="1926"/>
                </a:lnTo>
                <a:lnTo>
                  <a:pt x="1591" y="1927"/>
                </a:lnTo>
                <a:lnTo>
                  <a:pt x="1590" y="1927"/>
                </a:lnTo>
                <a:lnTo>
                  <a:pt x="1590" y="1926"/>
                </a:lnTo>
                <a:lnTo>
                  <a:pt x="1589" y="1926"/>
                </a:lnTo>
                <a:lnTo>
                  <a:pt x="1588" y="1926"/>
                </a:lnTo>
                <a:lnTo>
                  <a:pt x="1588" y="1925"/>
                </a:lnTo>
                <a:lnTo>
                  <a:pt x="1587" y="1925"/>
                </a:lnTo>
                <a:lnTo>
                  <a:pt x="1587" y="1924"/>
                </a:lnTo>
                <a:lnTo>
                  <a:pt x="1587" y="1925"/>
                </a:lnTo>
                <a:lnTo>
                  <a:pt x="1586" y="1925"/>
                </a:lnTo>
                <a:lnTo>
                  <a:pt x="1585" y="1925"/>
                </a:lnTo>
                <a:lnTo>
                  <a:pt x="1584" y="1925"/>
                </a:lnTo>
                <a:lnTo>
                  <a:pt x="1585" y="1926"/>
                </a:lnTo>
                <a:lnTo>
                  <a:pt x="1585" y="1927"/>
                </a:lnTo>
                <a:lnTo>
                  <a:pt x="1585" y="1928"/>
                </a:lnTo>
                <a:lnTo>
                  <a:pt x="1584" y="1928"/>
                </a:lnTo>
                <a:lnTo>
                  <a:pt x="1583" y="1928"/>
                </a:lnTo>
                <a:lnTo>
                  <a:pt x="1582" y="1927"/>
                </a:lnTo>
                <a:lnTo>
                  <a:pt x="1581" y="1927"/>
                </a:lnTo>
                <a:lnTo>
                  <a:pt x="1580" y="1927"/>
                </a:lnTo>
                <a:lnTo>
                  <a:pt x="1580" y="1926"/>
                </a:lnTo>
                <a:lnTo>
                  <a:pt x="1579" y="1926"/>
                </a:lnTo>
                <a:lnTo>
                  <a:pt x="1578" y="1926"/>
                </a:lnTo>
                <a:lnTo>
                  <a:pt x="1577" y="1926"/>
                </a:lnTo>
                <a:lnTo>
                  <a:pt x="1576" y="1926"/>
                </a:lnTo>
                <a:lnTo>
                  <a:pt x="1576" y="1925"/>
                </a:lnTo>
                <a:lnTo>
                  <a:pt x="1576" y="1926"/>
                </a:lnTo>
                <a:lnTo>
                  <a:pt x="1575" y="1926"/>
                </a:lnTo>
                <a:lnTo>
                  <a:pt x="1575" y="1925"/>
                </a:lnTo>
                <a:lnTo>
                  <a:pt x="1574" y="1925"/>
                </a:lnTo>
                <a:lnTo>
                  <a:pt x="1574" y="1924"/>
                </a:lnTo>
                <a:lnTo>
                  <a:pt x="1573" y="1924"/>
                </a:lnTo>
                <a:lnTo>
                  <a:pt x="1572" y="1924"/>
                </a:lnTo>
                <a:lnTo>
                  <a:pt x="1571" y="1924"/>
                </a:lnTo>
                <a:lnTo>
                  <a:pt x="1570" y="1924"/>
                </a:lnTo>
                <a:lnTo>
                  <a:pt x="1570" y="1925"/>
                </a:lnTo>
                <a:lnTo>
                  <a:pt x="1569" y="1925"/>
                </a:lnTo>
                <a:lnTo>
                  <a:pt x="1569" y="1926"/>
                </a:lnTo>
                <a:lnTo>
                  <a:pt x="1568" y="1926"/>
                </a:lnTo>
                <a:lnTo>
                  <a:pt x="1568" y="1927"/>
                </a:lnTo>
                <a:lnTo>
                  <a:pt x="1567" y="1927"/>
                </a:lnTo>
                <a:lnTo>
                  <a:pt x="1566" y="1927"/>
                </a:lnTo>
                <a:lnTo>
                  <a:pt x="1566" y="1926"/>
                </a:lnTo>
                <a:lnTo>
                  <a:pt x="1565" y="1926"/>
                </a:lnTo>
                <a:lnTo>
                  <a:pt x="1564" y="1925"/>
                </a:lnTo>
                <a:lnTo>
                  <a:pt x="1563" y="1925"/>
                </a:lnTo>
                <a:lnTo>
                  <a:pt x="1563" y="1926"/>
                </a:lnTo>
                <a:lnTo>
                  <a:pt x="1562" y="1926"/>
                </a:lnTo>
                <a:lnTo>
                  <a:pt x="1561" y="1927"/>
                </a:lnTo>
                <a:lnTo>
                  <a:pt x="1560" y="1927"/>
                </a:lnTo>
                <a:lnTo>
                  <a:pt x="1560" y="1928"/>
                </a:lnTo>
                <a:lnTo>
                  <a:pt x="1557" y="1928"/>
                </a:lnTo>
                <a:lnTo>
                  <a:pt x="1556" y="1928"/>
                </a:lnTo>
                <a:lnTo>
                  <a:pt x="1555" y="1928"/>
                </a:lnTo>
                <a:lnTo>
                  <a:pt x="1555" y="1927"/>
                </a:lnTo>
                <a:lnTo>
                  <a:pt x="1554" y="1927"/>
                </a:lnTo>
                <a:lnTo>
                  <a:pt x="1553" y="1927"/>
                </a:lnTo>
                <a:lnTo>
                  <a:pt x="1552" y="1927"/>
                </a:lnTo>
                <a:lnTo>
                  <a:pt x="1551" y="1927"/>
                </a:lnTo>
                <a:lnTo>
                  <a:pt x="1551" y="1926"/>
                </a:lnTo>
                <a:lnTo>
                  <a:pt x="1550" y="1926"/>
                </a:lnTo>
                <a:lnTo>
                  <a:pt x="1549" y="1926"/>
                </a:lnTo>
                <a:lnTo>
                  <a:pt x="1548" y="1926"/>
                </a:lnTo>
                <a:lnTo>
                  <a:pt x="1547" y="1926"/>
                </a:lnTo>
                <a:lnTo>
                  <a:pt x="1546" y="1926"/>
                </a:lnTo>
                <a:lnTo>
                  <a:pt x="1545" y="1926"/>
                </a:lnTo>
                <a:lnTo>
                  <a:pt x="1544" y="1925"/>
                </a:lnTo>
                <a:lnTo>
                  <a:pt x="1543" y="1925"/>
                </a:lnTo>
                <a:lnTo>
                  <a:pt x="1543" y="1926"/>
                </a:lnTo>
                <a:lnTo>
                  <a:pt x="1542" y="1926"/>
                </a:lnTo>
                <a:lnTo>
                  <a:pt x="1541" y="1925"/>
                </a:lnTo>
                <a:lnTo>
                  <a:pt x="1540" y="1925"/>
                </a:lnTo>
                <a:lnTo>
                  <a:pt x="1539" y="1925"/>
                </a:lnTo>
                <a:lnTo>
                  <a:pt x="1538" y="1925"/>
                </a:lnTo>
                <a:lnTo>
                  <a:pt x="1538" y="1924"/>
                </a:lnTo>
                <a:lnTo>
                  <a:pt x="1537" y="1924"/>
                </a:lnTo>
                <a:lnTo>
                  <a:pt x="1537" y="1925"/>
                </a:lnTo>
                <a:lnTo>
                  <a:pt x="1537" y="1926"/>
                </a:lnTo>
                <a:lnTo>
                  <a:pt x="1537" y="1927"/>
                </a:lnTo>
                <a:lnTo>
                  <a:pt x="1537" y="1928"/>
                </a:lnTo>
                <a:lnTo>
                  <a:pt x="1536" y="1928"/>
                </a:lnTo>
                <a:lnTo>
                  <a:pt x="1535" y="1928"/>
                </a:lnTo>
                <a:lnTo>
                  <a:pt x="1535" y="1929"/>
                </a:lnTo>
                <a:lnTo>
                  <a:pt x="1534" y="1928"/>
                </a:lnTo>
                <a:lnTo>
                  <a:pt x="1533" y="1928"/>
                </a:lnTo>
                <a:lnTo>
                  <a:pt x="1532" y="1928"/>
                </a:lnTo>
                <a:lnTo>
                  <a:pt x="1532" y="1929"/>
                </a:lnTo>
                <a:lnTo>
                  <a:pt x="1531" y="1929"/>
                </a:lnTo>
                <a:lnTo>
                  <a:pt x="1526" y="1929"/>
                </a:lnTo>
                <a:lnTo>
                  <a:pt x="1525" y="1929"/>
                </a:lnTo>
                <a:lnTo>
                  <a:pt x="1525" y="1928"/>
                </a:lnTo>
                <a:lnTo>
                  <a:pt x="1523" y="1928"/>
                </a:lnTo>
                <a:lnTo>
                  <a:pt x="1522" y="1928"/>
                </a:lnTo>
                <a:lnTo>
                  <a:pt x="1522" y="1929"/>
                </a:lnTo>
                <a:lnTo>
                  <a:pt x="1521" y="1929"/>
                </a:lnTo>
                <a:lnTo>
                  <a:pt x="1521" y="1928"/>
                </a:lnTo>
                <a:lnTo>
                  <a:pt x="1520" y="1928"/>
                </a:lnTo>
                <a:lnTo>
                  <a:pt x="1520" y="1927"/>
                </a:lnTo>
                <a:lnTo>
                  <a:pt x="1519" y="1927"/>
                </a:lnTo>
                <a:lnTo>
                  <a:pt x="1519" y="1928"/>
                </a:lnTo>
                <a:lnTo>
                  <a:pt x="1518" y="1928"/>
                </a:lnTo>
                <a:lnTo>
                  <a:pt x="1518" y="1927"/>
                </a:lnTo>
                <a:lnTo>
                  <a:pt x="1517" y="1927"/>
                </a:lnTo>
                <a:lnTo>
                  <a:pt x="1517" y="1928"/>
                </a:lnTo>
                <a:lnTo>
                  <a:pt x="1516" y="1929"/>
                </a:lnTo>
                <a:lnTo>
                  <a:pt x="1513" y="1929"/>
                </a:lnTo>
                <a:lnTo>
                  <a:pt x="1513" y="1928"/>
                </a:lnTo>
                <a:lnTo>
                  <a:pt x="1512" y="1928"/>
                </a:lnTo>
                <a:lnTo>
                  <a:pt x="1511" y="1928"/>
                </a:lnTo>
                <a:lnTo>
                  <a:pt x="1511" y="1927"/>
                </a:lnTo>
                <a:lnTo>
                  <a:pt x="1510" y="1927"/>
                </a:lnTo>
                <a:lnTo>
                  <a:pt x="1509" y="1927"/>
                </a:lnTo>
                <a:lnTo>
                  <a:pt x="1509" y="1926"/>
                </a:lnTo>
                <a:lnTo>
                  <a:pt x="1508" y="1926"/>
                </a:lnTo>
                <a:lnTo>
                  <a:pt x="1506" y="1926"/>
                </a:lnTo>
                <a:lnTo>
                  <a:pt x="1505" y="1926"/>
                </a:lnTo>
                <a:lnTo>
                  <a:pt x="1505" y="1927"/>
                </a:lnTo>
                <a:lnTo>
                  <a:pt x="1504" y="1927"/>
                </a:lnTo>
                <a:lnTo>
                  <a:pt x="1504" y="1928"/>
                </a:lnTo>
                <a:lnTo>
                  <a:pt x="1504" y="1927"/>
                </a:lnTo>
                <a:lnTo>
                  <a:pt x="1502" y="1928"/>
                </a:lnTo>
                <a:lnTo>
                  <a:pt x="1501" y="1928"/>
                </a:lnTo>
                <a:lnTo>
                  <a:pt x="1500" y="1928"/>
                </a:lnTo>
                <a:lnTo>
                  <a:pt x="1500" y="1927"/>
                </a:lnTo>
                <a:lnTo>
                  <a:pt x="1499" y="1927"/>
                </a:lnTo>
                <a:lnTo>
                  <a:pt x="1498" y="1927"/>
                </a:lnTo>
                <a:lnTo>
                  <a:pt x="1498" y="1928"/>
                </a:lnTo>
                <a:lnTo>
                  <a:pt x="1497" y="1928"/>
                </a:lnTo>
                <a:lnTo>
                  <a:pt x="1496" y="1928"/>
                </a:lnTo>
                <a:lnTo>
                  <a:pt x="1495" y="1928"/>
                </a:lnTo>
                <a:lnTo>
                  <a:pt x="1495" y="1927"/>
                </a:lnTo>
                <a:lnTo>
                  <a:pt x="1494" y="1928"/>
                </a:lnTo>
                <a:lnTo>
                  <a:pt x="1493" y="1928"/>
                </a:lnTo>
                <a:lnTo>
                  <a:pt x="1492" y="1928"/>
                </a:lnTo>
                <a:lnTo>
                  <a:pt x="1491" y="1928"/>
                </a:lnTo>
                <a:lnTo>
                  <a:pt x="1491" y="1929"/>
                </a:lnTo>
                <a:lnTo>
                  <a:pt x="1490" y="1929"/>
                </a:lnTo>
                <a:lnTo>
                  <a:pt x="1489" y="1929"/>
                </a:lnTo>
                <a:lnTo>
                  <a:pt x="1488" y="1929"/>
                </a:lnTo>
                <a:lnTo>
                  <a:pt x="1488" y="1930"/>
                </a:lnTo>
                <a:lnTo>
                  <a:pt x="1487" y="1930"/>
                </a:lnTo>
                <a:lnTo>
                  <a:pt x="1487" y="1929"/>
                </a:lnTo>
                <a:lnTo>
                  <a:pt x="1486" y="1929"/>
                </a:lnTo>
                <a:lnTo>
                  <a:pt x="1485" y="1928"/>
                </a:lnTo>
                <a:lnTo>
                  <a:pt x="1484" y="1928"/>
                </a:lnTo>
                <a:lnTo>
                  <a:pt x="1483" y="1928"/>
                </a:lnTo>
                <a:lnTo>
                  <a:pt x="1483" y="1927"/>
                </a:lnTo>
                <a:lnTo>
                  <a:pt x="1482" y="1927"/>
                </a:lnTo>
                <a:lnTo>
                  <a:pt x="1482" y="1926"/>
                </a:lnTo>
                <a:lnTo>
                  <a:pt x="1481" y="1926"/>
                </a:lnTo>
                <a:lnTo>
                  <a:pt x="1480" y="1926"/>
                </a:lnTo>
                <a:lnTo>
                  <a:pt x="1479" y="1926"/>
                </a:lnTo>
                <a:lnTo>
                  <a:pt x="1478" y="1926"/>
                </a:lnTo>
                <a:lnTo>
                  <a:pt x="1477" y="1926"/>
                </a:lnTo>
                <a:lnTo>
                  <a:pt x="1477" y="1925"/>
                </a:lnTo>
                <a:lnTo>
                  <a:pt x="1476" y="1925"/>
                </a:lnTo>
                <a:lnTo>
                  <a:pt x="1476" y="1924"/>
                </a:lnTo>
                <a:lnTo>
                  <a:pt x="1476" y="1923"/>
                </a:lnTo>
                <a:lnTo>
                  <a:pt x="1476" y="1921"/>
                </a:lnTo>
                <a:lnTo>
                  <a:pt x="1476" y="1920"/>
                </a:lnTo>
                <a:lnTo>
                  <a:pt x="1477" y="1918"/>
                </a:lnTo>
                <a:lnTo>
                  <a:pt x="1477" y="1917"/>
                </a:lnTo>
                <a:lnTo>
                  <a:pt x="1477" y="1916"/>
                </a:lnTo>
                <a:lnTo>
                  <a:pt x="1476" y="1916"/>
                </a:lnTo>
                <a:lnTo>
                  <a:pt x="1475" y="1916"/>
                </a:lnTo>
                <a:lnTo>
                  <a:pt x="1474" y="1916"/>
                </a:lnTo>
                <a:lnTo>
                  <a:pt x="1474" y="1915"/>
                </a:lnTo>
                <a:lnTo>
                  <a:pt x="1474" y="1914"/>
                </a:lnTo>
                <a:lnTo>
                  <a:pt x="1473" y="1914"/>
                </a:lnTo>
                <a:lnTo>
                  <a:pt x="1472" y="1914"/>
                </a:lnTo>
                <a:lnTo>
                  <a:pt x="1471" y="1914"/>
                </a:lnTo>
                <a:lnTo>
                  <a:pt x="1471" y="1915"/>
                </a:lnTo>
                <a:lnTo>
                  <a:pt x="1470" y="1915"/>
                </a:lnTo>
                <a:lnTo>
                  <a:pt x="1469" y="1915"/>
                </a:lnTo>
                <a:lnTo>
                  <a:pt x="1467" y="1914"/>
                </a:lnTo>
                <a:lnTo>
                  <a:pt x="1467" y="1913"/>
                </a:lnTo>
                <a:lnTo>
                  <a:pt x="1466" y="1913"/>
                </a:lnTo>
                <a:lnTo>
                  <a:pt x="1466" y="1914"/>
                </a:lnTo>
                <a:lnTo>
                  <a:pt x="1466" y="1915"/>
                </a:lnTo>
                <a:lnTo>
                  <a:pt x="1465" y="1915"/>
                </a:lnTo>
                <a:lnTo>
                  <a:pt x="1464" y="1916"/>
                </a:lnTo>
                <a:lnTo>
                  <a:pt x="1463" y="1916"/>
                </a:lnTo>
                <a:lnTo>
                  <a:pt x="1463" y="1917"/>
                </a:lnTo>
                <a:lnTo>
                  <a:pt x="1464" y="1917"/>
                </a:lnTo>
                <a:lnTo>
                  <a:pt x="1463" y="1917"/>
                </a:lnTo>
                <a:lnTo>
                  <a:pt x="1463" y="1918"/>
                </a:lnTo>
                <a:lnTo>
                  <a:pt x="1462" y="1918"/>
                </a:lnTo>
                <a:lnTo>
                  <a:pt x="1461" y="1918"/>
                </a:lnTo>
                <a:lnTo>
                  <a:pt x="1458" y="1920"/>
                </a:lnTo>
                <a:lnTo>
                  <a:pt x="1458" y="1921"/>
                </a:lnTo>
                <a:lnTo>
                  <a:pt x="1457" y="1921"/>
                </a:lnTo>
                <a:lnTo>
                  <a:pt x="1456" y="1921"/>
                </a:lnTo>
                <a:lnTo>
                  <a:pt x="1456" y="1920"/>
                </a:lnTo>
                <a:lnTo>
                  <a:pt x="1455" y="1920"/>
                </a:lnTo>
                <a:lnTo>
                  <a:pt x="1454" y="1920"/>
                </a:lnTo>
                <a:lnTo>
                  <a:pt x="1454" y="1921"/>
                </a:lnTo>
                <a:lnTo>
                  <a:pt x="1453" y="1921"/>
                </a:lnTo>
                <a:lnTo>
                  <a:pt x="1452" y="1920"/>
                </a:lnTo>
                <a:lnTo>
                  <a:pt x="1451" y="1920"/>
                </a:lnTo>
                <a:lnTo>
                  <a:pt x="1451" y="1919"/>
                </a:lnTo>
                <a:lnTo>
                  <a:pt x="1450" y="1919"/>
                </a:lnTo>
                <a:lnTo>
                  <a:pt x="1450" y="1920"/>
                </a:lnTo>
                <a:lnTo>
                  <a:pt x="1450" y="1919"/>
                </a:lnTo>
                <a:lnTo>
                  <a:pt x="1449" y="1919"/>
                </a:lnTo>
                <a:lnTo>
                  <a:pt x="1449" y="1920"/>
                </a:lnTo>
                <a:lnTo>
                  <a:pt x="1448" y="1920"/>
                </a:lnTo>
                <a:lnTo>
                  <a:pt x="1448" y="1921"/>
                </a:lnTo>
                <a:lnTo>
                  <a:pt x="1447" y="1921"/>
                </a:lnTo>
                <a:lnTo>
                  <a:pt x="1447" y="1920"/>
                </a:lnTo>
                <a:lnTo>
                  <a:pt x="1446" y="1920"/>
                </a:lnTo>
                <a:lnTo>
                  <a:pt x="1445" y="1920"/>
                </a:lnTo>
                <a:lnTo>
                  <a:pt x="1444" y="1920"/>
                </a:lnTo>
                <a:lnTo>
                  <a:pt x="1444" y="1921"/>
                </a:lnTo>
                <a:lnTo>
                  <a:pt x="1443" y="1921"/>
                </a:lnTo>
                <a:lnTo>
                  <a:pt x="1442" y="1922"/>
                </a:lnTo>
                <a:lnTo>
                  <a:pt x="1442" y="1923"/>
                </a:lnTo>
                <a:lnTo>
                  <a:pt x="1441" y="1923"/>
                </a:lnTo>
                <a:lnTo>
                  <a:pt x="1440" y="1924"/>
                </a:lnTo>
                <a:lnTo>
                  <a:pt x="1439" y="1924"/>
                </a:lnTo>
                <a:lnTo>
                  <a:pt x="1439" y="1925"/>
                </a:lnTo>
                <a:lnTo>
                  <a:pt x="1439" y="1926"/>
                </a:lnTo>
                <a:lnTo>
                  <a:pt x="1439" y="1927"/>
                </a:lnTo>
                <a:lnTo>
                  <a:pt x="1438" y="1927"/>
                </a:lnTo>
                <a:lnTo>
                  <a:pt x="1437" y="1927"/>
                </a:lnTo>
                <a:lnTo>
                  <a:pt x="1437" y="1928"/>
                </a:lnTo>
                <a:lnTo>
                  <a:pt x="1436" y="1928"/>
                </a:lnTo>
                <a:lnTo>
                  <a:pt x="1436" y="1927"/>
                </a:lnTo>
                <a:lnTo>
                  <a:pt x="1435" y="1927"/>
                </a:lnTo>
                <a:lnTo>
                  <a:pt x="1434" y="1927"/>
                </a:lnTo>
                <a:lnTo>
                  <a:pt x="1433" y="1927"/>
                </a:lnTo>
                <a:lnTo>
                  <a:pt x="1432" y="1927"/>
                </a:lnTo>
                <a:lnTo>
                  <a:pt x="1432" y="1926"/>
                </a:lnTo>
                <a:lnTo>
                  <a:pt x="1432" y="1925"/>
                </a:lnTo>
                <a:lnTo>
                  <a:pt x="1431" y="1925"/>
                </a:lnTo>
                <a:lnTo>
                  <a:pt x="1431" y="1926"/>
                </a:lnTo>
                <a:lnTo>
                  <a:pt x="1431" y="1925"/>
                </a:lnTo>
                <a:lnTo>
                  <a:pt x="1430" y="1925"/>
                </a:lnTo>
                <a:lnTo>
                  <a:pt x="1430" y="1924"/>
                </a:lnTo>
                <a:lnTo>
                  <a:pt x="1429" y="1924"/>
                </a:lnTo>
                <a:lnTo>
                  <a:pt x="1429" y="1925"/>
                </a:lnTo>
                <a:lnTo>
                  <a:pt x="1428" y="1925"/>
                </a:lnTo>
                <a:lnTo>
                  <a:pt x="1427" y="1925"/>
                </a:lnTo>
                <a:lnTo>
                  <a:pt x="1426" y="1925"/>
                </a:lnTo>
                <a:lnTo>
                  <a:pt x="1426" y="1926"/>
                </a:lnTo>
                <a:lnTo>
                  <a:pt x="1425" y="1926"/>
                </a:lnTo>
                <a:lnTo>
                  <a:pt x="1424" y="1926"/>
                </a:lnTo>
                <a:lnTo>
                  <a:pt x="1424" y="1925"/>
                </a:lnTo>
                <a:lnTo>
                  <a:pt x="1423" y="1925"/>
                </a:lnTo>
                <a:lnTo>
                  <a:pt x="1422" y="1925"/>
                </a:lnTo>
                <a:lnTo>
                  <a:pt x="1422" y="1924"/>
                </a:lnTo>
                <a:lnTo>
                  <a:pt x="1421" y="1924"/>
                </a:lnTo>
                <a:lnTo>
                  <a:pt x="1420" y="1924"/>
                </a:lnTo>
                <a:lnTo>
                  <a:pt x="1419" y="1924"/>
                </a:lnTo>
                <a:lnTo>
                  <a:pt x="1419" y="1925"/>
                </a:lnTo>
                <a:lnTo>
                  <a:pt x="1419" y="1924"/>
                </a:lnTo>
                <a:lnTo>
                  <a:pt x="1418" y="1924"/>
                </a:lnTo>
                <a:lnTo>
                  <a:pt x="1417" y="1924"/>
                </a:lnTo>
                <a:lnTo>
                  <a:pt x="1416" y="1924"/>
                </a:lnTo>
                <a:lnTo>
                  <a:pt x="1416" y="1925"/>
                </a:lnTo>
                <a:lnTo>
                  <a:pt x="1415" y="1925"/>
                </a:lnTo>
                <a:lnTo>
                  <a:pt x="1415" y="1924"/>
                </a:lnTo>
                <a:lnTo>
                  <a:pt x="1414" y="1924"/>
                </a:lnTo>
                <a:lnTo>
                  <a:pt x="1413" y="1924"/>
                </a:lnTo>
                <a:lnTo>
                  <a:pt x="1413" y="1925"/>
                </a:lnTo>
                <a:lnTo>
                  <a:pt x="1412" y="1925"/>
                </a:lnTo>
                <a:lnTo>
                  <a:pt x="1412" y="1926"/>
                </a:lnTo>
                <a:lnTo>
                  <a:pt x="1411" y="1927"/>
                </a:lnTo>
                <a:lnTo>
                  <a:pt x="1410" y="1927"/>
                </a:lnTo>
                <a:lnTo>
                  <a:pt x="1409" y="1927"/>
                </a:lnTo>
                <a:lnTo>
                  <a:pt x="1408" y="1927"/>
                </a:lnTo>
                <a:lnTo>
                  <a:pt x="1407" y="1927"/>
                </a:lnTo>
                <a:lnTo>
                  <a:pt x="1406" y="1927"/>
                </a:lnTo>
                <a:lnTo>
                  <a:pt x="1406" y="1926"/>
                </a:lnTo>
                <a:lnTo>
                  <a:pt x="1406" y="1925"/>
                </a:lnTo>
                <a:lnTo>
                  <a:pt x="1405" y="1925"/>
                </a:lnTo>
                <a:lnTo>
                  <a:pt x="1405" y="1923"/>
                </a:lnTo>
                <a:lnTo>
                  <a:pt x="1404" y="1923"/>
                </a:lnTo>
                <a:lnTo>
                  <a:pt x="1404" y="1921"/>
                </a:lnTo>
                <a:lnTo>
                  <a:pt x="1403" y="1921"/>
                </a:lnTo>
                <a:lnTo>
                  <a:pt x="1402" y="1921"/>
                </a:lnTo>
                <a:lnTo>
                  <a:pt x="1401" y="1921"/>
                </a:lnTo>
                <a:lnTo>
                  <a:pt x="1400" y="1921"/>
                </a:lnTo>
                <a:lnTo>
                  <a:pt x="1399" y="1921"/>
                </a:lnTo>
                <a:lnTo>
                  <a:pt x="1399" y="1922"/>
                </a:lnTo>
                <a:lnTo>
                  <a:pt x="1399" y="1921"/>
                </a:lnTo>
                <a:lnTo>
                  <a:pt x="1398" y="1921"/>
                </a:lnTo>
                <a:lnTo>
                  <a:pt x="1398" y="1920"/>
                </a:lnTo>
                <a:lnTo>
                  <a:pt x="1397" y="1920"/>
                </a:lnTo>
                <a:lnTo>
                  <a:pt x="1396" y="1920"/>
                </a:lnTo>
                <a:lnTo>
                  <a:pt x="1395" y="1920"/>
                </a:lnTo>
                <a:lnTo>
                  <a:pt x="1394" y="1920"/>
                </a:lnTo>
                <a:lnTo>
                  <a:pt x="1394" y="1919"/>
                </a:lnTo>
                <a:lnTo>
                  <a:pt x="1393" y="1919"/>
                </a:lnTo>
                <a:lnTo>
                  <a:pt x="1392" y="1919"/>
                </a:lnTo>
                <a:lnTo>
                  <a:pt x="1392" y="1920"/>
                </a:lnTo>
                <a:lnTo>
                  <a:pt x="1391" y="1920"/>
                </a:lnTo>
                <a:lnTo>
                  <a:pt x="1390" y="1920"/>
                </a:lnTo>
                <a:lnTo>
                  <a:pt x="1389" y="1920"/>
                </a:lnTo>
                <a:lnTo>
                  <a:pt x="1388" y="1920"/>
                </a:lnTo>
                <a:lnTo>
                  <a:pt x="1388" y="1921"/>
                </a:lnTo>
                <a:lnTo>
                  <a:pt x="1388" y="1922"/>
                </a:lnTo>
                <a:lnTo>
                  <a:pt x="1388" y="1923"/>
                </a:lnTo>
                <a:lnTo>
                  <a:pt x="1387" y="1923"/>
                </a:lnTo>
                <a:lnTo>
                  <a:pt x="1386" y="1923"/>
                </a:lnTo>
                <a:lnTo>
                  <a:pt x="1385" y="1923"/>
                </a:lnTo>
                <a:lnTo>
                  <a:pt x="1384" y="1923"/>
                </a:lnTo>
                <a:lnTo>
                  <a:pt x="1384" y="1924"/>
                </a:lnTo>
                <a:lnTo>
                  <a:pt x="1384" y="1925"/>
                </a:lnTo>
                <a:lnTo>
                  <a:pt x="1383" y="1925"/>
                </a:lnTo>
                <a:lnTo>
                  <a:pt x="1383" y="1926"/>
                </a:lnTo>
                <a:lnTo>
                  <a:pt x="1383" y="1925"/>
                </a:lnTo>
                <a:lnTo>
                  <a:pt x="1382" y="1925"/>
                </a:lnTo>
                <a:lnTo>
                  <a:pt x="1381" y="1925"/>
                </a:lnTo>
                <a:lnTo>
                  <a:pt x="1380" y="1925"/>
                </a:lnTo>
                <a:lnTo>
                  <a:pt x="1379" y="1924"/>
                </a:lnTo>
                <a:lnTo>
                  <a:pt x="1378" y="1924"/>
                </a:lnTo>
                <a:lnTo>
                  <a:pt x="1378" y="1925"/>
                </a:lnTo>
                <a:lnTo>
                  <a:pt x="1378" y="1926"/>
                </a:lnTo>
                <a:lnTo>
                  <a:pt x="1377" y="1927"/>
                </a:lnTo>
                <a:lnTo>
                  <a:pt x="1376" y="1927"/>
                </a:lnTo>
                <a:lnTo>
                  <a:pt x="1376" y="1926"/>
                </a:lnTo>
                <a:lnTo>
                  <a:pt x="1375" y="1926"/>
                </a:lnTo>
                <a:lnTo>
                  <a:pt x="1374" y="1927"/>
                </a:lnTo>
                <a:lnTo>
                  <a:pt x="1373" y="1927"/>
                </a:lnTo>
                <a:lnTo>
                  <a:pt x="1373" y="1928"/>
                </a:lnTo>
                <a:lnTo>
                  <a:pt x="1372" y="1927"/>
                </a:lnTo>
                <a:lnTo>
                  <a:pt x="1372" y="1926"/>
                </a:lnTo>
                <a:lnTo>
                  <a:pt x="1371" y="1926"/>
                </a:lnTo>
                <a:lnTo>
                  <a:pt x="1371" y="1927"/>
                </a:lnTo>
                <a:lnTo>
                  <a:pt x="1370" y="1927"/>
                </a:lnTo>
                <a:lnTo>
                  <a:pt x="1370" y="1926"/>
                </a:lnTo>
                <a:lnTo>
                  <a:pt x="1369" y="1926"/>
                </a:lnTo>
                <a:lnTo>
                  <a:pt x="1369" y="1927"/>
                </a:lnTo>
                <a:lnTo>
                  <a:pt x="1368" y="1926"/>
                </a:lnTo>
                <a:lnTo>
                  <a:pt x="1367" y="1926"/>
                </a:lnTo>
                <a:lnTo>
                  <a:pt x="1366" y="1926"/>
                </a:lnTo>
                <a:lnTo>
                  <a:pt x="1365" y="1926"/>
                </a:lnTo>
                <a:lnTo>
                  <a:pt x="1365" y="1925"/>
                </a:lnTo>
                <a:lnTo>
                  <a:pt x="1364" y="1925"/>
                </a:lnTo>
                <a:lnTo>
                  <a:pt x="1363" y="1925"/>
                </a:lnTo>
                <a:lnTo>
                  <a:pt x="1363" y="1924"/>
                </a:lnTo>
                <a:lnTo>
                  <a:pt x="1362" y="1924"/>
                </a:lnTo>
                <a:lnTo>
                  <a:pt x="1362" y="1925"/>
                </a:lnTo>
                <a:lnTo>
                  <a:pt x="1362" y="1926"/>
                </a:lnTo>
                <a:lnTo>
                  <a:pt x="1361" y="1926"/>
                </a:lnTo>
                <a:lnTo>
                  <a:pt x="1362" y="1926"/>
                </a:lnTo>
                <a:lnTo>
                  <a:pt x="1362" y="1927"/>
                </a:lnTo>
                <a:lnTo>
                  <a:pt x="1361" y="1927"/>
                </a:lnTo>
                <a:lnTo>
                  <a:pt x="1361" y="1926"/>
                </a:lnTo>
                <a:lnTo>
                  <a:pt x="1361" y="1927"/>
                </a:lnTo>
                <a:lnTo>
                  <a:pt x="1361" y="1928"/>
                </a:lnTo>
                <a:lnTo>
                  <a:pt x="1360" y="1928"/>
                </a:lnTo>
                <a:lnTo>
                  <a:pt x="1359" y="1928"/>
                </a:lnTo>
                <a:lnTo>
                  <a:pt x="1358" y="1928"/>
                </a:lnTo>
                <a:lnTo>
                  <a:pt x="1358" y="1927"/>
                </a:lnTo>
                <a:lnTo>
                  <a:pt x="1357" y="1927"/>
                </a:lnTo>
                <a:lnTo>
                  <a:pt x="1357" y="1926"/>
                </a:lnTo>
                <a:lnTo>
                  <a:pt x="1356" y="1926"/>
                </a:lnTo>
                <a:lnTo>
                  <a:pt x="1355" y="1925"/>
                </a:lnTo>
                <a:lnTo>
                  <a:pt x="1354" y="1925"/>
                </a:lnTo>
                <a:lnTo>
                  <a:pt x="1354" y="1924"/>
                </a:lnTo>
                <a:lnTo>
                  <a:pt x="1354" y="1923"/>
                </a:lnTo>
                <a:lnTo>
                  <a:pt x="1353" y="1923"/>
                </a:lnTo>
                <a:lnTo>
                  <a:pt x="1352" y="1923"/>
                </a:lnTo>
                <a:lnTo>
                  <a:pt x="1351" y="1924"/>
                </a:lnTo>
                <a:lnTo>
                  <a:pt x="1351" y="1925"/>
                </a:lnTo>
                <a:lnTo>
                  <a:pt x="1350" y="1925"/>
                </a:lnTo>
                <a:lnTo>
                  <a:pt x="1349" y="1925"/>
                </a:lnTo>
                <a:lnTo>
                  <a:pt x="1348" y="1925"/>
                </a:lnTo>
                <a:lnTo>
                  <a:pt x="1347" y="1925"/>
                </a:lnTo>
                <a:lnTo>
                  <a:pt x="1346" y="1925"/>
                </a:lnTo>
                <a:lnTo>
                  <a:pt x="1346" y="1926"/>
                </a:lnTo>
                <a:lnTo>
                  <a:pt x="1345" y="1926"/>
                </a:lnTo>
                <a:lnTo>
                  <a:pt x="1344" y="1927"/>
                </a:lnTo>
                <a:lnTo>
                  <a:pt x="1343" y="1927"/>
                </a:lnTo>
                <a:lnTo>
                  <a:pt x="1343" y="1928"/>
                </a:lnTo>
                <a:lnTo>
                  <a:pt x="1342" y="1928"/>
                </a:lnTo>
                <a:lnTo>
                  <a:pt x="1342" y="1929"/>
                </a:lnTo>
                <a:lnTo>
                  <a:pt x="1341" y="1929"/>
                </a:lnTo>
                <a:lnTo>
                  <a:pt x="1341" y="1930"/>
                </a:lnTo>
                <a:lnTo>
                  <a:pt x="1340" y="1930"/>
                </a:lnTo>
                <a:lnTo>
                  <a:pt x="1339" y="1931"/>
                </a:lnTo>
                <a:lnTo>
                  <a:pt x="1339" y="1930"/>
                </a:lnTo>
                <a:lnTo>
                  <a:pt x="1338" y="1930"/>
                </a:lnTo>
                <a:lnTo>
                  <a:pt x="1337" y="1930"/>
                </a:lnTo>
                <a:lnTo>
                  <a:pt x="1336" y="1930"/>
                </a:lnTo>
                <a:lnTo>
                  <a:pt x="1336" y="1929"/>
                </a:lnTo>
                <a:lnTo>
                  <a:pt x="1335" y="1929"/>
                </a:lnTo>
                <a:lnTo>
                  <a:pt x="1335" y="1928"/>
                </a:lnTo>
                <a:lnTo>
                  <a:pt x="1334" y="1928"/>
                </a:lnTo>
                <a:lnTo>
                  <a:pt x="1333" y="1928"/>
                </a:lnTo>
                <a:lnTo>
                  <a:pt x="1332" y="1928"/>
                </a:lnTo>
                <a:lnTo>
                  <a:pt x="1332" y="1927"/>
                </a:lnTo>
                <a:lnTo>
                  <a:pt x="1331" y="1927"/>
                </a:lnTo>
                <a:lnTo>
                  <a:pt x="1331" y="1928"/>
                </a:lnTo>
                <a:lnTo>
                  <a:pt x="1331" y="1929"/>
                </a:lnTo>
                <a:lnTo>
                  <a:pt x="1330" y="1929"/>
                </a:lnTo>
                <a:lnTo>
                  <a:pt x="1330" y="1930"/>
                </a:lnTo>
                <a:lnTo>
                  <a:pt x="1329" y="1930"/>
                </a:lnTo>
                <a:lnTo>
                  <a:pt x="1327" y="1930"/>
                </a:lnTo>
                <a:lnTo>
                  <a:pt x="1327" y="1931"/>
                </a:lnTo>
                <a:lnTo>
                  <a:pt x="1326" y="1931"/>
                </a:lnTo>
                <a:lnTo>
                  <a:pt x="1325" y="1931"/>
                </a:lnTo>
                <a:lnTo>
                  <a:pt x="1324" y="1931"/>
                </a:lnTo>
                <a:lnTo>
                  <a:pt x="1323" y="1931"/>
                </a:lnTo>
                <a:lnTo>
                  <a:pt x="1322" y="1931"/>
                </a:lnTo>
                <a:lnTo>
                  <a:pt x="1321" y="1931"/>
                </a:lnTo>
                <a:lnTo>
                  <a:pt x="1320" y="1931"/>
                </a:lnTo>
                <a:lnTo>
                  <a:pt x="1319" y="1931"/>
                </a:lnTo>
                <a:lnTo>
                  <a:pt x="1319" y="1932"/>
                </a:lnTo>
                <a:lnTo>
                  <a:pt x="1319" y="1934"/>
                </a:lnTo>
                <a:lnTo>
                  <a:pt x="1319" y="1935"/>
                </a:lnTo>
                <a:lnTo>
                  <a:pt x="1319" y="1936"/>
                </a:lnTo>
                <a:lnTo>
                  <a:pt x="1318" y="1936"/>
                </a:lnTo>
                <a:lnTo>
                  <a:pt x="1318" y="1937"/>
                </a:lnTo>
                <a:lnTo>
                  <a:pt x="1318" y="1938"/>
                </a:lnTo>
                <a:lnTo>
                  <a:pt x="1318" y="1939"/>
                </a:lnTo>
                <a:lnTo>
                  <a:pt x="1317" y="1939"/>
                </a:lnTo>
                <a:lnTo>
                  <a:pt x="1317" y="1940"/>
                </a:lnTo>
                <a:lnTo>
                  <a:pt x="1317" y="1941"/>
                </a:lnTo>
                <a:lnTo>
                  <a:pt x="1317" y="1942"/>
                </a:lnTo>
                <a:lnTo>
                  <a:pt x="1318" y="1942"/>
                </a:lnTo>
                <a:lnTo>
                  <a:pt x="1318" y="1943"/>
                </a:lnTo>
                <a:lnTo>
                  <a:pt x="1318" y="1944"/>
                </a:lnTo>
                <a:lnTo>
                  <a:pt x="1319" y="1944"/>
                </a:lnTo>
                <a:lnTo>
                  <a:pt x="1318" y="1945"/>
                </a:lnTo>
                <a:lnTo>
                  <a:pt x="1318" y="1946"/>
                </a:lnTo>
                <a:lnTo>
                  <a:pt x="1317" y="1946"/>
                </a:lnTo>
                <a:lnTo>
                  <a:pt x="1316" y="1946"/>
                </a:lnTo>
                <a:lnTo>
                  <a:pt x="1315" y="1947"/>
                </a:lnTo>
                <a:lnTo>
                  <a:pt x="1315" y="1948"/>
                </a:lnTo>
                <a:lnTo>
                  <a:pt x="1315" y="1949"/>
                </a:lnTo>
                <a:lnTo>
                  <a:pt x="1314" y="1949"/>
                </a:lnTo>
                <a:lnTo>
                  <a:pt x="1314" y="1950"/>
                </a:lnTo>
                <a:lnTo>
                  <a:pt x="1314" y="1949"/>
                </a:lnTo>
                <a:lnTo>
                  <a:pt x="1313" y="1949"/>
                </a:lnTo>
                <a:lnTo>
                  <a:pt x="1312" y="1950"/>
                </a:lnTo>
                <a:lnTo>
                  <a:pt x="1311" y="1950"/>
                </a:lnTo>
                <a:lnTo>
                  <a:pt x="1310" y="1951"/>
                </a:lnTo>
                <a:lnTo>
                  <a:pt x="1310" y="1952"/>
                </a:lnTo>
                <a:lnTo>
                  <a:pt x="1309" y="1952"/>
                </a:lnTo>
                <a:lnTo>
                  <a:pt x="1309" y="1953"/>
                </a:lnTo>
                <a:lnTo>
                  <a:pt x="1308" y="1954"/>
                </a:lnTo>
                <a:lnTo>
                  <a:pt x="1308" y="1955"/>
                </a:lnTo>
                <a:lnTo>
                  <a:pt x="1308" y="1956"/>
                </a:lnTo>
                <a:lnTo>
                  <a:pt x="1308" y="1957"/>
                </a:lnTo>
                <a:lnTo>
                  <a:pt x="1307" y="1958"/>
                </a:lnTo>
                <a:lnTo>
                  <a:pt x="1307" y="1959"/>
                </a:lnTo>
                <a:lnTo>
                  <a:pt x="1306" y="1959"/>
                </a:lnTo>
                <a:lnTo>
                  <a:pt x="1306" y="1960"/>
                </a:lnTo>
                <a:lnTo>
                  <a:pt x="1305" y="1960"/>
                </a:lnTo>
                <a:lnTo>
                  <a:pt x="1304" y="1960"/>
                </a:lnTo>
                <a:lnTo>
                  <a:pt x="1303" y="1961"/>
                </a:lnTo>
                <a:lnTo>
                  <a:pt x="1302" y="1963"/>
                </a:lnTo>
                <a:lnTo>
                  <a:pt x="1302" y="1964"/>
                </a:lnTo>
                <a:lnTo>
                  <a:pt x="1301" y="1965"/>
                </a:lnTo>
                <a:lnTo>
                  <a:pt x="1301" y="1966"/>
                </a:lnTo>
                <a:lnTo>
                  <a:pt x="1300" y="1967"/>
                </a:lnTo>
                <a:lnTo>
                  <a:pt x="1300" y="1968"/>
                </a:lnTo>
                <a:lnTo>
                  <a:pt x="1299" y="1969"/>
                </a:lnTo>
                <a:lnTo>
                  <a:pt x="1299" y="1970"/>
                </a:lnTo>
                <a:lnTo>
                  <a:pt x="1299" y="1969"/>
                </a:lnTo>
                <a:lnTo>
                  <a:pt x="1298" y="1969"/>
                </a:lnTo>
                <a:lnTo>
                  <a:pt x="1298" y="1970"/>
                </a:lnTo>
                <a:lnTo>
                  <a:pt x="1297" y="1970"/>
                </a:lnTo>
                <a:lnTo>
                  <a:pt x="1296" y="1971"/>
                </a:lnTo>
                <a:lnTo>
                  <a:pt x="1296" y="1972"/>
                </a:lnTo>
                <a:lnTo>
                  <a:pt x="1295" y="1972"/>
                </a:lnTo>
                <a:lnTo>
                  <a:pt x="1295" y="1971"/>
                </a:lnTo>
                <a:lnTo>
                  <a:pt x="1294" y="1971"/>
                </a:lnTo>
                <a:lnTo>
                  <a:pt x="1293" y="1971"/>
                </a:lnTo>
                <a:lnTo>
                  <a:pt x="1292" y="1972"/>
                </a:lnTo>
                <a:lnTo>
                  <a:pt x="1291" y="1972"/>
                </a:lnTo>
                <a:lnTo>
                  <a:pt x="1290" y="1972"/>
                </a:lnTo>
                <a:lnTo>
                  <a:pt x="1290" y="1974"/>
                </a:lnTo>
                <a:lnTo>
                  <a:pt x="1289" y="1974"/>
                </a:lnTo>
                <a:lnTo>
                  <a:pt x="1289" y="1975"/>
                </a:lnTo>
                <a:lnTo>
                  <a:pt x="1288" y="1975"/>
                </a:lnTo>
                <a:lnTo>
                  <a:pt x="1287" y="1975"/>
                </a:lnTo>
                <a:lnTo>
                  <a:pt x="1287" y="1976"/>
                </a:lnTo>
                <a:lnTo>
                  <a:pt x="1286" y="1977"/>
                </a:lnTo>
                <a:lnTo>
                  <a:pt x="1285" y="1977"/>
                </a:lnTo>
                <a:lnTo>
                  <a:pt x="1285" y="1978"/>
                </a:lnTo>
                <a:lnTo>
                  <a:pt x="1284" y="1978"/>
                </a:lnTo>
                <a:lnTo>
                  <a:pt x="1284" y="1979"/>
                </a:lnTo>
                <a:lnTo>
                  <a:pt x="1282" y="1979"/>
                </a:lnTo>
                <a:lnTo>
                  <a:pt x="1281" y="1980"/>
                </a:lnTo>
                <a:lnTo>
                  <a:pt x="1280" y="1980"/>
                </a:lnTo>
                <a:lnTo>
                  <a:pt x="1280" y="1979"/>
                </a:lnTo>
                <a:lnTo>
                  <a:pt x="1279" y="1979"/>
                </a:lnTo>
                <a:lnTo>
                  <a:pt x="1277" y="1979"/>
                </a:lnTo>
                <a:lnTo>
                  <a:pt x="1277" y="1978"/>
                </a:lnTo>
                <a:lnTo>
                  <a:pt x="1276" y="1978"/>
                </a:lnTo>
                <a:lnTo>
                  <a:pt x="1275" y="1978"/>
                </a:lnTo>
                <a:lnTo>
                  <a:pt x="1274" y="1978"/>
                </a:lnTo>
                <a:lnTo>
                  <a:pt x="1273" y="1978"/>
                </a:lnTo>
                <a:lnTo>
                  <a:pt x="1270" y="1978"/>
                </a:lnTo>
                <a:lnTo>
                  <a:pt x="1268" y="1978"/>
                </a:lnTo>
                <a:lnTo>
                  <a:pt x="1267" y="1978"/>
                </a:lnTo>
                <a:lnTo>
                  <a:pt x="1266" y="1978"/>
                </a:lnTo>
                <a:lnTo>
                  <a:pt x="1266" y="1977"/>
                </a:lnTo>
                <a:lnTo>
                  <a:pt x="1265" y="1977"/>
                </a:lnTo>
                <a:lnTo>
                  <a:pt x="1265" y="1976"/>
                </a:lnTo>
                <a:lnTo>
                  <a:pt x="1264" y="1976"/>
                </a:lnTo>
                <a:lnTo>
                  <a:pt x="1264" y="1977"/>
                </a:lnTo>
                <a:lnTo>
                  <a:pt x="1263" y="1977"/>
                </a:lnTo>
                <a:lnTo>
                  <a:pt x="1262" y="1977"/>
                </a:lnTo>
                <a:lnTo>
                  <a:pt x="1261" y="1977"/>
                </a:lnTo>
                <a:lnTo>
                  <a:pt x="1260" y="1977"/>
                </a:lnTo>
                <a:lnTo>
                  <a:pt x="1259" y="1977"/>
                </a:lnTo>
                <a:lnTo>
                  <a:pt x="1258" y="1977"/>
                </a:lnTo>
                <a:lnTo>
                  <a:pt x="1257" y="1977"/>
                </a:lnTo>
                <a:lnTo>
                  <a:pt x="1256" y="1977"/>
                </a:lnTo>
                <a:lnTo>
                  <a:pt x="1255" y="1978"/>
                </a:lnTo>
                <a:lnTo>
                  <a:pt x="1254" y="1978"/>
                </a:lnTo>
                <a:lnTo>
                  <a:pt x="1252" y="1978"/>
                </a:lnTo>
                <a:lnTo>
                  <a:pt x="1251" y="1978"/>
                </a:lnTo>
                <a:lnTo>
                  <a:pt x="1250" y="1978"/>
                </a:lnTo>
                <a:lnTo>
                  <a:pt x="1249" y="1979"/>
                </a:lnTo>
                <a:lnTo>
                  <a:pt x="1248" y="1980"/>
                </a:lnTo>
                <a:lnTo>
                  <a:pt x="1247" y="1980"/>
                </a:lnTo>
                <a:lnTo>
                  <a:pt x="1246" y="1980"/>
                </a:lnTo>
                <a:lnTo>
                  <a:pt x="1245" y="1980"/>
                </a:lnTo>
                <a:lnTo>
                  <a:pt x="1244" y="1981"/>
                </a:lnTo>
                <a:lnTo>
                  <a:pt x="1244" y="1982"/>
                </a:lnTo>
                <a:lnTo>
                  <a:pt x="1243" y="1982"/>
                </a:lnTo>
                <a:lnTo>
                  <a:pt x="1243" y="1983"/>
                </a:lnTo>
                <a:lnTo>
                  <a:pt x="1243" y="1984"/>
                </a:lnTo>
                <a:lnTo>
                  <a:pt x="1242" y="1984"/>
                </a:lnTo>
                <a:lnTo>
                  <a:pt x="1241" y="1984"/>
                </a:lnTo>
                <a:lnTo>
                  <a:pt x="1241" y="1985"/>
                </a:lnTo>
                <a:lnTo>
                  <a:pt x="1241" y="1986"/>
                </a:lnTo>
                <a:lnTo>
                  <a:pt x="1240" y="1987"/>
                </a:lnTo>
                <a:lnTo>
                  <a:pt x="1239" y="1988"/>
                </a:lnTo>
                <a:lnTo>
                  <a:pt x="1239" y="1989"/>
                </a:lnTo>
                <a:lnTo>
                  <a:pt x="1239" y="1990"/>
                </a:lnTo>
                <a:lnTo>
                  <a:pt x="1238" y="1990"/>
                </a:lnTo>
                <a:lnTo>
                  <a:pt x="1238" y="1991"/>
                </a:lnTo>
                <a:lnTo>
                  <a:pt x="1237" y="1991"/>
                </a:lnTo>
                <a:lnTo>
                  <a:pt x="1236" y="1991"/>
                </a:lnTo>
                <a:lnTo>
                  <a:pt x="1236" y="1992"/>
                </a:lnTo>
                <a:lnTo>
                  <a:pt x="1235" y="1992"/>
                </a:lnTo>
                <a:lnTo>
                  <a:pt x="1234" y="1991"/>
                </a:lnTo>
                <a:lnTo>
                  <a:pt x="1233" y="1991"/>
                </a:lnTo>
                <a:lnTo>
                  <a:pt x="1233" y="1992"/>
                </a:lnTo>
                <a:lnTo>
                  <a:pt x="1232" y="1992"/>
                </a:lnTo>
                <a:lnTo>
                  <a:pt x="1232" y="1991"/>
                </a:lnTo>
                <a:lnTo>
                  <a:pt x="1231" y="1991"/>
                </a:lnTo>
                <a:lnTo>
                  <a:pt x="1231" y="1990"/>
                </a:lnTo>
                <a:lnTo>
                  <a:pt x="1230" y="1990"/>
                </a:lnTo>
                <a:lnTo>
                  <a:pt x="1230" y="1989"/>
                </a:lnTo>
                <a:lnTo>
                  <a:pt x="1229" y="1989"/>
                </a:lnTo>
                <a:lnTo>
                  <a:pt x="1229" y="1988"/>
                </a:lnTo>
                <a:lnTo>
                  <a:pt x="1228" y="1988"/>
                </a:lnTo>
                <a:lnTo>
                  <a:pt x="1228" y="1987"/>
                </a:lnTo>
                <a:lnTo>
                  <a:pt x="1227" y="1986"/>
                </a:lnTo>
                <a:lnTo>
                  <a:pt x="1227" y="1985"/>
                </a:lnTo>
                <a:lnTo>
                  <a:pt x="1228" y="1985"/>
                </a:lnTo>
                <a:lnTo>
                  <a:pt x="1227" y="1985"/>
                </a:lnTo>
                <a:lnTo>
                  <a:pt x="1226" y="1984"/>
                </a:lnTo>
                <a:lnTo>
                  <a:pt x="1225" y="1984"/>
                </a:lnTo>
                <a:lnTo>
                  <a:pt x="1224" y="1984"/>
                </a:lnTo>
                <a:lnTo>
                  <a:pt x="1221" y="1983"/>
                </a:lnTo>
                <a:lnTo>
                  <a:pt x="1220" y="1982"/>
                </a:lnTo>
                <a:lnTo>
                  <a:pt x="1218" y="1981"/>
                </a:lnTo>
                <a:lnTo>
                  <a:pt x="1217" y="1981"/>
                </a:lnTo>
                <a:lnTo>
                  <a:pt x="1215" y="1980"/>
                </a:lnTo>
                <a:lnTo>
                  <a:pt x="1214" y="1979"/>
                </a:lnTo>
                <a:lnTo>
                  <a:pt x="1213" y="1979"/>
                </a:lnTo>
                <a:lnTo>
                  <a:pt x="1212" y="1978"/>
                </a:lnTo>
                <a:lnTo>
                  <a:pt x="1211" y="1978"/>
                </a:lnTo>
                <a:lnTo>
                  <a:pt x="1211" y="1977"/>
                </a:lnTo>
                <a:lnTo>
                  <a:pt x="1211" y="1976"/>
                </a:lnTo>
                <a:lnTo>
                  <a:pt x="1211" y="1974"/>
                </a:lnTo>
                <a:lnTo>
                  <a:pt x="1211" y="1972"/>
                </a:lnTo>
                <a:lnTo>
                  <a:pt x="1210" y="1971"/>
                </a:lnTo>
                <a:lnTo>
                  <a:pt x="1210" y="1970"/>
                </a:lnTo>
                <a:lnTo>
                  <a:pt x="1209" y="1969"/>
                </a:lnTo>
                <a:lnTo>
                  <a:pt x="1209" y="1968"/>
                </a:lnTo>
                <a:lnTo>
                  <a:pt x="1208" y="1968"/>
                </a:lnTo>
                <a:lnTo>
                  <a:pt x="1206" y="1966"/>
                </a:lnTo>
                <a:lnTo>
                  <a:pt x="1205" y="1966"/>
                </a:lnTo>
                <a:lnTo>
                  <a:pt x="1204" y="1965"/>
                </a:lnTo>
                <a:lnTo>
                  <a:pt x="1202" y="1964"/>
                </a:lnTo>
                <a:lnTo>
                  <a:pt x="1202" y="1963"/>
                </a:lnTo>
                <a:lnTo>
                  <a:pt x="1203" y="1963"/>
                </a:lnTo>
                <a:lnTo>
                  <a:pt x="1203" y="1962"/>
                </a:lnTo>
                <a:lnTo>
                  <a:pt x="1201" y="1961"/>
                </a:lnTo>
                <a:lnTo>
                  <a:pt x="1199" y="1962"/>
                </a:lnTo>
                <a:lnTo>
                  <a:pt x="1197" y="1962"/>
                </a:lnTo>
                <a:lnTo>
                  <a:pt x="1196" y="1962"/>
                </a:lnTo>
                <a:lnTo>
                  <a:pt x="1195" y="1962"/>
                </a:lnTo>
                <a:lnTo>
                  <a:pt x="1196" y="1963"/>
                </a:lnTo>
                <a:lnTo>
                  <a:pt x="1195" y="1963"/>
                </a:lnTo>
                <a:lnTo>
                  <a:pt x="1195" y="1964"/>
                </a:lnTo>
                <a:lnTo>
                  <a:pt x="1194" y="1964"/>
                </a:lnTo>
                <a:lnTo>
                  <a:pt x="1193" y="1964"/>
                </a:lnTo>
                <a:lnTo>
                  <a:pt x="1192" y="1964"/>
                </a:lnTo>
                <a:lnTo>
                  <a:pt x="1190" y="1964"/>
                </a:lnTo>
                <a:lnTo>
                  <a:pt x="1189" y="1964"/>
                </a:lnTo>
                <a:lnTo>
                  <a:pt x="1188" y="1965"/>
                </a:lnTo>
                <a:lnTo>
                  <a:pt x="1187" y="1965"/>
                </a:lnTo>
                <a:lnTo>
                  <a:pt x="1186" y="1965"/>
                </a:lnTo>
                <a:lnTo>
                  <a:pt x="1185" y="1965"/>
                </a:lnTo>
                <a:lnTo>
                  <a:pt x="1184" y="1965"/>
                </a:lnTo>
                <a:lnTo>
                  <a:pt x="1183" y="1965"/>
                </a:lnTo>
                <a:lnTo>
                  <a:pt x="1182" y="1965"/>
                </a:lnTo>
                <a:lnTo>
                  <a:pt x="1181" y="1965"/>
                </a:lnTo>
                <a:lnTo>
                  <a:pt x="1180" y="1964"/>
                </a:lnTo>
                <a:lnTo>
                  <a:pt x="1179" y="1964"/>
                </a:lnTo>
                <a:lnTo>
                  <a:pt x="1178" y="1963"/>
                </a:lnTo>
                <a:lnTo>
                  <a:pt x="1177" y="1963"/>
                </a:lnTo>
                <a:lnTo>
                  <a:pt x="1176" y="1963"/>
                </a:lnTo>
                <a:lnTo>
                  <a:pt x="1176" y="1962"/>
                </a:lnTo>
                <a:lnTo>
                  <a:pt x="1175" y="1962"/>
                </a:lnTo>
                <a:lnTo>
                  <a:pt x="1173" y="1962"/>
                </a:lnTo>
                <a:lnTo>
                  <a:pt x="1172" y="1962"/>
                </a:lnTo>
                <a:lnTo>
                  <a:pt x="1171" y="1962"/>
                </a:lnTo>
                <a:lnTo>
                  <a:pt x="1170" y="1962"/>
                </a:lnTo>
                <a:lnTo>
                  <a:pt x="1168" y="1962"/>
                </a:lnTo>
                <a:lnTo>
                  <a:pt x="1166" y="1964"/>
                </a:lnTo>
                <a:lnTo>
                  <a:pt x="1164" y="1966"/>
                </a:lnTo>
                <a:lnTo>
                  <a:pt x="1163" y="1966"/>
                </a:lnTo>
                <a:lnTo>
                  <a:pt x="1162" y="1967"/>
                </a:lnTo>
                <a:lnTo>
                  <a:pt x="1161" y="1967"/>
                </a:lnTo>
                <a:lnTo>
                  <a:pt x="1160" y="1967"/>
                </a:lnTo>
                <a:lnTo>
                  <a:pt x="1157" y="1968"/>
                </a:lnTo>
                <a:lnTo>
                  <a:pt x="1156" y="1968"/>
                </a:lnTo>
                <a:lnTo>
                  <a:pt x="1154" y="1968"/>
                </a:lnTo>
                <a:lnTo>
                  <a:pt x="1153" y="1968"/>
                </a:lnTo>
                <a:lnTo>
                  <a:pt x="1152" y="1968"/>
                </a:lnTo>
                <a:lnTo>
                  <a:pt x="1150" y="1969"/>
                </a:lnTo>
                <a:lnTo>
                  <a:pt x="1149" y="1970"/>
                </a:lnTo>
                <a:lnTo>
                  <a:pt x="1148" y="1970"/>
                </a:lnTo>
                <a:lnTo>
                  <a:pt x="1147" y="1970"/>
                </a:lnTo>
                <a:lnTo>
                  <a:pt x="1146" y="1971"/>
                </a:lnTo>
                <a:lnTo>
                  <a:pt x="1145" y="1971"/>
                </a:lnTo>
                <a:lnTo>
                  <a:pt x="1144" y="1971"/>
                </a:lnTo>
                <a:lnTo>
                  <a:pt x="1144" y="1972"/>
                </a:lnTo>
                <a:lnTo>
                  <a:pt x="1143" y="1972"/>
                </a:lnTo>
                <a:lnTo>
                  <a:pt x="1142" y="1972"/>
                </a:lnTo>
                <a:lnTo>
                  <a:pt x="1141" y="1971"/>
                </a:lnTo>
                <a:lnTo>
                  <a:pt x="1140" y="1972"/>
                </a:lnTo>
                <a:lnTo>
                  <a:pt x="1139" y="1972"/>
                </a:lnTo>
                <a:lnTo>
                  <a:pt x="1139" y="1974"/>
                </a:lnTo>
                <a:lnTo>
                  <a:pt x="1138" y="1974"/>
                </a:lnTo>
                <a:lnTo>
                  <a:pt x="1137" y="1974"/>
                </a:lnTo>
                <a:lnTo>
                  <a:pt x="1137" y="1975"/>
                </a:lnTo>
                <a:lnTo>
                  <a:pt x="1136" y="1975"/>
                </a:lnTo>
                <a:lnTo>
                  <a:pt x="1135" y="1975"/>
                </a:lnTo>
                <a:lnTo>
                  <a:pt x="1134" y="1975"/>
                </a:lnTo>
                <a:lnTo>
                  <a:pt x="1133" y="1975"/>
                </a:lnTo>
                <a:lnTo>
                  <a:pt x="1132" y="1976"/>
                </a:lnTo>
                <a:lnTo>
                  <a:pt x="1131" y="1976"/>
                </a:lnTo>
                <a:lnTo>
                  <a:pt x="1130" y="1975"/>
                </a:lnTo>
                <a:lnTo>
                  <a:pt x="1129" y="1975"/>
                </a:lnTo>
                <a:lnTo>
                  <a:pt x="1129" y="1974"/>
                </a:lnTo>
                <a:lnTo>
                  <a:pt x="1129" y="1975"/>
                </a:lnTo>
                <a:lnTo>
                  <a:pt x="1128" y="1975"/>
                </a:lnTo>
                <a:lnTo>
                  <a:pt x="1126" y="1975"/>
                </a:lnTo>
                <a:lnTo>
                  <a:pt x="1125" y="1975"/>
                </a:lnTo>
                <a:lnTo>
                  <a:pt x="1124" y="1975"/>
                </a:lnTo>
                <a:lnTo>
                  <a:pt x="1123" y="1975"/>
                </a:lnTo>
                <a:lnTo>
                  <a:pt x="1122" y="1976"/>
                </a:lnTo>
                <a:lnTo>
                  <a:pt x="1121" y="1976"/>
                </a:lnTo>
                <a:lnTo>
                  <a:pt x="1120" y="1976"/>
                </a:lnTo>
                <a:lnTo>
                  <a:pt x="1116" y="1976"/>
                </a:lnTo>
                <a:lnTo>
                  <a:pt x="1115" y="1976"/>
                </a:lnTo>
                <a:lnTo>
                  <a:pt x="1114" y="1976"/>
                </a:lnTo>
                <a:lnTo>
                  <a:pt x="1112" y="1976"/>
                </a:lnTo>
                <a:lnTo>
                  <a:pt x="1111" y="1976"/>
                </a:lnTo>
                <a:lnTo>
                  <a:pt x="1110" y="1976"/>
                </a:lnTo>
                <a:lnTo>
                  <a:pt x="1109" y="1977"/>
                </a:lnTo>
                <a:lnTo>
                  <a:pt x="1108" y="1977"/>
                </a:lnTo>
                <a:lnTo>
                  <a:pt x="1107" y="1977"/>
                </a:lnTo>
                <a:lnTo>
                  <a:pt x="1107" y="1978"/>
                </a:lnTo>
                <a:lnTo>
                  <a:pt x="1106" y="1978"/>
                </a:lnTo>
                <a:lnTo>
                  <a:pt x="1105" y="1978"/>
                </a:lnTo>
                <a:lnTo>
                  <a:pt x="1104" y="1977"/>
                </a:lnTo>
                <a:lnTo>
                  <a:pt x="1103" y="1977"/>
                </a:lnTo>
                <a:lnTo>
                  <a:pt x="1102" y="1978"/>
                </a:lnTo>
                <a:lnTo>
                  <a:pt x="1101" y="1978"/>
                </a:lnTo>
                <a:lnTo>
                  <a:pt x="1100" y="1978"/>
                </a:lnTo>
                <a:lnTo>
                  <a:pt x="1099" y="1978"/>
                </a:lnTo>
                <a:lnTo>
                  <a:pt x="1098" y="1978"/>
                </a:lnTo>
                <a:lnTo>
                  <a:pt x="1097" y="1978"/>
                </a:lnTo>
                <a:lnTo>
                  <a:pt x="1096" y="1979"/>
                </a:lnTo>
                <a:lnTo>
                  <a:pt x="1096" y="1980"/>
                </a:lnTo>
                <a:lnTo>
                  <a:pt x="1096" y="1981"/>
                </a:lnTo>
                <a:lnTo>
                  <a:pt x="1097" y="1981"/>
                </a:lnTo>
                <a:lnTo>
                  <a:pt x="1097" y="1982"/>
                </a:lnTo>
                <a:lnTo>
                  <a:pt x="1098" y="1982"/>
                </a:lnTo>
                <a:lnTo>
                  <a:pt x="1099" y="1982"/>
                </a:lnTo>
                <a:lnTo>
                  <a:pt x="1099" y="1983"/>
                </a:lnTo>
                <a:lnTo>
                  <a:pt x="1099" y="1984"/>
                </a:lnTo>
                <a:lnTo>
                  <a:pt x="1098" y="1984"/>
                </a:lnTo>
                <a:lnTo>
                  <a:pt x="1098" y="1985"/>
                </a:lnTo>
                <a:lnTo>
                  <a:pt x="1097" y="1986"/>
                </a:lnTo>
                <a:lnTo>
                  <a:pt x="1097" y="1987"/>
                </a:lnTo>
                <a:lnTo>
                  <a:pt x="1096" y="1988"/>
                </a:lnTo>
                <a:lnTo>
                  <a:pt x="1095" y="1989"/>
                </a:lnTo>
                <a:lnTo>
                  <a:pt x="1095" y="1990"/>
                </a:lnTo>
                <a:lnTo>
                  <a:pt x="1093" y="1990"/>
                </a:lnTo>
                <a:lnTo>
                  <a:pt x="1092" y="1990"/>
                </a:lnTo>
                <a:lnTo>
                  <a:pt x="1091" y="1990"/>
                </a:lnTo>
                <a:lnTo>
                  <a:pt x="1090" y="1991"/>
                </a:lnTo>
                <a:lnTo>
                  <a:pt x="1089" y="1991"/>
                </a:lnTo>
                <a:lnTo>
                  <a:pt x="1088" y="1992"/>
                </a:lnTo>
                <a:lnTo>
                  <a:pt x="1087" y="1992"/>
                </a:lnTo>
                <a:lnTo>
                  <a:pt x="1087" y="1993"/>
                </a:lnTo>
                <a:lnTo>
                  <a:pt x="1086" y="1993"/>
                </a:lnTo>
                <a:lnTo>
                  <a:pt x="1085" y="1993"/>
                </a:lnTo>
                <a:lnTo>
                  <a:pt x="1084" y="1993"/>
                </a:lnTo>
                <a:lnTo>
                  <a:pt x="1083" y="1993"/>
                </a:lnTo>
                <a:lnTo>
                  <a:pt x="1083" y="1994"/>
                </a:lnTo>
                <a:lnTo>
                  <a:pt x="1082" y="1994"/>
                </a:lnTo>
                <a:lnTo>
                  <a:pt x="1081" y="1994"/>
                </a:lnTo>
                <a:lnTo>
                  <a:pt x="1081" y="1995"/>
                </a:lnTo>
                <a:lnTo>
                  <a:pt x="1080" y="1995"/>
                </a:lnTo>
                <a:lnTo>
                  <a:pt x="1080" y="1996"/>
                </a:lnTo>
                <a:lnTo>
                  <a:pt x="1079" y="1996"/>
                </a:lnTo>
                <a:lnTo>
                  <a:pt x="1077" y="1996"/>
                </a:lnTo>
                <a:lnTo>
                  <a:pt x="1076" y="1996"/>
                </a:lnTo>
                <a:lnTo>
                  <a:pt x="1075" y="1996"/>
                </a:lnTo>
                <a:lnTo>
                  <a:pt x="1073" y="1996"/>
                </a:lnTo>
                <a:lnTo>
                  <a:pt x="1072" y="1996"/>
                </a:lnTo>
                <a:lnTo>
                  <a:pt x="1071" y="1996"/>
                </a:lnTo>
                <a:lnTo>
                  <a:pt x="1069" y="1995"/>
                </a:lnTo>
                <a:lnTo>
                  <a:pt x="1068" y="1996"/>
                </a:lnTo>
                <a:lnTo>
                  <a:pt x="1068" y="1997"/>
                </a:lnTo>
                <a:lnTo>
                  <a:pt x="1067" y="1997"/>
                </a:lnTo>
                <a:lnTo>
                  <a:pt x="1067" y="1996"/>
                </a:lnTo>
                <a:lnTo>
                  <a:pt x="1066" y="1996"/>
                </a:lnTo>
                <a:lnTo>
                  <a:pt x="1066" y="1997"/>
                </a:lnTo>
                <a:lnTo>
                  <a:pt x="1065" y="1997"/>
                </a:lnTo>
                <a:lnTo>
                  <a:pt x="1064" y="1997"/>
                </a:lnTo>
                <a:lnTo>
                  <a:pt x="1063" y="1997"/>
                </a:lnTo>
                <a:lnTo>
                  <a:pt x="1062" y="1997"/>
                </a:lnTo>
                <a:lnTo>
                  <a:pt x="1062" y="1998"/>
                </a:lnTo>
                <a:lnTo>
                  <a:pt x="1061" y="1998"/>
                </a:lnTo>
                <a:lnTo>
                  <a:pt x="1060" y="2000"/>
                </a:lnTo>
                <a:lnTo>
                  <a:pt x="1059" y="2000"/>
                </a:lnTo>
                <a:lnTo>
                  <a:pt x="1058" y="2000"/>
                </a:lnTo>
                <a:lnTo>
                  <a:pt x="1057" y="2000"/>
                </a:lnTo>
                <a:lnTo>
                  <a:pt x="1057" y="1999"/>
                </a:lnTo>
                <a:lnTo>
                  <a:pt x="1055" y="1997"/>
                </a:lnTo>
                <a:lnTo>
                  <a:pt x="1055" y="1996"/>
                </a:lnTo>
                <a:lnTo>
                  <a:pt x="1054" y="1996"/>
                </a:lnTo>
                <a:lnTo>
                  <a:pt x="1054" y="1997"/>
                </a:lnTo>
                <a:lnTo>
                  <a:pt x="1053" y="1997"/>
                </a:lnTo>
                <a:lnTo>
                  <a:pt x="1053" y="1996"/>
                </a:lnTo>
                <a:lnTo>
                  <a:pt x="1052" y="1997"/>
                </a:lnTo>
                <a:lnTo>
                  <a:pt x="1051" y="1997"/>
                </a:lnTo>
                <a:lnTo>
                  <a:pt x="1050" y="1998"/>
                </a:lnTo>
                <a:lnTo>
                  <a:pt x="1049" y="1998"/>
                </a:lnTo>
                <a:lnTo>
                  <a:pt x="1049" y="1994"/>
                </a:lnTo>
                <a:lnTo>
                  <a:pt x="1048" y="1994"/>
                </a:lnTo>
                <a:lnTo>
                  <a:pt x="1048" y="1993"/>
                </a:lnTo>
                <a:lnTo>
                  <a:pt x="1048" y="1992"/>
                </a:lnTo>
                <a:lnTo>
                  <a:pt x="1048" y="1991"/>
                </a:lnTo>
                <a:lnTo>
                  <a:pt x="1047" y="1990"/>
                </a:lnTo>
                <a:lnTo>
                  <a:pt x="1046" y="1989"/>
                </a:lnTo>
                <a:lnTo>
                  <a:pt x="1045" y="1988"/>
                </a:lnTo>
                <a:lnTo>
                  <a:pt x="1045" y="1989"/>
                </a:lnTo>
                <a:lnTo>
                  <a:pt x="1044" y="1989"/>
                </a:lnTo>
                <a:lnTo>
                  <a:pt x="1043" y="1989"/>
                </a:lnTo>
                <a:lnTo>
                  <a:pt x="1043" y="1988"/>
                </a:lnTo>
                <a:lnTo>
                  <a:pt x="1042" y="1988"/>
                </a:lnTo>
                <a:lnTo>
                  <a:pt x="1041" y="1988"/>
                </a:lnTo>
                <a:lnTo>
                  <a:pt x="1041" y="1987"/>
                </a:lnTo>
                <a:lnTo>
                  <a:pt x="1040" y="1986"/>
                </a:lnTo>
                <a:lnTo>
                  <a:pt x="1039" y="1987"/>
                </a:lnTo>
                <a:lnTo>
                  <a:pt x="1036" y="1987"/>
                </a:lnTo>
                <a:lnTo>
                  <a:pt x="1033" y="1987"/>
                </a:lnTo>
                <a:lnTo>
                  <a:pt x="1031" y="1987"/>
                </a:lnTo>
                <a:lnTo>
                  <a:pt x="1031" y="1986"/>
                </a:lnTo>
                <a:lnTo>
                  <a:pt x="1030" y="1986"/>
                </a:lnTo>
                <a:lnTo>
                  <a:pt x="1029" y="1986"/>
                </a:lnTo>
                <a:lnTo>
                  <a:pt x="1028" y="1987"/>
                </a:lnTo>
                <a:lnTo>
                  <a:pt x="1026" y="1988"/>
                </a:lnTo>
                <a:lnTo>
                  <a:pt x="1026" y="1989"/>
                </a:lnTo>
                <a:lnTo>
                  <a:pt x="1026" y="1990"/>
                </a:lnTo>
                <a:lnTo>
                  <a:pt x="1025" y="1990"/>
                </a:lnTo>
                <a:lnTo>
                  <a:pt x="1024" y="1992"/>
                </a:lnTo>
                <a:lnTo>
                  <a:pt x="1023" y="1992"/>
                </a:lnTo>
                <a:lnTo>
                  <a:pt x="1021" y="1992"/>
                </a:lnTo>
                <a:lnTo>
                  <a:pt x="1019" y="1992"/>
                </a:lnTo>
                <a:lnTo>
                  <a:pt x="1019" y="1991"/>
                </a:lnTo>
                <a:lnTo>
                  <a:pt x="1018" y="1991"/>
                </a:lnTo>
                <a:lnTo>
                  <a:pt x="1017" y="1991"/>
                </a:lnTo>
                <a:lnTo>
                  <a:pt x="1016" y="1991"/>
                </a:lnTo>
                <a:lnTo>
                  <a:pt x="1014" y="1992"/>
                </a:lnTo>
                <a:lnTo>
                  <a:pt x="1013" y="1992"/>
                </a:lnTo>
                <a:lnTo>
                  <a:pt x="1013" y="1991"/>
                </a:lnTo>
                <a:lnTo>
                  <a:pt x="1013" y="1989"/>
                </a:lnTo>
                <a:lnTo>
                  <a:pt x="1012" y="1989"/>
                </a:lnTo>
                <a:lnTo>
                  <a:pt x="1011" y="1989"/>
                </a:lnTo>
                <a:lnTo>
                  <a:pt x="1010" y="1989"/>
                </a:lnTo>
                <a:lnTo>
                  <a:pt x="1009" y="1989"/>
                </a:lnTo>
                <a:lnTo>
                  <a:pt x="1008" y="1989"/>
                </a:lnTo>
                <a:lnTo>
                  <a:pt x="1007" y="1988"/>
                </a:lnTo>
                <a:lnTo>
                  <a:pt x="1006" y="1988"/>
                </a:lnTo>
                <a:lnTo>
                  <a:pt x="1006" y="1987"/>
                </a:lnTo>
                <a:lnTo>
                  <a:pt x="1002" y="1987"/>
                </a:lnTo>
                <a:lnTo>
                  <a:pt x="1000" y="1987"/>
                </a:lnTo>
                <a:lnTo>
                  <a:pt x="998" y="1988"/>
                </a:lnTo>
                <a:lnTo>
                  <a:pt x="995" y="1989"/>
                </a:lnTo>
                <a:lnTo>
                  <a:pt x="994" y="1989"/>
                </a:lnTo>
                <a:lnTo>
                  <a:pt x="992" y="1989"/>
                </a:lnTo>
                <a:lnTo>
                  <a:pt x="991" y="1989"/>
                </a:lnTo>
                <a:lnTo>
                  <a:pt x="991" y="1988"/>
                </a:lnTo>
                <a:lnTo>
                  <a:pt x="991" y="1987"/>
                </a:lnTo>
                <a:lnTo>
                  <a:pt x="987" y="1986"/>
                </a:lnTo>
                <a:lnTo>
                  <a:pt x="985" y="1986"/>
                </a:lnTo>
                <a:lnTo>
                  <a:pt x="984" y="1986"/>
                </a:lnTo>
                <a:lnTo>
                  <a:pt x="983" y="1986"/>
                </a:lnTo>
                <a:lnTo>
                  <a:pt x="982" y="1986"/>
                </a:lnTo>
                <a:lnTo>
                  <a:pt x="982" y="1985"/>
                </a:lnTo>
                <a:lnTo>
                  <a:pt x="983" y="1984"/>
                </a:lnTo>
                <a:lnTo>
                  <a:pt x="983" y="1983"/>
                </a:lnTo>
                <a:lnTo>
                  <a:pt x="982" y="1982"/>
                </a:lnTo>
                <a:lnTo>
                  <a:pt x="981" y="1982"/>
                </a:lnTo>
                <a:lnTo>
                  <a:pt x="979" y="1983"/>
                </a:lnTo>
                <a:lnTo>
                  <a:pt x="978" y="1983"/>
                </a:lnTo>
                <a:lnTo>
                  <a:pt x="978" y="1982"/>
                </a:lnTo>
                <a:lnTo>
                  <a:pt x="977" y="1982"/>
                </a:lnTo>
                <a:lnTo>
                  <a:pt x="977" y="1981"/>
                </a:lnTo>
                <a:lnTo>
                  <a:pt x="976" y="1981"/>
                </a:lnTo>
                <a:lnTo>
                  <a:pt x="976" y="1980"/>
                </a:lnTo>
                <a:lnTo>
                  <a:pt x="975" y="1980"/>
                </a:lnTo>
                <a:lnTo>
                  <a:pt x="974" y="1980"/>
                </a:lnTo>
                <a:lnTo>
                  <a:pt x="974" y="1979"/>
                </a:lnTo>
                <a:lnTo>
                  <a:pt x="973" y="1978"/>
                </a:lnTo>
                <a:lnTo>
                  <a:pt x="972" y="1978"/>
                </a:lnTo>
                <a:lnTo>
                  <a:pt x="971" y="1978"/>
                </a:lnTo>
                <a:lnTo>
                  <a:pt x="970" y="1978"/>
                </a:lnTo>
                <a:lnTo>
                  <a:pt x="970" y="1977"/>
                </a:lnTo>
                <a:lnTo>
                  <a:pt x="969" y="1977"/>
                </a:lnTo>
                <a:lnTo>
                  <a:pt x="964" y="1977"/>
                </a:lnTo>
                <a:lnTo>
                  <a:pt x="963" y="1976"/>
                </a:lnTo>
                <a:lnTo>
                  <a:pt x="963" y="1975"/>
                </a:lnTo>
                <a:lnTo>
                  <a:pt x="963" y="1974"/>
                </a:lnTo>
                <a:lnTo>
                  <a:pt x="962" y="1972"/>
                </a:lnTo>
                <a:lnTo>
                  <a:pt x="960" y="1972"/>
                </a:lnTo>
                <a:lnTo>
                  <a:pt x="959" y="1972"/>
                </a:lnTo>
                <a:lnTo>
                  <a:pt x="958" y="1972"/>
                </a:lnTo>
                <a:lnTo>
                  <a:pt x="956" y="1971"/>
                </a:lnTo>
                <a:lnTo>
                  <a:pt x="955" y="1971"/>
                </a:lnTo>
                <a:lnTo>
                  <a:pt x="955" y="1970"/>
                </a:lnTo>
                <a:lnTo>
                  <a:pt x="955" y="1969"/>
                </a:lnTo>
                <a:lnTo>
                  <a:pt x="954" y="1969"/>
                </a:lnTo>
                <a:lnTo>
                  <a:pt x="953" y="1969"/>
                </a:lnTo>
                <a:lnTo>
                  <a:pt x="952" y="1968"/>
                </a:lnTo>
                <a:lnTo>
                  <a:pt x="952" y="1967"/>
                </a:lnTo>
                <a:lnTo>
                  <a:pt x="951" y="1966"/>
                </a:lnTo>
                <a:lnTo>
                  <a:pt x="950" y="1965"/>
                </a:lnTo>
                <a:lnTo>
                  <a:pt x="950" y="1966"/>
                </a:lnTo>
                <a:lnTo>
                  <a:pt x="949" y="1966"/>
                </a:lnTo>
                <a:lnTo>
                  <a:pt x="949" y="1967"/>
                </a:lnTo>
                <a:lnTo>
                  <a:pt x="948" y="1967"/>
                </a:lnTo>
                <a:lnTo>
                  <a:pt x="946" y="1968"/>
                </a:lnTo>
                <a:lnTo>
                  <a:pt x="945" y="1968"/>
                </a:lnTo>
                <a:lnTo>
                  <a:pt x="945" y="1969"/>
                </a:lnTo>
                <a:lnTo>
                  <a:pt x="944" y="1969"/>
                </a:lnTo>
                <a:lnTo>
                  <a:pt x="942" y="1969"/>
                </a:lnTo>
                <a:lnTo>
                  <a:pt x="941" y="1969"/>
                </a:lnTo>
                <a:lnTo>
                  <a:pt x="940" y="1968"/>
                </a:lnTo>
                <a:lnTo>
                  <a:pt x="939" y="1967"/>
                </a:lnTo>
                <a:lnTo>
                  <a:pt x="938" y="1967"/>
                </a:lnTo>
                <a:lnTo>
                  <a:pt x="938" y="1966"/>
                </a:lnTo>
                <a:lnTo>
                  <a:pt x="937" y="1966"/>
                </a:lnTo>
                <a:lnTo>
                  <a:pt x="936" y="1966"/>
                </a:lnTo>
                <a:lnTo>
                  <a:pt x="935" y="1966"/>
                </a:lnTo>
                <a:lnTo>
                  <a:pt x="933" y="1964"/>
                </a:lnTo>
                <a:lnTo>
                  <a:pt x="933" y="1962"/>
                </a:lnTo>
                <a:lnTo>
                  <a:pt x="933" y="1961"/>
                </a:lnTo>
                <a:lnTo>
                  <a:pt x="932" y="1961"/>
                </a:lnTo>
                <a:lnTo>
                  <a:pt x="931" y="1960"/>
                </a:lnTo>
                <a:lnTo>
                  <a:pt x="931" y="1959"/>
                </a:lnTo>
                <a:lnTo>
                  <a:pt x="932" y="1959"/>
                </a:lnTo>
                <a:lnTo>
                  <a:pt x="932" y="1957"/>
                </a:lnTo>
                <a:lnTo>
                  <a:pt x="931" y="1955"/>
                </a:lnTo>
                <a:lnTo>
                  <a:pt x="930" y="1953"/>
                </a:lnTo>
                <a:lnTo>
                  <a:pt x="929" y="1952"/>
                </a:lnTo>
                <a:lnTo>
                  <a:pt x="927" y="1951"/>
                </a:lnTo>
                <a:lnTo>
                  <a:pt x="926" y="1951"/>
                </a:lnTo>
                <a:lnTo>
                  <a:pt x="925" y="1951"/>
                </a:lnTo>
                <a:lnTo>
                  <a:pt x="924" y="1951"/>
                </a:lnTo>
                <a:lnTo>
                  <a:pt x="924" y="1949"/>
                </a:lnTo>
                <a:lnTo>
                  <a:pt x="924" y="1948"/>
                </a:lnTo>
                <a:lnTo>
                  <a:pt x="924" y="1947"/>
                </a:lnTo>
                <a:lnTo>
                  <a:pt x="922" y="1946"/>
                </a:lnTo>
                <a:lnTo>
                  <a:pt x="923" y="1945"/>
                </a:lnTo>
                <a:lnTo>
                  <a:pt x="923" y="1944"/>
                </a:lnTo>
                <a:lnTo>
                  <a:pt x="923" y="1943"/>
                </a:lnTo>
                <a:lnTo>
                  <a:pt x="922" y="1941"/>
                </a:lnTo>
                <a:lnTo>
                  <a:pt x="923" y="1940"/>
                </a:lnTo>
                <a:lnTo>
                  <a:pt x="924" y="1940"/>
                </a:lnTo>
                <a:lnTo>
                  <a:pt x="924" y="1939"/>
                </a:lnTo>
                <a:lnTo>
                  <a:pt x="924" y="1936"/>
                </a:lnTo>
                <a:lnTo>
                  <a:pt x="925" y="1936"/>
                </a:lnTo>
                <a:lnTo>
                  <a:pt x="925" y="1935"/>
                </a:lnTo>
                <a:lnTo>
                  <a:pt x="925" y="1934"/>
                </a:lnTo>
                <a:lnTo>
                  <a:pt x="925" y="1933"/>
                </a:lnTo>
                <a:lnTo>
                  <a:pt x="925" y="1932"/>
                </a:lnTo>
                <a:lnTo>
                  <a:pt x="926" y="1931"/>
                </a:lnTo>
                <a:lnTo>
                  <a:pt x="925" y="1929"/>
                </a:lnTo>
                <a:lnTo>
                  <a:pt x="924" y="1929"/>
                </a:lnTo>
                <a:lnTo>
                  <a:pt x="924" y="1928"/>
                </a:lnTo>
                <a:lnTo>
                  <a:pt x="924" y="1927"/>
                </a:lnTo>
                <a:lnTo>
                  <a:pt x="924" y="1926"/>
                </a:lnTo>
                <a:lnTo>
                  <a:pt x="924" y="1925"/>
                </a:lnTo>
                <a:lnTo>
                  <a:pt x="924" y="1924"/>
                </a:lnTo>
                <a:lnTo>
                  <a:pt x="925" y="1923"/>
                </a:lnTo>
                <a:lnTo>
                  <a:pt x="926" y="1923"/>
                </a:lnTo>
                <a:lnTo>
                  <a:pt x="926" y="1922"/>
                </a:lnTo>
                <a:lnTo>
                  <a:pt x="926" y="1921"/>
                </a:lnTo>
                <a:lnTo>
                  <a:pt x="925" y="1920"/>
                </a:lnTo>
                <a:lnTo>
                  <a:pt x="924" y="1920"/>
                </a:lnTo>
                <a:lnTo>
                  <a:pt x="923" y="1919"/>
                </a:lnTo>
                <a:lnTo>
                  <a:pt x="918" y="1918"/>
                </a:lnTo>
                <a:lnTo>
                  <a:pt x="917" y="1918"/>
                </a:lnTo>
                <a:lnTo>
                  <a:pt x="916" y="1917"/>
                </a:lnTo>
                <a:lnTo>
                  <a:pt x="916" y="1916"/>
                </a:lnTo>
                <a:lnTo>
                  <a:pt x="914" y="1916"/>
                </a:lnTo>
                <a:lnTo>
                  <a:pt x="913" y="1916"/>
                </a:lnTo>
                <a:lnTo>
                  <a:pt x="911" y="1917"/>
                </a:lnTo>
                <a:lnTo>
                  <a:pt x="908" y="1915"/>
                </a:lnTo>
                <a:lnTo>
                  <a:pt x="907" y="1915"/>
                </a:lnTo>
                <a:lnTo>
                  <a:pt x="907" y="1914"/>
                </a:lnTo>
                <a:lnTo>
                  <a:pt x="906" y="1914"/>
                </a:lnTo>
                <a:lnTo>
                  <a:pt x="905" y="1914"/>
                </a:lnTo>
                <a:lnTo>
                  <a:pt x="904" y="1916"/>
                </a:lnTo>
                <a:lnTo>
                  <a:pt x="904" y="1917"/>
                </a:lnTo>
                <a:lnTo>
                  <a:pt x="903" y="1918"/>
                </a:lnTo>
                <a:lnTo>
                  <a:pt x="902" y="1918"/>
                </a:lnTo>
                <a:lnTo>
                  <a:pt x="901" y="1918"/>
                </a:lnTo>
                <a:lnTo>
                  <a:pt x="900" y="1918"/>
                </a:lnTo>
                <a:lnTo>
                  <a:pt x="899" y="1919"/>
                </a:lnTo>
                <a:lnTo>
                  <a:pt x="898" y="1919"/>
                </a:lnTo>
                <a:lnTo>
                  <a:pt x="898" y="1920"/>
                </a:lnTo>
                <a:lnTo>
                  <a:pt x="897" y="1920"/>
                </a:lnTo>
                <a:lnTo>
                  <a:pt x="896" y="1919"/>
                </a:lnTo>
                <a:lnTo>
                  <a:pt x="895" y="1917"/>
                </a:lnTo>
                <a:lnTo>
                  <a:pt x="894" y="1916"/>
                </a:lnTo>
                <a:lnTo>
                  <a:pt x="894" y="1915"/>
                </a:lnTo>
                <a:lnTo>
                  <a:pt x="893" y="1914"/>
                </a:lnTo>
                <a:lnTo>
                  <a:pt x="892" y="1914"/>
                </a:lnTo>
                <a:lnTo>
                  <a:pt x="891" y="1914"/>
                </a:lnTo>
                <a:lnTo>
                  <a:pt x="890" y="1913"/>
                </a:lnTo>
                <a:lnTo>
                  <a:pt x="889" y="1913"/>
                </a:lnTo>
                <a:lnTo>
                  <a:pt x="889" y="1912"/>
                </a:lnTo>
                <a:lnTo>
                  <a:pt x="890" y="1912"/>
                </a:lnTo>
                <a:lnTo>
                  <a:pt x="889" y="1911"/>
                </a:lnTo>
                <a:lnTo>
                  <a:pt x="889" y="1910"/>
                </a:lnTo>
                <a:lnTo>
                  <a:pt x="888" y="1910"/>
                </a:lnTo>
                <a:lnTo>
                  <a:pt x="888" y="1911"/>
                </a:lnTo>
                <a:lnTo>
                  <a:pt x="888" y="1910"/>
                </a:lnTo>
                <a:lnTo>
                  <a:pt x="887" y="1910"/>
                </a:lnTo>
                <a:lnTo>
                  <a:pt x="887" y="1909"/>
                </a:lnTo>
                <a:lnTo>
                  <a:pt x="886" y="1909"/>
                </a:lnTo>
                <a:lnTo>
                  <a:pt x="886" y="1908"/>
                </a:lnTo>
                <a:lnTo>
                  <a:pt x="885" y="1908"/>
                </a:lnTo>
                <a:lnTo>
                  <a:pt x="885" y="1907"/>
                </a:lnTo>
                <a:lnTo>
                  <a:pt x="885" y="1908"/>
                </a:lnTo>
                <a:lnTo>
                  <a:pt x="884" y="1908"/>
                </a:lnTo>
                <a:lnTo>
                  <a:pt x="883" y="1908"/>
                </a:lnTo>
                <a:lnTo>
                  <a:pt x="882" y="1907"/>
                </a:lnTo>
                <a:lnTo>
                  <a:pt x="881" y="1907"/>
                </a:lnTo>
                <a:lnTo>
                  <a:pt x="880" y="1906"/>
                </a:lnTo>
                <a:lnTo>
                  <a:pt x="879" y="1905"/>
                </a:lnTo>
                <a:lnTo>
                  <a:pt x="878" y="1904"/>
                </a:lnTo>
                <a:lnTo>
                  <a:pt x="877" y="1904"/>
                </a:lnTo>
                <a:lnTo>
                  <a:pt x="877" y="1905"/>
                </a:lnTo>
                <a:lnTo>
                  <a:pt x="876" y="1905"/>
                </a:lnTo>
                <a:lnTo>
                  <a:pt x="874" y="1905"/>
                </a:lnTo>
                <a:lnTo>
                  <a:pt x="873" y="1905"/>
                </a:lnTo>
                <a:lnTo>
                  <a:pt x="873" y="1904"/>
                </a:lnTo>
                <a:lnTo>
                  <a:pt x="872" y="1904"/>
                </a:lnTo>
                <a:lnTo>
                  <a:pt x="872" y="1903"/>
                </a:lnTo>
                <a:lnTo>
                  <a:pt x="870" y="1902"/>
                </a:lnTo>
                <a:lnTo>
                  <a:pt x="869" y="1901"/>
                </a:lnTo>
                <a:lnTo>
                  <a:pt x="868" y="1901"/>
                </a:lnTo>
                <a:lnTo>
                  <a:pt x="866" y="1901"/>
                </a:lnTo>
                <a:lnTo>
                  <a:pt x="864" y="1901"/>
                </a:lnTo>
                <a:lnTo>
                  <a:pt x="863" y="1901"/>
                </a:lnTo>
                <a:lnTo>
                  <a:pt x="862" y="1901"/>
                </a:lnTo>
                <a:lnTo>
                  <a:pt x="861" y="1903"/>
                </a:lnTo>
                <a:lnTo>
                  <a:pt x="860" y="1904"/>
                </a:lnTo>
                <a:lnTo>
                  <a:pt x="860" y="1905"/>
                </a:lnTo>
                <a:lnTo>
                  <a:pt x="860" y="1906"/>
                </a:lnTo>
                <a:lnTo>
                  <a:pt x="860" y="1907"/>
                </a:lnTo>
                <a:lnTo>
                  <a:pt x="859" y="1908"/>
                </a:lnTo>
                <a:lnTo>
                  <a:pt x="858" y="1908"/>
                </a:lnTo>
                <a:lnTo>
                  <a:pt x="855" y="1908"/>
                </a:lnTo>
                <a:lnTo>
                  <a:pt x="854" y="1908"/>
                </a:lnTo>
                <a:lnTo>
                  <a:pt x="854" y="1907"/>
                </a:lnTo>
                <a:lnTo>
                  <a:pt x="853" y="1907"/>
                </a:lnTo>
                <a:lnTo>
                  <a:pt x="851" y="1907"/>
                </a:lnTo>
                <a:lnTo>
                  <a:pt x="851" y="1908"/>
                </a:lnTo>
                <a:lnTo>
                  <a:pt x="851" y="1909"/>
                </a:lnTo>
                <a:lnTo>
                  <a:pt x="851" y="1910"/>
                </a:lnTo>
                <a:lnTo>
                  <a:pt x="852" y="1910"/>
                </a:lnTo>
                <a:lnTo>
                  <a:pt x="852" y="1913"/>
                </a:lnTo>
                <a:lnTo>
                  <a:pt x="851" y="1914"/>
                </a:lnTo>
                <a:lnTo>
                  <a:pt x="850" y="1915"/>
                </a:lnTo>
                <a:lnTo>
                  <a:pt x="849" y="1916"/>
                </a:lnTo>
                <a:lnTo>
                  <a:pt x="848" y="1916"/>
                </a:lnTo>
                <a:lnTo>
                  <a:pt x="848" y="1917"/>
                </a:lnTo>
                <a:lnTo>
                  <a:pt x="848" y="1918"/>
                </a:lnTo>
                <a:lnTo>
                  <a:pt x="848" y="1919"/>
                </a:lnTo>
                <a:lnTo>
                  <a:pt x="849" y="1919"/>
                </a:lnTo>
                <a:lnTo>
                  <a:pt x="847" y="1920"/>
                </a:lnTo>
                <a:lnTo>
                  <a:pt x="847" y="1921"/>
                </a:lnTo>
                <a:lnTo>
                  <a:pt x="845" y="1922"/>
                </a:lnTo>
                <a:lnTo>
                  <a:pt x="845" y="1923"/>
                </a:lnTo>
                <a:lnTo>
                  <a:pt x="844" y="1923"/>
                </a:lnTo>
                <a:lnTo>
                  <a:pt x="841" y="1922"/>
                </a:lnTo>
                <a:lnTo>
                  <a:pt x="841" y="1921"/>
                </a:lnTo>
                <a:lnTo>
                  <a:pt x="840" y="1921"/>
                </a:lnTo>
                <a:lnTo>
                  <a:pt x="840" y="1920"/>
                </a:lnTo>
                <a:lnTo>
                  <a:pt x="839" y="1921"/>
                </a:lnTo>
                <a:lnTo>
                  <a:pt x="838" y="1922"/>
                </a:lnTo>
                <a:lnTo>
                  <a:pt x="838" y="1923"/>
                </a:lnTo>
                <a:lnTo>
                  <a:pt x="836" y="1924"/>
                </a:lnTo>
                <a:lnTo>
                  <a:pt x="835" y="1924"/>
                </a:lnTo>
                <a:lnTo>
                  <a:pt x="833" y="1924"/>
                </a:lnTo>
                <a:lnTo>
                  <a:pt x="832" y="1923"/>
                </a:lnTo>
                <a:lnTo>
                  <a:pt x="831" y="1923"/>
                </a:lnTo>
                <a:lnTo>
                  <a:pt x="830" y="1923"/>
                </a:lnTo>
                <a:lnTo>
                  <a:pt x="829" y="1923"/>
                </a:lnTo>
                <a:lnTo>
                  <a:pt x="829" y="1924"/>
                </a:lnTo>
                <a:lnTo>
                  <a:pt x="828" y="1927"/>
                </a:lnTo>
                <a:lnTo>
                  <a:pt x="827" y="1927"/>
                </a:lnTo>
                <a:lnTo>
                  <a:pt x="826" y="1927"/>
                </a:lnTo>
                <a:lnTo>
                  <a:pt x="826" y="1926"/>
                </a:lnTo>
                <a:lnTo>
                  <a:pt x="825" y="1925"/>
                </a:lnTo>
                <a:lnTo>
                  <a:pt x="824" y="1925"/>
                </a:lnTo>
                <a:lnTo>
                  <a:pt x="824" y="1926"/>
                </a:lnTo>
                <a:lnTo>
                  <a:pt x="823" y="1926"/>
                </a:lnTo>
                <a:lnTo>
                  <a:pt x="823" y="1927"/>
                </a:lnTo>
                <a:lnTo>
                  <a:pt x="822" y="1927"/>
                </a:lnTo>
                <a:lnTo>
                  <a:pt x="821" y="1927"/>
                </a:lnTo>
                <a:lnTo>
                  <a:pt x="818" y="1927"/>
                </a:lnTo>
                <a:lnTo>
                  <a:pt x="817" y="1928"/>
                </a:lnTo>
                <a:lnTo>
                  <a:pt x="816" y="1928"/>
                </a:lnTo>
                <a:lnTo>
                  <a:pt x="815" y="1929"/>
                </a:lnTo>
                <a:lnTo>
                  <a:pt x="814" y="1930"/>
                </a:lnTo>
                <a:lnTo>
                  <a:pt x="813" y="1930"/>
                </a:lnTo>
                <a:lnTo>
                  <a:pt x="811" y="1929"/>
                </a:lnTo>
                <a:lnTo>
                  <a:pt x="810" y="1929"/>
                </a:lnTo>
                <a:lnTo>
                  <a:pt x="809" y="1928"/>
                </a:lnTo>
                <a:lnTo>
                  <a:pt x="808" y="1929"/>
                </a:lnTo>
                <a:lnTo>
                  <a:pt x="807" y="1931"/>
                </a:lnTo>
                <a:lnTo>
                  <a:pt x="807" y="1932"/>
                </a:lnTo>
                <a:lnTo>
                  <a:pt x="807" y="1934"/>
                </a:lnTo>
                <a:lnTo>
                  <a:pt x="807" y="1935"/>
                </a:lnTo>
                <a:lnTo>
                  <a:pt x="807" y="1936"/>
                </a:lnTo>
                <a:lnTo>
                  <a:pt x="808" y="1939"/>
                </a:lnTo>
                <a:lnTo>
                  <a:pt x="807" y="1941"/>
                </a:lnTo>
                <a:lnTo>
                  <a:pt x="808" y="1942"/>
                </a:lnTo>
                <a:lnTo>
                  <a:pt x="808" y="1943"/>
                </a:lnTo>
                <a:lnTo>
                  <a:pt x="807" y="1944"/>
                </a:lnTo>
                <a:lnTo>
                  <a:pt x="806" y="1946"/>
                </a:lnTo>
                <a:lnTo>
                  <a:pt x="806" y="1947"/>
                </a:lnTo>
                <a:lnTo>
                  <a:pt x="805" y="1947"/>
                </a:lnTo>
                <a:lnTo>
                  <a:pt x="802" y="1948"/>
                </a:lnTo>
                <a:lnTo>
                  <a:pt x="801" y="1949"/>
                </a:lnTo>
                <a:lnTo>
                  <a:pt x="798" y="1949"/>
                </a:lnTo>
                <a:lnTo>
                  <a:pt x="797" y="1948"/>
                </a:lnTo>
                <a:lnTo>
                  <a:pt x="796" y="1947"/>
                </a:lnTo>
                <a:lnTo>
                  <a:pt x="795" y="1948"/>
                </a:lnTo>
                <a:lnTo>
                  <a:pt x="794" y="1948"/>
                </a:lnTo>
                <a:lnTo>
                  <a:pt x="793" y="1949"/>
                </a:lnTo>
                <a:lnTo>
                  <a:pt x="792" y="1949"/>
                </a:lnTo>
                <a:lnTo>
                  <a:pt x="792" y="1950"/>
                </a:lnTo>
                <a:lnTo>
                  <a:pt x="792" y="1951"/>
                </a:lnTo>
                <a:lnTo>
                  <a:pt x="791" y="1952"/>
                </a:lnTo>
                <a:lnTo>
                  <a:pt x="790" y="1952"/>
                </a:lnTo>
                <a:lnTo>
                  <a:pt x="790" y="1953"/>
                </a:lnTo>
                <a:lnTo>
                  <a:pt x="789" y="1952"/>
                </a:lnTo>
                <a:lnTo>
                  <a:pt x="788" y="1952"/>
                </a:lnTo>
                <a:lnTo>
                  <a:pt x="787" y="1951"/>
                </a:lnTo>
                <a:lnTo>
                  <a:pt x="786" y="1951"/>
                </a:lnTo>
                <a:lnTo>
                  <a:pt x="783" y="1952"/>
                </a:lnTo>
                <a:lnTo>
                  <a:pt x="782" y="1952"/>
                </a:lnTo>
                <a:lnTo>
                  <a:pt x="781" y="1952"/>
                </a:lnTo>
                <a:lnTo>
                  <a:pt x="778" y="1951"/>
                </a:lnTo>
                <a:lnTo>
                  <a:pt x="777" y="1950"/>
                </a:lnTo>
                <a:lnTo>
                  <a:pt x="776" y="1950"/>
                </a:lnTo>
                <a:lnTo>
                  <a:pt x="775" y="1949"/>
                </a:lnTo>
                <a:lnTo>
                  <a:pt x="775" y="1948"/>
                </a:lnTo>
                <a:lnTo>
                  <a:pt x="773" y="1949"/>
                </a:lnTo>
                <a:lnTo>
                  <a:pt x="771" y="1949"/>
                </a:lnTo>
                <a:lnTo>
                  <a:pt x="770" y="1949"/>
                </a:lnTo>
                <a:lnTo>
                  <a:pt x="769" y="1948"/>
                </a:lnTo>
                <a:lnTo>
                  <a:pt x="769" y="1949"/>
                </a:lnTo>
                <a:lnTo>
                  <a:pt x="768" y="1949"/>
                </a:lnTo>
                <a:lnTo>
                  <a:pt x="767" y="1949"/>
                </a:lnTo>
                <a:lnTo>
                  <a:pt x="766" y="1949"/>
                </a:lnTo>
                <a:lnTo>
                  <a:pt x="766" y="1948"/>
                </a:lnTo>
                <a:lnTo>
                  <a:pt x="765" y="1949"/>
                </a:lnTo>
                <a:lnTo>
                  <a:pt x="764" y="1949"/>
                </a:lnTo>
                <a:lnTo>
                  <a:pt x="763" y="1950"/>
                </a:lnTo>
                <a:lnTo>
                  <a:pt x="762" y="1950"/>
                </a:lnTo>
                <a:lnTo>
                  <a:pt x="761" y="1950"/>
                </a:lnTo>
                <a:lnTo>
                  <a:pt x="761" y="1951"/>
                </a:lnTo>
                <a:lnTo>
                  <a:pt x="760" y="1951"/>
                </a:lnTo>
                <a:lnTo>
                  <a:pt x="756" y="1951"/>
                </a:lnTo>
                <a:lnTo>
                  <a:pt x="756" y="1950"/>
                </a:lnTo>
                <a:lnTo>
                  <a:pt x="753" y="1950"/>
                </a:lnTo>
                <a:lnTo>
                  <a:pt x="753" y="1949"/>
                </a:lnTo>
                <a:lnTo>
                  <a:pt x="752" y="1949"/>
                </a:lnTo>
                <a:lnTo>
                  <a:pt x="751" y="1949"/>
                </a:lnTo>
                <a:lnTo>
                  <a:pt x="749" y="1948"/>
                </a:lnTo>
                <a:lnTo>
                  <a:pt x="747" y="1948"/>
                </a:lnTo>
                <a:lnTo>
                  <a:pt x="746" y="1948"/>
                </a:lnTo>
                <a:lnTo>
                  <a:pt x="745" y="1947"/>
                </a:lnTo>
                <a:lnTo>
                  <a:pt x="744" y="1946"/>
                </a:lnTo>
                <a:lnTo>
                  <a:pt x="743" y="1946"/>
                </a:lnTo>
                <a:lnTo>
                  <a:pt x="741" y="1946"/>
                </a:lnTo>
                <a:lnTo>
                  <a:pt x="740" y="1946"/>
                </a:lnTo>
                <a:lnTo>
                  <a:pt x="739" y="1945"/>
                </a:lnTo>
                <a:lnTo>
                  <a:pt x="739" y="1944"/>
                </a:lnTo>
                <a:lnTo>
                  <a:pt x="739" y="1943"/>
                </a:lnTo>
                <a:lnTo>
                  <a:pt x="739" y="1942"/>
                </a:lnTo>
                <a:lnTo>
                  <a:pt x="740" y="1941"/>
                </a:lnTo>
                <a:lnTo>
                  <a:pt x="740" y="1940"/>
                </a:lnTo>
                <a:lnTo>
                  <a:pt x="740" y="1939"/>
                </a:lnTo>
                <a:lnTo>
                  <a:pt x="740" y="1938"/>
                </a:lnTo>
                <a:lnTo>
                  <a:pt x="739" y="1937"/>
                </a:lnTo>
                <a:lnTo>
                  <a:pt x="738" y="1937"/>
                </a:lnTo>
                <a:lnTo>
                  <a:pt x="735" y="1933"/>
                </a:lnTo>
                <a:lnTo>
                  <a:pt x="735" y="1932"/>
                </a:lnTo>
                <a:lnTo>
                  <a:pt x="735" y="1931"/>
                </a:lnTo>
                <a:lnTo>
                  <a:pt x="735" y="1930"/>
                </a:lnTo>
                <a:lnTo>
                  <a:pt x="733" y="1929"/>
                </a:lnTo>
                <a:lnTo>
                  <a:pt x="732" y="1929"/>
                </a:lnTo>
                <a:lnTo>
                  <a:pt x="731" y="1928"/>
                </a:lnTo>
                <a:lnTo>
                  <a:pt x="730" y="1927"/>
                </a:lnTo>
                <a:lnTo>
                  <a:pt x="729" y="1927"/>
                </a:lnTo>
                <a:lnTo>
                  <a:pt x="728" y="1927"/>
                </a:lnTo>
                <a:lnTo>
                  <a:pt x="727" y="1926"/>
                </a:lnTo>
                <a:lnTo>
                  <a:pt x="727" y="1925"/>
                </a:lnTo>
                <a:lnTo>
                  <a:pt x="726" y="1924"/>
                </a:lnTo>
                <a:lnTo>
                  <a:pt x="725" y="1925"/>
                </a:lnTo>
                <a:lnTo>
                  <a:pt x="724" y="1925"/>
                </a:lnTo>
                <a:lnTo>
                  <a:pt x="724" y="1926"/>
                </a:lnTo>
                <a:lnTo>
                  <a:pt x="724" y="1925"/>
                </a:lnTo>
                <a:lnTo>
                  <a:pt x="723" y="1925"/>
                </a:lnTo>
                <a:lnTo>
                  <a:pt x="723" y="1924"/>
                </a:lnTo>
                <a:lnTo>
                  <a:pt x="722" y="1924"/>
                </a:lnTo>
                <a:lnTo>
                  <a:pt x="722" y="1925"/>
                </a:lnTo>
                <a:lnTo>
                  <a:pt x="722" y="1926"/>
                </a:lnTo>
                <a:lnTo>
                  <a:pt x="721" y="1926"/>
                </a:lnTo>
                <a:lnTo>
                  <a:pt x="720" y="1925"/>
                </a:lnTo>
                <a:lnTo>
                  <a:pt x="719" y="1925"/>
                </a:lnTo>
                <a:lnTo>
                  <a:pt x="719" y="1924"/>
                </a:lnTo>
                <a:lnTo>
                  <a:pt x="718" y="1924"/>
                </a:lnTo>
                <a:lnTo>
                  <a:pt x="716" y="1923"/>
                </a:lnTo>
                <a:lnTo>
                  <a:pt x="715" y="1923"/>
                </a:lnTo>
                <a:lnTo>
                  <a:pt x="714" y="1924"/>
                </a:lnTo>
                <a:lnTo>
                  <a:pt x="714" y="1925"/>
                </a:lnTo>
                <a:lnTo>
                  <a:pt x="713" y="1925"/>
                </a:lnTo>
                <a:lnTo>
                  <a:pt x="713" y="1926"/>
                </a:lnTo>
                <a:lnTo>
                  <a:pt x="712" y="1925"/>
                </a:lnTo>
                <a:lnTo>
                  <a:pt x="712" y="1924"/>
                </a:lnTo>
                <a:lnTo>
                  <a:pt x="711" y="1924"/>
                </a:lnTo>
                <a:lnTo>
                  <a:pt x="710" y="1924"/>
                </a:lnTo>
                <a:lnTo>
                  <a:pt x="709" y="1925"/>
                </a:lnTo>
                <a:lnTo>
                  <a:pt x="708" y="1925"/>
                </a:lnTo>
                <a:lnTo>
                  <a:pt x="707" y="1921"/>
                </a:lnTo>
                <a:lnTo>
                  <a:pt x="707" y="1919"/>
                </a:lnTo>
                <a:lnTo>
                  <a:pt x="707" y="1918"/>
                </a:lnTo>
                <a:lnTo>
                  <a:pt x="706" y="1917"/>
                </a:lnTo>
                <a:lnTo>
                  <a:pt x="705" y="1916"/>
                </a:lnTo>
                <a:lnTo>
                  <a:pt x="705" y="1917"/>
                </a:lnTo>
                <a:lnTo>
                  <a:pt x="702" y="1917"/>
                </a:lnTo>
                <a:lnTo>
                  <a:pt x="699" y="1915"/>
                </a:lnTo>
                <a:lnTo>
                  <a:pt x="699" y="1913"/>
                </a:lnTo>
                <a:lnTo>
                  <a:pt x="699" y="1912"/>
                </a:lnTo>
                <a:lnTo>
                  <a:pt x="698" y="1912"/>
                </a:lnTo>
                <a:lnTo>
                  <a:pt x="697" y="1912"/>
                </a:lnTo>
                <a:lnTo>
                  <a:pt x="696" y="1912"/>
                </a:lnTo>
                <a:lnTo>
                  <a:pt x="696" y="1911"/>
                </a:lnTo>
                <a:lnTo>
                  <a:pt x="697" y="1911"/>
                </a:lnTo>
                <a:lnTo>
                  <a:pt x="697" y="1910"/>
                </a:lnTo>
                <a:lnTo>
                  <a:pt x="697" y="1909"/>
                </a:lnTo>
                <a:lnTo>
                  <a:pt x="696" y="1908"/>
                </a:lnTo>
                <a:lnTo>
                  <a:pt x="694" y="1909"/>
                </a:lnTo>
                <a:lnTo>
                  <a:pt x="693" y="1909"/>
                </a:lnTo>
                <a:lnTo>
                  <a:pt x="692" y="1909"/>
                </a:lnTo>
                <a:lnTo>
                  <a:pt x="692" y="1908"/>
                </a:lnTo>
                <a:lnTo>
                  <a:pt x="691" y="1908"/>
                </a:lnTo>
                <a:lnTo>
                  <a:pt x="691" y="1909"/>
                </a:lnTo>
                <a:lnTo>
                  <a:pt x="690" y="1909"/>
                </a:lnTo>
                <a:lnTo>
                  <a:pt x="688" y="1910"/>
                </a:lnTo>
                <a:lnTo>
                  <a:pt x="688" y="1911"/>
                </a:lnTo>
                <a:lnTo>
                  <a:pt x="688" y="1912"/>
                </a:lnTo>
                <a:lnTo>
                  <a:pt x="688" y="1913"/>
                </a:lnTo>
                <a:lnTo>
                  <a:pt x="689" y="1913"/>
                </a:lnTo>
                <a:lnTo>
                  <a:pt x="688" y="1913"/>
                </a:lnTo>
                <a:lnTo>
                  <a:pt x="688" y="1915"/>
                </a:lnTo>
                <a:lnTo>
                  <a:pt x="687" y="1917"/>
                </a:lnTo>
                <a:lnTo>
                  <a:pt x="685" y="1917"/>
                </a:lnTo>
                <a:lnTo>
                  <a:pt x="684" y="1917"/>
                </a:lnTo>
                <a:lnTo>
                  <a:pt x="683" y="1917"/>
                </a:lnTo>
                <a:lnTo>
                  <a:pt x="683" y="1918"/>
                </a:lnTo>
                <a:lnTo>
                  <a:pt x="684" y="1920"/>
                </a:lnTo>
                <a:lnTo>
                  <a:pt x="685" y="1920"/>
                </a:lnTo>
                <a:lnTo>
                  <a:pt x="685" y="1921"/>
                </a:lnTo>
                <a:lnTo>
                  <a:pt x="683" y="1921"/>
                </a:lnTo>
                <a:lnTo>
                  <a:pt x="683" y="1920"/>
                </a:lnTo>
                <a:lnTo>
                  <a:pt x="681" y="1920"/>
                </a:lnTo>
                <a:lnTo>
                  <a:pt x="679" y="1920"/>
                </a:lnTo>
                <a:lnTo>
                  <a:pt x="678" y="1919"/>
                </a:lnTo>
                <a:lnTo>
                  <a:pt x="676" y="1918"/>
                </a:lnTo>
                <a:lnTo>
                  <a:pt x="675" y="1918"/>
                </a:lnTo>
                <a:lnTo>
                  <a:pt x="675" y="1917"/>
                </a:lnTo>
                <a:lnTo>
                  <a:pt x="675" y="1916"/>
                </a:lnTo>
                <a:lnTo>
                  <a:pt x="674" y="1915"/>
                </a:lnTo>
                <a:lnTo>
                  <a:pt x="673" y="1915"/>
                </a:lnTo>
                <a:lnTo>
                  <a:pt x="673" y="1916"/>
                </a:lnTo>
                <a:lnTo>
                  <a:pt x="672" y="1916"/>
                </a:lnTo>
                <a:lnTo>
                  <a:pt x="669" y="1915"/>
                </a:lnTo>
                <a:lnTo>
                  <a:pt x="669" y="1914"/>
                </a:lnTo>
                <a:lnTo>
                  <a:pt x="668" y="1914"/>
                </a:lnTo>
                <a:lnTo>
                  <a:pt x="667" y="1912"/>
                </a:lnTo>
                <a:lnTo>
                  <a:pt x="666" y="1912"/>
                </a:lnTo>
                <a:lnTo>
                  <a:pt x="665" y="1911"/>
                </a:lnTo>
                <a:lnTo>
                  <a:pt x="664" y="1911"/>
                </a:lnTo>
                <a:lnTo>
                  <a:pt x="663" y="1911"/>
                </a:lnTo>
                <a:lnTo>
                  <a:pt x="662" y="1910"/>
                </a:lnTo>
                <a:lnTo>
                  <a:pt x="658" y="1910"/>
                </a:lnTo>
                <a:lnTo>
                  <a:pt x="655" y="1909"/>
                </a:lnTo>
                <a:lnTo>
                  <a:pt x="654" y="1910"/>
                </a:lnTo>
                <a:lnTo>
                  <a:pt x="654" y="1909"/>
                </a:lnTo>
                <a:lnTo>
                  <a:pt x="651" y="1909"/>
                </a:lnTo>
                <a:lnTo>
                  <a:pt x="650" y="1909"/>
                </a:lnTo>
                <a:lnTo>
                  <a:pt x="647" y="1907"/>
                </a:lnTo>
                <a:lnTo>
                  <a:pt x="646" y="1907"/>
                </a:lnTo>
                <a:lnTo>
                  <a:pt x="646" y="1906"/>
                </a:lnTo>
                <a:lnTo>
                  <a:pt x="647" y="1905"/>
                </a:lnTo>
                <a:lnTo>
                  <a:pt x="647" y="1904"/>
                </a:lnTo>
                <a:lnTo>
                  <a:pt x="647" y="1903"/>
                </a:lnTo>
                <a:lnTo>
                  <a:pt x="646" y="1903"/>
                </a:lnTo>
                <a:lnTo>
                  <a:pt x="645" y="1902"/>
                </a:lnTo>
                <a:lnTo>
                  <a:pt x="644" y="1901"/>
                </a:lnTo>
                <a:lnTo>
                  <a:pt x="644" y="1900"/>
                </a:lnTo>
                <a:lnTo>
                  <a:pt x="645" y="1900"/>
                </a:lnTo>
                <a:lnTo>
                  <a:pt x="645" y="1899"/>
                </a:lnTo>
                <a:lnTo>
                  <a:pt x="645" y="1898"/>
                </a:lnTo>
                <a:lnTo>
                  <a:pt x="644" y="1897"/>
                </a:lnTo>
                <a:lnTo>
                  <a:pt x="642" y="1898"/>
                </a:lnTo>
                <a:lnTo>
                  <a:pt x="641" y="1897"/>
                </a:lnTo>
                <a:lnTo>
                  <a:pt x="640" y="1897"/>
                </a:lnTo>
                <a:lnTo>
                  <a:pt x="640" y="1896"/>
                </a:lnTo>
                <a:lnTo>
                  <a:pt x="640" y="1895"/>
                </a:lnTo>
                <a:lnTo>
                  <a:pt x="639" y="1895"/>
                </a:lnTo>
                <a:lnTo>
                  <a:pt x="638" y="1894"/>
                </a:lnTo>
                <a:lnTo>
                  <a:pt x="637" y="1895"/>
                </a:lnTo>
                <a:lnTo>
                  <a:pt x="635" y="1895"/>
                </a:lnTo>
                <a:lnTo>
                  <a:pt x="634" y="1895"/>
                </a:lnTo>
                <a:lnTo>
                  <a:pt x="633" y="1895"/>
                </a:lnTo>
                <a:lnTo>
                  <a:pt x="632" y="1893"/>
                </a:lnTo>
                <a:lnTo>
                  <a:pt x="631" y="1893"/>
                </a:lnTo>
                <a:lnTo>
                  <a:pt x="630" y="1892"/>
                </a:lnTo>
                <a:lnTo>
                  <a:pt x="630" y="1893"/>
                </a:lnTo>
                <a:lnTo>
                  <a:pt x="630" y="1894"/>
                </a:lnTo>
                <a:lnTo>
                  <a:pt x="628" y="1894"/>
                </a:lnTo>
                <a:lnTo>
                  <a:pt x="627" y="1893"/>
                </a:lnTo>
                <a:lnTo>
                  <a:pt x="627" y="1892"/>
                </a:lnTo>
                <a:lnTo>
                  <a:pt x="626" y="1891"/>
                </a:lnTo>
                <a:lnTo>
                  <a:pt x="624" y="1890"/>
                </a:lnTo>
                <a:lnTo>
                  <a:pt x="623" y="1889"/>
                </a:lnTo>
                <a:lnTo>
                  <a:pt x="622" y="1889"/>
                </a:lnTo>
                <a:lnTo>
                  <a:pt x="621" y="1889"/>
                </a:lnTo>
                <a:lnTo>
                  <a:pt x="621" y="1888"/>
                </a:lnTo>
                <a:lnTo>
                  <a:pt x="620" y="1888"/>
                </a:lnTo>
                <a:lnTo>
                  <a:pt x="620" y="1887"/>
                </a:lnTo>
                <a:lnTo>
                  <a:pt x="620" y="1886"/>
                </a:lnTo>
                <a:lnTo>
                  <a:pt x="621" y="1885"/>
                </a:lnTo>
                <a:lnTo>
                  <a:pt x="621" y="1884"/>
                </a:lnTo>
                <a:lnTo>
                  <a:pt x="621" y="1883"/>
                </a:lnTo>
                <a:lnTo>
                  <a:pt x="620" y="1883"/>
                </a:lnTo>
                <a:lnTo>
                  <a:pt x="619" y="1884"/>
                </a:lnTo>
                <a:lnTo>
                  <a:pt x="618" y="1884"/>
                </a:lnTo>
                <a:lnTo>
                  <a:pt x="617" y="1886"/>
                </a:lnTo>
                <a:lnTo>
                  <a:pt x="616" y="1886"/>
                </a:lnTo>
                <a:lnTo>
                  <a:pt x="614" y="1888"/>
                </a:lnTo>
                <a:lnTo>
                  <a:pt x="613" y="1889"/>
                </a:lnTo>
                <a:lnTo>
                  <a:pt x="612" y="1890"/>
                </a:lnTo>
                <a:lnTo>
                  <a:pt x="611" y="1890"/>
                </a:lnTo>
                <a:lnTo>
                  <a:pt x="609" y="1890"/>
                </a:lnTo>
                <a:lnTo>
                  <a:pt x="607" y="1890"/>
                </a:lnTo>
                <a:lnTo>
                  <a:pt x="607" y="1889"/>
                </a:lnTo>
                <a:lnTo>
                  <a:pt x="606" y="1889"/>
                </a:lnTo>
                <a:lnTo>
                  <a:pt x="605" y="1889"/>
                </a:lnTo>
                <a:lnTo>
                  <a:pt x="604" y="1889"/>
                </a:lnTo>
                <a:lnTo>
                  <a:pt x="603" y="1889"/>
                </a:lnTo>
                <a:lnTo>
                  <a:pt x="603" y="1890"/>
                </a:lnTo>
                <a:lnTo>
                  <a:pt x="602" y="1891"/>
                </a:lnTo>
                <a:lnTo>
                  <a:pt x="602" y="1892"/>
                </a:lnTo>
                <a:lnTo>
                  <a:pt x="601" y="1892"/>
                </a:lnTo>
                <a:lnTo>
                  <a:pt x="600" y="1892"/>
                </a:lnTo>
                <a:lnTo>
                  <a:pt x="600" y="1893"/>
                </a:lnTo>
                <a:lnTo>
                  <a:pt x="599" y="1894"/>
                </a:lnTo>
                <a:lnTo>
                  <a:pt x="599" y="1895"/>
                </a:lnTo>
                <a:lnTo>
                  <a:pt x="598" y="1896"/>
                </a:lnTo>
                <a:lnTo>
                  <a:pt x="597" y="1899"/>
                </a:lnTo>
                <a:lnTo>
                  <a:pt x="596" y="1902"/>
                </a:lnTo>
                <a:lnTo>
                  <a:pt x="596" y="1904"/>
                </a:lnTo>
                <a:lnTo>
                  <a:pt x="597" y="1904"/>
                </a:lnTo>
                <a:lnTo>
                  <a:pt x="598" y="1906"/>
                </a:lnTo>
                <a:lnTo>
                  <a:pt x="598" y="1907"/>
                </a:lnTo>
                <a:lnTo>
                  <a:pt x="599" y="1907"/>
                </a:lnTo>
                <a:lnTo>
                  <a:pt x="599" y="1908"/>
                </a:lnTo>
                <a:lnTo>
                  <a:pt x="601" y="1911"/>
                </a:lnTo>
                <a:lnTo>
                  <a:pt x="601" y="1912"/>
                </a:lnTo>
                <a:lnTo>
                  <a:pt x="600" y="1912"/>
                </a:lnTo>
                <a:lnTo>
                  <a:pt x="600" y="1913"/>
                </a:lnTo>
                <a:lnTo>
                  <a:pt x="600" y="1914"/>
                </a:lnTo>
                <a:lnTo>
                  <a:pt x="601" y="1915"/>
                </a:lnTo>
                <a:lnTo>
                  <a:pt x="603" y="1916"/>
                </a:lnTo>
                <a:lnTo>
                  <a:pt x="603" y="1917"/>
                </a:lnTo>
                <a:lnTo>
                  <a:pt x="603" y="1918"/>
                </a:lnTo>
                <a:lnTo>
                  <a:pt x="602" y="1918"/>
                </a:lnTo>
                <a:lnTo>
                  <a:pt x="602" y="1917"/>
                </a:lnTo>
                <a:lnTo>
                  <a:pt x="601" y="1917"/>
                </a:lnTo>
                <a:lnTo>
                  <a:pt x="600" y="1917"/>
                </a:lnTo>
                <a:lnTo>
                  <a:pt x="599" y="1916"/>
                </a:lnTo>
                <a:lnTo>
                  <a:pt x="598" y="1916"/>
                </a:lnTo>
                <a:lnTo>
                  <a:pt x="598" y="1917"/>
                </a:lnTo>
                <a:lnTo>
                  <a:pt x="597" y="1916"/>
                </a:lnTo>
                <a:lnTo>
                  <a:pt x="596" y="1915"/>
                </a:lnTo>
                <a:lnTo>
                  <a:pt x="595" y="1915"/>
                </a:lnTo>
                <a:lnTo>
                  <a:pt x="594" y="1914"/>
                </a:lnTo>
                <a:lnTo>
                  <a:pt x="594" y="1915"/>
                </a:lnTo>
                <a:lnTo>
                  <a:pt x="592" y="1915"/>
                </a:lnTo>
                <a:lnTo>
                  <a:pt x="591" y="1914"/>
                </a:lnTo>
                <a:lnTo>
                  <a:pt x="590" y="1914"/>
                </a:lnTo>
                <a:lnTo>
                  <a:pt x="590" y="1915"/>
                </a:lnTo>
                <a:lnTo>
                  <a:pt x="590" y="1916"/>
                </a:lnTo>
                <a:lnTo>
                  <a:pt x="589" y="1917"/>
                </a:lnTo>
                <a:lnTo>
                  <a:pt x="588" y="1917"/>
                </a:lnTo>
                <a:lnTo>
                  <a:pt x="587" y="1917"/>
                </a:lnTo>
                <a:lnTo>
                  <a:pt x="586" y="1917"/>
                </a:lnTo>
                <a:lnTo>
                  <a:pt x="585" y="1917"/>
                </a:lnTo>
                <a:lnTo>
                  <a:pt x="585" y="1919"/>
                </a:lnTo>
                <a:lnTo>
                  <a:pt x="586" y="1920"/>
                </a:lnTo>
                <a:lnTo>
                  <a:pt x="586" y="1921"/>
                </a:lnTo>
                <a:lnTo>
                  <a:pt x="586" y="1922"/>
                </a:lnTo>
                <a:lnTo>
                  <a:pt x="585" y="1922"/>
                </a:lnTo>
                <a:lnTo>
                  <a:pt x="584" y="1923"/>
                </a:lnTo>
                <a:lnTo>
                  <a:pt x="583" y="1923"/>
                </a:lnTo>
                <a:lnTo>
                  <a:pt x="583" y="1924"/>
                </a:lnTo>
                <a:lnTo>
                  <a:pt x="582" y="1925"/>
                </a:lnTo>
                <a:lnTo>
                  <a:pt x="579" y="1926"/>
                </a:lnTo>
                <a:lnTo>
                  <a:pt x="574" y="1928"/>
                </a:lnTo>
                <a:lnTo>
                  <a:pt x="573" y="1928"/>
                </a:lnTo>
                <a:lnTo>
                  <a:pt x="569" y="1930"/>
                </a:lnTo>
                <a:lnTo>
                  <a:pt x="568" y="1930"/>
                </a:lnTo>
                <a:lnTo>
                  <a:pt x="567" y="1930"/>
                </a:lnTo>
                <a:lnTo>
                  <a:pt x="566" y="1929"/>
                </a:lnTo>
                <a:lnTo>
                  <a:pt x="565" y="1928"/>
                </a:lnTo>
                <a:lnTo>
                  <a:pt x="564" y="1928"/>
                </a:lnTo>
                <a:lnTo>
                  <a:pt x="562" y="1929"/>
                </a:lnTo>
                <a:lnTo>
                  <a:pt x="561" y="1930"/>
                </a:lnTo>
                <a:lnTo>
                  <a:pt x="560" y="1930"/>
                </a:lnTo>
                <a:lnTo>
                  <a:pt x="558" y="1932"/>
                </a:lnTo>
                <a:lnTo>
                  <a:pt x="558" y="1933"/>
                </a:lnTo>
                <a:lnTo>
                  <a:pt x="559" y="1934"/>
                </a:lnTo>
                <a:lnTo>
                  <a:pt x="559" y="1935"/>
                </a:lnTo>
                <a:lnTo>
                  <a:pt x="558" y="1935"/>
                </a:lnTo>
                <a:lnTo>
                  <a:pt x="558" y="1937"/>
                </a:lnTo>
                <a:lnTo>
                  <a:pt x="557" y="1937"/>
                </a:lnTo>
                <a:lnTo>
                  <a:pt x="556" y="1937"/>
                </a:lnTo>
                <a:lnTo>
                  <a:pt x="556" y="1938"/>
                </a:lnTo>
                <a:lnTo>
                  <a:pt x="556" y="1939"/>
                </a:lnTo>
                <a:lnTo>
                  <a:pt x="557" y="1939"/>
                </a:lnTo>
                <a:lnTo>
                  <a:pt x="557" y="1940"/>
                </a:lnTo>
                <a:lnTo>
                  <a:pt x="557" y="1941"/>
                </a:lnTo>
                <a:lnTo>
                  <a:pt x="556" y="1941"/>
                </a:lnTo>
                <a:lnTo>
                  <a:pt x="555" y="1941"/>
                </a:lnTo>
                <a:lnTo>
                  <a:pt x="555" y="1942"/>
                </a:lnTo>
                <a:lnTo>
                  <a:pt x="554" y="1942"/>
                </a:lnTo>
                <a:lnTo>
                  <a:pt x="554" y="1943"/>
                </a:lnTo>
                <a:lnTo>
                  <a:pt x="554" y="1944"/>
                </a:lnTo>
                <a:lnTo>
                  <a:pt x="554" y="1945"/>
                </a:lnTo>
                <a:lnTo>
                  <a:pt x="554" y="1946"/>
                </a:lnTo>
                <a:lnTo>
                  <a:pt x="555" y="1946"/>
                </a:lnTo>
                <a:lnTo>
                  <a:pt x="555" y="1947"/>
                </a:lnTo>
                <a:lnTo>
                  <a:pt x="555" y="1948"/>
                </a:lnTo>
                <a:lnTo>
                  <a:pt x="554" y="1949"/>
                </a:lnTo>
                <a:lnTo>
                  <a:pt x="554" y="1951"/>
                </a:lnTo>
                <a:lnTo>
                  <a:pt x="553" y="1952"/>
                </a:lnTo>
                <a:lnTo>
                  <a:pt x="552" y="1952"/>
                </a:lnTo>
                <a:lnTo>
                  <a:pt x="551" y="1952"/>
                </a:lnTo>
                <a:lnTo>
                  <a:pt x="550" y="1952"/>
                </a:lnTo>
                <a:lnTo>
                  <a:pt x="549" y="1952"/>
                </a:lnTo>
                <a:lnTo>
                  <a:pt x="549" y="1953"/>
                </a:lnTo>
                <a:lnTo>
                  <a:pt x="548" y="1953"/>
                </a:lnTo>
                <a:lnTo>
                  <a:pt x="548" y="1954"/>
                </a:lnTo>
                <a:lnTo>
                  <a:pt x="548" y="1955"/>
                </a:lnTo>
                <a:lnTo>
                  <a:pt x="547" y="1957"/>
                </a:lnTo>
                <a:lnTo>
                  <a:pt x="546" y="1958"/>
                </a:lnTo>
                <a:lnTo>
                  <a:pt x="545" y="1957"/>
                </a:lnTo>
                <a:lnTo>
                  <a:pt x="543" y="1956"/>
                </a:lnTo>
                <a:lnTo>
                  <a:pt x="542" y="1956"/>
                </a:lnTo>
                <a:lnTo>
                  <a:pt x="540" y="1956"/>
                </a:lnTo>
                <a:lnTo>
                  <a:pt x="539" y="1956"/>
                </a:lnTo>
                <a:lnTo>
                  <a:pt x="538" y="1957"/>
                </a:lnTo>
                <a:lnTo>
                  <a:pt x="538" y="1960"/>
                </a:lnTo>
                <a:lnTo>
                  <a:pt x="539" y="1960"/>
                </a:lnTo>
                <a:lnTo>
                  <a:pt x="539" y="1961"/>
                </a:lnTo>
                <a:lnTo>
                  <a:pt x="539" y="1962"/>
                </a:lnTo>
                <a:lnTo>
                  <a:pt x="538" y="1963"/>
                </a:lnTo>
                <a:lnTo>
                  <a:pt x="537" y="1965"/>
                </a:lnTo>
                <a:lnTo>
                  <a:pt x="536" y="1966"/>
                </a:lnTo>
                <a:lnTo>
                  <a:pt x="536" y="1967"/>
                </a:lnTo>
                <a:lnTo>
                  <a:pt x="536" y="1968"/>
                </a:lnTo>
                <a:lnTo>
                  <a:pt x="535" y="1968"/>
                </a:lnTo>
                <a:lnTo>
                  <a:pt x="532" y="1971"/>
                </a:lnTo>
                <a:lnTo>
                  <a:pt x="530" y="1974"/>
                </a:lnTo>
                <a:lnTo>
                  <a:pt x="530" y="1976"/>
                </a:lnTo>
                <a:lnTo>
                  <a:pt x="530" y="1978"/>
                </a:lnTo>
                <a:lnTo>
                  <a:pt x="530" y="1980"/>
                </a:lnTo>
                <a:lnTo>
                  <a:pt x="530" y="1982"/>
                </a:lnTo>
                <a:lnTo>
                  <a:pt x="528" y="1982"/>
                </a:lnTo>
                <a:lnTo>
                  <a:pt x="527" y="1982"/>
                </a:lnTo>
                <a:lnTo>
                  <a:pt x="524" y="1982"/>
                </a:lnTo>
                <a:lnTo>
                  <a:pt x="524" y="1984"/>
                </a:lnTo>
                <a:lnTo>
                  <a:pt x="524" y="1985"/>
                </a:lnTo>
                <a:lnTo>
                  <a:pt x="525" y="1985"/>
                </a:lnTo>
                <a:lnTo>
                  <a:pt x="526" y="1986"/>
                </a:lnTo>
                <a:lnTo>
                  <a:pt x="526" y="1987"/>
                </a:lnTo>
                <a:lnTo>
                  <a:pt x="526" y="1988"/>
                </a:lnTo>
                <a:lnTo>
                  <a:pt x="526" y="1989"/>
                </a:lnTo>
                <a:lnTo>
                  <a:pt x="525" y="1989"/>
                </a:lnTo>
                <a:lnTo>
                  <a:pt x="525" y="1990"/>
                </a:lnTo>
                <a:lnTo>
                  <a:pt x="522" y="1990"/>
                </a:lnTo>
                <a:lnTo>
                  <a:pt x="522" y="1991"/>
                </a:lnTo>
                <a:lnTo>
                  <a:pt x="522" y="1992"/>
                </a:lnTo>
                <a:lnTo>
                  <a:pt x="521" y="1993"/>
                </a:lnTo>
                <a:lnTo>
                  <a:pt x="520" y="1994"/>
                </a:lnTo>
                <a:lnTo>
                  <a:pt x="519" y="1994"/>
                </a:lnTo>
                <a:lnTo>
                  <a:pt x="520" y="1994"/>
                </a:lnTo>
                <a:lnTo>
                  <a:pt x="520" y="1995"/>
                </a:lnTo>
                <a:lnTo>
                  <a:pt x="521" y="1995"/>
                </a:lnTo>
                <a:lnTo>
                  <a:pt x="520" y="1996"/>
                </a:lnTo>
                <a:lnTo>
                  <a:pt x="519" y="1996"/>
                </a:lnTo>
                <a:lnTo>
                  <a:pt x="518" y="1997"/>
                </a:lnTo>
                <a:lnTo>
                  <a:pt x="517" y="1997"/>
                </a:lnTo>
                <a:lnTo>
                  <a:pt x="517" y="1998"/>
                </a:lnTo>
                <a:lnTo>
                  <a:pt x="516" y="2000"/>
                </a:lnTo>
                <a:lnTo>
                  <a:pt x="517" y="2000"/>
                </a:lnTo>
                <a:lnTo>
                  <a:pt x="519" y="2002"/>
                </a:lnTo>
                <a:lnTo>
                  <a:pt x="518" y="2003"/>
                </a:lnTo>
                <a:lnTo>
                  <a:pt x="518" y="2002"/>
                </a:lnTo>
                <a:lnTo>
                  <a:pt x="517" y="2002"/>
                </a:lnTo>
                <a:lnTo>
                  <a:pt x="516" y="2002"/>
                </a:lnTo>
                <a:lnTo>
                  <a:pt x="517" y="2003"/>
                </a:lnTo>
                <a:lnTo>
                  <a:pt x="517" y="2004"/>
                </a:lnTo>
                <a:lnTo>
                  <a:pt x="516" y="2004"/>
                </a:lnTo>
                <a:lnTo>
                  <a:pt x="516" y="2005"/>
                </a:lnTo>
                <a:lnTo>
                  <a:pt x="515" y="2004"/>
                </a:lnTo>
                <a:lnTo>
                  <a:pt x="513" y="2004"/>
                </a:lnTo>
                <a:lnTo>
                  <a:pt x="513" y="2005"/>
                </a:lnTo>
                <a:lnTo>
                  <a:pt x="513" y="2006"/>
                </a:lnTo>
                <a:lnTo>
                  <a:pt x="512" y="2007"/>
                </a:lnTo>
                <a:lnTo>
                  <a:pt x="512" y="2008"/>
                </a:lnTo>
                <a:lnTo>
                  <a:pt x="511" y="2007"/>
                </a:lnTo>
                <a:lnTo>
                  <a:pt x="510" y="2008"/>
                </a:lnTo>
                <a:lnTo>
                  <a:pt x="509" y="2008"/>
                </a:lnTo>
                <a:lnTo>
                  <a:pt x="508" y="2009"/>
                </a:lnTo>
                <a:lnTo>
                  <a:pt x="507" y="2008"/>
                </a:lnTo>
                <a:lnTo>
                  <a:pt x="506" y="2008"/>
                </a:lnTo>
                <a:lnTo>
                  <a:pt x="503" y="2008"/>
                </a:lnTo>
                <a:lnTo>
                  <a:pt x="501" y="2008"/>
                </a:lnTo>
                <a:lnTo>
                  <a:pt x="500" y="2008"/>
                </a:lnTo>
                <a:lnTo>
                  <a:pt x="499" y="2007"/>
                </a:lnTo>
                <a:lnTo>
                  <a:pt x="499" y="2006"/>
                </a:lnTo>
                <a:lnTo>
                  <a:pt x="498" y="2005"/>
                </a:lnTo>
                <a:lnTo>
                  <a:pt x="495" y="2006"/>
                </a:lnTo>
                <a:lnTo>
                  <a:pt x="495" y="2007"/>
                </a:lnTo>
                <a:lnTo>
                  <a:pt x="495" y="2008"/>
                </a:lnTo>
                <a:lnTo>
                  <a:pt x="494" y="2008"/>
                </a:lnTo>
                <a:lnTo>
                  <a:pt x="493" y="2009"/>
                </a:lnTo>
                <a:lnTo>
                  <a:pt x="491" y="2009"/>
                </a:lnTo>
                <a:lnTo>
                  <a:pt x="491" y="2008"/>
                </a:lnTo>
                <a:lnTo>
                  <a:pt x="490" y="2008"/>
                </a:lnTo>
                <a:lnTo>
                  <a:pt x="488" y="2008"/>
                </a:lnTo>
                <a:lnTo>
                  <a:pt x="487" y="2008"/>
                </a:lnTo>
                <a:lnTo>
                  <a:pt x="486" y="2007"/>
                </a:lnTo>
                <a:lnTo>
                  <a:pt x="486" y="2006"/>
                </a:lnTo>
                <a:lnTo>
                  <a:pt x="486" y="2005"/>
                </a:lnTo>
                <a:lnTo>
                  <a:pt x="485" y="2005"/>
                </a:lnTo>
                <a:lnTo>
                  <a:pt x="484" y="2005"/>
                </a:lnTo>
                <a:lnTo>
                  <a:pt x="483" y="2005"/>
                </a:lnTo>
                <a:lnTo>
                  <a:pt x="482" y="2005"/>
                </a:lnTo>
                <a:lnTo>
                  <a:pt x="481" y="2005"/>
                </a:lnTo>
                <a:lnTo>
                  <a:pt x="480" y="2005"/>
                </a:lnTo>
                <a:lnTo>
                  <a:pt x="479" y="2003"/>
                </a:lnTo>
                <a:lnTo>
                  <a:pt x="479" y="2002"/>
                </a:lnTo>
                <a:lnTo>
                  <a:pt x="479" y="2001"/>
                </a:lnTo>
                <a:lnTo>
                  <a:pt x="478" y="2001"/>
                </a:lnTo>
                <a:lnTo>
                  <a:pt x="478" y="2002"/>
                </a:lnTo>
                <a:lnTo>
                  <a:pt x="477" y="2002"/>
                </a:lnTo>
                <a:lnTo>
                  <a:pt x="476" y="2003"/>
                </a:lnTo>
                <a:lnTo>
                  <a:pt x="476" y="2004"/>
                </a:lnTo>
                <a:lnTo>
                  <a:pt x="471" y="2004"/>
                </a:lnTo>
                <a:lnTo>
                  <a:pt x="470" y="2004"/>
                </a:lnTo>
                <a:lnTo>
                  <a:pt x="470" y="2003"/>
                </a:lnTo>
                <a:lnTo>
                  <a:pt x="468" y="2002"/>
                </a:lnTo>
                <a:lnTo>
                  <a:pt x="468" y="2003"/>
                </a:lnTo>
                <a:lnTo>
                  <a:pt x="467" y="2003"/>
                </a:lnTo>
                <a:lnTo>
                  <a:pt x="466" y="2003"/>
                </a:lnTo>
                <a:lnTo>
                  <a:pt x="464" y="2002"/>
                </a:lnTo>
                <a:lnTo>
                  <a:pt x="463" y="2002"/>
                </a:lnTo>
                <a:lnTo>
                  <a:pt x="461" y="2002"/>
                </a:lnTo>
                <a:lnTo>
                  <a:pt x="459" y="2003"/>
                </a:lnTo>
                <a:lnTo>
                  <a:pt x="458" y="2002"/>
                </a:lnTo>
                <a:lnTo>
                  <a:pt x="457" y="2002"/>
                </a:lnTo>
                <a:lnTo>
                  <a:pt x="456" y="2002"/>
                </a:lnTo>
                <a:lnTo>
                  <a:pt x="455" y="2003"/>
                </a:lnTo>
                <a:lnTo>
                  <a:pt x="454" y="2002"/>
                </a:lnTo>
                <a:lnTo>
                  <a:pt x="454" y="2001"/>
                </a:lnTo>
                <a:lnTo>
                  <a:pt x="453" y="2001"/>
                </a:lnTo>
                <a:lnTo>
                  <a:pt x="453" y="2000"/>
                </a:lnTo>
                <a:lnTo>
                  <a:pt x="452" y="2000"/>
                </a:lnTo>
                <a:lnTo>
                  <a:pt x="450" y="2000"/>
                </a:lnTo>
                <a:lnTo>
                  <a:pt x="449" y="1999"/>
                </a:lnTo>
                <a:lnTo>
                  <a:pt x="446" y="1998"/>
                </a:lnTo>
                <a:lnTo>
                  <a:pt x="444" y="1998"/>
                </a:lnTo>
                <a:lnTo>
                  <a:pt x="444" y="1999"/>
                </a:lnTo>
                <a:lnTo>
                  <a:pt x="444" y="2000"/>
                </a:lnTo>
                <a:lnTo>
                  <a:pt x="442" y="2001"/>
                </a:lnTo>
                <a:lnTo>
                  <a:pt x="441" y="2001"/>
                </a:lnTo>
                <a:lnTo>
                  <a:pt x="440" y="2000"/>
                </a:lnTo>
                <a:lnTo>
                  <a:pt x="439" y="2000"/>
                </a:lnTo>
                <a:lnTo>
                  <a:pt x="439" y="1999"/>
                </a:lnTo>
                <a:lnTo>
                  <a:pt x="439" y="2000"/>
                </a:lnTo>
                <a:lnTo>
                  <a:pt x="438" y="2000"/>
                </a:lnTo>
                <a:lnTo>
                  <a:pt x="437" y="2000"/>
                </a:lnTo>
                <a:lnTo>
                  <a:pt x="435" y="1999"/>
                </a:lnTo>
                <a:lnTo>
                  <a:pt x="435" y="1998"/>
                </a:lnTo>
                <a:lnTo>
                  <a:pt x="435" y="1997"/>
                </a:lnTo>
                <a:lnTo>
                  <a:pt x="434" y="1997"/>
                </a:lnTo>
                <a:lnTo>
                  <a:pt x="433" y="1997"/>
                </a:lnTo>
                <a:lnTo>
                  <a:pt x="432" y="1996"/>
                </a:lnTo>
                <a:lnTo>
                  <a:pt x="432" y="1995"/>
                </a:lnTo>
                <a:lnTo>
                  <a:pt x="432" y="1994"/>
                </a:lnTo>
                <a:lnTo>
                  <a:pt x="431" y="1994"/>
                </a:lnTo>
                <a:lnTo>
                  <a:pt x="430" y="1994"/>
                </a:lnTo>
                <a:lnTo>
                  <a:pt x="430" y="1995"/>
                </a:lnTo>
                <a:lnTo>
                  <a:pt x="426" y="1995"/>
                </a:lnTo>
                <a:lnTo>
                  <a:pt x="425" y="1995"/>
                </a:lnTo>
                <a:lnTo>
                  <a:pt x="424" y="1995"/>
                </a:lnTo>
                <a:lnTo>
                  <a:pt x="422" y="1996"/>
                </a:lnTo>
                <a:lnTo>
                  <a:pt x="420" y="1996"/>
                </a:lnTo>
                <a:lnTo>
                  <a:pt x="418" y="1998"/>
                </a:lnTo>
                <a:lnTo>
                  <a:pt x="417" y="2000"/>
                </a:lnTo>
                <a:lnTo>
                  <a:pt x="416" y="2003"/>
                </a:lnTo>
                <a:lnTo>
                  <a:pt x="416" y="2004"/>
                </a:lnTo>
                <a:lnTo>
                  <a:pt x="415" y="2004"/>
                </a:lnTo>
                <a:lnTo>
                  <a:pt x="415" y="2005"/>
                </a:lnTo>
                <a:lnTo>
                  <a:pt x="414" y="2006"/>
                </a:lnTo>
                <a:lnTo>
                  <a:pt x="414" y="2007"/>
                </a:lnTo>
                <a:lnTo>
                  <a:pt x="413" y="2007"/>
                </a:lnTo>
                <a:lnTo>
                  <a:pt x="413" y="2006"/>
                </a:lnTo>
                <a:lnTo>
                  <a:pt x="412" y="2006"/>
                </a:lnTo>
                <a:lnTo>
                  <a:pt x="411" y="2005"/>
                </a:lnTo>
                <a:lnTo>
                  <a:pt x="411" y="2004"/>
                </a:lnTo>
                <a:lnTo>
                  <a:pt x="410" y="2004"/>
                </a:lnTo>
                <a:lnTo>
                  <a:pt x="410" y="2003"/>
                </a:lnTo>
                <a:lnTo>
                  <a:pt x="409" y="2003"/>
                </a:lnTo>
                <a:lnTo>
                  <a:pt x="409" y="2002"/>
                </a:lnTo>
                <a:lnTo>
                  <a:pt x="408" y="2002"/>
                </a:lnTo>
                <a:lnTo>
                  <a:pt x="407" y="2002"/>
                </a:lnTo>
                <a:lnTo>
                  <a:pt x="407" y="2001"/>
                </a:lnTo>
                <a:lnTo>
                  <a:pt x="406" y="2001"/>
                </a:lnTo>
                <a:lnTo>
                  <a:pt x="406" y="2000"/>
                </a:lnTo>
                <a:lnTo>
                  <a:pt x="406" y="1999"/>
                </a:lnTo>
                <a:lnTo>
                  <a:pt x="406" y="1998"/>
                </a:lnTo>
                <a:lnTo>
                  <a:pt x="406" y="1997"/>
                </a:lnTo>
                <a:lnTo>
                  <a:pt x="407" y="1997"/>
                </a:lnTo>
                <a:lnTo>
                  <a:pt x="406" y="1997"/>
                </a:lnTo>
                <a:lnTo>
                  <a:pt x="406" y="1996"/>
                </a:lnTo>
                <a:lnTo>
                  <a:pt x="405" y="1996"/>
                </a:lnTo>
                <a:lnTo>
                  <a:pt x="404" y="1996"/>
                </a:lnTo>
                <a:lnTo>
                  <a:pt x="403" y="1996"/>
                </a:lnTo>
                <a:lnTo>
                  <a:pt x="403" y="1997"/>
                </a:lnTo>
                <a:lnTo>
                  <a:pt x="402" y="1997"/>
                </a:lnTo>
                <a:lnTo>
                  <a:pt x="402" y="1998"/>
                </a:lnTo>
                <a:lnTo>
                  <a:pt x="401" y="1998"/>
                </a:lnTo>
                <a:lnTo>
                  <a:pt x="400" y="1998"/>
                </a:lnTo>
                <a:lnTo>
                  <a:pt x="399" y="1998"/>
                </a:lnTo>
                <a:lnTo>
                  <a:pt x="399" y="1999"/>
                </a:lnTo>
                <a:lnTo>
                  <a:pt x="398" y="1999"/>
                </a:lnTo>
                <a:lnTo>
                  <a:pt x="398" y="2000"/>
                </a:lnTo>
                <a:lnTo>
                  <a:pt x="398" y="1999"/>
                </a:lnTo>
                <a:lnTo>
                  <a:pt x="397" y="1999"/>
                </a:lnTo>
                <a:lnTo>
                  <a:pt x="396" y="1998"/>
                </a:lnTo>
                <a:lnTo>
                  <a:pt x="396" y="1997"/>
                </a:lnTo>
                <a:lnTo>
                  <a:pt x="395" y="1997"/>
                </a:lnTo>
                <a:lnTo>
                  <a:pt x="395" y="1996"/>
                </a:lnTo>
                <a:lnTo>
                  <a:pt x="395" y="1995"/>
                </a:lnTo>
                <a:lnTo>
                  <a:pt x="395" y="1994"/>
                </a:lnTo>
                <a:lnTo>
                  <a:pt x="396" y="1993"/>
                </a:lnTo>
                <a:lnTo>
                  <a:pt x="397" y="1993"/>
                </a:lnTo>
                <a:lnTo>
                  <a:pt x="397" y="1992"/>
                </a:lnTo>
                <a:lnTo>
                  <a:pt x="396" y="1992"/>
                </a:lnTo>
                <a:lnTo>
                  <a:pt x="396" y="1991"/>
                </a:lnTo>
                <a:lnTo>
                  <a:pt x="395" y="1991"/>
                </a:lnTo>
                <a:lnTo>
                  <a:pt x="395" y="1990"/>
                </a:lnTo>
                <a:lnTo>
                  <a:pt x="395" y="1989"/>
                </a:lnTo>
                <a:lnTo>
                  <a:pt x="394" y="1989"/>
                </a:lnTo>
                <a:lnTo>
                  <a:pt x="394" y="1988"/>
                </a:lnTo>
                <a:lnTo>
                  <a:pt x="393" y="1988"/>
                </a:lnTo>
                <a:lnTo>
                  <a:pt x="392" y="1988"/>
                </a:lnTo>
                <a:lnTo>
                  <a:pt x="392" y="1987"/>
                </a:lnTo>
                <a:lnTo>
                  <a:pt x="391" y="1988"/>
                </a:lnTo>
                <a:lnTo>
                  <a:pt x="391" y="1987"/>
                </a:lnTo>
                <a:lnTo>
                  <a:pt x="390" y="1987"/>
                </a:lnTo>
                <a:lnTo>
                  <a:pt x="390" y="1986"/>
                </a:lnTo>
                <a:lnTo>
                  <a:pt x="390" y="1985"/>
                </a:lnTo>
                <a:lnTo>
                  <a:pt x="390" y="1984"/>
                </a:lnTo>
                <a:lnTo>
                  <a:pt x="389" y="1984"/>
                </a:lnTo>
                <a:lnTo>
                  <a:pt x="388" y="1983"/>
                </a:lnTo>
                <a:lnTo>
                  <a:pt x="387" y="1983"/>
                </a:lnTo>
                <a:lnTo>
                  <a:pt x="387" y="1982"/>
                </a:lnTo>
                <a:lnTo>
                  <a:pt x="387" y="1983"/>
                </a:lnTo>
                <a:lnTo>
                  <a:pt x="386" y="1983"/>
                </a:lnTo>
                <a:lnTo>
                  <a:pt x="385" y="1982"/>
                </a:lnTo>
                <a:lnTo>
                  <a:pt x="385" y="1981"/>
                </a:lnTo>
                <a:lnTo>
                  <a:pt x="384" y="1981"/>
                </a:lnTo>
                <a:lnTo>
                  <a:pt x="384" y="1980"/>
                </a:lnTo>
                <a:lnTo>
                  <a:pt x="383" y="1980"/>
                </a:lnTo>
                <a:lnTo>
                  <a:pt x="383" y="1979"/>
                </a:lnTo>
                <a:lnTo>
                  <a:pt x="384" y="1979"/>
                </a:lnTo>
                <a:lnTo>
                  <a:pt x="385" y="1979"/>
                </a:lnTo>
                <a:lnTo>
                  <a:pt x="385" y="1978"/>
                </a:lnTo>
                <a:lnTo>
                  <a:pt x="385" y="1977"/>
                </a:lnTo>
                <a:lnTo>
                  <a:pt x="386" y="1977"/>
                </a:lnTo>
                <a:lnTo>
                  <a:pt x="386" y="1976"/>
                </a:lnTo>
                <a:lnTo>
                  <a:pt x="386" y="1975"/>
                </a:lnTo>
                <a:lnTo>
                  <a:pt x="385" y="1975"/>
                </a:lnTo>
                <a:lnTo>
                  <a:pt x="385" y="1974"/>
                </a:lnTo>
                <a:lnTo>
                  <a:pt x="384" y="1974"/>
                </a:lnTo>
                <a:lnTo>
                  <a:pt x="383" y="1972"/>
                </a:lnTo>
                <a:lnTo>
                  <a:pt x="383" y="1971"/>
                </a:lnTo>
                <a:lnTo>
                  <a:pt x="382" y="1971"/>
                </a:lnTo>
                <a:lnTo>
                  <a:pt x="382" y="1970"/>
                </a:lnTo>
                <a:lnTo>
                  <a:pt x="382" y="1969"/>
                </a:lnTo>
                <a:lnTo>
                  <a:pt x="382" y="1968"/>
                </a:lnTo>
                <a:lnTo>
                  <a:pt x="382" y="1967"/>
                </a:lnTo>
                <a:lnTo>
                  <a:pt x="382" y="1966"/>
                </a:lnTo>
                <a:lnTo>
                  <a:pt x="381" y="1966"/>
                </a:lnTo>
                <a:lnTo>
                  <a:pt x="380" y="1966"/>
                </a:lnTo>
                <a:lnTo>
                  <a:pt x="379" y="1966"/>
                </a:lnTo>
                <a:lnTo>
                  <a:pt x="379" y="1965"/>
                </a:lnTo>
                <a:lnTo>
                  <a:pt x="378" y="1965"/>
                </a:lnTo>
                <a:lnTo>
                  <a:pt x="377" y="1964"/>
                </a:lnTo>
                <a:lnTo>
                  <a:pt x="377" y="1965"/>
                </a:lnTo>
                <a:lnTo>
                  <a:pt x="377" y="1964"/>
                </a:lnTo>
                <a:lnTo>
                  <a:pt x="376" y="1964"/>
                </a:lnTo>
                <a:lnTo>
                  <a:pt x="376" y="1963"/>
                </a:lnTo>
                <a:lnTo>
                  <a:pt x="375" y="1963"/>
                </a:lnTo>
                <a:lnTo>
                  <a:pt x="375" y="1962"/>
                </a:lnTo>
                <a:lnTo>
                  <a:pt x="374" y="1962"/>
                </a:lnTo>
                <a:lnTo>
                  <a:pt x="373" y="1962"/>
                </a:lnTo>
                <a:lnTo>
                  <a:pt x="372" y="1962"/>
                </a:lnTo>
                <a:lnTo>
                  <a:pt x="371" y="1962"/>
                </a:lnTo>
                <a:lnTo>
                  <a:pt x="370" y="1962"/>
                </a:lnTo>
                <a:lnTo>
                  <a:pt x="370" y="1963"/>
                </a:lnTo>
                <a:lnTo>
                  <a:pt x="369" y="1963"/>
                </a:lnTo>
                <a:lnTo>
                  <a:pt x="368" y="1963"/>
                </a:lnTo>
                <a:lnTo>
                  <a:pt x="368" y="1964"/>
                </a:lnTo>
                <a:lnTo>
                  <a:pt x="368" y="1965"/>
                </a:lnTo>
                <a:lnTo>
                  <a:pt x="367" y="1965"/>
                </a:lnTo>
                <a:lnTo>
                  <a:pt x="367" y="1966"/>
                </a:lnTo>
                <a:lnTo>
                  <a:pt x="366" y="1966"/>
                </a:lnTo>
                <a:lnTo>
                  <a:pt x="365" y="1965"/>
                </a:lnTo>
                <a:lnTo>
                  <a:pt x="364" y="1965"/>
                </a:lnTo>
                <a:lnTo>
                  <a:pt x="364" y="1964"/>
                </a:lnTo>
                <a:lnTo>
                  <a:pt x="364" y="1963"/>
                </a:lnTo>
                <a:lnTo>
                  <a:pt x="364" y="1962"/>
                </a:lnTo>
                <a:lnTo>
                  <a:pt x="364" y="1961"/>
                </a:lnTo>
                <a:lnTo>
                  <a:pt x="365" y="1960"/>
                </a:lnTo>
                <a:lnTo>
                  <a:pt x="365" y="1959"/>
                </a:lnTo>
                <a:lnTo>
                  <a:pt x="365" y="1958"/>
                </a:lnTo>
                <a:lnTo>
                  <a:pt x="366" y="1958"/>
                </a:lnTo>
                <a:lnTo>
                  <a:pt x="365" y="1958"/>
                </a:lnTo>
                <a:lnTo>
                  <a:pt x="365" y="1957"/>
                </a:lnTo>
                <a:lnTo>
                  <a:pt x="365" y="1956"/>
                </a:lnTo>
                <a:lnTo>
                  <a:pt x="365" y="1955"/>
                </a:lnTo>
                <a:lnTo>
                  <a:pt x="364" y="1955"/>
                </a:lnTo>
                <a:lnTo>
                  <a:pt x="364" y="1954"/>
                </a:lnTo>
                <a:lnTo>
                  <a:pt x="363" y="1954"/>
                </a:lnTo>
                <a:lnTo>
                  <a:pt x="362" y="1954"/>
                </a:lnTo>
                <a:lnTo>
                  <a:pt x="361" y="1954"/>
                </a:lnTo>
                <a:lnTo>
                  <a:pt x="360" y="1953"/>
                </a:lnTo>
                <a:lnTo>
                  <a:pt x="360" y="1952"/>
                </a:lnTo>
                <a:lnTo>
                  <a:pt x="359" y="1952"/>
                </a:lnTo>
                <a:lnTo>
                  <a:pt x="358" y="1952"/>
                </a:lnTo>
                <a:lnTo>
                  <a:pt x="357" y="1952"/>
                </a:lnTo>
                <a:lnTo>
                  <a:pt x="356" y="1952"/>
                </a:lnTo>
                <a:lnTo>
                  <a:pt x="357" y="1952"/>
                </a:lnTo>
                <a:lnTo>
                  <a:pt x="357" y="1953"/>
                </a:lnTo>
                <a:lnTo>
                  <a:pt x="356" y="1953"/>
                </a:lnTo>
                <a:lnTo>
                  <a:pt x="355" y="1953"/>
                </a:lnTo>
                <a:lnTo>
                  <a:pt x="354" y="1952"/>
                </a:lnTo>
                <a:lnTo>
                  <a:pt x="354" y="1953"/>
                </a:lnTo>
                <a:lnTo>
                  <a:pt x="353" y="1953"/>
                </a:lnTo>
                <a:lnTo>
                  <a:pt x="353" y="1954"/>
                </a:lnTo>
                <a:lnTo>
                  <a:pt x="353" y="1955"/>
                </a:lnTo>
                <a:lnTo>
                  <a:pt x="352" y="1955"/>
                </a:lnTo>
                <a:lnTo>
                  <a:pt x="352" y="1956"/>
                </a:lnTo>
                <a:lnTo>
                  <a:pt x="351" y="1956"/>
                </a:lnTo>
                <a:lnTo>
                  <a:pt x="350" y="1956"/>
                </a:lnTo>
                <a:lnTo>
                  <a:pt x="350" y="1954"/>
                </a:lnTo>
                <a:lnTo>
                  <a:pt x="350" y="1953"/>
                </a:lnTo>
                <a:lnTo>
                  <a:pt x="350" y="1952"/>
                </a:lnTo>
                <a:lnTo>
                  <a:pt x="351" y="1952"/>
                </a:lnTo>
                <a:lnTo>
                  <a:pt x="351" y="1951"/>
                </a:lnTo>
                <a:lnTo>
                  <a:pt x="351" y="1950"/>
                </a:lnTo>
                <a:lnTo>
                  <a:pt x="351" y="1949"/>
                </a:lnTo>
                <a:lnTo>
                  <a:pt x="352" y="1949"/>
                </a:lnTo>
                <a:lnTo>
                  <a:pt x="352" y="1948"/>
                </a:lnTo>
                <a:lnTo>
                  <a:pt x="351" y="1948"/>
                </a:lnTo>
                <a:lnTo>
                  <a:pt x="351" y="1947"/>
                </a:lnTo>
                <a:lnTo>
                  <a:pt x="350" y="1947"/>
                </a:lnTo>
                <a:lnTo>
                  <a:pt x="349" y="1947"/>
                </a:lnTo>
                <a:lnTo>
                  <a:pt x="349" y="1946"/>
                </a:lnTo>
                <a:lnTo>
                  <a:pt x="348" y="1946"/>
                </a:lnTo>
                <a:lnTo>
                  <a:pt x="348" y="1945"/>
                </a:lnTo>
                <a:lnTo>
                  <a:pt x="347" y="1945"/>
                </a:lnTo>
                <a:lnTo>
                  <a:pt x="347" y="1944"/>
                </a:lnTo>
                <a:lnTo>
                  <a:pt x="345" y="1944"/>
                </a:lnTo>
                <a:lnTo>
                  <a:pt x="344" y="1944"/>
                </a:lnTo>
                <a:lnTo>
                  <a:pt x="343" y="1944"/>
                </a:lnTo>
                <a:lnTo>
                  <a:pt x="342" y="1944"/>
                </a:lnTo>
                <a:lnTo>
                  <a:pt x="341" y="1944"/>
                </a:lnTo>
                <a:lnTo>
                  <a:pt x="341" y="1943"/>
                </a:lnTo>
                <a:lnTo>
                  <a:pt x="340" y="1943"/>
                </a:lnTo>
                <a:lnTo>
                  <a:pt x="340" y="1942"/>
                </a:lnTo>
                <a:lnTo>
                  <a:pt x="339" y="1941"/>
                </a:lnTo>
                <a:lnTo>
                  <a:pt x="338" y="1941"/>
                </a:lnTo>
                <a:lnTo>
                  <a:pt x="337" y="1941"/>
                </a:lnTo>
                <a:lnTo>
                  <a:pt x="337" y="1940"/>
                </a:lnTo>
                <a:lnTo>
                  <a:pt x="336" y="1940"/>
                </a:lnTo>
                <a:lnTo>
                  <a:pt x="336" y="1939"/>
                </a:lnTo>
                <a:lnTo>
                  <a:pt x="335" y="1939"/>
                </a:lnTo>
                <a:lnTo>
                  <a:pt x="335" y="1938"/>
                </a:lnTo>
                <a:lnTo>
                  <a:pt x="335" y="1937"/>
                </a:lnTo>
                <a:lnTo>
                  <a:pt x="334" y="1937"/>
                </a:lnTo>
                <a:lnTo>
                  <a:pt x="334" y="1936"/>
                </a:lnTo>
                <a:lnTo>
                  <a:pt x="335" y="1936"/>
                </a:lnTo>
                <a:lnTo>
                  <a:pt x="335" y="1935"/>
                </a:lnTo>
                <a:lnTo>
                  <a:pt x="335" y="1934"/>
                </a:lnTo>
                <a:lnTo>
                  <a:pt x="335" y="1933"/>
                </a:lnTo>
                <a:lnTo>
                  <a:pt x="335" y="1932"/>
                </a:lnTo>
                <a:lnTo>
                  <a:pt x="336" y="1932"/>
                </a:lnTo>
                <a:lnTo>
                  <a:pt x="336" y="1931"/>
                </a:lnTo>
                <a:lnTo>
                  <a:pt x="337" y="1931"/>
                </a:lnTo>
                <a:lnTo>
                  <a:pt x="337" y="1929"/>
                </a:lnTo>
                <a:lnTo>
                  <a:pt x="337" y="1928"/>
                </a:lnTo>
                <a:lnTo>
                  <a:pt x="338" y="1928"/>
                </a:lnTo>
                <a:lnTo>
                  <a:pt x="337" y="1927"/>
                </a:lnTo>
                <a:lnTo>
                  <a:pt x="337" y="1926"/>
                </a:lnTo>
                <a:lnTo>
                  <a:pt x="336" y="1926"/>
                </a:lnTo>
                <a:lnTo>
                  <a:pt x="336" y="1925"/>
                </a:lnTo>
                <a:lnTo>
                  <a:pt x="335" y="1925"/>
                </a:lnTo>
                <a:lnTo>
                  <a:pt x="334" y="1924"/>
                </a:lnTo>
                <a:lnTo>
                  <a:pt x="333" y="1924"/>
                </a:lnTo>
                <a:lnTo>
                  <a:pt x="333" y="1923"/>
                </a:lnTo>
                <a:lnTo>
                  <a:pt x="332" y="1923"/>
                </a:lnTo>
                <a:lnTo>
                  <a:pt x="331" y="1923"/>
                </a:lnTo>
                <a:lnTo>
                  <a:pt x="331" y="1922"/>
                </a:lnTo>
                <a:lnTo>
                  <a:pt x="331" y="1921"/>
                </a:lnTo>
                <a:lnTo>
                  <a:pt x="331" y="1919"/>
                </a:lnTo>
                <a:lnTo>
                  <a:pt x="331" y="1918"/>
                </a:lnTo>
                <a:lnTo>
                  <a:pt x="332" y="1918"/>
                </a:lnTo>
                <a:lnTo>
                  <a:pt x="332" y="1917"/>
                </a:lnTo>
                <a:lnTo>
                  <a:pt x="332" y="1916"/>
                </a:lnTo>
                <a:lnTo>
                  <a:pt x="333" y="1916"/>
                </a:lnTo>
                <a:lnTo>
                  <a:pt x="333" y="1915"/>
                </a:lnTo>
                <a:lnTo>
                  <a:pt x="334" y="1915"/>
                </a:lnTo>
                <a:lnTo>
                  <a:pt x="335" y="1915"/>
                </a:lnTo>
                <a:lnTo>
                  <a:pt x="335" y="1914"/>
                </a:lnTo>
                <a:lnTo>
                  <a:pt x="335" y="1913"/>
                </a:lnTo>
                <a:lnTo>
                  <a:pt x="336" y="1913"/>
                </a:lnTo>
                <a:lnTo>
                  <a:pt x="336" y="1912"/>
                </a:lnTo>
                <a:lnTo>
                  <a:pt x="336" y="1911"/>
                </a:lnTo>
                <a:lnTo>
                  <a:pt x="337" y="1911"/>
                </a:lnTo>
                <a:lnTo>
                  <a:pt x="337" y="1910"/>
                </a:lnTo>
                <a:lnTo>
                  <a:pt x="337" y="1909"/>
                </a:lnTo>
                <a:lnTo>
                  <a:pt x="337" y="1908"/>
                </a:lnTo>
                <a:lnTo>
                  <a:pt x="337" y="1907"/>
                </a:lnTo>
                <a:lnTo>
                  <a:pt x="338" y="1907"/>
                </a:lnTo>
                <a:lnTo>
                  <a:pt x="338" y="1906"/>
                </a:lnTo>
                <a:lnTo>
                  <a:pt x="338" y="1905"/>
                </a:lnTo>
                <a:lnTo>
                  <a:pt x="339" y="1905"/>
                </a:lnTo>
                <a:lnTo>
                  <a:pt x="339" y="1904"/>
                </a:lnTo>
                <a:lnTo>
                  <a:pt x="339" y="1903"/>
                </a:lnTo>
                <a:lnTo>
                  <a:pt x="338" y="1903"/>
                </a:lnTo>
                <a:lnTo>
                  <a:pt x="339" y="1903"/>
                </a:lnTo>
                <a:lnTo>
                  <a:pt x="339" y="1902"/>
                </a:lnTo>
                <a:lnTo>
                  <a:pt x="340" y="1902"/>
                </a:lnTo>
                <a:lnTo>
                  <a:pt x="339" y="1902"/>
                </a:lnTo>
                <a:lnTo>
                  <a:pt x="340" y="1902"/>
                </a:lnTo>
                <a:lnTo>
                  <a:pt x="340" y="1901"/>
                </a:lnTo>
                <a:lnTo>
                  <a:pt x="340" y="1900"/>
                </a:lnTo>
                <a:lnTo>
                  <a:pt x="340" y="1899"/>
                </a:lnTo>
                <a:lnTo>
                  <a:pt x="340" y="1898"/>
                </a:lnTo>
                <a:lnTo>
                  <a:pt x="339" y="1897"/>
                </a:lnTo>
                <a:lnTo>
                  <a:pt x="338" y="1897"/>
                </a:lnTo>
                <a:lnTo>
                  <a:pt x="337" y="1897"/>
                </a:lnTo>
                <a:lnTo>
                  <a:pt x="337" y="1896"/>
                </a:lnTo>
                <a:lnTo>
                  <a:pt x="337" y="1895"/>
                </a:lnTo>
                <a:lnTo>
                  <a:pt x="338" y="1895"/>
                </a:lnTo>
                <a:lnTo>
                  <a:pt x="338" y="1894"/>
                </a:lnTo>
                <a:lnTo>
                  <a:pt x="337" y="1894"/>
                </a:lnTo>
                <a:lnTo>
                  <a:pt x="337" y="1893"/>
                </a:lnTo>
                <a:lnTo>
                  <a:pt x="337" y="1892"/>
                </a:lnTo>
                <a:lnTo>
                  <a:pt x="336" y="1892"/>
                </a:lnTo>
                <a:lnTo>
                  <a:pt x="336" y="1891"/>
                </a:lnTo>
                <a:lnTo>
                  <a:pt x="337" y="1891"/>
                </a:lnTo>
                <a:lnTo>
                  <a:pt x="336" y="1891"/>
                </a:lnTo>
                <a:lnTo>
                  <a:pt x="336" y="1890"/>
                </a:lnTo>
                <a:lnTo>
                  <a:pt x="336" y="1889"/>
                </a:lnTo>
                <a:lnTo>
                  <a:pt x="335" y="1889"/>
                </a:lnTo>
                <a:lnTo>
                  <a:pt x="336" y="1888"/>
                </a:lnTo>
                <a:lnTo>
                  <a:pt x="337" y="1888"/>
                </a:lnTo>
                <a:lnTo>
                  <a:pt x="337" y="1889"/>
                </a:lnTo>
                <a:lnTo>
                  <a:pt x="337" y="1888"/>
                </a:lnTo>
                <a:lnTo>
                  <a:pt x="338" y="1888"/>
                </a:lnTo>
                <a:lnTo>
                  <a:pt x="339" y="1888"/>
                </a:lnTo>
                <a:lnTo>
                  <a:pt x="339" y="1887"/>
                </a:lnTo>
                <a:lnTo>
                  <a:pt x="340" y="1887"/>
                </a:lnTo>
                <a:lnTo>
                  <a:pt x="340" y="1886"/>
                </a:lnTo>
                <a:lnTo>
                  <a:pt x="340" y="1885"/>
                </a:lnTo>
                <a:lnTo>
                  <a:pt x="340" y="1884"/>
                </a:lnTo>
                <a:lnTo>
                  <a:pt x="339" y="1884"/>
                </a:lnTo>
                <a:lnTo>
                  <a:pt x="339" y="1883"/>
                </a:lnTo>
                <a:lnTo>
                  <a:pt x="339" y="1882"/>
                </a:lnTo>
                <a:lnTo>
                  <a:pt x="338" y="1882"/>
                </a:lnTo>
                <a:lnTo>
                  <a:pt x="338" y="1881"/>
                </a:lnTo>
                <a:lnTo>
                  <a:pt x="338" y="1882"/>
                </a:lnTo>
                <a:lnTo>
                  <a:pt x="337" y="1882"/>
                </a:lnTo>
                <a:lnTo>
                  <a:pt x="337" y="1881"/>
                </a:lnTo>
                <a:lnTo>
                  <a:pt x="336" y="1881"/>
                </a:lnTo>
                <a:lnTo>
                  <a:pt x="336" y="1880"/>
                </a:lnTo>
                <a:lnTo>
                  <a:pt x="335" y="1880"/>
                </a:lnTo>
                <a:lnTo>
                  <a:pt x="335" y="1879"/>
                </a:lnTo>
                <a:lnTo>
                  <a:pt x="335" y="1878"/>
                </a:lnTo>
                <a:lnTo>
                  <a:pt x="335" y="1877"/>
                </a:lnTo>
                <a:lnTo>
                  <a:pt x="334" y="1876"/>
                </a:lnTo>
                <a:lnTo>
                  <a:pt x="333" y="1875"/>
                </a:lnTo>
                <a:lnTo>
                  <a:pt x="334" y="1875"/>
                </a:lnTo>
                <a:lnTo>
                  <a:pt x="334" y="1874"/>
                </a:lnTo>
                <a:lnTo>
                  <a:pt x="333" y="1874"/>
                </a:lnTo>
                <a:lnTo>
                  <a:pt x="333" y="1873"/>
                </a:lnTo>
                <a:lnTo>
                  <a:pt x="333" y="1872"/>
                </a:lnTo>
                <a:lnTo>
                  <a:pt x="334" y="1871"/>
                </a:lnTo>
                <a:lnTo>
                  <a:pt x="335" y="1871"/>
                </a:lnTo>
                <a:lnTo>
                  <a:pt x="336" y="1871"/>
                </a:lnTo>
                <a:lnTo>
                  <a:pt x="336" y="1870"/>
                </a:lnTo>
                <a:lnTo>
                  <a:pt x="336" y="1869"/>
                </a:lnTo>
                <a:lnTo>
                  <a:pt x="337" y="1869"/>
                </a:lnTo>
                <a:lnTo>
                  <a:pt x="338" y="1869"/>
                </a:lnTo>
                <a:lnTo>
                  <a:pt x="338" y="1868"/>
                </a:lnTo>
                <a:lnTo>
                  <a:pt x="337" y="1867"/>
                </a:lnTo>
                <a:lnTo>
                  <a:pt x="337" y="1866"/>
                </a:lnTo>
                <a:lnTo>
                  <a:pt x="337" y="1865"/>
                </a:lnTo>
                <a:lnTo>
                  <a:pt x="337" y="1864"/>
                </a:lnTo>
                <a:lnTo>
                  <a:pt x="337" y="1863"/>
                </a:lnTo>
                <a:lnTo>
                  <a:pt x="336" y="1863"/>
                </a:lnTo>
                <a:lnTo>
                  <a:pt x="336" y="1862"/>
                </a:lnTo>
                <a:lnTo>
                  <a:pt x="335" y="1862"/>
                </a:lnTo>
                <a:lnTo>
                  <a:pt x="334" y="1862"/>
                </a:lnTo>
                <a:lnTo>
                  <a:pt x="333" y="1862"/>
                </a:lnTo>
                <a:lnTo>
                  <a:pt x="332" y="1862"/>
                </a:lnTo>
                <a:lnTo>
                  <a:pt x="331" y="1862"/>
                </a:lnTo>
                <a:lnTo>
                  <a:pt x="331" y="1863"/>
                </a:lnTo>
                <a:lnTo>
                  <a:pt x="330" y="1863"/>
                </a:lnTo>
                <a:lnTo>
                  <a:pt x="330" y="1862"/>
                </a:lnTo>
                <a:lnTo>
                  <a:pt x="329" y="1862"/>
                </a:lnTo>
                <a:lnTo>
                  <a:pt x="329" y="1861"/>
                </a:lnTo>
                <a:lnTo>
                  <a:pt x="329" y="1860"/>
                </a:lnTo>
                <a:lnTo>
                  <a:pt x="329" y="1859"/>
                </a:lnTo>
                <a:lnTo>
                  <a:pt x="328" y="1859"/>
                </a:lnTo>
                <a:lnTo>
                  <a:pt x="328" y="1858"/>
                </a:lnTo>
                <a:lnTo>
                  <a:pt x="329" y="1858"/>
                </a:lnTo>
                <a:lnTo>
                  <a:pt x="330" y="1858"/>
                </a:lnTo>
                <a:lnTo>
                  <a:pt x="330" y="1857"/>
                </a:lnTo>
                <a:lnTo>
                  <a:pt x="329" y="1857"/>
                </a:lnTo>
                <a:lnTo>
                  <a:pt x="329" y="1856"/>
                </a:lnTo>
                <a:lnTo>
                  <a:pt x="330" y="1856"/>
                </a:lnTo>
                <a:lnTo>
                  <a:pt x="330" y="1855"/>
                </a:lnTo>
                <a:lnTo>
                  <a:pt x="329" y="1854"/>
                </a:lnTo>
                <a:lnTo>
                  <a:pt x="330" y="1854"/>
                </a:lnTo>
                <a:lnTo>
                  <a:pt x="330" y="1853"/>
                </a:lnTo>
                <a:lnTo>
                  <a:pt x="330" y="1852"/>
                </a:lnTo>
                <a:lnTo>
                  <a:pt x="331" y="1852"/>
                </a:lnTo>
                <a:lnTo>
                  <a:pt x="331" y="1851"/>
                </a:lnTo>
                <a:lnTo>
                  <a:pt x="332" y="1851"/>
                </a:lnTo>
                <a:lnTo>
                  <a:pt x="332" y="1850"/>
                </a:lnTo>
                <a:lnTo>
                  <a:pt x="331" y="1849"/>
                </a:lnTo>
                <a:lnTo>
                  <a:pt x="331" y="1848"/>
                </a:lnTo>
                <a:lnTo>
                  <a:pt x="332" y="1848"/>
                </a:lnTo>
                <a:lnTo>
                  <a:pt x="331" y="1848"/>
                </a:lnTo>
                <a:lnTo>
                  <a:pt x="331" y="1847"/>
                </a:lnTo>
                <a:lnTo>
                  <a:pt x="331" y="1846"/>
                </a:lnTo>
                <a:lnTo>
                  <a:pt x="330" y="1846"/>
                </a:lnTo>
                <a:lnTo>
                  <a:pt x="330" y="1845"/>
                </a:lnTo>
                <a:lnTo>
                  <a:pt x="329" y="1845"/>
                </a:lnTo>
                <a:lnTo>
                  <a:pt x="329" y="1844"/>
                </a:lnTo>
                <a:lnTo>
                  <a:pt x="329" y="1843"/>
                </a:lnTo>
                <a:lnTo>
                  <a:pt x="328" y="1843"/>
                </a:lnTo>
                <a:lnTo>
                  <a:pt x="328" y="1842"/>
                </a:lnTo>
                <a:lnTo>
                  <a:pt x="328" y="1841"/>
                </a:lnTo>
                <a:lnTo>
                  <a:pt x="328" y="1840"/>
                </a:lnTo>
                <a:lnTo>
                  <a:pt x="328" y="1839"/>
                </a:lnTo>
                <a:lnTo>
                  <a:pt x="328" y="1838"/>
                </a:lnTo>
                <a:lnTo>
                  <a:pt x="328" y="1837"/>
                </a:lnTo>
                <a:lnTo>
                  <a:pt x="329" y="1837"/>
                </a:lnTo>
                <a:lnTo>
                  <a:pt x="329" y="1836"/>
                </a:lnTo>
                <a:lnTo>
                  <a:pt x="329" y="1835"/>
                </a:lnTo>
                <a:lnTo>
                  <a:pt x="330" y="1835"/>
                </a:lnTo>
                <a:lnTo>
                  <a:pt x="330" y="1834"/>
                </a:lnTo>
                <a:lnTo>
                  <a:pt x="330" y="1833"/>
                </a:lnTo>
                <a:lnTo>
                  <a:pt x="330" y="1832"/>
                </a:lnTo>
                <a:lnTo>
                  <a:pt x="331" y="1832"/>
                </a:lnTo>
                <a:lnTo>
                  <a:pt x="331" y="1831"/>
                </a:lnTo>
                <a:lnTo>
                  <a:pt x="331" y="1830"/>
                </a:lnTo>
                <a:lnTo>
                  <a:pt x="332" y="1829"/>
                </a:lnTo>
                <a:lnTo>
                  <a:pt x="332" y="1828"/>
                </a:lnTo>
                <a:lnTo>
                  <a:pt x="332" y="1827"/>
                </a:lnTo>
                <a:lnTo>
                  <a:pt x="333" y="1826"/>
                </a:lnTo>
                <a:lnTo>
                  <a:pt x="333" y="1825"/>
                </a:lnTo>
                <a:lnTo>
                  <a:pt x="333" y="1824"/>
                </a:lnTo>
                <a:lnTo>
                  <a:pt x="334" y="1823"/>
                </a:lnTo>
                <a:lnTo>
                  <a:pt x="334" y="1822"/>
                </a:lnTo>
                <a:lnTo>
                  <a:pt x="334" y="1821"/>
                </a:lnTo>
                <a:lnTo>
                  <a:pt x="335" y="1821"/>
                </a:lnTo>
                <a:lnTo>
                  <a:pt x="336" y="1820"/>
                </a:lnTo>
                <a:lnTo>
                  <a:pt x="337" y="1820"/>
                </a:lnTo>
                <a:lnTo>
                  <a:pt x="338" y="1820"/>
                </a:lnTo>
                <a:lnTo>
                  <a:pt x="338" y="1819"/>
                </a:lnTo>
                <a:lnTo>
                  <a:pt x="339" y="1819"/>
                </a:lnTo>
                <a:lnTo>
                  <a:pt x="339" y="1818"/>
                </a:lnTo>
                <a:lnTo>
                  <a:pt x="340" y="1817"/>
                </a:lnTo>
                <a:lnTo>
                  <a:pt x="341" y="1817"/>
                </a:lnTo>
                <a:lnTo>
                  <a:pt x="342" y="1816"/>
                </a:lnTo>
                <a:lnTo>
                  <a:pt x="343" y="1816"/>
                </a:lnTo>
                <a:lnTo>
                  <a:pt x="343" y="1815"/>
                </a:lnTo>
                <a:lnTo>
                  <a:pt x="344" y="1815"/>
                </a:lnTo>
                <a:lnTo>
                  <a:pt x="345" y="1815"/>
                </a:lnTo>
                <a:lnTo>
                  <a:pt x="346" y="1814"/>
                </a:lnTo>
                <a:lnTo>
                  <a:pt x="348" y="1813"/>
                </a:lnTo>
                <a:lnTo>
                  <a:pt x="348" y="1812"/>
                </a:lnTo>
                <a:lnTo>
                  <a:pt x="348" y="1811"/>
                </a:lnTo>
                <a:lnTo>
                  <a:pt x="349" y="1810"/>
                </a:lnTo>
                <a:lnTo>
                  <a:pt x="350" y="1809"/>
                </a:lnTo>
                <a:lnTo>
                  <a:pt x="350" y="1808"/>
                </a:lnTo>
                <a:lnTo>
                  <a:pt x="351" y="1807"/>
                </a:lnTo>
                <a:lnTo>
                  <a:pt x="352" y="1807"/>
                </a:lnTo>
                <a:lnTo>
                  <a:pt x="353" y="1807"/>
                </a:lnTo>
                <a:lnTo>
                  <a:pt x="353" y="1806"/>
                </a:lnTo>
                <a:lnTo>
                  <a:pt x="354" y="1806"/>
                </a:lnTo>
                <a:lnTo>
                  <a:pt x="353" y="1806"/>
                </a:lnTo>
                <a:lnTo>
                  <a:pt x="353" y="1805"/>
                </a:lnTo>
                <a:lnTo>
                  <a:pt x="352" y="1805"/>
                </a:lnTo>
                <a:lnTo>
                  <a:pt x="351" y="1805"/>
                </a:lnTo>
                <a:lnTo>
                  <a:pt x="351" y="1804"/>
                </a:lnTo>
                <a:lnTo>
                  <a:pt x="350" y="1804"/>
                </a:lnTo>
                <a:lnTo>
                  <a:pt x="349" y="1804"/>
                </a:lnTo>
                <a:lnTo>
                  <a:pt x="348" y="1804"/>
                </a:lnTo>
                <a:lnTo>
                  <a:pt x="347" y="1804"/>
                </a:lnTo>
                <a:lnTo>
                  <a:pt x="346" y="1804"/>
                </a:lnTo>
                <a:lnTo>
                  <a:pt x="345" y="1804"/>
                </a:lnTo>
                <a:lnTo>
                  <a:pt x="345" y="1803"/>
                </a:lnTo>
                <a:lnTo>
                  <a:pt x="344" y="1803"/>
                </a:lnTo>
                <a:lnTo>
                  <a:pt x="343" y="1803"/>
                </a:lnTo>
                <a:lnTo>
                  <a:pt x="342" y="1803"/>
                </a:lnTo>
                <a:lnTo>
                  <a:pt x="342" y="1804"/>
                </a:lnTo>
                <a:lnTo>
                  <a:pt x="342" y="1805"/>
                </a:lnTo>
                <a:lnTo>
                  <a:pt x="341" y="1805"/>
                </a:lnTo>
                <a:lnTo>
                  <a:pt x="342" y="1805"/>
                </a:lnTo>
                <a:lnTo>
                  <a:pt x="341" y="1805"/>
                </a:lnTo>
                <a:lnTo>
                  <a:pt x="341" y="1806"/>
                </a:lnTo>
                <a:lnTo>
                  <a:pt x="340" y="1806"/>
                </a:lnTo>
                <a:lnTo>
                  <a:pt x="340" y="1805"/>
                </a:lnTo>
                <a:lnTo>
                  <a:pt x="339" y="1805"/>
                </a:lnTo>
                <a:lnTo>
                  <a:pt x="339" y="1804"/>
                </a:lnTo>
                <a:lnTo>
                  <a:pt x="339" y="1803"/>
                </a:lnTo>
                <a:lnTo>
                  <a:pt x="339" y="1802"/>
                </a:lnTo>
                <a:lnTo>
                  <a:pt x="338" y="1802"/>
                </a:lnTo>
                <a:lnTo>
                  <a:pt x="338" y="1801"/>
                </a:lnTo>
                <a:lnTo>
                  <a:pt x="337" y="1801"/>
                </a:lnTo>
                <a:lnTo>
                  <a:pt x="335" y="1801"/>
                </a:lnTo>
                <a:lnTo>
                  <a:pt x="334" y="1801"/>
                </a:lnTo>
                <a:lnTo>
                  <a:pt x="333" y="1801"/>
                </a:lnTo>
                <a:lnTo>
                  <a:pt x="332" y="1801"/>
                </a:lnTo>
                <a:lnTo>
                  <a:pt x="331" y="1801"/>
                </a:lnTo>
                <a:lnTo>
                  <a:pt x="330" y="1800"/>
                </a:lnTo>
                <a:lnTo>
                  <a:pt x="330" y="1799"/>
                </a:lnTo>
                <a:lnTo>
                  <a:pt x="329" y="1798"/>
                </a:lnTo>
                <a:lnTo>
                  <a:pt x="328" y="1798"/>
                </a:lnTo>
                <a:lnTo>
                  <a:pt x="328" y="1799"/>
                </a:lnTo>
                <a:lnTo>
                  <a:pt x="328" y="1800"/>
                </a:lnTo>
                <a:lnTo>
                  <a:pt x="328" y="1801"/>
                </a:lnTo>
                <a:lnTo>
                  <a:pt x="327" y="1802"/>
                </a:lnTo>
                <a:lnTo>
                  <a:pt x="326" y="1802"/>
                </a:lnTo>
                <a:lnTo>
                  <a:pt x="325" y="1801"/>
                </a:lnTo>
                <a:lnTo>
                  <a:pt x="324" y="1800"/>
                </a:lnTo>
                <a:lnTo>
                  <a:pt x="324" y="1798"/>
                </a:lnTo>
                <a:lnTo>
                  <a:pt x="323" y="1797"/>
                </a:lnTo>
                <a:lnTo>
                  <a:pt x="323" y="1796"/>
                </a:lnTo>
                <a:lnTo>
                  <a:pt x="322" y="1796"/>
                </a:lnTo>
                <a:lnTo>
                  <a:pt x="321" y="1796"/>
                </a:lnTo>
                <a:lnTo>
                  <a:pt x="321" y="1797"/>
                </a:lnTo>
                <a:lnTo>
                  <a:pt x="320" y="1795"/>
                </a:lnTo>
                <a:lnTo>
                  <a:pt x="319" y="1793"/>
                </a:lnTo>
                <a:lnTo>
                  <a:pt x="318" y="1792"/>
                </a:lnTo>
                <a:lnTo>
                  <a:pt x="318" y="1791"/>
                </a:lnTo>
                <a:lnTo>
                  <a:pt x="317" y="1791"/>
                </a:lnTo>
                <a:lnTo>
                  <a:pt x="316" y="1792"/>
                </a:lnTo>
                <a:lnTo>
                  <a:pt x="315" y="1793"/>
                </a:lnTo>
                <a:lnTo>
                  <a:pt x="315" y="1794"/>
                </a:lnTo>
                <a:lnTo>
                  <a:pt x="314" y="1794"/>
                </a:lnTo>
                <a:lnTo>
                  <a:pt x="313" y="1794"/>
                </a:lnTo>
                <a:lnTo>
                  <a:pt x="312" y="1793"/>
                </a:lnTo>
                <a:lnTo>
                  <a:pt x="310" y="1793"/>
                </a:lnTo>
                <a:lnTo>
                  <a:pt x="309" y="1793"/>
                </a:lnTo>
                <a:lnTo>
                  <a:pt x="308" y="1793"/>
                </a:lnTo>
                <a:lnTo>
                  <a:pt x="307" y="1794"/>
                </a:lnTo>
                <a:lnTo>
                  <a:pt x="306" y="1795"/>
                </a:lnTo>
                <a:lnTo>
                  <a:pt x="306" y="1796"/>
                </a:lnTo>
                <a:lnTo>
                  <a:pt x="305" y="1797"/>
                </a:lnTo>
                <a:lnTo>
                  <a:pt x="304" y="1797"/>
                </a:lnTo>
                <a:lnTo>
                  <a:pt x="302" y="1797"/>
                </a:lnTo>
                <a:lnTo>
                  <a:pt x="300" y="1797"/>
                </a:lnTo>
                <a:lnTo>
                  <a:pt x="299" y="1796"/>
                </a:lnTo>
                <a:lnTo>
                  <a:pt x="299" y="1794"/>
                </a:lnTo>
                <a:lnTo>
                  <a:pt x="298" y="1793"/>
                </a:lnTo>
                <a:lnTo>
                  <a:pt x="297" y="1792"/>
                </a:lnTo>
                <a:lnTo>
                  <a:pt x="296" y="1792"/>
                </a:lnTo>
                <a:lnTo>
                  <a:pt x="295" y="1792"/>
                </a:lnTo>
                <a:lnTo>
                  <a:pt x="295" y="1794"/>
                </a:lnTo>
                <a:lnTo>
                  <a:pt x="294" y="1794"/>
                </a:lnTo>
                <a:lnTo>
                  <a:pt x="293" y="1794"/>
                </a:lnTo>
                <a:lnTo>
                  <a:pt x="291" y="1792"/>
                </a:lnTo>
                <a:lnTo>
                  <a:pt x="290" y="1792"/>
                </a:lnTo>
                <a:lnTo>
                  <a:pt x="289" y="1792"/>
                </a:lnTo>
                <a:lnTo>
                  <a:pt x="288" y="1792"/>
                </a:lnTo>
                <a:lnTo>
                  <a:pt x="289" y="1790"/>
                </a:lnTo>
                <a:lnTo>
                  <a:pt x="288" y="1789"/>
                </a:lnTo>
                <a:lnTo>
                  <a:pt x="286" y="1788"/>
                </a:lnTo>
                <a:lnTo>
                  <a:pt x="283" y="1787"/>
                </a:lnTo>
                <a:lnTo>
                  <a:pt x="282" y="1787"/>
                </a:lnTo>
                <a:lnTo>
                  <a:pt x="281" y="1787"/>
                </a:lnTo>
                <a:lnTo>
                  <a:pt x="280" y="1787"/>
                </a:lnTo>
                <a:lnTo>
                  <a:pt x="279" y="1787"/>
                </a:lnTo>
                <a:lnTo>
                  <a:pt x="278" y="1787"/>
                </a:lnTo>
                <a:lnTo>
                  <a:pt x="276" y="1787"/>
                </a:lnTo>
                <a:lnTo>
                  <a:pt x="275" y="1787"/>
                </a:lnTo>
                <a:lnTo>
                  <a:pt x="274" y="1787"/>
                </a:lnTo>
                <a:lnTo>
                  <a:pt x="273" y="1787"/>
                </a:lnTo>
                <a:lnTo>
                  <a:pt x="272" y="1787"/>
                </a:lnTo>
                <a:lnTo>
                  <a:pt x="271" y="1787"/>
                </a:lnTo>
                <a:lnTo>
                  <a:pt x="270" y="1787"/>
                </a:lnTo>
                <a:lnTo>
                  <a:pt x="270" y="1786"/>
                </a:lnTo>
                <a:lnTo>
                  <a:pt x="269" y="1786"/>
                </a:lnTo>
                <a:lnTo>
                  <a:pt x="268" y="1785"/>
                </a:lnTo>
                <a:lnTo>
                  <a:pt x="267" y="1785"/>
                </a:lnTo>
                <a:lnTo>
                  <a:pt x="266" y="1784"/>
                </a:lnTo>
                <a:lnTo>
                  <a:pt x="265" y="1783"/>
                </a:lnTo>
                <a:lnTo>
                  <a:pt x="265" y="1782"/>
                </a:lnTo>
                <a:lnTo>
                  <a:pt x="265" y="1781"/>
                </a:lnTo>
                <a:lnTo>
                  <a:pt x="265" y="1780"/>
                </a:lnTo>
                <a:lnTo>
                  <a:pt x="264" y="1780"/>
                </a:lnTo>
                <a:lnTo>
                  <a:pt x="263" y="1780"/>
                </a:lnTo>
                <a:lnTo>
                  <a:pt x="262" y="1779"/>
                </a:lnTo>
                <a:lnTo>
                  <a:pt x="262" y="1777"/>
                </a:lnTo>
                <a:lnTo>
                  <a:pt x="262" y="1775"/>
                </a:lnTo>
                <a:lnTo>
                  <a:pt x="262" y="1774"/>
                </a:lnTo>
                <a:lnTo>
                  <a:pt x="261" y="1773"/>
                </a:lnTo>
                <a:lnTo>
                  <a:pt x="260" y="1772"/>
                </a:lnTo>
                <a:lnTo>
                  <a:pt x="259" y="1771"/>
                </a:lnTo>
                <a:lnTo>
                  <a:pt x="258" y="1771"/>
                </a:lnTo>
                <a:lnTo>
                  <a:pt x="257" y="1771"/>
                </a:lnTo>
                <a:lnTo>
                  <a:pt x="256" y="1771"/>
                </a:lnTo>
                <a:lnTo>
                  <a:pt x="255" y="1770"/>
                </a:lnTo>
                <a:lnTo>
                  <a:pt x="254" y="1770"/>
                </a:lnTo>
                <a:lnTo>
                  <a:pt x="253" y="1771"/>
                </a:lnTo>
                <a:lnTo>
                  <a:pt x="251" y="1771"/>
                </a:lnTo>
                <a:lnTo>
                  <a:pt x="250" y="1771"/>
                </a:lnTo>
                <a:lnTo>
                  <a:pt x="249" y="1771"/>
                </a:lnTo>
                <a:lnTo>
                  <a:pt x="248" y="1771"/>
                </a:lnTo>
                <a:lnTo>
                  <a:pt x="247" y="1772"/>
                </a:lnTo>
                <a:lnTo>
                  <a:pt x="246" y="1771"/>
                </a:lnTo>
                <a:lnTo>
                  <a:pt x="245" y="1771"/>
                </a:lnTo>
                <a:lnTo>
                  <a:pt x="244" y="1770"/>
                </a:lnTo>
                <a:lnTo>
                  <a:pt x="244" y="1769"/>
                </a:lnTo>
                <a:lnTo>
                  <a:pt x="243" y="1768"/>
                </a:lnTo>
                <a:lnTo>
                  <a:pt x="243" y="1767"/>
                </a:lnTo>
                <a:lnTo>
                  <a:pt x="241" y="1767"/>
                </a:lnTo>
                <a:lnTo>
                  <a:pt x="241" y="1766"/>
                </a:lnTo>
                <a:lnTo>
                  <a:pt x="240" y="1765"/>
                </a:lnTo>
                <a:lnTo>
                  <a:pt x="240" y="1764"/>
                </a:lnTo>
                <a:lnTo>
                  <a:pt x="239" y="1763"/>
                </a:lnTo>
                <a:lnTo>
                  <a:pt x="238" y="1762"/>
                </a:lnTo>
                <a:lnTo>
                  <a:pt x="236" y="1761"/>
                </a:lnTo>
                <a:lnTo>
                  <a:pt x="236" y="1760"/>
                </a:lnTo>
                <a:lnTo>
                  <a:pt x="235" y="1759"/>
                </a:lnTo>
                <a:lnTo>
                  <a:pt x="235" y="1758"/>
                </a:lnTo>
                <a:lnTo>
                  <a:pt x="234" y="1756"/>
                </a:lnTo>
                <a:lnTo>
                  <a:pt x="233" y="1755"/>
                </a:lnTo>
                <a:lnTo>
                  <a:pt x="232" y="1755"/>
                </a:lnTo>
                <a:lnTo>
                  <a:pt x="231" y="1754"/>
                </a:lnTo>
                <a:lnTo>
                  <a:pt x="229" y="1752"/>
                </a:lnTo>
                <a:lnTo>
                  <a:pt x="228" y="1751"/>
                </a:lnTo>
                <a:lnTo>
                  <a:pt x="227" y="1751"/>
                </a:lnTo>
                <a:lnTo>
                  <a:pt x="226" y="1751"/>
                </a:lnTo>
                <a:lnTo>
                  <a:pt x="225" y="1752"/>
                </a:lnTo>
                <a:lnTo>
                  <a:pt x="224" y="1752"/>
                </a:lnTo>
                <a:lnTo>
                  <a:pt x="224" y="1751"/>
                </a:lnTo>
                <a:lnTo>
                  <a:pt x="223" y="1751"/>
                </a:lnTo>
                <a:lnTo>
                  <a:pt x="222" y="1752"/>
                </a:lnTo>
                <a:lnTo>
                  <a:pt x="221" y="1752"/>
                </a:lnTo>
                <a:lnTo>
                  <a:pt x="221" y="1751"/>
                </a:lnTo>
                <a:lnTo>
                  <a:pt x="220" y="1750"/>
                </a:lnTo>
                <a:lnTo>
                  <a:pt x="219" y="1749"/>
                </a:lnTo>
                <a:lnTo>
                  <a:pt x="217" y="1748"/>
                </a:lnTo>
                <a:lnTo>
                  <a:pt x="216" y="1747"/>
                </a:lnTo>
                <a:lnTo>
                  <a:pt x="215" y="1746"/>
                </a:lnTo>
                <a:lnTo>
                  <a:pt x="215" y="1745"/>
                </a:lnTo>
                <a:lnTo>
                  <a:pt x="215" y="1744"/>
                </a:lnTo>
                <a:lnTo>
                  <a:pt x="214" y="1743"/>
                </a:lnTo>
                <a:lnTo>
                  <a:pt x="213" y="1741"/>
                </a:lnTo>
                <a:lnTo>
                  <a:pt x="212" y="1740"/>
                </a:lnTo>
                <a:lnTo>
                  <a:pt x="212" y="1738"/>
                </a:lnTo>
                <a:lnTo>
                  <a:pt x="212" y="1737"/>
                </a:lnTo>
                <a:lnTo>
                  <a:pt x="211" y="1737"/>
                </a:lnTo>
                <a:lnTo>
                  <a:pt x="210" y="1737"/>
                </a:lnTo>
                <a:lnTo>
                  <a:pt x="208" y="1737"/>
                </a:lnTo>
                <a:lnTo>
                  <a:pt x="204" y="1737"/>
                </a:lnTo>
                <a:lnTo>
                  <a:pt x="202" y="1737"/>
                </a:lnTo>
                <a:lnTo>
                  <a:pt x="202" y="1736"/>
                </a:lnTo>
                <a:lnTo>
                  <a:pt x="201" y="1736"/>
                </a:lnTo>
                <a:lnTo>
                  <a:pt x="201" y="1735"/>
                </a:lnTo>
                <a:lnTo>
                  <a:pt x="201" y="1734"/>
                </a:lnTo>
                <a:lnTo>
                  <a:pt x="201" y="1733"/>
                </a:lnTo>
                <a:lnTo>
                  <a:pt x="201" y="1732"/>
                </a:lnTo>
                <a:lnTo>
                  <a:pt x="201" y="1731"/>
                </a:lnTo>
                <a:lnTo>
                  <a:pt x="200" y="1729"/>
                </a:lnTo>
                <a:lnTo>
                  <a:pt x="199" y="1728"/>
                </a:lnTo>
                <a:lnTo>
                  <a:pt x="199" y="1727"/>
                </a:lnTo>
                <a:lnTo>
                  <a:pt x="198" y="1726"/>
                </a:lnTo>
                <a:lnTo>
                  <a:pt x="197" y="1725"/>
                </a:lnTo>
                <a:lnTo>
                  <a:pt x="197" y="1724"/>
                </a:lnTo>
                <a:lnTo>
                  <a:pt x="197" y="1723"/>
                </a:lnTo>
                <a:lnTo>
                  <a:pt x="197" y="1722"/>
                </a:lnTo>
                <a:lnTo>
                  <a:pt x="197" y="1720"/>
                </a:lnTo>
                <a:lnTo>
                  <a:pt x="196" y="1720"/>
                </a:lnTo>
                <a:lnTo>
                  <a:pt x="195" y="1719"/>
                </a:lnTo>
                <a:lnTo>
                  <a:pt x="194" y="1718"/>
                </a:lnTo>
                <a:lnTo>
                  <a:pt x="193" y="1718"/>
                </a:lnTo>
                <a:lnTo>
                  <a:pt x="192" y="1717"/>
                </a:lnTo>
                <a:lnTo>
                  <a:pt x="192" y="1716"/>
                </a:lnTo>
                <a:lnTo>
                  <a:pt x="192" y="1715"/>
                </a:lnTo>
                <a:lnTo>
                  <a:pt x="191" y="1715"/>
                </a:lnTo>
                <a:lnTo>
                  <a:pt x="189" y="1716"/>
                </a:lnTo>
                <a:lnTo>
                  <a:pt x="189" y="1715"/>
                </a:lnTo>
                <a:lnTo>
                  <a:pt x="187" y="1714"/>
                </a:lnTo>
                <a:lnTo>
                  <a:pt x="187" y="1713"/>
                </a:lnTo>
                <a:lnTo>
                  <a:pt x="186" y="1713"/>
                </a:lnTo>
                <a:lnTo>
                  <a:pt x="186" y="1712"/>
                </a:lnTo>
                <a:lnTo>
                  <a:pt x="187" y="1710"/>
                </a:lnTo>
                <a:lnTo>
                  <a:pt x="186" y="1708"/>
                </a:lnTo>
                <a:lnTo>
                  <a:pt x="185" y="1707"/>
                </a:lnTo>
                <a:lnTo>
                  <a:pt x="185" y="1706"/>
                </a:lnTo>
                <a:lnTo>
                  <a:pt x="186" y="1705"/>
                </a:lnTo>
                <a:lnTo>
                  <a:pt x="187" y="1704"/>
                </a:lnTo>
                <a:lnTo>
                  <a:pt x="188" y="1703"/>
                </a:lnTo>
                <a:lnTo>
                  <a:pt x="189" y="1703"/>
                </a:lnTo>
                <a:lnTo>
                  <a:pt x="189" y="1700"/>
                </a:lnTo>
                <a:lnTo>
                  <a:pt x="189" y="1699"/>
                </a:lnTo>
                <a:lnTo>
                  <a:pt x="190" y="1698"/>
                </a:lnTo>
                <a:lnTo>
                  <a:pt x="191" y="1697"/>
                </a:lnTo>
                <a:lnTo>
                  <a:pt x="192" y="1696"/>
                </a:lnTo>
                <a:lnTo>
                  <a:pt x="192" y="1695"/>
                </a:lnTo>
                <a:lnTo>
                  <a:pt x="192" y="1694"/>
                </a:lnTo>
                <a:lnTo>
                  <a:pt x="192" y="1693"/>
                </a:lnTo>
                <a:lnTo>
                  <a:pt x="192" y="1692"/>
                </a:lnTo>
                <a:lnTo>
                  <a:pt x="191" y="1691"/>
                </a:lnTo>
                <a:lnTo>
                  <a:pt x="191" y="1690"/>
                </a:lnTo>
                <a:lnTo>
                  <a:pt x="190" y="1690"/>
                </a:lnTo>
                <a:lnTo>
                  <a:pt x="189" y="1690"/>
                </a:lnTo>
                <a:lnTo>
                  <a:pt x="188" y="1690"/>
                </a:lnTo>
                <a:lnTo>
                  <a:pt x="187" y="1691"/>
                </a:lnTo>
                <a:lnTo>
                  <a:pt x="187" y="1692"/>
                </a:lnTo>
                <a:lnTo>
                  <a:pt x="186" y="1693"/>
                </a:lnTo>
                <a:lnTo>
                  <a:pt x="185" y="1693"/>
                </a:lnTo>
                <a:lnTo>
                  <a:pt x="184" y="1693"/>
                </a:lnTo>
                <a:lnTo>
                  <a:pt x="182" y="1695"/>
                </a:lnTo>
                <a:lnTo>
                  <a:pt x="182" y="1694"/>
                </a:lnTo>
                <a:lnTo>
                  <a:pt x="181" y="1694"/>
                </a:lnTo>
                <a:lnTo>
                  <a:pt x="181" y="1693"/>
                </a:lnTo>
                <a:lnTo>
                  <a:pt x="180" y="1692"/>
                </a:lnTo>
                <a:lnTo>
                  <a:pt x="178" y="1692"/>
                </a:lnTo>
                <a:lnTo>
                  <a:pt x="177" y="1692"/>
                </a:lnTo>
                <a:lnTo>
                  <a:pt x="176" y="1692"/>
                </a:lnTo>
                <a:lnTo>
                  <a:pt x="175" y="1693"/>
                </a:lnTo>
                <a:lnTo>
                  <a:pt x="174" y="1693"/>
                </a:lnTo>
                <a:lnTo>
                  <a:pt x="173" y="1694"/>
                </a:lnTo>
                <a:lnTo>
                  <a:pt x="172" y="1695"/>
                </a:lnTo>
                <a:lnTo>
                  <a:pt x="171" y="1696"/>
                </a:lnTo>
                <a:lnTo>
                  <a:pt x="170" y="1695"/>
                </a:lnTo>
                <a:lnTo>
                  <a:pt x="169" y="1695"/>
                </a:lnTo>
                <a:lnTo>
                  <a:pt x="167" y="1693"/>
                </a:lnTo>
                <a:lnTo>
                  <a:pt x="166" y="1693"/>
                </a:lnTo>
                <a:lnTo>
                  <a:pt x="165" y="1693"/>
                </a:lnTo>
                <a:lnTo>
                  <a:pt x="164" y="1692"/>
                </a:lnTo>
                <a:lnTo>
                  <a:pt x="163" y="1693"/>
                </a:lnTo>
                <a:lnTo>
                  <a:pt x="163" y="1695"/>
                </a:lnTo>
                <a:lnTo>
                  <a:pt x="163" y="1696"/>
                </a:lnTo>
                <a:lnTo>
                  <a:pt x="163" y="1697"/>
                </a:lnTo>
                <a:lnTo>
                  <a:pt x="163" y="1698"/>
                </a:lnTo>
                <a:lnTo>
                  <a:pt x="162" y="1698"/>
                </a:lnTo>
                <a:lnTo>
                  <a:pt x="161" y="1697"/>
                </a:lnTo>
                <a:lnTo>
                  <a:pt x="160" y="1696"/>
                </a:lnTo>
                <a:lnTo>
                  <a:pt x="159" y="1695"/>
                </a:lnTo>
                <a:lnTo>
                  <a:pt x="158" y="1695"/>
                </a:lnTo>
                <a:lnTo>
                  <a:pt x="157" y="1695"/>
                </a:lnTo>
                <a:lnTo>
                  <a:pt x="156" y="1695"/>
                </a:lnTo>
                <a:lnTo>
                  <a:pt x="156" y="1693"/>
                </a:lnTo>
                <a:lnTo>
                  <a:pt x="155" y="1693"/>
                </a:lnTo>
                <a:lnTo>
                  <a:pt x="154" y="1693"/>
                </a:lnTo>
                <a:lnTo>
                  <a:pt x="152" y="1693"/>
                </a:lnTo>
                <a:lnTo>
                  <a:pt x="151" y="1692"/>
                </a:lnTo>
                <a:lnTo>
                  <a:pt x="149" y="1692"/>
                </a:lnTo>
                <a:lnTo>
                  <a:pt x="148" y="1691"/>
                </a:lnTo>
                <a:lnTo>
                  <a:pt x="147" y="1691"/>
                </a:lnTo>
                <a:lnTo>
                  <a:pt x="147" y="1692"/>
                </a:lnTo>
                <a:lnTo>
                  <a:pt x="146" y="1692"/>
                </a:lnTo>
                <a:lnTo>
                  <a:pt x="146" y="1693"/>
                </a:lnTo>
                <a:lnTo>
                  <a:pt x="145" y="1693"/>
                </a:lnTo>
                <a:lnTo>
                  <a:pt x="144" y="1692"/>
                </a:lnTo>
                <a:lnTo>
                  <a:pt x="142" y="1692"/>
                </a:lnTo>
                <a:lnTo>
                  <a:pt x="141" y="1691"/>
                </a:lnTo>
                <a:lnTo>
                  <a:pt x="140" y="1691"/>
                </a:lnTo>
                <a:lnTo>
                  <a:pt x="139" y="1690"/>
                </a:lnTo>
                <a:lnTo>
                  <a:pt x="138" y="1689"/>
                </a:lnTo>
                <a:lnTo>
                  <a:pt x="138" y="1688"/>
                </a:lnTo>
                <a:lnTo>
                  <a:pt x="139" y="1686"/>
                </a:lnTo>
                <a:lnTo>
                  <a:pt x="140" y="1685"/>
                </a:lnTo>
                <a:lnTo>
                  <a:pt x="140" y="1684"/>
                </a:lnTo>
                <a:lnTo>
                  <a:pt x="141" y="1682"/>
                </a:lnTo>
                <a:lnTo>
                  <a:pt x="142" y="1680"/>
                </a:lnTo>
                <a:lnTo>
                  <a:pt x="143" y="1679"/>
                </a:lnTo>
                <a:lnTo>
                  <a:pt x="143" y="1678"/>
                </a:lnTo>
                <a:lnTo>
                  <a:pt x="143" y="1677"/>
                </a:lnTo>
                <a:lnTo>
                  <a:pt x="143" y="1675"/>
                </a:lnTo>
                <a:lnTo>
                  <a:pt x="142" y="1673"/>
                </a:lnTo>
                <a:lnTo>
                  <a:pt x="142" y="1670"/>
                </a:lnTo>
                <a:lnTo>
                  <a:pt x="141" y="1667"/>
                </a:lnTo>
                <a:lnTo>
                  <a:pt x="140" y="1665"/>
                </a:lnTo>
                <a:lnTo>
                  <a:pt x="140" y="1664"/>
                </a:lnTo>
                <a:lnTo>
                  <a:pt x="140" y="1662"/>
                </a:lnTo>
                <a:lnTo>
                  <a:pt x="141" y="1661"/>
                </a:lnTo>
                <a:lnTo>
                  <a:pt x="141" y="1660"/>
                </a:lnTo>
                <a:lnTo>
                  <a:pt x="140" y="1660"/>
                </a:lnTo>
                <a:lnTo>
                  <a:pt x="140" y="1659"/>
                </a:lnTo>
                <a:lnTo>
                  <a:pt x="137" y="1658"/>
                </a:lnTo>
                <a:lnTo>
                  <a:pt x="135" y="1657"/>
                </a:lnTo>
                <a:lnTo>
                  <a:pt x="134" y="1657"/>
                </a:lnTo>
                <a:lnTo>
                  <a:pt x="133" y="1657"/>
                </a:lnTo>
                <a:lnTo>
                  <a:pt x="132" y="1658"/>
                </a:lnTo>
                <a:lnTo>
                  <a:pt x="131" y="1658"/>
                </a:lnTo>
                <a:lnTo>
                  <a:pt x="130" y="1658"/>
                </a:lnTo>
                <a:lnTo>
                  <a:pt x="129" y="1657"/>
                </a:lnTo>
                <a:lnTo>
                  <a:pt x="129" y="1656"/>
                </a:lnTo>
                <a:lnTo>
                  <a:pt x="128" y="1655"/>
                </a:lnTo>
                <a:lnTo>
                  <a:pt x="127" y="1654"/>
                </a:lnTo>
                <a:lnTo>
                  <a:pt x="126" y="1653"/>
                </a:lnTo>
                <a:lnTo>
                  <a:pt x="126" y="1652"/>
                </a:lnTo>
                <a:lnTo>
                  <a:pt x="126" y="1651"/>
                </a:lnTo>
                <a:lnTo>
                  <a:pt x="126" y="1650"/>
                </a:lnTo>
                <a:lnTo>
                  <a:pt x="126" y="1649"/>
                </a:lnTo>
                <a:lnTo>
                  <a:pt x="126" y="1648"/>
                </a:lnTo>
                <a:lnTo>
                  <a:pt x="126" y="1647"/>
                </a:lnTo>
                <a:lnTo>
                  <a:pt x="127" y="1646"/>
                </a:lnTo>
                <a:lnTo>
                  <a:pt x="126" y="1646"/>
                </a:lnTo>
                <a:lnTo>
                  <a:pt x="126" y="1645"/>
                </a:lnTo>
                <a:lnTo>
                  <a:pt x="126" y="1643"/>
                </a:lnTo>
                <a:lnTo>
                  <a:pt x="126" y="1642"/>
                </a:lnTo>
                <a:lnTo>
                  <a:pt x="127" y="1642"/>
                </a:lnTo>
                <a:lnTo>
                  <a:pt x="127" y="1641"/>
                </a:lnTo>
                <a:lnTo>
                  <a:pt x="127" y="1640"/>
                </a:lnTo>
                <a:lnTo>
                  <a:pt x="127" y="1639"/>
                </a:lnTo>
                <a:lnTo>
                  <a:pt x="126" y="1639"/>
                </a:lnTo>
                <a:lnTo>
                  <a:pt x="126" y="1638"/>
                </a:lnTo>
                <a:lnTo>
                  <a:pt x="126" y="1637"/>
                </a:lnTo>
                <a:lnTo>
                  <a:pt x="127" y="1637"/>
                </a:lnTo>
                <a:lnTo>
                  <a:pt x="128" y="1637"/>
                </a:lnTo>
                <a:lnTo>
                  <a:pt x="129" y="1637"/>
                </a:lnTo>
                <a:lnTo>
                  <a:pt x="131" y="1637"/>
                </a:lnTo>
                <a:lnTo>
                  <a:pt x="132" y="1637"/>
                </a:lnTo>
                <a:lnTo>
                  <a:pt x="132" y="1636"/>
                </a:lnTo>
                <a:lnTo>
                  <a:pt x="131" y="1636"/>
                </a:lnTo>
                <a:lnTo>
                  <a:pt x="131" y="1635"/>
                </a:lnTo>
                <a:lnTo>
                  <a:pt x="132" y="1635"/>
                </a:lnTo>
                <a:lnTo>
                  <a:pt x="134" y="1635"/>
                </a:lnTo>
                <a:lnTo>
                  <a:pt x="135" y="1635"/>
                </a:lnTo>
                <a:lnTo>
                  <a:pt x="136" y="1636"/>
                </a:lnTo>
                <a:lnTo>
                  <a:pt x="137" y="1636"/>
                </a:lnTo>
                <a:lnTo>
                  <a:pt x="137" y="1635"/>
                </a:lnTo>
                <a:lnTo>
                  <a:pt x="137" y="1634"/>
                </a:lnTo>
                <a:lnTo>
                  <a:pt x="138" y="1631"/>
                </a:lnTo>
                <a:lnTo>
                  <a:pt x="139" y="1629"/>
                </a:lnTo>
                <a:lnTo>
                  <a:pt x="139" y="1628"/>
                </a:lnTo>
                <a:lnTo>
                  <a:pt x="139" y="1627"/>
                </a:lnTo>
                <a:lnTo>
                  <a:pt x="139" y="1626"/>
                </a:lnTo>
                <a:lnTo>
                  <a:pt x="140" y="1626"/>
                </a:lnTo>
                <a:lnTo>
                  <a:pt x="141" y="1626"/>
                </a:lnTo>
                <a:lnTo>
                  <a:pt x="142" y="1626"/>
                </a:lnTo>
                <a:lnTo>
                  <a:pt x="143" y="1627"/>
                </a:lnTo>
                <a:lnTo>
                  <a:pt x="145" y="1628"/>
                </a:lnTo>
                <a:lnTo>
                  <a:pt x="146" y="1628"/>
                </a:lnTo>
                <a:lnTo>
                  <a:pt x="146" y="1627"/>
                </a:lnTo>
                <a:lnTo>
                  <a:pt x="146" y="1626"/>
                </a:lnTo>
                <a:lnTo>
                  <a:pt x="145" y="1624"/>
                </a:lnTo>
                <a:lnTo>
                  <a:pt x="145" y="1623"/>
                </a:lnTo>
                <a:lnTo>
                  <a:pt x="144" y="1622"/>
                </a:lnTo>
                <a:lnTo>
                  <a:pt x="144" y="1621"/>
                </a:lnTo>
                <a:lnTo>
                  <a:pt x="144" y="1620"/>
                </a:lnTo>
                <a:lnTo>
                  <a:pt x="144" y="1618"/>
                </a:lnTo>
                <a:lnTo>
                  <a:pt x="144" y="1617"/>
                </a:lnTo>
                <a:lnTo>
                  <a:pt x="144" y="1616"/>
                </a:lnTo>
                <a:lnTo>
                  <a:pt x="142" y="1615"/>
                </a:lnTo>
                <a:lnTo>
                  <a:pt x="142" y="1614"/>
                </a:lnTo>
                <a:lnTo>
                  <a:pt x="142" y="1613"/>
                </a:lnTo>
                <a:lnTo>
                  <a:pt x="141" y="1611"/>
                </a:lnTo>
                <a:lnTo>
                  <a:pt x="141" y="1609"/>
                </a:lnTo>
                <a:lnTo>
                  <a:pt x="142" y="1609"/>
                </a:lnTo>
                <a:lnTo>
                  <a:pt x="142" y="1608"/>
                </a:lnTo>
                <a:lnTo>
                  <a:pt x="142" y="1607"/>
                </a:lnTo>
                <a:lnTo>
                  <a:pt x="143" y="1607"/>
                </a:lnTo>
                <a:lnTo>
                  <a:pt x="144" y="1606"/>
                </a:lnTo>
                <a:lnTo>
                  <a:pt x="145" y="1605"/>
                </a:lnTo>
                <a:lnTo>
                  <a:pt x="146" y="1604"/>
                </a:lnTo>
                <a:lnTo>
                  <a:pt x="147" y="1603"/>
                </a:lnTo>
                <a:lnTo>
                  <a:pt x="148" y="1603"/>
                </a:lnTo>
                <a:lnTo>
                  <a:pt x="149" y="1603"/>
                </a:lnTo>
                <a:lnTo>
                  <a:pt x="150" y="1601"/>
                </a:lnTo>
                <a:lnTo>
                  <a:pt x="150" y="1599"/>
                </a:lnTo>
                <a:lnTo>
                  <a:pt x="150" y="1597"/>
                </a:lnTo>
                <a:lnTo>
                  <a:pt x="150" y="1596"/>
                </a:lnTo>
                <a:lnTo>
                  <a:pt x="149" y="1595"/>
                </a:lnTo>
                <a:lnTo>
                  <a:pt x="149" y="1593"/>
                </a:lnTo>
                <a:lnTo>
                  <a:pt x="149" y="1592"/>
                </a:lnTo>
                <a:lnTo>
                  <a:pt x="150" y="1592"/>
                </a:lnTo>
                <a:lnTo>
                  <a:pt x="150" y="1591"/>
                </a:lnTo>
                <a:lnTo>
                  <a:pt x="150" y="1590"/>
                </a:lnTo>
                <a:lnTo>
                  <a:pt x="149" y="1589"/>
                </a:lnTo>
                <a:lnTo>
                  <a:pt x="149" y="1588"/>
                </a:lnTo>
                <a:lnTo>
                  <a:pt x="149" y="1587"/>
                </a:lnTo>
                <a:lnTo>
                  <a:pt x="149" y="1586"/>
                </a:lnTo>
                <a:lnTo>
                  <a:pt x="149" y="1585"/>
                </a:lnTo>
                <a:lnTo>
                  <a:pt x="148" y="1584"/>
                </a:lnTo>
                <a:lnTo>
                  <a:pt x="148" y="1583"/>
                </a:lnTo>
                <a:lnTo>
                  <a:pt x="147" y="1581"/>
                </a:lnTo>
                <a:lnTo>
                  <a:pt x="147" y="1580"/>
                </a:lnTo>
                <a:lnTo>
                  <a:pt x="147" y="1579"/>
                </a:lnTo>
                <a:lnTo>
                  <a:pt x="147" y="1578"/>
                </a:lnTo>
                <a:lnTo>
                  <a:pt x="147" y="1577"/>
                </a:lnTo>
                <a:lnTo>
                  <a:pt x="147" y="1575"/>
                </a:lnTo>
                <a:lnTo>
                  <a:pt x="146" y="1574"/>
                </a:lnTo>
                <a:lnTo>
                  <a:pt x="146" y="1573"/>
                </a:lnTo>
                <a:lnTo>
                  <a:pt x="146" y="1572"/>
                </a:lnTo>
                <a:lnTo>
                  <a:pt x="147" y="1571"/>
                </a:lnTo>
                <a:lnTo>
                  <a:pt x="148" y="1569"/>
                </a:lnTo>
                <a:lnTo>
                  <a:pt x="148" y="1568"/>
                </a:lnTo>
                <a:lnTo>
                  <a:pt x="147" y="1568"/>
                </a:lnTo>
                <a:lnTo>
                  <a:pt x="146" y="1565"/>
                </a:lnTo>
                <a:lnTo>
                  <a:pt x="146" y="1564"/>
                </a:lnTo>
                <a:lnTo>
                  <a:pt x="146" y="1563"/>
                </a:lnTo>
                <a:lnTo>
                  <a:pt x="145" y="1563"/>
                </a:lnTo>
                <a:lnTo>
                  <a:pt x="144" y="1562"/>
                </a:lnTo>
                <a:lnTo>
                  <a:pt x="144" y="1561"/>
                </a:lnTo>
                <a:lnTo>
                  <a:pt x="143" y="1559"/>
                </a:lnTo>
                <a:lnTo>
                  <a:pt x="143" y="1558"/>
                </a:lnTo>
                <a:lnTo>
                  <a:pt x="142" y="1556"/>
                </a:lnTo>
                <a:lnTo>
                  <a:pt x="140" y="1553"/>
                </a:lnTo>
                <a:lnTo>
                  <a:pt x="139" y="1552"/>
                </a:lnTo>
                <a:lnTo>
                  <a:pt x="138" y="1551"/>
                </a:lnTo>
                <a:lnTo>
                  <a:pt x="137" y="1550"/>
                </a:lnTo>
                <a:lnTo>
                  <a:pt x="137" y="1549"/>
                </a:lnTo>
                <a:lnTo>
                  <a:pt x="137" y="1548"/>
                </a:lnTo>
                <a:lnTo>
                  <a:pt x="136" y="1548"/>
                </a:lnTo>
                <a:lnTo>
                  <a:pt x="136" y="1547"/>
                </a:lnTo>
                <a:lnTo>
                  <a:pt x="136" y="1546"/>
                </a:lnTo>
                <a:lnTo>
                  <a:pt x="135" y="1546"/>
                </a:lnTo>
                <a:lnTo>
                  <a:pt x="134" y="1545"/>
                </a:lnTo>
                <a:lnTo>
                  <a:pt x="133" y="1545"/>
                </a:lnTo>
                <a:lnTo>
                  <a:pt x="133" y="1544"/>
                </a:lnTo>
                <a:lnTo>
                  <a:pt x="133" y="1543"/>
                </a:lnTo>
                <a:lnTo>
                  <a:pt x="132" y="1543"/>
                </a:lnTo>
                <a:lnTo>
                  <a:pt x="131" y="1541"/>
                </a:lnTo>
                <a:lnTo>
                  <a:pt x="130" y="1540"/>
                </a:lnTo>
                <a:lnTo>
                  <a:pt x="130" y="1539"/>
                </a:lnTo>
                <a:lnTo>
                  <a:pt x="129" y="1539"/>
                </a:lnTo>
                <a:lnTo>
                  <a:pt x="129" y="1540"/>
                </a:lnTo>
                <a:lnTo>
                  <a:pt x="128" y="1540"/>
                </a:lnTo>
                <a:lnTo>
                  <a:pt x="127" y="1539"/>
                </a:lnTo>
                <a:lnTo>
                  <a:pt x="126" y="1538"/>
                </a:lnTo>
                <a:lnTo>
                  <a:pt x="126" y="1537"/>
                </a:lnTo>
                <a:lnTo>
                  <a:pt x="125" y="1536"/>
                </a:lnTo>
                <a:lnTo>
                  <a:pt x="124" y="1535"/>
                </a:lnTo>
                <a:lnTo>
                  <a:pt x="123" y="1534"/>
                </a:lnTo>
                <a:lnTo>
                  <a:pt x="122" y="1534"/>
                </a:lnTo>
                <a:lnTo>
                  <a:pt x="121" y="1534"/>
                </a:lnTo>
                <a:lnTo>
                  <a:pt x="119" y="1533"/>
                </a:lnTo>
                <a:lnTo>
                  <a:pt x="118" y="1533"/>
                </a:lnTo>
                <a:lnTo>
                  <a:pt x="117" y="1533"/>
                </a:lnTo>
                <a:lnTo>
                  <a:pt x="116" y="1533"/>
                </a:lnTo>
                <a:lnTo>
                  <a:pt x="115" y="1533"/>
                </a:lnTo>
                <a:lnTo>
                  <a:pt x="114" y="1533"/>
                </a:lnTo>
                <a:lnTo>
                  <a:pt x="113" y="1531"/>
                </a:lnTo>
                <a:lnTo>
                  <a:pt x="112" y="1531"/>
                </a:lnTo>
                <a:lnTo>
                  <a:pt x="111" y="1531"/>
                </a:lnTo>
                <a:lnTo>
                  <a:pt x="110" y="1530"/>
                </a:lnTo>
                <a:lnTo>
                  <a:pt x="109" y="1530"/>
                </a:lnTo>
                <a:lnTo>
                  <a:pt x="109" y="1531"/>
                </a:lnTo>
                <a:lnTo>
                  <a:pt x="109" y="1532"/>
                </a:lnTo>
                <a:lnTo>
                  <a:pt x="108" y="1532"/>
                </a:lnTo>
                <a:lnTo>
                  <a:pt x="108" y="1533"/>
                </a:lnTo>
                <a:lnTo>
                  <a:pt x="108" y="1535"/>
                </a:lnTo>
                <a:lnTo>
                  <a:pt x="107" y="1536"/>
                </a:lnTo>
                <a:lnTo>
                  <a:pt x="106" y="1536"/>
                </a:lnTo>
                <a:lnTo>
                  <a:pt x="105" y="1535"/>
                </a:lnTo>
                <a:lnTo>
                  <a:pt x="104" y="1534"/>
                </a:lnTo>
                <a:lnTo>
                  <a:pt x="104" y="1533"/>
                </a:lnTo>
                <a:lnTo>
                  <a:pt x="103" y="1533"/>
                </a:lnTo>
                <a:lnTo>
                  <a:pt x="102" y="1533"/>
                </a:lnTo>
                <a:lnTo>
                  <a:pt x="101" y="1534"/>
                </a:lnTo>
                <a:lnTo>
                  <a:pt x="100" y="1535"/>
                </a:lnTo>
                <a:lnTo>
                  <a:pt x="99" y="1535"/>
                </a:lnTo>
                <a:lnTo>
                  <a:pt x="99" y="1534"/>
                </a:lnTo>
                <a:lnTo>
                  <a:pt x="98" y="1534"/>
                </a:lnTo>
                <a:lnTo>
                  <a:pt x="98" y="1533"/>
                </a:lnTo>
                <a:lnTo>
                  <a:pt x="97" y="1531"/>
                </a:lnTo>
                <a:lnTo>
                  <a:pt x="97" y="1530"/>
                </a:lnTo>
                <a:lnTo>
                  <a:pt x="98" y="1530"/>
                </a:lnTo>
                <a:lnTo>
                  <a:pt x="97" y="1528"/>
                </a:lnTo>
                <a:lnTo>
                  <a:pt x="97" y="1527"/>
                </a:lnTo>
                <a:lnTo>
                  <a:pt x="97" y="1525"/>
                </a:lnTo>
                <a:lnTo>
                  <a:pt x="97" y="1524"/>
                </a:lnTo>
                <a:lnTo>
                  <a:pt x="97" y="1523"/>
                </a:lnTo>
                <a:lnTo>
                  <a:pt x="98" y="1522"/>
                </a:lnTo>
                <a:lnTo>
                  <a:pt x="98" y="1520"/>
                </a:lnTo>
                <a:lnTo>
                  <a:pt x="99" y="1520"/>
                </a:lnTo>
                <a:lnTo>
                  <a:pt x="100" y="1518"/>
                </a:lnTo>
                <a:lnTo>
                  <a:pt x="100" y="1517"/>
                </a:lnTo>
                <a:lnTo>
                  <a:pt x="101" y="1517"/>
                </a:lnTo>
                <a:lnTo>
                  <a:pt x="101" y="1516"/>
                </a:lnTo>
                <a:lnTo>
                  <a:pt x="101" y="1515"/>
                </a:lnTo>
                <a:lnTo>
                  <a:pt x="101" y="1514"/>
                </a:lnTo>
                <a:lnTo>
                  <a:pt x="101" y="1513"/>
                </a:lnTo>
                <a:lnTo>
                  <a:pt x="102" y="1512"/>
                </a:lnTo>
                <a:lnTo>
                  <a:pt x="102" y="1510"/>
                </a:lnTo>
                <a:lnTo>
                  <a:pt x="101" y="1510"/>
                </a:lnTo>
                <a:lnTo>
                  <a:pt x="101" y="1509"/>
                </a:lnTo>
                <a:lnTo>
                  <a:pt x="101" y="1508"/>
                </a:lnTo>
                <a:lnTo>
                  <a:pt x="99" y="1506"/>
                </a:lnTo>
                <a:lnTo>
                  <a:pt x="99" y="1505"/>
                </a:lnTo>
                <a:lnTo>
                  <a:pt x="99" y="1504"/>
                </a:lnTo>
                <a:lnTo>
                  <a:pt x="100" y="1503"/>
                </a:lnTo>
                <a:lnTo>
                  <a:pt x="100" y="1502"/>
                </a:lnTo>
                <a:lnTo>
                  <a:pt x="101" y="1502"/>
                </a:lnTo>
                <a:lnTo>
                  <a:pt x="102" y="1502"/>
                </a:lnTo>
                <a:lnTo>
                  <a:pt x="103" y="1501"/>
                </a:lnTo>
                <a:lnTo>
                  <a:pt x="103" y="1500"/>
                </a:lnTo>
                <a:lnTo>
                  <a:pt x="103" y="1499"/>
                </a:lnTo>
                <a:lnTo>
                  <a:pt x="103" y="1498"/>
                </a:lnTo>
                <a:lnTo>
                  <a:pt x="102" y="1498"/>
                </a:lnTo>
                <a:lnTo>
                  <a:pt x="101" y="1498"/>
                </a:lnTo>
                <a:lnTo>
                  <a:pt x="100" y="1498"/>
                </a:lnTo>
                <a:lnTo>
                  <a:pt x="99" y="1497"/>
                </a:lnTo>
                <a:lnTo>
                  <a:pt x="98" y="1496"/>
                </a:lnTo>
                <a:lnTo>
                  <a:pt x="97" y="1496"/>
                </a:lnTo>
                <a:lnTo>
                  <a:pt x="95" y="1495"/>
                </a:lnTo>
                <a:lnTo>
                  <a:pt x="94" y="1494"/>
                </a:lnTo>
                <a:lnTo>
                  <a:pt x="93" y="1493"/>
                </a:lnTo>
                <a:lnTo>
                  <a:pt x="92" y="1492"/>
                </a:lnTo>
                <a:lnTo>
                  <a:pt x="91" y="1492"/>
                </a:lnTo>
                <a:lnTo>
                  <a:pt x="90" y="1491"/>
                </a:lnTo>
                <a:lnTo>
                  <a:pt x="88" y="1491"/>
                </a:lnTo>
                <a:lnTo>
                  <a:pt x="86" y="1492"/>
                </a:lnTo>
                <a:lnTo>
                  <a:pt x="85" y="1492"/>
                </a:lnTo>
                <a:lnTo>
                  <a:pt x="84" y="1491"/>
                </a:lnTo>
                <a:lnTo>
                  <a:pt x="84" y="1490"/>
                </a:lnTo>
                <a:lnTo>
                  <a:pt x="83" y="1490"/>
                </a:lnTo>
                <a:lnTo>
                  <a:pt x="83" y="1489"/>
                </a:lnTo>
                <a:lnTo>
                  <a:pt x="82" y="1488"/>
                </a:lnTo>
                <a:lnTo>
                  <a:pt x="80" y="1487"/>
                </a:lnTo>
                <a:lnTo>
                  <a:pt x="78" y="1486"/>
                </a:lnTo>
                <a:lnTo>
                  <a:pt x="78" y="1485"/>
                </a:lnTo>
                <a:lnTo>
                  <a:pt x="78" y="1484"/>
                </a:lnTo>
                <a:lnTo>
                  <a:pt x="79" y="1482"/>
                </a:lnTo>
                <a:lnTo>
                  <a:pt x="79" y="1481"/>
                </a:lnTo>
                <a:lnTo>
                  <a:pt x="78" y="1480"/>
                </a:lnTo>
                <a:lnTo>
                  <a:pt x="77" y="1479"/>
                </a:lnTo>
                <a:lnTo>
                  <a:pt x="76" y="1479"/>
                </a:lnTo>
                <a:lnTo>
                  <a:pt x="75" y="1479"/>
                </a:lnTo>
                <a:lnTo>
                  <a:pt x="75" y="1480"/>
                </a:lnTo>
                <a:lnTo>
                  <a:pt x="74" y="1480"/>
                </a:lnTo>
                <a:lnTo>
                  <a:pt x="73" y="1480"/>
                </a:lnTo>
                <a:lnTo>
                  <a:pt x="72" y="1480"/>
                </a:lnTo>
                <a:lnTo>
                  <a:pt x="71" y="1480"/>
                </a:lnTo>
                <a:lnTo>
                  <a:pt x="70" y="1480"/>
                </a:lnTo>
                <a:lnTo>
                  <a:pt x="70" y="1479"/>
                </a:lnTo>
                <a:lnTo>
                  <a:pt x="69" y="1479"/>
                </a:lnTo>
                <a:lnTo>
                  <a:pt x="69" y="1480"/>
                </a:lnTo>
                <a:lnTo>
                  <a:pt x="68" y="1480"/>
                </a:lnTo>
                <a:lnTo>
                  <a:pt x="66" y="1479"/>
                </a:lnTo>
                <a:lnTo>
                  <a:pt x="65" y="1478"/>
                </a:lnTo>
                <a:lnTo>
                  <a:pt x="64" y="1477"/>
                </a:lnTo>
                <a:lnTo>
                  <a:pt x="63" y="1476"/>
                </a:lnTo>
                <a:lnTo>
                  <a:pt x="63" y="1477"/>
                </a:lnTo>
                <a:lnTo>
                  <a:pt x="62" y="1477"/>
                </a:lnTo>
                <a:lnTo>
                  <a:pt x="60" y="1478"/>
                </a:lnTo>
                <a:lnTo>
                  <a:pt x="59" y="1479"/>
                </a:lnTo>
                <a:lnTo>
                  <a:pt x="58" y="1478"/>
                </a:lnTo>
                <a:lnTo>
                  <a:pt x="57" y="1478"/>
                </a:lnTo>
                <a:lnTo>
                  <a:pt x="56" y="1478"/>
                </a:lnTo>
                <a:lnTo>
                  <a:pt x="55" y="1478"/>
                </a:lnTo>
                <a:lnTo>
                  <a:pt x="54" y="1478"/>
                </a:lnTo>
                <a:lnTo>
                  <a:pt x="53" y="1478"/>
                </a:lnTo>
                <a:lnTo>
                  <a:pt x="52" y="1478"/>
                </a:lnTo>
                <a:lnTo>
                  <a:pt x="50" y="1478"/>
                </a:lnTo>
                <a:lnTo>
                  <a:pt x="50" y="1479"/>
                </a:lnTo>
                <a:lnTo>
                  <a:pt x="49" y="1479"/>
                </a:lnTo>
                <a:lnTo>
                  <a:pt x="49" y="1480"/>
                </a:lnTo>
                <a:lnTo>
                  <a:pt x="49" y="1482"/>
                </a:lnTo>
                <a:lnTo>
                  <a:pt x="49" y="1483"/>
                </a:lnTo>
                <a:lnTo>
                  <a:pt x="49" y="1484"/>
                </a:lnTo>
                <a:lnTo>
                  <a:pt x="49" y="1483"/>
                </a:lnTo>
                <a:lnTo>
                  <a:pt x="48" y="1483"/>
                </a:lnTo>
                <a:lnTo>
                  <a:pt x="47" y="1483"/>
                </a:lnTo>
                <a:lnTo>
                  <a:pt x="47" y="1484"/>
                </a:lnTo>
                <a:lnTo>
                  <a:pt x="45" y="1484"/>
                </a:lnTo>
                <a:lnTo>
                  <a:pt x="44" y="1483"/>
                </a:lnTo>
                <a:lnTo>
                  <a:pt x="44" y="1482"/>
                </a:lnTo>
                <a:lnTo>
                  <a:pt x="44" y="1481"/>
                </a:lnTo>
                <a:lnTo>
                  <a:pt x="44" y="1479"/>
                </a:lnTo>
                <a:lnTo>
                  <a:pt x="44" y="1478"/>
                </a:lnTo>
                <a:lnTo>
                  <a:pt x="44" y="1475"/>
                </a:lnTo>
                <a:lnTo>
                  <a:pt x="43" y="1472"/>
                </a:lnTo>
                <a:lnTo>
                  <a:pt x="43" y="1470"/>
                </a:lnTo>
                <a:lnTo>
                  <a:pt x="43" y="1468"/>
                </a:lnTo>
                <a:lnTo>
                  <a:pt x="44" y="1467"/>
                </a:lnTo>
                <a:lnTo>
                  <a:pt x="44" y="1466"/>
                </a:lnTo>
                <a:lnTo>
                  <a:pt x="44" y="1465"/>
                </a:lnTo>
                <a:lnTo>
                  <a:pt x="45" y="1464"/>
                </a:lnTo>
                <a:lnTo>
                  <a:pt x="44" y="1464"/>
                </a:lnTo>
                <a:lnTo>
                  <a:pt x="42" y="1464"/>
                </a:lnTo>
                <a:lnTo>
                  <a:pt x="40" y="1463"/>
                </a:lnTo>
                <a:lnTo>
                  <a:pt x="39" y="1463"/>
                </a:lnTo>
                <a:lnTo>
                  <a:pt x="38" y="1463"/>
                </a:lnTo>
                <a:lnTo>
                  <a:pt x="38" y="1464"/>
                </a:lnTo>
                <a:lnTo>
                  <a:pt x="37" y="1465"/>
                </a:lnTo>
                <a:lnTo>
                  <a:pt x="37" y="1466"/>
                </a:lnTo>
                <a:lnTo>
                  <a:pt x="36" y="1466"/>
                </a:lnTo>
                <a:lnTo>
                  <a:pt x="34" y="1466"/>
                </a:lnTo>
                <a:lnTo>
                  <a:pt x="33" y="1466"/>
                </a:lnTo>
                <a:lnTo>
                  <a:pt x="32" y="1465"/>
                </a:lnTo>
                <a:lnTo>
                  <a:pt x="30" y="1464"/>
                </a:lnTo>
                <a:lnTo>
                  <a:pt x="30" y="1463"/>
                </a:lnTo>
                <a:lnTo>
                  <a:pt x="29" y="1461"/>
                </a:lnTo>
                <a:lnTo>
                  <a:pt x="30" y="1460"/>
                </a:lnTo>
                <a:lnTo>
                  <a:pt x="30" y="1459"/>
                </a:lnTo>
                <a:lnTo>
                  <a:pt x="30" y="1458"/>
                </a:lnTo>
                <a:lnTo>
                  <a:pt x="29" y="1457"/>
                </a:lnTo>
                <a:lnTo>
                  <a:pt x="30" y="1456"/>
                </a:lnTo>
                <a:lnTo>
                  <a:pt x="30" y="1455"/>
                </a:lnTo>
                <a:lnTo>
                  <a:pt x="30" y="1454"/>
                </a:lnTo>
                <a:lnTo>
                  <a:pt x="29" y="1454"/>
                </a:lnTo>
                <a:lnTo>
                  <a:pt x="28" y="1454"/>
                </a:lnTo>
                <a:lnTo>
                  <a:pt x="27" y="1454"/>
                </a:lnTo>
                <a:lnTo>
                  <a:pt x="26" y="1455"/>
                </a:lnTo>
                <a:lnTo>
                  <a:pt x="25" y="1455"/>
                </a:lnTo>
                <a:lnTo>
                  <a:pt x="23" y="1455"/>
                </a:lnTo>
                <a:lnTo>
                  <a:pt x="21" y="1455"/>
                </a:lnTo>
                <a:lnTo>
                  <a:pt x="20" y="1455"/>
                </a:lnTo>
                <a:lnTo>
                  <a:pt x="20" y="1456"/>
                </a:lnTo>
                <a:lnTo>
                  <a:pt x="19" y="1456"/>
                </a:lnTo>
                <a:lnTo>
                  <a:pt x="18" y="1457"/>
                </a:lnTo>
                <a:lnTo>
                  <a:pt x="17" y="1457"/>
                </a:lnTo>
                <a:lnTo>
                  <a:pt x="16" y="1458"/>
                </a:lnTo>
                <a:lnTo>
                  <a:pt x="15" y="1458"/>
                </a:lnTo>
                <a:lnTo>
                  <a:pt x="13" y="1458"/>
                </a:lnTo>
                <a:lnTo>
                  <a:pt x="12" y="1458"/>
                </a:lnTo>
                <a:lnTo>
                  <a:pt x="11" y="1457"/>
                </a:lnTo>
                <a:lnTo>
                  <a:pt x="11" y="1454"/>
                </a:lnTo>
                <a:lnTo>
                  <a:pt x="10" y="1454"/>
                </a:lnTo>
                <a:lnTo>
                  <a:pt x="10" y="1453"/>
                </a:lnTo>
                <a:lnTo>
                  <a:pt x="10" y="1452"/>
                </a:lnTo>
                <a:lnTo>
                  <a:pt x="10" y="1451"/>
                </a:lnTo>
                <a:lnTo>
                  <a:pt x="10" y="1450"/>
                </a:lnTo>
                <a:lnTo>
                  <a:pt x="10" y="1449"/>
                </a:lnTo>
                <a:lnTo>
                  <a:pt x="9" y="1449"/>
                </a:lnTo>
                <a:lnTo>
                  <a:pt x="8" y="1449"/>
                </a:lnTo>
                <a:lnTo>
                  <a:pt x="7" y="1450"/>
                </a:lnTo>
                <a:lnTo>
                  <a:pt x="6" y="1451"/>
                </a:lnTo>
                <a:lnTo>
                  <a:pt x="6" y="1450"/>
                </a:lnTo>
                <a:lnTo>
                  <a:pt x="5" y="1450"/>
                </a:lnTo>
                <a:lnTo>
                  <a:pt x="5" y="1449"/>
                </a:lnTo>
                <a:lnTo>
                  <a:pt x="6" y="1448"/>
                </a:lnTo>
                <a:lnTo>
                  <a:pt x="6" y="1447"/>
                </a:lnTo>
                <a:lnTo>
                  <a:pt x="6" y="1445"/>
                </a:lnTo>
                <a:lnTo>
                  <a:pt x="7" y="1444"/>
                </a:lnTo>
                <a:lnTo>
                  <a:pt x="7" y="1443"/>
                </a:lnTo>
                <a:lnTo>
                  <a:pt x="6" y="1442"/>
                </a:lnTo>
                <a:lnTo>
                  <a:pt x="5" y="1441"/>
                </a:lnTo>
                <a:lnTo>
                  <a:pt x="5" y="1440"/>
                </a:lnTo>
                <a:lnTo>
                  <a:pt x="4" y="1440"/>
                </a:lnTo>
                <a:lnTo>
                  <a:pt x="4" y="1439"/>
                </a:lnTo>
                <a:lnTo>
                  <a:pt x="5" y="1438"/>
                </a:lnTo>
                <a:lnTo>
                  <a:pt x="5" y="1437"/>
                </a:lnTo>
                <a:lnTo>
                  <a:pt x="6" y="1437"/>
                </a:lnTo>
                <a:lnTo>
                  <a:pt x="6" y="1436"/>
                </a:lnTo>
                <a:lnTo>
                  <a:pt x="7" y="1436"/>
                </a:lnTo>
                <a:lnTo>
                  <a:pt x="8" y="1436"/>
                </a:lnTo>
                <a:lnTo>
                  <a:pt x="9" y="1436"/>
                </a:lnTo>
                <a:lnTo>
                  <a:pt x="9" y="1435"/>
                </a:lnTo>
                <a:lnTo>
                  <a:pt x="10" y="1434"/>
                </a:lnTo>
                <a:lnTo>
                  <a:pt x="10" y="1433"/>
                </a:lnTo>
                <a:lnTo>
                  <a:pt x="9" y="1431"/>
                </a:lnTo>
                <a:lnTo>
                  <a:pt x="9" y="1430"/>
                </a:lnTo>
                <a:lnTo>
                  <a:pt x="9" y="1429"/>
                </a:lnTo>
                <a:lnTo>
                  <a:pt x="10" y="1429"/>
                </a:lnTo>
                <a:lnTo>
                  <a:pt x="12" y="1429"/>
                </a:lnTo>
                <a:lnTo>
                  <a:pt x="12" y="1428"/>
                </a:lnTo>
                <a:lnTo>
                  <a:pt x="13" y="1427"/>
                </a:lnTo>
                <a:lnTo>
                  <a:pt x="14" y="1426"/>
                </a:lnTo>
                <a:lnTo>
                  <a:pt x="15" y="1425"/>
                </a:lnTo>
                <a:lnTo>
                  <a:pt x="16" y="1425"/>
                </a:lnTo>
                <a:lnTo>
                  <a:pt x="17" y="1425"/>
                </a:lnTo>
                <a:lnTo>
                  <a:pt x="18" y="1425"/>
                </a:lnTo>
                <a:lnTo>
                  <a:pt x="20" y="1426"/>
                </a:lnTo>
                <a:lnTo>
                  <a:pt x="21" y="1427"/>
                </a:lnTo>
                <a:lnTo>
                  <a:pt x="21" y="1428"/>
                </a:lnTo>
                <a:lnTo>
                  <a:pt x="22" y="1429"/>
                </a:lnTo>
                <a:lnTo>
                  <a:pt x="23" y="1429"/>
                </a:lnTo>
                <a:lnTo>
                  <a:pt x="24" y="1429"/>
                </a:lnTo>
                <a:lnTo>
                  <a:pt x="24" y="1428"/>
                </a:lnTo>
                <a:lnTo>
                  <a:pt x="25" y="1427"/>
                </a:lnTo>
                <a:lnTo>
                  <a:pt x="25" y="1426"/>
                </a:lnTo>
                <a:lnTo>
                  <a:pt x="26" y="1425"/>
                </a:lnTo>
                <a:lnTo>
                  <a:pt x="26" y="1426"/>
                </a:lnTo>
                <a:lnTo>
                  <a:pt x="27" y="1426"/>
                </a:lnTo>
                <a:lnTo>
                  <a:pt x="28" y="1427"/>
                </a:lnTo>
                <a:lnTo>
                  <a:pt x="29" y="1426"/>
                </a:lnTo>
                <a:lnTo>
                  <a:pt x="30" y="1426"/>
                </a:lnTo>
                <a:lnTo>
                  <a:pt x="30" y="1427"/>
                </a:lnTo>
                <a:lnTo>
                  <a:pt x="31" y="1428"/>
                </a:lnTo>
                <a:lnTo>
                  <a:pt x="31" y="1430"/>
                </a:lnTo>
                <a:lnTo>
                  <a:pt x="31" y="1431"/>
                </a:lnTo>
                <a:lnTo>
                  <a:pt x="32" y="1431"/>
                </a:lnTo>
                <a:lnTo>
                  <a:pt x="33" y="1431"/>
                </a:lnTo>
                <a:lnTo>
                  <a:pt x="34" y="1430"/>
                </a:lnTo>
                <a:lnTo>
                  <a:pt x="35" y="1429"/>
                </a:lnTo>
                <a:lnTo>
                  <a:pt x="37" y="1428"/>
                </a:lnTo>
                <a:lnTo>
                  <a:pt x="38" y="1427"/>
                </a:lnTo>
                <a:lnTo>
                  <a:pt x="40" y="1427"/>
                </a:lnTo>
                <a:lnTo>
                  <a:pt x="41" y="1426"/>
                </a:lnTo>
                <a:lnTo>
                  <a:pt x="42" y="1426"/>
                </a:lnTo>
                <a:lnTo>
                  <a:pt x="43" y="1427"/>
                </a:lnTo>
                <a:lnTo>
                  <a:pt x="44" y="1428"/>
                </a:lnTo>
                <a:lnTo>
                  <a:pt x="44" y="1429"/>
                </a:lnTo>
                <a:lnTo>
                  <a:pt x="45" y="1431"/>
                </a:lnTo>
                <a:lnTo>
                  <a:pt x="46" y="1432"/>
                </a:lnTo>
                <a:lnTo>
                  <a:pt x="46" y="1433"/>
                </a:lnTo>
                <a:lnTo>
                  <a:pt x="47" y="1434"/>
                </a:lnTo>
                <a:lnTo>
                  <a:pt x="47" y="1435"/>
                </a:lnTo>
                <a:lnTo>
                  <a:pt x="48" y="1436"/>
                </a:lnTo>
                <a:lnTo>
                  <a:pt x="48" y="1438"/>
                </a:lnTo>
                <a:lnTo>
                  <a:pt x="48" y="1439"/>
                </a:lnTo>
                <a:lnTo>
                  <a:pt x="48" y="1440"/>
                </a:lnTo>
                <a:lnTo>
                  <a:pt x="49" y="1440"/>
                </a:lnTo>
                <a:lnTo>
                  <a:pt x="51" y="1440"/>
                </a:lnTo>
                <a:lnTo>
                  <a:pt x="52" y="1440"/>
                </a:lnTo>
                <a:lnTo>
                  <a:pt x="53" y="1440"/>
                </a:lnTo>
                <a:lnTo>
                  <a:pt x="54" y="1440"/>
                </a:lnTo>
                <a:lnTo>
                  <a:pt x="55" y="1440"/>
                </a:lnTo>
                <a:lnTo>
                  <a:pt x="56" y="1441"/>
                </a:lnTo>
                <a:lnTo>
                  <a:pt x="57" y="1440"/>
                </a:lnTo>
                <a:lnTo>
                  <a:pt x="59" y="1440"/>
                </a:lnTo>
                <a:lnTo>
                  <a:pt x="60" y="1440"/>
                </a:lnTo>
                <a:lnTo>
                  <a:pt x="61" y="1439"/>
                </a:lnTo>
                <a:lnTo>
                  <a:pt x="62" y="1437"/>
                </a:lnTo>
                <a:lnTo>
                  <a:pt x="63" y="1436"/>
                </a:lnTo>
                <a:lnTo>
                  <a:pt x="63" y="1435"/>
                </a:lnTo>
                <a:lnTo>
                  <a:pt x="64" y="1435"/>
                </a:lnTo>
                <a:lnTo>
                  <a:pt x="64" y="1434"/>
                </a:lnTo>
                <a:lnTo>
                  <a:pt x="66" y="1434"/>
                </a:lnTo>
                <a:lnTo>
                  <a:pt x="68" y="1435"/>
                </a:lnTo>
                <a:lnTo>
                  <a:pt x="69" y="1435"/>
                </a:lnTo>
                <a:lnTo>
                  <a:pt x="71" y="1435"/>
                </a:lnTo>
                <a:lnTo>
                  <a:pt x="72" y="1435"/>
                </a:lnTo>
                <a:lnTo>
                  <a:pt x="73" y="1435"/>
                </a:lnTo>
                <a:lnTo>
                  <a:pt x="75" y="1435"/>
                </a:lnTo>
                <a:lnTo>
                  <a:pt x="76" y="1435"/>
                </a:lnTo>
                <a:lnTo>
                  <a:pt x="77" y="1435"/>
                </a:lnTo>
                <a:lnTo>
                  <a:pt x="78" y="1435"/>
                </a:lnTo>
                <a:lnTo>
                  <a:pt x="79" y="1435"/>
                </a:lnTo>
                <a:lnTo>
                  <a:pt x="81" y="1434"/>
                </a:lnTo>
                <a:lnTo>
                  <a:pt x="82" y="1434"/>
                </a:lnTo>
                <a:lnTo>
                  <a:pt x="83" y="1434"/>
                </a:lnTo>
                <a:lnTo>
                  <a:pt x="84" y="1435"/>
                </a:lnTo>
                <a:lnTo>
                  <a:pt x="85" y="1435"/>
                </a:lnTo>
                <a:lnTo>
                  <a:pt x="86" y="1436"/>
                </a:lnTo>
                <a:lnTo>
                  <a:pt x="87" y="1436"/>
                </a:lnTo>
                <a:lnTo>
                  <a:pt x="88" y="1435"/>
                </a:lnTo>
                <a:lnTo>
                  <a:pt x="88" y="1434"/>
                </a:lnTo>
                <a:lnTo>
                  <a:pt x="89" y="1433"/>
                </a:lnTo>
                <a:lnTo>
                  <a:pt x="90" y="1432"/>
                </a:lnTo>
                <a:lnTo>
                  <a:pt x="91" y="1431"/>
                </a:lnTo>
                <a:lnTo>
                  <a:pt x="91" y="1429"/>
                </a:lnTo>
                <a:lnTo>
                  <a:pt x="91" y="1428"/>
                </a:lnTo>
                <a:lnTo>
                  <a:pt x="91" y="1427"/>
                </a:lnTo>
                <a:lnTo>
                  <a:pt x="92" y="1425"/>
                </a:lnTo>
                <a:lnTo>
                  <a:pt x="95" y="1424"/>
                </a:lnTo>
                <a:lnTo>
                  <a:pt x="95" y="1423"/>
                </a:lnTo>
                <a:lnTo>
                  <a:pt x="95" y="1421"/>
                </a:lnTo>
                <a:lnTo>
                  <a:pt x="95" y="1416"/>
                </a:lnTo>
                <a:lnTo>
                  <a:pt x="94" y="1415"/>
                </a:lnTo>
                <a:lnTo>
                  <a:pt x="93" y="1413"/>
                </a:lnTo>
                <a:lnTo>
                  <a:pt x="93" y="1412"/>
                </a:lnTo>
                <a:lnTo>
                  <a:pt x="92" y="1410"/>
                </a:lnTo>
                <a:lnTo>
                  <a:pt x="91" y="1409"/>
                </a:lnTo>
                <a:lnTo>
                  <a:pt x="91" y="1408"/>
                </a:lnTo>
                <a:lnTo>
                  <a:pt x="91" y="1407"/>
                </a:lnTo>
                <a:lnTo>
                  <a:pt x="91" y="1406"/>
                </a:lnTo>
                <a:lnTo>
                  <a:pt x="90" y="1405"/>
                </a:lnTo>
                <a:lnTo>
                  <a:pt x="89" y="1405"/>
                </a:lnTo>
                <a:lnTo>
                  <a:pt x="86" y="1405"/>
                </a:lnTo>
                <a:lnTo>
                  <a:pt x="85" y="1405"/>
                </a:lnTo>
                <a:lnTo>
                  <a:pt x="84" y="1404"/>
                </a:lnTo>
                <a:lnTo>
                  <a:pt x="83" y="1403"/>
                </a:lnTo>
                <a:lnTo>
                  <a:pt x="82" y="1403"/>
                </a:lnTo>
                <a:lnTo>
                  <a:pt x="83" y="1402"/>
                </a:lnTo>
                <a:lnTo>
                  <a:pt x="83" y="1401"/>
                </a:lnTo>
                <a:lnTo>
                  <a:pt x="83" y="1400"/>
                </a:lnTo>
                <a:lnTo>
                  <a:pt x="82" y="1399"/>
                </a:lnTo>
                <a:lnTo>
                  <a:pt x="79" y="1396"/>
                </a:lnTo>
                <a:lnTo>
                  <a:pt x="79" y="1395"/>
                </a:lnTo>
                <a:lnTo>
                  <a:pt x="78" y="1394"/>
                </a:lnTo>
                <a:lnTo>
                  <a:pt x="78" y="1393"/>
                </a:lnTo>
                <a:lnTo>
                  <a:pt x="77" y="1392"/>
                </a:lnTo>
                <a:lnTo>
                  <a:pt x="77" y="1391"/>
                </a:lnTo>
                <a:lnTo>
                  <a:pt x="77" y="1390"/>
                </a:lnTo>
                <a:lnTo>
                  <a:pt x="78" y="1387"/>
                </a:lnTo>
                <a:lnTo>
                  <a:pt x="78" y="1386"/>
                </a:lnTo>
                <a:lnTo>
                  <a:pt x="78" y="1385"/>
                </a:lnTo>
                <a:lnTo>
                  <a:pt x="78" y="1383"/>
                </a:lnTo>
                <a:lnTo>
                  <a:pt x="78" y="1381"/>
                </a:lnTo>
                <a:lnTo>
                  <a:pt x="77" y="1378"/>
                </a:lnTo>
                <a:lnTo>
                  <a:pt x="78" y="1377"/>
                </a:lnTo>
                <a:lnTo>
                  <a:pt x="78" y="1376"/>
                </a:lnTo>
                <a:lnTo>
                  <a:pt x="79" y="1375"/>
                </a:lnTo>
                <a:lnTo>
                  <a:pt x="80" y="1375"/>
                </a:lnTo>
                <a:lnTo>
                  <a:pt x="81" y="1375"/>
                </a:lnTo>
                <a:lnTo>
                  <a:pt x="82" y="1374"/>
                </a:lnTo>
                <a:lnTo>
                  <a:pt x="83" y="1371"/>
                </a:lnTo>
                <a:lnTo>
                  <a:pt x="83" y="1370"/>
                </a:lnTo>
                <a:lnTo>
                  <a:pt x="85" y="1370"/>
                </a:lnTo>
                <a:lnTo>
                  <a:pt x="86" y="1370"/>
                </a:lnTo>
                <a:lnTo>
                  <a:pt x="88" y="1369"/>
                </a:lnTo>
                <a:lnTo>
                  <a:pt x="89" y="1367"/>
                </a:lnTo>
                <a:lnTo>
                  <a:pt x="91" y="1367"/>
                </a:lnTo>
                <a:lnTo>
                  <a:pt x="92" y="1366"/>
                </a:lnTo>
                <a:lnTo>
                  <a:pt x="93" y="1366"/>
                </a:lnTo>
                <a:lnTo>
                  <a:pt x="94" y="1366"/>
                </a:lnTo>
                <a:lnTo>
                  <a:pt x="95" y="1365"/>
                </a:lnTo>
                <a:lnTo>
                  <a:pt x="96" y="1364"/>
                </a:lnTo>
                <a:lnTo>
                  <a:pt x="96" y="1363"/>
                </a:lnTo>
                <a:lnTo>
                  <a:pt x="95" y="1362"/>
                </a:lnTo>
                <a:lnTo>
                  <a:pt x="95" y="1361"/>
                </a:lnTo>
                <a:lnTo>
                  <a:pt x="94" y="1360"/>
                </a:lnTo>
                <a:lnTo>
                  <a:pt x="93" y="1359"/>
                </a:lnTo>
                <a:lnTo>
                  <a:pt x="92" y="1357"/>
                </a:lnTo>
                <a:lnTo>
                  <a:pt x="90" y="1355"/>
                </a:lnTo>
                <a:lnTo>
                  <a:pt x="89" y="1353"/>
                </a:lnTo>
                <a:lnTo>
                  <a:pt x="88" y="1352"/>
                </a:lnTo>
                <a:lnTo>
                  <a:pt x="88" y="1351"/>
                </a:lnTo>
                <a:lnTo>
                  <a:pt x="89" y="1350"/>
                </a:lnTo>
                <a:lnTo>
                  <a:pt x="90" y="1349"/>
                </a:lnTo>
                <a:lnTo>
                  <a:pt x="92" y="1347"/>
                </a:lnTo>
                <a:lnTo>
                  <a:pt x="92" y="1345"/>
                </a:lnTo>
                <a:lnTo>
                  <a:pt x="92" y="1343"/>
                </a:lnTo>
                <a:lnTo>
                  <a:pt x="91" y="1341"/>
                </a:lnTo>
                <a:lnTo>
                  <a:pt x="92" y="1340"/>
                </a:lnTo>
                <a:lnTo>
                  <a:pt x="92" y="1339"/>
                </a:lnTo>
                <a:lnTo>
                  <a:pt x="93" y="1338"/>
                </a:lnTo>
                <a:lnTo>
                  <a:pt x="93" y="1335"/>
                </a:lnTo>
                <a:lnTo>
                  <a:pt x="93" y="1334"/>
                </a:lnTo>
                <a:lnTo>
                  <a:pt x="94" y="1332"/>
                </a:lnTo>
                <a:lnTo>
                  <a:pt x="95" y="1331"/>
                </a:lnTo>
                <a:lnTo>
                  <a:pt x="96" y="1329"/>
                </a:lnTo>
                <a:lnTo>
                  <a:pt x="97" y="1328"/>
                </a:lnTo>
                <a:lnTo>
                  <a:pt x="97" y="1327"/>
                </a:lnTo>
                <a:lnTo>
                  <a:pt x="97" y="1326"/>
                </a:lnTo>
                <a:lnTo>
                  <a:pt x="97" y="1325"/>
                </a:lnTo>
                <a:lnTo>
                  <a:pt x="97" y="1324"/>
                </a:lnTo>
                <a:lnTo>
                  <a:pt x="96" y="1323"/>
                </a:lnTo>
                <a:lnTo>
                  <a:pt x="95" y="1323"/>
                </a:lnTo>
                <a:lnTo>
                  <a:pt x="94" y="1324"/>
                </a:lnTo>
                <a:lnTo>
                  <a:pt x="93" y="1323"/>
                </a:lnTo>
                <a:lnTo>
                  <a:pt x="92" y="1323"/>
                </a:lnTo>
                <a:lnTo>
                  <a:pt x="91" y="1321"/>
                </a:lnTo>
                <a:lnTo>
                  <a:pt x="91" y="1320"/>
                </a:lnTo>
                <a:lnTo>
                  <a:pt x="92" y="1318"/>
                </a:lnTo>
                <a:lnTo>
                  <a:pt x="91" y="1318"/>
                </a:lnTo>
                <a:lnTo>
                  <a:pt x="91" y="1317"/>
                </a:lnTo>
                <a:lnTo>
                  <a:pt x="91" y="1315"/>
                </a:lnTo>
                <a:lnTo>
                  <a:pt x="90" y="1314"/>
                </a:lnTo>
                <a:lnTo>
                  <a:pt x="89" y="1311"/>
                </a:lnTo>
                <a:lnTo>
                  <a:pt x="89" y="1310"/>
                </a:lnTo>
                <a:lnTo>
                  <a:pt x="89" y="1309"/>
                </a:lnTo>
                <a:lnTo>
                  <a:pt x="89" y="1308"/>
                </a:lnTo>
                <a:lnTo>
                  <a:pt x="90" y="1306"/>
                </a:lnTo>
                <a:lnTo>
                  <a:pt x="91" y="1303"/>
                </a:lnTo>
                <a:lnTo>
                  <a:pt x="91" y="1302"/>
                </a:lnTo>
                <a:lnTo>
                  <a:pt x="92" y="1299"/>
                </a:lnTo>
                <a:lnTo>
                  <a:pt x="93" y="1296"/>
                </a:lnTo>
                <a:lnTo>
                  <a:pt x="93" y="1295"/>
                </a:lnTo>
                <a:lnTo>
                  <a:pt x="94" y="1294"/>
                </a:lnTo>
                <a:lnTo>
                  <a:pt x="94" y="1292"/>
                </a:lnTo>
                <a:lnTo>
                  <a:pt x="94" y="1289"/>
                </a:lnTo>
                <a:lnTo>
                  <a:pt x="94" y="1286"/>
                </a:lnTo>
                <a:lnTo>
                  <a:pt x="94" y="1285"/>
                </a:lnTo>
                <a:lnTo>
                  <a:pt x="94" y="1284"/>
                </a:lnTo>
                <a:lnTo>
                  <a:pt x="95" y="1283"/>
                </a:lnTo>
                <a:lnTo>
                  <a:pt x="96" y="1283"/>
                </a:lnTo>
                <a:lnTo>
                  <a:pt x="96" y="1282"/>
                </a:lnTo>
                <a:lnTo>
                  <a:pt x="96" y="1278"/>
                </a:lnTo>
                <a:lnTo>
                  <a:pt x="96" y="1276"/>
                </a:lnTo>
                <a:lnTo>
                  <a:pt x="97" y="1275"/>
                </a:lnTo>
                <a:lnTo>
                  <a:pt x="98" y="1274"/>
                </a:lnTo>
                <a:lnTo>
                  <a:pt x="100" y="1273"/>
                </a:lnTo>
                <a:lnTo>
                  <a:pt x="101" y="1272"/>
                </a:lnTo>
                <a:lnTo>
                  <a:pt x="102" y="1272"/>
                </a:lnTo>
                <a:lnTo>
                  <a:pt x="103" y="1272"/>
                </a:lnTo>
                <a:lnTo>
                  <a:pt x="103" y="1271"/>
                </a:lnTo>
                <a:lnTo>
                  <a:pt x="105" y="1270"/>
                </a:lnTo>
                <a:lnTo>
                  <a:pt x="107" y="1268"/>
                </a:lnTo>
                <a:lnTo>
                  <a:pt x="108" y="1267"/>
                </a:lnTo>
                <a:lnTo>
                  <a:pt x="109" y="1265"/>
                </a:lnTo>
                <a:lnTo>
                  <a:pt x="110" y="1265"/>
                </a:lnTo>
                <a:lnTo>
                  <a:pt x="110" y="1264"/>
                </a:lnTo>
                <a:lnTo>
                  <a:pt x="110" y="1262"/>
                </a:lnTo>
                <a:lnTo>
                  <a:pt x="111" y="1260"/>
                </a:lnTo>
                <a:lnTo>
                  <a:pt x="111" y="1257"/>
                </a:lnTo>
                <a:lnTo>
                  <a:pt x="111" y="1255"/>
                </a:lnTo>
                <a:lnTo>
                  <a:pt x="111" y="1254"/>
                </a:lnTo>
                <a:lnTo>
                  <a:pt x="110" y="1254"/>
                </a:lnTo>
                <a:lnTo>
                  <a:pt x="109" y="1254"/>
                </a:lnTo>
                <a:lnTo>
                  <a:pt x="108" y="1253"/>
                </a:lnTo>
                <a:lnTo>
                  <a:pt x="107" y="1253"/>
                </a:lnTo>
                <a:lnTo>
                  <a:pt x="107" y="1252"/>
                </a:lnTo>
                <a:lnTo>
                  <a:pt x="107" y="1249"/>
                </a:lnTo>
                <a:lnTo>
                  <a:pt x="106" y="1247"/>
                </a:lnTo>
                <a:lnTo>
                  <a:pt x="106" y="1245"/>
                </a:lnTo>
                <a:lnTo>
                  <a:pt x="105" y="1245"/>
                </a:lnTo>
                <a:lnTo>
                  <a:pt x="104" y="1245"/>
                </a:lnTo>
                <a:lnTo>
                  <a:pt x="102" y="1244"/>
                </a:lnTo>
                <a:lnTo>
                  <a:pt x="101" y="1244"/>
                </a:lnTo>
                <a:lnTo>
                  <a:pt x="100" y="1244"/>
                </a:lnTo>
                <a:lnTo>
                  <a:pt x="99" y="1244"/>
                </a:lnTo>
                <a:lnTo>
                  <a:pt x="98" y="1243"/>
                </a:lnTo>
                <a:lnTo>
                  <a:pt x="98" y="1242"/>
                </a:lnTo>
                <a:lnTo>
                  <a:pt x="97" y="1240"/>
                </a:lnTo>
                <a:lnTo>
                  <a:pt x="97" y="1239"/>
                </a:lnTo>
                <a:lnTo>
                  <a:pt x="96" y="1238"/>
                </a:lnTo>
                <a:lnTo>
                  <a:pt x="95" y="1237"/>
                </a:lnTo>
                <a:lnTo>
                  <a:pt x="94" y="1235"/>
                </a:lnTo>
                <a:lnTo>
                  <a:pt x="94" y="1234"/>
                </a:lnTo>
                <a:lnTo>
                  <a:pt x="92" y="1232"/>
                </a:lnTo>
                <a:lnTo>
                  <a:pt x="92" y="1231"/>
                </a:lnTo>
                <a:lnTo>
                  <a:pt x="91" y="1230"/>
                </a:lnTo>
                <a:lnTo>
                  <a:pt x="90" y="1230"/>
                </a:lnTo>
                <a:lnTo>
                  <a:pt x="89" y="1231"/>
                </a:lnTo>
                <a:lnTo>
                  <a:pt x="89" y="1230"/>
                </a:lnTo>
                <a:lnTo>
                  <a:pt x="88" y="1230"/>
                </a:lnTo>
                <a:lnTo>
                  <a:pt x="87" y="1230"/>
                </a:lnTo>
                <a:lnTo>
                  <a:pt x="87" y="1229"/>
                </a:lnTo>
                <a:lnTo>
                  <a:pt x="86" y="1229"/>
                </a:lnTo>
                <a:lnTo>
                  <a:pt x="84" y="1227"/>
                </a:lnTo>
                <a:lnTo>
                  <a:pt x="83" y="1227"/>
                </a:lnTo>
                <a:lnTo>
                  <a:pt x="82" y="1226"/>
                </a:lnTo>
                <a:lnTo>
                  <a:pt x="82" y="1225"/>
                </a:lnTo>
                <a:lnTo>
                  <a:pt x="81" y="1224"/>
                </a:lnTo>
                <a:lnTo>
                  <a:pt x="80" y="1222"/>
                </a:lnTo>
                <a:lnTo>
                  <a:pt x="77" y="1221"/>
                </a:lnTo>
                <a:lnTo>
                  <a:pt x="76" y="1220"/>
                </a:lnTo>
                <a:lnTo>
                  <a:pt x="75" y="1220"/>
                </a:lnTo>
                <a:lnTo>
                  <a:pt x="74" y="1220"/>
                </a:lnTo>
                <a:lnTo>
                  <a:pt x="73" y="1219"/>
                </a:lnTo>
                <a:lnTo>
                  <a:pt x="72" y="1219"/>
                </a:lnTo>
                <a:lnTo>
                  <a:pt x="71" y="1218"/>
                </a:lnTo>
                <a:lnTo>
                  <a:pt x="70" y="1216"/>
                </a:lnTo>
                <a:lnTo>
                  <a:pt x="69" y="1216"/>
                </a:lnTo>
                <a:lnTo>
                  <a:pt x="67" y="1215"/>
                </a:lnTo>
                <a:lnTo>
                  <a:pt x="66" y="1214"/>
                </a:lnTo>
                <a:lnTo>
                  <a:pt x="63" y="1213"/>
                </a:lnTo>
                <a:lnTo>
                  <a:pt x="60" y="1212"/>
                </a:lnTo>
                <a:lnTo>
                  <a:pt x="59" y="1212"/>
                </a:lnTo>
                <a:lnTo>
                  <a:pt x="58" y="1212"/>
                </a:lnTo>
                <a:lnTo>
                  <a:pt x="57" y="1211"/>
                </a:lnTo>
                <a:lnTo>
                  <a:pt x="56" y="1210"/>
                </a:lnTo>
                <a:lnTo>
                  <a:pt x="55" y="1210"/>
                </a:lnTo>
                <a:lnTo>
                  <a:pt x="54" y="1209"/>
                </a:lnTo>
                <a:lnTo>
                  <a:pt x="53" y="1209"/>
                </a:lnTo>
                <a:lnTo>
                  <a:pt x="52" y="1209"/>
                </a:lnTo>
                <a:lnTo>
                  <a:pt x="51" y="1209"/>
                </a:lnTo>
                <a:lnTo>
                  <a:pt x="49" y="1208"/>
                </a:lnTo>
                <a:lnTo>
                  <a:pt x="47" y="1207"/>
                </a:lnTo>
                <a:lnTo>
                  <a:pt x="46" y="1206"/>
                </a:lnTo>
                <a:lnTo>
                  <a:pt x="44" y="1205"/>
                </a:lnTo>
                <a:lnTo>
                  <a:pt x="43" y="1204"/>
                </a:lnTo>
                <a:lnTo>
                  <a:pt x="42" y="1203"/>
                </a:lnTo>
                <a:lnTo>
                  <a:pt x="41" y="1202"/>
                </a:lnTo>
                <a:lnTo>
                  <a:pt x="40" y="1202"/>
                </a:lnTo>
                <a:lnTo>
                  <a:pt x="40" y="1203"/>
                </a:lnTo>
                <a:lnTo>
                  <a:pt x="39" y="1203"/>
                </a:lnTo>
                <a:lnTo>
                  <a:pt x="38" y="1204"/>
                </a:lnTo>
                <a:lnTo>
                  <a:pt x="37" y="1205"/>
                </a:lnTo>
                <a:lnTo>
                  <a:pt x="37" y="1206"/>
                </a:lnTo>
                <a:lnTo>
                  <a:pt x="36" y="1207"/>
                </a:lnTo>
                <a:lnTo>
                  <a:pt x="35" y="1209"/>
                </a:lnTo>
                <a:lnTo>
                  <a:pt x="35" y="1210"/>
                </a:lnTo>
                <a:lnTo>
                  <a:pt x="34" y="1210"/>
                </a:lnTo>
                <a:lnTo>
                  <a:pt x="33" y="1210"/>
                </a:lnTo>
                <a:lnTo>
                  <a:pt x="32" y="1210"/>
                </a:lnTo>
                <a:lnTo>
                  <a:pt x="31" y="1210"/>
                </a:lnTo>
                <a:lnTo>
                  <a:pt x="30" y="1210"/>
                </a:lnTo>
                <a:lnTo>
                  <a:pt x="30" y="1211"/>
                </a:lnTo>
                <a:lnTo>
                  <a:pt x="29" y="1211"/>
                </a:lnTo>
                <a:lnTo>
                  <a:pt x="28" y="1212"/>
                </a:lnTo>
                <a:lnTo>
                  <a:pt x="28" y="1213"/>
                </a:lnTo>
                <a:lnTo>
                  <a:pt x="27" y="1214"/>
                </a:lnTo>
                <a:lnTo>
                  <a:pt x="28" y="1216"/>
                </a:lnTo>
                <a:lnTo>
                  <a:pt x="28" y="1218"/>
                </a:lnTo>
                <a:lnTo>
                  <a:pt x="28" y="1220"/>
                </a:lnTo>
                <a:lnTo>
                  <a:pt x="27" y="1220"/>
                </a:lnTo>
                <a:lnTo>
                  <a:pt x="26" y="1219"/>
                </a:lnTo>
                <a:lnTo>
                  <a:pt x="24" y="1218"/>
                </a:lnTo>
                <a:lnTo>
                  <a:pt x="23" y="1218"/>
                </a:lnTo>
                <a:lnTo>
                  <a:pt x="22" y="1218"/>
                </a:lnTo>
                <a:lnTo>
                  <a:pt x="21" y="1218"/>
                </a:lnTo>
                <a:lnTo>
                  <a:pt x="20" y="1219"/>
                </a:lnTo>
                <a:lnTo>
                  <a:pt x="19" y="1219"/>
                </a:lnTo>
                <a:lnTo>
                  <a:pt x="18" y="1219"/>
                </a:lnTo>
                <a:lnTo>
                  <a:pt x="17" y="1219"/>
                </a:lnTo>
                <a:lnTo>
                  <a:pt x="15" y="1217"/>
                </a:lnTo>
                <a:lnTo>
                  <a:pt x="14" y="1217"/>
                </a:lnTo>
                <a:lnTo>
                  <a:pt x="13" y="1217"/>
                </a:lnTo>
                <a:lnTo>
                  <a:pt x="11" y="1216"/>
                </a:lnTo>
                <a:lnTo>
                  <a:pt x="9" y="1215"/>
                </a:lnTo>
                <a:lnTo>
                  <a:pt x="9" y="1214"/>
                </a:lnTo>
                <a:lnTo>
                  <a:pt x="9" y="1213"/>
                </a:lnTo>
                <a:lnTo>
                  <a:pt x="9" y="1211"/>
                </a:lnTo>
                <a:lnTo>
                  <a:pt x="9" y="1209"/>
                </a:lnTo>
                <a:lnTo>
                  <a:pt x="9" y="1208"/>
                </a:lnTo>
                <a:lnTo>
                  <a:pt x="8" y="1208"/>
                </a:lnTo>
                <a:lnTo>
                  <a:pt x="8" y="1207"/>
                </a:lnTo>
                <a:lnTo>
                  <a:pt x="7" y="1207"/>
                </a:lnTo>
                <a:lnTo>
                  <a:pt x="6" y="1207"/>
                </a:lnTo>
                <a:lnTo>
                  <a:pt x="5" y="1206"/>
                </a:lnTo>
                <a:lnTo>
                  <a:pt x="4" y="1206"/>
                </a:lnTo>
                <a:lnTo>
                  <a:pt x="3" y="1204"/>
                </a:lnTo>
                <a:lnTo>
                  <a:pt x="2" y="1204"/>
                </a:lnTo>
                <a:lnTo>
                  <a:pt x="1" y="1202"/>
                </a:lnTo>
                <a:lnTo>
                  <a:pt x="0" y="1201"/>
                </a:lnTo>
                <a:lnTo>
                  <a:pt x="0" y="1200"/>
                </a:lnTo>
                <a:lnTo>
                  <a:pt x="0" y="1199"/>
                </a:lnTo>
                <a:lnTo>
                  <a:pt x="1" y="1198"/>
                </a:lnTo>
                <a:lnTo>
                  <a:pt x="1" y="1197"/>
                </a:lnTo>
                <a:lnTo>
                  <a:pt x="2" y="1197"/>
                </a:lnTo>
                <a:lnTo>
                  <a:pt x="2" y="1196"/>
                </a:lnTo>
                <a:lnTo>
                  <a:pt x="2" y="1195"/>
                </a:lnTo>
                <a:lnTo>
                  <a:pt x="1" y="1194"/>
                </a:lnTo>
                <a:lnTo>
                  <a:pt x="1" y="1193"/>
                </a:lnTo>
                <a:lnTo>
                  <a:pt x="1" y="1192"/>
                </a:lnTo>
                <a:lnTo>
                  <a:pt x="0" y="1190"/>
                </a:lnTo>
                <a:lnTo>
                  <a:pt x="0" y="1189"/>
                </a:lnTo>
                <a:lnTo>
                  <a:pt x="0" y="1187"/>
                </a:lnTo>
                <a:lnTo>
                  <a:pt x="1" y="1185"/>
                </a:lnTo>
                <a:lnTo>
                  <a:pt x="1" y="1184"/>
                </a:lnTo>
                <a:lnTo>
                  <a:pt x="0" y="1183"/>
                </a:lnTo>
                <a:lnTo>
                  <a:pt x="0" y="1182"/>
                </a:lnTo>
                <a:lnTo>
                  <a:pt x="0" y="1181"/>
                </a:lnTo>
                <a:lnTo>
                  <a:pt x="0" y="1180"/>
                </a:lnTo>
                <a:lnTo>
                  <a:pt x="1" y="1179"/>
                </a:lnTo>
                <a:lnTo>
                  <a:pt x="1" y="1178"/>
                </a:lnTo>
                <a:lnTo>
                  <a:pt x="1" y="1177"/>
                </a:lnTo>
                <a:lnTo>
                  <a:pt x="2" y="1177"/>
                </a:lnTo>
                <a:lnTo>
                  <a:pt x="2" y="1176"/>
                </a:lnTo>
                <a:lnTo>
                  <a:pt x="3" y="1175"/>
                </a:lnTo>
                <a:lnTo>
                  <a:pt x="4" y="1175"/>
                </a:lnTo>
                <a:lnTo>
                  <a:pt x="4" y="1174"/>
                </a:lnTo>
                <a:lnTo>
                  <a:pt x="3" y="1172"/>
                </a:lnTo>
                <a:lnTo>
                  <a:pt x="3" y="1171"/>
                </a:lnTo>
                <a:lnTo>
                  <a:pt x="3" y="1170"/>
                </a:lnTo>
                <a:lnTo>
                  <a:pt x="3" y="1168"/>
                </a:lnTo>
                <a:lnTo>
                  <a:pt x="3" y="1167"/>
                </a:lnTo>
                <a:lnTo>
                  <a:pt x="2" y="1166"/>
                </a:lnTo>
                <a:lnTo>
                  <a:pt x="2" y="1165"/>
                </a:lnTo>
                <a:lnTo>
                  <a:pt x="2" y="1164"/>
                </a:lnTo>
                <a:lnTo>
                  <a:pt x="2" y="1163"/>
                </a:lnTo>
                <a:lnTo>
                  <a:pt x="1" y="1162"/>
                </a:lnTo>
                <a:lnTo>
                  <a:pt x="0" y="1161"/>
                </a:lnTo>
                <a:lnTo>
                  <a:pt x="0" y="1160"/>
                </a:lnTo>
                <a:lnTo>
                  <a:pt x="1" y="1159"/>
                </a:lnTo>
                <a:lnTo>
                  <a:pt x="1" y="1157"/>
                </a:lnTo>
                <a:lnTo>
                  <a:pt x="2" y="1157"/>
                </a:lnTo>
                <a:lnTo>
                  <a:pt x="2" y="1156"/>
                </a:lnTo>
                <a:lnTo>
                  <a:pt x="3" y="1155"/>
                </a:lnTo>
                <a:lnTo>
                  <a:pt x="4" y="1154"/>
                </a:lnTo>
                <a:lnTo>
                  <a:pt x="5" y="1154"/>
                </a:lnTo>
                <a:lnTo>
                  <a:pt x="6" y="1153"/>
                </a:lnTo>
                <a:lnTo>
                  <a:pt x="6" y="1152"/>
                </a:lnTo>
                <a:lnTo>
                  <a:pt x="7" y="1151"/>
                </a:lnTo>
                <a:lnTo>
                  <a:pt x="8" y="1151"/>
                </a:lnTo>
                <a:lnTo>
                  <a:pt x="9" y="1150"/>
                </a:lnTo>
                <a:lnTo>
                  <a:pt x="10" y="1151"/>
                </a:lnTo>
                <a:lnTo>
                  <a:pt x="11" y="1150"/>
                </a:lnTo>
                <a:lnTo>
                  <a:pt x="12" y="1150"/>
                </a:lnTo>
                <a:lnTo>
                  <a:pt x="12" y="1151"/>
                </a:lnTo>
                <a:lnTo>
                  <a:pt x="13" y="1151"/>
                </a:lnTo>
                <a:lnTo>
                  <a:pt x="13" y="1152"/>
                </a:lnTo>
                <a:lnTo>
                  <a:pt x="14" y="1152"/>
                </a:lnTo>
                <a:lnTo>
                  <a:pt x="15" y="1152"/>
                </a:lnTo>
                <a:lnTo>
                  <a:pt x="16" y="1153"/>
                </a:lnTo>
                <a:lnTo>
                  <a:pt x="16" y="1155"/>
                </a:lnTo>
                <a:lnTo>
                  <a:pt x="16" y="1156"/>
                </a:lnTo>
                <a:lnTo>
                  <a:pt x="17" y="1156"/>
                </a:lnTo>
                <a:lnTo>
                  <a:pt x="17" y="1155"/>
                </a:lnTo>
                <a:lnTo>
                  <a:pt x="18" y="1155"/>
                </a:lnTo>
                <a:lnTo>
                  <a:pt x="20" y="1153"/>
                </a:lnTo>
                <a:lnTo>
                  <a:pt x="21" y="1152"/>
                </a:lnTo>
                <a:lnTo>
                  <a:pt x="21" y="1151"/>
                </a:lnTo>
                <a:lnTo>
                  <a:pt x="21" y="1149"/>
                </a:lnTo>
                <a:lnTo>
                  <a:pt x="22" y="1147"/>
                </a:lnTo>
                <a:lnTo>
                  <a:pt x="22" y="1146"/>
                </a:lnTo>
                <a:lnTo>
                  <a:pt x="22" y="1145"/>
                </a:lnTo>
                <a:lnTo>
                  <a:pt x="22" y="1144"/>
                </a:lnTo>
                <a:lnTo>
                  <a:pt x="22" y="1143"/>
                </a:lnTo>
                <a:lnTo>
                  <a:pt x="22" y="1142"/>
                </a:lnTo>
                <a:lnTo>
                  <a:pt x="22" y="1140"/>
                </a:lnTo>
                <a:lnTo>
                  <a:pt x="22" y="1139"/>
                </a:lnTo>
                <a:lnTo>
                  <a:pt x="22" y="1138"/>
                </a:lnTo>
                <a:lnTo>
                  <a:pt x="21" y="1137"/>
                </a:lnTo>
                <a:lnTo>
                  <a:pt x="20" y="1137"/>
                </a:lnTo>
                <a:lnTo>
                  <a:pt x="19" y="1137"/>
                </a:lnTo>
                <a:lnTo>
                  <a:pt x="18" y="1138"/>
                </a:lnTo>
                <a:lnTo>
                  <a:pt x="17" y="1138"/>
                </a:lnTo>
                <a:lnTo>
                  <a:pt x="16" y="1138"/>
                </a:lnTo>
                <a:lnTo>
                  <a:pt x="15" y="1138"/>
                </a:lnTo>
                <a:lnTo>
                  <a:pt x="14" y="1138"/>
                </a:lnTo>
                <a:lnTo>
                  <a:pt x="13" y="1138"/>
                </a:lnTo>
                <a:lnTo>
                  <a:pt x="12" y="1137"/>
                </a:lnTo>
                <a:lnTo>
                  <a:pt x="12" y="1136"/>
                </a:lnTo>
                <a:lnTo>
                  <a:pt x="13" y="1135"/>
                </a:lnTo>
                <a:lnTo>
                  <a:pt x="13" y="1134"/>
                </a:lnTo>
                <a:lnTo>
                  <a:pt x="13" y="1132"/>
                </a:lnTo>
                <a:lnTo>
                  <a:pt x="13" y="1131"/>
                </a:lnTo>
                <a:lnTo>
                  <a:pt x="12" y="1130"/>
                </a:lnTo>
                <a:lnTo>
                  <a:pt x="12" y="1129"/>
                </a:lnTo>
                <a:lnTo>
                  <a:pt x="13" y="1128"/>
                </a:lnTo>
                <a:lnTo>
                  <a:pt x="13" y="1127"/>
                </a:lnTo>
                <a:lnTo>
                  <a:pt x="14" y="1124"/>
                </a:lnTo>
                <a:lnTo>
                  <a:pt x="14" y="1123"/>
                </a:lnTo>
                <a:lnTo>
                  <a:pt x="14" y="1121"/>
                </a:lnTo>
                <a:lnTo>
                  <a:pt x="14" y="1120"/>
                </a:lnTo>
                <a:lnTo>
                  <a:pt x="14" y="1119"/>
                </a:lnTo>
                <a:lnTo>
                  <a:pt x="13" y="1119"/>
                </a:lnTo>
                <a:lnTo>
                  <a:pt x="13" y="1118"/>
                </a:lnTo>
                <a:lnTo>
                  <a:pt x="13" y="1117"/>
                </a:lnTo>
                <a:lnTo>
                  <a:pt x="13" y="1116"/>
                </a:lnTo>
                <a:lnTo>
                  <a:pt x="12" y="1116"/>
                </a:lnTo>
                <a:lnTo>
                  <a:pt x="11" y="1116"/>
                </a:lnTo>
                <a:lnTo>
                  <a:pt x="10" y="1116"/>
                </a:lnTo>
                <a:lnTo>
                  <a:pt x="10" y="1115"/>
                </a:lnTo>
                <a:lnTo>
                  <a:pt x="9" y="1114"/>
                </a:lnTo>
                <a:lnTo>
                  <a:pt x="10" y="1113"/>
                </a:lnTo>
                <a:lnTo>
                  <a:pt x="10" y="1112"/>
                </a:lnTo>
                <a:lnTo>
                  <a:pt x="11" y="1111"/>
                </a:lnTo>
                <a:lnTo>
                  <a:pt x="11" y="1110"/>
                </a:lnTo>
                <a:lnTo>
                  <a:pt x="10" y="1109"/>
                </a:lnTo>
                <a:lnTo>
                  <a:pt x="10" y="1108"/>
                </a:lnTo>
                <a:lnTo>
                  <a:pt x="10" y="1107"/>
                </a:lnTo>
                <a:lnTo>
                  <a:pt x="10" y="1106"/>
                </a:lnTo>
                <a:lnTo>
                  <a:pt x="10" y="1104"/>
                </a:lnTo>
                <a:lnTo>
                  <a:pt x="10" y="1102"/>
                </a:lnTo>
                <a:lnTo>
                  <a:pt x="10" y="1101"/>
                </a:lnTo>
                <a:lnTo>
                  <a:pt x="9" y="1101"/>
                </a:lnTo>
                <a:lnTo>
                  <a:pt x="7" y="1101"/>
                </a:lnTo>
                <a:lnTo>
                  <a:pt x="6" y="1101"/>
                </a:lnTo>
                <a:lnTo>
                  <a:pt x="5" y="1100"/>
                </a:lnTo>
                <a:lnTo>
                  <a:pt x="5" y="1099"/>
                </a:lnTo>
                <a:lnTo>
                  <a:pt x="4" y="1099"/>
                </a:lnTo>
                <a:lnTo>
                  <a:pt x="5" y="1098"/>
                </a:lnTo>
                <a:lnTo>
                  <a:pt x="5" y="1097"/>
                </a:lnTo>
                <a:lnTo>
                  <a:pt x="5" y="1096"/>
                </a:lnTo>
                <a:lnTo>
                  <a:pt x="5" y="1095"/>
                </a:lnTo>
                <a:lnTo>
                  <a:pt x="3" y="1095"/>
                </a:lnTo>
                <a:lnTo>
                  <a:pt x="3" y="1094"/>
                </a:lnTo>
                <a:lnTo>
                  <a:pt x="3" y="1093"/>
                </a:lnTo>
                <a:lnTo>
                  <a:pt x="4" y="1093"/>
                </a:lnTo>
                <a:lnTo>
                  <a:pt x="5" y="1092"/>
                </a:lnTo>
                <a:lnTo>
                  <a:pt x="5" y="1091"/>
                </a:lnTo>
                <a:lnTo>
                  <a:pt x="5" y="1090"/>
                </a:lnTo>
                <a:lnTo>
                  <a:pt x="5" y="1089"/>
                </a:lnTo>
                <a:lnTo>
                  <a:pt x="5" y="1088"/>
                </a:lnTo>
                <a:lnTo>
                  <a:pt x="5" y="1087"/>
                </a:lnTo>
                <a:lnTo>
                  <a:pt x="6" y="1086"/>
                </a:lnTo>
                <a:lnTo>
                  <a:pt x="6" y="1085"/>
                </a:lnTo>
                <a:lnTo>
                  <a:pt x="7" y="1085"/>
                </a:lnTo>
                <a:lnTo>
                  <a:pt x="8" y="1084"/>
                </a:lnTo>
                <a:lnTo>
                  <a:pt x="8" y="1083"/>
                </a:lnTo>
                <a:lnTo>
                  <a:pt x="6" y="1080"/>
                </a:lnTo>
                <a:lnTo>
                  <a:pt x="4" y="1078"/>
                </a:lnTo>
                <a:lnTo>
                  <a:pt x="4" y="1077"/>
                </a:lnTo>
                <a:lnTo>
                  <a:pt x="4" y="1076"/>
                </a:lnTo>
                <a:lnTo>
                  <a:pt x="5" y="1077"/>
                </a:lnTo>
                <a:lnTo>
                  <a:pt x="6" y="1077"/>
                </a:lnTo>
                <a:lnTo>
                  <a:pt x="8" y="1077"/>
                </a:lnTo>
                <a:lnTo>
                  <a:pt x="10" y="1077"/>
                </a:lnTo>
                <a:lnTo>
                  <a:pt x="13" y="1077"/>
                </a:lnTo>
                <a:lnTo>
                  <a:pt x="14" y="1076"/>
                </a:lnTo>
                <a:lnTo>
                  <a:pt x="15" y="1074"/>
                </a:lnTo>
                <a:lnTo>
                  <a:pt x="16" y="1072"/>
                </a:lnTo>
                <a:lnTo>
                  <a:pt x="17" y="1070"/>
                </a:lnTo>
                <a:lnTo>
                  <a:pt x="18" y="1069"/>
                </a:lnTo>
                <a:lnTo>
                  <a:pt x="19" y="1069"/>
                </a:lnTo>
                <a:lnTo>
                  <a:pt x="21" y="1068"/>
                </a:lnTo>
                <a:lnTo>
                  <a:pt x="22" y="1068"/>
                </a:lnTo>
                <a:lnTo>
                  <a:pt x="24" y="1069"/>
                </a:lnTo>
                <a:lnTo>
                  <a:pt x="25" y="1069"/>
                </a:lnTo>
                <a:lnTo>
                  <a:pt x="27" y="1071"/>
                </a:lnTo>
                <a:lnTo>
                  <a:pt x="29" y="1072"/>
                </a:lnTo>
                <a:lnTo>
                  <a:pt x="31" y="1073"/>
                </a:lnTo>
                <a:lnTo>
                  <a:pt x="33" y="1074"/>
                </a:lnTo>
                <a:lnTo>
                  <a:pt x="34" y="1074"/>
                </a:lnTo>
                <a:lnTo>
                  <a:pt x="35" y="1074"/>
                </a:lnTo>
                <a:lnTo>
                  <a:pt x="38" y="1074"/>
                </a:lnTo>
                <a:lnTo>
                  <a:pt x="39" y="1074"/>
                </a:lnTo>
                <a:lnTo>
                  <a:pt x="42" y="1076"/>
                </a:lnTo>
                <a:lnTo>
                  <a:pt x="44" y="1075"/>
                </a:lnTo>
                <a:lnTo>
                  <a:pt x="46" y="1076"/>
                </a:lnTo>
                <a:lnTo>
                  <a:pt x="47" y="1076"/>
                </a:lnTo>
                <a:lnTo>
                  <a:pt x="48" y="1076"/>
                </a:lnTo>
                <a:lnTo>
                  <a:pt x="48" y="1075"/>
                </a:lnTo>
                <a:lnTo>
                  <a:pt x="49" y="1074"/>
                </a:lnTo>
                <a:lnTo>
                  <a:pt x="49" y="1073"/>
                </a:lnTo>
                <a:lnTo>
                  <a:pt x="50" y="1073"/>
                </a:lnTo>
                <a:lnTo>
                  <a:pt x="50" y="1072"/>
                </a:lnTo>
                <a:lnTo>
                  <a:pt x="51" y="1071"/>
                </a:lnTo>
                <a:lnTo>
                  <a:pt x="53" y="1070"/>
                </a:lnTo>
                <a:lnTo>
                  <a:pt x="53" y="1069"/>
                </a:lnTo>
                <a:lnTo>
                  <a:pt x="54" y="1069"/>
                </a:lnTo>
                <a:lnTo>
                  <a:pt x="53" y="1068"/>
                </a:lnTo>
                <a:lnTo>
                  <a:pt x="53" y="1067"/>
                </a:lnTo>
                <a:lnTo>
                  <a:pt x="54" y="1066"/>
                </a:lnTo>
                <a:lnTo>
                  <a:pt x="55" y="1066"/>
                </a:lnTo>
                <a:lnTo>
                  <a:pt x="55" y="1065"/>
                </a:lnTo>
                <a:lnTo>
                  <a:pt x="57" y="1065"/>
                </a:lnTo>
                <a:lnTo>
                  <a:pt x="58" y="1064"/>
                </a:lnTo>
                <a:lnTo>
                  <a:pt x="58" y="1063"/>
                </a:lnTo>
                <a:lnTo>
                  <a:pt x="58" y="1062"/>
                </a:lnTo>
                <a:lnTo>
                  <a:pt x="59" y="1062"/>
                </a:lnTo>
                <a:lnTo>
                  <a:pt x="59" y="1061"/>
                </a:lnTo>
                <a:lnTo>
                  <a:pt x="60" y="1062"/>
                </a:lnTo>
                <a:lnTo>
                  <a:pt x="61" y="1062"/>
                </a:lnTo>
                <a:lnTo>
                  <a:pt x="62" y="1062"/>
                </a:lnTo>
                <a:lnTo>
                  <a:pt x="63" y="1062"/>
                </a:lnTo>
                <a:lnTo>
                  <a:pt x="63" y="1061"/>
                </a:lnTo>
                <a:lnTo>
                  <a:pt x="64" y="1059"/>
                </a:lnTo>
                <a:lnTo>
                  <a:pt x="64" y="1058"/>
                </a:lnTo>
                <a:lnTo>
                  <a:pt x="64" y="1056"/>
                </a:lnTo>
                <a:lnTo>
                  <a:pt x="65" y="1054"/>
                </a:lnTo>
                <a:lnTo>
                  <a:pt x="65" y="1053"/>
                </a:lnTo>
                <a:lnTo>
                  <a:pt x="65" y="1052"/>
                </a:lnTo>
                <a:lnTo>
                  <a:pt x="65" y="1051"/>
                </a:lnTo>
                <a:lnTo>
                  <a:pt x="65" y="1048"/>
                </a:lnTo>
                <a:lnTo>
                  <a:pt x="65" y="1047"/>
                </a:lnTo>
                <a:lnTo>
                  <a:pt x="65" y="1046"/>
                </a:lnTo>
                <a:lnTo>
                  <a:pt x="65" y="1045"/>
                </a:lnTo>
                <a:lnTo>
                  <a:pt x="65" y="1044"/>
                </a:lnTo>
                <a:lnTo>
                  <a:pt x="65" y="1043"/>
                </a:lnTo>
                <a:lnTo>
                  <a:pt x="66" y="1042"/>
                </a:lnTo>
                <a:lnTo>
                  <a:pt x="65" y="1041"/>
                </a:lnTo>
                <a:lnTo>
                  <a:pt x="65" y="1040"/>
                </a:lnTo>
                <a:lnTo>
                  <a:pt x="65" y="1039"/>
                </a:lnTo>
                <a:lnTo>
                  <a:pt x="65" y="1038"/>
                </a:lnTo>
                <a:lnTo>
                  <a:pt x="64" y="1038"/>
                </a:lnTo>
                <a:lnTo>
                  <a:pt x="63" y="1037"/>
                </a:lnTo>
                <a:lnTo>
                  <a:pt x="62" y="1037"/>
                </a:lnTo>
                <a:lnTo>
                  <a:pt x="62" y="1036"/>
                </a:lnTo>
                <a:lnTo>
                  <a:pt x="62" y="1035"/>
                </a:lnTo>
                <a:lnTo>
                  <a:pt x="61" y="1035"/>
                </a:lnTo>
                <a:lnTo>
                  <a:pt x="60" y="1034"/>
                </a:lnTo>
                <a:lnTo>
                  <a:pt x="60" y="1035"/>
                </a:lnTo>
                <a:lnTo>
                  <a:pt x="59" y="1035"/>
                </a:lnTo>
                <a:lnTo>
                  <a:pt x="59" y="1034"/>
                </a:lnTo>
                <a:lnTo>
                  <a:pt x="59" y="1033"/>
                </a:lnTo>
                <a:lnTo>
                  <a:pt x="60" y="1031"/>
                </a:lnTo>
                <a:lnTo>
                  <a:pt x="61" y="1028"/>
                </a:lnTo>
                <a:lnTo>
                  <a:pt x="61" y="1027"/>
                </a:lnTo>
                <a:lnTo>
                  <a:pt x="62" y="1026"/>
                </a:lnTo>
                <a:lnTo>
                  <a:pt x="63" y="1025"/>
                </a:lnTo>
                <a:lnTo>
                  <a:pt x="64" y="1023"/>
                </a:lnTo>
                <a:lnTo>
                  <a:pt x="66" y="1022"/>
                </a:lnTo>
                <a:lnTo>
                  <a:pt x="68" y="1021"/>
                </a:lnTo>
                <a:lnTo>
                  <a:pt x="69" y="1021"/>
                </a:lnTo>
                <a:lnTo>
                  <a:pt x="70" y="1021"/>
                </a:lnTo>
                <a:lnTo>
                  <a:pt x="71" y="1020"/>
                </a:lnTo>
                <a:lnTo>
                  <a:pt x="72" y="1020"/>
                </a:lnTo>
                <a:lnTo>
                  <a:pt x="72" y="1019"/>
                </a:lnTo>
                <a:lnTo>
                  <a:pt x="73" y="1019"/>
                </a:lnTo>
                <a:lnTo>
                  <a:pt x="73" y="1017"/>
                </a:lnTo>
                <a:lnTo>
                  <a:pt x="73" y="1016"/>
                </a:lnTo>
                <a:lnTo>
                  <a:pt x="74" y="1015"/>
                </a:lnTo>
                <a:lnTo>
                  <a:pt x="74" y="1014"/>
                </a:lnTo>
                <a:lnTo>
                  <a:pt x="74" y="1013"/>
                </a:lnTo>
                <a:lnTo>
                  <a:pt x="74" y="1012"/>
                </a:lnTo>
                <a:lnTo>
                  <a:pt x="76" y="1011"/>
                </a:lnTo>
                <a:lnTo>
                  <a:pt x="77" y="1009"/>
                </a:lnTo>
                <a:lnTo>
                  <a:pt x="78" y="1009"/>
                </a:lnTo>
                <a:lnTo>
                  <a:pt x="79" y="1008"/>
                </a:lnTo>
                <a:lnTo>
                  <a:pt x="80" y="1007"/>
                </a:lnTo>
                <a:lnTo>
                  <a:pt x="81" y="1007"/>
                </a:lnTo>
                <a:lnTo>
                  <a:pt x="83" y="1005"/>
                </a:lnTo>
                <a:lnTo>
                  <a:pt x="83" y="1004"/>
                </a:lnTo>
                <a:lnTo>
                  <a:pt x="84" y="1004"/>
                </a:lnTo>
                <a:lnTo>
                  <a:pt x="84" y="1003"/>
                </a:lnTo>
                <a:lnTo>
                  <a:pt x="85" y="1002"/>
                </a:lnTo>
                <a:lnTo>
                  <a:pt x="84" y="1001"/>
                </a:lnTo>
                <a:lnTo>
                  <a:pt x="83" y="1001"/>
                </a:lnTo>
                <a:lnTo>
                  <a:pt x="83" y="1000"/>
                </a:lnTo>
                <a:lnTo>
                  <a:pt x="82" y="1000"/>
                </a:lnTo>
                <a:lnTo>
                  <a:pt x="82" y="999"/>
                </a:lnTo>
                <a:lnTo>
                  <a:pt x="83" y="999"/>
                </a:lnTo>
                <a:lnTo>
                  <a:pt x="84" y="998"/>
                </a:lnTo>
                <a:lnTo>
                  <a:pt x="88" y="998"/>
                </a:lnTo>
                <a:lnTo>
                  <a:pt x="89" y="998"/>
                </a:lnTo>
                <a:lnTo>
                  <a:pt x="90" y="997"/>
                </a:lnTo>
                <a:lnTo>
                  <a:pt x="91" y="996"/>
                </a:lnTo>
                <a:lnTo>
                  <a:pt x="91" y="995"/>
                </a:lnTo>
                <a:lnTo>
                  <a:pt x="92" y="993"/>
                </a:lnTo>
                <a:lnTo>
                  <a:pt x="94" y="992"/>
                </a:lnTo>
                <a:lnTo>
                  <a:pt x="96" y="992"/>
                </a:lnTo>
                <a:lnTo>
                  <a:pt x="97" y="992"/>
                </a:lnTo>
                <a:lnTo>
                  <a:pt x="99" y="995"/>
                </a:lnTo>
                <a:lnTo>
                  <a:pt x="100" y="996"/>
                </a:lnTo>
                <a:lnTo>
                  <a:pt x="101" y="996"/>
                </a:lnTo>
                <a:lnTo>
                  <a:pt x="102" y="996"/>
                </a:lnTo>
                <a:lnTo>
                  <a:pt x="103" y="995"/>
                </a:lnTo>
                <a:lnTo>
                  <a:pt x="105" y="994"/>
                </a:lnTo>
                <a:lnTo>
                  <a:pt x="106" y="993"/>
                </a:lnTo>
                <a:lnTo>
                  <a:pt x="107" y="993"/>
                </a:lnTo>
                <a:lnTo>
                  <a:pt x="110" y="994"/>
                </a:lnTo>
                <a:lnTo>
                  <a:pt x="112" y="994"/>
                </a:lnTo>
                <a:lnTo>
                  <a:pt x="114" y="994"/>
                </a:lnTo>
                <a:lnTo>
                  <a:pt x="116" y="994"/>
                </a:lnTo>
                <a:lnTo>
                  <a:pt x="118" y="995"/>
                </a:lnTo>
                <a:lnTo>
                  <a:pt x="121" y="995"/>
                </a:lnTo>
                <a:lnTo>
                  <a:pt x="122" y="995"/>
                </a:lnTo>
                <a:lnTo>
                  <a:pt x="122" y="996"/>
                </a:lnTo>
                <a:lnTo>
                  <a:pt x="122" y="997"/>
                </a:lnTo>
                <a:lnTo>
                  <a:pt x="122" y="998"/>
                </a:lnTo>
                <a:lnTo>
                  <a:pt x="122" y="999"/>
                </a:lnTo>
                <a:lnTo>
                  <a:pt x="122" y="1000"/>
                </a:lnTo>
                <a:lnTo>
                  <a:pt x="123" y="1000"/>
                </a:lnTo>
                <a:lnTo>
                  <a:pt x="124" y="1000"/>
                </a:lnTo>
                <a:lnTo>
                  <a:pt x="125" y="999"/>
                </a:lnTo>
                <a:lnTo>
                  <a:pt x="126" y="1000"/>
                </a:lnTo>
                <a:lnTo>
                  <a:pt x="127" y="1000"/>
                </a:lnTo>
                <a:lnTo>
                  <a:pt x="128" y="1002"/>
                </a:lnTo>
                <a:lnTo>
                  <a:pt x="129" y="1003"/>
                </a:lnTo>
                <a:lnTo>
                  <a:pt x="130" y="1003"/>
                </a:lnTo>
                <a:lnTo>
                  <a:pt x="131" y="1003"/>
                </a:lnTo>
                <a:lnTo>
                  <a:pt x="135" y="1001"/>
                </a:lnTo>
                <a:lnTo>
                  <a:pt x="142" y="999"/>
                </a:lnTo>
                <a:lnTo>
                  <a:pt x="143" y="998"/>
                </a:lnTo>
                <a:lnTo>
                  <a:pt x="146" y="996"/>
                </a:lnTo>
                <a:lnTo>
                  <a:pt x="149" y="994"/>
                </a:lnTo>
                <a:lnTo>
                  <a:pt x="151" y="993"/>
                </a:lnTo>
                <a:lnTo>
                  <a:pt x="155" y="992"/>
                </a:lnTo>
                <a:lnTo>
                  <a:pt x="156" y="991"/>
                </a:lnTo>
                <a:lnTo>
                  <a:pt x="157" y="991"/>
                </a:lnTo>
                <a:lnTo>
                  <a:pt x="159" y="989"/>
                </a:lnTo>
                <a:lnTo>
                  <a:pt x="161" y="987"/>
                </a:lnTo>
                <a:lnTo>
                  <a:pt x="163" y="985"/>
                </a:lnTo>
                <a:lnTo>
                  <a:pt x="165" y="984"/>
                </a:lnTo>
                <a:lnTo>
                  <a:pt x="167" y="985"/>
                </a:lnTo>
                <a:lnTo>
                  <a:pt x="169" y="985"/>
                </a:lnTo>
                <a:lnTo>
                  <a:pt x="170" y="986"/>
                </a:lnTo>
                <a:lnTo>
                  <a:pt x="170" y="987"/>
                </a:lnTo>
                <a:lnTo>
                  <a:pt x="171" y="988"/>
                </a:lnTo>
                <a:lnTo>
                  <a:pt x="172" y="987"/>
                </a:lnTo>
                <a:lnTo>
                  <a:pt x="174" y="986"/>
                </a:lnTo>
                <a:lnTo>
                  <a:pt x="175" y="986"/>
                </a:lnTo>
                <a:lnTo>
                  <a:pt x="175" y="985"/>
                </a:lnTo>
                <a:lnTo>
                  <a:pt x="177" y="983"/>
                </a:lnTo>
                <a:lnTo>
                  <a:pt x="178" y="981"/>
                </a:lnTo>
                <a:lnTo>
                  <a:pt x="179" y="979"/>
                </a:lnTo>
                <a:lnTo>
                  <a:pt x="180" y="978"/>
                </a:lnTo>
                <a:lnTo>
                  <a:pt x="181" y="978"/>
                </a:lnTo>
                <a:lnTo>
                  <a:pt x="184" y="980"/>
                </a:lnTo>
                <a:lnTo>
                  <a:pt x="186" y="980"/>
                </a:lnTo>
                <a:lnTo>
                  <a:pt x="189" y="980"/>
                </a:lnTo>
                <a:lnTo>
                  <a:pt x="191" y="981"/>
                </a:lnTo>
                <a:lnTo>
                  <a:pt x="192" y="982"/>
                </a:lnTo>
                <a:lnTo>
                  <a:pt x="194" y="984"/>
                </a:lnTo>
                <a:lnTo>
                  <a:pt x="196" y="986"/>
                </a:lnTo>
                <a:lnTo>
                  <a:pt x="197" y="986"/>
                </a:lnTo>
                <a:lnTo>
                  <a:pt x="198" y="987"/>
                </a:lnTo>
                <a:lnTo>
                  <a:pt x="199" y="986"/>
                </a:lnTo>
                <a:lnTo>
                  <a:pt x="200" y="986"/>
                </a:lnTo>
                <a:lnTo>
                  <a:pt x="201" y="986"/>
                </a:lnTo>
                <a:lnTo>
                  <a:pt x="202" y="985"/>
                </a:lnTo>
                <a:lnTo>
                  <a:pt x="202" y="984"/>
                </a:lnTo>
                <a:lnTo>
                  <a:pt x="201" y="983"/>
                </a:lnTo>
                <a:lnTo>
                  <a:pt x="200" y="982"/>
                </a:lnTo>
                <a:lnTo>
                  <a:pt x="200" y="981"/>
                </a:lnTo>
                <a:lnTo>
                  <a:pt x="199" y="980"/>
                </a:lnTo>
                <a:lnTo>
                  <a:pt x="199" y="979"/>
                </a:lnTo>
                <a:lnTo>
                  <a:pt x="198" y="977"/>
                </a:lnTo>
                <a:lnTo>
                  <a:pt x="198" y="976"/>
                </a:lnTo>
                <a:lnTo>
                  <a:pt x="197" y="974"/>
                </a:lnTo>
                <a:lnTo>
                  <a:pt x="196" y="972"/>
                </a:lnTo>
                <a:lnTo>
                  <a:pt x="195" y="969"/>
                </a:lnTo>
                <a:lnTo>
                  <a:pt x="194" y="968"/>
                </a:lnTo>
                <a:lnTo>
                  <a:pt x="194" y="967"/>
                </a:lnTo>
                <a:lnTo>
                  <a:pt x="194" y="966"/>
                </a:lnTo>
                <a:lnTo>
                  <a:pt x="195" y="966"/>
                </a:lnTo>
                <a:lnTo>
                  <a:pt x="196" y="965"/>
                </a:lnTo>
                <a:lnTo>
                  <a:pt x="197" y="965"/>
                </a:lnTo>
                <a:lnTo>
                  <a:pt x="197" y="964"/>
                </a:lnTo>
                <a:lnTo>
                  <a:pt x="199" y="961"/>
                </a:lnTo>
                <a:lnTo>
                  <a:pt x="199" y="958"/>
                </a:lnTo>
                <a:lnTo>
                  <a:pt x="200" y="958"/>
                </a:lnTo>
                <a:lnTo>
                  <a:pt x="201" y="958"/>
                </a:lnTo>
                <a:lnTo>
                  <a:pt x="201" y="957"/>
                </a:lnTo>
                <a:lnTo>
                  <a:pt x="202" y="957"/>
                </a:lnTo>
                <a:lnTo>
                  <a:pt x="203" y="957"/>
                </a:lnTo>
                <a:lnTo>
                  <a:pt x="204" y="958"/>
                </a:lnTo>
                <a:lnTo>
                  <a:pt x="205" y="959"/>
                </a:lnTo>
                <a:lnTo>
                  <a:pt x="206" y="960"/>
                </a:lnTo>
                <a:lnTo>
                  <a:pt x="208" y="961"/>
                </a:lnTo>
                <a:lnTo>
                  <a:pt x="208" y="962"/>
                </a:lnTo>
                <a:lnTo>
                  <a:pt x="210" y="965"/>
                </a:lnTo>
                <a:lnTo>
                  <a:pt x="212" y="967"/>
                </a:lnTo>
                <a:lnTo>
                  <a:pt x="213" y="969"/>
                </a:lnTo>
                <a:lnTo>
                  <a:pt x="213" y="970"/>
                </a:lnTo>
                <a:lnTo>
                  <a:pt x="214" y="971"/>
                </a:lnTo>
                <a:lnTo>
                  <a:pt x="215" y="972"/>
                </a:lnTo>
                <a:lnTo>
                  <a:pt x="216" y="972"/>
                </a:lnTo>
                <a:lnTo>
                  <a:pt x="217" y="972"/>
                </a:lnTo>
                <a:lnTo>
                  <a:pt x="219" y="971"/>
                </a:lnTo>
                <a:lnTo>
                  <a:pt x="221" y="973"/>
                </a:lnTo>
                <a:lnTo>
                  <a:pt x="222" y="975"/>
                </a:lnTo>
                <a:lnTo>
                  <a:pt x="224" y="976"/>
                </a:lnTo>
                <a:lnTo>
                  <a:pt x="226" y="977"/>
                </a:lnTo>
                <a:lnTo>
                  <a:pt x="227" y="977"/>
                </a:lnTo>
                <a:lnTo>
                  <a:pt x="228" y="977"/>
                </a:lnTo>
                <a:lnTo>
                  <a:pt x="230" y="976"/>
                </a:lnTo>
                <a:lnTo>
                  <a:pt x="231" y="976"/>
                </a:lnTo>
                <a:lnTo>
                  <a:pt x="232" y="976"/>
                </a:lnTo>
                <a:lnTo>
                  <a:pt x="233" y="976"/>
                </a:lnTo>
                <a:lnTo>
                  <a:pt x="234" y="977"/>
                </a:lnTo>
                <a:lnTo>
                  <a:pt x="235" y="977"/>
                </a:lnTo>
                <a:lnTo>
                  <a:pt x="238" y="980"/>
                </a:lnTo>
                <a:lnTo>
                  <a:pt x="241" y="981"/>
                </a:lnTo>
                <a:lnTo>
                  <a:pt x="242" y="981"/>
                </a:lnTo>
                <a:lnTo>
                  <a:pt x="244" y="979"/>
                </a:lnTo>
                <a:lnTo>
                  <a:pt x="246" y="978"/>
                </a:lnTo>
                <a:lnTo>
                  <a:pt x="247" y="977"/>
                </a:lnTo>
                <a:lnTo>
                  <a:pt x="249" y="977"/>
                </a:lnTo>
                <a:lnTo>
                  <a:pt x="251" y="977"/>
                </a:lnTo>
                <a:lnTo>
                  <a:pt x="251" y="976"/>
                </a:lnTo>
                <a:lnTo>
                  <a:pt x="252" y="975"/>
                </a:lnTo>
                <a:lnTo>
                  <a:pt x="254" y="974"/>
                </a:lnTo>
                <a:lnTo>
                  <a:pt x="257" y="972"/>
                </a:lnTo>
                <a:lnTo>
                  <a:pt x="258" y="972"/>
                </a:lnTo>
                <a:lnTo>
                  <a:pt x="260" y="972"/>
                </a:lnTo>
                <a:lnTo>
                  <a:pt x="261" y="971"/>
                </a:lnTo>
                <a:lnTo>
                  <a:pt x="262" y="971"/>
                </a:lnTo>
                <a:lnTo>
                  <a:pt x="264" y="971"/>
                </a:lnTo>
                <a:lnTo>
                  <a:pt x="266" y="971"/>
                </a:lnTo>
                <a:lnTo>
                  <a:pt x="268" y="970"/>
                </a:lnTo>
                <a:lnTo>
                  <a:pt x="270" y="969"/>
                </a:lnTo>
                <a:lnTo>
                  <a:pt x="271" y="968"/>
                </a:lnTo>
                <a:lnTo>
                  <a:pt x="272" y="968"/>
                </a:lnTo>
                <a:lnTo>
                  <a:pt x="273" y="967"/>
                </a:lnTo>
                <a:lnTo>
                  <a:pt x="274" y="967"/>
                </a:lnTo>
                <a:lnTo>
                  <a:pt x="274" y="966"/>
                </a:lnTo>
                <a:lnTo>
                  <a:pt x="277" y="965"/>
                </a:lnTo>
                <a:lnTo>
                  <a:pt x="281" y="964"/>
                </a:lnTo>
                <a:lnTo>
                  <a:pt x="284" y="962"/>
                </a:lnTo>
                <a:lnTo>
                  <a:pt x="285" y="962"/>
                </a:lnTo>
                <a:lnTo>
                  <a:pt x="287" y="962"/>
                </a:lnTo>
                <a:lnTo>
                  <a:pt x="288" y="961"/>
                </a:lnTo>
                <a:lnTo>
                  <a:pt x="289" y="962"/>
                </a:lnTo>
                <a:lnTo>
                  <a:pt x="290" y="962"/>
                </a:lnTo>
                <a:lnTo>
                  <a:pt x="290" y="963"/>
                </a:lnTo>
                <a:lnTo>
                  <a:pt x="290" y="964"/>
                </a:lnTo>
                <a:lnTo>
                  <a:pt x="291" y="964"/>
                </a:lnTo>
                <a:lnTo>
                  <a:pt x="291" y="965"/>
                </a:lnTo>
                <a:lnTo>
                  <a:pt x="291" y="966"/>
                </a:lnTo>
                <a:lnTo>
                  <a:pt x="292" y="967"/>
                </a:lnTo>
                <a:lnTo>
                  <a:pt x="292" y="968"/>
                </a:lnTo>
                <a:lnTo>
                  <a:pt x="293" y="968"/>
                </a:lnTo>
                <a:lnTo>
                  <a:pt x="293" y="969"/>
                </a:lnTo>
                <a:lnTo>
                  <a:pt x="292" y="969"/>
                </a:lnTo>
                <a:lnTo>
                  <a:pt x="292" y="970"/>
                </a:lnTo>
                <a:lnTo>
                  <a:pt x="291" y="970"/>
                </a:lnTo>
                <a:lnTo>
                  <a:pt x="290" y="972"/>
                </a:lnTo>
                <a:lnTo>
                  <a:pt x="290" y="974"/>
                </a:lnTo>
                <a:lnTo>
                  <a:pt x="289" y="978"/>
                </a:lnTo>
                <a:lnTo>
                  <a:pt x="289" y="979"/>
                </a:lnTo>
                <a:lnTo>
                  <a:pt x="289" y="980"/>
                </a:lnTo>
                <a:lnTo>
                  <a:pt x="289" y="982"/>
                </a:lnTo>
                <a:lnTo>
                  <a:pt x="289" y="983"/>
                </a:lnTo>
                <a:lnTo>
                  <a:pt x="289" y="984"/>
                </a:lnTo>
                <a:lnTo>
                  <a:pt x="289" y="985"/>
                </a:lnTo>
                <a:lnTo>
                  <a:pt x="290" y="987"/>
                </a:lnTo>
                <a:lnTo>
                  <a:pt x="291" y="988"/>
                </a:lnTo>
                <a:lnTo>
                  <a:pt x="293" y="988"/>
                </a:lnTo>
                <a:lnTo>
                  <a:pt x="293" y="989"/>
                </a:lnTo>
                <a:lnTo>
                  <a:pt x="294" y="990"/>
                </a:lnTo>
                <a:lnTo>
                  <a:pt x="294" y="991"/>
                </a:lnTo>
                <a:lnTo>
                  <a:pt x="295" y="992"/>
                </a:lnTo>
                <a:lnTo>
                  <a:pt x="296" y="993"/>
                </a:lnTo>
                <a:lnTo>
                  <a:pt x="296" y="994"/>
                </a:lnTo>
                <a:lnTo>
                  <a:pt x="296" y="995"/>
                </a:lnTo>
                <a:lnTo>
                  <a:pt x="295" y="995"/>
                </a:lnTo>
                <a:lnTo>
                  <a:pt x="294" y="996"/>
                </a:lnTo>
                <a:lnTo>
                  <a:pt x="294" y="997"/>
                </a:lnTo>
                <a:lnTo>
                  <a:pt x="293" y="998"/>
                </a:lnTo>
                <a:lnTo>
                  <a:pt x="292" y="998"/>
                </a:lnTo>
                <a:lnTo>
                  <a:pt x="291" y="999"/>
                </a:lnTo>
                <a:lnTo>
                  <a:pt x="290" y="999"/>
                </a:lnTo>
                <a:lnTo>
                  <a:pt x="289" y="1000"/>
                </a:lnTo>
                <a:lnTo>
                  <a:pt x="288" y="1001"/>
                </a:lnTo>
                <a:lnTo>
                  <a:pt x="288" y="1002"/>
                </a:lnTo>
                <a:lnTo>
                  <a:pt x="287" y="1003"/>
                </a:lnTo>
                <a:lnTo>
                  <a:pt x="286" y="1005"/>
                </a:lnTo>
                <a:lnTo>
                  <a:pt x="286" y="1006"/>
                </a:lnTo>
                <a:lnTo>
                  <a:pt x="285" y="1007"/>
                </a:lnTo>
                <a:lnTo>
                  <a:pt x="285" y="1008"/>
                </a:lnTo>
                <a:lnTo>
                  <a:pt x="285" y="1009"/>
                </a:lnTo>
                <a:lnTo>
                  <a:pt x="286" y="1011"/>
                </a:lnTo>
                <a:lnTo>
                  <a:pt x="286" y="1012"/>
                </a:lnTo>
                <a:lnTo>
                  <a:pt x="286" y="1015"/>
                </a:lnTo>
                <a:lnTo>
                  <a:pt x="286" y="1016"/>
                </a:lnTo>
                <a:lnTo>
                  <a:pt x="286" y="1017"/>
                </a:lnTo>
                <a:lnTo>
                  <a:pt x="286" y="1018"/>
                </a:lnTo>
                <a:lnTo>
                  <a:pt x="285" y="1018"/>
                </a:lnTo>
                <a:lnTo>
                  <a:pt x="285" y="1019"/>
                </a:lnTo>
                <a:lnTo>
                  <a:pt x="285" y="1020"/>
                </a:lnTo>
                <a:lnTo>
                  <a:pt x="285" y="1021"/>
                </a:lnTo>
                <a:lnTo>
                  <a:pt x="286" y="1021"/>
                </a:lnTo>
                <a:lnTo>
                  <a:pt x="287" y="1021"/>
                </a:lnTo>
                <a:lnTo>
                  <a:pt x="288" y="1020"/>
                </a:lnTo>
                <a:lnTo>
                  <a:pt x="289" y="1020"/>
                </a:lnTo>
                <a:lnTo>
                  <a:pt x="290" y="1020"/>
                </a:lnTo>
                <a:lnTo>
                  <a:pt x="291" y="1020"/>
                </a:lnTo>
                <a:lnTo>
                  <a:pt x="292" y="1020"/>
                </a:lnTo>
                <a:lnTo>
                  <a:pt x="293" y="1020"/>
                </a:lnTo>
                <a:lnTo>
                  <a:pt x="294" y="1021"/>
                </a:lnTo>
                <a:lnTo>
                  <a:pt x="296" y="1020"/>
                </a:lnTo>
                <a:lnTo>
                  <a:pt x="298" y="1019"/>
                </a:lnTo>
                <a:lnTo>
                  <a:pt x="299" y="1019"/>
                </a:lnTo>
                <a:lnTo>
                  <a:pt x="300" y="1018"/>
                </a:lnTo>
                <a:lnTo>
                  <a:pt x="301" y="1019"/>
                </a:lnTo>
                <a:lnTo>
                  <a:pt x="301" y="1021"/>
                </a:lnTo>
                <a:lnTo>
                  <a:pt x="302" y="1021"/>
                </a:lnTo>
                <a:lnTo>
                  <a:pt x="303" y="1022"/>
                </a:lnTo>
                <a:lnTo>
                  <a:pt x="305" y="1022"/>
                </a:lnTo>
                <a:lnTo>
                  <a:pt x="305" y="1023"/>
                </a:lnTo>
                <a:lnTo>
                  <a:pt x="307" y="1024"/>
                </a:lnTo>
                <a:lnTo>
                  <a:pt x="308" y="1025"/>
                </a:lnTo>
                <a:lnTo>
                  <a:pt x="309" y="1026"/>
                </a:lnTo>
                <a:lnTo>
                  <a:pt x="310" y="1026"/>
                </a:lnTo>
                <a:lnTo>
                  <a:pt x="311" y="1025"/>
                </a:lnTo>
                <a:lnTo>
                  <a:pt x="311" y="1024"/>
                </a:lnTo>
                <a:lnTo>
                  <a:pt x="311" y="1023"/>
                </a:lnTo>
                <a:lnTo>
                  <a:pt x="311" y="1021"/>
                </a:lnTo>
                <a:lnTo>
                  <a:pt x="312" y="1020"/>
                </a:lnTo>
                <a:lnTo>
                  <a:pt x="313" y="1020"/>
                </a:lnTo>
                <a:lnTo>
                  <a:pt x="314" y="1020"/>
                </a:lnTo>
                <a:lnTo>
                  <a:pt x="315" y="1019"/>
                </a:lnTo>
                <a:lnTo>
                  <a:pt x="316" y="1018"/>
                </a:lnTo>
                <a:lnTo>
                  <a:pt x="316" y="1017"/>
                </a:lnTo>
                <a:lnTo>
                  <a:pt x="316" y="1016"/>
                </a:lnTo>
                <a:lnTo>
                  <a:pt x="317" y="1015"/>
                </a:lnTo>
                <a:lnTo>
                  <a:pt x="317" y="1016"/>
                </a:lnTo>
                <a:lnTo>
                  <a:pt x="318" y="1015"/>
                </a:lnTo>
                <a:lnTo>
                  <a:pt x="319" y="1015"/>
                </a:lnTo>
                <a:lnTo>
                  <a:pt x="320" y="1016"/>
                </a:lnTo>
                <a:lnTo>
                  <a:pt x="321" y="1017"/>
                </a:lnTo>
                <a:lnTo>
                  <a:pt x="322" y="1019"/>
                </a:lnTo>
                <a:lnTo>
                  <a:pt x="323" y="1020"/>
                </a:lnTo>
                <a:lnTo>
                  <a:pt x="323" y="1021"/>
                </a:lnTo>
                <a:lnTo>
                  <a:pt x="324" y="1021"/>
                </a:lnTo>
                <a:lnTo>
                  <a:pt x="325" y="1021"/>
                </a:lnTo>
                <a:lnTo>
                  <a:pt x="326" y="1021"/>
                </a:lnTo>
                <a:lnTo>
                  <a:pt x="326" y="1020"/>
                </a:lnTo>
                <a:lnTo>
                  <a:pt x="326" y="1019"/>
                </a:lnTo>
                <a:lnTo>
                  <a:pt x="326" y="1018"/>
                </a:lnTo>
                <a:lnTo>
                  <a:pt x="326" y="1017"/>
                </a:lnTo>
                <a:lnTo>
                  <a:pt x="327" y="1016"/>
                </a:lnTo>
                <a:lnTo>
                  <a:pt x="328" y="1016"/>
                </a:lnTo>
                <a:lnTo>
                  <a:pt x="329" y="1016"/>
                </a:lnTo>
                <a:lnTo>
                  <a:pt x="331" y="1016"/>
                </a:lnTo>
                <a:lnTo>
                  <a:pt x="332" y="1017"/>
                </a:lnTo>
                <a:lnTo>
                  <a:pt x="332" y="1018"/>
                </a:lnTo>
                <a:lnTo>
                  <a:pt x="333" y="1018"/>
                </a:lnTo>
                <a:lnTo>
                  <a:pt x="334" y="1018"/>
                </a:lnTo>
                <a:lnTo>
                  <a:pt x="335" y="1017"/>
                </a:lnTo>
                <a:lnTo>
                  <a:pt x="337" y="1019"/>
                </a:lnTo>
                <a:lnTo>
                  <a:pt x="338" y="1019"/>
                </a:lnTo>
                <a:lnTo>
                  <a:pt x="340" y="1021"/>
                </a:lnTo>
                <a:lnTo>
                  <a:pt x="340" y="1022"/>
                </a:lnTo>
                <a:lnTo>
                  <a:pt x="341" y="1022"/>
                </a:lnTo>
                <a:lnTo>
                  <a:pt x="342" y="1022"/>
                </a:lnTo>
                <a:lnTo>
                  <a:pt x="345" y="1021"/>
                </a:lnTo>
                <a:lnTo>
                  <a:pt x="347" y="1020"/>
                </a:lnTo>
                <a:lnTo>
                  <a:pt x="348" y="1019"/>
                </a:lnTo>
                <a:lnTo>
                  <a:pt x="350" y="1018"/>
                </a:lnTo>
                <a:lnTo>
                  <a:pt x="351" y="1018"/>
                </a:lnTo>
                <a:lnTo>
                  <a:pt x="352" y="1018"/>
                </a:lnTo>
                <a:lnTo>
                  <a:pt x="353" y="1017"/>
                </a:lnTo>
                <a:lnTo>
                  <a:pt x="354" y="1017"/>
                </a:lnTo>
                <a:lnTo>
                  <a:pt x="355" y="1017"/>
                </a:lnTo>
                <a:lnTo>
                  <a:pt x="355" y="1018"/>
                </a:lnTo>
                <a:lnTo>
                  <a:pt x="354" y="1019"/>
                </a:lnTo>
                <a:lnTo>
                  <a:pt x="354" y="1020"/>
                </a:lnTo>
                <a:lnTo>
                  <a:pt x="353" y="1020"/>
                </a:lnTo>
                <a:lnTo>
                  <a:pt x="353" y="1021"/>
                </a:lnTo>
                <a:lnTo>
                  <a:pt x="354" y="1022"/>
                </a:lnTo>
                <a:lnTo>
                  <a:pt x="355" y="1022"/>
                </a:lnTo>
                <a:lnTo>
                  <a:pt x="356" y="1023"/>
                </a:lnTo>
                <a:lnTo>
                  <a:pt x="357" y="1024"/>
                </a:lnTo>
                <a:lnTo>
                  <a:pt x="357" y="1025"/>
                </a:lnTo>
                <a:lnTo>
                  <a:pt x="357" y="1026"/>
                </a:lnTo>
                <a:lnTo>
                  <a:pt x="356" y="1027"/>
                </a:lnTo>
                <a:lnTo>
                  <a:pt x="356" y="1029"/>
                </a:lnTo>
                <a:lnTo>
                  <a:pt x="356" y="1030"/>
                </a:lnTo>
                <a:lnTo>
                  <a:pt x="356" y="1031"/>
                </a:lnTo>
                <a:lnTo>
                  <a:pt x="356" y="1032"/>
                </a:lnTo>
                <a:lnTo>
                  <a:pt x="356" y="1033"/>
                </a:lnTo>
                <a:lnTo>
                  <a:pt x="357" y="1033"/>
                </a:lnTo>
                <a:lnTo>
                  <a:pt x="358" y="1032"/>
                </a:lnTo>
                <a:lnTo>
                  <a:pt x="358" y="1031"/>
                </a:lnTo>
                <a:lnTo>
                  <a:pt x="359" y="1030"/>
                </a:lnTo>
                <a:lnTo>
                  <a:pt x="360" y="1029"/>
                </a:lnTo>
                <a:lnTo>
                  <a:pt x="361" y="1028"/>
                </a:lnTo>
                <a:lnTo>
                  <a:pt x="362" y="1027"/>
                </a:lnTo>
                <a:lnTo>
                  <a:pt x="363" y="1027"/>
                </a:lnTo>
                <a:lnTo>
                  <a:pt x="363" y="1028"/>
                </a:lnTo>
                <a:lnTo>
                  <a:pt x="363" y="1029"/>
                </a:lnTo>
                <a:lnTo>
                  <a:pt x="364" y="1029"/>
                </a:lnTo>
                <a:lnTo>
                  <a:pt x="364" y="1030"/>
                </a:lnTo>
                <a:lnTo>
                  <a:pt x="365" y="1029"/>
                </a:lnTo>
                <a:lnTo>
                  <a:pt x="367" y="1029"/>
                </a:lnTo>
                <a:lnTo>
                  <a:pt x="368" y="1029"/>
                </a:lnTo>
                <a:lnTo>
                  <a:pt x="369" y="1029"/>
                </a:lnTo>
                <a:lnTo>
                  <a:pt x="370" y="1029"/>
                </a:lnTo>
                <a:lnTo>
                  <a:pt x="370" y="1028"/>
                </a:lnTo>
                <a:lnTo>
                  <a:pt x="372" y="1027"/>
                </a:lnTo>
                <a:lnTo>
                  <a:pt x="373" y="1026"/>
                </a:lnTo>
                <a:lnTo>
                  <a:pt x="374" y="1025"/>
                </a:lnTo>
                <a:lnTo>
                  <a:pt x="375" y="1025"/>
                </a:lnTo>
                <a:lnTo>
                  <a:pt x="376" y="1025"/>
                </a:lnTo>
                <a:lnTo>
                  <a:pt x="377" y="1025"/>
                </a:lnTo>
                <a:lnTo>
                  <a:pt x="378" y="1026"/>
                </a:lnTo>
                <a:lnTo>
                  <a:pt x="379" y="1025"/>
                </a:lnTo>
                <a:lnTo>
                  <a:pt x="380" y="1023"/>
                </a:lnTo>
                <a:lnTo>
                  <a:pt x="382" y="1022"/>
                </a:lnTo>
                <a:lnTo>
                  <a:pt x="383" y="1022"/>
                </a:lnTo>
                <a:lnTo>
                  <a:pt x="384" y="1021"/>
                </a:lnTo>
                <a:lnTo>
                  <a:pt x="384" y="1020"/>
                </a:lnTo>
                <a:lnTo>
                  <a:pt x="385" y="1018"/>
                </a:lnTo>
                <a:lnTo>
                  <a:pt x="385" y="1016"/>
                </a:lnTo>
                <a:lnTo>
                  <a:pt x="385" y="1015"/>
                </a:lnTo>
                <a:lnTo>
                  <a:pt x="386" y="1014"/>
                </a:lnTo>
                <a:lnTo>
                  <a:pt x="387" y="1012"/>
                </a:lnTo>
                <a:lnTo>
                  <a:pt x="389" y="1010"/>
                </a:lnTo>
                <a:lnTo>
                  <a:pt x="391" y="1008"/>
                </a:lnTo>
                <a:lnTo>
                  <a:pt x="393" y="1007"/>
                </a:lnTo>
                <a:lnTo>
                  <a:pt x="394" y="1007"/>
                </a:lnTo>
                <a:lnTo>
                  <a:pt x="395" y="1006"/>
                </a:lnTo>
                <a:lnTo>
                  <a:pt x="397" y="1004"/>
                </a:lnTo>
                <a:lnTo>
                  <a:pt x="397" y="1003"/>
                </a:lnTo>
                <a:lnTo>
                  <a:pt x="398" y="1003"/>
                </a:lnTo>
                <a:lnTo>
                  <a:pt x="400" y="1002"/>
                </a:lnTo>
                <a:lnTo>
                  <a:pt x="401" y="1002"/>
                </a:lnTo>
                <a:lnTo>
                  <a:pt x="403" y="1002"/>
                </a:lnTo>
                <a:lnTo>
                  <a:pt x="404" y="1001"/>
                </a:lnTo>
                <a:lnTo>
                  <a:pt x="404" y="999"/>
                </a:lnTo>
                <a:lnTo>
                  <a:pt x="404" y="998"/>
                </a:lnTo>
                <a:lnTo>
                  <a:pt x="404" y="997"/>
                </a:lnTo>
                <a:lnTo>
                  <a:pt x="405" y="996"/>
                </a:lnTo>
                <a:lnTo>
                  <a:pt x="406" y="995"/>
                </a:lnTo>
                <a:lnTo>
                  <a:pt x="406" y="993"/>
                </a:lnTo>
                <a:lnTo>
                  <a:pt x="407" y="993"/>
                </a:lnTo>
                <a:lnTo>
                  <a:pt x="408" y="992"/>
                </a:lnTo>
                <a:lnTo>
                  <a:pt x="408" y="989"/>
                </a:lnTo>
                <a:lnTo>
                  <a:pt x="407" y="988"/>
                </a:lnTo>
                <a:lnTo>
                  <a:pt x="407" y="986"/>
                </a:lnTo>
                <a:lnTo>
                  <a:pt x="407" y="984"/>
                </a:lnTo>
                <a:lnTo>
                  <a:pt x="407" y="983"/>
                </a:lnTo>
                <a:lnTo>
                  <a:pt x="407" y="982"/>
                </a:lnTo>
                <a:lnTo>
                  <a:pt x="408" y="981"/>
                </a:lnTo>
                <a:lnTo>
                  <a:pt x="409" y="981"/>
                </a:lnTo>
                <a:lnTo>
                  <a:pt x="410" y="981"/>
                </a:lnTo>
                <a:lnTo>
                  <a:pt x="411" y="980"/>
                </a:lnTo>
                <a:lnTo>
                  <a:pt x="411" y="979"/>
                </a:lnTo>
                <a:lnTo>
                  <a:pt x="412" y="979"/>
                </a:lnTo>
                <a:lnTo>
                  <a:pt x="413" y="979"/>
                </a:lnTo>
                <a:lnTo>
                  <a:pt x="413" y="980"/>
                </a:lnTo>
                <a:lnTo>
                  <a:pt x="414" y="980"/>
                </a:lnTo>
                <a:lnTo>
                  <a:pt x="415" y="979"/>
                </a:lnTo>
                <a:lnTo>
                  <a:pt x="415" y="978"/>
                </a:lnTo>
                <a:lnTo>
                  <a:pt x="416" y="978"/>
                </a:lnTo>
                <a:lnTo>
                  <a:pt x="417" y="977"/>
                </a:lnTo>
                <a:lnTo>
                  <a:pt x="418" y="977"/>
                </a:lnTo>
                <a:lnTo>
                  <a:pt x="418" y="976"/>
                </a:lnTo>
                <a:lnTo>
                  <a:pt x="419" y="975"/>
                </a:lnTo>
                <a:lnTo>
                  <a:pt x="420" y="975"/>
                </a:lnTo>
                <a:lnTo>
                  <a:pt x="420" y="974"/>
                </a:lnTo>
                <a:lnTo>
                  <a:pt x="419" y="972"/>
                </a:lnTo>
                <a:lnTo>
                  <a:pt x="420" y="971"/>
                </a:lnTo>
                <a:lnTo>
                  <a:pt x="421" y="971"/>
                </a:lnTo>
                <a:lnTo>
                  <a:pt x="421" y="970"/>
                </a:lnTo>
                <a:lnTo>
                  <a:pt x="421" y="969"/>
                </a:lnTo>
                <a:lnTo>
                  <a:pt x="422" y="968"/>
                </a:lnTo>
                <a:lnTo>
                  <a:pt x="423" y="967"/>
                </a:lnTo>
                <a:lnTo>
                  <a:pt x="423" y="965"/>
                </a:lnTo>
                <a:lnTo>
                  <a:pt x="424" y="964"/>
                </a:lnTo>
                <a:lnTo>
                  <a:pt x="424" y="962"/>
                </a:lnTo>
                <a:lnTo>
                  <a:pt x="425" y="962"/>
                </a:lnTo>
                <a:lnTo>
                  <a:pt x="425" y="961"/>
                </a:lnTo>
                <a:lnTo>
                  <a:pt x="426" y="960"/>
                </a:lnTo>
                <a:lnTo>
                  <a:pt x="427" y="959"/>
                </a:lnTo>
                <a:lnTo>
                  <a:pt x="428" y="958"/>
                </a:lnTo>
                <a:lnTo>
                  <a:pt x="428" y="957"/>
                </a:lnTo>
                <a:lnTo>
                  <a:pt x="429" y="956"/>
                </a:lnTo>
                <a:lnTo>
                  <a:pt x="430" y="956"/>
                </a:lnTo>
                <a:lnTo>
                  <a:pt x="431" y="956"/>
                </a:lnTo>
                <a:lnTo>
                  <a:pt x="432" y="957"/>
                </a:lnTo>
                <a:lnTo>
                  <a:pt x="433" y="957"/>
                </a:lnTo>
                <a:lnTo>
                  <a:pt x="433" y="956"/>
                </a:lnTo>
                <a:lnTo>
                  <a:pt x="434" y="956"/>
                </a:lnTo>
                <a:lnTo>
                  <a:pt x="435" y="955"/>
                </a:lnTo>
                <a:lnTo>
                  <a:pt x="437" y="955"/>
                </a:lnTo>
                <a:lnTo>
                  <a:pt x="438" y="956"/>
                </a:lnTo>
                <a:lnTo>
                  <a:pt x="439" y="956"/>
                </a:lnTo>
                <a:lnTo>
                  <a:pt x="440" y="955"/>
                </a:lnTo>
                <a:lnTo>
                  <a:pt x="440" y="954"/>
                </a:lnTo>
                <a:lnTo>
                  <a:pt x="441" y="953"/>
                </a:lnTo>
                <a:lnTo>
                  <a:pt x="441" y="952"/>
                </a:lnTo>
                <a:lnTo>
                  <a:pt x="442" y="951"/>
                </a:lnTo>
                <a:lnTo>
                  <a:pt x="443" y="951"/>
                </a:lnTo>
                <a:lnTo>
                  <a:pt x="444" y="950"/>
                </a:lnTo>
                <a:lnTo>
                  <a:pt x="445" y="949"/>
                </a:lnTo>
                <a:lnTo>
                  <a:pt x="446" y="950"/>
                </a:lnTo>
                <a:lnTo>
                  <a:pt x="446" y="951"/>
                </a:lnTo>
                <a:lnTo>
                  <a:pt x="447" y="951"/>
                </a:lnTo>
                <a:lnTo>
                  <a:pt x="448" y="951"/>
                </a:lnTo>
                <a:lnTo>
                  <a:pt x="449" y="951"/>
                </a:lnTo>
                <a:lnTo>
                  <a:pt x="451" y="951"/>
                </a:lnTo>
                <a:lnTo>
                  <a:pt x="453" y="950"/>
                </a:lnTo>
                <a:lnTo>
                  <a:pt x="454" y="949"/>
                </a:lnTo>
                <a:lnTo>
                  <a:pt x="455" y="949"/>
                </a:lnTo>
                <a:lnTo>
                  <a:pt x="456" y="948"/>
                </a:lnTo>
                <a:lnTo>
                  <a:pt x="458" y="947"/>
                </a:lnTo>
                <a:lnTo>
                  <a:pt x="459" y="946"/>
                </a:lnTo>
                <a:lnTo>
                  <a:pt x="460" y="947"/>
                </a:lnTo>
                <a:lnTo>
                  <a:pt x="460" y="948"/>
                </a:lnTo>
                <a:lnTo>
                  <a:pt x="461" y="949"/>
                </a:lnTo>
                <a:lnTo>
                  <a:pt x="461" y="950"/>
                </a:lnTo>
                <a:lnTo>
                  <a:pt x="462" y="950"/>
                </a:lnTo>
                <a:lnTo>
                  <a:pt x="465" y="950"/>
                </a:lnTo>
                <a:lnTo>
                  <a:pt x="468" y="950"/>
                </a:lnTo>
                <a:lnTo>
                  <a:pt x="469" y="951"/>
                </a:lnTo>
                <a:lnTo>
                  <a:pt x="470" y="952"/>
                </a:lnTo>
                <a:lnTo>
                  <a:pt x="470" y="953"/>
                </a:lnTo>
                <a:lnTo>
                  <a:pt x="471" y="953"/>
                </a:lnTo>
                <a:lnTo>
                  <a:pt x="470" y="954"/>
                </a:lnTo>
                <a:lnTo>
                  <a:pt x="470" y="955"/>
                </a:lnTo>
                <a:lnTo>
                  <a:pt x="470" y="956"/>
                </a:lnTo>
                <a:lnTo>
                  <a:pt x="471" y="956"/>
                </a:lnTo>
                <a:lnTo>
                  <a:pt x="472" y="957"/>
                </a:lnTo>
                <a:lnTo>
                  <a:pt x="472" y="958"/>
                </a:lnTo>
                <a:lnTo>
                  <a:pt x="473" y="958"/>
                </a:lnTo>
                <a:lnTo>
                  <a:pt x="474" y="959"/>
                </a:lnTo>
                <a:lnTo>
                  <a:pt x="474" y="960"/>
                </a:lnTo>
                <a:lnTo>
                  <a:pt x="475" y="961"/>
                </a:lnTo>
                <a:lnTo>
                  <a:pt x="477" y="961"/>
                </a:lnTo>
                <a:lnTo>
                  <a:pt x="478" y="961"/>
                </a:lnTo>
                <a:lnTo>
                  <a:pt x="478" y="960"/>
                </a:lnTo>
                <a:lnTo>
                  <a:pt x="480" y="961"/>
                </a:lnTo>
                <a:lnTo>
                  <a:pt x="482" y="960"/>
                </a:lnTo>
                <a:lnTo>
                  <a:pt x="482" y="961"/>
                </a:lnTo>
                <a:lnTo>
                  <a:pt x="483" y="961"/>
                </a:lnTo>
                <a:lnTo>
                  <a:pt x="484" y="961"/>
                </a:lnTo>
                <a:lnTo>
                  <a:pt x="485" y="962"/>
                </a:lnTo>
                <a:lnTo>
                  <a:pt x="485" y="963"/>
                </a:lnTo>
                <a:lnTo>
                  <a:pt x="486" y="963"/>
                </a:lnTo>
                <a:lnTo>
                  <a:pt x="486" y="965"/>
                </a:lnTo>
                <a:lnTo>
                  <a:pt x="488" y="966"/>
                </a:lnTo>
                <a:lnTo>
                  <a:pt x="490" y="966"/>
                </a:lnTo>
                <a:lnTo>
                  <a:pt x="491" y="965"/>
                </a:lnTo>
                <a:lnTo>
                  <a:pt x="493" y="964"/>
                </a:lnTo>
                <a:lnTo>
                  <a:pt x="495" y="964"/>
                </a:lnTo>
                <a:lnTo>
                  <a:pt x="496" y="964"/>
                </a:lnTo>
                <a:lnTo>
                  <a:pt x="497" y="962"/>
                </a:lnTo>
                <a:lnTo>
                  <a:pt x="498" y="962"/>
                </a:lnTo>
                <a:lnTo>
                  <a:pt x="498" y="963"/>
                </a:lnTo>
                <a:lnTo>
                  <a:pt x="500" y="964"/>
                </a:lnTo>
                <a:lnTo>
                  <a:pt x="500" y="965"/>
                </a:lnTo>
                <a:lnTo>
                  <a:pt x="501" y="965"/>
                </a:lnTo>
                <a:lnTo>
                  <a:pt x="502" y="965"/>
                </a:lnTo>
                <a:lnTo>
                  <a:pt x="503" y="965"/>
                </a:lnTo>
                <a:lnTo>
                  <a:pt x="503" y="966"/>
                </a:lnTo>
                <a:lnTo>
                  <a:pt x="504" y="967"/>
                </a:lnTo>
                <a:lnTo>
                  <a:pt x="504" y="968"/>
                </a:lnTo>
                <a:lnTo>
                  <a:pt x="505" y="968"/>
                </a:lnTo>
                <a:lnTo>
                  <a:pt x="506" y="968"/>
                </a:lnTo>
                <a:lnTo>
                  <a:pt x="507" y="968"/>
                </a:lnTo>
                <a:lnTo>
                  <a:pt x="508" y="969"/>
                </a:lnTo>
                <a:lnTo>
                  <a:pt x="508" y="970"/>
                </a:lnTo>
                <a:lnTo>
                  <a:pt x="507" y="971"/>
                </a:lnTo>
                <a:lnTo>
                  <a:pt x="507" y="972"/>
                </a:lnTo>
                <a:lnTo>
                  <a:pt x="508" y="972"/>
                </a:lnTo>
                <a:lnTo>
                  <a:pt x="509" y="973"/>
                </a:lnTo>
                <a:lnTo>
                  <a:pt x="511" y="973"/>
                </a:lnTo>
                <a:lnTo>
                  <a:pt x="512" y="973"/>
                </a:lnTo>
                <a:lnTo>
                  <a:pt x="513" y="973"/>
                </a:lnTo>
                <a:lnTo>
                  <a:pt x="514" y="973"/>
                </a:lnTo>
                <a:lnTo>
                  <a:pt x="515" y="974"/>
                </a:lnTo>
                <a:lnTo>
                  <a:pt x="516" y="974"/>
                </a:lnTo>
                <a:lnTo>
                  <a:pt x="517" y="974"/>
                </a:lnTo>
                <a:lnTo>
                  <a:pt x="518" y="975"/>
                </a:lnTo>
                <a:lnTo>
                  <a:pt x="519" y="975"/>
                </a:lnTo>
                <a:lnTo>
                  <a:pt x="520" y="975"/>
                </a:lnTo>
                <a:lnTo>
                  <a:pt x="521" y="975"/>
                </a:lnTo>
                <a:lnTo>
                  <a:pt x="523" y="975"/>
                </a:lnTo>
                <a:lnTo>
                  <a:pt x="524" y="975"/>
                </a:lnTo>
                <a:lnTo>
                  <a:pt x="526" y="975"/>
                </a:lnTo>
                <a:lnTo>
                  <a:pt x="527" y="975"/>
                </a:lnTo>
                <a:lnTo>
                  <a:pt x="528" y="975"/>
                </a:lnTo>
                <a:lnTo>
                  <a:pt x="528" y="976"/>
                </a:lnTo>
                <a:lnTo>
                  <a:pt x="530" y="977"/>
                </a:lnTo>
                <a:lnTo>
                  <a:pt x="532" y="977"/>
                </a:lnTo>
                <a:lnTo>
                  <a:pt x="533" y="977"/>
                </a:lnTo>
                <a:lnTo>
                  <a:pt x="534" y="977"/>
                </a:lnTo>
                <a:lnTo>
                  <a:pt x="535" y="977"/>
                </a:lnTo>
                <a:lnTo>
                  <a:pt x="536" y="977"/>
                </a:lnTo>
                <a:lnTo>
                  <a:pt x="537" y="976"/>
                </a:lnTo>
                <a:lnTo>
                  <a:pt x="537" y="975"/>
                </a:lnTo>
                <a:lnTo>
                  <a:pt x="538" y="975"/>
                </a:lnTo>
                <a:lnTo>
                  <a:pt x="539" y="977"/>
                </a:lnTo>
                <a:lnTo>
                  <a:pt x="540" y="978"/>
                </a:lnTo>
                <a:lnTo>
                  <a:pt x="541" y="978"/>
                </a:lnTo>
                <a:lnTo>
                  <a:pt x="542" y="977"/>
                </a:lnTo>
                <a:lnTo>
                  <a:pt x="543" y="975"/>
                </a:lnTo>
                <a:lnTo>
                  <a:pt x="544" y="975"/>
                </a:lnTo>
                <a:lnTo>
                  <a:pt x="545" y="975"/>
                </a:lnTo>
                <a:lnTo>
                  <a:pt x="546" y="975"/>
                </a:lnTo>
                <a:lnTo>
                  <a:pt x="546" y="976"/>
                </a:lnTo>
                <a:lnTo>
                  <a:pt x="547" y="976"/>
                </a:lnTo>
                <a:lnTo>
                  <a:pt x="547" y="975"/>
                </a:lnTo>
                <a:lnTo>
                  <a:pt x="548" y="975"/>
                </a:lnTo>
                <a:lnTo>
                  <a:pt x="548" y="973"/>
                </a:lnTo>
                <a:lnTo>
                  <a:pt x="548" y="972"/>
                </a:lnTo>
                <a:lnTo>
                  <a:pt x="547" y="971"/>
                </a:lnTo>
                <a:lnTo>
                  <a:pt x="547" y="970"/>
                </a:lnTo>
                <a:lnTo>
                  <a:pt x="547" y="968"/>
                </a:lnTo>
                <a:lnTo>
                  <a:pt x="547" y="967"/>
                </a:lnTo>
                <a:lnTo>
                  <a:pt x="548" y="966"/>
                </a:lnTo>
                <a:lnTo>
                  <a:pt x="548" y="965"/>
                </a:lnTo>
                <a:lnTo>
                  <a:pt x="549" y="964"/>
                </a:lnTo>
                <a:lnTo>
                  <a:pt x="550" y="963"/>
                </a:lnTo>
                <a:lnTo>
                  <a:pt x="550" y="962"/>
                </a:lnTo>
                <a:lnTo>
                  <a:pt x="551" y="962"/>
                </a:lnTo>
                <a:lnTo>
                  <a:pt x="553" y="961"/>
                </a:lnTo>
                <a:lnTo>
                  <a:pt x="554" y="960"/>
                </a:lnTo>
                <a:lnTo>
                  <a:pt x="556" y="960"/>
                </a:lnTo>
                <a:lnTo>
                  <a:pt x="558" y="959"/>
                </a:lnTo>
                <a:lnTo>
                  <a:pt x="559" y="959"/>
                </a:lnTo>
                <a:lnTo>
                  <a:pt x="560" y="958"/>
                </a:lnTo>
                <a:lnTo>
                  <a:pt x="561" y="958"/>
                </a:lnTo>
                <a:lnTo>
                  <a:pt x="562" y="958"/>
                </a:lnTo>
                <a:lnTo>
                  <a:pt x="564" y="958"/>
                </a:lnTo>
                <a:lnTo>
                  <a:pt x="568" y="959"/>
                </a:lnTo>
                <a:lnTo>
                  <a:pt x="569" y="959"/>
                </a:lnTo>
                <a:lnTo>
                  <a:pt x="569" y="960"/>
                </a:lnTo>
                <a:lnTo>
                  <a:pt x="572" y="960"/>
                </a:lnTo>
                <a:lnTo>
                  <a:pt x="573" y="959"/>
                </a:lnTo>
                <a:lnTo>
                  <a:pt x="573" y="960"/>
                </a:lnTo>
                <a:lnTo>
                  <a:pt x="574" y="960"/>
                </a:lnTo>
                <a:lnTo>
                  <a:pt x="576" y="960"/>
                </a:lnTo>
                <a:lnTo>
                  <a:pt x="578" y="960"/>
                </a:lnTo>
                <a:lnTo>
                  <a:pt x="580" y="959"/>
                </a:lnTo>
                <a:lnTo>
                  <a:pt x="581" y="959"/>
                </a:lnTo>
                <a:lnTo>
                  <a:pt x="582" y="959"/>
                </a:lnTo>
                <a:lnTo>
                  <a:pt x="583" y="959"/>
                </a:lnTo>
                <a:lnTo>
                  <a:pt x="585" y="959"/>
                </a:lnTo>
                <a:lnTo>
                  <a:pt x="587" y="959"/>
                </a:lnTo>
                <a:lnTo>
                  <a:pt x="588" y="958"/>
                </a:lnTo>
                <a:lnTo>
                  <a:pt x="589" y="957"/>
                </a:lnTo>
                <a:lnTo>
                  <a:pt x="589" y="956"/>
                </a:lnTo>
                <a:lnTo>
                  <a:pt x="590" y="955"/>
                </a:lnTo>
                <a:lnTo>
                  <a:pt x="592" y="948"/>
                </a:lnTo>
                <a:lnTo>
                  <a:pt x="593" y="946"/>
                </a:lnTo>
                <a:lnTo>
                  <a:pt x="594" y="946"/>
                </a:lnTo>
                <a:lnTo>
                  <a:pt x="595" y="944"/>
                </a:lnTo>
                <a:lnTo>
                  <a:pt x="596" y="944"/>
                </a:lnTo>
                <a:lnTo>
                  <a:pt x="596" y="943"/>
                </a:lnTo>
                <a:lnTo>
                  <a:pt x="596" y="940"/>
                </a:lnTo>
                <a:lnTo>
                  <a:pt x="596" y="939"/>
                </a:lnTo>
                <a:lnTo>
                  <a:pt x="597" y="938"/>
                </a:lnTo>
                <a:lnTo>
                  <a:pt x="597" y="937"/>
                </a:lnTo>
                <a:lnTo>
                  <a:pt x="600" y="936"/>
                </a:lnTo>
                <a:lnTo>
                  <a:pt x="603" y="936"/>
                </a:lnTo>
                <a:lnTo>
                  <a:pt x="606" y="936"/>
                </a:lnTo>
                <a:lnTo>
                  <a:pt x="607" y="937"/>
                </a:lnTo>
                <a:lnTo>
                  <a:pt x="610" y="938"/>
                </a:lnTo>
                <a:lnTo>
                  <a:pt x="611" y="939"/>
                </a:lnTo>
                <a:lnTo>
                  <a:pt x="612" y="939"/>
                </a:lnTo>
                <a:lnTo>
                  <a:pt x="613" y="939"/>
                </a:lnTo>
                <a:lnTo>
                  <a:pt x="614" y="939"/>
                </a:lnTo>
                <a:lnTo>
                  <a:pt x="615" y="939"/>
                </a:lnTo>
                <a:lnTo>
                  <a:pt x="615" y="940"/>
                </a:lnTo>
                <a:lnTo>
                  <a:pt x="615" y="941"/>
                </a:lnTo>
                <a:lnTo>
                  <a:pt x="616" y="941"/>
                </a:lnTo>
                <a:lnTo>
                  <a:pt x="617" y="940"/>
                </a:lnTo>
                <a:lnTo>
                  <a:pt x="618" y="940"/>
                </a:lnTo>
                <a:lnTo>
                  <a:pt x="619" y="940"/>
                </a:lnTo>
                <a:lnTo>
                  <a:pt x="620" y="941"/>
                </a:lnTo>
                <a:lnTo>
                  <a:pt x="621" y="941"/>
                </a:lnTo>
                <a:lnTo>
                  <a:pt x="622" y="941"/>
                </a:lnTo>
                <a:lnTo>
                  <a:pt x="623" y="941"/>
                </a:lnTo>
                <a:lnTo>
                  <a:pt x="623" y="940"/>
                </a:lnTo>
                <a:lnTo>
                  <a:pt x="624" y="940"/>
                </a:lnTo>
                <a:lnTo>
                  <a:pt x="624" y="939"/>
                </a:lnTo>
                <a:lnTo>
                  <a:pt x="626" y="940"/>
                </a:lnTo>
                <a:lnTo>
                  <a:pt x="627" y="940"/>
                </a:lnTo>
                <a:lnTo>
                  <a:pt x="628" y="940"/>
                </a:lnTo>
                <a:lnTo>
                  <a:pt x="630" y="941"/>
                </a:lnTo>
                <a:lnTo>
                  <a:pt x="631" y="940"/>
                </a:lnTo>
                <a:lnTo>
                  <a:pt x="633" y="940"/>
                </a:lnTo>
                <a:lnTo>
                  <a:pt x="634" y="940"/>
                </a:lnTo>
                <a:lnTo>
                  <a:pt x="637" y="939"/>
                </a:lnTo>
                <a:lnTo>
                  <a:pt x="639" y="939"/>
                </a:lnTo>
                <a:lnTo>
                  <a:pt x="640" y="938"/>
                </a:lnTo>
                <a:lnTo>
                  <a:pt x="641" y="938"/>
                </a:lnTo>
                <a:lnTo>
                  <a:pt x="641" y="937"/>
                </a:lnTo>
                <a:lnTo>
                  <a:pt x="642" y="936"/>
                </a:lnTo>
                <a:lnTo>
                  <a:pt x="644" y="935"/>
                </a:lnTo>
                <a:lnTo>
                  <a:pt x="645" y="934"/>
                </a:lnTo>
                <a:lnTo>
                  <a:pt x="646" y="934"/>
                </a:lnTo>
                <a:lnTo>
                  <a:pt x="647" y="934"/>
                </a:lnTo>
                <a:lnTo>
                  <a:pt x="647" y="935"/>
                </a:lnTo>
                <a:lnTo>
                  <a:pt x="647" y="936"/>
                </a:lnTo>
                <a:lnTo>
                  <a:pt x="648" y="936"/>
                </a:lnTo>
                <a:lnTo>
                  <a:pt x="649" y="937"/>
                </a:lnTo>
                <a:lnTo>
                  <a:pt x="650" y="936"/>
                </a:lnTo>
                <a:lnTo>
                  <a:pt x="651" y="936"/>
                </a:lnTo>
                <a:lnTo>
                  <a:pt x="652" y="937"/>
                </a:lnTo>
                <a:lnTo>
                  <a:pt x="653" y="937"/>
                </a:lnTo>
                <a:lnTo>
                  <a:pt x="653" y="938"/>
                </a:lnTo>
                <a:lnTo>
                  <a:pt x="654" y="938"/>
                </a:lnTo>
                <a:lnTo>
                  <a:pt x="655" y="937"/>
                </a:lnTo>
                <a:lnTo>
                  <a:pt x="656" y="935"/>
                </a:lnTo>
                <a:lnTo>
                  <a:pt x="657" y="934"/>
                </a:lnTo>
                <a:lnTo>
                  <a:pt x="659" y="933"/>
                </a:lnTo>
                <a:lnTo>
                  <a:pt x="661" y="933"/>
                </a:lnTo>
                <a:lnTo>
                  <a:pt x="661" y="932"/>
                </a:lnTo>
                <a:lnTo>
                  <a:pt x="662" y="932"/>
                </a:lnTo>
                <a:lnTo>
                  <a:pt x="662" y="930"/>
                </a:lnTo>
                <a:lnTo>
                  <a:pt x="662" y="929"/>
                </a:lnTo>
                <a:lnTo>
                  <a:pt x="663" y="928"/>
                </a:lnTo>
                <a:lnTo>
                  <a:pt x="664" y="928"/>
                </a:lnTo>
                <a:lnTo>
                  <a:pt x="665" y="928"/>
                </a:lnTo>
                <a:lnTo>
                  <a:pt x="668" y="928"/>
                </a:lnTo>
                <a:lnTo>
                  <a:pt x="670" y="928"/>
                </a:lnTo>
                <a:lnTo>
                  <a:pt x="671" y="929"/>
                </a:lnTo>
                <a:lnTo>
                  <a:pt x="672" y="928"/>
                </a:lnTo>
                <a:lnTo>
                  <a:pt x="673" y="928"/>
                </a:lnTo>
                <a:lnTo>
                  <a:pt x="674" y="928"/>
                </a:lnTo>
                <a:lnTo>
                  <a:pt x="674" y="929"/>
                </a:lnTo>
                <a:lnTo>
                  <a:pt x="675" y="929"/>
                </a:lnTo>
                <a:lnTo>
                  <a:pt x="676" y="929"/>
                </a:lnTo>
                <a:lnTo>
                  <a:pt x="677" y="929"/>
                </a:lnTo>
                <a:lnTo>
                  <a:pt x="680" y="928"/>
                </a:lnTo>
                <a:lnTo>
                  <a:pt x="680" y="927"/>
                </a:lnTo>
                <a:lnTo>
                  <a:pt x="680" y="926"/>
                </a:lnTo>
                <a:lnTo>
                  <a:pt x="681" y="926"/>
                </a:lnTo>
                <a:lnTo>
                  <a:pt x="682" y="926"/>
                </a:lnTo>
                <a:lnTo>
                  <a:pt x="683" y="926"/>
                </a:lnTo>
                <a:lnTo>
                  <a:pt x="684" y="926"/>
                </a:lnTo>
                <a:lnTo>
                  <a:pt x="685" y="926"/>
                </a:lnTo>
                <a:lnTo>
                  <a:pt x="687" y="925"/>
                </a:lnTo>
                <a:lnTo>
                  <a:pt x="688" y="924"/>
                </a:lnTo>
                <a:lnTo>
                  <a:pt x="689" y="923"/>
                </a:lnTo>
                <a:lnTo>
                  <a:pt x="690" y="923"/>
                </a:lnTo>
                <a:lnTo>
                  <a:pt x="690" y="922"/>
                </a:lnTo>
                <a:lnTo>
                  <a:pt x="691" y="922"/>
                </a:lnTo>
                <a:lnTo>
                  <a:pt x="692" y="922"/>
                </a:lnTo>
                <a:lnTo>
                  <a:pt x="693" y="921"/>
                </a:lnTo>
                <a:lnTo>
                  <a:pt x="694" y="920"/>
                </a:lnTo>
                <a:lnTo>
                  <a:pt x="695" y="920"/>
                </a:lnTo>
                <a:lnTo>
                  <a:pt x="696" y="920"/>
                </a:lnTo>
                <a:lnTo>
                  <a:pt x="697" y="920"/>
                </a:lnTo>
                <a:lnTo>
                  <a:pt x="698" y="919"/>
                </a:lnTo>
                <a:lnTo>
                  <a:pt x="699" y="919"/>
                </a:lnTo>
                <a:lnTo>
                  <a:pt x="699" y="920"/>
                </a:lnTo>
                <a:lnTo>
                  <a:pt x="700" y="920"/>
                </a:lnTo>
                <a:lnTo>
                  <a:pt x="701" y="921"/>
                </a:lnTo>
                <a:lnTo>
                  <a:pt x="702" y="921"/>
                </a:lnTo>
                <a:lnTo>
                  <a:pt x="703" y="919"/>
                </a:lnTo>
                <a:lnTo>
                  <a:pt x="704" y="919"/>
                </a:lnTo>
                <a:lnTo>
                  <a:pt x="704" y="918"/>
                </a:lnTo>
                <a:lnTo>
                  <a:pt x="705" y="918"/>
                </a:lnTo>
                <a:lnTo>
                  <a:pt x="706" y="918"/>
                </a:lnTo>
                <a:lnTo>
                  <a:pt x="708" y="918"/>
                </a:lnTo>
                <a:lnTo>
                  <a:pt x="711" y="918"/>
                </a:lnTo>
                <a:lnTo>
                  <a:pt x="712" y="918"/>
                </a:lnTo>
                <a:lnTo>
                  <a:pt x="713" y="917"/>
                </a:lnTo>
                <a:lnTo>
                  <a:pt x="714" y="917"/>
                </a:lnTo>
                <a:lnTo>
                  <a:pt x="714" y="916"/>
                </a:lnTo>
                <a:lnTo>
                  <a:pt x="715" y="915"/>
                </a:lnTo>
                <a:lnTo>
                  <a:pt x="717" y="914"/>
                </a:lnTo>
                <a:lnTo>
                  <a:pt x="718" y="915"/>
                </a:lnTo>
                <a:lnTo>
                  <a:pt x="721" y="915"/>
                </a:lnTo>
                <a:lnTo>
                  <a:pt x="722" y="916"/>
                </a:lnTo>
                <a:lnTo>
                  <a:pt x="724" y="917"/>
                </a:lnTo>
                <a:lnTo>
                  <a:pt x="725" y="916"/>
                </a:lnTo>
                <a:lnTo>
                  <a:pt x="726" y="916"/>
                </a:lnTo>
                <a:lnTo>
                  <a:pt x="727" y="916"/>
                </a:lnTo>
                <a:lnTo>
                  <a:pt x="727" y="915"/>
                </a:lnTo>
                <a:lnTo>
                  <a:pt x="728" y="915"/>
                </a:lnTo>
                <a:lnTo>
                  <a:pt x="730" y="913"/>
                </a:lnTo>
                <a:lnTo>
                  <a:pt x="731" y="913"/>
                </a:lnTo>
                <a:lnTo>
                  <a:pt x="732" y="912"/>
                </a:lnTo>
                <a:lnTo>
                  <a:pt x="733" y="912"/>
                </a:lnTo>
                <a:lnTo>
                  <a:pt x="733" y="911"/>
                </a:lnTo>
                <a:lnTo>
                  <a:pt x="733" y="910"/>
                </a:lnTo>
                <a:lnTo>
                  <a:pt x="735" y="909"/>
                </a:lnTo>
                <a:lnTo>
                  <a:pt x="737" y="909"/>
                </a:lnTo>
                <a:lnTo>
                  <a:pt x="738" y="908"/>
                </a:lnTo>
                <a:lnTo>
                  <a:pt x="739" y="908"/>
                </a:lnTo>
                <a:lnTo>
                  <a:pt x="740" y="907"/>
                </a:lnTo>
                <a:lnTo>
                  <a:pt x="741" y="907"/>
                </a:lnTo>
                <a:lnTo>
                  <a:pt x="741" y="908"/>
                </a:lnTo>
                <a:lnTo>
                  <a:pt x="741" y="909"/>
                </a:lnTo>
                <a:lnTo>
                  <a:pt x="742" y="910"/>
                </a:lnTo>
                <a:lnTo>
                  <a:pt x="743" y="911"/>
                </a:lnTo>
                <a:lnTo>
                  <a:pt x="744" y="909"/>
                </a:lnTo>
                <a:lnTo>
                  <a:pt x="746" y="908"/>
                </a:lnTo>
                <a:lnTo>
                  <a:pt x="748" y="907"/>
                </a:lnTo>
                <a:lnTo>
                  <a:pt x="750" y="906"/>
                </a:lnTo>
                <a:lnTo>
                  <a:pt x="751" y="906"/>
                </a:lnTo>
                <a:lnTo>
                  <a:pt x="752" y="906"/>
                </a:lnTo>
                <a:lnTo>
                  <a:pt x="754" y="906"/>
                </a:lnTo>
                <a:lnTo>
                  <a:pt x="756" y="905"/>
                </a:lnTo>
                <a:lnTo>
                  <a:pt x="757" y="905"/>
                </a:lnTo>
                <a:lnTo>
                  <a:pt x="758" y="906"/>
                </a:lnTo>
                <a:lnTo>
                  <a:pt x="758" y="907"/>
                </a:lnTo>
                <a:lnTo>
                  <a:pt x="759" y="908"/>
                </a:lnTo>
                <a:lnTo>
                  <a:pt x="760" y="908"/>
                </a:lnTo>
                <a:lnTo>
                  <a:pt x="761" y="909"/>
                </a:lnTo>
                <a:lnTo>
                  <a:pt x="763" y="909"/>
                </a:lnTo>
                <a:lnTo>
                  <a:pt x="765" y="910"/>
                </a:lnTo>
                <a:lnTo>
                  <a:pt x="767" y="910"/>
                </a:lnTo>
                <a:lnTo>
                  <a:pt x="769" y="910"/>
                </a:lnTo>
                <a:lnTo>
                  <a:pt x="771" y="909"/>
                </a:lnTo>
                <a:lnTo>
                  <a:pt x="772" y="909"/>
                </a:lnTo>
                <a:lnTo>
                  <a:pt x="773" y="908"/>
                </a:lnTo>
                <a:lnTo>
                  <a:pt x="775" y="906"/>
                </a:lnTo>
                <a:lnTo>
                  <a:pt x="776" y="905"/>
                </a:lnTo>
                <a:lnTo>
                  <a:pt x="777" y="905"/>
                </a:lnTo>
                <a:lnTo>
                  <a:pt x="781" y="906"/>
                </a:lnTo>
                <a:lnTo>
                  <a:pt x="783" y="906"/>
                </a:lnTo>
                <a:lnTo>
                  <a:pt x="784" y="906"/>
                </a:lnTo>
                <a:lnTo>
                  <a:pt x="788" y="906"/>
                </a:lnTo>
                <a:lnTo>
                  <a:pt x="789" y="906"/>
                </a:lnTo>
                <a:lnTo>
                  <a:pt x="790" y="907"/>
                </a:lnTo>
                <a:lnTo>
                  <a:pt x="791" y="907"/>
                </a:lnTo>
                <a:lnTo>
                  <a:pt x="791" y="908"/>
                </a:lnTo>
                <a:lnTo>
                  <a:pt x="792" y="907"/>
                </a:lnTo>
                <a:lnTo>
                  <a:pt x="793" y="906"/>
                </a:lnTo>
                <a:lnTo>
                  <a:pt x="794" y="905"/>
                </a:lnTo>
                <a:lnTo>
                  <a:pt x="795" y="904"/>
                </a:lnTo>
                <a:lnTo>
                  <a:pt x="796" y="902"/>
                </a:lnTo>
                <a:lnTo>
                  <a:pt x="797" y="902"/>
                </a:lnTo>
                <a:lnTo>
                  <a:pt x="797" y="900"/>
                </a:lnTo>
                <a:lnTo>
                  <a:pt x="798" y="899"/>
                </a:lnTo>
                <a:lnTo>
                  <a:pt x="800" y="898"/>
                </a:lnTo>
                <a:lnTo>
                  <a:pt x="801" y="898"/>
                </a:lnTo>
                <a:lnTo>
                  <a:pt x="803" y="897"/>
                </a:lnTo>
                <a:lnTo>
                  <a:pt x="803" y="896"/>
                </a:lnTo>
                <a:lnTo>
                  <a:pt x="804" y="896"/>
                </a:lnTo>
                <a:lnTo>
                  <a:pt x="804" y="894"/>
                </a:lnTo>
                <a:lnTo>
                  <a:pt x="804" y="893"/>
                </a:lnTo>
                <a:lnTo>
                  <a:pt x="804" y="892"/>
                </a:lnTo>
                <a:lnTo>
                  <a:pt x="805" y="891"/>
                </a:lnTo>
                <a:lnTo>
                  <a:pt x="806" y="891"/>
                </a:lnTo>
                <a:lnTo>
                  <a:pt x="808" y="890"/>
                </a:lnTo>
                <a:lnTo>
                  <a:pt x="809" y="890"/>
                </a:lnTo>
                <a:lnTo>
                  <a:pt x="811" y="890"/>
                </a:lnTo>
                <a:lnTo>
                  <a:pt x="813" y="889"/>
                </a:lnTo>
                <a:lnTo>
                  <a:pt x="814" y="890"/>
                </a:lnTo>
                <a:lnTo>
                  <a:pt x="815" y="890"/>
                </a:lnTo>
                <a:lnTo>
                  <a:pt x="816" y="890"/>
                </a:lnTo>
                <a:lnTo>
                  <a:pt x="818" y="891"/>
                </a:lnTo>
                <a:lnTo>
                  <a:pt x="819" y="891"/>
                </a:lnTo>
                <a:lnTo>
                  <a:pt x="820" y="891"/>
                </a:lnTo>
                <a:lnTo>
                  <a:pt x="821" y="891"/>
                </a:lnTo>
                <a:lnTo>
                  <a:pt x="821" y="892"/>
                </a:lnTo>
                <a:lnTo>
                  <a:pt x="823" y="892"/>
                </a:lnTo>
                <a:lnTo>
                  <a:pt x="825" y="892"/>
                </a:lnTo>
                <a:lnTo>
                  <a:pt x="827" y="893"/>
                </a:lnTo>
                <a:lnTo>
                  <a:pt x="829" y="893"/>
                </a:lnTo>
                <a:lnTo>
                  <a:pt x="830" y="893"/>
                </a:lnTo>
                <a:lnTo>
                  <a:pt x="831" y="894"/>
                </a:lnTo>
                <a:lnTo>
                  <a:pt x="832" y="894"/>
                </a:lnTo>
                <a:lnTo>
                  <a:pt x="833" y="895"/>
                </a:lnTo>
                <a:lnTo>
                  <a:pt x="835" y="897"/>
                </a:lnTo>
                <a:lnTo>
                  <a:pt x="837" y="897"/>
                </a:lnTo>
                <a:lnTo>
                  <a:pt x="838" y="897"/>
                </a:lnTo>
                <a:lnTo>
                  <a:pt x="839" y="896"/>
                </a:lnTo>
                <a:lnTo>
                  <a:pt x="839" y="894"/>
                </a:lnTo>
                <a:lnTo>
                  <a:pt x="840" y="894"/>
                </a:lnTo>
                <a:lnTo>
                  <a:pt x="842" y="892"/>
                </a:lnTo>
                <a:lnTo>
                  <a:pt x="843" y="891"/>
                </a:lnTo>
                <a:lnTo>
                  <a:pt x="843" y="890"/>
                </a:lnTo>
                <a:lnTo>
                  <a:pt x="843" y="889"/>
                </a:lnTo>
                <a:lnTo>
                  <a:pt x="842" y="888"/>
                </a:lnTo>
                <a:lnTo>
                  <a:pt x="841" y="886"/>
                </a:lnTo>
                <a:lnTo>
                  <a:pt x="841" y="884"/>
                </a:lnTo>
                <a:lnTo>
                  <a:pt x="841" y="881"/>
                </a:lnTo>
                <a:lnTo>
                  <a:pt x="840" y="880"/>
                </a:lnTo>
                <a:lnTo>
                  <a:pt x="840" y="879"/>
                </a:lnTo>
                <a:lnTo>
                  <a:pt x="841" y="879"/>
                </a:lnTo>
                <a:lnTo>
                  <a:pt x="842" y="880"/>
                </a:lnTo>
                <a:lnTo>
                  <a:pt x="843" y="880"/>
                </a:lnTo>
                <a:lnTo>
                  <a:pt x="843" y="879"/>
                </a:lnTo>
                <a:lnTo>
                  <a:pt x="844" y="878"/>
                </a:lnTo>
                <a:lnTo>
                  <a:pt x="845" y="874"/>
                </a:lnTo>
                <a:lnTo>
                  <a:pt x="846" y="873"/>
                </a:lnTo>
                <a:lnTo>
                  <a:pt x="847" y="872"/>
                </a:lnTo>
                <a:lnTo>
                  <a:pt x="848" y="873"/>
                </a:lnTo>
                <a:lnTo>
                  <a:pt x="850" y="873"/>
                </a:lnTo>
                <a:lnTo>
                  <a:pt x="853" y="873"/>
                </a:lnTo>
                <a:lnTo>
                  <a:pt x="857" y="872"/>
                </a:lnTo>
                <a:lnTo>
                  <a:pt x="858" y="872"/>
                </a:lnTo>
                <a:lnTo>
                  <a:pt x="859" y="872"/>
                </a:lnTo>
                <a:lnTo>
                  <a:pt x="860" y="870"/>
                </a:lnTo>
                <a:lnTo>
                  <a:pt x="861" y="868"/>
                </a:lnTo>
                <a:lnTo>
                  <a:pt x="861" y="867"/>
                </a:lnTo>
                <a:lnTo>
                  <a:pt x="861" y="866"/>
                </a:lnTo>
                <a:lnTo>
                  <a:pt x="860" y="864"/>
                </a:lnTo>
                <a:lnTo>
                  <a:pt x="860" y="863"/>
                </a:lnTo>
                <a:lnTo>
                  <a:pt x="860" y="862"/>
                </a:lnTo>
                <a:lnTo>
                  <a:pt x="860" y="861"/>
                </a:lnTo>
                <a:lnTo>
                  <a:pt x="861" y="860"/>
                </a:lnTo>
                <a:lnTo>
                  <a:pt x="862" y="860"/>
                </a:lnTo>
                <a:lnTo>
                  <a:pt x="862" y="859"/>
                </a:lnTo>
                <a:lnTo>
                  <a:pt x="861" y="858"/>
                </a:lnTo>
                <a:lnTo>
                  <a:pt x="861" y="856"/>
                </a:lnTo>
                <a:lnTo>
                  <a:pt x="858" y="853"/>
                </a:lnTo>
                <a:lnTo>
                  <a:pt x="858" y="851"/>
                </a:lnTo>
                <a:lnTo>
                  <a:pt x="859" y="850"/>
                </a:lnTo>
                <a:lnTo>
                  <a:pt x="860" y="846"/>
                </a:lnTo>
                <a:lnTo>
                  <a:pt x="859" y="844"/>
                </a:lnTo>
                <a:lnTo>
                  <a:pt x="859" y="842"/>
                </a:lnTo>
                <a:lnTo>
                  <a:pt x="858" y="841"/>
                </a:lnTo>
                <a:lnTo>
                  <a:pt x="858" y="840"/>
                </a:lnTo>
                <a:lnTo>
                  <a:pt x="859" y="839"/>
                </a:lnTo>
                <a:lnTo>
                  <a:pt x="860" y="837"/>
                </a:lnTo>
                <a:lnTo>
                  <a:pt x="860" y="835"/>
                </a:lnTo>
                <a:lnTo>
                  <a:pt x="862" y="833"/>
                </a:lnTo>
                <a:lnTo>
                  <a:pt x="864" y="832"/>
                </a:lnTo>
                <a:lnTo>
                  <a:pt x="868" y="831"/>
                </a:lnTo>
                <a:lnTo>
                  <a:pt x="869" y="831"/>
                </a:lnTo>
                <a:lnTo>
                  <a:pt x="869" y="830"/>
                </a:lnTo>
                <a:lnTo>
                  <a:pt x="868" y="830"/>
                </a:lnTo>
                <a:lnTo>
                  <a:pt x="867" y="830"/>
                </a:lnTo>
                <a:lnTo>
                  <a:pt x="867" y="829"/>
                </a:lnTo>
                <a:lnTo>
                  <a:pt x="866" y="829"/>
                </a:lnTo>
                <a:lnTo>
                  <a:pt x="866" y="828"/>
                </a:lnTo>
                <a:lnTo>
                  <a:pt x="865" y="827"/>
                </a:lnTo>
                <a:lnTo>
                  <a:pt x="864" y="826"/>
                </a:lnTo>
                <a:lnTo>
                  <a:pt x="864" y="825"/>
                </a:lnTo>
                <a:lnTo>
                  <a:pt x="863" y="824"/>
                </a:lnTo>
                <a:lnTo>
                  <a:pt x="863" y="823"/>
                </a:lnTo>
                <a:lnTo>
                  <a:pt x="863" y="822"/>
                </a:lnTo>
                <a:lnTo>
                  <a:pt x="862" y="818"/>
                </a:lnTo>
                <a:lnTo>
                  <a:pt x="862" y="816"/>
                </a:lnTo>
                <a:lnTo>
                  <a:pt x="862" y="815"/>
                </a:lnTo>
                <a:lnTo>
                  <a:pt x="861" y="812"/>
                </a:lnTo>
                <a:lnTo>
                  <a:pt x="861" y="810"/>
                </a:lnTo>
                <a:lnTo>
                  <a:pt x="862" y="809"/>
                </a:lnTo>
                <a:lnTo>
                  <a:pt x="862" y="808"/>
                </a:lnTo>
                <a:lnTo>
                  <a:pt x="864" y="806"/>
                </a:lnTo>
                <a:lnTo>
                  <a:pt x="864" y="804"/>
                </a:lnTo>
                <a:lnTo>
                  <a:pt x="864" y="803"/>
                </a:lnTo>
                <a:lnTo>
                  <a:pt x="865" y="803"/>
                </a:lnTo>
                <a:lnTo>
                  <a:pt x="868" y="802"/>
                </a:lnTo>
                <a:lnTo>
                  <a:pt x="871" y="801"/>
                </a:lnTo>
                <a:lnTo>
                  <a:pt x="870" y="798"/>
                </a:lnTo>
                <a:lnTo>
                  <a:pt x="877" y="790"/>
                </a:lnTo>
                <a:lnTo>
                  <a:pt x="879" y="783"/>
                </a:lnTo>
                <a:lnTo>
                  <a:pt x="880" y="782"/>
                </a:lnTo>
                <a:lnTo>
                  <a:pt x="881" y="782"/>
                </a:lnTo>
                <a:lnTo>
                  <a:pt x="882" y="782"/>
                </a:lnTo>
                <a:lnTo>
                  <a:pt x="882" y="783"/>
                </a:lnTo>
                <a:lnTo>
                  <a:pt x="883" y="783"/>
                </a:lnTo>
                <a:lnTo>
                  <a:pt x="884" y="783"/>
                </a:lnTo>
                <a:lnTo>
                  <a:pt x="885" y="783"/>
                </a:lnTo>
                <a:lnTo>
                  <a:pt x="886" y="783"/>
                </a:lnTo>
                <a:lnTo>
                  <a:pt x="887" y="783"/>
                </a:lnTo>
                <a:lnTo>
                  <a:pt x="886" y="784"/>
                </a:lnTo>
                <a:lnTo>
                  <a:pt x="886" y="785"/>
                </a:lnTo>
                <a:lnTo>
                  <a:pt x="887" y="785"/>
                </a:lnTo>
                <a:lnTo>
                  <a:pt x="888" y="785"/>
                </a:lnTo>
                <a:lnTo>
                  <a:pt x="889" y="786"/>
                </a:lnTo>
                <a:lnTo>
                  <a:pt x="889" y="785"/>
                </a:lnTo>
                <a:lnTo>
                  <a:pt x="890" y="785"/>
                </a:lnTo>
                <a:lnTo>
                  <a:pt x="890" y="786"/>
                </a:lnTo>
                <a:lnTo>
                  <a:pt x="891" y="786"/>
                </a:lnTo>
                <a:lnTo>
                  <a:pt x="891" y="785"/>
                </a:lnTo>
                <a:lnTo>
                  <a:pt x="892" y="785"/>
                </a:lnTo>
                <a:lnTo>
                  <a:pt x="893" y="784"/>
                </a:lnTo>
                <a:lnTo>
                  <a:pt x="893" y="785"/>
                </a:lnTo>
                <a:lnTo>
                  <a:pt x="894" y="785"/>
                </a:lnTo>
                <a:lnTo>
                  <a:pt x="894" y="786"/>
                </a:lnTo>
                <a:lnTo>
                  <a:pt x="895" y="786"/>
                </a:lnTo>
                <a:lnTo>
                  <a:pt x="896" y="785"/>
                </a:lnTo>
                <a:lnTo>
                  <a:pt x="897" y="784"/>
                </a:lnTo>
                <a:lnTo>
                  <a:pt x="899" y="783"/>
                </a:lnTo>
                <a:lnTo>
                  <a:pt x="900" y="783"/>
                </a:lnTo>
                <a:lnTo>
                  <a:pt x="901" y="784"/>
                </a:lnTo>
                <a:lnTo>
                  <a:pt x="902" y="783"/>
                </a:lnTo>
                <a:lnTo>
                  <a:pt x="903" y="783"/>
                </a:lnTo>
                <a:lnTo>
                  <a:pt x="904" y="783"/>
                </a:lnTo>
                <a:lnTo>
                  <a:pt x="904" y="782"/>
                </a:lnTo>
                <a:lnTo>
                  <a:pt x="905" y="782"/>
                </a:lnTo>
                <a:lnTo>
                  <a:pt x="906" y="782"/>
                </a:lnTo>
                <a:lnTo>
                  <a:pt x="907" y="782"/>
                </a:lnTo>
                <a:lnTo>
                  <a:pt x="908" y="783"/>
                </a:lnTo>
                <a:lnTo>
                  <a:pt x="909" y="782"/>
                </a:lnTo>
                <a:lnTo>
                  <a:pt x="910" y="782"/>
                </a:lnTo>
                <a:lnTo>
                  <a:pt x="911" y="782"/>
                </a:lnTo>
                <a:lnTo>
                  <a:pt x="912" y="783"/>
                </a:lnTo>
                <a:lnTo>
                  <a:pt x="912" y="782"/>
                </a:lnTo>
                <a:lnTo>
                  <a:pt x="913" y="782"/>
                </a:lnTo>
                <a:lnTo>
                  <a:pt x="914" y="782"/>
                </a:lnTo>
                <a:lnTo>
                  <a:pt x="915" y="782"/>
                </a:lnTo>
                <a:lnTo>
                  <a:pt x="916" y="783"/>
                </a:lnTo>
                <a:lnTo>
                  <a:pt x="917" y="782"/>
                </a:lnTo>
                <a:lnTo>
                  <a:pt x="918" y="781"/>
                </a:lnTo>
                <a:lnTo>
                  <a:pt x="917" y="780"/>
                </a:lnTo>
                <a:lnTo>
                  <a:pt x="917" y="779"/>
                </a:lnTo>
                <a:lnTo>
                  <a:pt x="917" y="778"/>
                </a:lnTo>
                <a:lnTo>
                  <a:pt x="916" y="777"/>
                </a:lnTo>
                <a:lnTo>
                  <a:pt x="915" y="776"/>
                </a:lnTo>
                <a:lnTo>
                  <a:pt x="913" y="774"/>
                </a:lnTo>
                <a:lnTo>
                  <a:pt x="912" y="774"/>
                </a:lnTo>
                <a:lnTo>
                  <a:pt x="911" y="773"/>
                </a:lnTo>
                <a:lnTo>
                  <a:pt x="910" y="773"/>
                </a:lnTo>
                <a:lnTo>
                  <a:pt x="909" y="772"/>
                </a:lnTo>
                <a:lnTo>
                  <a:pt x="908" y="772"/>
                </a:lnTo>
                <a:lnTo>
                  <a:pt x="907" y="772"/>
                </a:lnTo>
                <a:lnTo>
                  <a:pt x="907" y="771"/>
                </a:lnTo>
                <a:lnTo>
                  <a:pt x="906" y="770"/>
                </a:lnTo>
                <a:lnTo>
                  <a:pt x="905" y="768"/>
                </a:lnTo>
                <a:lnTo>
                  <a:pt x="904" y="768"/>
                </a:lnTo>
                <a:lnTo>
                  <a:pt x="904" y="767"/>
                </a:lnTo>
                <a:lnTo>
                  <a:pt x="902" y="766"/>
                </a:lnTo>
                <a:lnTo>
                  <a:pt x="902" y="764"/>
                </a:lnTo>
                <a:lnTo>
                  <a:pt x="900" y="762"/>
                </a:lnTo>
                <a:lnTo>
                  <a:pt x="900" y="761"/>
                </a:lnTo>
                <a:lnTo>
                  <a:pt x="899" y="760"/>
                </a:lnTo>
                <a:lnTo>
                  <a:pt x="899" y="758"/>
                </a:lnTo>
                <a:lnTo>
                  <a:pt x="899" y="757"/>
                </a:lnTo>
                <a:lnTo>
                  <a:pt x="899" y="756"/>
                </a:lnTo>
                <a:lnTo>
                  <a:pt x="900" y="755"/>
                </a:lnTo>
                <a:lnTo>
                  <a:pt x="902" y="754"/>
                </a:lnTo>
                <a:lnTo>
                  <a:pt x="904" y="753"/>
                </a:lnTo>
                <a:lnTo>
                  <a:pt x="906" y="753"/>
                </a:lnTo>
                <a:lnTo>
                  <a:pt x="907" y="752"/>
                </a:lnTo>
                <a:lnTo>
                  <a:pt x="910" y="753"/>
                </a:lnTo>
                <a:lnTo>
                  <a:pt x="912" y="753"/>
                </a:lnTo>
                <a:lnTo>
                  <a:pt x="915" y="752"/>
                </a:lnTo>
                <a:lnTo>
                  <a:pt x="917" y="751"/>
                </a:lnTo>
                <a:lnTo>
                  <a:pt x="919" y="750"/>
                </a:lnTo>
                <a:lnTo>
                  <a:pt x="920" y="750"/>
                </a:lnTo>
                <a:lnTo>
                  <a:pt x="923" y="748"/>
                </a:lnTo>
                <a:lnTo>
                  <a:pt x="924" y="748"/>
                </a:lnTo>
                <a:lnTo>
                  <a:pt x="925" y="747"/>
                </a:lnTo>
                <a:lnTo>
                  <a:pt x="926" y="746"/>
                </a:lnTo>
                <a:lnTo>
                  <a:pt x="927" y="747"/>
                </a:lnTo>
                <a:lnTo>
                  <a:pt x="929" y="746"/>
                </a:lnTo>
                <a:lnTo>
                  <a:pt x="930" y="746"/>
                </a:lnTo>
                <a:lnTo>
                  <a:pt x="932" y="746"/>
                </a:lnTo>
                <a:lnTo>
                  <a:pt x="934" y="746"/>
                </a:lnTo>
                <a:lnTo>
                  <a:pt x="935" y="747"/>
                </a:lnTo>
                <a:lnTo>
                  <a:pt x="937" y="748"/>
                </a:lnTo>
                <a:lnTo>
                  <a:pt x="938" y="749"/>
                </a:lnTo>
                <a:lnTo>
                  <a:pt x="939" y="749"/>
                </a:lnTo>
                <a:lnTo>
                  <a:pt x="939" y="750"/>
                </a:lnTo>
                <a:lnTo>
                  <a:pt x="940" y="751"/>
                </a:lnTo>
                <a:lnTo>
                  <a:pt x="941" y="749"/>
                </a:lnTo>
                <a:lnTo>
                  <a:pt x="942" y="748"/>
                </a:lnTo>
                <a:lnTo>
                  <a:pt x="943" y="749"/>
                </a:lnTo>
                <a:lnTo>
                  <a:pt x="945" y="750"/>
                </a:lnTo>
                <a:lnTo>
                  <a:pt x="945" y="751"/>
                </a:lnTo>
                <a:lnTo>
                  <a:pt x="946" y="751"/>
                </a:lnTo>
                <a:lnTo>
                  <a:pt x="947" y="751"/>
                </a:lnTo>
                <a:lnTo>
                  <a:pt x="947" y="750"/>
                </a:lnTo>
                <a:lnTo>
                  <a:pt x="948" y="749"/>
                </a:lnTo>
                <a:lnTo>
                  <a:pt x="948" y="748"/>
                </a:lnTo>
                <a:lnTo>
                  <a:pt x="948" y="747"/>
                </a:lnTo>
                <a:lnTo>
                  <a:pt x="949" y="747"/>
                </a:lnTo>
                <a:lnTo>
                  <a:pt x="949" y="746"/>
                </a:lnTo>
                <a:lnTo>
                  <a:pt x="949" y="745"/>
                </a:lnTo>
                <a:lnTo>
                  <a:pt x="949" y="743"/>
                </a:lnTo>
                <a:lnTo>
                  <a:pt x="949" y="740"/>
                </a:lnTo>
                <a:lnTo>
                  <a:pt x="949" y="739"/>
                </a:lnTo>
                <a:lnTo>
                  <a:pt x="950" y="736"/>
                </a:lnTo>
                <a:lnTo>
                  <a:pt x="950" y="735"/>
                </a:lnTo>
                <a:lnTo>
                  <a:pt x="949" y="733"/>
                </a:lnTo>
                <a:lnTo>
                  <a:pt x="949" y="732"/>
                </a:lnTo>
                <a:lnTo>
                  <a:pt x="949" y="731"/>
                </a:lnTo>
                <a:lnTo>
                  <a:pt x="950" y="730"/>
                </a:lnTo>
                <a:lnTo>
                  <a:pt x="950" y="729"/>
                </a:lnTo>
                <a:lnTo>
                  <a:pt x="951" y="727"/>
                </a:lnTo>
                <a:lnTo>
                  <a:pt x="951" y="726"/>
                </a:lnTo>
                <a:lnTo>
                  <a:pt x="951" y="725"/>
                </a:lnTo>
                <a:lnTo>
                  <a:pt x="950" y="724"/>
                </a:lnTo>
                <a:lnTo>
                  <a:pt x="948" y="724"/>
                </a:lnTo>
                <a:lnTo>
                  <a:pt x="947" y="724"/>
                </a:lnTo>
                <a:lnTo>
                  <a:pt x="946" y="723"/>
                </a:lnTo>
                <a:lnTo>
                  <a:pt x="943" y="722"/>
                </a:lnTo>
                <a:lnTo>
                  <a:pt x="943" y="721"/>
                </a:lnTo>
                <a:lnTo>
                  <a:pt x="943" y="720"/>
                </a:lnTo>
                <a:lnTo>
                  <a:pt x="944" y="718"/>
                </a:lnTo>
                <a:lnTo>
                  <a:pt x="945" y="717"/>
                </a:lnTo>
                <a:lnTo>
                  <a:pt x="946" y="716"/>
                </a:lnTo>
                <a:lnTo>
                  <a:pt x="948" y="714"/>
                </a:lnTo>
                <a:lnTo>
                  <a:pt x="949" y="714"/>
                </a:lnTo>
                <a:lnTo>
                  <a:pt x="950" y="712"/>
                </a:lnTo>
                <a:lnTo>
                  <a:pt x="951" y="709"/>
                </a:lnTo>
                <a:lnTo>
                  <a:pt x="952" y="708"/>
                </a:lnTo>
                <a:lnTo>
                  <a:pt x="953" y="706"/>
                </a:lnTo>
                <a:lnTo>
                  <a:pt x="954" y="705"/>
                </a:lnTo>
                <a:lnTo>
                  <a:pt x="955" y="704"/>
                </a:lnTo>
                <a:lnTo>
                  <a:pt x="956" y="698"/>
                </a:lnTo>
                <a:lnTo>
                  <a:pt x="952" y="683"/>
                </a:lnTo>
                <a:lnTo>
                  <a:pt x="948" y="665"/>
                </a:lnTo>
                <a:lnTo>
                  <a:pt x="943" y="644"/>
                </a:lnTo>
                <a:lnTo>
                  <a:pt x="944" y="642"/>
                </a:lnTo>
                <a:lnTo>
                  <a:pt x="944" y="641"/>
                </a:lnTo>
                <a:lnTo>
                  <a:pt x="944" y="640"/>
                </a:lnTo>
                <a:lnTo>
                  <a:pt x="944" y="639"/>
                </a:lnTo>
                <a:lnTo>
                  <a:pt x="945" y="639"/>
                </a:lnTo>
                <a:lnTo>
                  <a:pt x="945" y="637"/>
                </a:lnTo>
                <a:lnTo>
                  <a:pt x="944" y="636"/>
                </a:lnTo>
                <a:lnTo>
                  <a:pt x="944" y="635"/>
                </a:lnTo>
                <a:lnTo>
                  <a:pt x="945" y="634"/>
                </a:lnTo>
                <a:lnTo>
                  <a:pt x="945" y="633"/>
                </a:lnTo>
                <a:lnTo>
                  <a:pt x="945" y="632"/>
                </a:lnTo>
                <a:lnTo>
                  <a:pt x="945" y="631"/>
                </a:lnTo>
                <a:lnTo>
                  <a:pt x="945" y="630"/>
                </a:lnTo>
                <a:lnTo>
                  <a:pt x="945" y="629"/>
                </a:lnTo>
                <a:lnTo>
                  <a:pt x="944" y="628"/>
                </a:lnTo>
                <a:lnTo>
                  <a:pt x="944" y="627"/>
                </a:lnTo>
                <a:lnTo>
                  <a:pt x="944" y="626"/>
                </a:lnTo>
                <a:lnTo>
                  <a:pt x="944" y="625"/>
                </a:lnTo>
                <a:lnTo>
                  <a:pt x="943" y="625"/>
                </a:lnTo>
                <a:lnTo>
                  <a:pt x="943" y="624"/>
                </a:lnTo>
                <a:lnTo>
                  <a:pt x="944" y="624"/>
                </a:lnTo>
                <a:lnTo>
                  <a:pt x="944" y="623"/>
                </a:lnTo>
                <a:lnTo>
                  <a:pt x="945" y="622"/>
                </a:lnTo>
                <a:lnTo>
                  <a:pt x="944" y="621"/>
                </a:lnTo>
                <a:lnTo>
                  <a:pt x="944" y="620"/>
                </a:lnTo>
                <a:lnTo>
                  <a:pt x="943" y="619"/>
                </a:lnTo>
                <a:lnTo>
                  <a:pt x="943" y="618"/>
                </a:lnTo>
                <a:lnTo>
                  <a:pt x="943" y="617"/>
                </a:lnTo>
                <a:lnTo>
                  <a:pt x="943" y="615"/>
                </a:lnTo>
                <a:lnTo>
                  <a:pt x="944" y="615"/>
                </a:lnTo>
                <a:lnTo>
                  <a:pt x="944" y="614"/>
                </a:lnTo>
                <a:lnTo>
                  <a:pt x="944" y="612"/>
                </a:lnTo>
                <a:lnTo>
                  <a:pt x="945" y="610"/>
                </a:lnTo>
                <a:lnTo>
                  <a:pt x="945" y="609"/>
                </a:lnTo>
                <a:lnTo>
                  <a:pt x="945" y="608"/>
                </a:lnTo>
                <a:lnTo>
                  <a:pt x="945" y="607"/>
                </a:lnTo>
                <a:lnTo>
                  <a:pt x="945" y="604"/>
                </a:lnTo>
                <a:lnTo>
                  <a:pt x="945" y="603"/>
                </a:lnTo>
                <a:lnTo>
                  <a:pt x="945" y="602"/>
                </a:lnTo>
                <a:lnTo>
                  <a:pt x="945" y="601"/>
                </a:lnTo>
                <a:lnTo>
                  <a:pt x="944" y="599"/>
                </a:lnTo>
                <a:lnTo>
                  <a:pt x="942" y="598"/>
                </a:lnTo>
                <a:lnTo>
                  <a:pt x="941" y="597"/>
                </a:lnTo>
                <a:lnTo>
                  <a:pt x="941" y="596"/>
                </a:lnTo>
                <a:lnTo>
                  <a:pt x="941" y="595"/>
                </a:lnTo>
                <a:lnTo>
                  <a:pt x="942" y="594"/>
                </a:lnTo>
                <a:lnTo>
                  <a:pt x="943" y="594"/>
                </a:lnTo>
                <a:lnTo>
                  <a:pt x="943" y="593"/>
                </a:lnTo>
                <a:lnTo>
                  <a:pt x="944" y="590"/>
                </a:lnTo>
                <a:lnTo>
                  <a:pt x="945" y="584"/>
                </a:lnTo>
                <a:lnTo>
                  <a:pt x="946" y="582"/>
                </a:lnTo>
                <a:lnTo>
                  <a:pt x="947" y="579"/>
                </a:lnTo>
                <a:lnTo>
                  <a:pt x="947" y="578"/>
                </a:lnTo>
                <a:lnTo>
                  <a:pt x="948" y="576"/>
                </a:lnTo>
                <a:lnTo>
                  <a:pt x="949" y="574"/>
                </a:lnTo>
                <a:lnTo>
                  <a:pt x="949" y="572"/>
                </a:lnTo>
                <a:lnTo>
                  <a:pt x="949" y="571"/>
                </a:lnTo>
                <a:lnTo>
                  <a:pt x="949" y="570"/>
                </a:lnTo>
                <a:lnTo>
                  <a:pt x="949" y="568"/>
                </a:lnTo>
                <a:lnTo>
                  <a:pt x="949" y="567"/>
                </a:lnTo>
                <a:lnTo>
                  <a:pt x="949" y="562"/>
                </a:lnTo>
                <a:lnTo>
                  <a:pt x="950" y="558"/>
                </a:lnTo>
                <a:lnTo>
                  <a:pt x="951" y="554"/>
                </a:lnTo>
                <a:lnTo>
                  <a:pt x="951" y="551"/>
                </a:lnTo>
                <a:lnTo>
                  <a:pt x="951" y="547"/>
                </a:lnTo>
                <a:lnTo>
                  <a:pt x="950" y="544"/>
                </a:lnTo>
                <a:lnTo>
                  <a:pt x="950" y="542"/>
                </a:lnTo>
                <a:lnTo>
                  <a:pt x="950" y="541"/>
                </a:lnTo>
                <a:lnTo>
                  <a:pt x="951" y="540"/>
                </a:lnTo>
                <a:lnTo>
                  <a:pt x="953" y="539"/>
                </a:lnTo>
                <a:lnTo>
                  <a:pt x="954" y="537"/>
                </a:lnTo>
                <a:lnTo>
                  <a:pt x="955" y="534"/>
                </a:lnTo>
                <a:lnTo>
                  <a:pt x="956" y="532"/>
                </a:lnTo>
                <a:lnTo>
                  <a:pt x="958" y="530"/>
                </a:lnTo>
                <a:lnTo>
                  <a:pt x="959" y="528"/>
                </a:lnTo>
                <a:lnTo>
                  <a:pt x="960" y="525"/>
                </a:lnTo>
                <a:lnTo>
                  <a:pt x="961" y="524"/>
                </a:lnTo>
                <a:lnTo>
                  <a:pt x="961" y="522"/>
                </a:lnTo>
                <a:lnTo>
                  <a:pt x="961" y="521"/>
                </a:lnTo>
                <a:lnTo>
                  <a:pt x="960" y="519"/>
                </a:lnTo>
                <a:lnTo>
                  <a:pt x="959" y="515"/>
                </a:lnTo>
                <a:lnTo>
                  <a:pt x="958" y="511"/>
                </a:lnTo>
                <a:lnTo>
                  <a:pt x="958" y="510"/>
                </a:lnTo>
                <a:lnTo>
                  <a:pt x="956" y="508"/>
                </a:lnTo>
                <a:lnTo>
                  <a:pt x="955" y="506"/>
                </a:lnTo>
                <a:lnTo>
                  <a:pt x="953" y="505"/>
                </a:lnTo>
                <a:lnTo>
                  <a:pt x="951" y="503"/>
                </a:lnTo>
                <a:lnTo>
                  <a:pt x="950" y="503"/>
                </a:lnTo>
                <a:lnTo>
                  <a:pt x="948" y="502"/>
                </a:lnTo>
                <a:lnTo>
                  <a:pt x="948" y="501"/>
                </a:lnTo>
                <a:lnTo>
                  <a:pt x="947" y="499"/>
                </a:lnTo>
                <a:lnTo>
                  <a:pt x="946" y="497"/>
                </a:lnTo>
                <a:lnTo>
                  <a:pt x="945" y="496"/>
                </a:lnTo>
                <a:lnTo>
                  <a:pt x="946" y="495"/>
                </a:lnTo>
                <a:lnTo>
                  <a:pt x="946" y="494"/>
                </a:lnTo>
                <a:lnTo>
                  <a:pt x="945" y="492"/>
                </a:lnTo>
                <a:lnTo>
                  <a:pt x="945" y="491"/>
                </a:lnTo>
                <a:lnTo>
                  <a:pt x="945" y="490"/>
                </a:lnTo>
                <a:lnTo>
                  <a:pt x="945" y="489"/>
                </a:lnTo>
                <a:lnTo>
                  <a:pt x="946" y="487"/>
                </a:lnTo>
                <a:lnTo>
                  <a:pt x="946" y="486"/>
                </a:lnTo>
                <a:lnTo>
                  <a:pt x="946" y="485"/>
                </a:lnTo>
                <a:lnTo>
                  <a:pt x="945" y="483"/>
                </a:lnTo>
                <a:lnTo>
                  <a:pt x="945" y="482"/>
                </a:lnTo>
                <a:lnTo>
                  <a:pt x="944" y="482"/>
                </a:lnTo>
                <a:lnTo>
                  <a:pt x="944" y="483"/>
                </a:lnTo>
                <a:lnTo>
                  <a:pt x="943" y="484"/>
                </a:lnTo>
                <a:lnTo>
                  <a:pt x="942" y="485"/>
                </a:lnTo>
                <a:lnTo>
                  <a:pt x="941" y="485"/>
                </a:lnTo>
                <a:lnTo>
                  <a:pt x="940" y="486"/>
                </a:lnTo>
                <a:lnTo>
                  <a:pt x="938" y="485"/>
                </a:lnTo>
                <a:lnTo>
                  <a:pt x="937" y="485"/>
                </a:lnTo>
                <a:lnTo>
                  <a:pt x="933" y="484"/>
                </a:lnTo>
                <a:lnTo>
                  <a:pt x="931" y="485"/>
                </a:lnTo>
                <a:lnTo>
                  <a:pt x="929" y="485"/>
                </a:lnTo>
                <a:lnTo>
                  <a:pt x="928" y="485"/>
                </a:lnTo>
                <a:lnTo>
                  <a:pt x="927" y="486"/>
                </a:lnTo>
                <a:lnTo>
                  <a:pt x="926" y="486"/>
                </a:lnTo>
                <a:lnTo>
                  <a:pt x="926" y="485"/>
                </a:lnTo>
                <a:lnTo>
                  <a:pt x="926" y="484"/>
                </a:lnTo>
                <a:lnTo>
                  <a:pt x="927" y="483"/>
                </a:lnTo>
                <a:lnTo>
                  <a:pt x="927" y="482"/>
                </a:lnTo>
                <a:lnTo>
                  <a:pt x="927" y="481"/>
                </a:lnTo>
                <a:lnTo>
                  <a:pt x="926" y="479"/>
                </a:lnTo>
                <a:lnTo>
                  <a:pt x="925" y="478"/>
                </a:lnTo>
                <a:lnTo>
                  <a:pt x="924" y="476"/>
                </a:lnTo>
                <a:lnTo>
                  <a:pt x="923" y="475"/>
                </a:lnTo>
                <a:lnTo>
                  <a:pt x="924" y="474"/>
                </a:lnTo>
                <a:lnTo>
                  <a:pt x="924" y="473"/>
                </a:lnTo>
                <a:lnTo>
                  <a:pt x="925" y="473"/>
                </a:lnTo>
                <a:lnTo>
                  <a:pt x="926" y="472"/>
                </a:lnTo>
                <a:lnTo>
                  <a:pt x="925" y="472"/>
                </a:lnTo>
                <a:lnTo>
                  <a:pt x="923" y="469"/>
                </a:lnTo>
                <a:lnTo>
                  <a:pt x="922" y="469"/>
                </a:lnTo>
                <a:lnTo>
                  <a:pt x="921" y="468"/>
                </a:lnTo>
                <a:lnTo>
                  <a:pt x="920" y="468"/>
                </a:lnTo>
                <a:lnTo>
                  <a:pt x="919" y="468"/>
                </a:lnTo>
                <a:lnTo>
                  <a:pt x="919" y="467"/>
                </a:lnTo>
                <a:lnTo>
                  <a:pt x="919" y="466"/>
                </a:lnTo>
                <a:lnTo>
                  <a:pt x="919" y="465"/>
                </a:lnTo>
                <a:lnTo>
                  <a:pt x="921" y="465"/>
                </a:lnTo>
                <a:lnTo>
                  <a:pt x="922" y="464"/>
                </a:lnTo>
                <a:lnTo>
                  <a:pt x="924" y="463"/>
                </a:lnTo>
                <a:lnTo>
                  <a:pt x="925" y="463"/>
                </a:lnTo>
                <a:lnTo>
                  <a:pt x="926" y="463"/>
                </a:lnTo>
                <a:lnTo>
                  <a:pt x="926" y="461"/>
                </a:lnTo>
                <a:lnTo>
                  <a:pt x="927" y="461"/>
                </a:lnTo>
                <a:lnTo>
                  <a:pt x="927" y="460"/>
                </a:lnTo>
                <a:lnTo>
                  <a:pt x="929" y="459"/>
                </a:lnTo>
                <a:lnTo>
                  <a:pt x="930" y="460"/>
                </a:lnTo>
                <a:lnTo>
                  <a:pt x="931" y="460"/>
                </a:lnTo>
                <a:lnTo>
                  <a:pt x="933" y="459"/>
                </a:lnTo>
                <a:lnTo>
                  <a:pt x="934" y="458"/>
                </a:lnTo>
                <a:lnTo>
                  <a:pt x="936" y="457"/>
                </a:lnTo>
                <a:lnTo>
                  <a:pt x="937" y="457"/>
                </a:lnTo>
                <a:lnTo>
                  <a:pt x="939" y="456"/>
                </a:lnTo>
                <a:lnTo>
                  <a:pt x="940" y="454"/>
                </a:lnTo>
                <a:lnTo>
                  <a:pt x="941" y="452"/>
                </a:lnTo>
                <a:lnTo>
                  <a:pt x="943" y="452"/>
                </a:lnTo>
                <a:lnTo>
                  <a:pt x="944" y="452"/>
                </a:lnTo>
                <a:lnTo>
                  <a:pt x="946" y="450"/>
                </a:lnTo>
                <a:lnTo>
                  <a:pt x="947" y="450"/>
                </a:lnTo>
                <a:lnTo>
                  <a:pt x="948" y="451"/>
                </a:lnTo>
                <a:lnTo>
                  <a:pt x="949" y="451"/>
                </a:lnTo>
                <a:lnTo>
                  <a:pt x="949" y="452"/>
                </a:lnTo>
                <a:lnTo>
                  <a:pt x="950" y="452"/>
                </a:lnTo>
                <a:lnTo>
                  <a:pt x="951" y="451"/>
                </a:lnTo>
                <a:lnTo>
                  <a:pt x="951" y="450"/>
                </a:lnTo>
                <a:lnTo>
                  <a:pt x="952" y="450"/>
                </a:lnTo>
                <a:lnTo>
                  <a:pt x="952" y="451"/>
                </a:lnTo>
                <a:lnTo>
                  <a:pt x="953" y="452"/>
                </a:lnTo>
                <a:lnTo>
                  <a:pt x="955" y="456"/>
                </a:lnTo>
                <a:lnTo>
                  <a:pt x="956" y="456"/>
                </a:lnTo>
                <a:lnTo>
                  <a:pt x="959" y="457"/>
                </a:lnTo>
                <a:lnTo>
                  <a:pt x="961" y="457"/>
                </a:lnTo>
                <a:lnTo>
                  <a:pt x="962" y="456"/>
                </a:lnTo>
                <a:lnTo>
                  <a:pt x="963" y="454"/>
                </a:lnTo>
                <a:lnTo>
                  <a:pt x="965" y="453"/>
                </a:lnTo>
                <a:lnTo>
                  <a:pt x="967" y="453"/>
                </a:lnTo>
                <a:lnTo>
                  <a:pt x="969" y="453"/>
                </a:lnTo>
                <a:lnTo>
                  <a:pt x="970" y="454"/>
                </a:lnTo>
                <a:lnTo>
                  <a:pt x="971" y="454"/>
                </a:lnTo>
                <a:lnTo>
                  <a:pt x="971" y="456"/>
                </a:lnTo>
                <a:lnTo>
                  <a:pt x="971" y="457"/>
                </a:lnTo>
                <a:lnTo>
                  <a:pt x="972" y="458"/>
                </a:lnTo>
                <a:lnTo>
                  <a:pt x="974" y="459"/>
                </a:lnTo>
                <a:lnTo>
                  <a:pt x="976" y="459"/>
                </a:lnTo>
                <a:lnTo>
                  <a:pt x="978" y="458"/>
                </a:lnTo>
                <a:lnTo>
                  <a:pt x="980" y="456"/>
                </a:lnTo>
                <a:lnTo>
                  <a:pt x="982" y="455"/>
                </a:lnTo>
                <a:lnTo>
                  <a:pt x="983" y="455"/>
                </a:lnTo>
                <a:lnTo>
                  <a:pt x="983" y="453"/>
                </a:lnTo>
                <a:lnTo>
                  <a:pt x="983" y="452"/>
                </a:lnTo>
                <a:lnTo>
                  <a:pt x="986" y="451"/>
                </a:lnTo>
                <a:lnTo>
                  <a:pt x="989" y="449"/>
                </a:lnTo>
                <a:lnTo>
                  <a:pt x="990" y="449"/>
                </a:lnTo>
                <a:lnTo>
                  <a:pt x="990" y="450"/>
                </a:lnTo>
                <a:lnTo>
                  <a:pt x="990" y="451"/>
                </a:lnTo>
                <a:lnTo>
                  <a:pt x="990" y="452"/>
                </a:lnTo>
                <a:lnTo>
                  <a:pt x="991" y="452"/>
                </a:lnTo>
                <a:lnTo>
                  <a:pt x="992" y="453"/>
                </a:lnTo>
                <a:lnTo>
                  <a:pt x="994" y="453"/>
                </a:lnTo>
                <a:lnTo>
                  <a:pt x="995" y="453"/>
                </a:lnTo>
                <a:lnTo>
                  <a:pt x="997" y="454"/>
                </a:lnTo>
                <a:lnTo>
                  <a:pt x="998" y="455"/>
                </a:lnTo>
                <a:lnTo>
                  <a:pt x="999" y="455"/>
                </a:lnTo>
                <a:lnTo>
                  <a:pt x="1001" y="455"/>
                </a:lnTo>
                <a:lnTo>
                  <a:pt x="1003" y="454"/>
                </a:lnTo>
                <a:lnTo>
                  <a:pt x="1005" y="454"/>
                </a:lnTo>
                <a:lnTo>
                  <a:pt x="1010" y="454"/>
                </a:lnTo>
                <a:lnTo>
                  <a:pt x="1011" y="453"/>
                </a:lnTo>
                <a:lnTo>
                  <a:pt x="1012" y="453"/>
                </a:lnTo>
                <a:lnTo>
                  <a:pt x="1014" y="452"/>
                </a:lnTo>
                <a:lnTo>
                  <a:pt x="1015" y="451"/>
                </a:lnTo>
                <a:lnTo>
                  <a:pt x="1015" y="450"/>
                </a:lnTo>
                <a:lnTo>
                  <a:pt x="1014" y="449"/>
                </a:lnTo>
                <a:lnTo>
                  <a:pt x="1014" y="448"/>
                </a:lnTo>
                <a:lnTo>
                  <a:pt x="1015" y="448"/>
                </a:lnTo>
                <a:lnTo>
                  <a:pt x="1016" y="448"/>
                </a:lnTo>
                <a:lnTo>
                  <a:pt x="1016" y="449"/>
                </a:lnTo>
                <a:lnTo>
                  <a:pt x="1017" y="450"/>
                </a:lnTo>
                <a:lnTo>
                  <a:pt x="1018" y="451"/>
                </a:lnTo>
                <a:lnTo>
                  <a:pt x="1018" y="452"/>
                </a:lnTo>
                <a:lnTo>
                  <a:pt x="1019" y="453"/>
                </a:lnTo>
                <a:lnTo>
                  <a:pt x="1020" y="453"/>
                </a:lnTo>
                <a:lnTo>
                  <a:pt x="1022" y="453"/>
                </a:lnTo>
                <a:lnTo>
                  <a:pt x="1023" y="454"/>
                </a:lnTo>
                <a:lnTo>
                  <a:pt x="1025" y="455"/>
                </a:lnTo>
                <a:lnTo>
                  <a:pt x="1025" y="456"/>
                </a:lnTo>
                <a:lnTo>
                  <a:pt x="1026" y="458"/>
                </a:lnTo>
                <a:lnTo>
                  <a:pt x="1027" y="459"/>
                </a:lnTo>
                <a:lnTo>
                  <a:pt x="1028" y="459"/>
                </a:lnTo>
                <a:lnTo>
                  <a:pt x="1030" y="459"/>
                </a:lnTo>
                <a:lnTo>
                  <a:pt x="1031" y="459"/>
                </a:lnTo>
                <a:lnTo>
                  <a:pt x="1033" y="458"/>
                </a:lnTo>
                <a:lnTo>
                  <a:pt x="1034" y="457"/>
                </a:lnTo>
                <a:lnTo>
                  <a:pt x="1036" y="456"/>
                </a:lnTo>
                <a:lnTo>
                  <a:pt x="1037" y="456"/>
                </a:lnTo>
                <a:lnTo>
                  <a:pt x="1039" y="456"/>
                </a:lnTo>
                <a:lnTo>
                  <a:pt x="1040" y="456"/>
                </a:lnTo>
                <a:lnTo>
                  <a:pt x="1041" y="457"/>
                </a:lnTo>
                <a:lnTo>
                  <a:pt x="1043" y="457"/>
                </a:lnTo>
                <a:lnTo>
                  <a:pt x="1046" y="457"/>
                </a:lnTo>
                <a:lnTo>
                  <a:pt x="1048" y="457"/>
                </a:lnTo>
                <a:lnTo>
                  <a:pt x="1050" y="457"/>
                </a:lnTo>
                <a:lnTo>
                  <a:pt x="1052" y="456"/>
                </a:lnTo>
                <a:lnTo>
                  <a:pt x="1053" y="455"/>
                </a:lnTo>
                <a:lnTo>
                  <a:pt x="1053" y="454"/>
                </a:lnTo>
                <a:lnTo>
                  <a:pt x="1055" y="454"/>
                </a:lnTo>
                <a:lnTo>
                  <a:pt x="1055" y="453"/>
                </a:lnTo>
                <a:lnTo>
                  <a:pt x="1056" y="452"/>
                </a:lnTo>
                <a:lnTo>
                  <a:pt x="1056" y="451"/>
                </a:lnTo>
                <a:lnTo>
                  <a:pt x="1057" y="451"/>
                </a:lnTo>
                <a:lnTo>
                  <a:pt x="1058" y="452"/>
                </a:lnTo>
                <a:lnTo>
                  <a:pt x="1059" y="452"/>
                </a:lnTo>
                <a:lnTo>
                  <a:pt x="1060" y="453"/>
                </a:lnTo>
                <a:lnTo>
                  <a:pt x="1060" y="454"/>
                </a:lnTo>
                <a:lnTo>
                  <a:pt x="1061" y="454"/>
                </a:lnTo>
                <a:lnTo>
                  <a:pt x="1062" y="454"/>
                </a:lnTo>
                <a:lnTo>
                  <a:pt x="1062" y="453"/>
                </a:lnTo>
                <a:lnTo>
                  <a:pt x="1063" y="452"/>
                </a:lnTo>
                <a:lnTo>
                  <a:pt x="1064" y="452"/>
                </a:lnTo>
                <a:lnTo>
                  <a:pt x="1067" y="452"/>
                </a:lnTo>
                <a:lnTo>
                  <a:pt x="1068" y="452"/>
                </a:lnTo>
                <a:lnTo>
                  <a:pt x="1069" y="451"/>
                </a:lnTo>
                <a:lnTo>
                  <a:pt x="1070" y="451"/>
                </a:lnTo>
                <a:lnTo>
                  <a:pt x="1071" y="452"/>
                </a:lnTo>
                <a:lnTo>
                  <a:pt x="1072" y="453"/>
                </a:lnTo>
                <a:lnTo>
                  <a:pt x="1074" y="453"/>
                </a:lnTo>
                <a:lnTo>
                  <a:pt x="1078" y="452"/>
                </a:lnTo>
                <a:lnTo>
                  <a:pt x="1080" y="451"/>
                </a:lnTo>
                <a:lnTo>
                  <a:pt x="1081" y="451"/>
                </a:lnTo>
                <a:lnTo>
                  <a:pt x="1083" y="451"/>
                </a:lnTo>
                <a:lnTo>
                  <a:pt x="1084" y="453"/>
                </a:lnTo>
                <a:lnTo>
                  <a:pt x="1085" y="453"/>
                </a:lnTo>
                <a:lnTo>
                  <a:pt x="1086" y="452"/>
                </a:lnTo>
                <a:lnTo>
                  <a:pt x="1086" y="451"/>
                </a:lnTo>
                <a:lnTo>
                  <a:pt x="1088" y="451"/>
                </a:lnTo>
                <a:lnTo>
                  <a:pt x="1089" y="450"/>
                </a:lnTo>
                <a:lnTo>
                  <a:pt x="1091" y="450"/>
                </a:lnTo>
                <a:lnTo>
                  <a:pt x="1092" y="450"/>
                </a:lnTo>
                <a:lnTo>
                  <a:pt x="1092" y="451"/>
                </a:lnTo>
                <a:lnTo>
                  <a:pt x="1092" y="452"/>
                </a:lnTo>
                <a:lnTo>
                  <a:pt x="1093" y="453"/>
                </a:lnTo>
                <a:lnTo>
                  <a:pt x="1094" y="454"/>
                </a:lnTo>
                <a:lnTo>
                  <a:pt x="1096" y="453"/>
                </a:lnTo>
                <a:lnTo>
                  <a:pt x="1098" y="452"/>
                </a:lnTo>
                <a:lnTo>
                  <a:pt x="1099" y="452"/>
                </a:lnTo>
                <a:lnTo>
                  <a:pt x="1100" y="453"/>
                </a:lnTo>
                <a:lnTo>
                  <a:pt x="1101" y="452"/>
                </a:lnTo>
                <a:lnTo>
                  <a:pt x="1102" y="452"/>
                </a:lnTo>
                <a:lnTo>
                  <a:pt x="1103" y="450"/>
                </a:lnTo>
                <a:lnTo>
                  <a:pt x="1104" y="449"/>
                </a:lnTo>
                <a:lnTo>
                  <a:pt x="1107" y="450"/>
                </a:lnTo>
                <a:lnTo>
                  <a:pt x="1108" y="447"/>
                </a:lnTo>
                <a:lnTo>
                  <a:pt x="1108" y="446"/>
                </a:lnTo>
                <a:lnTo>
                  <a:pt x="1109" y="446"/>
                </a:lnTo>
                <a:lnTo>
                  <a:pt x="1111" y="446"/>
                </a:lnTo>
                <a:lnTo>
                  <a:pt x="1114" y="445"/>
                </a:lnTo>
                <a:lnTo>
                  <a:pt x="1115" y="444"/>
                </a:lnTo>
                <a:lnTo>
                  <a:pt x="1117" y="445"/>
                </a:lnTo>
                <a:lnTo>
                  <a:pt x="1118" y="446"/>
                </a:lnTo>
                <a:lnTo>
                  <a:pt x="1119" y="446"/>
                </a:lnTo>
                <a:lnTo>
                  <a:pt x="1120" y="445"/>
                </a:lnTo>
                <a:lnTo>
                  <a:pt x="1121" y="444"/>
                </a:lnTo>
                <a:lnTo>
                  <a:pt x="1122" y="444"/>
                </a:lnTo>
                <a:lnTo>
                  <a:pt x="1123" y="445"/>
                </a:lnTo>
                <a:lnTo>
                  <a:pt x="1124" y="445"/>
                </a:lnTo>
                <a:lnTo>
                  <a:pt x="1124" y="446"/>
                </a:lnTo>
                <a:lnTo>
                  <a:pt x="1125" y="446"/>
                </a:lnTo>
                <a:lnTo>
                  <a:pt x="1126" y="445"/>
                </a:lnTo>
                <a:lnTo>
                  <a:pt x="1127" y="445"/>
                </a:lnTo>
                <a:lnTo>
                  <a:pt x="1127" y="444"/>
                </a:lnTo>
                <a:lnTo>
                  <a:pt x="1128" y="444"/>
                </a:lnTo>
                <a:lnTo>
                  <a:pt x="1130" y="444"/>
                </a:lnTo>
                <a:lnTo>
                  <a:pt x="1131" y="444"/>
                </a:lnTo>
                <a:lnTo>
                  <a:pt x="1132" y="445"/>
                </a:lnTo>
                <a:lnTo>
                  <a:pt x="1132" y="447"/>
                </a:lnTo>
                <a:lnTo>
                  <a:pt x="1133" y="448"/>
                </a:lnTo>
                <a:lnTo>
                  <a:pt x="1134" y="449"/>
                </a:lnTo>
                <a:lnTo>
                  <a:pt x="1134" y="452"/>
                </a:lnTo>
                <a:lnTo>
                  <a:pt x="1134" y="454"/>
                </a:lnTo>
                <a:lnTo>
                  <a:pt x="1136" y="458"/>
                </a:lnTo>
                <a:lnTo>
                  <a:pt x="1137" y="460"/>
                </a:lnTo>
                <a:lnTo>
                  <a:pt x="1137" y="461"/>
                </a:lnTo>
                <a:lnTo>
                  <a:pt x="1138" y="461"/>
                </a:lnTo>
                <a:lnTo>
                  <a:pt x="1138" y="462"/>
                </a:lnTo>
                <a:lnTo>
                  <a:pt x="1139" y="463"/>
                </a:lnTo>
                <a:lnTo>
                  <a:pt x="1139" y="465"/>
                </a:lnTo>
                <a:lnTo>
                  <a:pt x="1140" y="467"/>
                </a:lnTo>
                <a:lnTo>
                  <a:pt x="1140" y="469"/>
                </a:lnTo>
                <a:lnTo>
                  <a:pt x="1141" y="470"/>
                </a:lnTo>
                <a:lnTo>
                  <a:pt x="1143" y="470"/>
                </a:lnTo>
                <a:lnTo>
                  <a:pt x="1147" y="470"/>
                </a:lnTo>
                <a:lnTo>
                  <a:pt x="1148" y="471"/>
                </a:lnTo>
                <a:lnTo>
                  <a:pt x="1149" y="470"/>
                </a:lnTo>
                <a:lnTo>
                  <a:pt x="1151" y="470"/>
                </a:lnTo>
                <a:lnTo>
                  <a:pt x="1152" y="470"/>
                </a:lnTo>
                <a:lnTo>
                  <a:pt x="1153" y="470"/>
                </a:lnTo>
                <a:lnTo>
                  <a:pt x="1154" y="470"/>
                </a:lnTo>
                <a:lnTo>
                  <a:pt x="1155" y="470"/>
                </a:lnTo>
                <a:lnTo>
                  <a:pt x="1158" y="471"/>
                </a:lnTo>
                <a:lnTo>
                  <a:pt x="1158" y="472"/>
                </a:lnTo>
                <a:lnTo>
                  <a:pt x="1158" y="473"/>
                </a:lnTo>
                <a:lnTo>
                  <a:pt x="1157" y="474"/>
                </a:lnTo>
                <a:lnTo>
                  <a:pt x="1157" y="475"/>
                </a:lnTo>
                <a:lnTo>
                  <a:pt x="1158" y="476"/>
                </a:lnTo>
                <a:lnTo>
                  <a:pt x="1158" y="477"/>
                </a:lnTo>
                <a:lnTo>
                  <a:pt x="1159" y="478"/>
                </a:lnTo>
                <a:lnTo>
                  <a:pt x="1161" y="477"/>
                </a:lnTo>
                <a:lnTo>
                  <a:pt x="1162" y="477"/>
                </a:lnTo>
                <a:lnTo>
                  <a:pt x="1164" y="477"/>
                </a:lnTo>
                <a:lnTo>
                  <a:pt x="1165" y="477"/>
                </a:lnTo>
                <a:lnTo>
                  <a:pt x="1166" y="477"/>
                </a:lnTo>
                <a:lnTo>
                  <a:pt x="1167" y="477"/>
                </a:lnTo>
                <a:lnTo>
                  <a:pt x="1168" y="477"/>
                </a:lnTo>
                <a:lnTo>
                  <a:pt x="1170" y="476"/>
                </a:lnTo>
                <a:lnTo>
                  <a:pt x="1172" y="477"/>
                </a:lnTo>
                <a:lnTo>
                  <a:pt x="1174" y="477"/>
                </a:lnTo>
                <a:lnTo>
                  <a:pt x="1176" y="477"/>
                </a:lnTo>
                <a:lnTo>
                  <a:pt x="1178" y="477"/>
                </a:lnTo>
                <a:lnTo>
                  <a:pt x="1179" y="477"/>
                </a:lnTo>
                <a:lnTo>
                  <a:pt x="1184" y="483"/>
                </a:lnTo>
                <a:lnTo>
                  <a:pt x="1188" y="486"/>
                </a:lnTo>
                <a:lnTo>
                  <a:pt x="1196" y="491"/>
                </a:lnTo>
                <a:lnTo>
                  <a:pt x="1204" y="490"/>
                </a:lnTo>
                <a:lnTo>
                  <a:pt x="1208" y="487"/>
                </a:lnTo>
                <a:lnTo>
                  <a:pt x="1214" y="469"/>
                </a:lnTo>
                <a:lnTo>
                  <a:pt x="1212" y="461"/>
                </a:lnTo>
                <a:lnTo>
                  <a:pt x="1211" y="456"/>
                </a:lnTo>
                <a:lnTo>
                  <a:pt x="1202" y="449"/>
                </a:lnTo>
                <a:lnTo>
                  <a:pt x="1188" y="433"/>
                </a:lnTo>
                <a:lnTo>
                  <a:pt x="1188" y="431"/>
                </a:lnTo>
                <a:lnTo>
                  <a:pt x="1189" y="421"/>
                </a:lnTo>
                <a:lnTo>
                  <a:pt x="1192" y="418"/>
                </a:lnTo>
                <a:lnTo>
                  <a:pt x="1193" y="416"/>
                </a:lnTo>
                <a:lnTo>
                  <a:pt x="1194" y="410"/>
                </a:lnTo>
                <a:lnTo>
                  <a:pt x="1195" y="407"/>
                </a:lnTo>
                <a:lnTo>
                  <a:pt x="1195" y="406"/>
                </a:lnTo>
                <a:lnTo>
                  <a:pt x="1199" y="403"/>
                </a:lnTo>
                <a:lnTo>
                  <a:pt x="1200" y="401"/>
                </a:lnTo>
                <a:lnTo>
                  <a:pt x="1201" y="401"/>
                </a:lnTo>
                <a:lnTo>
                  <a:pt x="1202" y="399"/>
                </a:lnTo>
                <a:lnTo>
                  <a:pt x="1204" y="394"/>
                </a:lnTo>
                <a:lnTo>
                  <a:pt x="1204" y="393"/>
                </a:lnTo>
                <a:lnTo>
                  <a:pt x="1205" y="391"/>
                </a:lnTo>
                <a:lnTo>
                  <a:pt x="1205" y="387"/>
                </a:lnTo>
                <a:lnTo>
                  <a:pt x="1205" y="386"/>
                </a:lnTo>
                <a:lnTo>
                  <a:pt x="1205" y="385"/>
                </a:lnTo>
                <a:lnTo>
                  <a:pt x="1205" y="383"/>
                </a:lnTo>
                <a:lnTo>
                  <a:pt x="1206" y="383"/>
                </a:lnTo>
                <a:lnTo>
                  <a:pt x="1206" y="381"/>
                </a:lnTo>
                <a:lnTo>
                  <a:pt x="1207" y="376"/>
                </a:lnTo>
                <a:lnTo>
                  <a:pt x="1208" y="375"/>
                </a:lnTo>
                <a:lnTo>
                  <a:pt x="1212" y="373"/>
                </a:lnTo>
                <a:lnTo>
                  <a:pt x="1214" y="372"/>
                </a:lnTo>
                <a:lnTo>
                  <a:pt x="1216" y="372"/>
                </a:lnTo>
                <a:lnTo>
                  <a:pt x="1218" y="373"/>
                </a:lnTo>
                <a:lnTo>
                  <a:pt x="1221" y="373"/>
                </a:lnTo>
                <a:lnTo>
                  <a:pt x="1233" y="347"/>
                </a:lnTo>
                <a:lnTo>
                  <a:pt x="1247" y="330"/>
                </a:lnTo>
                <a:lnTo>
                  <a:pt x="1266" y="303"/>
                </a:lnTo>
                <a:lnTo>
                  <a:pt x="1274" y="289"/>
                </a:lnTo>
                <a:lnTo>
                  <a:pt x="1278" y="277"/>
                </a:lnTo>
                <a:lnTo>
                  <a:pt x="1285" y="264"/>
                </a:lnTo>
                <a:lnTo>
                  <a:pt x="1291" y="262"/>
                </a:lnTo>
                <a:lnTo>
                  <a:pt x="1292" y="258"/>
                </a:lnTo>
                <a:lnTo>
                  <a:pt x="1301" y="241"/>
                </a:lnTo>
                <a:lnTo>
                  <a:pt x="1302" y="238"/>
                </a:lnTo>
                <a:lnTo>
                  <a:pt x="1303" y="234"/>
                </a:lnTo>
                <a:lnTo>
                  <a:pt x="1304" y="232"/>
                </a:lnTo>
                <a:lnTo>
                  <a:pt x="1305" y="231"/>
                </a:lnTo>
                <a:lnTo>
                  <a:pt x="1307" y="229"/>
                </a:lnTo>
                <a:lnTo>
                  <a:pt x="1309" y="227"/>
                </a:lnTo>
                <a:lnTo>
                  <a:pt x="1311" y="225"/>
                </a:lnTo>
                <a:lnTo>
                  <a:pt x="1312" y="223"/>
                </a:lnTo>
                <a:lnTo>
                  <a:pt x="1313" y="221"/>
                </a:lnTo>
                <a:lnTo>
                  <a:pt x="1315" y="219"/>
                </a:lnTo>
                <a:lnTo>
                  <a:pt x="1315" y="218"/>
                </a:lnTo>
                <a:lnTo>
                  <a:pt x="1315" y="217"/>
                </a:lnTo>
                <a:lnTo>
                  <a:pt x="1316" y="216"/>
                </a:lnTo>
                <a:lnTo>
                  <a:pt x="1317" y="214"/>
                </a:lnTo>
                <a:lnTo>
                  <a:pt x="1318" y="212"/>
                </a:lnTo>
                <a:lnTo>
                  <a:pt x="1318" y="211"/>
                </a:lnTo>
                <a:lnTo>
                  <a:pt x="1319" y="209"/>
                </a:lnTo>
                <a:lnTo>
                  <a:pt x="1319" y="206"/>
                </a:lnTo>
                <a:lnTo>
                  <a:pt x="1320" y="204"/>
                </a:lnTo>
                <a:lnTo>
                  <a:pt x="1320" y="203"/>
                </a:lnTo>
                <a:lnTo>
                  <a:pt x="1321" y="203"/>
                </a:lnTo>
                <a:lnTo>
                  <a:pt x="1322" y="203"/>
                </a:lnTo>
                <a:lnTo>
                  <a:pt x="1323" y="203"/>
                </a:lnTo>
                <a:lnTo>
                  <a:pt x="1324" y="203"/>
                </a:lnTo>
                <a:lnTo>
                  <a:pt x="1325" y="203"/>
                </a:lnTo>
                <a:lnTo>
                  <a:pt x="1327" y="203"/>
                </a:lnTo>
                <a:lnTo>
                  <a:pt x="1328" y="204"/>
                </a:lnTo>
                <a:lnTo>
                  <a:pt x="1329" y="204"/>
                </a:lnTo>
                <a:lnTo>
                  <a:pt x="1330" y="204"/>
                </a:lnTo>
                <a:lnTo>
                  <a:pt x="1332" y="203"/>
                </a:lnTo>
                <a:lnTo>
                  <a:pt x="1333" y="203"/>
                </a:lnTo>
                <a:lnTo>
                  <a:pt x="1334" y="204"/>
                </a:lnTo>
                <a:lnTo>
                  <a:pt x="1335" y="205"/>
                </a:lnTo>
                <a:lnTo>
                  <a:pt x="1336" y="206"/>
                </a:lnTo>
                <a:lnTo>
                  <a:pt x="1338" y="207"/>
                </a:lnTo>
                <a:lnTo>
                  <a:pt x="1338" y="208"/>
                </a:lnTo>
                <a:lnTo>
                  <a:pt x="1338" y="209"/>
                </a:lnTo>
                <a:lnTo>
                  <a:pt x="1338" y="211"/>
                </a:lnTo>
                <a:lnTo>
                  <a:pt x="1339" y="212"/>
                </a:lnTo>
                <a:lnTo>
                  <a:pt x="1340" y="212"/>
                </a:lnTo>
                <a:lnTo>
                  <a:pt x="1340" y="213"/>
                </a:lnTo>
                <a:lnTo>
                  <a:pt x="1341" y="214"/>
                </a:lnTo>
                <a:lnTo>
                  <a:pt x="1342" y="215"/>
                </a:lnTo>
                <a:lnTo>
                  <a:pt x="1345" y="215"/>
                </a:lnTo>
                <a:lnTo>
                  <a:pt x="1346" y="215"/>
                </a:lnTo>
                <a:lnTo>
                  <a:pt x="1347" y="215"/>
                </a:lnTo>
                <a:lnTo>
                  <a:pt x="1348" y="216"/>
                </a:lnTo>
                <a:lnTo>
                  <a:pt x="1348" y="217"/>
                </a:lnTo>
                <a:lnTo>
                  <a:pt x="1349" y="217"/>
                </a:lnTo>
                <a:lnTo>
                  <a:pt x="1350" y="217"/>
                </a:lnTo>
                <a:lnTo>
                  <a:pt x="1351" y="217"/>
                </a:lnTo>
                <a:lnTo>
                  <a:pt x="1352" y="217"/>
                </a:lnTo>
                <a:lnTo>
                  <a:pt x="1353" y="217"/>
                </a:lnTo>
                <a:lnTo>
                  <a:pt x="1353" y="218"/>
                </a:lnTo>
                <a:lnTo>
                  <a:pt x="1353" y="219"/>
                </a:lnTo>
                <a:lnTo>
                  <a:pt x="1354" y="220"/>
                </a:lnTo>
                <a:lnTo>
                  <a:pt x="1355" y="222"/>
                </a:lnTo>
                <a:lnTo>
                  <a:pt x="1355" y="223"/>
                </a:lnTo>
                <a:lnTo>
                  <a:pt x="1355" y="224"/>
                </a:lnTo>
                <a:lnTo>
                  <a:pt x="1356" y="226"/>
                </a:lnTo>
                <a:lnTo>
                  <a:pt x="1357" y="227"/>
                </a:lnTo>
                <a:lnTo>
                  <a:pt x="1359" y="226"/>
                </a:lnTo>
                <a:lnTo>
                  <a:pt x="1360" y="225"/>
                </a:lnTo>
                <a:lnTo>
                  <a:pt x="1361" y="226"/>
                </a:lnTo>
                <a:lnTo>
                  <a:pt x="1361" y="227"/>
                </a:lnTo>
                <a:lnTo>
                  <a:pt x="1362" y="228"/>
                </a:lnTo>
                <a:lnTo>
                  <a:pt x="1363" y="229"/>
                </a:lnTo>
                <a:lnTo>
                  <a:pt x="1363" y="230"/>
                </a:lnTo>
                <a:lnTo>
                  <a:pt x="1364" y="230"/>
                </a:lnTo>
                <a:lnTo>
                  <a:pt x="1365" y="230"/>
                </a:lnTo>
                <a:lnTo>
                  <a:pt x="1365" y="231"/>
                </a:lnTo>
                <a:lnTo>
                  <a:pt x="1366" y="232"/>
                </a:lnTo>
                <a:lnTo>
                  <a:pt x="1366" y="233"/>
                </a:lnTo>
                <a:lnTo>
                  <a:pt x="1367" y="234"/>
                </a:lnTo>
                <a:lnTo>
                  <a:pt x="1368" y="235"/>
                </a:lnTo>
                <a:lnTo>
                  <a:pt x="1369" y="235"/>
                </a:lnTo>
                <a:lnTo>
                  <a:pt x="1370" y="235"/>
                </a:lnTo>
                <a:lnTo>
                  <a:pt x="1370" y="236"/>
                </a:lnTo>
                <a:lnTo>
                  <a:pt x="1370" y="237"/>
                </a:lnTo>
                <a:lnTo>
                  <a:pt x="1370" y="238"/>
                </a:lnTo>
                <a:lnTo>
                  <a:pt x="1371" y="239"/>
                </a:lnTo>
                <a:lnTo>
                  <a:pt x="1372" y="239"/>
                </a:lnTo>
                <a:lnTo>
                  <a:pt x="1373" y="240"/>
                </a:lnTo>
                <a:lnTo>
                  <a:pt x="1374" y="241"/>
                </a:lnTo>
                <a:lnTo>
                  <a:pt x="1375" y="242"/>
                </a:lnTo>
                <a:lnTo>
                  <a:pt x="1376" y="242"/>
                </a:lnTo>
                <a:lnTo>
                  <a:pt x="1377" y="243"/>
                </a:lnTo>
                <a:lnTo>
                  <a:pt x="1379" y="243"/>
                </a:lnTo>
                <a:lnTo>
                  <a:pt x="1380" y="244"/>
                </a:lnTo>
                <a:lnTo>
                  <a:pt x="1381" y="245"/>
                </a:lnTo>
                <a:lnTo>
                  <a:pt x="1381" y="246"/>
                </a:lnTo>
                <a:lnTo>
                  <a:pt x="1381" y="247"/>
                </a:lnTo>
                <a:lnTo>
                  <a:pt x="1381" y="248"/>
                </a:lnTo>
                <a:lnTo>
                  <a:pt x="1382" y="248"/>
                </a:lnTo>
                <a:lnTo>
                  <a:pt x="1383" y="248"/>
                </a:lnTo>
                <a:lnTo>
                  <a:pt x="1383" y="247"/>
                </a:lnTo>
                <a:lnTo>
                  <a:pt x="1385" y="247"/>
                </a:lnTo>
                <a:lnTo>
                  <a:pt x="1386" y="247"/>
                </a:lnTo>
                <a:lnTo>
                  <a:pt x="1387" y="247"/>
                </a:lnTo>
                <a:lnTo>
                  <a:pt x="1388" y="248"/>
                </a:lnTo>
                <a:lnTo>
                  <a:pt x="1389" y="248"/>
                </a:lnTo>
                <a:lnTo>
                  <a:pt x="1390" y="249"/>
                </a:lnTo>
                <a:lnTo>
                  <a:pt x="1391" y="250"/>
                </a:lnTo>
                <a:lnTo>
                  <a:pt x="1392" y="251"/>
                </a:lnTo>
                <a:lnTo>
                  <a:pt x="1394" y="252"/>
                </a:lnTo>
                <a:lnTo>
                  <a:pt x="1395" y="253"/>
                </a:lnTo>
                <a:lnTo>
                  <a:pt x="1396" y="254"/>
                </a:lnTo>
                <a:lnTo>
                  <a:pt x="1397" y="255"/>
                </a:lnTo>
                <a:lnTo>
                  <a:pt x="1398" y="255"/>
                </a:lnTo>
                <a:lnTo>
                  <a:pt x="1399" y="256"/>
                </a:lnTo>
                <a:lnTo>
                  <a:pt x="1399" y="257"/>
                </a:lnTo>
                <a:lnTo>
                  <a:pt x="1400" y="257"/>
                </a:lnTo>
                <a:lnTo>
                  <a:pt x="1401" y="257"/>
                </a:lnTo>
                <a:lnTo>
                  <a:pt x="1401" y="258"/>
                </a:lnTo>
                <a:lnTo>
                  <a:pt x="1401" y="259"/>
                </a:lnTo>
                <a:lnTo>
                  <a:pt x="1402" y="260"/>
                </a:lnTo>
                <a:lnTo>
                  <a:pt x="1403" y="260"/>
                </a:lnTo>
                <a:lnTo>
                  <a:pt x="1404" y="259"/>
                </a:lnTo>
                <a:lnTo>
                  <a:pt x="1405" y="258"/>
                </a:lnTo>
                <a:lnTo>
                  <a:pt x="1406" y="258"/>
                </a:lnTo>
                <a:lnTo>
                  <a:pt x="1407" y="258"/>
                </a:lnTo>
                <a:lnTo>
                  <a:pt x="1407" y="259"/>
                </a:lnTo>
                <a:lnTo>
                  <a:pt x="1408" y="259"/>
                </a:lnTo>
                <a:lnTo>
                  <a:pt x="1409" y="259"/>
                </a:lnTo>
                <a:lnTo>
                  <a:pt x="1410" y="258"/>
                </a:lnTo>
                <a:lnTo>
                  <a:pt x="1411" y="258"/>
                </a:lnTo>
                <a:lnTo>
                  <a:pt x="1411" y="259"/>
                </a:lnTo>
                <a:lnTo>
                  <a:pt x="1412" y="259"/>
                </a:lnTo>
                <a:lnTo>
                  <a:pt x="1413" y="260"/>
                </a:lnTo>
                <a:lnTo>
                  <a:pt x="1416" y="263"/>
                </a:lnTo>
                <a:lnTo>
                  <a:pt x="1419" y="264"/>
                </a:lnTo>
                <a:lnTo>
                  <a:pt x="1423" y="264"/>
                </a:lnTo>
                <a:lnTo>
                  <a:pt x="1426" y="263"/>
                </a:lnTo>
                <a:lnTo>
                  <a:pt x="1428" y="262"/>
                </a:lnTo>
                <a:lnTo>
                  <a:pt x="1431" y="260"/>
                </a:lnTo>
                <a:lnTo>
                  <a:pt x="1432" y="261"/>
                </a:lnTo>
                <a:lnTo>
                  <a:pt x="1433" y="261"/>
                </a:lnTo>
                <a:lnTo>
                  <a:pt x="1435" y="262"/>
                </a:lnTo>
                <a:lnTo>
                  <a:pt x="1436" y="263"/>
                </a:lnTo>
                <a:lnTo>
                  <a:pt x="1438" y="262"/>
                </a:lnTo>
                <a:lnTo>
                  <a:pt x="1439" y="263"/>
                </a:lnTo>
                <a:lnTo>
                  <a:pt x="1440" y="264"/>
                </a:lnTo>
                <a:lnTo>
                  <a:pt x="1442" y="264"/>
                </a:lnTo>
                <a:lnTo>
                  <a:pt x="1443" y="264"/>
                </a:lnTo>
                <a:lnTo>
                  <a:pt x="1445" y="263"/>
                </a:lnTo>
                <a:lnTo>
                  <a:pt x="1446" y="265"/>
                </a:lnTo>
                <a:lnTo>
                  <a:pt x="1447" y="265"/>
                </a:lnTo>
                <a:lnTo>
                  <a:pt x="1449" y="266"/>
                </a:lnTo>
                <a:lnTo>
                  <a:pt x="1451" y="265"/>
                </a:lnTo>
                <a:lnTo>
                  <a:pt x="1453" y="265"/>
                </a:lnTo>
                <a:lnTo>
                  <a:pt x="1455" y="265"/>
                </a:lnTo>
                <a:lnTo>
                  <a:pt x="1456" y="265"/>
                </a:lnTo>
                <a:lnTo>
                  <a:pt x="1457" y="266"/>
                </a:lnTo>
                <a:lnTo>
                  <a:pt x="1457" y="267"/>
                </a:lnTo>
                <a:lnTo>
                  <a:pt x="1457" y="268"/>
                </a:lnTo>
                <a:lnTo>
                  <a:pt x="1458" y="268"/>
                </a:lnTo>
                <a:lnTo>
                  <a:pt x="1459" y="269"/>
                </a:lnTo>
                <a:lnTo>
                  <a:pt x="1461" y="271"/>
                </a:lnTo>
                <a:lnTo>
                  <a:pt x="1462" y="272"/>
                </a:lnTo>
                <a:lnTo>
                  <a:pt x="1466" y="270"/>
                </a:lnTo>
                <a:lnTo>
                  <a:pt x="1468" y="270"/>
                </a:lnTo>
                <a:lnTo>
                  <a:pt x="1470" y="270"/>
                </a:lnTo>
                <a:lnTo>
                  <a:pt x="1472" y="270"/>
                </a:lnTo>
                <a:lnTo>
                  <a:pt x="1474" y="271"/>
                </a:lnTo>
                <a:lnTo>
                  <a:pt x="1475" y="271"/>
                </a:lnTo>
                <a:lnTo>
                  <a:pt x="1477" y="271"/>
                </a:lnTo>
                <a:lnTo>
                  <a:pt x="1478" y="271"/>
                </a:lnTo>
                <a:lnTo>
                  <a:pt x="1478" y="272"/>
                </a:lnTo>
                <a:lnTo>
                  <a:pt x="1479" y="271"/>
                </a:lnTo>
                <a:lnTo>
                  <a:pt x="1481" y="270"/>
                </a:lnTo>
                <a:lnTo>
                  <a:pt x="1484" y="271"/>
                </a:lnTo>
                <a:lnTo>
                  <a:pt x="1487" y="272"/>
                </a:lnTo>
                <a:lnTo>
                  <a:pt x="1488" y="274"/>
                </a:lnTo>
                <a:lnTo>
                  <a:pt x="1489" y="276"/>
                </a:lnTo>
                <a:lnTo>
                  <a:pt x="1490" y="278"/>
                </a:lnTo>
                <a:lnTo>
                  <a:pt x="1492" y="279"/>
                </a:lnTo>
                <a:lnTo>
                  <a:pt x="1494" y="280"/>
                </a:lnTo>
                <a:lnTo>
                  <a:pt x="1494" y="281"/>
                </a:lnTo>
                <a:lnTo>
                  <a:pt x="1495" y="281"/>
                </a:lnTo>
                <a:lnTo>
                  <a:pt x="1495" y="283"/>
                </a:lnTo>
                <a:lnTo>
                  <a:pt x="1495" y="284"/>
                </a:lnTo>
                <a:lnTo>
                  <a:pt x="1496" y="286"/>
                </a:lnTo>
                <a:lnTo>
                  <a:pt x="1499" y="291"/>
                </a:lnTo>
                <a:lnTo>
                  <a:pt x="1500" y="292"/>
                </a:lnTo>
                <a:lnTo>
                  <a:pt x="1500" y="295"/>
                </a:lnTo>
                <a:lnTo>
                  <a:pt x="1501" y="297"/>
                </a:lnTo>
                <a:lnTo>
                  <a:pt x="1502" y="297"/>
                </a:lnTo>
                <a:lnTo>
                  <a:pt x="1503" y="297"/>
                </a:lnTo>
                <a:lnTo>
                  <a:pt x="1505" y="296"/>
                </a:lnTo>
                <a:lnTo>
                  <a:pt x="1506" y="295"/>
                </a:lnTo>
                <a:lnTo>
                  <a:pt x="1506" y="293"/>
                </a:lnTo>
                <a:lnTo>
                  <a:pt x="1506" y="292"/>
                </a:lnTo>
                <a:lnTo>
                  <a:pt x="1508" y="290"/>
                </a:lnTo>
                <a:lnTo>
                  <a:pt x="1509" y="290"/>
                </a:lnTo>
                <a:lnTo>
                  <a:pt x="1510" y="289"/>
                </a:lnTo>
                <a:lnTo>
                  <a:pt x="1511" y="289"/>
                </a:lnTo>
                <a:lnTo>
                  <a:pt x="1513" y="289"/>
                </a:lnTo>
                <a:lnTo>
                  <a:pt x="1514" y="289"/>
                </a:lnTo>
                <a:lnTo>
                  <a:pt x="1516" y="290"/>
                </a:lnTo>
                <a:lnTo>
                  <a:pt x="1517" y="289"/>
                </a:lnTo>
                <a:lnTo>
                  <a:pt x="1518" y="288"/>
                </a:lnTo>
                <a:lnTo>
                  <a:pt x="1519" y="287"/>
                </a:lnTo>
                <a:lnTo>
                  <a:pt x="1520" y="286"/>
                </a:lnTo>
                <a:lnTo>
                  <a:pt x="1522" y="284"/>
                </a:lnTo>
                <a:lnTo>
                  <a:pt x="1525" y="283"/>
                </a:lnTo>
                <a:lnTo>
                  <a:pt x="1526" y="282"/>
                </a:lnTo>
                <a:lnTo>
                  <a:pt x="1529" y="282"/>
                </a:lnTo>
                <a:lnTo>
                  <a:pt x="1530" y="281"/>
                </a:lnTo>
                <a:lnTo>
                  <a:pt x="1532" y="278"/>
                </a:lnTo>
                <a:lnTo>
                  <a:pt x="1534" y="276"/>
                </a:lnTo>
                <a:lnTo>
                  <a:pt x="1535" y="275"/>
                </a:lnTo>
                <a:lnTo>
                  <a:pt x="1536" y="275"/>
                </a:lnTo>
                <a:lnTo>
                  <a:pt x="1538" y="275"/>
                </a:lnTo>
                <a:lnTo>
                  <a:pt x="1540" y="275"/>
                </a:lnTo>
                <a:lnTo>
                  <a:pt x="1541" y="275"/>
                </a:lnTo>
                <a:lnTo>
                  <a:pt x="1541" y="274"/>
                </a:lnTo>
                <a:lnTo>
                  <a:pt x="1542" y="274"/>
                </a:lnTo>
                <a:lnTo>
                  <a:pt x="1544" y="275"/>
                </a:lnTo>
                <a:lnTo>
                  <a:pt x="1545" y="276"/>
                </a:lnTo>
                <a:lnTo>
                  <a:pt x="1545" y="277"/>
                </a:lnTo>
                <a:lnTo>
                  <a:pt x="1546" y="278"/>
                </a:lnTo>
                <a:lnTo>
                  <a:pt x="1547" y="278"/>
                </a:lnTo>
                <a:lnTo>
                  <a:pt x="1548" y="278"/>
                </a:lnTo>
                <a:lnTo>
                  <a:pt x="1549" y="278"/>
                </a:lnTo>
                <a:lnTo>
                  <a:pt x="1550" y="278"/>
                </a:lnTo>
                <a:lnTo>
                  <a:pt x="1551" y="278"/>
                </a:lnTo>
                <a:lnTo>
                  <a:pt x="1552" y="278"/>
                </a:lnTo>
                <a:lnTo>
                  <a:pt x="1553" y="278"/>
                </a:lnTo>
                <a:lnTo>
                  <a:pt x="1555" y="278"/>
                </a:lnTo>
                <a:lnTo>
                  <a:pt x="1557" y="278"/>
                </a:lnTo>
                <a:lnTo>
                  <a:pt x="1559" y="278"/>
                </a:lnTo>
                <a:lnTo>
                  <a:pt x="1560" y="278"/>
                </a:lnTo>
                <a:lnTo>
                  <a:pt x="1561" y="278"/>
                </a:lnTo>
                <a:lnTo>
                  <a:pt x="1562" y="279"/>
                </a:lnTo>
                <a:lnTo>
                  <a:pt x="1564" y="280"/>
                </a:lnTo>
                <a:lnTo>
                  <a:pt x="1566" y="280"/>
                </a:lnTo>
                <a:lnTo>
                  <a:pt x="1568" y="281"/>
                </a:lnTo>
                <a:lnTo>
                  <a:pt x="1569" y="280"/>
                </a:lnTo>
                <a:lnTo>
                  <a:pt x="1569" y="279"/>
                </a:lnTo>
                <a:lnTo>
                  <a:pt x="1569" y="276"/>
                </a:lnTo>
                <a:lnTo>
                  <a:pt x="1570" y="275"/>
                </a:lnTo>
                <a:lnTo>
                  <a:pt x="1571" y="272"/>
                </a:lnTo>
                <a:lnTo>
                  <a:pt x="1573" y="270"/>
                </a:lnTo>
                <a:lnTo>
                  <a:pt x="1574" y="269"/>
                </a:lnTo>
                <a:lnTo>
                  <a:pt x="1575" y="268"/>
                </a:lnTo>
                <a:lnTo>
                  <a:pt x="1579" y="265"/>
                </a:lnTo>
                <a:lnTo>
                  <a:pt x="1583" y="262"/>
                </a:lnTo>
                <a:lnTo>
                  <a:pt x="1585" y="259"/>
                </a:lnTo>
                <a:lnTo>
                  <a:pt x="1586" y="259"/>
                </a:lnTo>
                <a:lnTo>
                  <a:pt x="1588" y="257"/>
                </a:lnTo>
                <a:lnTo>
                  <a:pt x="1589" y="257"/>
                </a:lnTo>
                <a:lnTo>
                  <a:pt x="1589" y="256"/>
                </a:lnTo>
                <a:lnTo>
                  <a:pt x="1589" y="254"/>
                </a:lnTo>
                <a:lnTo>
                  <a:pt x="1589" y="253"/>
                </a:lnTo>
                <a:lnTo>
                  <a:pt x="1590" y="252"/>
                </a:lnTo>
                <a:lnTo>
                  <a:pt x="1590" y="251"/>
                </a:lnTo>
                <a:lnTo>
                  <a:pt x="1591" y="251"/>
                </a:lnTo>
                <a:lnTo>
                  <a:pt x="1591" y="250"/>
                </a:lnTo>
                <a:lnTo>
                  <a:pt x="1591" y="249"/>
                </a:lnTo>
                <a:lnTo>
                  <a:pt x="1591" y="248"/>
                </a:lnTo>
                <a:lnTo>
                  <a:pt x="1590" y="246"/>
                </a:lnTo>
                <a:lnTo>
                  <a:pt x="1590" y="245"/>
                </a:lnTo>
                <a:lnTo>
                  <a:pt x="1589" y="245"/>
                </a:lnTo>
                <a:lnTo>
                  <a:pt x="1589" y="244"/>
                </a:lnTo>
                <a:lnTo>
                  <a:pt x="1590" y="244"/>
                </a:lnTo>
                <a:lnTo>
                  <a:pt x="1590" y="243"/>
                </a:lnTo>
                <a:lnTo>
                  <a:pt x="1591" y="242"/>
                </a:lnTo>
                <a:lnTo>
                  <a:pt x="1591" y="241"/>
                </a:lnTo>
                <a:lnTo>
                  <a:pt x="1592" y="240"/>
                </a:lnTo>
                <a:lnTo>
                  <a:pt x="1592" y="239"/>
                </a:lnTo>
                <a:lnTo>
                  <a:pt x="1592" y="238"/>
                </a:lnTo>
                <a:lnTo>
                  <a:pt x="1593" y="237"/>
                </a:lnTo>
                <a:lnTo>
                  <a:pt x="1594" y="237"/>
                </a:lnTo>
                <a:lnTo>
                  <a:pt x="1594" y="236"/>
                </a:lnTo>
                <a:lnTo>
                  <a:pt x="1594" y="234"/>
                </a:lnTo>
                <a:lnTo>
                  <a:pt x="1594" y="233"/>
                </a:lnTo>
                <a:lnTo>
                  <a:pt x="1594" y="231"/>
                </a:lnTo>
                <a:lnTo>
                  <a:pt x="1594" y="229"/>
                </a:lnTo>
                <a:lnTo>
                  <a:pt x="1594" y="227"/>
                </a:lnTo>
                <a:lnTo>
                  <a:pt x="1593" y="226"/>
                </a:lnTo>
                <a:lnTo>
                  <a:pt x="1593" y="225"/>
                </a:lnTo>
                <a:lnTo>
                  <a:pt x="1591" y="223"/>
                </a:lnTo>
                <a:lnTo>
                  <a:pt x="1591" y="222"/>
                </a:lnTo>
                <a:lnTo>
                  <a:pt x="1591" y="220"/>
                </a:lnTo>
                <a:lnTo>
                  <a:pt x="1591" y="219"/>
                </a:lnTo>
                <a:lnTo>
                  <a:pt x="1590" y="218"/>
                </a:lnTo>
                <a:lnTo>
                  <a:pt x="1590" y="217"/>
                </a:lnTo>
                <a:lnTo>
                  <a:pt x="1589" y="216"/>
                </a:lnTo>
                <a:lnTo>
                  <a:pt x="1589" y="215"/>
                </a:lnTo>
                <a:lnTo>
                  <a:pt x="1589" y="213"/>
                </a:lnTo>
                <a:lnTo>
                  <a:pt x="1590" y="211"/>
                </a:lnTo>
                <a:lnTo>
                  <a:pt x="1590" y="210"/>
                </a:lnTo>
                <a:lnTo>
                  <a:pt x="1591" y="207"/>
                </a:lnTo>
                <a:lnTo>
                  <a:pt x="1591" y="203"/>
                </a:lnTo>
                <a:lnTo>
                  <a:pt x="1591" y="200"/>
                </a:lnTo>
                <a:lnTo>
                  <a:pt x="1592" y="196"/>
                </a:lnTo>
                <a:lnTo>
                  <a:pt x="1594" y="167"/>
                </a:lnTo>
                <a:lnTo>
                  <a:pt x="1596" y="150"/>
                </a:lnTo>
                <a:lnTo>
                  <a:pt x="1596" y="149"/>
                </a:lnTo>
                <a:lnTo>
                  <a:pt x="1596" y="147"/>
                </a:lnTo>
                <a:lnTo>
                  <a:pt x="1596" y="145"/>
                </a:lnTo>
                <a:lnTo>
                  <a:pt x="1596" y="144"/>
                </a:lnTo>
                <a:lnTo>
                  <a:pt x="1596" y="143"/>
                </a:lnTo>
                <a:lnTo>
                  <a:pt x="1596" y="142"/>
                </a:lnTo>
                <a:lnTo>
                  <a:pt x="1596" y="141"/>
                </a:lnTo>
                <a:lnTo>
                  <a:pt x="1597" y="141"/>
                </a:lnTo>
                <a:lnTo>
                  <a:pt x="1597" y="139"/>
                </a:lnTo>
                <a:lnTo>
                  <a:pt x="1597" y="138"/>
                </a:lnTo>
                <a:lnTo>
                  <a:pt x="1596" y="138"/>
                </a:lnTo>
                <a:lnTo>
                  <a:pt x="1595" y="138"/>
                </a:lnTo>
                <a:lnTo>
                  <a:pt x="1595" y="137"/>
                </a:lnTo>
                <a:lnTo>
                  <a:pt x="1596" y="137"/>
                </a:lnTo>
                <a:lnTo>
                  <a:pt x="1597" y="135"/>
                </a:lnTo>
                <a:lnTo>
                  <a:pt x="1597" y="134"/>
                </a:lnTo>
                <a:lnTo>
                  <a:pt x="1598" y="134"/>
                </a:lnTo>
                <a:lnTo>
                  <a:pt x="1598" y="133"/>
                </a:lnTo>
                <a:lnTo>
                  <a:pt x="1598" y="131"/>
                </a:lnTo>
                <a:lnTo>
                  <a:pt x="1598" y="130"/>
                </a:lnTo>
                <a:lnTo>
                  <a:pt x="1599" y="130"/>
                </a:lnTo>
                <a:lnTo>
                  <a:pt x="1599" y="129"/>
                </a:lnTo>
                <a:lnTo>
                  <a:pt x="1599" y="128"/>
                </a:lnTo>
                <a:lnTo>
                  <a:pt x="1600" y="128"/>
                </a:lnTo>
                <a:lnTo>
                  <a:pt x="1600" y="126"/>
                </a:lnTo>
                <a:lnTo>
                  <a:pt x="1601" y="126"/>
                </a:lnTo>
                <a:lnTo>
                  <a:pt x="1601" y="125"/>
                </a:lnTo>
                <a:lnTo>
                  <a:pt x="1600" y="124"/>
                </a:lnTo>
                <a:lnTo>
                  <a:pt x="1601" y="124"/>
                </a:lnTo>
                <a:lnTo>
                  <a:pt x="1601" y="123"/>
                </a:lnTo>
                <a:lnTo>
                  <a:pt x="1602" y="123"/>
                </a:lnTo>
                <a:lnTo>
                  <a:pt x="1602" y="122"/>
                </a:lnTo>
                <a:lnTo>
                  <a:pt x="1603" y="122"/>
                </a:lnTo>
                <a:lnTo>
                  <a:pt x="1603" y="121"/>
                </a:lnTo>
                <a:lnTo>
                  <a:pt x="1603" y="119"/>
                </a:lnTo>
                <a:lnTo>
                  <a:pt x="1604" y="119"/>
                </a:lnTo>
                <a:lnTo>
                  <a:pt x="1604" y="118"/>
                </a:lnTo>
                <a:lnTo>
                  <a:pt x="1605" y="118"/>
                </a:lnTo>
                <a:lnTo>
                  <a:pt x="1605" y="117"/>
                </a:lnTo>
                <a:lnTo>
                  <a:pt x="1606" y="117"/>
                </a:lnTo>
                <a:lnTo>
                  <a:pt x="1605" y="117"/>
                </a:lnTo>
                <a:lnTo>
                  <a:pt x="1606" y="116"/>
                </a:lnTo>
                <a:lnTo>
                  <a:pt x="1607" y="115"/>
                </a:lnTo>
                <a:lnTo>
                  <a:pt x="1607" y="114"/>
                </a:lnTo>
                <a:lnTo>
                  <a:pt x="1607" y="113"/>
                </a:lnTo>
                <a:lnTo>
                  <a:pt x="1609" y="113"/>
                </a:lnTo>
                <a:lnTo>
                  <a:pt x="1609" y="112"/>
                </a:lnTo>
                <a:lnTo>
                  <a:pt x="1610" y="112"/>
                </a:lnTo>
                <a:lnTo>
                  <a:pt x="1610" y="113"/>
                </a:lnTo>
                <a:lnTo>
                  <a:pt x="1611" y="112"/>
                </a:lnTo>
                <a:lnTo>
                  <a:pt x="1611" y="111"/>
                </a:lnTo>
                <a:lnTo>
                  <a:pt x="1612" y="110"/>
                </a:lnTo>
                <a:lnTo>
                  <a:pt x="1613" y="109"/>
                </a:lnTo>
                <a:lnTo>
                  <a:pt x="1614" y="108"/>
                </a:lnTo>
                <a:lnTo>
                  <a:pt x="1615" y="108"/>
                </a:lnTo>
                <a:lnTo>
                  <a:pt x="1615" y="107"/>
                </a:lnTo>
                <a:lnTo>
                  <a:pt x="1616" y="107"/>
                </a:lnTo>
                <a:lnTo>
                  <a:pt x="1616" y="106"/>
                </a:lnTo>
                <a:lnTo>
                  <a:pt x="1617" y="105"/>
                </a:lnTo>
                <a:lnTo>
                  <a:pt x="1618" y="105"/>
                </a:lnTo>
                <a:lnTo>
                  <a:pt x="1618" y="104"/>
                </a:lnTo>
                <a:lnTo>
                  <a:pt x="1619" y="103"/>
                </a:lnTo>
                <a:lnTo>
                  <a:pt x="1619" y="102"/>
                </a:lnTo>
                <a:lnTo>
                  <a:pt x="1619" y="101"/>
                </a:lnTo>
                <a:lnTo>
                  <a:pt x="1620" y="100"/>
                </a:lnTo>
                <a:lnTo>
                  <a:pt x="1621" y="99"/>
                </a:lnTo>
                <a:lnTo>
                  <a:pt x="1621" y="98"/>
                </a:lnTo>
                <a:lnTo>
                  <a:pt x="1621" y="97"/>
                </a:lnTo>
                <a:lnTo>
                  <a:pt x="1621" y="96"/>
                </a:lnTo>
                <a:lnTo>
                  <a:pt x="1621" y="95"/>
                </a:lnTo>
                <a:lnTo>
                  <a:pt x="1623" y="94"/>
                </a:lnTo>
                <a:lnTo>
                  <a:pt x="1624" y="92"/>
                </a:lnTo>
                <a:lnTo>
                  <a:pt x="1624" y="91"/>
                </a:lnTo>
                <a:lnTo>
                  <a:pt x="1625" y="91"/>
                </a:lnTo>
                <a:lnTo>
                  <a:pt x="1626" y="90"/>
                </a:lnTo>
                <a:lnTo>
                  <a:pt x="1629" y="88"/>
                </a:lnTo>
                <a:lnTo>
                  <a:pt x="1629" y="87"/>
                </a:lnTo>
                <a:lnTo>
                  <a:pt x="1631" y="86"/>
                </a:lnTo>
                <a:lnTo>
                  <a:pt x="1632" y="85"/>
                </a:lnTo>
                <a:lnTo>
                  <a:pt x="1633" y="85"/>
                </a:lnTo>
                <a:lnTo>
                  <a:pt x="1634" y="85"/>
                </a:lnTo>
                <a:lnTo>
                  <a:pt x="1635" y="85"/>
                </a:lnTo>
                <a:lnTo>
                  <a:pt x="1637" y="84"/>
                </a:lnTo>
                <a:lnTo>
                  <a:pt x="1638" y="84"/>
                </a:lnTo>
                <a:lnTo>
                  <a:pt x="1640" y="84"/>
                </a:lnTo>
                <a:lnTo>
                  <a:pt x="1641" y="84"/>
                </a:lnTo>
                <a:lnTo>
                  <a:pt x="1642" y="85"/>
                </a:lnTo>
                <a:lnTo>
                  <a:pt x="1643" y="85"/>
                </a:lnTo>
                <a:lnTo>
                  <a:pt x="1644" y="85"/>
                </a:lnTo>
                <a:lnTo>
                  <a:pt x="1646" y="84"/>
                </a:lnTo>
                <a:lnTo>
                  <a:pt x="1661" y="87"/>
                </a:lnTo>
                <a:lnTo>
                  <a:pt x="1676" y="91"/>
                </a:lnTo>
                <a:lnTo>
                  <a:pt x="1677" y="91"/>
                </a:lnTo>
                <a:lnTo>
                  <a:pt x="1677" y="90"/>
                </a:lnTo>
                <a:lnTo>
                  <a:pt x="1678" y="90"/>
                </a:lnTo>
                <a:lnTo>
                  <a:pt x="1679" y="90"/>
                </a:lnTo>
                <a:lnTo>
                  <a:pt x="1680" y="89"/>
                </a:lnTo>
                <a:lnTo>
                  <a:pt x="1681" y="88"/>
                </a:lnTo>
                <a:lnTo>
                  <a:pt x="1682" y="88"/>
                </a:lnTo>
                <a:lnTo>
                  <a:pt x="1683" y="87"/>
                </a:lnTo>
                <a:lnTo>
                  <a:pt x="1684" y="87"/>
                </a:lnTo>
                <a:lnTo>
                  <a:pt x="1684" y="86"/>
                </a:lnTo>
                <a:lnTo>
                  <a:pt x="1685" y="86"/>
                </a:lnTo>
                <a:lnTo>
                  <a:pt x="1686" y="85"/>
                </a:lnTo>
                <a:lnTo>
                  <a:pt x="1687" y="84"/>
                </a:lnTo>
                <a:lnTo>
                  <a:pt x="1688" y="84"/>
                </a:lnTo>
                <a:lnTo>
                  <a:pt x="1689" y="84"/>
                </a:lnTo>
                <a:lnTo>
                  <a:pt x="1690" y="84"/>
                </a:lnTo>
                <a:lnTo>
                  <a:pt x="1692" y="84"/>
                </a:lnTo>
                <a:lnTo>
                  <a:pt x="1693" y="84"/>
                </a:lnTo>
                <a:lnTo>
                  <a:pt x="1693" y="83"/>
                </a:lnTo>
                <a:lnTo>
                  <a:pt x="1694" y="83"/>
                </a:lnTo>
                <a:lnTo>
                  <a:pt x="1694" y="84"/>
                </a:lnTo>
                <a:lnTo>
                  <a:pt x="1694" y="85"/>
                </a:lnTo>
                <a:lnTo>
                  <a:pt x="1695" y="86"/>
                </a:lnTo>
                <a:lnTo>
                  <a:pt x="1695" y="87"/>
                </a:lnTo>
                <a:lnTo>
                  <a:pt x="1696" y="87"/>
                </a:lnTo>
                <a:lnTo>
                  <a:pt x="1696" y="88"/>
                </a:lnTo>
                <a:lnTo>
                  <a:pt x="1715" y="82"/>
                </a:lnTo>
                <a:lnTo>
                  <a:pt x="1716" y="82"/>
                </a:lnTo>
                <a:lnTo>
                  <a:pt x="1716" y="81"/>
                </a:lnTo>
                <a:lnTo>
                  <a:pt x="1717" y="80"/>
                </a:lnTo>
                <a:lnTo>
                  <a:pt x="1718" y="79"/>
                </a:lnTo>
                <a:lnTo>
                  <a:pt x="1718" y="78"/>
                </a:lnTo>
                <a:lnTo>
                  <a:pt x="1718" y="77"/>
                </a:lnTo>
                <a:lnTo>
                  <a:pt x="1718" y="76"/>
                </a:lnTo>
                <a:lnTo>
                  <a:pt x="1719" y="75"/>
                </a:lnTo>
                <a:lnTo>
                  <a:pt x="1720" y="75"/>
                </a:lnTo>
                <a:lnTo>
                  <a:pt x="1720" y="74"/>
                </a:lnTo>
                <a:lnTo>
                  <a:pt x="1721" y="74"/>
                </a:lnTo>
                <a:lnTo>
                  <a:pt x="1721" y="73"/>
                </a:lnTo>
                <a:lnTo>
                  <a:pt x="1722" y="73"/>
                </a:lnTo>
                <a:lnTo>
                  <a:pt x="1722" y="71"/>
                </a:lnTo>
                <a:lnTo>
                  <a:pt x="1723" y="71"/>
                </a:lnTo>
                <a:lnTo>
                  <a:pt x="1723" y="70"/>
                </a:lnTo>
                <a:lnTo>
                  <a:pt x="1724" y="70"/>
                </a:lnTo>
                <a:lnTo>
                  <a:pt x="1725" y="70"/>
                </a:lnTo>
                <a:lnTo>
                  <a:pt x="1727" y="70"/>
                </a:lnTo>
                <a:lnTo>
                  <a:pt x="1728" y="69"/>
                </a:lnTo>
                <a:lnTo>
                  <a:pt x="1729" y="68"/>
                </a:lnTo>
                <a:lnTo>
                  <a:pt x="1730" y="67"/>
                </a:lnTo>
                <a:lnTo>
                  <a:pt x="1730" y="66"/>
                </a:lnTo>
                <a:lnTo>
                  <a:pt x="1731" y="65"/>
                </a:lnTo>
                <a:lnTo>
                  <a:pt x="1732" y="64"/>
                </a:lnTo>
                <a:lnTo>
                  <a:pt x="1734" y="63"/>
                </a:lnTo>
                <a:lnTo>
                  <a:pt x="1737" y="61"/>
                </a:lnTo>
                <a:lnTo>
                  <a:pt x="1738" y="60"/>
                </a:lnTo>
                <a:lnTo>
                  <a:pt x="1739" y="59"/>
                </a:lnTo>
                <a:lnTo>
                  <a:pt x="1740" y="58"/>
                </a:lnTo>
                <a:lnTo>
                  <a:pt x="1740" y="57"/>
                </a:lnTo>
                <a:lnTo>
                  <a:pt x="1740" y="55"/>
                </a:lnTo>
                <a:lnTo>
                  <a:pt x="1740" y="54"/>
                </a:lnTo>
                <a:lnTo>
                  <a:pt x="1740" y="53"/>
                </a:lnTo>
                <a:lnTo>
                  <a:pt x="1739" y="51"/>
                </a:lnTo>
                <a:lnTo>
                  <a:pt x="1739" y="50"/>
                </a:lnTo>
                <a:lnTo>
                  <a:pt x="1740" y="48"/>
                </a:lnTo>
                <a:lnTo>
                  <a:pt x="1740" y="47"/>
                </a:lnTo>
                <a:lnTo>
                  <a:pt x="1740" y="46"/>
                </a:lnTo>
                <a:lnTo>
                  <a:pt x="1741" y="46"/>
                </a:lnTo>
                <a:lnTo>
                  <a:pt x="1742" y="45"/>
                </a:lnTo>
                <a:lnTo>
                  <a:pt x="1744" y="44"/>
                </a:lnTo>
                <a:lnTo>
                  <a:pt x="1746" y="43"/>
                </a:lnTo>
                <a:lnTo>
                  <a:pt x="1747" y="43"/>
                </a:lnTo>
                <a:lnTo>
                  <a:pt x="1747" y="42"/>
                </a:lnTo>
                <a:lnTo>
                  <a:pt x="1747" y="41"/>
                </a:lnTo>
                <a:lnTo>
                  <a:pt x="1747" y="40"/>
                </a:lnTo>
                <a:lnTo>
                  <a:pt x="1747" y="39"/>
                </a:lnTo>
                <a:lnTo>
                  <a:pt x="1746" y="38"/>
                </a:lnTo>
                <a:lnTo>
                  <a:pt x="1746" y="37"/>
                </a:lnTo>
                <a:lnTo>
                  <a:pt x="1744" y="35"/>
                </a:lnTo>
                <a:lnTo>
                  <a:pt x="1744" y="34"/>
                </a:lnTo>
                <a:lnTo>
                  <a:pt x="1743" y="33"/>
                </a:lnTo>
                <a:lnTo>
                  <a:pt x="1741" y="30"/>
                </a:lnTo>
                <a:lnTo>
                  <a:pt x="1741" y="29"/>
                </a:lnTo>
                <a:lnTo>
                  <a:pt x="1741" y="28"/>
                </a:lnTo>
                <a:lnTo>
                  <a:pt x="1741" y="27"/>
                </a:lnTo>
                <a:lnTo>
                  <a:pt x="1741" y="25"/>
                </a:lnTo>
                <a:lnTo>
                  <a:pt x="1741" y="23"/>
                </a:lnTo>
                <a:lnTo>
                  <a:pt x="1742" y="21"/>
                </a:lnTo>
                <a:lnTo>
                  <a:pt x="1742" y="20"/>
                </a:lnTo>
                <a:lnTo>
                  <a:pt x="1742" y="19"/>
                </a:lnTo>
                <a:lnTo>
                  <a:pt x="1742" y="18"/>
                </a:lnTo>
                <a:lnTo>
                  <a:pt x="1743" y="17"/>
                </a:lnTo>
                <a:lnTo>
                  <a:pt x="1744" y="16"/>
                </a:lnTo>
                <a:lnTo>
                  <a:pt x="1745" y="15"/>
                </a:lnTo>
                <a:lnTo>
                  <a:pt x="1746" y="14"/>
                </a:lnTo>
                <a:lnTo>
                  <a:pt x="1747" y="14"/>
                </a:lnTo>
                <a:lnTo>
                  <a:pt x="1748" y="14"/>
                </a:lnTo>
                <a:lnTo>
                  <a:pt x="1749" y="13"/>
                </a:lnTo>
                <a:lnTo>
                  <a:pt x="1750" y="13"/>
                </a:lnTo>
                <a:lnTo>
                  <a:pt x="1750" y="12"/>
                </a:lnTo>
                <a:lnTo>
                  <a:pt x="1751" y="12"/>
                </a:lnTo>
                <a:lnTo>
                  <a:pt x="1752" y="12"/>
                </a:lnTo>
                <a:lnTo>
                  <a:pt x="1753" y="12"/>
                </a:lnTo>
                <a:lnTo>
                  <a:pt x="1753" y="11"/>
                </a:lnTo>
                <a:lnTo>
                  <a:pt x="1754" y="11"/>
                </a:lnTo>
                <a:lnTo>
                  <a:pt x="1754" y="10"/>
                </a:lnTo>
                <a:lnTo>
                  <a:pt x="1755" y="10"/>
                </a:lnTo>
                <a:lnTo>
                  <a:pt x="1756" y="9"/>
                </a:lnTo>
                <a:lnTo>
                  <a:pt x="1756" y="8"/>
                </a:lnTo>
                <a:lnTo>
                  <a:pt x="1756" y="7"/>
                </a:lnTo>
                <a:lnTo>
                  <a:pt x="1756" y="6"/>
                </a:lnTo>
                <a:lnTo>
                  <a:pt x="1756" y="5"/>
                </a:lnTo>
                <a:lnTo>
                  <a:pt x="1756" y="4"/>
                </a:lnTo>
                <a:lnTo>
                  <a:pt x="1757" y="4"/>
                </a:lnTo>
                <a:lnTo>
                  <a:pt x="1757" y="3"/>
                </a:lnTo>
                <a:lnTo>
                  <a:pt x="1758" y="3"/>
                </a:lnTo>
                <a:lnTo>
                  <a:pt x="1758" y="2"/>
                </a:lnTo>
                <a:lnTo>
                  <a:pt x="1759" y="2"/>
                </a:lnTo>
                <a:lnTo>
                  <a:pt x="1760" y="2"/>
                </a:lnTo>
                <a:lnTo>
                  <a:pt x="1760" y="1"/>
                </a:lnTo>
                <a:lnTo>
                  <a:pt x="1761" y="1"/>
                </a:lnTo>
                <a:lnTo>
                  <a:pt x="1761" y="0"/>
                </a:lnTo>
                <a:lnTo>
                  <a:pt x="1762" y="0"/>
                </a:lnTo>
                <a:lnTo>
                  <a:pt x="1763" y="0"/>
                </a:lnTo>
                <a:lnTo>
                  <a:pt x="1765" y="1"/>
                </a:lnTo>
                <a:lnTo>
                  <a:pt x="1766" y="1"/>
                </a:lnTo>
                <a:lnTo>
                  <a:pt x="1768" y="1"/>
                </a:lnTo>
                <a:lnTo>
                  <a:pt x="1769" y="2"/>
                </a:lnTo>
                <a:lnTo>
                  <a:pt x="1770" y="2"/>
                </a:lnTo>
                <a:lnTo>
                  <a:pt x="1770" y="1"/>
                </a:lnTo>
                <a:lnTo>
                  <a:pt x="1771" y="1"/>
                </a:lnTo>
                <a:lnTo>
                  <a:pt x="1772" y="1"/>
                </a:lnTo>
                <a:lnTo>
                  <a:pt x="1773" y="1"/>
                </a:lnTo>
                <a:lnTo>
                  <a:pt x="1774" y="1"/>
                </a:lnTo>
                <a:lnTo>
                  <a:pt x="1776" y="2"/>
                </a:lnTo>
                <a:lnTo>
                  <a:pt x="1776" y="3"/>
                </a:lnTo>
                <a:lnTo>
                  <a:pt x="1777" y="3"/>
                </a:lnTo>
                <a:lnTo>
                  <a:pt x="1778" y="3"/>
                </a:lnTo>
                <a:lnTo>
                  <a:pt x="1779" y="3"/>
                </a:lnTo>
                <a:lnTo>
                  <a:pt x="1780" y="3"/>
                </a:lnTo>
                <a:lnTo>
                  <a:pt x="1781" y="4"/>
                </a:lnTo>
                <a:lnTo>
                  <a:pt x="1782" y="3"/>
                </a:lnTo>
                <a:lnTo>
                  <a:pt x="1783" y="2"/>
                </a:lnTo>
                <a:lnTo>
                  <a:pt x="1783" y="1"/>
                </a:lnTo>
                <a:lnTo>
                  <a:pt x="1784" y="1"/>
                </a:lnTo>
                <a:lnTo>
                  <a:pt x="1787" y="2"/>
                </a:lnTo>
                <a:lnTo>
                  <a:pt x="1788" y="3"/>
                </a:lnTo>
                <a:lnTo>
                  <a:pt x="1789" y="3"/>
                </a:lnTo>
                <a:lnTo>
                  <a:pt x="1792" y="5"/>
                </a:lnTo>
                <a:lnTo>
                  <a:pt x="1793" y="5"/>
                </a:lnTo>
                <a:lnTo>
                  <a:pt x="1795" y="9"/>
                </a:lnTo>
                <a:lnTo>
                  <a:pt x="1799" y="10"/>
                </a:lnTo>
                <a:lnTo>
                  <a:pt x="1801" y="9"/>
                </a:lnTo>
                <a:lnTo>
                  <a:pt x="1802" y="11"/>
                </a:lnTo>
                <a:lnTo>
                  <a:pt x="1804" y="12"/>
                </a:lnTo>
                <a:lnTo>
                  <a:pt x="1808" y="14"/>
                </a:lnTo>
                <a:lnTo>
                  <a:pt x="1809" y="14"/>
                </a:lnTo>
                <a:lnTo>
                  <a:pt x="1810" y="15"/>
                </a:lnTo>
                <a:lnTo>
                  <a:pt x="1811" y="17"/>
                </a:lnTo>
                <a:lnTo>
                  <a:pt x="1812" y="18"/>
                </a:lnTo>
                <a:lnTo>
                  <a:pt x="1814" y="18"/>
                </a:lnTo>
                <a:lnTo>
                  <a:pt x="1815" y="18"/>
                </a:lnTo>
                <a:lnTo>
                  <a:pt x="1817" y="17"/>
                </a:lnTo>
                <a:lnTo>
                  <a:pt x="1818" y="17"/>
                </a:lnTo>
                <a:lnTo>
                  <a:pt x="1819" y="17"/>
                </a:lnTo>
                <a:lnTo>
                  <a:pt x="1821" y="16"/>
                </a:lnTo>
                <a:lnTo>
                  <a:pt x="1822" y="16"/>
                </a:lnTo>
                <a:lnTo>
                  <a:pt x="1822" y="15"/>
                </a:lnTo>
                <a:lnTo>
                  <a:pt x="1822" y="13"/>
                </a:lnTo>
                <a:lnTo>
                  <a:pt x="1821" y="11"/>
                </a:lnTo>
                <a:lnTo>
                  <a:pt x="1821" y="10"/>
                </a:lnTo>
                <a:lnTo>
                  <a:pt x="1822" y="10"/>
                </a:lnTo>
                <a:lnTo>
                  <a:pt x="1823" y="10"/>
                </a:lnTo>
                <a:lnTo>
                  <a:pt x="1826" y="10"/>
                </a:lnTo>
                <a:lnTo>
                  <a:pt x="1828" y="11"/>
                </a:lnTo>
                <a:lnTo>
                  <a:pt x="1829" y="11"/>
                </a:lnTo>
                <a:lnTo>
                  <a:pt x="1831" y="10"/>
                </a:lnTo>
                <a:lnTo>
                  <a:pt x="1832" y="10"/>
                </a:lnTo>
                <a:lnTo>
                  <a:pt x="1833" y="10"/>
                </a:lnTo>
                <a:lnTo>
                  <a:pt x="1834" y="11"/>
                </a:lnTo>
                <a:lnTo>
                  <a:pt x="1835" y="11"/>
                </a:lnTo>
                <a:lnTo>
                  <a:pt x="1836" y="10"/>
                </a:lnTo>
                <a:lnTo>
                  <a:pt x="1837" y="10"/>
                </a:lnTo>
                <a:lnTo>
                  <a:pt x="1838" y="11"/>
                </a:lnTo>
                <a:lnTo>
                  <a:pt x="1839" y="11"/>
                </a:lnTo>
                <a:lnTo>
                  <a:pt x="1840" y="10"/>
                </a:lnTo>
                <a:lnTo>
                  <a:pt x="1841" y="9"/>
                </a:lnTo>
                <a:lnTo>
                  <a:pt x="1842" y="8"/>
                </a:lnTo>
                <a:lnTo>
                  <a:pt x="1843" y="8"/>
                </a:lnTo>
                <a:lnTo>
                  <a:pt x="1844" y="8"/>
                </a:lnTo>
                <a:lnTo>
                  <a:pt x="1846" y="8"/>
                </a:lnTo>
                <a:lnTo>
                  <a:pt x="1847" y="9"/>
                </a:lnTo>
                <a:lnTo>
                  <a:pt x="1848" y="10"/>
                </a:lnTo>
                <a:lnTo>
                  <a:pt x="1849" y="10"/>
                </a:lnTo>
                <a:lnTo>
                  <a:pt x="1850" y="10"/>
                </a:lnTo>
                <a:lnTo>
                  <a:pt x="1851" y="9"/>
                </a:lnTo>
                <a:lnTo>
                  <a:pt x="1852" y="9"/>
                </a:lnTo>
                <a:lnTo>
                  <a:pt x="1854" y="11"/>
                </a:lnTo>
                <a:lnTo>
                  <a:pt x="1854" y="14"/>
                </a:lnTo>
                <a:lnTo>
                  <a:pt x="1855" y="15"/>
                </a:lnTo>
                <a:lnTo>
                  <a:pt x="1856" y="15"/>
                </a:lnTo>
                <a:lnTo>
                  <a:pt x="1856" y="16"/>
                </a:lnTo>
                <a:lnTo>
                  <a:pt x="1856" y="17"/>
                </a:lnTo>
                <a:lnTo>
                  <a:pt x="1857" y="19"/>
                </a:lnTo>
                <a:lnTo>
                  <a:pt x="1857" y="20"/>
                </a:lnTo>
                <a:lnTo>
                  <a:pt x="1857" y="21"/>
                </a:lnTo>
                <a:lnTo>
                  <a:pt x="1856" y="22"/>
                </a:lnTo>
                <a:lnTo>
                  <a:pt x="1855" y="22"/>
                </a:lnTo>
                <a:lnTo>
                  <a:pt x="1855" y="23"/>
                </a:lnTo>
                <a:lnTo>
                  <a:pt x="1854" y="23"/>
                </a:lnTo>
                <a:lnTo>
                  <a:pt x="1854" y="25"/>
                </a:lnTo>
                <a:lnTo>
                  <a:pt x="1855" y="25"/>
                </a:lnTo>
                <a:lnTo>
                  <a:pt x="1855" y="26"/>
                </a:lnTo>
                <a:lnTo>
                  <a:pt x="1855" y="27"/>
                </a:lnTo>
                <a:lnTo>
                  <a:pt x="1854" y="27"/>
                </a:lnTo>
                <a:lnTo>
                  <a:pt x="1853" y="28"/>
                </a:lnTo>
                <a:lnTo>
                  <a:pt x="1852" y="29"/>
                </a:lnTo>
                <a:lnTo>
                  <a:pt x="1852" y="30"/>
                </a:lnTo>
                <a:lnTo>
                  <a:pt x="1853" y="31"/>
                </a:lnTo>
                <a:lnTo>
                  <a:pt x="1854" y="32"/>
                </a:lnTo>
                <a:lnTo>
                  <a:pt x="1855" y="32"/>
                </a:lnTo>
                <a:lnTo>
                  <a:pt x="1856" y="32"/>
                </a:lnTo>
                <a:lnTo>
                  <a:pt x="1856" y="33"/>
                </a:lnTo>
                <a:lnTo>
                  <a:pt x="1856" y="34"/>
                </a:lnTo>
                <a:lnTo>
                  <a:pt x="1856" y="36"/>
                </a:lnTo>
                <a:lnTo>
                  <a:pt x="1856" y="37"/>
                </a:lnTo>
                <a:lnTo>
                  <a:pt x="1856" y="38"/>
                </a:lnTo>
                <a:lnTo>
                  <a:pt x="1856" y="39"/>
                </a:lnTo>
                <a:lnTo>
                  <a:pt x="1857" y="39"/>
                </a:lnTo>
                <a:lnTo>
                  <a:pt x="1858" y="40"/>
                </a:lnTo>
                <a:lnTo>
                  <a:pt x="1858" y="41"/>
                </a:lnTo>
                <a:lnTo>
                  <a:pt x="1856" y="41"/>
                </a:lnTo>
                <a:lnTo>
                  <a:pt x="1855" y="41"/>
                </a:lnTo>
                <a:lnTo>
                  <a:pt x="1854" y="43"/>
                </a:lnTo>
                <a:lnTo>
                  <a:pt x="1854" y="44"/>
                </a:lnTo>
                <a:lnTo>
                  <a:pt x="1854" y="45"/>
                </a:lnTo>
                <a:lnTo>
                  <a:pt x="1853" y="45"/>
                </a:lnTo>
                <a:lnTo>
                  <a:pt x="1852" y="45"/>
                </a:lnTo>
                <a:lnTo>
                  <a:pt x="1851" y="45"/>
                </a:lnTo>
                <a:lnTo>
                  <a:pt x="1849" y="44"/>
                </a:lnTo>
                <a:lnTo>
                  <a:pt x="1848" y="44"/>
                </a:lnTo>
                <a:lnTo>
                  <a:pt x="1847" y="45"/>
                </a:lnTo>
                <a:lnTo>
                  <a:pt x="1846" y="46"/>
                </a:lnTo>
                <a:lnTo>
                  <a:pt x="1845" y="46"/>
                </a:lnTo>
                <a:lnTo>
                  <a:pt x="1844" y="46"/>
                </a:lnTo>
                <a:lnTo>
                  <a:pt x="1842" y="46"/>
                </a:lnTo>
                <a:lnTo>
                  <a:pt x="1841" y="46"/>
                </a:lnTo>
                <a:lnTo>
                  <a:pt x="1841" y="48"/>
                </a:lnTo>
                <a:lnTo>
                  <a:pt x="1841" y="49"/>
                </a:lnTo>
                <a:lnTo>
                  <a:pt x="1840" y="51"/>
                </a:lnTo>
                <a:lnTo>
                  <a:pt x="1839" y="52"/>
                </a:lnTo>
                <a:lnTo>
                  <a:pt x="1839" y="53"/>
                </a:lnTo>
                <a:lnTo>
                  <a:pt x="1839" y="54"/>
                </a:lnTo>
                <a:lnTo>
                  <a:pt x="1840" y="54"/>
                </a:lnTo>
                <a:lnTo>
                  <a:pt x="1841" y="54"/>
                </a:lnTo>
                <a:lnTo>
                  <a:pt x="1842" y="55"/>
                </a:lnTo>
                <a:lnTo>
                  <a:pt x="1843" y="55"/>
                </a:lnTo>
                <a:lnTo>
                  <a:pt x="1843" y="56"/>
                </a:lnTo>
                <a:lnTo>
                  <a:pt x="1843" y="57"/>
                </a:lnTo>
                <a:lnTo>
                  <a:pt x="1843" y="58"/>
                </a:lnTo>
                <a:lnTo>
                  <a:pt x="1843" y="59"/>
                </a:lnTo>
                <a:lnTo>
                  <a:pt x="1844" y="59"/>
                </a:lnTo>
                <a:lnTo>
                  <a:pt x="1845" y="61"/>
                </a:lnTo>
                <a:lnTo>
                  <a:pt x="1846" y="61"/>
                </a:lnTo>
                <a:lnTo>
                  <a:pt x="1846" y="62"/>
                </a:lnTo>
                <a:lnTo>
                  <a:pt x="1845" y="62"/>
                </a:lnTo>
                <a:lnTo>
                  <a:pt x="1844" y="62"/>
                </a:lnTo>
                <a:lnTo>
                  <a:pt x="1843" y="62"/>
                </a:lnTo>
                <a:lnTo>
                  <a:pt x="1844" y="64"/>
                </a:lnTo>
                <a:lnTo>
                  <a:pt x="1845" y="65"/>
                </a:lnTo>
                <a:lnTo>
                  <a:pt x="1845" y="66"/>
                </a:lnTo>
                <a:lnTo>
                  <a:pt x="1848" y="66"/>
                </a:lnTo>
                <a:lnTo>
                  <a:pt x="1850" y="67"/>
                </a:lnTo>
                <a:lnTo>
                  <a:pt x="1851" y="69"/>
                </a:lnTo>
                <a:lnTo>
                  <a:pt x="1853" y="71"/>
                </a:lnTo>
                <a:lnTo>
                  <a:pt x="1854" y="73"/>
                </a:lnTo>
                <a:lnTo>
                  <a:pt x="1855" y="74"/>
                </a:lnTo>
                <a:lnTo>
                  <a:pt x="1856" y="73"/>
                </a:lnTo>
                <a:lnTo>
                  <a:pt x="1858" y="72"/>
                </a:lnTo>
                <a:lnTo>
                  <a:pt x="1860" y="73"/>
                </a:lnTo>
                <a:lnTo>
                  <a:pt x="1862" y="75"/>
                </a:lnTo>
                <a:lnTo>
                  <a:pt x="1863" y="76"/>
                </a:lnTo>
                <a:lnTo>
                  <a:pt x="1865" y="78"/>
                </a:lnTo>
                <a:lnTo>
                  <a:pt x="1866" y="79"/>
                </a:lnTo>
                <a:lnTo>
                  <a:pt x="1866" y="80"/>
                </a:lnTo>
                <a:lnTo>
                  <a:pt x="1866" y="82"/>
                </a:lnTo>
                <a:lnTo>
                  <a:pt x="1866" y="83"/>
                </a:lnTo>
                <a:lnTo>
                  <a:pt x="1867" y="83"/>
                </a:lnTo>
                <a:lnTo>
                  <a:pt x="1869" y="82"/>
                </a:lnTo>
                <a:lnTo>
                  <a:pt x="1869" y="83"/>
                </a:lnTo>
                <a:lnTo>
                  <a:pt x="1870" y="83"/>
                </a:lnTo>
                <a:lnTo>
                  <a:pt x="1869" y="84"/>
                </a:lnTo>
                <a:lnTo>
                  <a:pt x="1869" y="85"/>
                </a:lnTo>
                <a:lnTo>
                  <a:pt x="1867" y="87"/>
                </a:lnTo>
                <a:lnTo>
                  <a:pt x="1865" y="88"/>
                </a:lnTo>
                <a:lnTo>
                  <a:pt x="1864" y="89"/>
                </a:lnTo>
                <a:lnTo>
                  <a:pt x="1862" y="91"/>
                </a:lnTo>
                <a:lnTo>
                  <a:pt x="1861" y="91"/>
                </a:lnTo>
                <a:lnTo>
                  <a:pt x="1861" y="92"/>
                </a:lnTo>
                <a:lnTo>
                  <a:pt x="1861" y="93"/>
                </a:lnTo>
                <a:lnTo>
                  <a:pt x="1861" y="94"/>
                </a:lnTo>
                <a:lnTo>
                  <a:pt x="1861" y="95"/>
                </a:lnTo>
                <a:lnTo>
                  <a:pt x="1859" y="95"/>
                </a:lnTo>
                <a:lnTo>
                  <a:pt x="1857" y="96"/>
                </a:lnTo>
                <a:lnTo>
                  <a:pt x="1856" y="96"/>
                </a:lnTo>
                <a:lnTo>
                  <a:pt x="1855" y="97"/>
                </a:lnTo>
                <a:lnTo>
                  <a:pt x="1854" y="97"/>
                </a:lnTo>
                <a:lnTo>
                  <a:pt x="1853" y="98"/>
                </a:lnTo>
                <a:lnTo>
                  <a:pt x="1853" y="99"/>
                </a:lnTo>
                <a:lnTo>
                  <a:pt x="1853" y="100"/>
                </a:lnTo>
                <a:lnTo>
                  <a:pt x="1854" y="101"/>
                </a:lnTo>
                <a:lnTo>
                  <a:pt x="1854" y="102"/>
                </a:lnTo>
                <a:lnTo>
                  <a:pt x="1855" y="102"/>
                </a:lnTo>
                <a:lnTo>
                  <a:pt x="1855" y="103"/>
                </a:lnTo>
                <a:lnTo>
                  <a:pt x="1856" y="103"/>
                </a:lnTo>
                <a:lnTo>
                  <a:pt x="1857" y="104"/>
                </a:lnTo>
                <a:lnTo>
                  <a:pt x="1858" y="105"/>
                </a:lnTo>
                <a:lnTo>
                  <a:pt x="1859" y="105"/>
                </a:lnTo>
                <a:lnTo>
                  <a:pt x="1859" y="106"/>
                </a:lnTo>
                <a:lnTo>
                  <a:pt x="1860" y="107"/>
                </a:lnTo>
                <a:lnTo>
                  <a:pt x="1861" y="107"/>
                </a:lnTo>
                <a:lnTo>
                  <a:pt x="1862" y="107"/>
                </a:lnTo>
                <a:lnTo>
                  <a:pt x="1862" y="108"/>
                </a:lnTo>
                <a:lnTo>
                  <a:pt x="1863" y="107"/>
                </a:lnTo>
                <a:lnTo>
                  <a:pt x="1864" y="107"/>
                </a:lnTo>
                <a:lnTo>
                  <a:pt x="1866" y="108"/>
                </a:lnTo>
                <a:lnTo>
                  <a:pt x="1867" y="109"/>
                </a:lnTo>
                <a:lnTo>
                  <a:pt x="1867" y="110"/>
                </a:lnTo>
                <a:lnTo>
                  <a:pt x="1867" y="111"/>
                </a:lnTo>
                <a:lnTo>
                  <a:pt x="1868" y="112"/>
                </a:lnTo>
                <a:lnTo>
                  <a:pt x="1869" y="111"/>
                </a:lnTo>
                <a:lnTo>
                  <a:pt x="1870" y="111"/>
                </a:lnTo>
                <a:lnTo>
                  <a:pt x="1870" y="112"/>
                </a:lnTo>
                <a:lnTo>
                  <a:pt x="1872" y="115"/>
                </a:lnTo>
                <a:lnTo>
                  <a:pt x="1873" y="116"/>
                </a:lnTo>
                <a:lnTo>
                  <a:pt x="1874" y="118"/>
                </a:lnTo>
                <a:lnTo>
                  <a:pt x="1876" y="117"/>
                </a:lnTo>
                <a:lnTo>
                  <a:pt x="1877" y="117"/>
                </a:lnTo>
                <a:lnTo>
                  <a:pt x="1878" y="117"/>
                </a:lnTo>
                <a:lnTo>
                  <a:pt x="1880" y="118"/>
                </a:lnTo>
                <a:lnTo>
                  <a:pt x="1881" y="119"/>
                </a:lnTo>
                <a:lnTo>
                  <a:pt x="1884" y="121"/>
                </a:lnTo>
                <a:lnTo>
                  <a:pt x="1886" y="122"/>
                </a:lnTo>
                <a:lnTo>
                  <a:pt x="1888" y="123"/>
                </a:lnTo>
                <a:lnTo>
                  <a:pt x="1889" y="124"/>
                </a:lnTo>
                <a:lnTo>
                  <a:pt x="1889" y="125"/>
                </a:lnTo>
                <a:lnTo>
                  <a:pt x="1889" y="127"/>
                </a:lnTo>
                <a:lnTo>
                  <a:pt x="1888" y="127"/>
                </a:lnTo>
                <a:lnTo>
                  <a:pt x="1888" y="128"/>
                </a:lnTo>
                <a:lnTo>
                  <a:pt x="1889" y="129"/>
                </a:lnTo>
                <a:lnTo>
                  <a:pt x="1889" y="130"/>
                </a:lnTo>
                <a:lnTo>
                  <a:pt x="1891" y="131"/>
                </a:lnTo>
                <a:lnTo>
                  <a:pt x="1892" y="133"/>
                </a:lnTo>
                <a:lnTo>
                  <a:pt x="1894" y="134"/>
                </a:lnTo>
                <a:lnTo>
                  <a:pt x="1895" y="135"/>
                </a:lnTo>
                <a:lnTo>
                  <a:pt x="1896" y="136"/>
                </a:lnTo>
                <a:lnTo>
                  <a:pt x="1896" y="137"/>
                </a:lnTo>
                <a:lnTo>
                  <a:pt x="1898" y="137"/>
                </a:lnTo>
                <a:lnTo>
                  <a:pt x="1900" y="135"/>
                </a:lnTo>
                <a:lnTo>
                  <a:pt x="1901" y="135"/>
                </a:lnTo>
                <a:lnTo>
                  <a:pt x="1903" y="134"/>
                </a:lnTo>
                <a:lnTo>
                  <a:pt x="1904" y="135"/>
                </a:lnTo>
                <a:lnTo>
                  <a:pt x="1904" y="136"/>
                </a:lnTo>
                <a:lnTo>
                  <a:pt x="1904" y="137"/>
                </a:lnTo>
                <a:lnTo>
                  <a:pt x="1904" y="140"/>
                </a:lnTo>
                <a:lnTo>
                  <a:pt x="1904" y="141"/>
                </a:lnTo>
                <a:lnTo>
                  <a:pt x="1905" y="142"/>
                </a:lnTo>
                <a:lnTo>
                  <a:pt x="1906" y="142"/>
                </a:lnTo>
                <a:lnTo>
                  <a:pt x="1908" y="142"/>
                </a:lnTo>
                <a:lnTo>
                  <a:pt x="1908" y="143"/>
                </a:lnTo>
                <a:lnTo>
                  <a:pt x="1908" y="144"/>
                </a:lnTo>
                <a:lnTo>
                  <a:pt x="1908" y="145"/>
                </a:lnTo>
                <a:lnTo>
                  <a:pt x="1909" y="146"/>
                </a:lnTo>
                <a:lnTo>
                  <a:pt x="1910" y="146"/>
                </a:lnTo>
                <a:lnTo>
                  <a:pt x="1911" y="148"/>
                </a:lnTo>
                <a:lnTo>
                  <a:pt x="1910" y="150"/>
                </a:lnTo>
                <a:lnTo>
                  <a:pt x="1908" y="152"/>
                </a:lnTo>
                <a:lnTo>
                  <a:pt x="1907" y="153"/>
                </a:lnTo>
                <a:lnTo>
                  <a:pt x="1907" y="154"/>
                </a:lnTo>
                <a:lnTo>
                  <a:pt x="1907" y="155"/>
                </a:lnTo>
                <a:lnTo>
                  <a:pt x="1906" y="155"/>
                </a:lnTo>
                <a:lnTo>
                  <a:pt x="1907" y="156"/>
                </a:lnTo>
                <a:lnTo>
                  <a:pt x="1907" y="157"/>
                </a:lnTo>
                <a:lnTo>
                  <a:pt x="1908" y="158"/>
                </a:lnTo>
                <a:lnTo>
                  <a:pt x="1908" y="159"/>
                </a:lnTo>
                <a:lnTo>
                  <a:pt x="1908" y="161"/>
                </a:lnTo>
                <a:lnTo>
                  <a:pt x="1907" y="162"/>
                </a:lnTo>
                <a:lnTo>
                  <a:pt x="1907" y="163"/>
                </a:lnTo>
                <a:lnTo>
                  <a:pt x="1907" y="164"/>
                </a:lnTo>
                <a:lnTo>
                  <a:pt x="1907" y="165"/>
                </a:lnTo>
                <a:lnTo>
                  <a:pt x="1908" y="165"/>
                </a:lnTo>
                <a:lnTo>
                  <a:pt x="1908" y="166"/>
                </a:lnTo>
                <a:lnTo>
                  <a:pt x="1909" y="166"/>
                </a:lnTo>
                <a:lnTo>
                  <a:pt x="1910" y="167"/>
                </a:lnTo>
                <a:lnTo>
                  <a:pt x="1910" y="168"/>
                </a:lnTo>
                <a:lnTo>
                  <a:pt x="1910" y="169"/>
                </a:lnTo>
                <a:lnTo>
                  <a:pt x="1910" y="170"/>
                </a:lnTo>
                <a:lnTo>
                  <a:pt x="1910" y="171"/>
                </a:lnTo>
                <a:lnTo>
                  <a:pt x="1911" y="172"/>
                </a:lnTo>
                <a:lnTo>
                  <a:pt x="1912" y="172"/>
                </a:lnTo>
                <a:lnTo>
                  <a:pt x="1914" y="173"/>
                </a:lnTo>
                <a:lnTo>
                  <a:pt x="1915" y="173"/>
                </a:lnTo>
                <a:lnTo>
                  <a:pt x="1916" y="172"/>
                </a:lnTo>
                <a:lnTo>
                  <a:pt x="1917" y="172"/>
                </a:lnTo>
                <a:lnTo>
                  <a:pt x="1917" y="173"/>
                </a:lnTo>
                <a:lnTo>
                  <a:pt x="1918" y="173"/>
                </a:lnTo>
                <a:lnTo>
                  <a:pt x="1918" y="174"/>
                </a:lnTo>
                <a:lnTo>
                  <a:pt x="1918" y="175"/>
                </a:lnTo>
                <a:lnTo>
                  <a:pt x="1919" y="176"/>
                </a:lnTo>
                <a:lnTo>
                  <a:pt x="1921" y="177"/>
                </a:lnTo>
                <a:lnTo>
                  <a:pt x="1921" y="178"/>
                </a:lnTo>
                <a:lnTo>
                  <a:pt x="1922" y="179"/>
                </a:lnTo>
                <a:lnTo>
                  <a:pt x="1923" y="180"/>
                </a:lnTo>
                <a:lnTo>
                  <a:pt x="1924" y="180"/>
                </a:lnTo>
                <a:lnTo>
                  <a:pt x="1926" y="182"/>
                </a:lnTo>
                <a:lnTo>
                  <a:pt x="1926" y="184"/>
                </a:lnTo>
                <a:lnTo>
                  <a:pt x="1927" y="185"/>
                </a:lnTo>
                <a:lnTo>
                  <a:pt x="1928" y="185"/>
                </a:lnTo>
                <a:lnTo>
                  <a:pt x="1929" y="185"/>
                </a:lnTo>
                <a:lnTo>
                  <a:pt x="1931" y="185"/>
                </a:lnTo>
                <a:lnTo>
                  <a:pt x="1932" y="185"/>
                </a:lnTo>
                <a:lnTo>
                  <a:pt x="1935" y="186"/>
                </a:lnTo>
                <a:lnTo>
                  <a:pt x="1936" y="186"/>
                </a:lnTo>
                <a:lnTo>
                  <a:pt x="1938" y="186"/>
                </a:lnTo>
                <a:lnTo>
                  <a:pt x="1938" y="187"/>
                </a:lnTo>
                <a:lnTo>
                  <a:pt x="1939" y="187"/>
                </a:lnTo>
                <a:lnTo>
                  <a:pt x="1939" y="188"/>
                </a:lnTo>
                <a:lnTo>
                  <a:pt x="1939" y="189"/>
                </a:lnTo>
                <a:lnTo>
                  <a:pt x="1940" y="189"/>
                </a:lnTo>
                <a:lnTo>
                  <a:pt x="1940" y="190"/>
                </a:lnTo>
                <a:lnTo>
                  <a:pt x="1943" y="193"/>
                </a:lnTo>
                <a:lnTo>
                  <a:pt x="1945" y="195"/>
                </a:lnTo>
                <a:lnTo>
                  <a:pt x="1947" y="198"/>
                </a:lnTo>
                <a:lnTo>
                  <a:pt x="1947" y="200"/>
                </a:lnTo>
                <a:lnTo>
                  <a:pt x="1946" y="202"/>
                </a:lnTo>
                <a:lnTo>
                  <a:pt x="1947" y="203"/>
                </a:lnTo>
                <a:lnTo>
                  <a:pt x="1947" y="204"/>
                </a:lnTo>
                <a:lnTo>
                  <a:pt x="1948" y="204"/>
                </a:lnTo>
                <a:lnTo>
                  <a:pt x="1948" y="205"/>
                </a:lnTo>
                <a:lnTo>
                  <a:pt x="1948" y="206"/>
                </a:lnTo>
                <a:lnTo>
                  <a:pt x="1948" y="207"/>
                </a:lnTo>
                <a:lnTo>
                  <a:pt x="1949" y="207"/>
                </a:lnTo>
                <a:lnTo>
                  <a:pt x="1950" y="207"/>
                </a:lnTo>
                <a:lnTo>
                  <a:pt x="1952" y="208"/>
                </a:lnTo>
                <a:lnTo>
                  <a:pt x="1954" y="208"/>
                </a:lnTo>
                <a:lnTo>
                  <a:pt x="1956" y="207"/>
                </a:lnTo>
                <a:lnTo>
                  <a:pt x="1957" y="207"/>
                </a:lnTo>
                <a:lnTo>
                  <a:pt x="1959" y="208"/>
                </a:lnTo>
                <a:lnTo>
                  <a:pt x="1960" y="209"/>
                </a:lnTo>
                <a:lnTo>
                  <a:pt x="1962" y="209"/>
                </a:lnTo>
                <a:lnTo>
                  <a:pt x="1962" y="210"/>
                </a:lnTo>
                <a:lnTo>
                  <a:pt x="1964" y="210"/>
                </a:lnTo>
                <a:lnTo>
                  <a:pt x="1966" y="210"/>
                </a:lnTo>
                <a:lnTo>
                  <a:pt x="1967" y="209"/>
                </a:lnTo>
                <a:lnTo>
                  <a:pt x="1969" y="210"/>
                </a:lnTo>
                <a:lnTo>
                  <a:pt x="1970" y="209"/>
                </a:lnTo>
                <a:lnTo>
                  <a:pt x="1971" y="209"/>
                </a:lnTo>
                <a:lnTo>
                  <a:pt x="1971" y="208"/>
                </a:lnTo>
                <a:lnTo>
                  <a:pt x="1972" y="206"/>
                </a:lnTo>
                <a:lnTo>
                  <a:pt x="1973" y="206"/>
                </a:lnTo>
                <a:lnTo>
                  <a:pt x="1976" y="205"/>
                </a:lnTo>
                <a:lnTo>
                  <a:pt x="1978" y="206"/>
                </a:lnTo>
                <a:lnTo>
                  <a:pt x="1979" y="205"/>
                </a:lnTo>
                <a:lnTo>
                  <a:pt x="1980" y="204"/>
                </a:lnTo>
                <a:lnTo>
                  <a:pt x="1981" y="203"/>
                </a:lnTo>
                <a:lnTo>
                  <a:pt x="1983" y="205"/>
                </a:lnTo>
                <a:lnTo>
                  <a:pt x="1988" y="206"/>
                </a:lnTo>
                <a:lnTo>
                  <a:pt x="1990" y="207"/>
                </a:lnTo>
                <a:lnTo>
                  <a:pt x="1991" y="208"/>
                </a:lnTo>
                <a:lnTo>
                  <a:pt x="1992" y="208"/>
                </a:lnTo>
                <a:lnTo>
                  <a:pt x="1996" y="207"/>
                </a:lnTo>
                <a:lnTo>
                  <a:pt x="1998" y="207"/>
                </a:lnTo>
                <a:lnTo>
                  <a:pt x="2000" y="207"/>
                </a:lnTo>
                <a:lnTo>
                  <a:pt x="2001" y="209"/>
                </a:lnTo>
                <a:lnTo>
                  <a:pt x="2002" y="211"/>
                </a:lnTo>
                <a:lnTo>
                  <a:pt x="2002" y="212"/>
                </a:lnTo>
                <a:lnTo>
                  <a:pt x="2002" y="213"/>
                </a:lnTo>
                <a:lnTo>
                  <a:pt x="2001" y="213"/>
                </a:lnTo>
                <a:lnTo>
                  <a:pt x="2001" y="215"/>
                </a:lnTo>
                <a:lnTo>
                  <a:pt x="2001" y="216"/>
                </a:lnTo>
                <a:lnTo>
                  <a:pt x="2001" y="218"/>
                </a:lnTo>
                <a:lnTo>
                  <a:pt x="2001" y="219"/>
                </a:lnTo>
                <a:lnTo>
                  <a:pt x="2002" y="220"/>
                </a:lnTo>
                <a:lnTo>
                  <a:pt x="2003" y="220"/>
                </a:lnTo>
                <a:lnTo>
                  <a:pt x="2003" y="221"/>
                </a:lnTo>
                <a:lnTo>
                  <a:pt x="2004" y="221"/>
                </a:lnTo>
                <a:lnTo>
                  <a:pt x="2005" y="222"/>
                </a:lnTo>
                <a:lnTo>
                  <a:pt x="2006" y="223"/>
                </a:lnTo>
                <a:lnTo>
                  <a:pt x="2005" y="225"/>
                </a:lnTo>
                <a:lnTo>
                  <a:pt x="2005" y="226"/>
                </a:lnTo>
                <a:lnTo>
                  <a:pt x="2005" y="227"/>
                </a:lnTo>
                <a:lnTo>
                  <a:pt x="2006" y="228"/>
                </a:lnTo>
                <a:lnTo>
                  <a:pt x="2008" y="229"/>
                </a:lnTo>
                <a:lnTo>
                  <a:pt x="2010" y="229"/>
                </a:lnTo>
                <a:lnTo>
                  <a:pt x="2011" y="230"/>
                </a:lnTo>
                <a:lnTo>
                  <a:pt x="2013" y="231"/>
                </a:lnTo>
                <a:lnTo>
                  <a:pt x="2014" y="232"/>
                </a:lnTo>
                <a:lnTo>
                  <a:pt x="2014" y="233"/>
                </a:lnTo>
                <a:lnTo>
                  <a:pt x="2015" y="234"/>
                </a:lnTo>
                <a:lnTo>
                  <a:pt x="2014" y="236"/>
                </a:lnTo>
                <a:lnTo>
                  <a:pt x="2014" y="238"/>
                </a:lnTo>
                <a:lnTo>
                  <a:pt x="2015" y="240"/>
                </a:lnTo>
                <a:lnTo>
                  <a:pt x="2015" y="241"/>
                </a:lnTo>
                <a:lnTo>
                  <a:pt x="2017" y="241"/>
                </a:lnTo>
                <a:lnTo>
                  <a:pt x="2018" y="241"/>
                </a:lnTo>
                <a:lnTo>
                  <a:pt x="2020" y="241"/>
                </a:lnTo>
                <a:lnTo>
                  <a:pt x="2021" y="242"/>
                </a:lnTo>
                <a:lnTo>
                  <a:pt x="2023" y="242"/>
                </a:lnTo>
                <a:lnTo>
                  <a:pt x="2025" y="243"/>
                </a:lnTo>
                <a:lnTo>
                  <a:pt x="2026" y="243"/>
                </a:lnTo>
                <a:lnTo>
                  <a:pt x="2027" y="242"/>
                </a:lnTo>
                <a:lnTo>
                  <a:pt x="2028" y="242"/>
                </a:lnTo>
                <a:lnTo>
                  <a:pt x="2029" y="242"/>
                </a:lnTo>
                <a:lnTo>
                  <a:pt x="2030" y="242"/>
                </a:lnTo>
                <a:lnTo>
                  <a:pt x="2030" y="243"/>
                </a:lnTo>
                <a:lnTo>
                  <a:pt x="2032" y="244"/>
                </a:lnTo>
                <a:lnTo>
                  <a:pt x="2034" y="244"/>
                </a:lnTo>
                <a:lnTo>
                  <a:pt x="2035" y="243"/>
                </a:lnTo>
                <a:lnTo>
                  <a:pt x="2035" y="242"/>
                </a:lnTo>
                <a:lnTo>
                  <a:pt x="2035" y="241"/>
                </a:lnTo>
                <a:lnTo>
                  <a:pt x="2035" y="239"/>
                </a:lnTo>
                <a:lnTo>
                  <a:pt x="2036" y="237"/>
                </a:lnTo>
                <a:lnTo>
                  <a:pt x="2036" y="236"/>
                </a:lnTo>
                <a:lnTo>
                  <a:pt x="2037" y="236"/>
                </a:lnTo>
                <a:lnTo>
                  <a:pt x="2039" y="237"/>
                </a:lnTo>
                <a:lnTo>
                  <a:pt x="2040" y="237"/>
                </a:lnTo>
                <a:lnTo>
                  <a:pt x="2041" y="238"/>
                </a:lnTo>
                <a:lnTo>
                  <a:pt x="2042" y="238"/>
                </a:lnTo>
                <a:lnTo>
                  <a:pt x="2043" y="239"/>
                </a:lnTo>
                <a:lnTo>
                  <a:pt x="2044" y="239"/>
                </a:lnTo>
                <a:lnTo>
                  <a:pt x="2045" y="239"/>
                </a:lnTo>
                <a:lnTo>
                  <a:pt x="2046" y="238"/>
                </a:lnTo>
                <a:lnTo>
                  <a:pt x="2047" y="238"/>
                </a:lnTo>
                <a:lnTo>
                  <a:pt x="2047" y="239"/>
                </a:lnTo>
                <a:lnTo>
                  <a:pt x="2048" y="240"/>
                </a:lnTo>
                <a:lnTo>
                  <a:pt x="2048" y="241"/>
                </a:lnTo>
                <a:lnTo>
                  <a:pt x="2047" y="244"/>
                </a:lnTo>
                <a:lnTo>
                  <a:pt x="2047" y="246"/>
                </a:lnTo>
                <a:lnTo>
                  <a:pt x="2046" y="247"/>
                </a:lnTo>
                <a:lnTo>
                  <a:pt x="2046" y="250"/>
                </a:lnTo>
                <a:lnTo>
                  <a:pt x="2045" y="252"/>
                </a:lnTo>
                <a:lnTo>
                  <a:pt x="2045" y="253"/>
                </a:lnTo>
                <a:lnTo>
                  <a:pt x="2046" y="255"/>
                </a:lnTo>
                <a:lnTo>
                  <a:pt x="2046" y="256"/>
                </a:lnTo>
                <a:lnTo>
                  <a:pt x="2047" y="258"/>
                </a:lnTo>
                <a:lnTo>
                  <a:pt x="2048" y="259"/>
                </a:lnTo>
                <a:lnTo>
                  <a:pt x="2050" y="262"/>
                </a:lnTo>
                <a:lnTo>
                  <a:pt x="2051" y="263"/>
                </a:lnTo>
                <a:lnTo>
                  <a:pt x="2054" y="264"/>
                </a:lnTo>
                <a:lnTo>
                  <a:pt x="2056" y="264"/>
                </a:lnTo>
                <a:lnTo>
                  <a:pt x="2057" y="265"/>
                </a:lnTo>
                <a:lnTo>
                  <a:pt x="2058" y="266"/>
                </a:lnTo>
                <a:lnTo>
                  <a:pt x="2058" y="267"/>
                </a:lnTo>
                <a:lnTo>
                  <a:pt x="2059" y="267"/>
                </a:lnTo>
                <a:lnTo>
                  <a:pt x="2060" y="267"/>
                </a:lnTo>
                <a:lnTo>
                  <a:pt x="2061" y="267"/>
                </a:lnTo>
                <a:lnTo>
                  <a:pt x="2063" y="269"/>
                </a:lnTo>
                <a:lnTo>
                  <a:pt x="2068" y="272"/>
                </a:lnTo>
                <a:lnTo>
                  <a:pt x="2071" y="274"/>
                </a:lnTo>
                <a:lnTo>
                  <a:pt x="2071" y="275"/>
                </a:lnTo>
                <a:lnTo>
                  <a:pt x="2072" y="276"/>
                </a:lnTo>
                <a:lnTo>
                  <a:pt x="2073" y="277"/>
                </a:lnTo>
                <a:lnTo>
                  <a:pt x="2074" y="278"/>
                </a:lnTo>
                <a:lnTo>
                  <a:pt x="2074" y="279"/>
                </a:lnTo>
                <a:lnTo>
                  <a:pt x="2071" y="278"/>
                </a:lnTo>
                <a:lnTo>
                  <a:pt x="2070" y="278"/>
                </a:lnTo>
                <a:lnTo>
                  <a:pt x="2070" y="279"/>
                </a:lnTo>
                <a:lnTo>
                  <a:pt x="2070" y="280"/>
                </a:lnTo>
                <a:lnTo>
                  <a:pt x="2070" y="281"/>
                </a:lnTo>
                <a:lnTo>
                  <a:pt x="2072" y="285"/>
                </a:lnTo>
                <a:lnTo>
                  <a:pt x="2073" y="291"/>
                </a:lnTo>
                <a:lnTo>
                  <a:pt x="2073" y="292"/>
                </a:lnTo>
                <a:lnTo>
                  <a:pt x="2073" y="294"/>
                </a:lnTo>
                <a:lnTo>
                  <a:pt x="2074" y="295"/>
                </a:lnTo>
                <a:lnTo>
                  <a:pt x="2076" y="297"/>
                </a:lnTo>
                <a:lnTo>
                  <a:pt x="2078" y="300"/>
                </a:lnTo>
                <a:lnTo>
                  <a:pt x="2079" y="301"/>
                </a:lnTo>
                <a:lnTo>
                  <a:pt x="2079" y="304"/>
                </a:lnTo>
                <a:lnTo>
                  <a:pt x="2078" y="306"/>
                </a:lnTo>
                <a:lnTo>
                  <a:pt x="2078" y="307"/>
                </a:lnTo>
                <a:lnTo>
                  <a:pt x="2078" y="308"/>
                </a:lnTo>
                <a:lnTo>
                  <a:pt x="2078" y="309"/>
                </a:lnTo>
                <a:lnTo>
                  <a:pt x="2077" y="309"/>
                </a:lnTo>
                <a:lnTo>
                  <a:pt x="2077" y="310"/>
                </a:lnTo>
                <a:lnTo>
                  <a:pt x="2076" y="310"/>
                </a:lnTo>
                <a:lnTo>
                  <a:pt x="2076" y="312"/>
                </a:lnTo>
                <a:lnTo>
                  <a:pt x="2076" y="313"/>
                </a:lnTo>
                <a:lnTo>
                  <a:pt x="2076" y="314"/>
                </a:lnTo>
                <a:lnTo>
                  <a:pt x="2076" y="315"/>
                </a:lnTo>
                <a:lnTo>
                  <a:pt x="2077" y="315"/>
                </a:lnTo>
                <a:lnTo>
                  <a:pt x="2078" y="316"/>
                </a:lnTo>
                <a:lnTo>
                  <a:pt x="2079" y="316"/>
                </a:lnTo>
                <a:lnTo>
                  <a:pt x="2080" y="317"/>
                </a:lnTo>
                <a:lnTo>
                  <a:pt x="2081" y="317"/>
                </a:lnTo>
                <a:lnTo>
                  <a:pt x="2081" y="318"/>
                </a:lnTo>
                <a:lnTo>
                  <a:pt x="2082" y="320"/>
                </a:lnTo>
                <a:lnTo>
                  <a:pt x="2081" y="321"/>
                </a:lnTo>
                <a:lnTo>
                  <a:pt x="2081" y="322"/>
                </a:lnTo>
                <a:lnTo>
                  <a:pt x="2079" y="323"/>
                </a:lnTo>
                <a:lnTo>
                  <a:pt x="2079" y="324"/>
                </a:lnTo>
                <a:lnTo>
                  <a:pt x="2079" y="325"/>
                </a:lnTo>
                <a:lnTo>
                  <a:pt x="2079" y="326"/>
                </a:lnTo>
                <a:lnTo>
                  <a:pt x="2078" y="327"/>
                </a:lnTo>
                <a:lnTo>
                  <a:pt x="2077" y="328"/>
                </a:lnTo>
                <a:lnTo>
                  <a:pt x="2077" y="329"/>
                </a:lnTo>
                <a:lnTo>
                  <a:pt x="2079" y="332"/>
                </a:lnTo>
                <a:lnTo>
                  <a:pt x="2080" y="336"/>
                </a:lnTo>
                <a:lnTo>
                  <a:pt x="2080" y="340"/>
                </a:lnTo>
                <a:lnTo>
                  <a:pt x="2081" y="341"/>
                </a:lnTo>
                <a:lnTo>
                  <a:pt x="2082" y="342"/>
                </a:lnTo>
                <a:lnTo>
                  <a:pt x="2082" y="343"/>
                </a:lnTo>
                <a:lnTo>
                  <a:pt x="2082" y="345"/>
                </a:lnTo>
                <a:lnTo>
                  <a:pt x="2082" y="346"/>
                </a:lnTo>
                <a:lnTo>
                  <a:pt x="2084" y="349"/>
                </a:lnTo>
                <a:lnTo>
                  <a:pt x="2084" y="351"/>
                </a:lnTo>
                <a:lnTo>
                  <a:pt x="2085" y="352"/>
                </a:lnTo>
                <a:lnTo>
                  <a:pt x="2086" y="355"/>
                </a:lnTo>
                <a:lnTo>
                  <a:pt x="2087" y="356"/>
                </a:lnTo>
                <a:lnTo>
                  <a:pt x="2088" y="358"/>
                </a:lnTo>
                <a:lnTo>
                  <a:pt x="2089" y="359"/>
                </a:lnTo>
                <a:lnTo>
                  <a:pt x="2090" y="359"/>
                </a:lnTo>
                <a:lnTo>
                  <a:pt x="2090" y="360"/>
                </a:lnTo>
                <a:lnTo>
                  <a:pt x="2089" y="361"/>
                </a:lnTo>
                <a:lnTo>
                  <a:pt x="2089" y="362"/>
                </a:lnTo>
                <a:lnTo>
                  <a:pt x="2090" y="364"/>
                </a:lnTo>
                <a:lnTo>
                  <a:pt x="2090" y="365"/>
                </a:lnTo>
                <a:lnTo>
                  <a:pt x="2092" y="367"/>
                </a:lnTo>
                <a:lnTo>
                  <a:pt x="2092" y="368"/>
                </a:lnTo>
                <a:lnTo>
                  <a:pt x="2093" y="370"/>
                </a:lnTo>
                <a:lnTo>
                  <a:pt x="2094" y="372"/>
                </a:lnTo>
                <a:lnTo>
                  <a:pt x="2095" y="374"/>
                </a:lnTo>
                <a:lnTo>
                  <a:pt x="2096" y="376"/>
                </a:lnTo>
                <a:lnTo>
                  <a:pt x="2097" y="377"/>
                </a:lnTo>
                <a:lnTo>
                  <a:pt x="2097" y="378"/>
                </a:lnTo>
                <a:lnTo>
                  <a:pt x="2098" y="379"/>
                </a:lnTo>
                <a:lnTo>
                  <a:pt x="2098" y="381"/>
                </a:lnTo>
                <a:lnTo>
                  <a:pt x="2099" y="382"/>
                </a:lnTo>
                <a:lnTo>
                  <a:pt x="2101" y="381"/>
                </a:lnTo>
                <a:lnTo>
                  <a:pt x="2102" y="381"/>
                </a:lnTo>
                <a:lnTo>
                  <a:pt x="2104" y="382"/>
                </a:lnTo>
                <a:lnTo>
                  <a:pt x="2106" y="383"/>
                </a:lnTo>
                <a:lnTo>
                  <a:pt x="2107" y="384"/>
                </a:lnTo>
                <a:lnTo>
                  <a:pt x="2108" y="386"/>
                </a:lnTo>
                <a:lnTo>
                  <a:pt x="2109" y="387"/>
                </a:lnTo>
                <a:lnTo>
                  <a:pt x="2110" y="388"/>
                </a:lnTo>
                <a:lnTo>
                  <a:pt x="2111" y="389"/>
                </a:lnTo>
                <a:lnTo>
                  <a:pt x="2112" y="390"/>
                </a:lnTo>
                <a:lnTo>
                  <a:pt x="2112" y="391"/>
                </a:lnTo>
                <a:lnTo>
                  <a:pt x="2113" y="392"/>
                </a:lnTo>
                <a:lnTo>
                  <a:pt x="2112" y="394"/>
                </a:lnTo>
                <a:lnTo>
                  <a:pt x="2112" y="395"/>
                </a:lnTo>
                <a:lnTo>
                  <a:pt x="2112" y="396"/>
                </a:lnTo>
                <a:lnTo>
                  <a:pt x="2112" y="397"/>
                </a:lnTo>
                <a:lnTo>
                  <a:pt x="2112" y="398"/>
                </a:lnTo>
                <a:lnTo>
                  <a:pt x="2113" y="398"/>
                </a:lnTo>
                <a:lnTo>
                  <a:pt x="2113" y="399"/>
                </a:lnTo>
                <a:lnTo>
                  <a:pt x="2113" y="400"/>
                </a:lnTo>
                <a:lnTo>
                  <a:pt x="2115" y="400"/>
                </a:lnTo>
                <a:lnTo>
                  <a:pt x="2115" y="401"/>
                </a:lnTo>
                <a:lnTo>
                  <a:pt x="2114" y="405"/>
                </a:lnTo>
                <a:lnTo>
                  <a:pt x="2113" y="406"/>
                </a:lnTo>
                <a:lnTo>
                  <a:pt x="2113" y="408"/>
                </a:lnTo>
                <a:lnTo>
                  <a:pt x="2112" y="409"/>
                </a:lnTo>
                <a:lnTo>
                  <a:pt x="2115" y="413"/>
                </a:lnTo>
                <a:lnTo>
                  <a:pt x="2116" y="414"/>
                </a:lnTo>
                <a:lnTo>
                  <a:pt x="2117" y="415"/>
                </a:lnTo>
                <a:lnTo>
                  <a:pt x="2117" y="417"/>
                </a:lnTo>
                <a:lnTo>
                  <a:pt x="2117" y="418"/>
                </a:lnTo>
                <a:lnTo>
                  <a:pt x="2118" y="419"/>
                </a:lnTo>
                <a:lnTo>
                  <a:pt x="2119" y="420"/>
                </a:lnTo>
                <a:lnTo>
                  <a:pt x="2119" y="421"/>
                </a:lnTo>
                <a:lnTo>
                  <a:pt x="2121" y="426"/>
                </a:lnTo>
                <a:lnTo>
                  <a:pt x="2122" y="427"/>
                </a:lnTo>
                <a:lnTo>
                  <a:pt x="2119" y="434"/>
                </a:lnTo>
                <a:lnTo>
                  <a:pt x="2116" y="442"/>
                </a:lnTo>
                <a:lnTo>
                  <a:pt x="2115" y="446"/>
                </a:lnTo>
                <a:lnTo>
                  <a:pt x="2115" y="447"/>
                </a:lnTo>
                <a:lnTo>
                  <a:pt x="2120" y="447"/>
                </a:lnTo>
                <a:lnTo>
                  <a:pt x="2120" y="448"/>
                </a:lnTo>
                <a:lnTo>
                  <a:pt x="2120" y="449"/>
                </a:lnTo>
                <a:lnTo>
                  <a:pt x="2120" y="451"/>
                </a:lnTo>
                <a:lnTo>
                  <a:pt x="2120" y="452"/>
                </a:lnTo>
                <a:lnTo>
                  <a:pt x="2119" y="453"/>
                </a:lnTo>
                <a:lnTo>
                  <a:pt x="2118" y="454"/>
                </a:lnTo>
                <a:lnTo>
                  <a:pt x="2118" y="456"/>
                </a:lnTo>
                <a:lnTo>
                  <a:pt x="2117" y="458"/>
                </a:lnTo>
                <a:lnTo>
                  <a:pt x="2115" y="459"/>
                </a:lnTo>
                <a:lnTo>
                  <a:pt x="2115" y="461"/>
                </a:lnTo>
                <a:lnTo>
                  <a:pt x="2113" y="464"/>
                </a:lnTo>
                <a:lnTo>
                  <a:pt x="2112" y="468"/>
                </a:lnTo>
                <a:lnTo>
                  <a:pt x="2110" y="469"/>
                </a:lnTo>
                <a:lnTo>
                  <a:pt x="2109" y="470"/>
                </a:lnTo>
                <a:lnTo>
                  <a:pt x="2108" y="473"/>
                </a:lnTo>
                <a:lnTo>
                  <a:pt x="2107" y="475"/>
                </a:lnTo>
                <a:lnTo>
                  <a:pt x="2107" y="477"/>
                </a:lnTo>
                <a:lnTo>
                  <a:pt x="2105" y="478"/>
                </a:lnTo>
                <a:lnTo>
                  <a:pt x="2103" y="480"/>
                </a:lnTo>
                <a:lnTo>
                  <a:pt x="2101" y="482"/>
                </a:lnTo>
                <a:lnTo>
                  <a:pt x="2099" y="483"/>
                </a:lnTo>
                <a:lnTo>
                  <a:pt x="2099" y="484"/>
                </a:lnTo>
                <a:lnTo>
                  <a:pt x="2098" y="485"/>
                </a:lnTo>
                <a:lnTo>
                  <a:pt x="2097" y="485"/>
                </a:lnTo>
                <a:lnTo>
                  <a:pt x="2097" y="487"/>
                </a:lnTo>
                <a:lnTo>
                  <a:pt x="2098" y="490"/>
                </a:lnTo>
                <a:lnTo>
                  <a:pt x="2098" y="492"/>
                </a:lnTo>
                <a:lnTo>
                  <a:pt x="2099" y="492"/>
                </a:lnTo>
                <a:lnTo>
                  <a:pt x="2101" y="497"/>
                </a:lnTo>
                <a:lnTo>
                  <a:pt x="2100" y="500"/>
                </a:lnTo>
                <a:lnTo>
                  <a:pt x="2102" y="510"/>
                </a:lnTo>
                <a:lnTo>
                  <a:pt x="2105" y="514"/>
                </a:lnTo>
                <a:lnTo>
                  <a:pt x="2104" y="521"/>
                </a:lnTo>
                <a:lnTo>
                  <a:pt x="2104" y="522"/>
                </a:lnTo>
                <a:lnTo>
                  <a:pt x="2103" y="523"/>
                </a:lnTo>
                <a:lnTo>
                  <a:pt x="2103" y="524"/>
                </a:lnTo>
                <a:lnTo>
                  <a:pt x="2104" y="525"/>
                </a:lnTo>
                <a:lnTo>
                  <a:pt x="2104" y="526"/>
                </a:lnTo>
                <a:lnTo>
                  <a:pt x="2104" y="528"/>
                </a:lnTo>
                <a:lnTo>
                  <a:pt x="2104" y="529"/>
                </a:lnTo>
                <a:lnTo>
                  <a:pt x="2104" y="530"/>
                </a:lnTo>
                <a:lnTo>
                  <a:pt x="2103" y="531"/>
                </a:lnTo>
                <a:lnTo>
                  <a:pt x="2101" y="533"/>
                </a:lnTo>
                <a:lnTo>
                  <a:pt x="2100" y="533"/>
                </a:lnTo>
                <a:lnTo>
                  <a:pt x="2093" y="539"/>
                </a:lnTo>
                <a:lnTo>
                  <a:pt x="2090" y="542"/>
                </a:lnTo>
                <a:lnTo>
                  <a:pt x="2087" y="544"/>
                </a:lnTo>
                <a:lnTo>
                  <a:pt x="2083" y="548"/>
                </a:lnTo>
                <a:lnTo>
                  <a:pt x="2073" y="559"/>
                </a:lnTo>
                <a:lnTo>
                  <a:pt x="2065" y="570"/>
                </a:lnTo>
                <a:lnTo>
                  <a:pt x="2059" y="588"/>
                </a:lnTo>
                <a:lnTo>
                  <a:pt x="2056" y="597"/>
                </a:lnTo>
                <a:lnTo>
                  <a:pt x="2056" y="601"/>
                </a:lnTo>
                <a:lnTo>
                  <a:pt x="2056" y="605"/>
                </a:lnTo>
                <a:lnTo>
                  <a:pt x="2057" y="607"/>
                </a:lnTo>
                <a:lnTo>
                  <a:pt x="2057" y="608"/>
                </a:lnTo>
                <a:lnTo>
                  <a:pt x="2058" y="609"/>
                </a:lnTo>
                <a:lnTo>
                  <a:pt x="2060" y="610"/>
                </a:lnTo>
                <a:lnTo>
                  <a:pt x="2062" y="613"/>
                </a:lnTo>
                <a:lnTo>
                  <a:pt x="2064" y="615"/>
                </a:lnTo>
                <a:lnTo>
                  <a:pt x="2065" y="615"/>
                </a:lnTo>
                <a:lnTo>
                  <a:pt x="2064" y="619"/>
                </a:lnTo>
                <a:lnTo>
                  <a:pt x="2065" y="626"/>
                </a:lnTo>
                <a:lnTo>
                  <a:pt x="2066" y="632"/>
                </a:lnTo>
                <a:lnTo>
                  <a:pt x="2066" y="635"/>
                </a:lnTo>
                <a:lnTo>
                  <a:pt x="2065" y="637"/>
                </a:lnTo>
                <a:lnTo>
                  <a:pt x="2068" y="636"/>
                </a:lnTo>
                <a:lnTo>
                  <a:pt x="2073" y="640"/>
                </a:lnTo>
                <a:lnTo>
                  <a:pt x="2074" y="644"/>
                </a:lnTo>
                <a:lnTo>
                  <a:pt x="2070" y="651"/>
                </a:lnTo>
                <a:lnTo>
                  <a:pt x="2072" y="652"/>
                </a:lnTo>
                <a:lnTo>
                  <a:pt x="2071" y="653"/>
                </a:lnTo>
                <a:lnTo>
                  <a:pt x="2080" y="653"/>
                </a:lnTo>
                <a:lnTo>
                  <a:pt x="2084" y="651"/>
                </a:lnTo>
                <a:lnTo>
                  <a:pt x="2086" y="651"/>
                </a:lnTo>
                <a:lnTo>
                  <a:pt x="2089" y="653"/>
                </a:lnTo>
                <a:lnTo>
                  <a:pt x="2093" y="652"/>
                </a:lnTo>
                <a:lnTo>
                  <a:pt x="2094" y="652"/>
                </a:lnTo>
                <a:lnTo>
                  <a:pt x="2096" y="653"/>
                </a:lnTo>
                <a:lnTo>
                  <a:pt x="2097" y="653"/>
                </a:lnTo>
                <a:lnTo>
                  <a:pt x="2098" y="654"/>
                </a:lnTo>
                <a:lnTo>
                  <a:pt x="2101" y="656"/>
                </a:lnTo>
                <a:lnTo>
                  <a:pt x="2101" y="658"/>
                </a:lnTo>
                <a:lnTo>
                  <a:pt x="2101" y="659"/>
                </a:lnTo>
                <a:lnTo>
                  <a:pt x="2102" y="660"/>
                </a:lnTo>
                <a:lnTo>
                  <a:pt x="2103" y="662"/>
                </a:lnTo>
                <a:lnTo>
                  <a:pt x="2105" y="663"/>
                </a:lnTo>
                <a:lnTo>
                  <a:pt x="2106" y="663"/>
                </a:lnTo>
                <a:lnTo>
                  <a:pt x="2107" y="664"/>
                </a:lnTo>
                <a:lnTo>
                  <a:pt x="2107" y="666"/>
                </a:lnTo>
                <a:lnTo>
                  <a:pt x="2108" y="666"/>
                </a:lnTo>
                <a:lnTo>
                  <a:pt x="2108" y="667"/>
                </a:lnTo>
                <a:lnTo>
                  <a:pt x="2109" y="667"/>
                </a:lnTo>
                <a:lnTo>
                  <a:pt x="2111" y="667"/>
                </a:lnTo>
                <a:lnTo>
                  <a:pt x="2114" y="668"/>
                </a:lnTo>
                <a:lnTo>
                  <a:pt x="2117" y="669"/>
                </a:lnTo>
                <a:lnTo>
                  <a:pt x="2119" y="671"/>
                </a:lnTo>
                <a:lnTo>
                  <a:pt x="2121" y="672"/>
                </a:lnTo>
                <a:lnTo>
                  <a:pt x="2123" y="672"/>
                </a:lnTo>
                <a:lnTo>
                  <a:pt x="2123" y="670"/>
                </a:lnTo>
                <a:lnTo>
                  <a:pt x="2128" y="666"/>
                </a:lnTo>
                <a:lnTo>
                  <a:pt x="2130" y="667"/>
                </a:lnTo>
                <a:lnTo>
                  <a:pt x="2131" y="667"/>
                </a:lnTo>
                <a:lnTo>
                  <a:pt x="2132" y="670"/>
                </a:lnTo>
                <a:lnTo>
                  <a:pt x="2133" y="672"/>
                </a:lnTo>
                <a:lnTo>
                  <a:pt x="2134" y="675"/>
                </a:lnTo>
                <a:lnTo>
                  <a:pt x="2134" y="676"/>
                </a:lnTo>
                <a:lnTo>
                  <a:pt x="2138" y="678"/>
                </a:lnTo>
                <a:lnTo>
                  <a:pt x="2140" y="681"/>
                </a:lnTo>
                <a:lnTo>
                  <a:pt x="2141" y="680"/>
                </a:lnTo>
                <a:lnTo>
                  <a:pt x="2142" y="680"/>
                </a:lnTo>
                <a:lnTo>
                  <a:pt x="2146" y="682"/>
                </a:lnTo>
                <a:lnTo>
                  <a:pt x="2152" y="683"/>
                </a:lnTo>
                <a:lnTo>
                  <a:pt x="2153" y="684"/>
                </a:lnTo>
                <a:lnTo>
                  <a:pt x="2155" y="684"/>
                </a:lnTo>
                <a:lnTo>
                  <a:pt x="2156" y="683"/>
                </a:lnTo>
                <a:lnTo>
                  <a:pt x="2166" y="683"/>
                </a:lnTo>
                <a:lnTo>
                  <a:pt x="2175" y="684"/>
                </a:lnTo>
                <a:lnTo>
                  <a:pt x="2180" y="685"/>
                </a:lnTo>
                <a:lnTo>
                  <a:pt x="2183" y="685"/>
                </a:lnTo>
                <a:lnTo>
                  <a:pt x="2185" y="685"/>
                </a:lnTo>
                <a:lnTo>
                  <a:pt x="2187" y="685"/>
                </a:lnTo>
                <a:lnTo>
                  <a:pt x="2192" y="686"/>
                </a:lnTo>
                <a:lnTo>
                  <a:pt x="2197" y="687"/>
                </a:lnTo>
                <a:lnTo>
                  <a:pt x="2201" y="691"/>
                </a:lnTo>
                <a:lnTo>
                  <a:pt x="2206" y="696"/>
                </a:lnTo>
                <a:lnTo>
                  <a:pt x="2210" y="699"/>
                </a:lnTo>
                <a:lnTo>
                  <a:pt x="2211" y="698"/>
                </a:lnTo>
                <a:lnTo>
                  <a:pt x="2212" y="698"/>
                </a:lnTo>
                <a:lnTo>
                  <a:pt x="2213" y="698"/>
                </a:lnTo>
                <a:lnTo>
                  <a:pt x="2220" y="698"/>
                </a:lnTo>
                <a:lnTo>
                  <a:pt x="2222" y="700"/>
                </a:lnTo>
                <a:lnTo>
                  <a:pt x="2230" y="701"/>
                </a:lnTo>
                <a:lnTo>
                  <a:pt x="2237" y="704"/>
                </a:lnTo>
                <a:lnTo>
                  <a:pt x="2241" y="704"/>
                </a:lnTo>
                <a:lnTo>
                  <a:pt x="2243" y="702"/>
                </a:lnTo>
                <a:lnTo>
                  <a:pt x="2246" y="703"/>
                </a:lnTo>
                <a:lnTo>
                  <a:pt x="2249" y="703"/>
                </a:lnTo>
                <a:lnTo>
                  <a:pt x="2251" y="703"/>
                </a:lnTo>
                <a:lnTo>
                  <a:pt x="2255" y="703"/>
                </a:lnTo>
                <a:lnTo>
                  <a:pt x="2259" y="703"/>
                </a:lnTo>
                <a:lnTo>
                  <a:pt x="2262" y="702"/>
                </a:lnTo>
                <a:lnTo>
                  <a:pt x="2263" y="702"/>
                </a:lnTo>
                <a:lnTo>
                  <a:pt x="2266" y="701"/>
                </a:lnTo>
                <a:lnTo>
                  <a:pt x="2269" y="701"/>
                </a:lnTo>
                <a:lnTo>
                  <a:pt x="2276" y="703"/>
                </a:lnTo>
                <a:lnTo>
                  <a:pt x="2279" y="703"/>
                </a:lnTo>
                <a:lnTo>
                  <a:pt x="2280" y="703"/>
                </a:lnTo>
                <a:lnTo>
                  <a:pt x="2281" y="704"/>
                </a:lnTo>
                <a:lnTo>
                  <a:pt x="2282" y="704"/>
                </a:lnTo>
                <a:lnTo>
                  <a:pt x="2284" y="705"/>
                </a:lnTo>
                <a:lnTo>
                  <a:pt x="2284" y="708"/>
                </a:lnTo>
                <a:lnTo>
                  <a:pt x="2285" y="708"/>
                </a:lnTo>
                <a:lnTo>
                  <a:pt x="2288" y="708"/>
                </a:lnTo>
                <a:lnTo>
                  <a:pt x="2289" y="709"/>
                </a:lnTo>
                <a:lnTo>
                  <a:pt x="2289" y="710"/>
                </a:lnTo>
                <a:lnTo>
                  <a:pt x="2289" y="711"/>
                </a:lnTo>
                <a:lnTo>
                  <a:pt x="2290" y="711"/>
                </a:lnTo>
                <a:lnTo>
                  <a:pt x="2291" y="710"/>
                </a:lnTo>
                <a:lnTo>
                  <a:pt x="2293" y="710"/>
                </a:lnTo>
                <a:lnTo>
                  <a:pt x="2294" y="709"/>
                </a:lnTo>
                <a:lnTo>
                  <a:pt x="2296" y="709"/>
                </a:lnTo>
                <a:lnTo>
                  <a:pt x="2297" y="709"/>
                </a:lnTo>
                <a:lnTo>
                  <a:pt x="2298" y="710"/>
                </a:lnTo>
                <a:lnTo>
                  <a:pt x="2300" y="711"/>
                </a:lnTo>
                <a:lnTo>
                  <a:pt x="2301" y="711"/>
                </a:lnTo>
                <a:lnTo>
                  <a:pt x="2307" y="711"/>
                </a:lnTo>
                <a:lnTo>
                  <a:pt x="2308" y="711"/>
                </a:lnTo>
                <a:lnTo>
                  <a:pt x="2309" y="711"/>
                </a:lnTo>
                <a:lnTo>
                  <a:pt x="2316" y="715"/>
                </a:lnTo>
                <a:lnTo>
                  <a:pt x="2317" y="715"/>
                </a:lnTo>
                <a:lnTo>
                  <a:pt x="2319" y="716"/>
                </a:lnTo>
                <a:lnTo>
                  <a:pt x="2321" y="717"/>
                </a:lnTo>
                <a:lnTo>
                  <a:pt x="2323" y="718"/>
                </a:lnTo>
                <a:lnTo>
                  <a:pt x="2324" y="718"/>
                </a:lnTo>
                <a:lnTo>
                  <a:pt x="2324" y="716"/>
                </a:lnTo>
                <a:lnTo>
                  <a:pt x="2325" y="716"/>
                </a:lnTo>
                <a:lnTo>
                  <a:pt x="2326" y="717"/>
                </a:lnTo>
                <a:lnTo>
                  <a:pt x="2327" y="718"/>
                </a:lnTo>
                <a:lnTo>
                  <a:pt x="2329" y="718"/>
                </a:lnTo>
                <a:lnTo>
                  <a:pt x="2330" y="718"/>
                </a:lnTo>
                <a:lnTo>
                  <a:pt x="2331" y="719"/>
                </a:lnTo>
                <a:lnTo>
                  <a:pt x="2333" y="720"/>
                </a:lnTo>
                <a:lnTo>
                  <a:pt x="2334" y="721"/>
                </a:lnTo>
                <a:lnTo>
                  <a:pt x="2336" y="723"/>
                </a:lnTo>
                <a:lnTo>
                  <a:pt x="2338" y="723"/>
                </a:lnTo>
                <a:lnTo>
                  <a:pt x="2340" y="723"/>
                </a:lnTo>
                <a:lnTo>
                  <a:pt x="2341" y="723"/>
                </a:lnTo>
                <a:lnTo>
                  <a:pt x="2342" y="723"/>
                </a:lnTo>
                <a:lnTo>
                  <a:pt x="2343" y="724"/>
                </a:lnTo>
                <a:lnTo>
                  <a:pt x="2344" y="724"/>
                </a:lnTo>
                <a:lnTo>
                  <a:pt x="2344" y="723"/>
                </a:lnTo>
                <a:lnTo>
                  <a:pt x="2344" y="722"/>
                </a:lnTo>
                <a:lnTo>
                  <a:pt x="2346" y="724"/>
                </a:lnTo>
                <a:lnTo>
                  <a:pt x="2348" y="726"/>
                </a:lnTo>
                <a:lnTo>
                  <a:pt x="2351" y="727"/>
                </a:lnTo>
                <a:lnTo>
                  <a:pt x="2352" y="728"/>
                </a:lnTo>
                <a:lnTo>
                  <a:pt x="2355" y="730"/>
                </a:lnTo>
                <a:lnTo>
                  <a:pt x="2358" y="731"/>
                </a:lnTo>
                <a:lnTo>
                  <a:pt x="2359" y="732"/>
                </a:lnTo>
                <a:lnTo>
                  <a:pt x="2361" y="733"/>
                </a:lnTo>
                <a:lnTo>
                  <a:pt x="2362" y="735"/>
                </a:lnTo>
                <a:lnTo>
                  <a:pt x="2365" y="736"/>
                </a:lnTo>
                <a:lnTo>
                  <a:pt x="2365" y="737"/>
                </a:lnTo>
                <a:lnTo>
                  <a:pt x="2365" y="739"/>
                </a:lnTo>
                <a:lnTo>
                  <a:pt x="2365" y="740"/>
                </a:lnTo>
                <a:lnTo>
                  <a:pt x="2366" y="741"/>
                </a:lnTo>
                <a:lnTo>
                  <a:pt x="2369" y="743"/>
                </a:lnTo>
                <a:lnTo>
                  <a:pt x="2374" y="746"/>
                </a:lnTo>
                <a:lnTo>
                  <a:pt x="2376" y="748"/>
                </a:lnTo>
                <a:lnTo>
                  <a:pt x="2383" y="753"/>
                </a:lnTo>
                <a:lnTo>
                  <a:pt x="2387" y="756"/>
                </a:lnTo>
                <a:lnTo>
                  <a:pt x="2391" y="759"/>
                </a:lnTo>
                <a:lnTo>
                  <a:pt x="2395" y="762"/>
                </a:lnTo>
                <a:lnTo>
                  <a:pt x="2399" y="764"/>
                </a:lnTo>
                <a:lnTo>
                  <a:pt x="2407" y="773"/>
                </a:lnTo>
                <a:lnTo>
                  <a:pt x="2408" y="773"/>
                </a:lnTo>
                <a:lnTo>
                  <a:pt x="2411" y="774"/>
                </a:lnTo>
                <a:lnTo>
                  <a:pt x="2414" y="776"/>
                </a:lnTo>
                <a:lnTo>
                  <a:pt x="2415" y="778"/>
                </a:lnTo>
                <a:lnTo>
                  <a:pt x="2415" y="779"/>
                </a:lnTo>
                <a:lnTo>
                  <a:pt x="2418" y="784"/>
                </a:lnTo>
                <a:lnTo>
                  <a:pt x="2420" y="786"/>
                </a:lnTo>
                <a:lnTo>
                  <a:pt x="2424" y="790"/>
                </a:lnTo>
                <a:lnTo>
                  <a:pt x="2425" y="790"/>
                </a:lnTo>
                <a:lnTo>
                  <a:pt x="2426" y="793"/>
                </a:lnTo>
                <a:lnTo>
                  <a:pt x="2426" y="796"/>
                </a:lnTo>
                <a:lnTo>
                  <a:pt x="2426" y="798"/>
                </a:lnTo>
                <a:lnTo>
                  <a:pt x="2426" y="799"/>
                </a:lnTo>
                <a:lnTo>
                  <a:pt x="2426" y="800"/>
                </a:lnTo>
                <a:lnTo>
                  <a:pt x="2427" y="801"/>
                </a:lnTo>
                <a:lnTo>
                  <a:pt x="2430" y="800"/>
                </a:lnTo>
                <a:lnTo>
                  <a:pt x="2432" y="801"/>
                </a:lnTo>
                <a:lnTo>
                  <a:pt x="2435" y="802"/>
                </a:lnTo>
                <a:lnTo>
                  <a:pt x="2440" y="804"/>
                </a:lnTo>
                <a:lnTo>
                  <a:pt x="2445" y="809"/>
                </a:lnTo>
                <a:lnTo>
                  <a:pt x="2452" y="813"/>
                </a:lnTo>
                <a:lnTo>
                  <a:pt x="2459" y="823"/>
                </a:lnTo>
                <a:lnTo>
                  <a:pt x="2460" y="824"/>
                </a:lnTo>
                <a:lnTo>
                  <a:pt x="2462" y="830"/>
                </a:lnTo>
                <a:lnTo>
                  <a:pt x="2464" y="831"/>
                </a:lnTo>
                <a:lnTo>
                  <a:pt x="2466" y="832"/>
                </a:lnTo>
                <a:lnTo>
                  <a:pt x="2467" y="832"/>
                </a:lnTo>
                <a:lnTo>
                  <a:pt x="2469" y="832"/>
                </a:lnTo>
                <a:lnTo>
                  <a:pt x="2470" y="833"/>
                </a:lnTo>
                <a:lnTo>
                  <a:pt x="2472" y="834"/>
                </a:lnTo>
                <a:lnTo>
                  <a:pt x="2474" y="835"/>
                </a:lnTo>
                <a:lnTo>
                  <a:pt x="2475" y="836"/>
                </a:lnTo>
                <a:lnTo>
                  <a:pt x="2477" y="837"/>
                </a:lnTo>
                <a:lnTo>
                  <a:pt x="2479" y="837"/>
                </a:lnTo>
                <a:lnTo>
                  <a:pt x="2480" y="838"/>
                </a:lnTo>
                <a:lnTo>
                  <a:pt x="2481" y="838"/>
                </a:lnTo>
                <a:lnTo>
                  <a:pt x="2481" y="839"/>
                </a:lnTo>
                <a:lnTo>
                  <a:pt x="2482" y="839"/>
                </a:lnTo>
                <a:lnTo>
                  <a:pt x="2483" y="839"/>
                </a:lnTo>
                <a:lnTo>
                  <a:pt x="2484" y="840"/>
                </a:lnTo>
                <a:lnTo>
                  <a:pt x="2485" y="841"/>
                </a:lnTo>
                <a:lnTo>
                  <a:pt x="2486" y="841"/>
                </a:lnTo>
                <a:lnTo>
                  <a:pt x="2486" y="842"/>
                </a:lnTo>
                <a:lnTo>
                  <a:pt x="2487" y="843"/>
                </a:lnTo>
                <a:lnTo>
                  <a:pt x="2489" y="845"/>
                </a:lnTo>
                <a:lnTo>
                  <a:pt x="2491" y="848"/>
                </a:lnTo>
                <a:lnTo>
                  <a:pt x="2494" y="847"/>
                </a:lnTo>
                <a:lnTo>
                  <a:pt x="2504" y="847"/>
                </a:lnTo>
                <a:lnTo>
                  <a:pt x="2511" y="847"/>
                </a:lnTo>
                <a:lnTo>
                  <a:pt x="2525" y="846"/>
                </a:lnTo>
                <a:lnTo>
                  <a:pt x="2535" y="846"/>
                </a:lnTo>
                <a:lnTo>
                  <a:pt x="2537" y="847"/>
                </a:lnTo>
                <a:lnTo>
                  <a:pt x="2536" y="850"/>
                </a:lnTo>
                <a:lnTo>
                  <a:pt x="2534" y="853"/>
                </a:lnTo>
                <a:lnTo>
                  <a:pt x="2530" y="855"/>
                </a:lnTo>
                <a:lnTo>
                  <a:pt x="2527" y="864"/>
                </a:lnTo>
                <a:lnTo>
                  <a:pt x="2526" y="876"/>
                </a:lnTo>
                <a:lnTo>
                  <a:pt x="2522" y="885"/>
                </a:lnTo>
                <a:lnTo>
                  <a:pt x="2528" y="886"/>
                </a:lnTo>
                <a:lnTo>
                  <a:pt x="2533" y="889"/>
                </a:lnTo>
                <a:lnTo>
                  <a:pt x="2538" y="890"/>
                </a:lnTo>
                <a:lnTo>
                  <a:pt x="2543" y="890"/>
                </a:lnTo>
                <a:lnTo>
                  <a:pt x="2544" y="891"/>
                </a:lnTo>
                <a:lnTo>
                  <a:pt x="2546" y="897"/>
                </a:lnTo>
                <a:lnTo>
                  <a:pt x="2547" y="900"/>
                </a:lnTo>
                <a:lnTo>
                  <a:pt x="2548" y="903"/>
                </a:lnTo>
                <a:lnTo>
                  <a:pt x="2549" y="906"/>
                </a:lnTo>
                <a:lnTo>
                  <a:pt x="2550" y="910"/>
                </a:lnTo>
                <a:lnTo>
                  <a:pt x="2552" y="915"/>
                </a:lnTo>
                <a:lnTo>
                  <a:pt x="2553" y="926"/>
                </a:lnTo>
                <a:lnTo>
                  <a:pt x="2556" y="935"/>
                </a:lnTo>
                <a:lnTo>
                  <a:pt x="2558" y="944"/>
                </a:lnTo>
                <a:lnTo>
                  <a:pt x="2559" y="946"/>
                </a:lnTo>
                <a:lnTo>
                  <a:pt x="2560" y="952"/>
                </a:lnTo>
                <a:lnTo>
                  <a:pt x="2560" y="955"/>
                </a:lnTo>
                <a:lnTo>
                  <a:pt x="2567" y="974"/>
                </a:lnTo>
                <a:lnTo>
                  <a:pt x="2571" y="983"/>
                </a:lnTo>
                <a:lnTo>
                  <a:pt x="2571" y="1004"/>
                </a:lnTo>
                <a:lnTo>
                  <a:pt x="2574" y="1011"/>
                </a:lnTo>
                <a:lnTo>
                  <a:pt x="2577" y="1014"/>
                </a:lnTo>
                <a:lnTo>
                  <a:pt x="2583" y="1022"/>
                </a:lnTo>
                <a:lnTo>
                  <a:pt x="2583" y="1023"/>
                </a:lnTo>
                <a:lnTo>
                  <a:pt x="2594" y="1036"/>
                </a:lnTo>
                <a:lnTo>
                  <a:pt x="2619" y="1067"/>
                </a:lnTo>
                <a:lnTo>
                  <a:pt x="2619" y="109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2741040" y="55386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2734560" y="5532120"/>
            <a:ext cx="6120" cy="4680"/>
          </a:xfrm>
          <a:custGeom>
            <a:avLst/>
            <a:gdLst/>
            <a:ahLst/>
            <a:rect l="0" t="0" r="r" b="b"/>
            <a:pathLst>
              <a:path w="17" h="13">
                <a:moveTo>
                  <a:pt x="3" y="2"/>
                </a:move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9" y="1"/>
                </a:lnTo>
                <a:lnTo>
                  <a:pt x="10" y="1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  <a:lnTo>
                  <a:pt x="11" y="2"/>
                </a:lnTo>
                <a:lnTo>
                  <a:pt x="11" y="3"/>
                </a:lnTo>
                <a:lnTo>
                  <a:pt x="12" y="3"/>
                </a:lnTo>
                <a:lnTo>
                  <a:pt x="11" y="3"/>
                </a:lnTo>
                <a:lnTo>
                  <a:pt x="11" y="4"/>
                </a:lnTo>
                <a:lnTo>
                  <a:pt x="11" y="5"/>
                </a:lnTo>
                <a:lnTo>
                  <a:pt x="12" y="7"/>
                </a:lnTo>
                <a:lnTo>
                  <a:pt x="13" y="8"/>
                </a:lnTo>
                <a:lnTo>
                  <a:pt x="14" y="8"/>
                </a:lnTo>
                <a:lnTo>
                  <a:pt x="15" y="8"/>
                </a:lnTo>
                <a:lnTo>
                  <a:pt x="15" y="9"/>
                </a:lnTo>
                <a:lnTo>
                  <a:pt x="16" y="9"/>
                </a:lnTo>
                <a:lnTo>
                  <a:pt x="17" y="10"/>
                </a:lnTo>
                <a:lnTo>
                  <a:pt x="16" y="10"/>
                </a:lnTo>
                <a:lnTo>
                  <a:pt x="16" y="11"/>
                </a:lnTo>
                <a:lnTo>
                  <a:pt x="16" y="12"/>
                </a:lnTo>
                <a:lnTo>
                  <a:pt x="16" y="13"/>
                </a:lnTo>
                <a:lnTo>
                  <a:pt x="15" y="13"/>
                </a:lnTo>
                <a:lnTo>
                  <a:pt x="14" y="12"/>
                </a:lnTo>
                <a:lnTo>
                  <a:pt x="13" y="13"/>
                </a:lnTo>
                <a:lnTo>
                  <a:pt x="13" y="12"/>
                </a:lnTo>
                <a:lnTo>
                  <a:pt x="12" y="11"/>
                </a:lnTo>
                <a:lnTo>
                  <a:pt x="11" y="11"/>
                </a:lnTo>
                <a:lnTo>
                  <a:pt x="11" y="10"/>
                </a:lnTo>
                <a:lnTo>
                  <a:pt x="10" y="10"/>
                </a:lnTo>
                <a:lnTo>
                  <a:pt x="9" y="10"/>
                </a:lnTo>
                <a:lnTo>
                  <a:pt x="8" y="10"/>
                </a:lnTo>
                <a:lnTo>
                  <a:pt x="7" y="10"/>
                </a:lnTo>
                <a:lnTo>
                  <a:pt x="6" y="9"/>
                </a:lnTo>
                <a:lnTo>
                  <a:pt x="5" y="9"/>
                </a:lnTo>
                <a:lnTo>
                  <a:pt x="5" y="8"/>
                </a:lnTo>
                <a:lnTo>
                  <a:pt x="4" y="8"/>
                </a:lnTo>
                <a:lnTo>
                  <a:pt x="3" y="7"/>
                </a:lnTo>
                <a:lnTo>
                  <a:pt x="3" y="5"/>
                </a:lnTo>
                <a:lnTo>
                  <a:pt x="3" y="4"/>
                </a:lnTo>
                <a:lnTo>
                  <a:pt x="3" y="3"/>
                </a:lnTo>
                <a:lnTo>
                  <a:pt x="1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2674800" y="552744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2" y="6"/>
                </a:move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1" y="3"/>
                </a:lnTo>
                <a:lnTo>
                  <a:pt x="1" y="2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6" y="2"/>
                </a:lnTo>
                <a:lnTo>
                  <a:pt x="5" y="2"/>
                </a:lnTo>
                <a:lnTo>
                  <a:pt x="3" y="3"/>
                </a:lnTo>
                <a:lnTo>
                  <a:pt x="3" y="5"/>
                </a:lnTo>
                <a:lnTo>
                  <a:pt x="2" y="5"/>
                </a:lnTo>
                <a:lnTo>
                  <a:pt x="2" y="6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2667960" y="5514480"/>
            <a:ext cx="3960" cy="3240"/>
          </a:xfrm>
          <a:custGeom>
            <a:avLst/>
            <a:gdLst/>
            <a:ahLst/>
            <a:rect l="0" t="0" r="r" b="b"/>
            <a:pathLst>
              <a:path w="11" h="9">
                <a:moveTo>
                  <a:pt x="3" y="0"/>
                </a:moveTo>
                <a:lnTo>
                  <a:pt x="3" y="1"/>
                </a:ln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8" y="5"/>
                </a:lnTo>
                <a:lnTo>
                  <a:pt x="11" y="9"/>
                </a:lnTo>
                <a:lnTo>
                  <a:pt x="9" y="9"/>
                </a:lnTo>
                <a:lnTo>
                  <a:pt x="8" y="8"/>
                </a:lnTo>
                <a:lnTo>
                  <a:pt x="8" y="7"/>
                </a:lnTo>
                <a:lnTo>
                  <a:pt x="5" y="4"/>
                </a:lnTo>
                <a:lnTo>
                  <a:pt x="4" y="3"/>
                </a:lnTo>
                <a:lnTo>
                  <a:pt x="3" y="2"/>
                </a:lnTo>
                <a:lnTo>
                  <a:pt x="3" y="1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2729880" y="550224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2727360" y="5501160"/>
            <a:ext cx="2880" cy="2880"/>
          </a:xfrm>
          <a:custGeom>
            <a:avLst/>
            <a:gdLst/>
            <a:ahLst/>
            <a:rect l="0" t="0" r="r" b="b"/>
            <a:pathLst>
              <a:path w="8" h="8">
                <a:moveTo>
                  <a:pt x="4" y="1"/>
                </a:moveTo>
                <a:lnTo>
                  <a:pt x="6" y="1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8" y="2"/>
                </a:lnTo>
                <a:lnTo>
                  <a:pt x="8" y="3"/>
                </a:lnTo>
                <a:lnTo>
                  <a:pt x="8" y="5"/>
                </a:lnTo>
                <a:lnTo>
                  <a:pt x="7" y="5"/>
                </a:lnTo>
                <a:lnTo>
                  <a:pt x="7" y="6"/>
                </a:lnTo>
                <a:lnTo>
                  <a:pt x="8" y="7"/>
                </a:lnTo>
                <a:lnTo>
                  <a:pt x="7" y="8"/>
                </a:lnTo>
                <a:lnTo>
                  <a:pt x="7" y="7"/>
                </a:lnTo>
                <a:lnTo>
                  <a:pt x="6" y="7"/>
                </a:lnTo>
                <a:lnTo>
                  <a:pt x="6" y="6"/>
                </a:lnTo>
                <a:lnTo>
                  <a:pt x="4" y="6"/>
                </a:lnTo>
                <a:lnTo>
                  <a:pt x="2" y="6"/>
                </a:lnTo>
                <a:lnTo>
                  <a:pt x="2" y="5"/>
                </a:lnTo>
                <a:lnTo>
                  <a:pt x="2" y="3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2653200" y="548856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1"/>
                </a:lnTo>
                <a:lnTo>
                  <a:pt x="1" y="0"/>
                </a:lnTo>
                <a:lnTo>
                  <a:pt x="0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2620800" y="548856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6" y="3"/>
                </a:moveTo>
                <a:lnTo>
                  <a:pt x="6" y="4"/>
                </a:lnTo>
                <a:lnTo>
                  <a:pt x="5" y="4"/>
                </a:lnTo>
                <a:lnTo>
                  <a:pt x="4" y="5"/>
                </a:lnTo>
                <a:lnTo>
                  <a:pt x="4" y="6"/>
                </a:lnTo>
                <a:lnTo>
                  <a:pt x="2" y="6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5" y="1"/>
                </a:lnTo>
                <a:lnTo>
                  <a:pt x="6" y="1"/>
                </a:lnTo>
                <a:lnTo>
                  <a:pt x="5" y="3"/>
                </a:lnTo>
                <a:lnTo>
                  <a:pt x="6" y="3"/>
                </a:lnTo>
                <a:lnTo>
                  <a:pt x="5" y="3"/>
                </a:lnTo>
                <a:lnTo>
                  <a:pt x="6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2630160" y="54853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2653920" y="54817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0" y="4"/>
                </a:lnTo>
                <a:lnTo>
                  <a:pt x="2" y="1"/>
                </a:lnTo>
                <a:lnTo>
                  <a:pt x="2" y="0"/>
                </a:lnTo>
                <a:lnTo>
                  <a:pt x="4" y="0"/>
                </a:lnTo>
                <a:lnTo>
                  <a:pt x="2" y="0"/>
                </a:lnTo>
                <a:lnTo>
                  <a:pt x="2" y="1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2633040" y="54846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4" y="0"/>
                </a:lnTo>
                <a:lnTo>
                  <a:pt x="4" y="1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2625480" y="54856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2624760" y="54853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2625120" y="54795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1"/>
                </a:moveTo>
                <a:lnTo>
                  <a:pt x="2" y="1"/>
                </a:lnTo>
                <a:lnTo>
                  <a:pt x="2" y="3"/>
                </a:lnTo>
                <a:lnTo>
                  <a:pt x="2" y="1"/>
                </a:lnTo>
                <a:lnTo>
                  <a:pt x="2" y="3"/>
                </a:lnTo>
                <a:lnTo>
                  <a:pt x="1" y="1"/>
                </a:lnTo>
                <a:lnTo>
                  <a:pt x="1" y="3"/>
                </a:lnTo>
                <a:lnTo>
                  <a:pt x="0" y="3"/>
                </a:lnTo>
                <a:lnTo>
                  <a:pt x="0" y="4"/>
                </a:lnTo>
                <a:lnTo>
                  <a:pt x="0" y="3"/>
                </a:lnTo>
                <a:lnTo>
                  <a:pt x="1" y="1"/>
                </a:lnTo>
                <a:lnTo>
                  <a:pt x="2" y="0"/>
                </a:lnTo>
                <a:lnTo>
                  <a:pt x="4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2623320" y="5478840"/>
            <a:ext cx="1800" cy="2520"/>
          </a:xfrm>
          <a:custGeom>
            <a:avLst/>
            <a:gdLst/>
            <a:ahLst/>
            <a:rect l="0" t="0" r="r" b="b"/>
            <a:pathLst>
              <a:path w="5" h="7">
                <a:moveTo>
                  <a:pt x="1" y="1"/>
                </a:move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4" y="5"/>
                </a:lnTo>
                <a:lnTo>
                  <a:pt x="4" y="7"/>
                </a:lnTo>
                <a:lnTo>
                  <a:pt x="2" y="7"/>
                </a:lnTo>
                <a:lnTo>
                  <a:pt x="1" y="7"/>
                </a:lnTo>
                <a:lnTo>
                  <a:pt x="0" y="7"/>
                </a:lnTo>
                <a:lnTo>
                  <a:pt x="1" y="7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2614320" y="547920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3" y="3"/>
                </a:moveTo>
                <a:lnTo>
                  <a:pt x="2" y="3"/>
                </a:lnTo>
                <a:lnTo>
                  <a:pt x="0" y="3"/>
                </a:lnTo>
                <a:lnTo>
                  <a:pt x="2" y="2"/>
                </a:lnTo>
                <a:lnTo>
                  <a:pt x="2" y="0"/>
                </a:lnTo>
                <a:lnTo>
                  <a:pt x="5" y="2"/>
                </a:lnTo>
                <a:lnTo>
                  <a:pt x="3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2623680" y="547308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3" y="3"/>
                </a:moveTo>
                <a:lnTo>
                  <a:pt x="1" y="3"/>
                </a:lnTo>
                <a:lnTo>
                  <a:pt x="0" y="3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4" y="1"/>
                </a:lnTo>
                <a:lnTo>
                  <a:pt x="3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2648160" y="5467680"/>
            <a:ext cx="4680" cy="4320"/>
          </a:xfrm>
          <a:custGeom>
            <a:avLst/>
            <a:gdLst/>
            <a:ahLst/>
            <a:rect l="0" t="0" r="r" b="b"/>
            <a:pathLst>
              <a:path w="13" h="12">
                <a:moveTo>
                  <a:pt x="13" y="1"/>
                </a:moveTo>
                <a:lnTo>
                  <a:pt x="12" y="1"/>
                </a:lnTo>
                <a:lnTo>
                  <a:pt x="11" y="1"/>
                </a:lnTo>
                <a:lnTo>
                  <a:pt x="11" y="2"/>
                </a:lnTo>
                <a:lnTo>
                  <a:pt x="10" y="3"/>
                </a:lnTo>
                <a:lnTo>
                  <a:pt x="8" y="3"/>
                </a:lnTo>
                <a:lnTo>
                  <a:pt x="8" y="4"/>
                </a:lnTo>
                <a:lnTo>
                  <a:pt x="10" y="4"/>
                </a:lnTo>
                <a:lnTo>
                  <a:pt x="10" y="5"/>
                </a:lnTo>
                <a:lnTo>
                  <a:pt x="8" y="5"/>
                </a:lnTo>
                <a:lnTo>
                  <a:pt x="7" y="5"/>
                </a:lnTo>
                <a:lnTo>
                  <a:pt x="8" y="5"/>
                </a:lnTo>
                <a:lnTo>
                  <a:pt x="8" y="6"/>
                </a:lnTo>
                <a:lnTo>
                  <a:pt x="8" y="7"/>
                </a:lnTo>
                <a:lnTo>
                  <a:pt x="7" y="7"/>
                </a:lnTo>
                <a:lnTo>
                  <a:pt x="7" y="6"/>
                </a:lnTo>
                <a:lnTo>
                  <a:pt x="6" y="6"/>
                </a:lnTo>
                <a:lnTo>
                  <a:pt x="7" y="6"/>
                </a:lnTo>
                <a:lnTo>
                  <a:pt x="7" y="7"/>
                </a:lnTo>
                <a:lnTo>
                  <a:pt x="6" y="7"/>
                </a:lnTo>
                <a:lnTo>
                  <a:pt x="5" y="8"/>
                </a:lnTo>
                <a:lnTo>
                  <a:pt x="5" y="7"/>
                </a:lnTo>
                <a:lnTo>
                  <a:pt x="4" y="7"/>
                </a:lnTo>
                <a:lnTo>
                  <a:pt x="3" y="8"/>
                </a:lnTo>
                <a:lnTo>
                  <a:pt x="3" y="10"/>
                </a:lnTo>
                <a:lnTo>
                  <a:pt x="3" y="11"/>
                </a:lnTo>
                <a:lnTo>
                  <a:pt x="3" y="12"/>
                </a:lnTo>
                <a:lnTo>
                  <a:pt x="2" y="12"/>
                </a:lnTo>
                <a:lnTo>
                  <a:pt x="2" y="11"/>
                </a:lnTo>
                <a:lnTo>
                  <a:pt x="2" y="10"/>
                </a:lnTo>
                <a:lnTo>
                  <a:pt x="1" y="11"/>
                </a:lnTo>
                <a:lnTo>
                  <a:pt x="1" y="12"/>
                </a:lnTo>
                <a:lnTo>
                  <a:pt x="0" y="11"/>
                </a:lnTo>
                <a:lnTo>
                  <a:pt x="0" y="10"/>
                </a:lnTo>
                <a:lnTo>
                  <a:pt x="1" y="8"/>
                </a:lnTo>
                <a:lnTo>
                  <a:pt x="1" y="7"/>
                </a:lnTo>
                <a:lnTo>
                  <a:pt x="3" y="6"/>
                </a:lnTo>
                <a:lnTo>
                  <a:pt x="3" y="5"/>
                </a:lnTo>
                <a:lnTo>
                  <a:pt x="5" y="4"/>
                </a:lnTo>
                <a:lnTo>
                  <a:pt x="6" y="3"/>
                </a:lnTo>
                <a:lnTo>
                  <a:pt x="7" y="2"/>
                </a:lnTo>
                <a:lnTo>
                  <a:pt x="8" y="1"/>
                </a:lnTo>
                <a:lnTo>
                  <a:pt x="10" y="1"/>
                </a:lnTo>
                <a:lnTo>
                  <a:pt x="10" y="0"/>
                </a:lnTo>
                <a:lnTo>
                  <a:pt x="11" y="0"/>
                </a:lnTo>
                <a:lnTo>
                  <a:pt x="12" y="0"/>
                </a:lnTo>
                <a:lnTo>
                  <a:pt x="12" y="1"/>
                </a:lnTo>
                <a:lnTo>
                  <a:pt x="13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2654640" y="546696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1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2624760" y="5466240"/>
            <a:ext cx="7560" cy="6480"/>
          </a:xfrm>
          <a:custGeom>
            <a:avLst/>
            <a:gdLst/>
            <a:ahLst/>
            <a:rect l="0" t="0" r="r" b="b"/>
            <a:pathLst>
              <a:path w="21" h="18">
                <a:moveTo>
                  <a:pt x="14" y="0"/>
                </a:moveTo>
                <a:lnTo>
                  <a:pt x="14" y="1"/>
                </a:lnTo>
                <a:lnTo>
                  <a:pt x="15" y="2"/>
                </a:lnTo>
                <a:lnTo>
                  <a:pt x="15" y="3"/>
                </a:lnTo>
                <a:lnTo>
                  <a:pt x="16" y="3"/>
                </a:lnTo>
                <a:lnTo>
                  <a:pt x="16" y="2"/>
                </a:lnTo>
                <a:lnTo>
                  <a:pt x="16" y="1"/>
                </a:lnTo>
                <a:lnTo>
                  <a:pt x="17" y="1"/>
                </a:lnTo>
                <a:lnTo>
                  <a:pt x="17" y="2"/>
                </a:lnTo>
                <a:lnTo>
                  <a:pt x="18" y="3"/>
                </a:lnTo>
                <a:lnTo>
                  <a:pt x="18" y="4"/>
                </a:lnTo>
                <a:lnTo>
                  <a:pt x="18" y="5"/>
                </a:lnTo>
                <a:lnTo>
                  <a:pt x="20" y="6"/>
                </a:lnTo>
                <a:lnTo>
                  <a:pt x="21" y="6"/>
                </a:lnTo>
                <a:lnTo>
                  <a:pt x="21" y="7"/>
                </a:lnTo>
                <a:lnTo>
                  <a:pt x="20" y="9"/>
                </a:lnTo>
                <a:lnTo>
                  <a:pt x="18" y="9"/>
                </a:lnTo>
                <a:lnTo>
                  <a:pt x="18" y="7"/>
                </a:lnTo>
                <a:lnTo>
                  <a:pt x="17" y="7"/>
                </a:lnTo>
                <a:lnTo>
                  <a:pt x="16" y="7"/>
                </a:lnTo>
                <a:lnTo>
                  <a:pt x="15" y="7"/>
                </a:lnTo>
                <a:lnTo>
                  <a:pt x="14" y="7"/>
                </a:lnTo>
                <a:lnTo>
                  <a:pt x="14" y="9"/>
                </a:lnTo>
                <a:lnTo>
                  <a:pt x="13" y="9"/>
                </a:lnTo>
                <a:lnTo>
                  <a:pt x="12" y="11"/>
                </a:lnTo>
                <a:lnTo>
                  <a:pt x="11" y="11"/>
                </a:lnTo>
                <a:lnTo>
                  <a:pt x="11" y="12"/>
                </a:lnTo>
                <a:lnTo>
                  <a:pt x="10" y="12"/>
                </a:lnTo>
                <a:lnTo>
                  <a:pt x="10" y="13"/>
                </a:lnTo>
                <a:lnTo>
                  <a:pt x="9" y="13"/>
                </a:lnTo>
                <a:lnTo>
                  <a:pt x="9" y="14"/>
                </a:lnTo>
                <a:lnTo>
                  <a:pt x="9" y="15"/>
                </a:lnTo>
                <a:lnTo>
                  <a:pt x="10" y="15"/>
                </a:lnTo>
                <a:lnTo>
                  <a:pt x="10" y="16"/>
                </a:lnTo>
                <a:lnTo>
                  <a:pt x="9" y="16"/>
                </a:lnTo>
                <a:lnTo>
                  <a:pt x="10" y="16"/>
                </a:lnTo>
                <a:lnTo>
                  <a:pt x="10" y="17"/>
                </a:lnTo>
                <a:lnTo>
                  <a:pt x="9" y="17"/>
                </a:lnTo>
                <a:lnTo>
                  <a:pt x="8" y="17"/>
                </a:lnTo>
                <a:lnTo>
                  <a:pt x="8" y="16"/>
                </a:lnTo>
                <a:lnTo>
                  <a:pt x="8" y="17"/>
                </a:lnTo>
                <a:lnTo>
                  <a:pt x="7" y="17"/>
                </a:lnTo>
                <a:lnTo>
                  <a:pt x="6" y="17"/>
                </a:lnTo>
                <a:lnTo>
                  <a:pt x="5" y="17"/>
                </a:lnTo>
                <a:lnTo>
                  <a:pt x="5" y="18"/>
                </a:lnTo>
                <a:lnTo>
                  <a:pt x="5" y="17"/>
                </a:lnTo>
                <a:lnTo>
                  <a:pt x="4" y="17"/>
                </a:lnTo>
                <a:lnTo>
                  <a:pt x="5" y="17"/>
                </a:lnTo>
                <a:lnTo>
                  <a:pt x="5" y="16"/>
                </a:lnTo>
                <a:lnTo>
                  <a:pt x="4" y="15"/>
                </a:lnTo>
                <a:lnTo>
                  <a:pt x="3" y="15"/>
                </a:lnTo>
                <a:lnTo>
                  <a:pt x="3" y="16"/>
                </a:lnTo>
                <a:lnTo>
                  <a:pt x="2" y="16"/>
                </a:lnTo>
                <a:lnTo>
                  <a:pt x="2" y="15"/>
                </a:lnTo>
                <a:lnTo>
                  <a:pt x="1" y="14"/>
                </a:lnTo>
                <a:lnTo>
                  <a:pt x="0" y="14"/>
                </a:lnTo>
                <a:lnTo>
                  <a:pt x="0" y="13"/>
                </a:lnTo>
                <a:lnTo>
                  <a:pt x="0" y="12"/>
                </a:lnTo>
                <a:lnTo>
                  <a:pt x="0" y="11"/>
                </a:lnTo>
                <a:lnTo>
                  <a:pt x="1" y="11"/>
                </a:lnTo>
                <a:lnTo>
                  <a:pt x="1" y="12"/>
                </a:lnTo>
                <a:lnTo>
                  <a:pt x="1" y="13"/>
                </a:lnTo>
                <a:lnTo>
                  <a:pt x="2" y="13"/>
                </a:lnTo>
                <a:lnTo>
                  <a:pt x="2" y="14"/>
                </a:lnTo>
                <a:lnTo>
                  <a:pt x="2" y="15"/>
                </a:lnTo>
                <a:lnTo>
                  <a:pt x="3" y="15"/>
                </a:lnTo>
                <a:lnTo>
                  <a:pt x="3" y="14"/>
                </a:lnTo>
                <a:lnTo>
                  <a:pt x="4" y="14"/>
                </a:lnTo>
                <a:lnTo>
                  <a:pt x="4" y="15"/>
                </a:lnTo>
                <a:lnTo>
                  <a:pt x="5" y="16"/>
                </a:lnTo>
                <a:lnTo>
                  <a:pt x="5" y="15"/>
                </a:lnTo>
                <a:lnTo>
                  <a:pt x="6" y="15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7" y="14"/>
                </a:lnTo>
                <a:lnTo>
                  <a:pt x="8" y="14"/>
                </a:lnTo>
                <a:lnTo>
                  <a:pt x="8" y="13"/>
                </a:lnTo>
                <a:lnTo>
                  <a:pt x="7" y="13"/>
                </a:lnTo>
                <a:lnTo>
                  <a:pt x="8" y="13"/>
                </a:lnTo>
                <a:lnTo>
                  <a:pt x="8" y="12"/>
                </a:lnTo>
                <a:lnTo>
                  <a:pt x="8" y="11"/>
                </a:lnTo>
                <a:lnTo>
                  <a:pt x="7" y="11"/>
                </a:lnTo>
                <a:lnTo>
                  <a:pt x="6" y="11"/>
                </a:lnTo>
                <a:lnTo>
                  <a:pt x="5" y="12"/>
                </a:lnTo>
                <a:lnTo>
                  <a:pt x="4" y="12"/>
                </a:lnTo>
                <a:lnTo>
                  <a:pt x="3" y="12"/>
                </a:lnTo>
                <a:lnTo>
                  <a:pt x="2" y="12"/>
                </a:lnTo>
                <a:lnTo>
                  <a:pt x="2" y="11"/>
                </a:lnTo>
                <a:lnTo>
                  <a:pt x="3" y="11"/>
                </a:lnTo>
                <a:lnTo>
                  <a:pt x="4" y="11"/>
                </a:lnTo>
                <a:lnTo>
                  <a:pt x="5" y="9"/>
                </a:lnTo>
                <a:lnTo>
                  <a:pt x="4" y="9"/>
                </a:lnTo>
                <a:lnTo>
                  <a:pt x="3" y="9"/>
                </a:lnTo>
                <a:lnTo>
                  <a:pt x="3" y="10"/>
                </a:lnTo>
                <a:lnTo>
                  <a:pt x="2" y="10"/>
                </a:lnTo>
                <a:lnTo>
                  <a:pt x="2" y="9"/>
                </a:lnTo>
                <a:lnTo>
                  <a:pt x="2" y="7"/>
                </a:lnTo>
                <a:lnTo>
                  <a:pt x="3" y="7"/>
                </a:lnTo>
                <a:lnTo>
                  <a:pt x="2" y="7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4" y="5"/>
                </a:lnTo>
                <a:lnTo>
                  <a:pt x="4" y="4"/>
                </a:lnTo>
                <a:lnTo>
                  <a:pt x="5" y="5"/>
                </a:lnTo>
                <a:lnTo>
                  <a:pt x="5" y="6"/>
                </a:lnTo>
                <a:lnTo>
                  <a:pt x="5" y="7"/>
                </a:lnTo>
                <a:lnTo>
                  <a:pt x="6" y="7"/>
                </a:lnTo>
                <a:lnTo>
                  <a:pt x="7" y="6"/>
                </a:lnTo>
                <a:lnTo>
                  <a:pt x="7" y="5"/>
                </a:lnTo>
                <a:lnTo>
                  <a:pt x="8" y="5"/>
                </a:lnTo>
                <a:lnTo>
                  <a:pt x="8" y="4"/>
                </a:lnTo>
                <a:lnTo>
                  <a:pt x="8" y="3"/>
                </a:lnTo>
                <a:lnTo>
                  <a:pt x="7" y="3"/>
                </a:lnTo>
                <a:lnTo>
                  <a:pt x="7" y="2"/>
                </a:lnTo>
                <a:lnTo>
                  <a:pt x="8" y="1"/>
                </a:lnTo>
                <a:lnTo>
                  <a:pt x="8" y="2"/>
                </a:lnTo>
                <a:lnTo>
                  <a:pt x="9" y="2"/>
                </a:lnTo>
                <a:lnTo>
                  <a:pt x="9" y="1"/>
                </a:lnTo>
                <a:lnTo>
                  <a:pt x="10" y="1"/>
                </a:lnTo>
                <a:lnTo>
                  <a:pt x="11" y="1"/>
                </a:lnTo>
                <a:lnTo>
                  <a:pt x="10" y="1"/>
                </a:lnTo>
                <a:lnTo>
                  <a:pt x="10" y="2"/>
                </a:lnTo>
                <a:lnTo>
                  <a:pt x="10" y="3"/>
                </a:lnTo>
                <a:lnTo>
                  <a:pt x="10" y="4"/>
                </a:lnTo>
                <a:lnTo>
                  <a:pt x="10" y="5"/>
                </a:lnTo>
                <a:lnTo>
                  <a:pt x="11" y="5"/>
                </a:lnTo>
                <a:lnTo>
                  <a:pt x="11" y="4"/>
                </a:lnTo>
                <a:lnTo>
                  <a:pt x="11" y="3"/>
                </a:lnTo>
                <a:lnTo>
                  <a:pt x="11" y="2"/>
                </a:lnTo>
                <a:lnTo>
                  <a:pt x="12" y="2"/>
                </a:lnTo>
                <a:lnTo>
                  <a:pt x="12" y="3"/>
                </a:lnTo>
                <a:lnTo>
                  <a:pt x="12" y="4"/>
                </a:lnTo>
                <a:lnTo>
                  <a:pt x="13" y="4"/>
                </a:lnTo>
                <a:lnTo>
                  <a:pt x="13" y="3"/>
                </a:lnTo>
                <a:lnTo>
                  <a:pt x="13" y="2"/>
                </a:lnTo>
                <a:lnTo>
                  <a:pt x="13" y="1"/>
                </a:lnTo>
                <a:lnTo>
                  <a:pt x="13" y="0"/>
                </a:lnTo>
                <a:lnTo>
                  <a:pt x="14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2626920" y="546588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0"/>
                </a:moveTo>
                <a:lnTo>
                  <a:pt x="3" y="1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2620800" y="5465160"/>
            <a:ext cx="3600" cy="5400"/>
          </a:xfrm>
          <a:custGeom>
            <a:avLst/>
            <a:gdLst/>
            <a:ahLst/>
            <a:rect l="0" t="0" r="r" b="b"/>
            <a:pathLst>
              <a:path w="10" h="15">
                <a:moveTo>
                  <a:pt x="7" y="1"/>
                </a:move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3"/>
                </a:lnTo>
                <a:lnTo>
                  <a:pt x="9" y="3"/>
                </a:lnTo>
                <a:lnTo>
                  <a:pt x="8" y="3"/>
                </a:lnTo>
                <a:lnTo>
                  <a:pt x="8" y="4"/>
                </a:lnTo>
                <a:lnTo>
                  <a:pt x="7" y="4"/>
                </a:lnTo>
                <a:lnTo>
                  <a:pt x="7" y="5"/>
                </a:lnTo>
                <a:lnTo>
                  <a:pt x="7" y="6"/>
                </a:lnTo>
                <a:lnTo>
                  <a:pt x="7" y="7"/>
                </a:lnTo>
                <a:lnTo>
                  <a:pt x="8" y="7"/>
                </a:lnTo>
                <a:lnTo>
                  <a:pt x="8" y="8"/>
                </a:lnTo>
                <a:lnTo>
                  <a:pt x="8" y="9"/>
                </a:lnTo>
                <a:lnTo>
                  <a:pt x="7" y="9"/>
                </a:lnTo>
                <a:lnTo>
                  <a:pt x="7" y="10"/>
                </a:lnTo>
                <a:lnTo>
                  <a:pt x="7" y="11"/>
                </a:lnTo>
                <a:lnTo>
                  <a:pt x="7" y="12"/>
                </a:lnTo>
                <a:lnTo>
                  <a:pt x="7" y="13"/>
                </a:lnTo>
                <a:lnTo>
                  <a:pt x="8" y="13"/>
                </a:lnTo>
                <a:lnTo>
                  <a:pt x="8" y="14"/>
                </a:lnTo>
                <a:lnTo>
                  <a:pt x="7" y="14"/>
                </a:lnTo>
                <a:lnTo>
                  <a:pt x="6" y="13"/>
                </a:lnTo>
                <a:lnTo>
                  <a:pt x="5" y="13"/>
                </a:lnTo>
                <a:lnTo>
                  <a:pt x="3" y="14"/>
                </a:lnTo>
                <a:lnTo>
                  <a:pt x="2" y="14"/>
                </a:lnTo>
                <a:lnTo>
                  <a:pt x="2" y="15"/>
                </a:lnTo>
                <a:lnTo>
                  <a:pt x="1" y="15"/>
                </a:lnTo>
                <a:lnTo>
                  <a:pt x="0" y="15"/>
                </a:lnTo>
                <a:lnTo>
                  <a:pt x="0" y="14"/>
                </a:lnTo>
                <a:lnTo>
                  <a:pt x="1" y="14"/>
                </a:lnTo>
                <a:lnTo>
                  <a:pt x="1" y="13"/>
                </a:lnTo>
                <a:lnTo>
                  <a:pt x="2" y="13"/>
                </a:lnTo>
                <a:lnTo>
                  <a:pt x="3" y="13"/>
                </a:lnTo>
                <a:lnTo>
                  <a:pt x="5" y="13"/>
                </a:lnTo>
                <a:lnTo>
                  <a:pt x="5" y="12"/>
                </a:lnTo>
                <a:lnTo>
                  <a:pt x="6" y="12"/>
                </a:lnTo>
                <a:lnTo>
                  <a:pt x="6" y="11"/>
                </a:lnTo>
                <a:lnTo>
                  <a:pt x="6" y="10"/>
                </a:lnTo>
                <a:lnTo>
                  <a:pt x="5" y="10"/>
                </a:lnTo>
                <a:lnTo>
                  <a:pt x="3" y="10"/>
                </a:lnTo>
                <a:lnTo>
                  <a:pt x="3" y="9"/>
                </a:lnTo>
                <a:lnTo>
                  <a:pt x="5" y="9"/>
                </a:lnTo>
                <a:lnTo>
                  <a:pt x="6" y="9"/>
                </a:lnTo>
                <a:lnTo>
                  <a:pt x="5" y="9"/>
                </a:lnTo>
                <a:lnTo>
                  <a:pt x="5" y="8"/>
                </a:lnTo>
                <a:lnTo>
                  <a:pt x="5" y="7"/>
                </a:lnTo>
                <a:lnTo>
                  <a:pt x="6" y="7"/>
                </a:lnTo>
                <a:lnTo>
                  <a:pt x="6" y="6"/>
                </a:lnTo>
                <a:lnTo>
                  <a:pt x="5" y="6"/>
                </a:lnTo>
                <a:lnTo>
                  <a:pt x="3" y="6"/>
                </a:lnTo>
                <a:lnTo>
                  <a:pt x="5" y="5"/>
                </a:lnTo>
                <a:lnTo>
                  <a:pt x="5" y="4"/>
                </a:lnTo>
                <a:lnTo>
                  <a:pt x="3" y="4"/>
                </a:lnTo>
                <a:lnTo>
                  <a:pt x="5" y="4"/>
                </a:lnTo>
                <a:lnTo>
                  <a:pt x="5" y="3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7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2622600" y="54648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2624040" y="5463000"/>
            <a:ext cx="3600" cy="3600"/>
          </a:xfrm>
          <a:custGeom>
            <a:avLst/>
            <a:gdLst/>
            <a:ahLst/>
            <a:rect l="0" t="0" r="r" b="b"/>
            <a:pathLst>
              <a:path w="10" h="10">
                <a:moveTo>
                  <a:pt x="6" y="1"/>
                </a:moveTo>
                <a:lnTo>
                  <a:pt x="7" y="1"/>
                </a:lnTo>
                <a:lnTo>
                  <a:pt x="8" y="1"/>
                </a:lnTo>
                <a:lnTo>
                  <a:pt x="9" y="2"/>
                </a:lnTo>
                <a:lnTo>
                  <a:pt x="9" y="3"/>
                </a:lnTo>
                <a:lnTo>
                  <a:pt x="10" y="3"/>
                </a:lnTo>
                <a:lnTo>
                  <a:pt x="10" y="4"/>
                </a:lnTo>
                <a:lnTo>
                  <a:pt x="9" y="4"/>
                </a:lnTo>
                <a:lnTo>
                  <a:pt x="9" y="6"/>
                </a:lnTo>
                <a:lnTo>
                  <a:pt x="8" y="7"/>
                </a:lnTo>
                <a:lnTo>
                  <a:pt x="9" y="7"/>
                </a:lnTo>
                <a:lnTo>
                  <a:pt x="10" y="7"/>
                </a:lnTo>
                <a:lnTo>
                  <a:pt x="10" y="8"/>
                </a:lnTo>
                <a:lnTo>
                  <a:pt x="9" y="8"/>
                </a:lnTo>
                <a:lnTo>
                  <a:pt x="10" y="9"/>
                </a:lnTo>
                <a:lnTo>
                  <a:pt x="9" y="9"/>
                </a:lnTo>
                <a:lnTo>
                  <a:pt x="8" y="9"/>
                </a:lnTo>
                <a:lnTo>
                  <a:pt x="8" y="10"/>
                </a:lnTo>
                <a:lnTo>
                  <a:pt x="8" y="9"/>
                </a:lnTo>
                <a:lnTo>
                  <a:pt x="8" y="8"/>
                </a:lnTo>
                <a:lnTo>
                  <a:pt x="8" y="7"/>
                </a:lnTo>
                <a:lnTo>
                  <a:pt x="7" y="6"/>
                </a:lnTo>
                <a:lnTo>
                  <a:pt x="6" y="4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4" y="4"/>
                </a:lnTo>
                <a:lnTo>
                  <a:pt x="2" y="6"/>
                </a:lnTo>
                <a:lnTo>
                  <a:pt x="2" y="4"/>
                </a:lnTo>
                <a:lnTo>
                  <a:pt x="1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2" y="2"/>
                </a:lnTo>
                <a:lnTo>
                  <a:pt x="4" y="2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6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2653200" y="5458680"/>
            <a:ext cx="720" cy="2520"/>
          </a:xfrm>
          <a:custGeom>
            <a:avLst/>
            <a:gdLst/>
            <a:ahLst/>
            <a:rect l="0" t="0" r="r" b="b"/>
            <a:pathLst>
              <a:path w="2" h="7">
                <a:moveTo>
                  <a:pt x="0" y="7"/>
                </a:moveTo>
                <a:lnTo>
                  <a:pt x="0" y="6"/>
                </a:lnTo>
                <a:lnTo>
                  <a:pt x="0" y="5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4"/>
                </a:lnTo>
                <a:lnTo>
                  <a:pt x="0" y="7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2653560" y="545544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4" y="4"/>
                </a:moveTo>
                <a:lnTo>
                  <a:pt x="4" y="6"/>
                </a:lnTo>
                <a:lnTo>
                  <a:pt x="0" y="6"/>
                </a:lnTo>
                <a:lnTo>
                  <a:pt x="0" y="0"/>
                </a:lnTo>
                <a:lnTo>
                  <a:pt x="4" y="0"/>
                </a:lnTo>
                <a:lnTo>
                  <a:pt x="4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2625840" y="545868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4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2" y="6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2"/>
                </a:lnTo>
                <a:lnTo>
                  <a:pt x="4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2656440" y="54496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1" y="0"/>
                </a:move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3" y="4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2661120" y="5435280"/>
            <a:ext cx="2880" cy="2160"/>
          </a:xfrm>
          <a:custGeom>
            <a:avLst/>
            <a:gdLst/>
            <a:ahLst/>
            <a:rect l="0" t="0" r="r" b="b"/>
            <a:pathLst>
              <a:path w="8" h="6">
                <a:moveTo>
                  <a:pt x="4" y="4"/>
                </a:moveTo>
                <a:lnTo>
                  <a:pt x="1" y="6"/>
                </a:lnTo>
                <a:lnTo>
                  <a:pt x="0" y="6"/>
                </a:lnTo>
                <a:lnTo>
                  <a:pt x="0" y="4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4" y="0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7" y="1"/>
                </a:lnTo>
                <a:lnTo>
                  <a:pt x="7" y="2"/>
                </a:lnTo>
                <a:lnTo>
                  <a:pt x="7" y="3"/>
                </a:lnTo>
                <a:lnTo>
                  <a:pt x="6" y="4"/>
                </a:lnTo>
                <a:lnTo>
                  <a:pt x="5" y="4"/>
                </a:lnTo>
                <a:lnTo>
                  <a:pt x="4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2731320" y="538200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4" y="3"/>
                </a:move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2719800" y="53668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1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2652840" y="5361120"/>
            <a:ext cx="80280" cy="187200"/>
          </a:xfrm>
          <a:custGeom>
            <a:avLst/>
            <a:gdLst/>
            <a:ahLst/>
            <a:rect l="0" t="0" r="r" b="b"/>
            <a:pathLst>
              <a:path w="223" h="520">
                <a:moveTo>
                  <a:pt x="155" y="2"/>
                </a:moveTo>
                <a:lnTo>
                  <a:pt x="157" y="2"/>
                </a:lnTo>
                <a:lnTo>
                  <a:pt x="157" y="1"/>
                </a:lnTo>
                <a:lnTo>
                  <a:pt x="158" y="1"/>
                </a:lnTo>
                <a:lnTo>
                  <a:pt x="158" y="0"/>
                </a:lnTo>
                <a:lnTo>
                  <a:pt x="159" y="0"/>
                </a:lnTo>
                <a:lnTo>
                  <a:pt x="159" y="1"/>
                </a:lnTo>
                <a:lnTo>
                  <a:pt x="160" y="1"/>
                </a:lnTo>
                <a:lnTo>
                  <a:pt x="162" y="1"/>
                </a:lnTo>
                <a:lnTo>
                  <a:pt x="163" y="2"/>
                </a:lnTo>
                <a:lnTo>
                  <a:pt x="165" y="2"/>
                </a:lnTo>
                <a:lnTo>
                  <a:pt x="165" y="3"/>
                </a:lnTo>
                <a:lnTo>
                  <a:pt x="166" y="3"/>
                </a:lnTo>
                <a:lnTo>
                  <a:pt x="166" y="4"/>
                </a:lnTo>
                <a:lnTo>
                  <a:pt x="167" y="4"/>
                </a:lnTo>
                <a:lnTo>
                  <a:pt x="167" y="5"/>
                </a:lnTo>
                <a:lnTo>
                  <a:pt x="168" y="6"/>
                </a:lnTo>
                <a:lnTo>
                  <a:pt x="168" y="8"/>
                </a:lnTo>
                <a:lnTo>
                  <a:pt x="169" y="9"/>
                </a:lnTo>
                <a:lnTo>
                  <a:pt x="170" y="8"/>
                </a:lnTo>
                <a:lnTo>
                  <a:pt x="171" y="9"/>
                </a:lnTo>
                <a:lnTo>
                  <a:pt x="170" y="10"/>
                </a:lnTo>
                <a:lnTo>
                  <a:pt x="171" y="10"/>
                </a:lnTo>
                <a:lnTo>
                  <a:pt x="171" y="11"/>
                </a:lnTo>
                <a:lnTo>
                  <a:pt x="172" y="11"/>
                </a:lnTo>
                <a:lnTo>
                  <a:pt x="173" y="12"/>
                </a:lnTo>
                <a:lnTo>
                  <a:pt x="174" y="12"/>
                </a:lnTo>
                <a:lnTo>
                  <a:pt x="174" y="13"/>
                </a:lnTo>
                <a:lnTo>
                  <a:pt x="174" y="12"/>
                </a:lnTo>
                <a:lnTo>
                  <a:pt x="175" y="12"/>
                </a:lnTo>
                <a:lnTo>
                  <a:pt x="176" y="11"/>
                </a:lnTo>
                <a:lnTo>
                  <a:pt x="177" y="11"/>
                </a:lnTo>
                <a:lnTo>
                  <a:pt x="177" y="10"/>
                </a:lnTo>
                <a:lnTo>
                  <a:pt x="178" y="10"/>
                </a:lnTo>
                <a:lnTo>
                  <a:pt x="177" y="10"/>
                </a:lnTo>
                <a:lnTo>
                  <a:pt x="177" y="12"/>
                </a:lnTo>
                <a:lnTo>
                  <a:pt x="176" y="13"/>
                </a:lnTo>
                <a:lnTo>
                  <a:pt x="176" y="14"/>
                </a:lnTo>
                <a:lnTo>
                  <a:pt x="177" y="14"/>
                </a:lnTo>
                <a:lnTo>
                  <a:pt x="177" y="15"/>
                </a:lnTo>
                <a:lnTo>
                  <a:pt x="178" y="15"/>
                </a:lnTo>
                <a:lnTo>
                  <a:pt x="179" y="15"/>
                </a:lnTo>
                <a:lnTo>
                  <a:pt x="180" y="16"/>
                </a:lnTo>
                <a:lnTo>
                  <a:pt x="180" y="17"/>
                </a:lnTo>
                <a:lnTo>
                  <a:pt x="181" y="17"/>
                </a:lnTo>
                <a:lnTo>
                  <a:pt x="182" y="17"/>
                </a:lnTo>
                <a:lnTo>
                  <a:pt x="183" y="17"/>
                </a:lnTo>
                <a:lnTo>
                  <a:pt x="185" y="17"/>
                </a:lnTo>
                <a:lnTo>
                  <a:pt x="186" y="18"/>
                </a:lnTo>
                <a:lnTo>
                  <a:pt x="186" y="19"/>
                </a:lnTo>
                <a:lnTo>
                  <a:pt x="186" y="20"/>
                </a:lnTo>
                <a:lnTo>
                  <a:pt x="185" y="20"/>
                </a:lnTo>
                <a:lnTo>
                  <a:pt x="185" y="21"/>
                </a:lnTo>
                <a:lnTo>
                  <a:pt x="186" y="20"/>
                </a:lnTo>
                <a:lnTo>
                  <a:pt x="187" y="19"/>
                </a:lnTo>
                <a:lnTo>
                  <a:pt x="187" y="18"/>
                </a:lnTo>
                <a:lnTo>
                  <a:pt x="188" y="18"/>
                </a:lnTo>
                <a:lnTo>
                  <a:pt x="189" y="17"/>
                </a:lnTo>
                <a:lnTo>
                  <a:pt x="190" y="18"/>
                </a:lnTo>
                <a:lnTo>
                  <a:pt x="191" y="18"/>
                </a:lnTo>
                <a:lnTo>
                  <a:pt x="192" y="18"/>
                </a:lnTo>
                <a:lnTo>
                  <a:pt x="193" y="17"/>
                </a:lnTo>
                <a:lnTo>
                  <a:pt x="194" y="17"/>
                </a:lnTo>
                <a:lnTo>
                  <a:pt x="193" y="19"/>
                </a:lnTo>
                <a:lnTo>
                  <a:pt x="194" y="20"/>
                </a:lnTo>
                <a:lnTo>
                  <a:pt x="195" y="20"/>
                </a:lnTo>
                <a:lnTo>
                  <a:pt x="195" y="19"/>
                </a:lnTo>
                <a:lnTo>
                  <a:pt x="196" y="19"/>
                </a:lnTo>
                <a:lnTo>
                  <a:pt x="196" y="20"/>
                </a:lnTo>
                <a:lnTo>
                  <a:pt x="196" y="21"/>
                </a:lnTo>
                <a:lnTo>
                  <a:pt x="197" y="21"/>
                </a:lnTo>
                <a:lnTo>
                  <a:pt x="197" y="20"/>
                </a:lnTo>
                <a:lnTo>
                  <a:pt x="198" y="20"/>
                </a:lnTo>
                <a:lnTo>
                  <a:pt x="200" y="20"/>
                </a:lnTo>
                <a:lnTo>
                  <a:pt x="202" y="20"/>
                </a:lnTo>
                <a:lnTo>
                  <a:pt x="204" y="19"/>
                </a:lnTo>
                <a:lnTo>
                  <a:pt x="205" y="19"/>
                </a:lnTo>
                <a:lnTo>
                  <a:pt x="206" y="20"/>
                </a:lnTo>
                <a:lnTo>
                  <a:pt x="207" y="20"/>
                </a:lnTo>
                <a:lnTo>
                  <a:pt x="207" y="19"/>
                </a:lnTo>
                <a:lnTo>
                  <a:pt x="208" y="19"/>
                </a:lnTo>
                <a:lnTo>
                  <a:pt x="209" y="18"/>
                </a:lnTo>
                <a:lnTo>
                  <a:pt x="210" y="17"/>
                </a:lnTo>
                <a:lnTo>
                  <a:pt x="210" y="18"/>
                </a:lnTo>
                <a:lnTo>
                  <a:pt x="209" y="19"/>
                </a:lnTo>
                <a:lnTo>
                  <a:pt x="210" y="20"/>
                </a:lnTo>
                <a:lnTo>
                  <a:pt x="210" y="21"/>
                </a:lnTo>
                <a:lnTo>
                  <a:pt x="210" y="22"/>
                </a:lnTo>
                <a:lnTo>
                  <a:pt x="209" y="24"/>
                </a:lnTo>
                <a:lnTo>
                  <a:pt x="210" y="25"/>
                </a:lnTo>
                <a:lnTo>
                  <a:pt x="210" y="26"/>
                </a:lnTo>
                <a:lnTo>
                  <a:pt x="211" y="26"/>
                </a:lnTo>
                <a:lnTo>
                  <a:pt x="212" y="27"/>
                </a:lnTo>
                <a:lnTo>
                  <a:pt x="213" y="27"/>
                </a:lnTo>
                <a:lnTo>
                  <a:pt x="213" y="28"/>
                </a:lnTo>
                <a:lnTo>
                  <a:pt x="212" y="29"/>
                </a:lnTo>
                <a:lnTo>
                  <a:pt x="213" y="30"/>
                </a:lnTo>
                <a:lnTo>
                  <a:pt x="213" y="31"/>
                </a:lnTo>
                <a:lnTo>
                  <a:pt x="213" y="32"/>
                </a:lnTo>
                <a:lnTo>
                  <a:pt x="214" y="32"/>
                </a:lnTo>
                <a:lnTo>
                  <a:pt x="214" y="33"/>
                </a:lnTo>
                <a:lnTo>
                  <a:pt x="215" y="33"/>
                </a:lnTo>
                <a:lnTo>
                  <a:pt x="216" y="33"/>
                </a:lnTo>
                <a:lnTo>
                  <a:pt x="217" y="32"/>
                </a:lnTo>
                <a:lnTo>
                  <a:pt x="218" y="32"/>
                </a:lnTo>
                <a:lnTo>
                  <a:pt x="219" y="32"/>
                </a:lnTo>
                <a:lnTo>
                  <a:pt x="220" y="32"/>
                </a:lnTo>
                <a:lnTo>
                  <a:pt x="221" y="32"/>
                </a:lnTo>
                <a:lnTo>
                  <a:pt x="222" y="33"/>
                </a:lnTo>
                <a:lnTo>
                  <a:pt x="222" y="32"/>
                </a:lnTo>
                <a:lnTo>
                  <a:pt x="223" y="32"/>
                </a:lnTo>
                <a:lnTo>
                  <a:pt x="223" y="33"/>
                </a:lnTo>
                <a:lnTo>
                  <a:pt x="223" y="34"/>
                </a:lnTo>
                <a:lnTo>
                  <a:pt x="223" y="35"/>
                </a:lnTo>
                <a:lnTo>
                  <a:pt x="222" y="35"/>
                </a:lnTo>
                <a:lnTo>
                  <a:pt x="222" y="36"/>
                </a:lnTo>
                <a:lnTo>
                  <a:pt x="220" y="36"/>
                </a:lnTo>
                <a:lnTo>
                  <a:pt x="220" y="37"/>
                </a:lnTo>
                <a:lnTo>
                  <a:pt x="219" y="38"/>
                </a:lnTo>
                <a:lnTo>
                  <a:pt x="218" y="38"/>
                </a:lnTo>
                <a:lnTo>
                  <a:pt x="217" y="39"/>
                </a:lnTo>
                <a:lnTo>
                  <a:pt x="215" y="40"/>
                </a:lnTo>
                <a:lnTo>
                  <a:pt x="215" y="41"/>
                </a:lnTo>
                <a:lnTo>
                  <a:pt x="214" y="41"/>
                </a:lnTo>
                <a:lnTo>
                  <a:pt x="214" y="42"/>
                </a:lnTo>
                <a:lnTo>
                  <a:pt x="213" y="43"/>
                </a:lnTo>
                <a:lnTo>
                  <a:pt x="213" y="44"/>
                </a:lnTo>
                <a:lnTo>
                  <a:pt x="212" y="44"/>
                </a:lnTo>
                <a:lnTo>
                  <a:pt x="212" y="45"/>
                </a:lnTo>
                <a:lnTo>
                  <a:pt x="211" y="46"/>
                </a:lnTo>
                <a:lnTo>
                  <a:pt x="210" y="47"/>
                </a:lnTo>
                <a:lnTo>
                  <a:pt x="210" y="48"/>
                </a:lnTo>
                <a:lnTo>
                  <a:pt x="210" y="50"/>
                </a:lnTo>
                <a:lnTo>
                  <a:pt x="209" y="51"/>
                </a:lnTo>
                <a:lnTo>
                  <a:pt x="207" y="54"/>
                </a:lnTo>
                <a:lnTo>
                  <a:pt x="206" y="54"/>
                </a:lnTo>
                <a:lnTo>
                  <a:pt x="206" y="55"/>
                </a:lnTo>
                <a:lnTo>
                  <a:pt x="205" y="56"/>
                </a:lnTo>
                <a:lnTo>
                  <a:pt x="205" y="58"/>
                </a:lnTo>
                <a:lnTo>
                  <a:pt x="204" y="58"/>
                </a:lnTo>
                <a:lnTo>
                  <a:pt x="204" y="59"/>
                </a:lnTo>
                <a:lnTo>
                  <a:pt x="205" y="59"/>
                </a:lnTo>
                <a:lnTo>
                  <a:pt x="205" y="60"/>
                </a:lnTo>
                <a:lnTo>
                  <a:pt x="204" y="61"/>
                </a:lnTo>
                <a:lnTo>
                  <a:pt x="204" y="62"/>
                </a:lnTo>
                <a:lnTo>
                  <a:pt x="204" y="68"/>
                </a:lnTo>
                <a:lnTo>
                  <a:pt x="204" y="69"/>
                </a:lnTo>
                <a:lnTo>
                  <a:pt x="204" y="70"/>
                </a:lnTo>
                <a:lnTo>
                  <a:pt x="204" y="71"/>
                </a:lnTo>
                <a:lnTo>
                  <a:pt x="204" y="72"/>
                </a:lnTo>
                <a:lnTo>
                  <a:pt x="205" y="73"/>
                </a:lnTo>
                <a:lnTo>
                  <a:pt x="205" y="74"/>
                </a:lnTo>
                <a:lnTo>
                  <a:pt x="205" y="75"/>
                </a:lnTo>
                <a:lnTo>
                  <a:pt x="205" y="76"/>
                </a:lnTo>
                <a:lnTo>
                  <a:pt x="206" y="76"/>
                </a:lnTo>
                <a:lnTo>
                  <a:pt x="206" y="77"/>
                </a:lnTo>
                <a:lnTo>
                  <a:pt x="206" y="78"/>
                </a:lnTo>
                <a:lnTo>
                  <a:pt x="207" y="78"/>
                </a:lnTo>
                <a:lnTo>
                  <a:pt x="207" y="79"/>
                </a:lnTo>
                <a:lnTo>
                  <a:pt x="208" y="80"/>
                </a:lnTo>
                <a:lnTo>
                  <a:pt x="208" y="81"/>
                </a:lnTo>
                <a:lnTo>
                  <a:pt x="207" y="81"/>
                </a:lnTo>
                <a:lnTo>
                  <a:pt x="207" y="82"/>
                </a:lnTo>
                <a:lnTo>
                  <a:pt x="206" y="82"/>
                </a:lnTo>
                <a:lnTo>
                  <a:pt x="207" y="82"/>
                </a:lnTo>
                <a:lnTo>
                  <a:pt x="208" y="82"/>
                </a:lnTo>
                <a:lnTo>
                  <a:pt x="209" y="83"/>
                </a:lnTo>
                <a:lnTo>
                  <a:pt x="209" y="84"/>
                </a:lnTo>
                <a:lnTo>
                  <a:pt x="209" y="85"/>
                </a:lnTo>
                <a:lnTo>
                  <a:pt x="209" y="86"/>
                </a:lnTo>
                <a:lnTo>
                  <a:pt x="210" y="87"/>
                </a:lnTo>
                <a:lnTo>
                  <a:pt x="210" y="88"/>
                </a:lnTo>
                <a:lnTo>
                  <a:pt x="210" y="89"/>
                </a:lnTo>
                <a:lnTo>
                  <a:pt x="211" y="90"/>
                </a:lnTo>
                <a:lnTo>
                  <a:pt x="211" y="91"/>
                </a:lnTo>
                <a:lnTo>
                  <a:pt x="212" y="91"/>
                </a:lnTo>
                <a:lnTo>
                  <a:pt x="212" y="92"/>
                </a:lnTo>
                <a:lnTo>
                  <a:pt x="212" y="93"/>
                </a:lnTo>
                <a:lnTo>
                  <a:pt x="213" y="93"/>
                </a:lnTo>
                <a:lnTo>
                  <a:pt x="213" y="94"/>
                </a:lnTo>
                <a:lnTo>
                  <a:pt x="214" y="94"/>
                </a:lnTo>
                <a:lnTo>
                  <a:pt x="214" y="95"/>
                </a:lnTo>
                <a:lnTo>
                  <a:pt x="215" y="96"/>
                </a:lnTo>
                <a:lnTo>
                  <a:pt x="217" y="96"/>
                </a:lnTo>
                <a:lnTo>
                  <a:pt x="218" y="97"/>
                </a:lnTo>
                <a:lnTo>
                  <a:pt x="217" y="97"/>
                </a:lnTo>
                <a:lnTo>
                  <a:pt x="216" y="97"/>
                </a:lnTo>
                <a:lnTo>
                  <a:pt x="215" y="96"/>
                </a:lnTo>
                <a:lnTo>
                  <a:pt x="214" y="97"/>
                </a:lnTo>
                <a:lnTo>
                  <a:pt x="214" y="98"/>
                </a:lnTo>
                <a:lnTo>
                  <a:pt x="215" y="98"/>
                </a:lnTo>
                <a:lnTo>
                  <a:pt x="215" y="99"/>
                </a:lnTo>
                <a:lnTo>
                  <a:pt x="216" y="99"/>
                </a:lnTo>
                <a:lnTo>
                  <a:pt x="217" y="99"/>
                </a:lnTo>
                <a:lnTo>
                  <a:pt x="217" y="100"/>
                </a:lnTo>
                <a:lnTo>
                  <a:pt x="217" y="101"/>
                </a:lnTo>
                <a:lnTo>
                  <a:pt x="217" y="102"/>
                </a:lnTo>
                <a:lnTo>
                  <a:pt x="217" y="103"/>
                </a:lnTo>
                <a:lnTo>
                  <a:pt x="217" y="105"/>
                </a:lnTo>
                <a:lnTo>
                  <a:pt x="218" y="107"/>
                </a:lnTo>
                <a:lnTo>
                  <a:pt x="218" y="108"/>
                </a:lnTo>
                <a:lnTo>
                  <a:pt x="217" y="108"/>
                </a:lnTo>
                <a:lnTo>
                  <a:pt x="215" y="109"/>
                </a:lnTo>
                <a:lnTo>
                  <a:pt x="214" y="109"/>
                </a:lnTo>
                <a:lnTo>
                  <a:pt x="214" y="110"/>
                </a:lnTo>
                <a:lnTo>
                  <a:pt x="214" y="111"/>
                </a:lnTo>
                <a:lnTo>
                  <a:pt x="214" y="112"/>
                </a:lnTo>
                <a:lnTo>
                  <a:pt x="214" y="113"/>
                </a:lnTo>
                <a:lnTo>
                  <a:pt x="215" y="113"/>
                </a:lnTo>
                <a:lnTo>
                  <a:pt x="216" y="113"/>
                </a:lnTo>
                <a:lnTo>
                  <a:pt x="216" y="115"/>
                </a:lnTo>
                <a:lnTo>
                  <a:pt x="216" y="116"/>
                </a:lnTo>
                <a:lnTo>
                  <a:pt x="215" y="116"/>
                </a:lnTo>
                <a:lnTo>
                  <a:pt x="215" y="117"/>
                </a:lnTo>
                <a:lnTo>
                  <a:pt x="214" y="117"/>
                </a:lnTo>
                <a:lnTo>
                  <a:pt x="213" y="118"/>
                </a:lnTo>
                <a:lnTo>
                  <a:pt x="213" y="119"/>
                </a:lnTo>
                <a:lnTo>
                  <a:pt x="213" y="120"/>
                </a:lnTo>
                <a:lnTo>
                  <a:pt x="212" y="121"/>
                </a:lnTo>
                <a:lnTo>
                  <a:pt x="212" y="122"/>
                </a:lnTo>
                <a:lnTo>
                  <a:pt x="211" y="122"/>
                </a:lnTo>
                <a:lnTo>
                  <a:pt x="211" y="123"/>
                </a:lnTo>
                <a:lnTo>
                  <a:pt x="211" y="124"/>
                </a:lnTo>
                <a:lnTo>
                  <a:pt x="210" y="124"/>
                </a:lnTo>
                <a:lnTo>
                  <a:pt x="210" y="125"/>
                </a:lnTo>
                <a:lnTo>
                  <a:pt x="210" y="126"/>
                </a:lnTo>
                <a:lnTo>
                  <a:pt x="210" y="129"/>
                </a:lnTo>
                <a:lnTo>
                  <a:pt x="210" y="131"/>
                </a:lnTo>
                <a:lnTo>
                  <a:pt x="210" y="132"/>
                </a:lnTo>
                <a:lnTo>
                  <a:pt x="210" y="134"/>
                </a:lnTo>
                <a:lnTo>
                  <a:pt x="210" y="135"/>
                </a:lnTo>
                <a:lnTo>
                  <a:pt x="209" y="137"/>
                </a:lnTo>
                <a:lnTo>
                  <a:pt x="209" y="139"/>
                </a:lnTo>
                <a:lnTo>
                  <a:pt x="210" y="140"/>
                </a:lnTo>
                <a:lnTo>
                  <a:pt x="210" y="141"/>
                </a:lnTo>
                <a:lnTo>
                  <a:pt x="210" y="143"/>
                </a:lnTo>
                <a:lnTo>
                  <a:pt x="209" y="143"/>
                </a:lnTo>
                <a:lnTo>
                  <a:pt x="208" y="143"/>
                </a:lnTo>
                <a:lnTo>
                  <a:pt x="208" y="146"/>
                </a:lnTo>
                <a:lnTo>
                  <a:pt x="208" y="147"/>
                </a:lnTo>
                <a:lnTo>
                  <a:pt x="207" y="148"/>
                </a:lnTo>
                <a:lnTo>
                  <a:pt x="207" y="149"/>
                </a:lnTo>
                <a:lnTo>
                  <a:pt x="207" y="150"/>
                </a:lnTo>
                <a:lnTo>
                  <a:pt x="206" y="152"/>
                </a:lnTo>
                <a:lnTo>
                  <a:pt x="206" y="153"/>
                </a:lnTo>
                <a:lnTo>
                  <a:pt x="205" y="153"/>
                </a:lnTo>
                <a:lnTo>
                  <a:pt x="204" y="153"/>
                </a:lnTo>
                <a:lnTo>
                  <a:pt x="204" y="154"/>
                </a:lnTo>
                <a:lnTo>
                  <a:pt x="203" y="155"/>
                </a:lnTo>
                <a:lnTo>
                  <a:pt x="203" y="156"/>
                </a:lnTo>
                <a:lnTo>
                  <a:pt x="203" y="157"/>
                </a:lnTo>
                <a:lnTo>
                  <a:pt x="202" y="157"/>
                </a:lnTo>
                <a:lnTo>
                  <a:pt x="201" y="158"/>
                </a:lnTo>
                <a:lnTo>
                  <a:pt x="201" y="159"/>
                </a:lnTo>
                <a:lnTo>
                  <a:pt x="200" y="159"/>
                </a:lnTo>
                <a:lnTo>
                  <a:pt x="199" y="160"/>
                </a:lnTo>
                <a:lnTo>
                  <a:pt x="198" y="161"/>
                </a:lnTo>
                <a:lnTo>
                  <a:pt x="198" y="162"/>
                </a:lnTo>
                <a:lnTo>
                  <a:pt x="198" y="163"/>
                </a:lnTo>
                <a:lnTo>
                  <a:pt x="198" y="165"/>
                </a:lnTo>
                <a:lnTo>
                  <a:pt x="198" y="166"/>
                </a:lnTo>
                <a:lnTo>
                  <a:pt x="198" y="167"/>
                </a:lnTo>
                <a:lnTo>
                  <a:pt x="199" y="167"/>
                </a:lnTo>
                <a:lnTo>
                  <a:pt x="199" y="168"/>
                </a:lnTo>
                <a:lnTo>
                  <a:pt x="200" y="169"/>
                </a:lnTo>
                <a:lnTo>
                  <a:pt x="200" y="170"/>
                </a:lnTo>
                <a:lnTo>
                  <a:pt x="200" y="171"/>
                </a:lnTo>
                <a:lnTo>
                  <a:pt x="199" y="171"/>
                </a:lnTo>
                <a:lnTo>
                  <a:pt x="199" y="172"/>
                </a:lnTo>
                <a:lnTo>
                  <a:pt x="199" y="173"/>
                </a:lnTo>
                <a:lnTo>
                  <a:pt x="198" y="173"/>
                </a:lnTo>
                <a:lnTo>
                  <a:pt x="198" y="174"/>
                </a:lnTo>
                <a:lnTo>
                  <a:pt x="197" y="174"/>
                </a:lnTo>
                <a:lnTo>
                  <a:pt x="197" y="175"/>
                </a:lnTo>
                <a:lnTo>
                  <a:pt x="196" y="175"/>
                </a:lnTo>
                <a:lnTo>
                  <a:pt x="196" y="176"/>
                </a:lnTo>
                <a:lnTo>
                  <a:pt x="195" y="177"/>
                </a:lnTo>
                <a:lnTo>
                  <a:pt x="195" y="178"/>
                </a:lnTo>
                <a:lnTo>
                  <a:pt x="195" y="179"/>
                </a:lnTo>
                <a:lnTo>
                  <a:pt x="195" y="181"/>
                </a:lnTo>
                <a:lnTo>
                  <a:pt x="195" y="182"/>
                </a:lnTo>
                <a:lnTo>
                  <a:pt x="195" y="183"/>
                </a:lnTo>
                <a:lnTo>
                  <a:pt x="196" y="184"/>
                </a:lnTo>
                <a:lnTo>
                  <a:pt x="196" y="185"/>
                </a:lnTo>
                <a:lnTo>
                  <a:pt x="197" y="186"/>
                </a:lnTo>
                <a:lnTo>
                  <a:pt x="197" y="187"/>
                </a:lnTo>
                <a:lnTo>
                  <a:pt x="198" y="187"/>
                </a:lnTo>
                <a:lnTo>
                  <a:pt x="198" y="188"/>
                </a:lnTo>
                <a:lnTo>
                  <a:pt x="199" y="188"/>
                </a:lnTo>
                <a:lnTo>
                  <a:pt x="200" y="188"/>
                </a:lnTo>
                <a:lnTo>
                  <a:pt x="200" y="189"/>
                </a:lnTo>
                <a:lnTo>
                  <a:pt x="201" y="190"/>
                </a:lnTo>
                <a:lnTo>
                  <a:pt x="200" y="190"/>
                </a:lnTo>
                <a:lnTo>
                  <a:pt x="200" y="191"/>
                </a:lnTo>
                <a:lnTo>
                  <a:pt x="200" y="192"/>
                </a:lnTo>
                <a:lnTo>
                  <a:pt x="199" y="193"/>
                </a:lnTo>
                <a:lnTo>
                  <a:pt x="199" y="194"/>
                </a:lnTo>
                <a:lnTo>
                  <a:pt x="198" y="194"/>
                </a:lnTo>
                <a:lnTo>
                  <a:pt x="198" y="195"/>
                </a:lnTo>
                <a:lnTo>
                  <a:pt x="197" y="195"/>
                </a:lnTo>
                <a:lnTo>
                  <a:pt x="197" y="196"/>
                </a:lnTo>
                <a:lnTo>
                  <a:pt x="196" y="197"/>
                </a:lnTo>
                <a:lnTo>
                  <a:pt x="196" y="198"/>
                </a:lnTo>
                <a:lnTo>
                  <a:pt x="196" y="199"/>
                </a:lnTo>
                <a:lnTo>
                  <a:pt x="197" y="199"/>
                </a:lnTo>
                <a:lnTo>
                  <a:pt x="197" y="200"/>
                </a:lnTo>
                <a:lnTo>
                  <a:pt x="197" y="202"/>
                </a:lnTo>
                <a:lnTo>
                  <a:pt x="197" y="203"/>
                </a:lnTo>
                <a:lnTo>
                  <a:pt x="197" y="204"/>
                </a:lnTo>
                <a:lnTo>
                  <a:pt x="197" y="206"/>
                </a:lnTo>
                <a:lnTo>
                  <a:pt x="197" y="207"/>
                </a:lnTo>
                <a:lnTo>
                  <a:pt x="198" y="208"/>
                </a:lnTo>
                <a:lnTo>
                  <a:pt x="198" y="210"/>
                </a:lnTo>
                <a:lnTo>
                  <a:pt x="197" y="213"/>
                </a:lnTo>
                <a:lnTo>
                  <a:pt x="197" y="214"/>
                </a:lnTo>
                <a:lnTo>
                  <a:pt x="197" y="215"/>
                </a:lnTo>
                <a:lnTo>
                  <a:pt x="197" y="216"/>
                </a:lnTo>
                <a:lnTo>
                  <a:pt x="197" y="217"/>
                </a:lnTo>
                <a:lnTo>
                  <a:pt x="197" y="218"/>
                </a:lnTo>
                <a:lnTo>
                  <a:pt x="197" y="219"/>
                </a:lnTo>
                <a:lnTo>
                  <a:pt x="196" y="219"/>
                </a:lnTo>
                <a:lnTo>
                  <a:pt x="196" y="220"/>
                </a:lnTo>
                <a:lnTo>
                  <a:pt x="196" y="221"/>
                </a:lnTo>
                <a:lnTo>
                  <a:pt x="196" y="223"/>
                </a:lnTo>
                <a:lnTo>
                  <a:pt x="196" y="225"/>
                </a:lnTo>
                <a:lnTo>
                  <a:pt x="196" y="226"/>
                </a:lnTo>
                <a:lnTo>
                  <a:pt x="196" y="227"/>
                </a:lnTo>
                <a:lnTo>
                  <a:pt x="196" y="228"/>
                </a:lnTo>
                <a:lnTo>
                  <a:pt x="197" y="228"/>
                </a:lnTo>
                <a:lnTo>
                  <a:pt x="197" y="229"/>
                </a:lnTo>
                <a:lnTo>
                  <a:pt x="196" y="229"/>
                </a:lnTo>
                <a:lnTo>
                  <a:pt x="196" y="231"/>
                </a:lnTo>
                <a:lnTo>
                  <a:pt x="196" y="232"/>
                </a:lnTo>
                <a:lnTo>
                  <a:pt x="196" y="233"/>
                </a:lnTo>
                <a:lnTo>
                  <a:pt x="195" y="233"/>
                </a:lnTo>
                <a:lnTo>
                  <a:pt x="195" y="234"/>
                </a:lnTo>
                <a:lnTo>
                  <a:pt x="194" y="235"/>
                </a:lnTo>
                <a:lnTo>
                  <a:pt x="194" y="236"/>
                </a:lnTo>
                <a:lnTo>
                  <a:pt x="195" y="236"/>
                </a:lnTo>
                <a:lnTo>
                  <a:pt x="195" y="237"/>
                </a:lnTo>
                <a:lnTo>
                  <a:pt x="195" y="238"/>
                </a:lnTo>
                <a:lnTo>
                  <a:pt x="195" y="239"/>
                </a:lnTo>
                <a:lnTo>
                  <a:pt x="195" y="240"/>
                </a:lnTo>
                <a:lnTo>
                  <a:pt x="195" y="241"/>
                </a:lnTo>
                <a:lnTo>
                  <a:pt x="195" y="242"/>
                </a:lnTo>
                <a:lnTo>
                  <a:pt x="195" y="243"/>
                </a:lnTo>
                <a:lnTo>
                  <a:pt x="195" y="244"/>
                </a:lnTo>
                <a:lnTo>
                  <a:pt x="195" y="245"/>
                </a:lnTo>
                <a:lnTo>
                  <a:pt x="194" y="245"/>
                </a:lnTo>
                <a:lnTo>
                  <a:pt x="194" y="246"/>
                </a:lnTo>
                <a:lnTo>
                  <a:pt x="194" y="248"/>
                </a:lnTo>
                <a:lnTo>
                  <a:pt x="194" y="249"/>
                </a:lnTo>
                <a:lnTo>
                  <a:pt x="194" y="250"/>
                </a:lnTo>
                <a:lnTo>
                  <a:pt x="194" y="251"/>
                </a:lnTo>
                <a:lnTo>
                  <a:pt x="194" y="252"/>
                </a:lnTo>
                <a:lnTo>
                  <a:pt x="195" y="253"/>
                </a:lnTo>
                <a:lnTo>
                  <a:pt x="195" y="254"/>
                </a:lnTo>
                <a:lnTo>
                  <a:pt x="195" y="256"/>
                </a:lnTo>
                <a:lnTo>
                  <a:pt x="194" y="257"/>
                </a:lnTo>
                <a:lnTo>
                  <a:pt x="194" y="258"/>
                </a:lnTo>
                <a:lnTo>
                  <a:pt x="193" y="260"/>
                </a:lnTo>
                <a:lnTo>
                  <a:pt x="193" y="261"/>
                </a:lnTo>
                <a:lnTo>
                  <a:pt x="193" y="262"/>
                </a:lnTo>
                <a:lnTo>
                  <a:pt x="193" y="263"/>
                </a:lnTo>
                <a:lnTo>
                  <a:pt x="193" y="264"/>
                </a:lnTo>
                <a:lnTo>
                  <a:pt x="193" y="265"/>
                </a:lnTo>
                <a:lnTo>
                  <a:pt x="193" y="266"/>
                </a:lnTo>
                <a:lnTo>
                  <a:pt x="193" y="267"/>
                </a:lnTo>
                <a:lnTo>
                  <a:pt x="194" y="267"/>
                </a:lnTo>
                <a:lnTo>
                  <a:pt x="194" y="268"/>
                </a:lnTo>
                <a:lnTo>
                  <a:pt x="194" y="269"/>
                </a:lnTo>
                <a:lnTo>
                  <a:pt x="195" y="269"/>
                </a:lnTo>
                <a:lnTo>
                  <a:pt x="195" y="270"/>
                </a:lnTo>
                <a:lnTo>
                  <a:pt x="195" y="271"/>
                </a:lnTo>
                <a:lnTo>
                  <a:pt x="194" y="273"/>
                </a:lnTo>
                <a:lnTo>
                  <a:pt x="194" y="274"/>
                </a:lnTo>
                <a:lnTo>
                  <a:pt x="194" y="277"/>
                </a:lnTo>
                <a:lnTo>
                  <a:pt x="194" y="278"/>
                </a:lnTo>
                <a:lnTo>
                  <a:pt x="193" y="279"/>
                </a:lnTo>
                <a:lnTo>
                  <a:pt x="193" y="280"/>
                </a:lnTo>
                <a:lnTo>
                  <a:pt x="193" y="281"/>
                </a:lnTo>
                <a:lnTo>
                  <a:pt x="193" y="282"/>
                </a:lnTo>
                <a:lnTo>
                  <a:pt x="193" y="283"/>
                </a:lnTo>
                <a:lnTo>
                  <a:pt x="193" y="284"/>
                </a:lnTo>
                <a:lnTo>
                  <a:pt x="193" y="285"/>
                </a:lnTo>
                <a:lnTo>
                  <a:pt x="192" y="285"/>
                </a:lnTo>
                <a:lnTo>
                  <a:pt x="192" y="288"/>
                </a:lnTo>
                <a:lnTo>
                  <a:pt x="193" y="291"/>
                </a:lnTo>
                <a:lnTo>
                  <a:pt x="193" y="293"/>
                </a:lnTo>
                <a:lnTo>
                  <a:pt x="193" y="294"/>
                </a:lnTo>
                <a:lnTo>
                  <a:pt x="193" y="295"/>
                </a:lnTo>
                <a:lnTo>
                  <a:pt x="192" y="296"/>
                </a:lnTo>
                <a:lnTo>
                  <a:pt x="192" y="297"/>
                </a:lnTo>
                <a:lnTo>
                  <a:pt x="191" y="297"/>
                </a:lnTo>
                <a:lnTo>
                  <a:pt x="190" y="297"/>
                </a:lnTo>
                <a:lnTo>
                  <a:pt x="190" y="298"/>
                </a:lnTo>
                <a:lnTo>
                  <a:pt x="190" y="299"/>
                </a:lnTo>
                <a:lnTo>
                  <a:pt x="189" y="299"/>
                </a:lnTo>
                <a:lnTo>
                  <a:pt x="189" y="300"/>
                </a:lnTo>
                <a:lnTo>
                  <a:pt x="189" y="301"/>
                </a:lnTo>
                <a:lnTo>
                  <a:pt x="189" y="302"/>
                </a:lnTo>
                <a:lnTo>
                  <a:pt x="188" y="305"/>
                </a:lnTo>
                <a:lnTo>
                  <a:pt x="188" y="308"/>
                </a:lnTo>
                <a:lnTo>
                  <a:pt x="188" y="309"/>
                </a:lnTo>
                <a:lnTo>
                  <a:pt x="188" y="310"/>
                </a:lnTo>
                <a:lnTo>
                  <a:pt x="189" y="310"/>
                </a:lnTo>
                <a:lnTo>
                  <a:pt x="189" y="311"/>
                </a:lnTo>
                <a:lnTo>
                  <a:pt x="188" y="312"/>
                </a:lnTo>
                <a:lnTo>
                  <a:pt x="188" y="313"/>
                </a:lnTo>
                <a:lnTo>
                  <a:pt x="187" y="313"/>
                </a:lnTo>
                <a:lnTo>
                  <a:pt x="186" y="313"/>
                </a:lnTo>
                <a:lnTo>
                  <a:pt x="186" y="314"/>
                </a:lnTo>
                <a:lnTo>
                  <a:pt x="186" y="315"/>
                </a:lnTo>
                <a:lnTo>
                  <a:pt x="186" y="316"/>
                </a:lnTo>
                <a:lnTo>
                  <a:pt x="187" y="316"/>
                </a:lnTo>
                <a:lnTo>
                  <a:pt x="187" y="317"/>
                </a:lnTo>
                <a:lnTo>
                  <a:pt x="188" y="318"/>
                </a:lnTo>
                <a:lnTo>
                  <a:pt x="188" y="319"/>
                </a:lnTo>
                <a:lnTo>
                  <a:pt x="189" y="320"/>
                </a:lnTo>
                <a:lnTo>
                  <a:pt x="188" y="321"/>
                </a:lnTo>
                <a:lnTo>
                  <a:pt x="188" y="322"/>
                </a:lnTo>
                <a:lnTo>
                  <a:pt x="188" y="324"/>
                </a:lnTo>
                <a:lnTo>
                  <a:pt x="188" y="325"/>
                </a:lnTo>
                <a:lnTo>
                  <a:pt x="189" y="325"/>
                </a:lnTo>
                <a:lnTo>
                  <a:pt x="190" y="326"/>
                </a:lnTo>
                <a:lnTo>
                  <a:pt x="189" y="327"/>
                </a:lnTo>
                <a:lnTo>
                  <a:pt x="188" y="327"/>
                </a:lnTo>
                <a:lnTo>
                  <a:pt x="188" y="328"/>
                </a:lnTo>
                <a:lnTo>
                  <a:pt x="187" y="330"/>
                </a:lnTo>
                <a:lnTo>
                  <a:pt x="186" y="330"/>
                </a:lnTo>
                <a:lnTo>
                  <a:pt x="186" y="331"/>
                </a:lnTo>
                <a:lnTo>
                  <a:pt x="185" y="331"/>
                </a:lnTo>
                <a:lnTo>
                  <a:pt x="184" y="331"/>
                </a:lnTo>
                <a:lnTo>
                  <a:pt x="184" y="332"/>
                </a:lnTo>
                <a:lnTo>
                  <a:pt x="184" y="333"/>
                </a:lnTo>
                <a:lnTo>
                  <a:pt x="183" y="333"/>
                </a:lnTo>
                <a:lnTo>
                  <a:pt x="183" y="334"/>
                </a:lnTo>
                <a:lnTo>
                  <a:pt x="183" y="335"/>
                </a:lnTo>
                <a:lnTo>
                  <a:pt x="183" y="338"/>
                </a:lnTo>
                <a:lnTo>
                  <a:pt x="183" y="339"/>
                </a:lnTo>
                <a:lnTo>
                  <a:pt x="182" y="340"/>
                </a:lnTo>
                <a:lnTo>
                  <a:pt x="182" y="341"/>
                </a:lnTo>
                <a:lnTo>
                  <a:pt x="182" y="342"/>
                </a:lnTo>
                <a:lnTo>
                  <a:pt x="182" y="343"/>
                </a:lnTo>
                <a:lnTo>
                  <a:pt x="181" y="347"/>
                </a:lnTo>
                <a:lnTo>
                  <a:pt x="181" y="349"/>
                </a:lnTo>
                <a:lnTo>
                  <a:pt x="180" y="349"/>
                </a:lnTo>
                <a:lnTo>
                  <a:pt x="180" y="350"/>
                </a:lnTo>
                <a:lnTo>
                  <a:pt x="179" y="351"/>
                </a:lnTo>
                <a:lnTo>
                  <a:pt x="179" y="352"/>
                </a:lnTo>
                <a:lnTo>
                  <a:pt x="178" y="353"/>
                </a:lnTo>
                <a:lnTo>
                  <a:pt x="177" y="353"/>
                </a:lnTo>
                <a:lnTo>
                  <a:pt x="177" y="354"/>
                </a:lnTo>
                <a:lnTo>
                  <a:pt x="177" y="355"/>
                </a:lnTo>
                <a:lnTo>
                  <a:pt x="177" y="356"/>
                </a:lnTo>
                <a:lnTo>
                  <a:pt x="175" y="361"/>
                </a:lnTo>
                <a:lnTo>
                  <a:pt x="174" y="363"/>
                </a:lnTo>
                <a:lnTo>
                  <a:pt x="174" y="364"/>
                </a:lnTo>
                <a:lnTo>
                  <a:pt x="172" y="365"/>
                </a:lnTo>
                <a:lnTo>
                  <a:pt x="172" y="366"/>
                </a:lnTo>
                <a:lnTo>
                  <a:pt x="172" y="367"/>
                </a:lnTo>
                <a:lnTo>
                  <a:pt x="172" y="368"/>
                </a:lnTo>
                <a:lnTo>
                  <a:pt x="171" y="368"/>
                </a:lnTo>
                <a:lnTo>
                  <a:pt x="171" y="367"/>
                </a:lnTo>
                <a:lnTo>
                  <a:pt x="170" y="368"/>
                </a:lnTo>
                <a:lnTo>
                  <a:pt x="169" y="368"/>
                </a:lnTo>
                <a:lnTo>
                  <a:pt x="168" y="369"/>
                </a:lnTo>
                <a:lnTo>
                  <a:pt x="167" y="370"/>
                </a:lnTo>
                <a:lnTo>
                  <a:pt x="167" y="371"/>
                </a:lnTo>
                <a:lnTo>
                  <a:pt x="166" y="371"/>
                </a:lnTo>
                <a:lnTo>
                  <a:pt x="166" y="373"/>
                </a:lnTo>
                <a:lnTo>
                  <a:pt x="166" y="374"/>
                </a:lnTo>
                <a:lnTo>
                  <a:pt x="167" y="374"/>
                </a:lnTo>
                <a:lnTo>
                  <a:pt x="167" y="375"/>
                </a:lnTo>
                <a:lnTo>
                  <a:pt x="168" y="376"/>
                </a:lnTo>
                <a:lnTo>
                  <a:pt x="168" y="377"/>
                </a:lnTo>
                <a:lnTo>
                  <a:pt x="169" y="378"/>
                </a:lnTo>
                <a:lnTo>
                  <a:pt x="169" y="379"/>
                </a:lnTo>
                <a:lnTo>
                  <a:pt x="168" y="379"/>
                </a:lnTo>
                <a:lnTo>
                  <a:pt x="168" y="380"/>
                </a:lnTo>
                <a:lnTo>
                  <a:pt x="168" y="379"/>
                </a:lnTo>
                <a:lnTo>
                  <a:pt x="167" y="380"/>
                </a:lnTo>
                <a:lnTo>
                  <a:pt x="167" y="381"/>
                </a:lnTo>
                <a:lnTo>
                  <a:pt x="166" y="381"/>
                </a:lnTo>
                <a:lnTo>
                  <a:pt x="166" y="382"/>
                </a:lnTo>
                <a:lnTo>
                  <a:pt x="167" y="383"/>
                </a:lnTo>
                <a:lnTo>
                  <a:pt x="167" y="384"/>
                </a:lnTo>
                <a:lnTo>
                  <a:pt x="166" y="385"/>
                </a:lnTo>
                <a:lnTo>
                  <a:pt x="166" y="386"/>
                </a:lnTo>
                <a:lnTo>
                  <a:pt x="165" y="386"/>
                </a:lnTo>
                <a:lnTo>
                  <a:pt x="164" y="386"/>
                </a:lnTo>
                <a:lnTo>
                  <a:pt x="164" y="387"/>
                </a:lnTo>
                <a:lnTo>
                  <a:pt x="163" y="388"/>
                </a:lnTo>
                <a:lnTo>
                  <a:pt x="163" y="390"/>
                </a:lnTo>
                <a:lnTo>
                  <a:pt x="162" y="390"/>
                </a:lnTo>
                <a:lnTo>
                  <a:pt x="162" y="391"/>
                </a:lnTo>
                <a:lnTo>
                  <a:pt x="162" y="392"/>
                </a:lnTo>
                <a:lnTo>
                  <a:pt x="161" y="392"/>
                </a:lnTo>
                <a:lnTo>
                  <a:pt x="161" y="393"/>
                </a:lnTo>
                <a:lnTo>
                  <a:pt x="160" y="393"/>
                </a:lnTo>
                <a:lnTo>
                  <a:pt x="160" y="394"/>
                </a:lnTo>
                <a:lnTo>
                  <a:pt x="159" y="394"/>
                </a:lnTo>
                <a:lnTo>
                  <a:pt x="158" y="395"/>
                </a:lnTo>
                <a:lnTo>
                  <a:pt x="157" y="395"/>
                </a:lnTo>
                <a:lnTo>
                  <a:pt x="156" y="396"/>
                </a:lnTo>
                <a:lnTo>
                  <a:pt x="155" y="397"/>
                </a:lnTo>
                <a:lnTo>
                  <a:pt x="154" y="397"/>
                </a:lnTo>
                <a:lnTo>
                  <a:pt x="154" y="398"/>
                </a:lnTo>
                <a:lnTo>
                  <a:pt x="153" y="398"/>
                </a:lnTo>
                <a:lnTo>
                  <a:pt x="153" y="399"/>
                </a:lnTo>
                <a:lnTo>
                  <a:pt x="152" y="400"/>
                </a:lnTo>
                <a:lnTo>
                  <a:pt x="152" y="401"/>
                </a:lnTo>
                <a:lnTo>
                  <a:pt x="151" y="401"/>
                </a:lnTo>
                <a:lnTo>
                  <a:pt x="150" y="401"/>
                </a:lnTo>
                <a:lnTo>
                  <a:pt x="150" y="402"/>
                </a:lnTo>
                <a:lnTo>
                  <a:pt x="149" y="402"/>
                </a:lnTo>
                <a:lnTo>
                  <a:pt x="149" y="403"/>
                </a:lnTo>
                <a:lnTo>
                  <a:pt x="148" y="404"/>
                </a:lnTo>
                <a:lnTo>
                  <a:pt x="148" y="405"/>
                </a:lnTo>
                <a:lnTo>
                  <a:pt x="148" y="406"/>
                </a:lnTo>
                <a:lnTo>
                  <a:pt x="147" y="407"/>
                </a:lnTo>
                <a:lnTo>
                  <a:pt x="147" y="408"/>
                </a:lnTo>
                <a:lnTo>
                  <a:pt x="147" y="409"/>
                </a:lnTo>
                <a:lnTo>
                  <a:pt x="147" y="410"/>
                </a:lnTo>
                <a:lnTo>
                  <a:pt x="147" y="411"/>
                </a:lnTo>
                <a:lnTo>
                  <a:pt x="147" y="412"/>
                </a:lnTo>
                <a:lnTo>
                  <a:pt x="147" y="413"/>
                </a:lnTo>
                <a:lnTo>
                  <a:pt x="147" y="414"/>
                </a:lnTo>
                <a:lnTo>
                  <a:pt x="147" y="415"/>
                </a:lnTo>
                <a:lnTo>
                  <a:pt x="146" y="416"/>
                </a:lnTo>
                <a:lnTo>
                  <a:pt x="145" y="418"/>
                </a:lnTo>
                <a:lnTo>
                  <a:pt x="144" y="418"/>
                </a:lnTo>
                <a:lnTo>
                  <a:pt x="144" y="419"/>
                </a:lnTo>
                <a:lnTo>
                  <a:pt x="144" y="420"/>
                </a:lnTo>
                <a:lnTo>
                  <a:pt x="144" y="421"/>
                </a:lnTo>
                <a:lnTo>
                  <a:pt x="144" y="422"/>
                </a:lnTo>
                <a:lnTo>
                  <a:pt x="143" y="423"/>
                </a:lnTo>
                <a:lnTo>
                  <a:pt x="143" y="424"/>
                </a:lnTo>
                <a:lnTo>
                  <a:pt x="143" y="425"/>
                </a:lnTo>
                <a:lnTo>
                  <a:pt x="143" y="427"/>
                </a:lnTo>
                <a:lnTo>
                  <a:pt x="142" y="428"/>
                </a:lnTo>
                <a:lnTo>
                  <a:pt x="142" y="431"/>
                </a:lnTo>
                <a:lnTo>
                  <a:pt x="142" y="432"/>
                </a:lnTo>
                <a:lnTo>
                  <a:pt x="142" y="433"/>
                </a:lnTo>
                <a:lnTo>
                  <a:pt x="142" y="434"/>
                </a:lnTo>
                <a:lnTo>
                  <a:pt x="142" y="435"/>
                </a:lnTo>
                <a:lnTo>
                  <a:pt x="142" y="436"/>
                </a:lnTo>
                <a:lnTo>
                  <a:pt x="141" y="438"/>
                </a:lnTo>
                <a:lnTo>
                  <a:pt x="141" y="440"/>
                </a:lnTo>
                <a:lnTo>
                  <a:pt x="141" y="441"/>
                </a:lnTo>
                <a:lnTo>
                  <a:pt x="140" y="442"/>
                </a:lnTo>
                <a:lnTo>
                  <a:pt x="140" y="443"/>
                </a:lnTo>
                <a:lnTo>
                  <a:pt x="140" y="445"/>
                </a:lnTo>
                <a:lnTo>
                  <a:pt x="139" y="446"/>
                </a:lnTo>
                <a:lnTo>
                  <a:pt x="139" y="447"/>
                </a:lnTo>
                <a:lnTo>
                  <a:pt x="139" y="448"/>
                </a:lnTo>
                <a:lnTo>
                  <a:pt x="139" y="449"/>
                </a:lnTo>
                <a:lnTo>
                  <a:pt x="139" y="451"/>
                </a:lnTo>
                <a:lnTo>
                  <a:pt x="138" y="451"/>
                </a:lnTo>
                <a:lnTo>
                  <a:pt x="138" y="452"/>
                </a:lnTo>
                <a:lnTo>
                  <a:pt x="138" y="453"/>
                </a:lnTo>
                <a:lnTo>
                  <a:pt x="138" y="454"/>
                </a:lnTo>
                <a:lnTo>
                  <a:pt x="138" y="455"/>
                </a:lnTo>
                <a:lnTo>
                  <a:pt x="138" y="457"/>
                </a:lnTo>
                <a:lnTo>
                  <a:pt x="138" y="459"/>
                </a:lnTo>
                <a:lnTo>
                  <a:pt x="138" y="460"/>
                </a:lnTo>
                <a:lnTo>
                  <a:pt x="138" y="461"/>
                </a:lnTo>
                <a:lnTo>
                  <a:pt x="138" y="462"/>
                </a:lnTo>
                <a:lnTo>
                  <a:pt x="138" y="463"/>
                </a:lnTo>
                <a:lnTo>
                  <a:pt x="139" y="463"/>
                </a:lnTo>
                <a:lnTo>
                  <a:pt x="139" y="465"/>
                </a:lnTo>
                <a:lnTo>
                  <a:pt x="139" y="468"/>
                </a:lnTo>
                <a:lnTo>
                  <a:pt x="141" y="475"/>
                </a:lnTo>
                <a:lnTo>
                  <a:pt x="142" y="482"/>
                </a:lnTo>
                <a:lnTo>
                  <a:pt x="142" y="483"/>
                </a:lnTo>
                <a:lnTo>
                  <a:pt x="141" y="485"/>
                </a:lnTo>
                <a:lnTo>
                  <a:pt x="141" y="486"/>
                </a:lnTo>
                <a:lnTo>
                  <a:pt x="142" y="486"/>
                </a:lnTo>
                <a:lnTo>
                  <a:pt x="142" y="487"/>
                </a:lnTo>
                <a:lnTo>
                  <a:pt x="142" y="488"/>
                </a:lnTo>
                <a:lnTo>
                  <a:pt x="143" y="488"/>
                </a:lnTo>
                <a:lnTo>
                  <a:pt x="144" y="488"/>
                </a:lnTo>
                <a:lnTo>
                  <a:pt x="144" y="489"/>
                </a:lnTo>
                <a:lnTo>
                  <a:pt x="143" y="491"/>
                </a:lnTo>
                <a:lnTo>
                  <a:pt x="143" y="492"/>
                </a:lnTo>
                <a:lnTo>
                  <a:pt x="143" y="493"/>
                </a:lnTo>
                <a:lnTo>
                  <a:pt x="144" y="493"/>
                </a:lnTo>
                <a:lnTo>
                  <a:pt x="144" y="495"/>
                </a:lnTo>
                <a:lnTo>
                  <a:pt x="144" y="496"/>
                </a:lnTo>
                <a:lnTo>
                  <a:pt x="144" y="497"/>
                </a:lnTo>
                <a:lnTo>
                  <a:pt x="145" y="498"/>
                </a:lnTo>
                <a:lnTo>
                  <a:pt x="146" y="499"/>
                </a:lnTo>
                <a:lnTo>
                  <a:pt x="145" y="499"/>
                </a:lnTo>
                <a:lnTo>
                  <a:pt x="144" y="500"/>
                </a:lnTo>
                <a:lnTo>
                  <a:pt x="144" y="501"/>
                </a:lnTo>
                <a:lnTo>
                  <a:pt x="143" y="503"/>
                </a:lnTo>
                <a:lnTo>
                  <a:pt x="143" y="504"/>
                </a:lnTo>
                <a:lnTo>
                  <a:pt x="142" y="504"/>
                </a:lnTo>
                <a:lnTo>
                  <a:pt x="142" y="505"/>
                </a:lnTo>
                <a:lnTo>
                  <a:pt x="141" y="505"/>
                </a:lnTo>
                <a:lnTo>
                  <a:pt x="140" y="506"/>
                </a:lnTo>
                <a:lnTo>
                  <a:pt x="139" y="506"/>
                </a:lnTo>
                <a:lnTo>
                  <a:pt x="139" y="507"/>
                </a:lnTo>
                <a:lnTo>
                  <a:pt x="139" y="508"/>
                </a:lnTo>
                <a:lnTo>
                  <a:pt x="139" y="509"/>
                </a:lnTo>
                <a:lnTo>
                  <a:pt x="139" y="510"/>
                </a:lnTo>
                <a:lnTo>
                  <a:pt x="139" y="511"/>
                </a:lnTo>
                <a:lnTo>
                  <a:pt x="139" y="512"/>
                </a:lnTo>
                <a:lnTo>
                  <a:pt x="140" y="514"/>
                </a:lnTo>
                <a:lnTo>
                  <a:pt x="141" y="515"/>
                </a:lnTo>
                <a:lnTo>
                  <a:pt x="142" y="515"/>
                </a:lnTo>
                <a:lnTo>
                  <a:pt x="142" y="516"/>
                </a:lnTo>
                <a:lnTo>
                  <a:pt x="143" y="517"/>
                </a:lnTo>
                <a:lnTo>
                  <a:pt x="143" y="518"/>
                </a:lnTo>
                <a:lnTo>
                  <a:pt x="144" y="519"/>
                </a:lnTo>
                <a:lnTo>
                  <a:pt x="143" y="520"/>
                </a:lnTo>
                <a:lnTo>
                  <a:pt x="142" y="520"/>
                </a:lnTo>
                <a:lnTo>
                  <a:pt x="142" y="519"/>
                </a:lnTo>
                <a:lnTo>
                  <a:pt x="141" y="518"/>
                </a:lnTo>
                <a:lnTo>
                  <a:pt x="141" y="517"/>
                </a:lnTo>
                <a:lnTo>
                  <a:pt x="140" y="517"/>
                </a:lnTo>
                <a:lnTo>
                  <a:pt x="139" y="517"/>
                </a:lnTo>
                <a:lnTo>
                  <a:pt x="139" y="516"/>
                </a:lnTo>
                <a:lnTo>
                  <a:pt x="138" y="516"/>
                </a:lnTo>
                <a:lnTo>
                  <a:pt x="137" y="515"/>
                </a:lnTo>
                <a:lnTo>
                  <a:pt x="136" y="515"/>
                </a:lnTo>
                <a:lnTo>
                  <a:pt x="135" y="515"/>
                </a:lnTo>
                <a:lnTo>
                  <a:pt x="134" y="515"/>
                </a:lnTo>
                <a:lnTo>
                  <a:pt x="131" y="514"/>
                </a:lnTo>
                <a:lnTo>
                  <a:pt x="129" y="513"/>
                </a:lnTo>
                <a:lnTo>
                  <a:pt x="128" y="513"/>
                </a:lnTo>
                <a:lnTo>
                  <a:pt x="127" y="513"/>
                </a:lnTo>
                <a:lnTo>
                  <a:pt x="126" y="515"/>
                </a:lnTo>
                <a:lnTo>
                  <a:pt x="126" y="516"/>
                </a:lnTo>
                <a:lnTo>
                  <a:pt x="126" y="517"/>
                </a:lnTo>
                <a:lnTo>
                  <a:pt x="127" y="517"/>
                </a:lnTo>
                <a:lnTo>
                  <a:pt x="126" y="518"/>
                </a:lnTo>
                <a:lnTo>
                  <a:pt x="126" y="519"/>
                </a:lnTo>
                <a:lnTo>
                  <a:pt x="125" y="519"/>
                </a:lnTo>
                <a:lnTo>
                  <a:pt x="124" y="519"/>
                </a:lnTo>
                <a:lnTo>
                  <a:pt x="123" y="519"/>
                </a:lnTo>
                <a:lnTo>
                  <a:pt x="123" y="518"/>
                </a:lnTo>
                <a:lnTo>
                  <a:pt x="122" y="517"/>
                </a:lnTo>
                <a:lnTo>
                  <a:pt x="121" y="517"/>
                </a:lnTo>
                <a:lnTo>
                  <a:pt x="121" y="516"/>
                </a:lnTo>
                <a:lnTo>
                  <a:pt x="121" y="515"/>
                </a:lnTo>
                <a:lnTo>
                  <a:pt x="121" y="514"/>
                </a:lnTo>
                <a:lnTo>
                  <a:pt x="121" y="513"/>
                </a:lnTo>
                <a:lnTo>
                  <a:pt x="121" y="512"/>
                </a:lnTo>
                <a:lnTo>
                  <a:pt x="121" y="511"/>
                </a:lnTo>
                <a:lnTo>
                  <a:pt x="121" y="510"/>
                </a:lnTo>
                <a:lnTo>
                  <a:pt x="120" y="510"/>
                </a:lnTo>
                <a:lnTo>
                  <a:pt x="120" y="509"/>
                </a:lnTo>
                <a:lnTo>
                  <a:pt x="118" y="508"/>
                </a:lnTo>
                <a:lnTo>
                  <a:pt x="117" y="507"/>
                </a:lnTo>
                <a:lnTo>
                  <a:pt x="117" y="506"/>
                </a:lnTo>
                <a:lnTo>
                  <a:pt x="116" y="506"/>
                </a:lnTo>
                <a:lnTo>
                  <a:pt x="116" y="505"/>
                </a:lnTo>
                <a:lnTo>
                  <a:pt x="116" y="504"/>
                </a:lnTo>
                <a:lnTo>
                  <a:pt x="116" y="503"/>
                </a:lnTo>
                <a:lnTo>
                  <a:pt x="117" y="502"/>
                </a:lnTo>
                <a:lnTo>
                  <a:pt x="117" y="501"/>
                </a:lnTo>
                <a:lnTo>
                  <a:pt x="117" y="500"/>
                </a:lnTo>
                <a:lnTo>
                  <a:pt x="118" y="500"/>
                </a:lnTo>
                <a:lnTo>
                  <a:pt x="118" y="499"/>
                </a:lnTo>
                <a:lnTo>
                  <a:pt x="118" y="498"/>
                </a:lnTo>
                <a:lnTo>
                  <a:pt x="117" y="497"/>
                </a:lnTo>
                <a:lnTo>
                  <a:pt x="117" y="496"/>
                </a:lnTo>
                <a:lnTo>
                  <a:pt x="117" y="495"/>
                </a:lnTo>
                <a:lnTo>
                  <a:pt x="118" y="495"/>
                </a:lnTo>
                <a:lnTo>
                  <a:pt x="119" y="494"/>
                </a:lnTo>
                <a:lnTo>
                  <a:pt x="118" y="493"/>
                </a:lnTo>
                <a:lnTo>
                  <a:pt x="118" y="492"/>
                </a:lnTo>
                <a:lnTo>
                  <a:pt x="117" y="491"/>
                </a:lnTo>
                <a:lnTo>
                  <a:pt x="117" y="490"/>
                </a:lnTo>
                <a:lnTo>
                  <a:pt x="117" y="489"/>
                </a:lnTo>
                <a:lnTo>
                  <a:pt x="112" y="480"/>
                </a:lnTo>
                <a:lnTo>
                  <a:pt x="112" y="478"/>
                </a:lnTo>
                <a:lnTo>
                  <a:pt x="111" y="478"/>
                </a:lnTo>
                <a:lnTo>
                  <a:pt x="111" y="477"/>
                </a:lnTo>
                <a:lnTo>
                  <a:pt x="110" y="476"/>
                </a:lnTo>
                <a:lnTo>
                  <a:pt x="110" y="475"/>
                </a:lnTo>
                <a:lnTo>
                  <a:pt x="109" y="475"/>
                </a:lnTo>
                <a:lnTo>
                  <a:pt x="109" y="474"/>
                </a:lnTo>
                <a:lnTo>
                  <a:pt x="108" y="473"/>
                </a:lnTo>
                <a:lnTo>
                  <a:pt x="107" y="473"/>
                </a:lnTo>
                <a:lnTo>
                  <a:pt x="106" y="472"/>
                </a:lnTo>
                <a:lnTo>
                  <a:pt x="105" y="472"/>
                </a:lnTo>
                <a:lnTo>
                  <a:pt x="105" y="471"/>
                </a:lnTo>
                <a:lnTo>
                  <a:pt x="105" y="470"/>
                </a:lnTo>
                <a:lnTo>
                  <a:pt x="106" y="470"/>
                </a:lnTo>
                <a:lnTo>
                  <a:pt x="105" y="470"/>
                </a:lnTo>
                <a:lnTo>
                  <a:pt x="105" y="469"/>
                </a:lnTo>
                <a:lnTo>
                  <a:pt x="105" y="468"/>
                </a:lnTo>
                <a:lnTo>
                  <a:pt x="104" y="468"/>
                </a:lnTo>
                <a:lnTo>
                  <a:pt x="104" y="467"/>
                </a:lnTo>
                <a:lnTo>
                  <a:pt x="104" y="466"/>
                </a:lnTo>
                <a:lnTo>
                  <a:pt x="103" y="465"/>
                </a:lnTo>
                <a:lnTo>
                  <a:pt x="103" y="464"/>
                </a:lnTo>
                <a:lnTo>
                  <a:pt x="102" y="464"/>
                </a:lnTo>
                <a:lnTo>
                  <a:pt x="102" y="463"/>
                </a:lnTo>
                <a:lnTo>
                  <a:pt x="101" y="463"/>
                </a:lnTo>
                <a:lnTo>
                  <a:pt x="100" y="462"/>
                </a:lnTo>
                <a:lnTo>
                  <a:pt x="99" y="461"/>
                </a:lnTo>
                <a:lnTo>
                  <a:pt x="98" y="460"/>
                </a:lnTo>
                <a:lnTo>
                  <a:pt x="97" y="460"/>
                </a:lnTo>
                <a:lnTo>
                  <a:pt x="97" y="459"/>
                </a:lnTo>
                <a:lnTo>
                  <a:pt x="96" y="459"/>
                </a:lnTo>
                <a:lnTo>
                  <a:pt x="96" y="458"/>
                </a:lnTo>
                <a:lnTo>
                  <a:pt x="95" y="458"/>
                </a:lnTo>
                <a:lnTo>
                  <a:pt x="95" y="457"/>
                </a:lnTo>
                <a:lnTo>
                  <a:pt x="94" y="456"/>
                </a:lnTo>
                <a:lnTo>
                  <a:pt x="93" y="456"/>
                </a:lnTo>
                <a:lnTo>
                  <a:pt x="93" y="455"/>
                </a:lnTo>
                <a:lnTo>
                  <a:pt x="92" y="455"/>
                </a:lnTo>
                <a:lnTo>
                  <a:pt x="89" y="454"/>
                </a:lnTo>
                <a:lnTo>
                  <a:pt x="88" y="453"/>
                </a:lnTo>
                <a:lnTo>
                  <a:pt x="86" y="452"/>
                </a:lnTo>
                <a:lnTo>
                  <a:pt x="85" y="452"/>
                </a:lnTo>
                <a:lnTo>
                  <a:pt x="84" y="452"/>
                </a:lnTo>
                <a:lnTo>
                  <a:pt x="83" y="451"/>
                </a:lnTo>
                <a:lnTo>
                  <a:pt x="82" y="451"/>
                </a:lnTo>
                <a:lnTo>
                  <a:pt x="81" y="451"/>
                </a:lnTo>
                <a:lnTo>
                  <a:pt x="81" y="450"/>
                </a:lnTo>
                <a:lnTo>
                  <a:pt x="80" y="450"/>
                </a:lnTo>
                <a:lnTo>
                  <a:pt x="79" y="450"/>
                </a:lnTo>
                <a:lnTo>
                  <a:pt x="78" y="450"/>
                </a:lnTo>
                <a:lnTo>
                  <a:pt x="78" y="449"/>
                </a:lnTo>
                <a:lnTo>
                  <a:pt x="77" y="449"/>
                </a:lnTo>
                <a:lnTo>
                  <a:pt x="76" y="449"/>
                </a:lnTo>
                <a:lnTo>
                  <a:pt x="75" y="448"/>
                </a:lnTo>
                <a:lnTo>
                  <a:pt x="73" y="448"/>
                </a:lnTo>
                <a:lnTo>
                  <a:pt x="73" y="447"/>
                </a:lnTo>
                <a:lnTo>
                  <a:pt x="72" y="447"/>
                </a:lnTo>
                <a:lnTo>
                  <a:pt x="72" y="446"/>
                </a:lnTo>
                <a:lnTo>
                  <a:pt x="71" y="446"/>
                </a:lnTo>
                <a:lnTo>
                  <a:pt x="71" y="445"/>
                </a:lnTo>
                <a:lnTo>
                  <a:pt x="70" y="445"/>
                </a:lnTo>
                <a:lnTo>
                  <a:pt x="69" y="444"/>
                </a:lnTo>
                <a:lnTo>
                  <a:pt x="67" y="444"/>
                </a:lnTo>
                <a:lnTo>
                  <a:pt x="66" y="444"/>
                </a:lnTo>
                <a:lnTo>
                  <a:pt x="67" y="444"/>
                </a:lnTo>
                <a:lnTo>
                  <a:pt x="66" y="444"/>
                </a:lnTo>
                <a:lnTo>
                  <a:pt x="65" y="444"/>
                </a:lnTo>
                <a:lnTo>
                  <a:pt x="64" y="444"/>
                </a:lnTo>
                <a:lnTo>
                  <a:pt x="62" y="443"/>
                </a:lnTo>
                <a:lnTo>
                  <a:pt x="61" y="442"/>
                </a:lnTo>
                <a:lnTo>
                  <a:pt x="59" y="441"/>
                </a:lnTo>
                <a:lnTo>
                  <a:pt x="58" y="441"/>
                </a:lnTo>
                <a:lnTo>
                  <a:pt x="57" y="441"/>
                </a:lnTo>
                <a:lnTo>
                  <a:pt x="56" y="440"/>
                </a:lnTo>
                <a:lnTo>
                  <a:pt x="54" y="439"/>
                </a:lnTo>
                <a:lnTo>
                  <a:pt x="53" y="438"/>
                </a:lnTo>
                <a:lnTo>
                  <a:pt x="52" y="437"/>
                </a:lnTo>
                <a:lnTo>
                  <a:pt x="51" y="436"/>
                </a:lnTo>
                <a:lnTo>
                  <a:pt x="51" y="435"/>
                </a:lnTo>
                <a:lnTo>
                  <a:pt x="52" y="435"/>
                </a:lnTo>
                <a:lnTo>
                  <a:pt x="53" y="437"/>
                </a:lnTo>
                <a:lnTo>
                  <a:pt x="54" y="437"/>
                </a:lnTo>
                <a:lnTo>
                  <a:pt x="54" y="436"/>
                </a:lnTo>
                <a:lnTo>
                  <a:pt x="55" y="436"/>
                </a:lnTo>
                <a:lnTo>
                  <a:pt x="53" y="435"/>
                </a:lnTo>
                <a:lnTo>
                  <a:pt x="52" y="435"/>
                </a:lnTo>
                <a:lnTo>
                  <a:pt x="51" y="434"/>
                </a:lnTo>
                <a:lnTo>
                  <a:pt x="51" y="433"/>
                </a:lnTo>
                <a:lnTo>
                  <a:pt x="50" y="433"/>
                </a:lnTo>
                <a:lnTo>
                  <a:pt x="50" y="432"/>
                </a:lnTo>
                <a:lnTo>
                  <a:pt x="49" y="432"/>
                </a:lnTo>
                <a:lnTo>
                  <a:pt x="48" y="431"/>
                </a:lnTo>
                <a:lnTo>
                  <a:pt x="46" y="429"/>
                </a:lnTo>
                <a:lnTo>
                  <a:pt x="45" y="428"/>
                </a:lnTo>
                <a:lnTo>
                  <a:pt x="45" y="427"/>
                </a:lnTo>
                <a:lnTo>
                  <a:pt x="46" y="428"/>
                </a:lnTo>
                <a:lnTo>
                  <a:pt x="47" y="427"/>
                </a:lnTo>
                <a:lnTo>
                  <a:pt x="46" y="427"/>
                </a:lnTo>
                <a:lnTo>
                  <a:pt x="46" y="426"/>
                </a:lnTo>
                <a:lnTo>
                  <a:pt x="44" y="426"/>
                </a:lnTo>
                <a:lnTo>
                  <a:pt x="43" y="427"/>
                </a:lnTo>
                <a:lnTo>
                  <a:pt x="43" y="426"/>
                </a:lnTo>
                <a:lnTo>
                  <a:pt x="42" y="426"/>
                </a:lnTo>
                <a:lnTo>
                  <a:pt x="42" y="425"/>
                </a:lnTo>
                <a:lnTo>
                  <a:pt x="41" y="424"/>
                </a:lnTo>
                <a:lnTo>
                  <a:pt x="40" y="423"/>
                </a:lnTo>
                <a:lnTo>
                  <a:pt x="40" y="422"/>
                </a:lnTo>
                <a:lnTo>
                  <a:pt x="40" y="421"/>
                </a:lnTo>
                <a:lnTo>
                  <a:pt x="40" y="420"/>
                </a:lnTo>
                <a:lnTo>
                  <a:pt x="40" y="419"/>
                </a:lnTo>
                <a:lnTo>
                  <a:pt x="41" y="419"/>
                </a:lnTo>
                <a:lnTo>
                  <a:pt x="41" y="418"/>
                </a:lnTo>
                <a:lnTo>
                  <a:pt x="42" y="417"/>
                </a:lnTo>
                <a:lnTo>
                  <a:pt x="42" y="416"/>
                </a:lnTo>
                <a:lnTo>
                  <a:pt x="42" y="415"/>
                </a:lnTo>
                <a:lnTo>
                  <a:pt x="42" y="414"/>
                </a:lnTo>
                <a:lnTo>
                  <a:pt x="42" y="413"/>
                </a:lnTo>
                <a:lnTo>
                  <a:pt x="41" y="413"/>
                </a:lnTo>
                <a:lnTo>
                  <a:pt x="40" y="413"/>
                </a:lnTo>
                <a:lnTo>
                  <a:pt x="40" y="415"/>
                </a:lnTo>
                <a:lnTo>
                  <a:pt x="40" y="414"/>
                </a:lnTo>
                <a:lnTo>
                  <a:pt x="39" y="413"/>
                </a:lnTo>
                <a:lnTo>
                  <a:pt x="39" y="412"/>
                </a:lnTo>
                <a:lnTo>
                  <a:pt x="38" y="411"/>
                </a:lnTo>
                <a:lnTo>
                  <a:pt x="37" y="409"/>
                </a:lnTo>
                <a:lnTo>
                  <a:pt x="36" y="408"/>
                </a:lnTo>
                <a:lnTo>
                  <a:pt x="36" y="407"/>
                </a:lnTo>
                <a:lnTo>
                  <a:pt x="35" y="406"/>
                </a:lnTo>
                <a:lnTo>
                  <a:pt x="34" y="404"/>
                </a:lnTo>
                <a:lnTo>
                  <a:pt x="32" y="402"/>
                </a:lnTo>
                <a:lnTo>
                  <a:pt x="32" y="401"/>
                </a:lnTo>
                <a:lnTo>
                  <a:pt x="31" y="401"/>
                </a:lnTo>
                <a:lnTo>
                  <a:pt x="31" y="400"/>
                </a:lnTo>
                <a:lnTo>
                  <a:pt x="30" y="400"/>
                </a:lnTo>
                <a:lnTo>
                  <a:pt x="29" y="399"/>
                </a:lnTo>
                <a:lnTo>
                  <a:pt x="30" y="399"/>
                </a:lnTo>
                <a:lnTo>
                  <a:pt x="30" y="398"/>
                </a:lnTo>
                <a:lnTo>
                  <a:pt x="30" y="397"/>
                </a:lnTo>
                <a:lnTo>
                  <a:pt x="29" y="396"/>
                </a:lnTo>
                <a:lnTo>
                  <a:pt x="28" y="395"/>
                </a:lnTo>
                <a:lnTo>
                  <a:pt x="28" y="394"/>
                </a:lnTo>
                <a:lnTo>
                  <a:pt x="27" y="394"/>
                </a:lnTo>
                <a:lnTo>
                  <a:pt x="27" y="393"/>
                </a:lnTo>
                <a:lnTo>
                  <a:pt x="27" y="392"/>
                </a:lnTo>
                <a:lnTo>
                  <a:pt x="26" y="390"/>
                </a:lnTo>
                <a:lnTo>
                  <a:pt x="25" y="387"/>
                </a:lnTo>
                <a:lnTo>
                  <a:pt x="25" y="386"/>
                </a:lnTo>
                <a:lnTo>
                  <a:pt x="24" y="386"/>
                </a:lnTo>
                <a:lnTo>
                  <a:pt x="24" y="385"/>
                </a:lnTo>
                <a:lnTo>
                  <a:pt x="23" y="384"/>
                </a:lnTo>
                <a:lnTo>
                  <a:pt x="23" y="383"/>
                </a:lnTo>
                <a:lnTo>
                  <a:pt x="23" y="381"/>
                </a:lnTo>
                <a:lnTo>
                  <a:pt x="23" y="380"/>
                </a:lnTo>
                <a:lnTo>
                  <a:pt x="22" y="379"/>
                </a:lnTo>
                <a:lnTo>
                  <a:pt x="22" y="378"/>
                </a:lnTo>
                <a:lnTo>
                  <a:pt x="21" y="377"/>
                </a:lnTo>
                <a:lnTo>
                  <a:pt x="20" y="377"/>
                </a:lnTo>
                <a:lnTo>
                  <a:pt x="20" y="376"/>
                </a:lnTo>
                <a:lnTo>
                  <a:pt x="19" y="375"/>
                </a:lnTo>
                <a:lnTo>
                  <a:pt x="18" y="374"/>
                </a:lnTo>
                <a:lnTo>
                  <a:pt x="17" y="373"/>
                </a:lnTo>
                <a:lnTo>
                  <a:pt x="17" y="372"/>
                </a:lnTo>
                <a:lnTo>
                  <a:pt x="16" y="372"/>
                </a:lnTo>
                <a:lnTo>
                  <a:pt x="15" y="372"/>
                </a:lnTo>
                <a:lnTo>
                  <a:pt x="14" y="371"/>
                </a:lnTo>
                <a:lnTo>
                  <a:pt x="13" y="371"/>
                </a:lnTo>
                <a:lnTo>
                  <a:pt x="12" y="370"/>
                </a:lnTo>
                <a:lnTo>
                  <a:pt x="11" y="370"/>
                </a:lnTo>
                <a:lnTo>
                  <a:pt x="9" y="369"/>
                </a:lnTo>
                <a:lnTo>
                  <a:pt x="8" y="368"/>
                </a:lnTo>
                <a:lnTo>
                  <a:pt x="7" y="368"/>
                </a:lnTo>
                <a:lnTo>
                  <a:pt x="6" y="367"/>
                </a:lnTo>
                <a:lnTo>
                  <a:pt x="5" y="367"/>
                </a:lnTo>
                <a:lnTo>
                  <a:pt x="6" y="367"/>
                </a:lnTo>
                <a:lnTo>
                  <a:pt x="6" y="366"/>
                </a:lnTo>
                <a:lnTo>
                  <a:pt x="5" y="366"/>
                </a:lnTo>
                <a:lnTo>
                  <a:pt x="4" y="367"/>
                </a:lnTo>
                <a:lnTo>
                  <a:pt x="4" y="366"/>
                </a:lnTo>
                <a:lnTo>
                  <a:pt x="3" y="366"/>
                </a:lnTo>
                <a:lnTo>
                  <a:pt x="2" y="365"/>
                </a:lnTo>
                <a:lnTo>
                  <a:pt x="1" y="365"/>
                </a:lnTo>
                <a:lnTo>
                  <a:pt x="1" y="366"/>
                </a:lnTo>
                <a:lnTo>
                  <a:pt x="2" y="366"/>
                </a:lnTo>
                <a:lnTo>
                  <a:pt x="1" y="366"/>
                </a:lnTo>
                <a:lnTo>
                  <a:pt x="1" y="364"/>
                </a:lnTo>
                <a:lnTo>
                  <a:pt x="1" y="363"/>
                </a:lnTo>
                <a:lnTo>
                  <a:pt x="0" y="363"/>
                </a:lnTo>
                <a:lnTo>
                  <a:pt x="0" y="362"/>
                </a:lnTo>
                <a:lnTo>
                  <a:pt x="0" y="361"/>
                </a:lnTo>
                <a:lnTo>
                  <a:pt x="0" y="360"/>
                </a:lnTo>
                <a:lnTo>
                  <a:pt x="0" y="359"/>
                </a:lnTo>
                <a:lnTo>
                  <a:pt x="0" y="358"/>
                </a:lnTo>
                <a:lnTo>
                  <a:pt x="0" y="357"/>
                </a:lnTo>
                <a:lnTo>
                  <a:pt x="1" y="357"/>
                </a:lnTo>
                <a:lnTo>
                  <a:pt x="1" y="356"/>
                </a:lnTo>
                <a:lnTo>
                  <a:pt x="1" y="357"/>
                </a:lnTo>
                <a:lnTo>
                  <a:pt x="0" y="358"/>
                </a:lnTo>
                <a:lnTo>
                  <a:pt x="0" y="359"/>
                </a:lnTo>
                <a:lnTo>
                  <a:pt x="1" y="357"/>
                </a:lnTo>
                <a:lnTo>
                  <a:pt x="2" y="357"/>
                </a:lnTo>
                <a:lnTo>
                  <a:pt x="4" y="356"/>
                </a:lnTo>
                <a:lnTo>
                  <a:pt x="4" y="355"/>
                </a:lnTo>
                <a:lnTo>
                  <a:pt x="6" y="355"/>
                </a:lnTo>
                <a:lnTo>
                  <a:pt x="6" y="354"/>
                </a:lnTo>
                <a:lnTo>
                  <a:pt x="6" y="353"/>
                </a:lnTo>
                <a:lnTo>
                  <a:pt x="6" y="352"/>
                </a:lnTo>
                <a:lnTo>
                  <a:pt x="5" y="352"/>
                </a:lnTo>
                <a:lnTo>
                  <a:pt x="4" y="352"/>
                </a:lnTo>
                <a:lnTo>
                  <a:pt x="4" y="348"/>
                </a:lnTo>
                <a:lnTo>
                  <a:pt x="3" y="348"/>
                </a:lnTo>
                <a:lnTo>
                  <a:pt x="3" y="347"/>
                </a:lnTo>
                <a:lnTo>
                  <a:pt x="2" y="346"/>
                </a:lnTo>
                <a:lnTo>
                  <a:pt x="3" y="346"/>
                </a:lnTo>
                <a:lnTo>
                  <a:pt x="3" y="345"/>
                </a:lnTo>
                <a:lnTo>
                  <a:pt x="3" y="344"/>
                </a:lnTo>
                <a:lnTo>
                  <a:pt x="4" y="343"/>
                </a:lnTo>
                <a:lnTo>
                  <a:pt x="4" y="342"/>
                </a:lnTo>
                <a:lnTo>
                  <a:pt x="4" y="343"/>
                </a:lnTo>
                <a:lnTo>
                  <a:pt x="5" y="343"/>
                </a:lnTo>
                <a:lnTo>
                  <a:pt x="5" y="341"/>
                </a:lnTo>
                <a:lnTo>
                  <a:pt x="4" y="341"/>
                </a:lnTo>
                <a:lnTo>
                  <a:pt x="4" y="342"/>
                </a:lnTo>
                <a:lnTo>
                  <a:pt x="3" y="342"/>
                </a:lnTo>
                <a:lnTo>
                  <a:pt x="3" y="341"/>
                </a:lnTo>
                <a:lnTo>
                  <a:pt x="4" y="341"/>
                </a:lnTo>
                <a:lnTo>
                  <a:pt x="4" y="340"/>
                </a:lnTo>
                <a:lnTo>
                  <a:pt x="3" y="339"/>
                </a:lnTo>
                <a:lnTo>
                  <a:pt x="3" y="338"/>
                </a:lnTo>
                <a:lnTo>
                  <a:pt x="4" y="339"/>
                </a:lnTo>
                <a:lnTo>
                  <a:pt x="4" y="340"/>
                </a:lnTo>
                <a:lnTo>
                  <a:pt x="5" y="340"/>
                </a:lnTo>
                <a:lnTo>
                  <a:pt x="5" y="341"/>
                </a:lnTo>
                <a:lnTo>
                  <a:pt x="5" y="340"/>
                </a:lnTo>
                <a:lnTo>
                  <a:pt x="5" y="339"/>
                </a:lnTo>
                <a:lnTo>
                  <a:pt x="5" y="338"/>
                </a:lnTo>
                <a:lnTo>
                  <a:pt x="5" y="337"/>
                </a:lnTo>
                <a:lnTo>
                  <a:pt x="6" y="336"/>
                </a:lnTo>
                <a:lnTo>
                  <a:pt x="6" y="335"/>
                </a:lnTo>
                <a:lnTo>
                  <a:pt x="6" y="334"/>
                </a:lnTo>
                <a:lnTo>
                  <a:pt x="6" y="333"/>
                </a:lnTo>
                <a:lnTo>
                  <a:pt x="7" y="333"/>
                </a:lnTo>
                <a:lnTo>
                  <a:pt x="7" y="332"/>
                </a:lnTo>
                <a:lnTo>
                  <a:pt x="6" y="333"/>
                </a:lnTo>
                <a:lnTo>
                  <a:pt x="5" y="333"/>
                </a:lnTo>
                <a:lnTo>
                  <a:pt x="4" y="333"/>
                </a:lnTo>
                <a:lnTo>
                  <a:pt x="4" y="332"/>
                </a:lnTo>
                <a:lnTo>
                  <a:pt x="4" y="330"/>
                </a:lnTo>
                <a:lnTo>
                  <a:pt x="4" y="329"/>
                </a:lnTo>
                <a:lnTo>
                  <a:pt x="5" y="329"/>
                </a:lnTo>
                <a:lnTo>
                  <a:pt x="6" y="329"/>
                </a:lnTo>
                <a:lnTo>
                  <a:pt x="6" y="328"/>
                </a:lnTo>
                <a:lnTo>
                  <a:pt x="5" y="328"/>
                </a:lnTo>
                <a:lnTo>
                  <a:pt x="5" y="327"/>
                </a:lnTo>
                <a:lnTo>
                  <a:pt x="6" y="326"/>
                </a:lnTo>
                <a:lnTo>
                  <a:pt x="6" y="325"/>
                </a:lnTo>
                <a:lnTo>
                  <a:pt x="6" y="324"/>
                </a:lnTo>
                <a:lnTo>
                  <a:pt x="7" y="324"/>
                </a:lnTo>
                <a:lnTo>
                  <a:pt x="7" y="323"/>
                </a:lnTo>
                <a:lnTo>
                  <a:pt x="7" y="322"/>
                </a:lnTo>
                <a:lnTo>
                  <a:pt x="6" y="322"/>
                </a:lnTo>
                <a:lnTo>
                  <a:pt x="6" y="321"/>
                </a:lnTo>
                <a:lnTo>
                  <a:pt x="7" y="319"/>
                </a:lnTo>
                <a:lnTo>
                  <a:pt x="7" y="318"/>
                </a:lnTo>
                <a:lnTo>
                  <a:pt x="8" y="317"/>
                </a:lnTo>
                <a:lnTo>
                  <a:pt x="8" y="318"/>
                </a:lnTo>
                <a:lnTo>
                  <a:pt x="7" y="319"/>
                </a:lnTo>
                <a:lnTo>
                  <a:pt x="8" y="319"/>
                </a:lnTo>
                <a:lnTo>
                  <a:pt x="8" y="318"/>
                </a:lnTo>
                <a:lnTo>
                  <a:pt x="9" y="318"/>
                </a:lnTo>
                <a:lnTo>
                  <a:pt x="9" y="319"/>
                </a:lnTo>
                <a:lnTo>
                  <a:pt x="10" y="319"/>
                </a:lnTo>
                <a:lnTo>
                  <a:pt x="10" y="318"/>
                </a:lnTo>
                <a:lnTo>
                  <a:pt x="10" y="316"/>
                </a:lnTo>
                <a:lnTo>
                  <a:pt x="9" y="316"/>
                </a:lnTo>
                <a:lnTo>
                  <a:pt x="8" y="316"/>
                </a:lnTo>
                <a:lnTo>
                  <a:pt x="7" y="316"/>
                </a:lnTo>
                <a:lnTo>
                  <a:pt x="7" y="315"/>
                </a:lnTo>
                <a:lnTo>
                  <a:pt x="9" y="315"/>
                </a:lnTo>
                <a:lnTo>
                  <a:pt x="10" y="315"/>
                </a:lnTo>
                <a:lnTo>
                  <a:pt x="10" y="314"/>
                </a:lnTo>
                <a:lnTo>
                  <a:pt x="11" y="313"/>
                </a:lnTo>
                <a:lnTo>
                  <a:pt x="10" y="313"/>
                </a:lnTo>
                <a:lnTo>
                  <a:pt x="10" y="312"/>
                </a:lnTo>
                <a:lnTo>
                  <a:pt x="9" y="312"/>
                </a:lnTo>
                <a:lnTo>
                  <a:pt x="9" y="313"/>
                </a:lnTo>
                <a:lnTo>
                  <a:pt x="9" y="312"/>
                </a:lnTo>
                <a:lnTo>
                  <a:pt x="8" y="311"/>
                </a:lnTo>
                <a:lnTo>
                  <a:pt x="8" y="309"/>
                </a:lnTo>
                <a:lnTo>
                  <a:pt x="9" y="309"/>
                </a:lnTo>
                <a:lnTo>
                  <a:pt x="9" y="308"/>
                </a:lnTo>
                <a:lnTo>
                  <a:pt x="8" y="309"/>
                </a:lnTo>
                <a:lnTo>
                  <a:pt x="7" y="309"/>
                </a:lnTo>
                <a:lnTo>
                  <a:pt x="7" y="308"/>
                </a:lnTo>
                <a:lnTo>
                  <a:pt x="8" y="308"/>
                </a:lnTo>
                <a:lnTo>
                  <a:pt x="8" y="307"/>
                </a:lnTo>
                <a:lnTo>
                  <a:pt x="8" y="306"/>
                </a:lnTo>
                <a:lnTo>
                  <a:pt x="8" y="305"/>
                </a:lnTo>
                <a:lnTo>
                  <a:pt x="7" y="305"/>
                </a:lnTo>
                <a:lnTo>
                  <a:pt x="6" y="306"/>
                </a:lnTo>
                <a:lnTo>
                  <a:pt x="5" y="305"/>
                </a:lnTo>
                <a:lnTo>
                  <a:pt x="6" y="304"/>
                </a:lnTo>
                <a:lnTo>
                  <a:pt x="7" y="304"/>
                </a:lnTo>
                <a:lnTo>
                  <a:pt x="7" y="303"/>
                </a:lnTo>
                <a:lnTo>
                  <a:pt x="6" y="303"/>
                </a:lnTo>
                <a:lnTo>
                  <a:pt x="6" y="302"/>
                </a:lnTo>
                <a:lnTo>
                  <a:pt x="7" y="302"/>
                </a:lnTo>
                <a:lnTo>
                  <a:pt x="7" y="301"/>
                </a:lnTo>
                <a:lnTo>
                  <a:pt x="8" y="300"/>
                </a:lnTo>
                <a:lnTo>
                  <a:pt x="7" y="299"/>
                </a:lnTo>
                <a:lnTo>
                  <a:pt x="5" y="300"/>
                </a:lnTo>
                <a:lnTo>
                  <a:pt x="4" y="300"/>
                </a:lnTo>
                <a:lnTo>
                  <a:pt x="3" y="300"/>
                </a:lnTo>
                <a:lnTo>
                  <a:pt x="2" y="299"/>
                </a:lnTo>
                <a:lnTo>
                  <a:pt x="2" y="298"/>
                </a:lnTo>
                <a:lnTo>
                  <a:pt x="2" y="296"/>
                </a:lnTo>
                <a:lnTo>
                  <a:pt x="5" y="296"/>
                </a:lnTo>
                <a:lnTo>
                  <a:pt x="5" y="295"/>
                </a:lnTo>
                <a:lnTo>
                  <a:pt x="6" y="295"/>
                </a:lnTo>
                <a:lnTo>
                  <a:pt x="7" y="295"/>
                </a:lnTo>
                <a:lnTo>
                  <a:pt x="7" y="294"/>
                </a:lnTo>
                <a:lnTo>
                  <a:pt x="6" y="294"/>
                </a:lnTo>
                <a:lnTo>
                  <a:pt x="6" y="293"/>
                </a:lnTo>
                <a:lnTo>
                  <a:pt x="5" y="292"/>
                </a:lnTo>
                <a:lnTo>
                  <a:pt x="4" y="291"/>
                </a:lnTo>
                <a:lnTo>
                  <a:pt x="4" y="289"/>
                </a:lnTo>
                <a:lnTo>
                  <a:pt x="4" y="287"/>
                </a:lnTo>
                <a:lnTo>
                  <a:pt x="3" y="286"/>
                </a:lnTo>
                <a:lnTo>
                  <a:pt x="3" y="285"/>
                </a:lnTo>
                <a:lnTo>
                  <a:pt x="3" y="284"/>
                </a:lnTo>
                <a:lnTo>
                  <a:pt x="4" y="284"/>
                </a:lnTo>
                <a:lnTo>
                  <a:pt x="3" y="284"/>
                </a:lnTo>
                <a:lnTo>
                  <a:pt x="3" y="283"/>
                </a:lnTo>
                <a:lnTo>
                  <a:pt x="3" y="282"/>
                </a:lnTo>
                <a:lnTo>
                  <a:pt x="3" y="281"/>
                </a:lnTo>
                <a:lnTo>
                  <a:pt x="2" y="281"/>
                </a:lnTo>
                <a:lnTo>
                  <a:pt x="2" y="280"/>
                </a:lnTo>
                <a:lnTo>
                  <a:pt x="2" y="279"/>
                </a:lnTo>
                <a:lnTo>
                  <a:pt x="2" y="278"/>
                </a:lnTo>
                <a:lnTo>
                  <a:pt x="2" y="277"/>
                </a:lnTo>
                <a:lnTo>
                  <a:pt x="2" y="276"/>
                </a:lnTo>
                <a:lnTo>
                  <a:pt x="3" y="275"/>
                </a:lnTo>
                <a:lnTo>
                  <a:pt x="3" y="274"/>
                </a:lnTo>
                <a:lnTo>
                  <a:pt x="3" y="273"/>
                </a:lnTo>
                <a:lnTo>
                  <a:pt x="4" y="272"/>
                </a:lnTo>
                <a:lnTo>
                  <a:pt x="4" y="271"/>
                </a:lnTo>
                <a:lnTo>
                  <a:pt x="4" y="270"/>
                </a:lnTo>
                <a:lnTo>
                  <a:pt x="5" y="270"/>
                </a:lnTo>
                <a:lnTo>
                  <a:pt x="5" y="269"/>
                </a:lnTo>
                <a:lnTo>
                  <a:pt x="5" y="268"/>
                </a:lnTo>
                <a:lnTo>
                  <a:pt x="6" y="268"/>
                </a:lnTo>
                <a:lnTo>
                  <a:pt x="7" y="268"/>
                </a:lnTo>
                <a:lnTo>
                  <a:pt x="7" y="267"/>
                </a:lnTo>
                <a:lnTo>
                  <a:pt x="5" y="267"/>
                </a:lnTo>
                <a:lnTo>
                  <a:pt x="4" y="265"/>
                </a:lnTo>
                <a:lnTo>
                  <a:pt x="4" y="262"/>
                </a:lnTo>
                <a:lnTo>
                  <a:pt x="5" y="260"/>
                </a:lnTo>
                <a:lnTo>
                  <a:pt x="5" y="259"/>
                </a:lnTo>
                <a:lnTo>
                  <a:pt x="8" y="259"/>
                </a:lnTo>
                <a:lnTo>
                  <a:pt x="7" y="258"/>
                </a:lnTo>
                <a:lnTo>
                  <a:pt x="7" y="257"/>
                </a:lnTo>
                <a:lnTo>
                  <a:pt x="8" y="255"/>
                </a:lnTo>
                <a:lnTo>
                  <a:pt x="9" y="254"/>
                </a:lnTo>
                <a:lnTo>
                  <a:pt x="10" y="253"/>
                </a:lnTo>
                <a:lnTo>
                  <a:pt x="9" y="253"/>
                </a:lnTo>
                <a:lnTo>
                  <a:pt x="8" y="254"/>
                </a:lnTo>
                <a:lnTo>
                  <a:pt x="8" y="255"/>
                </a:lnTo>
                <a:lnTo>
                  <a:pt x="7" y="256"/>
                </a:lnTo>
                <a:lnTo>
                  <a:pt x="7" y="257"/>
                </a:lnTo>
                <a:lnTo>
                  <a:pt x="6" y="258"/>
                </a:lnTo>
                <a:lnTo>
                  <a:pt x="5" y="259"/>
                </a:lnTo>
                <a:lnTo>
                  <a:pt x="4" y="259"/>
                </a:lnTo>
                <a:lnTo>
                  <a:pt x="3" y="259"/>
                </a:lnTo>
                <a:lnTo>
                  <a:pt x="2" y="258"/>
                </a:lnTo>
                <a:lnTo>
                  <a:pt x="3" y="258"/>
                </a:lnTo>
                <a:lnTo>
                  <a:pt x="3" y="257"/>
                </a:lnTo>
                <a:lnTo>
                  <a:pt x="4" y="255"/>
                </a:lnTo>
                <a:lnTo>
                  <a:pt x="4" y="253"/>
                </a:lnTo>
                <a:lnTo>
                  <a:pt x="3" y="253"/>
                </a:lnTo>
                <a:lnTo>
                  <a:pt x="3" y="252"/>
                </a:lnTo>
                <a:lnTo>
                  <a:pt x="4" y="252"/>
                </a:lnTo>
                <a:lnTo>
                  <a:pt x="5" y="251"/>
                </a:lnTo>
                <a:lnTo>
                  <a:pt x="6" y="250"/>
                </a:lnTo>
                <a:lnTo>
                  <a:pt x="7" y="249"/>
                </a:lnTo>
                <a:lnTo>
                  <a:pt x="8" y="249"/>
                </a:lnTo>
                <a:lnTo>
                  <a:pt x="9" y="249"/>
                </a:lnTo>
                <a:lnTo>
                  <a:pt x="9" y="248"/>
                </a:lnTo>
                <a:lnTo>
                  <a:pt x="9" y="247"/>
                </a:lnTo>
                <a:lnTo>
                  <a:pt x="11" y="248"/>
                </a:lnTo>
                <a:lnTo>
                  <a:pt x="12" y="248"/>
                </a:lnTo>
                <a:lnTo>
                  <a:pt x="12" y="247"/>
                </a:lnTo>
                <a:lnTo>
                  <a:pt x="13" y="246"/>
                </a:lnTo>
                <a:lnTo>
                  <a:pt x="14" y="246"/>
                </a:lnTo>
                <a:lnTo>
                  <a:pt x="14" y="245"/>
                </a:lnTo>
                <a:lnTo>
                  <a:pt x="14" y="244"/>
                </a:lnTo>
                <a:lnTo>
                  <a:pt x="13" y="244"/>
                </a:lnTo>
                <a:lnTo>
                  <a:pt x="12" y="243"/>
                </a:lnTo>
                <a:lnTo>
                  <a:pt x="12" y="242"/>
                </a:lnTo>
                <a:lnTo>
                  <a:pt x="13" y="243"/>
                </a:lnTo>
                <a:lnTo>
                  <a:pt x="14" y="242"/>
                </a:lnTo>
                <a:lnTo>
                  <a:pt x="14" y="241"/>
                </a:lnTo>
                <a:lnTo>
                  <a:pt x="15" y="241"/>
                </a:lnTo>
                <a:lnTo>
                  <a:pt x="16" y="241"/>
                </a:lnTo>
                <a:lnTo>
                  <a:pt x="16" y="240"/>
                </a:lnTo>
                <a:lnTo>
                  <a:pt x="17" y="239"/>
                </a:lnTo>
                <a:lnTo>
                  <a:pt x="17" y="238"/>
                </a:lnTo>
                <a:lnTo>
                  <a:pt x="17" y="237"/>
                </a:lnTo>
                <a:lnTo>
                  <a:pt x="18" y="237"/>
                </a:lnTo>
                <a:lnTo>
                  <a:pt x="18" y="236"/>
                </a:lnTo>
                <a:lnTo>
                  <a:pt x="18" y="235"/>
                </a:lnTo>
                <a:lnTo>
                  <a:pt x="18" y="234"/>
                </a:lnTo>
                <a:lnTo>
                  <a:pt x="19" y="234"/>
                </a:lnTo>
                <a:lnTo>
                  <a:pt x="19" y="233"/>
                </a:lnTo>
                <a:lnTo>
                  <a:pt x="19" y="232"/>
                </a:lnTo>
                <a:lnTo>
                  <a:pt x="19" y="231"/>
                </a:lnTo>
                <a:lnTo>
                  <a:pt x="20" y="230"/>
                </a:lnTo>
                <a:lnTo>
                  <a:pt x="18" y="230"/>
                </a:lnTo>
                <a:lnTo>
                  <a:pt x="19" y="225"/>
                </a:lnTo>
                <a:lnTo>
                  <a:pt x="20" y="225"/>
                </a:lnTo>
                <a:lnTo>
                  <a:pt x="20" y="223"/>
                </a:lnTo>
                <a:lnTo>
                  <a:pt x="20" y="222"/>
                </a:lnTo>
                <a:lnTo>
                  <a:pt x="22" y="221"/>
                </a:lnTo>
                <a:lnTo>
                  <a:pt x="22" y="219"/>
                </a:lnTo>
                <a:lnTo>
                  <a:pt x="23" y="218"/>
                </a:lnTo>
                <a:lnTo>
                  <a:pt x="23" y="217"/>
                </a:lnTo>
                <a:lnTo>
                  <a:pt x="23" y="216"/>
                </a:lnTo>
                <a:lnTo>
                  <a:pt x="24" y="215"/>
                </a:lnTo>
                <a:lnTo>
                  <a:pt x="24" y="214"/>
                </a:lnTo>
                <a:lnTo>
                  <a:pt x="25" y="213"/>
                </a:lnTo>
                <a:lnTo>
                  <a:pt x="26" y="212"/>
                </a:lnTo>
                <a:lnTo>
                  <a:pt x="27" y="212"/>
                </a:lnTo>
                <a:lnTo>
                  <a:pt x="27" y="211"/>
                </a:lnTo>
                <a:lnTo>
                  <a:pt x="29" y="210"/>
                </a:lnTo>
                <a:lnTo>
                  <a:pt x="29" y="209"/>
                </a:lnTo>
                <a:lnTo>
                  <a:pt x="29" y="208"/>
                </a:lnTo>
                <a:lnTo>
                  <a:pt x="30" y="208"/>
                </a:lnTo>
                <a:lnTo>
                  <a:pt x="30" y="207"/>
                </a:lnTo>
                <a:lnTo>
                  <a:pt x="30" y="206"/>
                </a:lnTo>
                <a:lnTo>
                  <a:pt x="31" y="206"/>
                </a:lnTo>
                <a:lnTo>
                  <a:pt x="31" y="205"/>
                </a:lnTo>
                <a:lnTo>
                  <a:pt x="32" y="205"/>
                </a:lnTo>
                <a:lnTo>
                  <a:pt x="32" y="204"/>
                </a:lnTo>
                <a:lnTo>
                  <a:pt x="31" y="204"/>
                </a:lnTo>
                <a:lnTo>
                  <a:pt x="31" y="203"/>
                </a:lnTo>
                <a:lnTo>
                  <a:pt x="32" y="201"/>
                </a:lnTo>
                <a:lnTo>
                  <a:pt x="32" y="200"/>
                </a:lnTo>
                <a:lnTo>
                  <a:pt x="32" y="199"/>
                </a:lnTo>
                <a:lnTo>
                  <a:pt x="31" y="199"/>
                </a:lnTo>
                <a:lnTo>
                  <a:pt x="31" y="200"/>
                </a:lnTo>
                <a:lnTo>
                  <a:pt x="30" y="200"/>
                </a:lnTo>
                <a:lnTo>
                  <a:pt x="29" y="200"/>
                </a:lnTo>
                <a:lnTo>
                  <a:pt x="29" y="203"/>
                </a:lnTo>
                <a:lnTo>
                  <a:pt x="28" y="203"/>
                </a:lnTo>
                <a:lnTo>
                  <a:pt x="28" y="204"/>
                </a:lnTo>
                <a:lnTo>
                  <a:pt x="27" y="204"/>
                </a:lnTo>
                <a:lnTo>
                  <a:pt x="27" y="205"/>
                </a:lnTo>
                <a:lnTo>
                  <a:pt x="25" y="205"/>
                </a:lnTo>
                <a:lnTo>
                  <a:pt x="24" y="205"/>
                </a:lnTo>
                <a:lnTo>
                  <a:pt x="25" y="205"/>
                </a:lnTo>
                <a:lnTo>
                  <a:pt x="27" y="200"/>
                </a:lnTo>
                <a:lnTo>
                  <a:pt x="28" y="199"/>
                </a:lnTo>
                <a:lnTo>
                  <a:pt x="29" y="198"/>
                </a:lnTo>
                <a:lnTo>
                  <a:pt x="29" y="197"/>
                </a:lnTo>
                <a:lnTo>
                  <a:pt x="29" y="196"/>
                </a:lnTo>
                <a:lnTo>
                  <a:pt x="30" y="195"/>
                </a:lnTo>
                <a:lnTo>
                  <a:pt x="31" y="194"/>
                </a:lnTo>
                <a:lnTo>
                  <a:pt x="34" y="194"/>
                </a:lnTo>
                <a:lnTo>
                  <a:pt x="34" y="193"/>
                </a:lnTo>
                <a:lnTo>
                  <a:pt x="35" y="193"/>
                </a:lnTo>
                <a:lnTo>
                  <a:pt x="34" y="193"/>
                </a:lnTo>
                <a:lnTo>
                  <a:pt x="34" y="192"/>
                </a:lnTo>
                <a:lnTo>
                  <a:pt x="34" y="191"/>
                </a:lnTo>
                <a:lnTo>
                  <a:pt x="35" y="191"/>
                </a:lnTo>
                <a:lnTo>
                  <a:pt x="36" y="190"/>
                </a:lnTo>
                <a:lnTo>
                  <a:pt x="36" y="189"/>
                </a:lnTo>
                <a:lnTo>
                  <a:pt x="36" y="188"/>
                </a:lnTo>
                <a:lnTo>
                  <a:pt x="37" y="187"/>
                </a:lnTo>
                <a:lnTo>
                  <a:pt x="37" y="186"/>
                </a:lnTo>
                <a:lnTo>
                  <a:pt x="36" y="186"/>
                </a:lnTo>
                <a:lnTo>
                  <a:pt x="35" y="186"/>
                </a:lnTo>
                <a:lnTo>
                  <a:pt x="34" y="186"/>
                </a:lnTo>
                <a:lnTo>
                  <a:pt x="33" y="185"/>
                </a:lnTo>
                <a:lnTo>
                  <a:pt x="34" y="185"/>
                </a:lnTo>
                <a:lnTo>
                  <a:pt x="34" y="184"/>
                </a:lnTo>
                <a:lnTo>
                  <a:pt x="34" y="183"/>
                </a:lnTo>
                <a:lnTo>
                  <a:pt x="35" y="182"/>
                </a:lnTo>
                <a:lnTo>
                  <a:pt x="36" y="179"/>
                </a:lnTo>
                <a:lnTo>
                  <a:pt x="36" y="178"/>
                </a:lnTo>
                <a:lnTo>
                  <a:pt x="36" y="177"/>
                </a:lnTo>
                <a:lnTo>
                  <a:pt x="37" y="177"/>
                </a:lnTo>
                <a:lnTo>
                  <a:pt x="37" y="176"/>
                </a:lnTo>
                <a:lnTo>
                  <a:pt x="37" y="175"/>
                </a:lnTo>
                <a:lnTo>
                  <a:pt x="37" y="174"/>
                </a:lnTo>
                <a:lnTo>
                  <a:pt x="38" y="174"/>
                </a:lnTo>
                <a:lnTo>
                  <a:pt x="38" y="176"/>
                </a:lnTo>
                <a:lnTo>
                  <a:pt x="38" y="177"/>
                </a:lnTo>
                <a:lnTo>
                  <a:pt x="37" y="178"/>
                </a:lnTo>
                <a:lnTo>
                  <a:pt x="37" y="179"/>
                </a:lnTo>
                <a:lnTo>
                  <a:pt x="37" y="180"/>
                </a:lnTo>
                <a:lnTo>
                  <a:pt x="36" y="180"/>
                </a:lnTo>
                <a:lnTo>
                  <a:pt x="36" y="179"/>
                </a:lnTo>
                <a:lnTo>
                  <a:pt x="36" y="180"/>
                </a:lnTo>
                <a:lnTo>
                  <a:pt x="35" y="182"/>
                </a:lnTo>
                <a:lnTo>
                  <a:pt x="35" y="184"/>
                </a:lnTo>
                <a:lnTo>
                  <a:pt x="36" y="184"/>
                </a:lnTo>
                <a:lnTo>
                  <a:pt x="36" y="183"/>
                </a:lnTo>
                <a:lnTo>
                  <a:pt x="36" y="182"/>
                </a:lnTo>
                <a:lnTo>
                  <a:pt x="36" y="181"/>
                </a:lnTo>
                <a:lnTo>
                  <a:pt x="37" y="181"/>
                </a:lnTo>
                <a:lnTo>
                  <a:pt x="38" y="183"/>
                </a:lnTo>
                <a:lnTo>
                  <a:pt x="38" y="182"/>
                </a:lnTo>
                <a:lnTo>
                  <a:pt x="38" y="181"/>
                </a:lnTo>
                <a:lnTo>
                  <a:pt x="38" y="180"/>
                </a:lnTo>
                <a:lnTo>
                  <a:pt x="38" y="179"/>
                </a:lnTo>
                <a:lnTo>
                  <a:pt x="39" y="175"/>
                </a:lnTo>
                <a:lnTo>
                  <a:pt x="40" y="176"/>
                </a:lnTo>
                <a:lnTo>
                  <a:pt x="39" y="177"/>
                </a:lnTo>
                <a:lnTo>
                  <a:pt x="40" y="178"/>
                </a:lnTo>
                <a:lnTo>
                  <a:pt x="40" y="177"/>
                </a:lnTo>
                <a:lnTo>
                  <a:pt x="40" y="176"/>
                </a:lnTo>
                <a:lnTo>
                  <a:pt x="40" y="175"/>
                </a:lnTo>
                <a:lnTo>
                  <a:pt x="40" y="174"/>
                </a:lnTo>
                <a:lnTo>
                  <a:pt x="41" y="174"/>
                </a:lnTo>
                <a:lnTo>
                  <a:pt x="41" y="173"/>
                </a:lnTo>
                <a:lnTo>
                  <a:pt x="39" y="174"/>
                </a:lnTo>
                <a:lnTo>
                  <a:pt x="39" y="173"/>
                </a:lnTo>
                <a:lnTo>
                  <a:pt x="39" y="172"/>
                </a:lnTo>
                <a:lnTo>
                  <a:pt x="38" y="172"/>
                </a:lnTo>
                <a:lnTo>
                  <a:pt x="39" y="171"/>
                </a:lnTo>
                <a:lnTo>
                  <a:pt x="39" y="170"/>
                </a:lnTo>
                <a:lnTo>
                  <a:pt x="39" y="169"/>
                </a:lnTo>
                <a:lnTo>
                  <a:pt x="40" y="169"/>
                </a:lnTo>
                <a:lnTo>
                  <a:pt x="40" y="170"/>
                </a:lnTo>
                <a:lnTo>
                  <a:pt x="42" y="170"/>
                </a:lnTo>
                <a:lnTo>
                  <a:pt x="43" y="170"/>
                </a:lnTo>
                <a:lnTo>
                  <a:pt x="43" y="169"/>
                </a:lnTo>
                <a:lnTo>
                  <a:pt x="43" y="167"/>
                </a:lnTo>
                <a:lnTo>
                  <a:pt x="42" y="167"/>
                </a:lnTo>
                <a:lnTo>
                  <a:pt x="42" y="166"/>
                </a:lnTo>
                <a:lnTo>
                  <a:pt x="43" y="166"/>
                </a:lnTo>
                <a:lnTo>
                  <a:pt x="43" y="165"/>
                </a:lnTo>
                <a:lnTo>
                  <a:pt x="43" y="163"/>
                </a:lnTo>
                <a:lnTo>
                  <a:pt x="44" y="163"/>
                </a:lnTo>
                <a:lnTo>
                  <a:pt x="44" y="162"/>
                </a:lnTo>
                <a:lnTo>
                  <a:pt x="45" y="161"/>
                </a:lnTo>
                <a:lnTo>
                  <a:pt x="46" y="160"/>
                </a:lnTo>
                <a:lnTo>
                  <a:pt x="45" y="160"/>
                </a:lnTo>
                <a:lnTo>
                  <a:pt x="45" y="159"/>
                </a:lnTo>
                <a:lnTo>
                  <a:pt x="46" y="157"/>
                </a:lnTo>
                <a:lnTo>
                  <a:pt x="46" y="156"/>
                </a:lnTo>
                <a:lnTo>
                  <a:pt x="47" y="155"/>
                </a:lnTo>
                <a:lnTo>
                  <a:pt x="47" y="154"/>
                </a:lnTo>
                <a:lnTo>
                  <a:pt x="48" y="153"/>
                </a:lnTo>
                <a:lnTo>
                  <a:pt x="48" y="152"/>
                </a:lnTo>
                <a:lnTo>
                  <a:pt x="48" y="151"/>
                </a:lnTo>
                <a:lnTo>
                  <a:pt x="49" y="151"/>
                </a:lnTo>
                <a:lnTo>
                  <a:pt x="49" y="149"/>
                </a:lnTo>
                <a:lnTo>
                  <a:pt x="50" y="148"/>
                </a:lnTo>
                <a:lnTo>
                  <a:pt x="51" y="148"/>
                </a:lnTo>
                <a:lnTo>
                  <a:pt x="52" y="146"/>
                </a:lnTo>
                <a:lnTo>
                  <a:pt x="52" y="145"/>
                </a:lnTo>
                <a:lnTo>
                  <a:pt x="53" y="144"/>
                </a:lnTo>
                <a:lnTo>
                  <a:pt x="54" y="141"/>
                </a:lnTo>
                <a:lnTo>
                  <a:pt x="55" y="139"/>
                </a:lnTo>
                <a:lnTo>
                  <a:pt x="56" y="135"/>
                </a:lnTo>
                <a:lnTo>
                  <a:pt x="56" y="134"/>
                </a:lnTo>
                <a:lnTo>
                  <a:pt x="57" y="133"/>
                </a:lnTo>
                <a:lnTo>
                  <a:pt x="57" y="132"/>
                </a:lnTo>
                <a:lnTo>
                  <a:pt x="57" y="130"/>
                </a:lnTo>
                <a:lnTo>
                  <a:pt x="58" y="128"/>
                </a:lnTo>
                <a:lnTo>
                  <a:pt x="58" y="127"/>
                </a:lnTo>
                <a:lnTo>
                  <a:pt x="58" y="125"/>
                </a:lnTo>
                <a:lnTo>
                  <a:pt x="59" y="123"/>
                </a:lnTo>
                <a:lnTo>
                  <a:pt x="59" y="122"/>
                </a:lnTo>
                <a:lnTo>
                  <a:pt x="60" y="122"/>
                </a:lnTo>
                <a:lnTo>
                  <a:pt x="61" y="121"/>
                </a:lnTo>
                <a:lnTo>
                  <a:pt x="62" y="121"/>
                </a:lnTo>
                <a:lnTo>
                  <a:pt x="63" y="120"/>
                </a:lnTo>
                <a:lnTo>
                  <a:pt x="64" y="120"/>
                </a:lnTo>
                <a:lnTo>
                  <a:pt x="65" y="120"/>
                </a:lnTo>
                <a:lnTo>
                  <a:pt x="65" y="121"/>
                </a:lnTo>
                <a:lnTo>
                  <a:pt x="66" y="121"/>
                </a:lnTo>
                <a:lnTo>
                  <a:pt x="66" y="120"/>
                </a:lnTo>
                <a:lnTo>
                  <a:pt x="65" y="120"/>
                </a:lnTo>
                <a:lnTo>
                  <a:pt x="64" y="119"/>
                </a:lnTo>
                <a:lnTo>
                  <a:pt x="63" y="119"/>
                </a:lnTo>
                <a:lnTo>
                  <a:pt x="63" y="118"/>
                </a:lnTo>
                <a:lnTo>
                  <a:pt x="64" y="117"/>
                </a:lnTo>
                <a:lnTo>
                  <a:pt x="64" y="116"/>
                </a:lnTo>
                <a:lnTo>
                  <a:pt x="64" y="115"/>
                </a:lnTo>
                <a:lnTo>
                  <a:pt x="65" y="114"/>
                </a:lnTo>
                <a:lnTo>
                  <a:pt x="65" y="113"/>
                </a:lnTo>
                <a:lnTo>
                  <a:pt x="66" y="113"/>
                </a:lnTo>
                <a:lnTo>
                  <a:pt x="66" y="112"/>
                </a:lnTo>
                <a:lnTo>
                  <a:pt x="67" y="112"/>
                </a:lnTo>
                <a:lnTo>
                  <a:pt x="69" y="112"/>
                </a:lnTo>
                <a:lnTo>
                  <a:pt x="70" y="111"/>
                </a:lnTo>
                <a:lnTo>
                  <a:pt x="71" y="111"/>
                </a:lnTo>
                <a:lnTo>
                  <a:pt x="72" y="110"/>
                </a:lnTo>
                <a:lnTo>
                  <a:pt x="73" y="110"/>
                </a:lnTo>
                <a:lnTo>
                  <a:pt x="73" y="109"/>
                </a:lnTo>
                <a:lnTo>
                  <a:pt x="74" y="108"/>
                </a:lnTo>
                <a:lnTo>
                  <a:pt x="74" y="107"/>
                </a:lnTo>
                <a:lnTo>
                  <a:pt x="75" y="107"/>
                </a:lnTo>
                <a:lnTo>
                  <a:pt x="76" y="105"/>
                </a:lnTo>
                <a:lnTo>
                  <a:pt x="76" y="104"/>
                </a:lnTo>
                <a:lnTo>
                  <a:pt x="76" y="102"/>
                </a:lnTo>
                <a:lnTo>
                  <a:pt x="77" y="102"/>
                </a:lnTo>
                <a:lnTo>
                  <a:pt x="77" y="101"/>
                </a:lnTo>
                <a:lnTo>
                  <a:pt x="78" y="100"/>
                </a:lnTo>
                <a:lnTo>
                  <a:pt x="78" y="99"/>
                </a:lnTo>
                <a:lnTo>
                  <a:pt x="79" y="99"/>
                </a:lnTo>
                <a:lnTo>
                  <a:pt x="80" y="98"/>
                </a:lnTo>
                <a:lnTo>
                  <a:pt x="80" y="97"/>
                </a:lnTo>
                <a:lnTo>
                  <a:pt x="81" y="97"/>
                </a:lnTo>
                <a:lnTo>
                  <a:pt x="81" y="96"/>
                </a:lnTo>
                <a:lnTo>
                  <a:pt x="81" y="95"/>
                </a:lnTo>
                <a:lnTo>
                  <a:pt x="82" y="94"/>
                </a:lnTo>
                <a:lnTo>
                  <a:pt x="82" y="93"/>
                </a:lnTo>
                <a:lnTo>
                  <a:pt x="82" y="92"/>
                </a:lnTo>
                <a:lnTo>
                  <a:pt x="82" y="89"/>
                </a:lnTo>
                <a:lnTo>
                  <a:pt x="81" y="89"/>
                </a:lnTo>
                <a:lnTo>
                  <a:pt x="81" y="88"/>
                </a:lnTo>
                <a:lnTo>
                  <a:pt x="82" y="88"/>
                </a:lnTo>
                <a:lnTo>
                  <a:pt x="82" y="87"/>
                </a:lnTo>
                <a:lnTo>
                  <a:pt x="81" y="87"/>
                </a:lnTo>
                <a:lnTo>
                  <a:pt x="81" y="88"/>
                </a:lnTo>
                <a:lnTo>
                  <a:pt x="80" y="87"/>
                </a:lnTo>
                <a:lnTo>
                  <a:pt x="80" y="85"/>
                </a:lnTo>
                <a:lnTo>
                  <a:pt x="81" y="84"/>
                </a:lnTo>
                <a:lnTo>
                  <a:pt x="81" y="82"/>
                </a:lnTo>
                <a:lnTo>
                  <a:pt x="82" y="82"/>
                </a:lnTo>
                <a:lnTo>
                  <a:pt x="82" y="81"/>
                </a:lnTo>
                <a:lnTo>
                  <a:pt x="82" y="82"/>
                </a:lnTo>
                <a:lnTo>
                  <a:pt x="83" y="82"/>
                </a:lnTo>
                <a:lnTo>
                  <a:pt x="84" y="82"/>
                </a:lnTo>
                <a:lnTo>
                  <a:pt x="84" y="81"/>
                </a:lnTo>
                <a:lnTo>
                  <a:pt x="83" y="81"/>
                </a:lnTo>
                <a:lnTo>
                  <a:pt x="83" y="80"/>
                </a:lnTo>
                <a:lnTo>
                  <a:pt x="83" y="79"/>
                </a:lnTo>
                <a:lnTo>
                  <a:pt x="84" y="79"/>
                </a:lnTo>
                <a:lnTo>
                  <a:pt x="84" y="78"/>
                </a:lnTo>
                <a:lnTo>
                  <a:pt x="84" y="77"/>
                </a:lnTo>
                <a:lnTo>
                  <a:pt x="84" y="76"/>
                </a:lnTo>
                <a:lnTo>
                  <a:pt x="85" y="75"/>
                </a:lnTo>
                <a:lnTo>
                  <a:pt x="85" y="74"/>
                </a:lnTo>
                <a:lnTo>
                  <a:pt x="85" y="73"/>
                </a:lnTo>
                <a:lnTo>
                  <a:pt x="86" y="73"/>
                </a:lnTo>
                <a:lnTo>
                  <a:pt x="86" y="72"/>
                </a:lnTo>
                <a:lnTo>
                  <a:pt x="86" y="71"/>
                </a:lnTo>
                <a:lnTo>
                  <a:pt x="86" y="70"/>
                </a:lnTo>
                <a:lnTo>
                  <a:pt x="87" y="69"/>
                </a:lnTo>
                <a:lnTo>
                  <a:pt x="87" y="68"/>
                </a:lnTo>
                <a:lnTo>
                  <a:pt x="87" y="67"/>
                </a:lnTo>
                <a:lnTo>
                  <a:pt x="88" y="67"/>
                </a:lnTo>
                <a:lnTo>
                  <a:pt x="88" y="66"/>
                </a:lnTo>
                <a:lnTo>
                  <a:pt x="88" y="65"/>
                </a:lnTo>
                <a:lnTo>
                  <a:pt x="89" y="65"/>
                </a:lnTo>
                <a:lnTo>
                  <a:pt x="89" y="64"/>
                </a:lnTo>
                <a:lnTo>
                  <a:pt x="90" y="64"/>
                </a:lnTo>
                <a:lnTo>
                  <a:pt x="90" y="63"/>
                </a:lnTo>
                <a:lnTo>
                  <a:pt x="90" y="62"/>
                </a:lnTo>
                <a:lnTo>
                  <a:pt x="91" y="62"/>
                </a:lnTo>
                <a:lnTo>
                  <a:pt x="91" y="61"/>
                </a:lnTo>
                <a:lnTo>
                  <a:pt x="91" y="60"/>
                </a:lnTo>
                <a:lnTo>
                  <a:pt x="91" y="59"/>
                </a:lnTo>
                <a:lnTo>
                  <a:pt x="90" y="59"/>
                </a:lnTo>
                <a:lnTo>
                  <a:pt x="91" y="56"/>
                </a:lnTo>
                <a:lnTo>
                  <a:pt x="92" y="55"/>
                </a:lnTo>
                <a:lnTo>
                  <a:pt x="92" y="54"/>
                </a:lnTo>
                <a:lnTo>
                  <a:pt x="93" y="54"/>
                </a:lnTo>
                <a:lnTo>
                  <a:pt x="93" y="53"/>
                </a:lnTo>
                <a:lnTo>
                  <a:pt x="94" y="51"/>
                </a:lnTo>
                <a:lnTo>
                  <a:pt x="95" y="50"/>
                </a:lnTo>
                <a:lnTo>
                  <a:pt x="96" y="50"/>
                </a:lnTo>
                <a:lnTo>
                  <a:pt x="96" y="49"/>
                </a:lnTo>
                <a:lnTo>
                  <a:pt x="97" y="49"/>
                </a:lnTo>
                <a:lnTo>
                  <a:pt x="99" y="47"/>
                </a:lnTo>
                <a:lnTo>
                  <a:pt x="100" y="46"/>
                </a:lnTo>
                <a:lnTo>
                  <a:pt x="100" y="45"/>
                </a:lnTo>
                <a:lnTo>
                  <a:pt x="101" y="45"/>
                </a:lnTo>
                <a:lnTo>
                  <a:pt x="102" y="44"/>
                </a:lnTo>
                <a:lnTo>
                  <a:pt x="103" y="44"/>
                </a:lnTo>
                <a:lnTo>
                  <a:pt x="104" y="44"/>
                </a:lnTo>
                <a:lnTo>
                  <a:pt x="105" y="43"/>
                </a:lnTo>
                <a:lnTo>
                  <a:pt x="106" y="43"/>
                </a:lnTo>
                <a:lnTo>
                  <a:pt x="107" y="43"/>
                </a:lnTo>
                <a:lnTo>
                  <a:pt x="107" y="42"/>
                </a:lnTo>
                <a:lnTo>
                  <a:pt x="108" y="42"/>
                </a:lnTo>
                <a:lnTo>
                  <a:pt x="109" y="41"/>
                </a:lnTo>
                <a:lnTo>
                  <a:pt x="110" y="41"/>
                </a:lnTo>
                <a:lnTo>
                  <a:pt x="111" y="40"/>
                </a:lnTo>
                <a:lnTo>
                  <a:pt x="111" y="39"/>
                </a:lnTo>
                <a:lnTo>
                  <a:pt x="112" y="39"/>
                </a:lnTo>
                <a:lnTo>
                  <a:pt x="113" y="38"/>
                </a:lnTo>
                <a:lnTo>
                  <a:pt x="114" y="37"/>
                </a:lnTo>
                <a:lnTo>
                  <a:pt x="115" y="37"/>
                </a:lnTo>
                <a:lnTo>
                  <a:pt x="115" y="36"/>
                </a:lnTo>
                <a:lnTo>
                  <a:pt x="116" y="36"/>
                </a:lnTo>
                <a:lnTo>
                  <a:pt x="117" y="36"/>
                </a:lnTo>
                <a:lnTo>
                  <a:pt x="118" y="35"/>
                </a:lnTo>
                <a:lnTo>
                  <a:pt x="119" y="35"/>
                </a:lnTo>
                <a:lnTo>
                  <a:pt x="119" y="34"/>
                </a:lnTo>
                <a:lnTo>
                  <a:pt x="120" y="34"/>
                </a:lnTo>
                <a:lnTo>
                  <a:pt x="121" y="34"/>
                </a:lnTo>
                <a:lnTo>
                  <a:pt x="122" y="34"/>
                </a:lnTo>
                <a:lnTo>
                  <a:pt x="124" y="34"/>
                </a:lnTo>
                <a:lnTo>
                  <a:pt x="125" y="34"/>
                </a:lnTo>
                <a:lnTo>
                  <a:pt x="125" y="33"/>
                </a:lnTo>
                <a:lnTo>
                  <a:pt x="126" y="33"/>
                </a:lnTo>
                <a:lnTo>
                  <a:pt x="126" y="32"/>
                </a:lnTo>
                <a:lnTo>
                  <a:pt x="127" y="32"/>
                </a:lnTo>
                <a:lnTo>
                  <a:pt x="128" y="32"/>
                </a:lnTo>
                <a:lnTo>
                  <a:pt x="129" y="32"/>
                </a:lnTo>
                <a:lnTo>
                  <a:pt x="130" y="32"/>
                </a:lnTo>
                <a:lnTo>
                  <a:pt x="130" y="31"/>
                </a:lnTo>
                <a:lnTo>
                  <a:pt x="131" y="31"/>
                </a:lnTo>
                <a:lnTo>
                  <a:pt x="132" y="31"/>
                </a:lnTo>
                <a:lnTo>
                  <a:pt x="133" y="30"/>
                </a:lnTo>
                <a:lnTo>
                  <a:pt x="134" y="30"/>
                </a:lnTo>
                <a:lnTo>
                  <a:pt x="135" y="29"/>
                </a:lnTo>
                <a:lnTo>
                  <a:pt x="135" y="28"/>
                </a:lnTo>
                <a:lnTo>
                  <a:pt x="137" y="27"/>
                </a:lnTo>
                <a:lnTo>
                  <a:pt x="137" y="26"/>
                </a:lnTo>
                <a:lnTo>
                  <a:pt x="138" y="25"/>
                </a:lnTo>
                <a:lnTo>
                  <a:pt x="138" y="24"/>
                </a:lnTo>
                <a:lnTo>
                  <a:pt x="138" y="25"/>
                </a:lnTo>
                <a:lnTo>
                  <a:pt x="139" y="25"/>
                </a:lnTo>
                <a:lnTo>
                  <a:pt x="139" y="24"/>
                </a:lnTo>
                <a:lnTo>
                  <a:pt x="140" y="24"/>
                </a:lnTo>
                <a:lnTo>
                  <a:pt x="140" y="23"/>
                </a:lnTo>
                <a:lnTo>
                  <a:pt x="141" y="24"/>
                </a:lnTo>
                <a:lnTo>
                  <a:pt x="142" y="24"/>
                </a:lnTo>
                <a:lnTo>
                  <a:pt x="143" y="24"/>
                </a:lnTo>
                <a:lnTo>
                  <a:pt x="144" y="25"/>
                </a:lnTo>
                <a:lnTo>
                  <a:pt x="145" y="26"/>
                </a:lnTo>
                <a:lnTo>
                  <a:pt x="145" y="27"/>
                </a:lnTo>
                <a:lnTo>
                  <a:pt x="146" y="28"/>
                </a:lnTo>
                <a:lnTo>
                  <a:pt x="147" y="29"/>
                </a:lnTo>
                <a:lnTo>
                  <a:pt x="148" y="29"/>
                </a:lnTo>
                <a:lnTo>
                  <a:pt x="147" y="29"/>
                </a:lnTo>
                <a:lnTo>
                  <a:pt x="147" y="28"/>
                </a:lnTo>
                <a:lnTo>
                  <a:pt x="147" y="27"/>
                </a:lnTo>
                <a:lnTo>
                  <a:pt x="146" y="26"/>
                </a:lnTo>
                <a:lnTo>
                  <a:pt x="146" y="25"/>
                </a:lnTo>
                <a:lnTo>
                  <a:pt x="146" y="24"/>
                </a:lnTo>
                <a:lnTo>
                  <a:pt x="145" y="24"/>
                </a:lnTo>
                <a:lnTo>
                  <a:pt x="144" y="23"/>
                </a:lnTo>
                <a:lnTo>
                  <a:pt x="143" y="22"/>
                </a:lnTo>
                <a:lnTo>
                  <a:pt x="142" y="22"/>
                </a:lnTo>
                <a:lnTo>
                  <a:pt x="141" y="22"/>
                </a:lnTo>
                <a:lnTo>
                  <a:pt x="140" y="21"/>
                </a:lnTo>
                <a:lnTo>
                  <a:pt x="139" y="21"/>
                </a:lnTo>
                <a:lnTo>
                  <a:pt x="139" y="20"/>
                </a:lnTo>
                <a:lnTo>
                  <a:pt x="140" y="20"/>
                </a:lnTo>
                <a:lnTo>
                  <a:pt x="140" y="19"/>
                </a:lnTo>
                <a:lnTo>
                  <a:pt x="140" y="18"/>
                </a:lnTo>
                <a:lnTo>
                  <a:pt x="141" y="17"/>
                </a:lnTo>
                <a:lnTo>
                  <a:pt x="142" y="16"/>
                </a:lnTo>
                <a:lnTo>
                  <a:pt x="142" y="15"/>
                </a:lnTo>
                <a:lnTo>
                  <a:pt x="142" y="14"/>
                </a:lnTo>
                <a:lnTo>
                  <a:pt x="142" y="13"/>
                </a:lnTo>
                <a:lnTo>
                  <a:pt x="143" y="13"/>
                </a:lnTo>
                <a:lnTo>
                  <a:pt x="143" y="12"/>
                </a:lnTo>
                <a:lnTo>
                  <a:pt x="143" y="11"/>
                </a:lnTo>
                <a:lnTo>
                  <a:pt x="143" y="10"/>
                </a:lnTo>
                <a:lnTo>
                  <a:pt x="144" y="10"/>
                </a:lnTo>
                <a:lnTo>
                  <a:pt x="145" y="10"/>
                </a:lnTo>
                <a:lnTo>
                  <a:pt x="146" y="10"/>
                </a:lnTo>
                <a:lnTo>
                  <a:pt x="146" y="9"/>
                </a:lnTo>
                <a:lnTo>
                  <a:pt x="146" y="7"/>
                </a:lnTo>
                <a:lnTo>
                  <a:pt x="147" y="7"/>
                </a:lnTo>
                <a:lnTo>
                  <a:pt x="147" y="6"/>
                </a:lnTo>
                <a:lnTo>
                  <a:pt x="149" y="5"/>
                </a:lnTo>
                <a:lnTo>
                  <a:pt x="150" y="5"/>
                </a:lnTo>
                <a:lnTo>
                  <a:pt x="150" y="4"/>
                </a:lnTo>
                <a:lnTo>
                  <a:pt x="150" y="3"/>
                </a:lnTo>
                <a:lnTo>
                  <a:pt x="150" y="4"/>
                </a:lnTo>
                <a:lnTo>
                  <a:pt x="151" y="4"/>
                </a:lnTo>
                <a:lnTo>
                  <a:pt x="152" y="4"/>
                </a:lnTo>
                <a:lnTo>
                  <a:pt x="152" y="3"/>
                </a:lnTo>
                <a:lnTo>
                  <a:pt x="153" y="3"/>
                </a:lnTo>
                <a:lnTo>
                  <a:pt x="153" y="2"/>
                </a:lnTo>
                <a:lnTo>
                  <a:pt x="153" y="1"/>
                </a:lnTo>
                <a:lnTo>
                  <a:pt x="154" y="1"/>
                </a:lnTo>
                <a:lnTo>
                  <a:pt x="154" y="2"/>
                </a:lnTo>
                <a:lnTo>
                  <a:pt x="155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2798640" y="531900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5" y="1"/>
                </a:moveTo>
                <a:lnTo>
                  <a:pt x="3" y="1"/>
                </a:lnTo>
                <a:lnTo>
                  <a:pt x="2" y="1"/>
                </a:lnTo>
                <a:lnTo>
                  <a:pt x="2" y="3"/>
                </a:ln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2805480" y="53085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2350440" y="55774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1"/>
                </a:moveTo>
                <a:lnTo>
                  <a:pt x="3" y="1"/>
                </a:lnTo>
                <a:lnTo>
                  <a:pt x="1" y="3"/>
                </a:lnTo>
                <a:lnTo>
                  <a:pt x="0" y="1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2368440" y="557496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3" y="1"/>
                </a:moveTo>
                <a:lnTo>
                  <a:pt x="4" y="1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1" y="4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1"/>
                </a:lnTo>
                <a:lnTo>
                  <a:pt x="3" y="0"/>
                </a:lnTo>
                <a:lnTo>
                  <a:pt x="3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2350800" y="557640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3" y="2"/>
                </a:moveTo>
                <a:lnTo>
                  <a:pt x="0" y="2"/>
                </a:lnTo>
                <a:lnTo>
                  <a:pt x="0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2369880" y="55746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2368080" y="55746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2354760" y="55753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3"/>
                </a:move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4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2356560" y="557388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3" y="1"/>
                </a:moveTo>
                <a:lnTo>
                  <a:pt x="1" y="1"/>
                </a:lnTo>
                <a:lnTo>
                  <a:pt x="1" y="2"/>
                </a:lnTo>
                <a:lnTo>
                  <a:pt x="3" y="2"/>
                </a:lnTo>
                <a:lnTo>
                  <a:pt x="3" y="4"/>
                </a:lnTo>
                <a:lnTo>
                  <a:pt x="3" y="2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2360520" y="5572440"/>
            <a:ext cx="3600" cy="3960"/>
          </a:xfrm>
          <a:custGeom>
            <a:avLst/>
            <a:gdLst/>
            <a:ahLst/>
            <a:rect l="0" t="0" r="r" b="b"/>
            <a:pathLst>
              <a:path w="10" h="11">
                <a:moveTo>
                  <a:pt x="3" y="2"/>
                </a:moveTo>
                <a:lnTo>
                  <a:pt x="3" y="3"/>
                </a:lnTo>
                <a:lnTo>
                  <a:pt x="4" y="3"/>
                </a:lnTo>
                <a:lnTo>
                  <a:pt x="3" y="3"/>
                </a:lnTo>
                <a:lnTo>
                  <a:pt x="4" y="3"/>
                </a:lnTo>
                <a:lnTo>
                  <a:pt x="4" y="4"/>
                </a:lnTo>
                <a:lnTo>
                  <a:pt x="4" y="3"/>
                </a:lnTo>
                <a:lnTo>
                  <a:pt x="5" y="3"/>
                </a:lnTo>
                <a:lnTo>
                  <a:pt x="5" y="4"/>
                </a:lnTo>
                <a:lnTo>
                  <a:pt x="4" y="5"/>
                </a:lnTo>
                <a:lnTo>
                  <a:pt x="4" y="7"/>
                </a:lnTo>
                <a:lnTo>
                  <a:pt x="5" y="7"/>
                </a:lnTo>
                <a:lnTo>
                  <a:pt x="5" y="5"/>
                </a:lnTo>
                <a:lnTo>
                  <a:pt x="6" y="5"/>
                </a:lnTo>
                <a:lnTo>
                  <a:pt x="8" y="5"/>
                </a:lnTo>
                <a:lnTo>
                  <a:pt x="8" y="4"/>
                </a:lnTo>
                <a:lnTo>
                  <a:pt x="9" y="5"/>
                </a:lnTo>
                <a:lnTo>
                  <a:pt x="9" y="4"/>
                </a:lnTo>
                <a:lnTo>
                  <a:pt x="9" y="5"/>
                </a:lnTo>
                <a:lnTo>
                  <a:pt x="10" y="5"/>
                </a:lnTo>
                <a:lnTo>
                  <a:pt x="9" y="5"/>
                </a:lnTo>
                <a:lnTo>
                  <a:pt x="9" y="7"/>
                </a:lnTo>
                <a:lnTo>
                  <a:pt x="9" y="5"/>
                </a:lnTo>
                <a:lnTo>
                  <a:pt x="8" y="5"/>
                </a:lnTo>
                <a:lnTo>
                  <a:pt x="8" y="7"/>
                </a:lnTo>
                <a:lnTo>
                  <a:pt x="6" y="7"/>
                </a:lnTo>
                <a:lnTo>
                  <a:pt x="6" y="8"/>
                </a:lnTo>
                <a:lnTo>
                  <a:pt x="8" y="10"/>
                </a:lnTo>
                <a:lnTo>
                  <a:pt x="6" y="9"/>
                </a:lnTo>
                <a:lnTo>
                  <a:pt x="5" y="8"/>
                </a:lnTo>
                <a:lnTo>
                  <a:pt x="5" y="9"/>
                </a:lnTo>
                <a:lnTo>
                  <a:pt x="6" y="10"/>
                </a:lnTo>
                <a:lnTo>
                  <a:pt x="6" y="11"/>
                </a:lnTo>
                <a:lnTo>
                  <a:pt x="6" y="10"/>
                </a:lnTo>
                <a:lnTo>
                  <a:pt x="5" y="10"/>
                </a:lnTo>
                <a:lnTo>
                  <a:pt x="4" y="11"/>
                </a:lnTo>
                <a:lnTo>
                  <a:pt x="4" y="10"/>
                </a:lnTo>
                <a:lnTo>
                  <a:pt x="3" y="11"/>
                </a:lnTo>
                <a:lnTo>
                  <a:pt x="3" y="10"/>
                </a:lnTo>
                <a:lnTo>
                  <a:pt x="2" y="10"/>
                </a:lnTo>
                <a:lnTo>
                  <a:pt x="3" y="9"/>
                </a:lnTo>
                <a:lnTo>
                  <a:pt x="3" y="7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1" y="2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3" y="1"/>
                </a:lnTo>
                <a:lnTo>
                  <a:pt x="3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2362680" y="557208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5"/>
                </a:moveTo>
                <a:lnTo>
                  <a:pt x="3" y="5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4" y="5"/>
                </a:lnTo>
                <a:close/>
              </a:path>
            </a:pathLst>
          </a:custGeom>
          <a:solidFill>
            <a:srgbClr val="F7F7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2362680" y="557208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5"/>
                </a:moveTo>
                <a:lnTo>
                  <a:pt x="3" y="5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4" y="5"/>
                </a:lnTo>
                <a:close/>
              </a:path>
            </a:pathLst>
          </a:custGeom>
          <a:noFill/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2356560" y="55720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0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2369520" y="55706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4"/>
                </a:move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3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2357640" y="55717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2356920" y="55702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  <a:lnTo>
                  <a:pt x="2" y="2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2361240" y="5569560"/>
            <a:ext cx="7920" cy="5400"/>
          </a:xfrm>
          <a:custGeom>
            <a:avLst/>
            <a:gdLst/>
            <a:ahLst/>
            <a:rect l="0" t="0" r="r" b="b"/>
            <a:pathLst>
              <a:path w="22" h="15">
                <a:moveTo>
                  <a:pt x="16" y="1"/>
                </a:moveTo>
                <a:lnTo>
                  <a:pt x="17" y="1"/>
                </a:lnTo>
                <a:lnTo>
                  <a:pt x="17" y="0"/>
                </a:lnTo>
                <a:lnTo>
                  <a:pt x="17" y="1"/>
                </a:lnTo>
                <a:lnTo>
                  <a:pt x="18" y="1"/>
                </a:lnTo>
                <a:lnTo>
                  <a:pt x="18" y="2"/>
                </a:lnTo>
                <a:lnTo>
                  <a:pt x="18" y="3"/>
                </a:lnTo>
                <a:lnTo>
                  <a:pt x="19" y="2"/>
                </a:lnTo>
                <a:lnTo>
                  <a:pt x="20" y="3"/>
                </a:lnTo>
                <a:lnTo>
                  <a:pt x="21" y="4"/>
                </a:lnTo>
                <a:lnTo>
                  <a:pt x="20" y="4"/>
                </a:lnTo>
                <a:lnTo>
                  <a:pt x="21" y="4"/>
                </a:lnTo>
                <a:lnTo>
                  <a:pt x="20" y="7"/>
                </a:lnTo>
                <a:lnTo>
                  <a:pt x="19" y="7"/>
                </a:lnTo>
                <a:lnTo>
                  <a:pt x="20" y="7"/>
                </a:lnTo>
                <a:lnTo>
                  <a:pt x="20" y="8"/>
                </a:lnTo>
                <a:lnTo>
                  <a:pt x="20" y="9"/>
                </a:lnTo>
                <a:lnTo>
                  <a:pt x="20" y="10"/>
                </a:lnTo>
                <a:lnTo>
                  <a:pt x="21" y="10"/>
                </a:lnTo>
                <a:lnTo>
                  <a:pt x="21" y="11"/>
                </a:lnTo>
                <a:lnTo>
                  <a:pt x="21" y="12"/>
                </a:lnTo>
                <a:lnTo>
                  <a:pt x="22" y="12"/>
                </a:lnTo>
                <a:lnTo>
                  <a:pt x="22" y="13"/>
                </a:lnTo>
                <a:lnTo>
                  <a:pt x="21" y="13"/>
                </a:lnTo>
                <a:lnTo>
                  <a:pt x="21" y="12"/>
                </a:lnTo>
                <a:lnTo>
                  <a:pt x="21" y="13"/>
                </a:lnTo>
                <a:lnTo>
                  <a:pt x="20" y="13"/>
                </a:lnTo>
                <a:lnTo>
                  <a:pt x="19" y="13"/>
                </a:lnTo>
                <a:lnTo>
                  <a:pt x="19" y="12"/>
                </a:lnTo>
                <a:lnTo>
                  <a:pt x="19" y="11"/>
                </a:lnTo>
                <a:lnTo>
                  <a:pt x="18" y="11"/>
                </a:lnTo>
                <a:lnTo>
                  <a:pt x="18" y="10"/>
                </a:lnTo>
                <a:lnTo>
                  <a:pt x="18" y="9"/>
                </a:lnTo>
                <a:lnTo>
                  <a:pt x="17" y="8"/>
                </a:lnTo>
                <a:lnTo>
                  <a:pt x="16" y="8"/>
                </a:lnTo>
                <a:lnTo>
                  <a:pt x="16" y="7"/>
                </a:lnTo>
                <a:lnTo>
                  <a:pt x="16" y="8"/>
                </a:lnTo>
                <a:lnTo>
                  <a:pt x="17" y="8"/>
                </a:lnTo>
                <a:lnTo>
                  <a:pt x="17" y="9"/>
                </a:lnTo>
                <a:lnTo>
                  <a:pt x="17" y="10"/>
                </a:lnTo>
                <a:lnTo>
                  <a:pt x="16" y="10"/>
                </a:lnTo>
                <a:lnTo>
                  <a:pt x="16" y="9"/>
                </a:lnTo>
                <a:lnTo>
                  <a:pt x="16" y="10"/>
                </a:lnTo>
                <a:lnTo>
                  <a:pt x="15" y="11"/>
                </a:lnTo>
                <a:lnTo>
                  <a:pt x="16" y="12"/>
                </a:lnTo>
                <a:lnTo>
                  <a:pt x="16" y="13"/>
                </a:lnTo>
                <a:lnTo>
                  <a:pt x="16" y="14"/>
                </a:lnTo>
                <a:lnTo>
                  <a:pt x="17" y="14"/>
                </a:lnTo>
                <a:lnTo>
                  <a:pt x="17" y="15"/>
                </a:lnTo>
                <a:lnTo>
                  <a:pt x="16" y="15"/>
                </a:lnTo>
                <a:lnTo>
                  <a:pt x="15" y="15"/>
                </a:lnTo>
                <a:lnTo>
                  <a:pt x="15" y="14"/>
                </a:lnTo>
                <a:lnTo>
                  <a:pt x="15" y="13"/>
                </a:lnTo>
                <a:lnTo>
                  <a:pt x="15" y="12"/>
                </a:lnTo>
                <a:lnTo>
                  <a:pt x="14" y="12"/>
                </a:lnTo>
                <a:lnTo>
                  <a:pt x="13" y="12"/>
                </a:lnTo>
                <a:lnTo>
                  <a:pt x="13" y="13"/>
                </a:lnTo>
                <a:lnTo>
                  <a:pt x="13" y="12"/>
                </a:lnTo>
                <a:lnTo>
                  <a:pt x="13" y="11"/>
                </a:lnTo>
                <a:lnTo>
                  <a:pt x="12" y="11"/>
                </a:lnTo>
                <a:lnTo>
                  <a:pt x="13" y="11"/>
                </a:lnTo>
                <a:lnTo>
                  <a:pt x="13" y="10"/>
                </a:lnTo>
                <a:lnTo>
                  <a:pt x="13" y="9"/>
                </a:lnTo>
                <a:lnTo>
                  <a:pt x="12" y="9"/>
                </a:lnTo>
                <a:lnTo>
                  <a:pt x="11" y="9"/>
                </a:lnTo>
                <a:lnTo>
                  <a:pt x="11" y="8"/>
                </a:lnTo>
                <a:lnTo>
                  <a:pt x="10" y="8"/>
                </a:lnTo>
                <a:lnTo>
                  <a:pt x="10" y="9"/>
                </a:lnTo>
                <a:lnTo>
                  <a:pt x="9" y="9"/>
                </a:lnTo>
                <a:lnTo>
                  <a:pt x="9" y="10"/>
                </a:lnTo>
                <a:lnTo>
                  <a:pt x="8" y="10"/>
                </a:lnTo>
                <a:lnTo>
                  <a:pt x="8" y="9"/>
                </a:lnTo>
                <a:lnTo>
                  <a:pt x="8" y="8"/>
                </a:lnTo>
                <a:lnTo>
                  <a:pt x="7" y="8"/>
                </a:lnTo>
                <a:lnTo>
                  <a:pt x="3" y="8"/>
                </a:lnTo>
                <a:lnTo>
                  <a:pt x="2" y="8"/>
                </a:lnTo>
                <a:lnTo>
                  <a:pt x="2" y="7"/>
                </a:lnTo>
                <a:lnTo>
                  <a:pt x="1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1"/>
                </a:lnTo>
                <a:lnTo>
                  <a:pt x="3" y="1"/>
                </a:lnTo>
                <a:lnTo>
                  <a:pt x="5" y="1"/>
                </a:lnTo>
                <a:lnTo>
                  <a:pt x="7" y="1"/>
                </a:lnTo>
                <a:lnTo>
                  <a:pt x="9" y="2"/>
                </a:lnTo>
                <a:lnTo>
                  <a:pt x="10" y="2"/>
                </a:lnTo>
                <a:lnTo>
                  <a:pt x="11" y="1"/>
                </a:lnTo>
                <a:lnTo>
                  <a:pt x="11" y="0"/>
                </a:lnTo>
                <a:lnTo>
                  <a:pt x="13" y="0"/>
                </a:lnTo>
                <a:lnTo>
                  <a:pt x="14" y="0"/>
                </a:lnTo>
                <a:lnTo>
                  <a:pt x="15" y="0"/>
                </a:lnTo>
                <a:lnTo>
                  <a:pt x="16" y="0"/>
                </a:lnTo>
                <a:lnTo>
                  <a:pt x="16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2373120" y="556704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2349720" y="5568840"/>
            <a:ext cx="3600" cy="2160"/>
          </a:xfrm>
          <a:custGeom>
            <a:avLst/>
            <a:gdLst/>
            <a:ahLst/>
            <a:rect l="0" t="0" r="r" b="b"/>
            <a:pathLst>
              <a:path w="10" h="6">
                <a:moveTo>
                  <a:pt x="7" y="1"/>
                </a:moveTo>
                <a:lnTo>
                  <a:pt x="8" y="1"/>
                </a:lnTo>
                <a:lnTo>
                  <a:pt x="8" y="0"/>
                </a:lnTo>
                <a:lnTo>
                  <a:pt x="8" y="1"/>
                </a:lnTo>
                <a:lnTo>
                  <a:pt x="8" y="2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0" y="2"/>
                </a:lnTo>
                <a:lnTo>
                  <a:pt x="9" y="2"/>
                </a:lnTo>
                <a:lnTo>
                  <a:pt x="8" y="2"/>
                </a:lnTo>
                <a:lnTo>
                  <a:pt x="7" y="2"/>
                </a:lnTo>
                <a:lnTo>
                  <a:pt x="7" y="3"/>
                </a:ln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lnTo>
                  <a:pt x="4" y="6"/>
                </a:lnTo>
                <a:lnTo>
                  <a:pt x="2" y="6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0" y="3"/>
                </a:lnTo>
                <a:lnTo>
                  <a:pt x="6" y="1"/>
                </a:lnTo>
                <a:lnTo>
                  <a:pt x="7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2372400" y="556704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0"/>
                </a:moveTo>
                <a:lnTo>
                  <a:pt x="2" y="2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2369880" y="55670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2373120" y="55663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2370960" y="556632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2" y="0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2347200" y="5567400"/>
            <a:ext cx="10800" cy="9000"/>
          </a:xfrm>
          <a:custGeom>
            <a:avLst/>
            <a:gdLst/>
            <a:ahLst/>
            <a:rect l="0" t="0" r="r" b="b"/>
            <a:pathLst>
              <a:path w="30" h="25">
                <a:moveTo>
                  <a:pt x="29" y="0"/>
                </a:moveTo>
                <a:lnTo>
                  <a:pt x="30" y="0"/>
                </a:lnTo>
                <a:lnTo>
                  <a:pt x="30" y="1"/>
                </a:lnTo>
                <a:lnTo>
                  <a:pt x="30" y="2"/>
                </a:lnTo>
                <a:lnTo>
                  <a:pt x="30" y="5"/>
                </a:lnTo>
                <a:lnTo>
                  <a:pt x="30" y="6"/>
                </a:lnTo>
                <a:lnTo>
                  <a:pt x="29" y="7"/>
                </a:lnTo>
                <a:lnTo>
                  <a:pt x="28" y="7"/>
                </a:lnTo>
                <a:lnTo>
                  <a:pt x="27" y="7"/>
                </a:lnTo>
                <a:lnTo>
                  <a:pt x="27" y="6"/>
                </a:lnTo>
                <a:lnTo>
                  <a:pt x="26" y="6"/>
                </a:lnTo>
                <a:lnTo>
                  <a:pt x="25" y="6"/>
                </a:lnTo>
                <a:lnTo>
                  <a:pt x="25" y="7"/>
                </a:lnTo>
                <a:lnTo>
                  <a:pt x="25" y="8"/>
                </a:lnTo>
                <a:lnTo>
                  <a:pt x="26" y="8"/>
                </a:lnTo>
                <a:lnTo>
                  <a:pt x="25" y="8"/>
                </a:lnTo>
                <a:lnTo>
                  <a:pt x="25" y="9"/>
                </a:lnTo>
                <a:lnTo>
                  <a:pt x="26" y="9"/>
                </a:lnTo>
                <a:lnTo>
                  <a:pt x="26" y="8"/>
                </a:lnTo>
                <a:lnTo>
                  <a:pt x="26" y="9"/>
                </a:lnTo>
                <a:lnTo>
                  <a:pt x="26" y="10"/>
                </a:lnTo>
                <a:lnTo>
                  <a:pt x="26" y="11"/>
                </a:lnTo>
                <a:lnTo>
                  <a:pt x="26" y="13"/>
                </a:lnTo>
                <a:lnTo>
                  <a:pt x="25" y="13"/>
                </a:lnTo>
                <a:lnTo>
                  <a:pt x="24" y="12"/>
                </a:lnTo>
                <a:lnTo>
                  <a:pt x="23" y="12"/>
                </a:lnTo>
                <a:lnTo>
                  <a:pt x="23" y="13"/>
                </a:lnTo>
                <a:lnTo>
                  <a:pt x="24" y="14"/>
                </a:lnTo>
                <a:lnTo>
                  <a:pt x="25" y="15"/>
                </a:lnTo>
                <a:lnTo>
                  <a:pt x="24" y="16"/>
                </a:lnTo>
                <a:lnTo>
                  <a:pt x="23" y="16"/>
                </a:lnTo>
                <a:lnTo>
                  <a:pt x="24" y="16"/>
                </a:lnTo>
                <a:lnTo>
                  <a:pt x="23" y="16"/>
                </a:lnTo>
                <a:lnTo>
                  <a:pt x="23" y="17"/>
                </a:lnTo>
                <a:lnTo>
                  <a:pt x="24" y="17"/>
                </a:lnTo>
                <a:lnTo>
                  <a:pt x="24" y="18"/>
                </a:lnTo>
                <a:lnTo>
                  <a:pt x="25" y="18"/>
                </a:lnTo>
                <a:lnTo>
                  <a:pt x="26" y="18"/>
                </a:lnTo>
                <a:lnTo>
                  <a:pt x="27" y="18"/>
                </a:lnTo>
                <a:lnTo>
                  <a:pt x="26" y="19"/>
                </a:lnTo>
                <a:lnTo>
                  <a:pt x="25" y="20"/>
                </a:lnTo>
                <a:lnTo>
                  <a:pt x="25" y="21"/>
                </a:lnTo>
                <a:lnTo>
                  <a:pt x="24" y="21"/>
                </a:lnTo>
                <a:lnTo>
                  <a:pt x="24" y="20"/>
                </a:lnTo>
                <a:lnTo>
                  <a:pt x="23" y="20"/>
                </a:lnTo>
                <a:lnTo>
                  <a:pt x="23" y="21"/>
                </a:lnTo>
                <a:lnTo>
                  <a:pt x="22" y="21"/>
                </a:lnTo>
                <a:lnTo>
                  <a:pt x="21" y="21"/>
                </a:lnTo>
                <a:lnTo>
                  <a:pt x="21" y="20"/>
                </a:lnTo>
                <a:lnTo>
                  <a:pt x="22" y="20"/>
                </a:lnTo>
                <a:lnTo>
                  <a:pt x="21" y="19"/>
                </a:lnTo>
                <a:lnTo>
                  <a:pt x="21" y="18"/>
                </a:lnTo>
                <a:lnTo>
                  <a:pt x="21" y="17"/>
                </a:lnTo>
                <a:lnTo>
                  <a:pt x="19" y="17"/>
                </a:lnTo>
                <a:lnTo>
                  <a:pt x="18" y="18"/>
                </a:lnTo>
                <a:lnTo>
                  <a:pt x="17" y="18"/>
                </a:lnTo>
                <a:lnTo>
                  <a:pt x="17" y="19"/>
                </a:lnTo>
                <a:lnTo>
                  <a:pt x="16" y="19"/>
                </a:lnTo>
                <a:lnTo>
                  <a:pt x="15" y="19"/>
                </a:lnTo>
                <a:lnTo>
                  <a:pt x="14" y="20"/>
                </a:lnTo>
                <a:lnTo>
                  <a:pt x="13" y="20"/>
                </a:lnTo>
                <a:lnTo>
                  <a:pt x="14" y="20"/>
                </a:lnTo>
                <a:lnTo>
                  <a:pt x="13" y="20"/>
                </a:lnTo>
                <a:lnTo>
                  <a:pt x="12" y="20"/>
                </a:lnTo>
                <a:lnTo>
                  <a:pt x="12" y="21"/>
                </a:lnTo>
                <a:lnTo>
                  <a:pt x="11" y="21"/>
                </a:lnTo>
                <a:lnTo>
                  <a:pt x="12" y="21"/>
                </a:lnTo>
                <a:lnTo>
                  <a:pt x="13" y="21"/>
                </a:lnTo>
                <a:lnTo>
                  <a:pt x="13" y="22"/>
                </a:lnTo>
                <a:lnTo>
                  <a:pt x="13" y="23"/>
                </a:lnTo>
                <a:lnTo>
                  <a:pt x="12" y="23"/>
                </a:lnTo>
                <a:lnTo>
                  <a:pt x="12" y="22"/>
                </a:lnTo>
                <a:lnTo>
                  <a:pt x="11" y="22"/>
                </a:lnTo>
                <a:lnTo>
                  <a:pt x="11" y="23"/>
                </a:lnTo>
                <a:lnTo>
                  <a:pt x="10" y="23"/>
                </a:lnTo>
                <a:lnTo>
                  <a:pt x="9" y="22"/>
                </a:lnTo>
                <a:lnTo>
                  <a:pt x="8" y="22"/>
                </a:lnTo>
                <a:lnTo>
                  <a:pt x="9" y="21"/>
                </a:lnTo>
                <a:lnTo>
                  <a:pt x="8" y="21"/>
                </a:lnTo>
                <a:lnTo>
                  <a:pt x="7" y="21"/>
                </a:lnTo>
                <a:lnTo>
                  <a:pt x="6" y="22"/>
                </a:lnTo>
                <a:lnTo>
                  <a:pt x="6" y="23"/>
                </a:lnTo>
                <a:lnTo>
                  <a:pt x="5" y="23"/>
                </a:lnTo>
                <a:lnTo>
                  <a:pt x="5" y="24"/>
                </a:lnTo>
                <a:lnTo>
                  <a:pt x="4" y="24"/>
                </a:lnTo>
                <a:lnTo>
                  <a:pt x="4" y="25"/>
                </a:lnTo>
                <a:lnTo>
                  <a:pt x="4" y="24"/>
                </a:lnTo>
                <a:lnTo>
                  <a:pt x="3" y="24"/>
                </a:lnTo>
                <a:lnTo>
                  <a:pt x="3" y="25"/>
                </a:lnTo>
                <a:lnTo>
                  <a:pt x="2" y="25"/>
                </a:lnTo>
                <a:lnTo>
                  <a:pt x="3" y="25"/>
                </a:lnTo>
                <a:lnTo>
                  <a:pt x="2" y="25"/>
                </a:lnTo>
                <a:lnTo>
                  <a:pt x="2" y="24"/>
                </a:lnTo>
                <a:lnTo>
                  <a:pt x="1" y="24"/>
                </a:lnTo>
                <a:lnTo>
                  <a:pt x="1" y="23"/>
                </a:lnTo>
                <a:lnTo>
                  <a:pt x="1" y="22"/>
                </a:lnTo>
                <a:lnTo>
                  <a:pt x="0" y="22"/>
                </a:lnTo>
                <a:lnTo>
                  <a:pt x="0" y="20"/>
                </a:lnTo>
                <a:lnTo>
                  <a:pt x="1" y="20"/>
                </a:lnTo>
                <a:lnTo>
                  <a:pt x="2" y="20"/>
                </a:lnTo>
                <a:lnTo>
                  <a:pt x="2" y="19"/>
                </a:lnTo>
                <a:lnTo>
                  <a:pt x="2" y="18"/>
                </a:lnTo>
                <a:lnTo>
                  <a:pt x="3" y="18"/>
                </a:lnTo>
                <a:lnTo>
                  <a:pt x="3" y="17"/>
                </a:lnTo>
                <a:lnTo>
                  <a:pt x="2" y="17"/>
                </a:lnTo>
                <a:lnTo>
                  <a:pt x="2" y="16"/>
                </a:lnTo>
                <a:lnTo>
                  <a:pt x="3" y="16"/>
                </a:lnTo>
                <a:lnTo>
                  <a:pt x="4" y="16"/>
                </a:lnTo>
                <a:lnTo>
                  <a:pt x="4" y="15"/>
                </a:lnTo>
                <a:lnTo>
                  <a:pt x="4" y="14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7" y="13"/>
                </a:lnTo>
                <a:lnTo>
                  <a:pt x="7" y="12"/>
                </a:lnTo>
                <a:lnTo>
                  <a:pt x="7" y="11"/>
                </a:lnTo>
                <a:lnTo>
                  <a:pt x="8" y="11"/>
                </a:lnTo>
                <a:lnTo>
                  <a:pt x="8" y="10"/>
                </a:lnTo>
                <a:lnTo>
                  <a:pt x="10" y="10"/>
                </a:lnTo>
                <a:lnTo>
                  <a:pt x="11" y="10"/>
                </a:lnTo>
                <a:lnTo>
                  <a:pt x="11" y="11"/>
                </a:lnTo>
                <a:lnTo>
                  <a:pt x="12" y="12"/>
                </a:lnTo>
                <a:lnTo>
                  <a:pt x="13" y="12"/>
                </a:lnTo>
                <a:lnTo>
                  <a:pt x="13" y="11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5" y="9"/>
                </a:lnTo>
                <a:lnTo>
                  <a:pt x="16" y="9"/>
                </a:lnTo>
                <a:lnTo>
                  <a:pt x="17" y="9"/>
                </a:lnTo>
                <a:lnTo>
                  <a:pt x="18" y="9"/>
                </a:lnTo>
                <a:lnTo>
                  <a:pt x="18" y="8"/>
                </a:lnTo>
                <a:lnTo>
                  <a:pt x="19" y="8"/>
                </a:lnTo>
                <a:lnTo>
                  <a:pt x="19" y="7"/>
                </a:lnTo>
                <a:lnTo>
                  <a:pt x="21" y="7"/>
                </a:lnTo>
                <a:lnTo>
                  <a:pt x="22" y="6"/>
                </a:lnTo>
                <a:lnTo>
                  <a:pt x="22" y="5"/>
                </a:lnTo>
                <a:lnTo>
                  <a:pt x="23" y="5"/>
                </a:lnTo>
                <a:lnTo>
                  <a:pt x="24" y="4"/>
                </a:lnTo>
                <a:lnTo>
                  <a:pt x="25" y="2"/>
                </a:lnTo>
                <a:lnTo>
                  <a:pt x="26" y="2"/>
                </a:lnTo>
                <a:lnTo>
                  <a:pt x="26" y="4"/>
                </a:lnTo>
                <a:lnTo>
                  <a:pt x="25" y="4"/>
                </a:lnTo>
                <a:lnTo>
                  <a:pt x="26" y="2"/>
                </a:lnTo>
                <a:lnTo>
                  <a:pt x="27" y="1"/>
                </a:lnTo>
                <a:lnTo>
                  <a:pt x="28" y="1"/>
                </a:lnTo>
                <a:lnTo>
                  <a:pt x="28" y="0"/>
                </a:lnTo>
                <a:lnTo>
                  <a:pt x="29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2357640" y="55666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3"/>
                </a:move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4" y="3"/>
                </a:lnTo>
                <a:lnTo>
                  <a:pt x="2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2358720" y="5566320"/>
            <a:ext cx="2880" cy="2160"/>
          </a:xfrm>
          <a:custGeom>
            <a:avLst/>
            <a:gdLst/>
            <a:ahLst/>
            <a:rect l="0" t="0" r="r" b="b"/>
            <a:pathLst>
              <a:path w="8" h="6">
                <a:moveTo>
                  <a:pt x="5" y="0"/>
                </a:moveTo>
                <a:lnTo>
                  <a:pt x="6" y="2"/>
                </a:lnTo>
                <a:lnTo>
                  <a:pt x="6" y="3"/>
                </a:lnTo>
                <a:lnTo>
                  <a:pt x="8" y="5"/>
                </a:lnTo>
                <a:lnTo>
                  <a:pt x="6" y="6"/>
                </a:lnTo>
                <a:lnTo>
                  <a:pt x="5" y="6"/>
                </a:lnTo>
                <a:lnTo>
                  <a:pt x="4" y="6"/>
                </a:lnTo>
                <a:lnTo>
                  <a:pt x="3" y="6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2369160" y="556452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2" y="0"/>
                </a:moveTo>
                <a:lnTo>
                  <a:pt x="2" y="2"/>
                </a:lnTo>
                <a:lnTo>
                  <a:pt x="4" y="3"/>
                </a:lnTo>
                <a:lnTo>
                  <a:pt x="4" y="4"/>
                </a:lnTo>
                <a:lnTo>
                  <a:pt x="4" y="6"/>
                </a:ln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2370960" y="55645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720" rIns="14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2369880" y="5564160"/>
            <a:ext cx="1800" cy="2520"/>
          </a:xfrm>
          <a:custGeom>
            <a:avLst/>
            <a:gdLst/>
            <a:ahLst/>
            <a:rect l="0" t="0" r="r" b="b"/>
            <a:pathLst>
              <a:path w="5" h="7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4" y="3"/>
                </a:lnTo>
                <a:lnTo>
                  <a:pt x="4" y="4"/>
                </a:lnTo>
                <a:lnTo>
                  <a:pt x="5" y="4"/>
                </a:lnTo>
                <a:lnTo>
                  <a:pt x="5" y="5"/>
                </a:lnTo>
                <a:lnTo>
                  <a:pt x="5" y="7"/>
                </a:lnTo>
                <a:lnTo>
                  <a:pt x="4" y="7"/>
                </a:lnTo>
                <a:lnTo>
                  <a:pt x="2" y="7"/>
                </a:lnTo>
                <a:lnTo>
                  <a:pt x="1" y="6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2348640" y="55659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4"/>
                </a:moveTo>
                <a:lnTo>
                  <a:pt x="0" y="1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2372040" y="555840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1" y="0"/>
                </a:moveTo>
                <a:lnTo>
                  <a:pt x="3" y="1"/>
                </a:lnTo>
                <a:lnTo>
                  <a:pt x="3" y="2"/>
                </a:lnTo>
                <a:lnTo>
                  <a:pt x="3" y="4"/>
                </a:lnTo>
                <a:lnTo>
                  <a:pt x="1" y="4"/>
                </a:lnTo>
                <a:lnTo>
                  <a:pt x="1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2372040" y="55573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2"/>
                </a:move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2368800" y="555660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4" y="3"/>
                </a:move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3" y="3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6" y="1"/>
                </a:lnTo>
                <a:lnTo>
                  <a:pt x="4" y="1"/>
                </a:lnTo>
                <a:lnTo>
                  <a:pt x="4" y="3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0" rIns="14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2369520" y="55558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0"/>
                </a:moveTo>
                <a:lnTo>
                  <a:pt x="4" y="3"/>
                </a:lnTo>
                <a:lnTo>
                  <a:pt x="2" y="3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1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2375280" y="555444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2" y="1"/>
                </a:moveTo>
                <a:lnTo>
                  <a:pt x="2" y="3"/>
                </a:lnTo>
                <a:lnTo>
                  <a:pt x="3" y="3"/>
                </a:ln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360" rIns="14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2368440" y="555480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1" y="2"/>
                </a:moveTo>
                <a:lnTo>
                  <a:pt x="3" y="2"/>
                </a:lnTo>
                <a:lnTo>
                  <a:pt x="4" y="2"/>
                </a:lnTo>
                <a:lnTo>
                  <a:pt x="5" y="2"/>
                </a:lnTo>
                <a:lnTo>
                  <a:pt x="4" y="2"/>
                </a:lnTo>
                <a:lnTo>
                  <a:pt x="3" y="3"/>
                </a:lnTo>
                <a:lnTo>
                  <a:pt x="1" y="2"/>
                </a:lnTo>
                <a:lnTo>
                  <a:pt x="1" y="3"/>
                </a:lnTo>
                <a:lnTo>
                  <a:pt x="1" y="4"/>
                </a:lnTo>
                <a:lnTo>
                  <a:pt x="3" y="4"/>
                </a:lnTo>
                <a:lnTo>
                  <a:pt x="3" y="6"/>
                </a:lnTo>
                <a:lnTo>
                  <a:pt x="3" y="4"/>
                </a:lnTo>
                <a:lnTo>
                  <a:pt x="1" y="4"/>
                </a:lnTo>
                <a:lnTo>
                  <a:pt x="1" y="6"/>
                </a:lnTo>
                <a:lnTo>
                  <a:pt x="0" y="6"/>
                </a:lnTo>
                <a:lnTo>
                  <a:pt x="0" y="4"/>
                </a:lnTo>
                <a:lnTo>
                  <a:pt x="1" y="4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720" rIns="14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2349720" y="5555160"/>
            <a:ext cx="25560" cy="15840"/>
          </a:xfrm>
          <a:custGeom>
            <a:avLst/>
            <a:gdLst/>
            <a:ahLst/>
            <a:rect l="0" t="0" r="r" b="b"/>
            <a:pathLst>
              <a:path w="71" h="44">
                <a:moveTo>
                  <a:pt x="36" y="0"/>
                </a:moveTo>
                <a:lnTo>
                  <a:pt x="37" y="0"/>
                </a:lnTo>
                <a:lnTo>
                  <a:pt x="37" y="1"/>
                </a:lnTo>
                <a:lnTo>
                  <a:pt x="38" y="1"/>
                </a:lnTo>
                <a:lnTo>
                  <a:pt x="39" y="1"/>
                </a:lnTo>
                <a:lnTo>
                  <a:pt x="40" y="1"/>
                </a:lnTo>
                <a:lnTo>
                  <a:pt x="40" y="0"/>
                </a:lnTo>
                <a:lnTo>
                  <a:pt x="43" y="0"/>
                </a:lnTo>
                <a:lnTo>
                  <a:pt x="44" y="1"/>
                </a:lnTo>
                <a:lnTo>
                  <a:pt x="44" y="2"/>
                </a:lnTo>
                <a:lnTo>
                  <a:pt x="43" y="2"/>
                </a:lnTo>
                <a:lnTo>
                  <a:pt x="42" y="3"/>
                </a:lnTo>
                <a:lnTo>
                  <a:pt x="42" y="4"/>
                </a:lnTo>
                <a:lnTo>
                  <a:pt x="42" y="6"/>
                </a:lnTo>
                <a:lnTo>
                  <a:pt x="43" y="6"/>
                </a:lnTo>
                <a:lnTo>
                  <a:pt x="46" y="4"/>
                </a:lnTo>
                <a:lnTo>
                  <a:pt x="46" y="3"/>
                </a:lnTo>
                <a:lnTo>
                  <a:pt x="46" y="2"/>
                </a:lnTo>
                <a:lnTo>
                  <a:pt x="46" y="1"/>
                </a:lnTo>
                <a:lnTo>
                  <a:pt x="47" y="1"/>
                </a:lnTo>
                <a:lnTo>
                  <a:pt x="48" y="1"/>
                </a:lnTo>
                <a:lnTo>
                  <a:pt x="49" y="1"/>
                </a:lnTo>
                <a:lnTo>
                  <a:pt x="49" y="2"/>
                </a:lnTo>
                <a:lnTo>
                  <a:pt x="50" y="3"/>
                </a:lnTo>
                <a:lnTo>
                  <a:pt x="49" y="3"/>
                </a:lnTo>
                <a:lnTo>
                  <a:pt x="49" y="4"/>
                </a:lnTo>
                <a:lnTo>
                  <a:pt x="50" y="4"/>
                </a:lnTo>
                <a:lnTo>
                  <a:pt x="51" y="4"/>
                </a:lnTo>
                <a:lnTo>
                  <a:pt x="52" y="4"/>
                </a:lnTo>
                <a:lnTo>
                  <a:pt x="53" y="4"/>
                </a:lnTo>
                <a:lnTo>
                  <a:pt x="53" y="6"/>
                </a:lnTo>
                <a:lnTo>
                  <a:pt x="52" y="6"/>
                </a:lnTo>
                <a:lnTo>
                  <a:pt x="52" y="7"/>
                </a:lnTo>
                <a:lnTo>
                  <a:pt x="51" y="7"/>
                </a:lnTo>
                <a:lnTo>
                  <a:pt x="51" y="8"/>
                </a:lnTo>
                <a:lnTo>
                  <a:pt x="52" y="8"/>
                </a:lnTo>
                <a:lnTo>
                  <a:pt x="52" y="7"/>
                </a:lnTo>
                <a:lnTo>
                  <a:pt x="53" y="7"/>
                </a:lnTo>
                <a:lnTo>
                  <a:pt x="54" y="7"/>
                </a:lnTo>
                <a:lnTo>
                  <a:pt x="54" y="8"/>
                </a:lnTo>
                <a:lnTo>
                  <a:pt x="56" y="9"/>
                </a:lnTo>
                <a:lnTo>
                  <a:pt x="56" y="8"/>
                </a:lnTo>
                <a:lnTo>
                  <a:pt x="57" y="8"/>
                </a:lnTo>
                <a:lnTo>
                  <a:pt x="58" y="8"/>
                </a:lnTo>
                <a:lnTo>
                  <a:pt x="59" y="7"/>
                </a:lnTo>
                <a:lnTo>
                  <a:pt x="60" y="7"/>
                </a:lnTo>
                <a:lnTo>
                  <a:pt x="60" y="8"/>
                </a:lnTo>
                <a:lnTo>
                  <a:pt x="59" y="8"/>
                </a:lnTo>
                <a:lnTo>
                  <a:pt x="59" y="9"/>
                </a:lnTo>
                <a:lnTo>
                  <a:pt x="58" y="9"/>
                </a:lnTo>
                <a:lnTo>
                  <a:pt x="57" y="10"/>
                </a:lnTo>
                <a:lnTo>
                  <a:pt x="56" y="11"/>
                </a:lnTo>
                <a:lnTo>
                  <a:pt x="54" y="12"/>
                </a:lnTo>
                <a:lnTo>
                  <a:pt x="52" y="14"/>
                </a:lnTo>
                <a:lnTo>
                  <a:pt x="51" y="14"/>
                </a:lnTo>
                <a:lnTo>
                  <a:pt x="50" y="15"/>
                </a:lnTo>
                <a:lnTo>
                  <a:pt x="50" y="16"/>
                </a:lnTo>
                <a:lnTo>
                  <a:pt x="49" y="16"/>
                </a:lnTo>
                <a:lnTo>
                  <a:pt x="48" y="16"/>
                </a:lnTo>
                <a:lnTo>
                  <a:pt x="47" y="15"/>
                </a:lnTo>
                <a:lnTo>
                  <a:pt x="46" y="14"/>
                </a:lnTo>
                <a:lnTo>
                  <a:pt x="44" y="14"/>
                </a:lnTo>
                <a:lnTo>
                  <a:pt x="43" y="14"/>
                </a:lnTo>
                <a:lnTo>
                  <a:pt x="43" y="15"/>
                </a:lnTo>
                <a:lnTo>
                  <a:pt x="42" y="16"/>
                </a:lnTo>
                <a:lnTo>
                  <a:pt x="42" y="17"/>
                </a:lnTo>
                <a:lnTo>
                  <a:pt x="41" y="17"/>
                </a:lnTo>
                <a:lnTo>
                  <a:pt x="40" y="17"/>
                </a:lnTo>
                <a:lnTo>
                  <a:pt x="39" y="17"/>
                </a:lnTo>
                <a:lnTo>
                  <a:pt x="39" y="18"/>
                </a:lnTo>
                <a:lnTo>
                  <a:pt x="39" y="19"/>
                </a:lnTo>
                <a:lnTo>
                  <a:pt x="40" y="19"/>
                </a:lnTo>
                <a:lnTo>
                  <a:pt x="41" y="19"/>
                </a:lnTo>
                <a:lnTo>
                  <a:pt x="42" y="20"/>
                </a:lnTo>
                <a:lnTo>
                  <a:pt x="43" y="20"/>
                </a:lnTo>
                <a:lnTo>
                  <a:pt x="44" y="21"/>
                </a:lnTo>
                <a:lnTo>
                  <a:pt x="44" y="23"/>
                </a:lnTo>
                <a:lnTo>
                  <a:pt x="45" y="23"/>
                </a:lnTo>
                <a:lnTo>
                  <a:pt x="46" y="21"/>
                </a:lnTo>
                <a:lnTo>
                  <a:pt x="46" y="20"/>
                </a:lnTo>
                <a:lnTo>
                  <a:pt x="47" y="19"/>
                </a:lnTo>
                <a:lnTo>
                  <a:pt x="48" y="19"/>
                </a:lnTo>
                <a:lnTo>
                  <a:pt x="49" y="19"/>
                </a:lnTo>
                <a:lnTo>
                  <a:pt x="52" y="19"/>
                </a:lnTo>
                <a:lnTo>
                  <a:pt x="52" y="20"/>
                </a:lnTo>
                <a:lnTo>
                  <a:pt x="52" y="21"/>
                </a:lnTo>
                <a:lnTo>
                  <a:pt x="53" y="21"/>
                </a:lnTo>
                <a:lnTo>
                  <a:pt x="54" y="20"/>
                </a:lnTo>
                <a:lnTo>
                  <a:pt x="54" y="19"/>
                </a:lnTo>
                <a:lnTo>
                  <a:pt x="54" y="18"/>
                </a:lnTo>
                <a:lnTo>
                  <a:pt x="53" y="17"/>
                </a:lnTo>
                <a:lnTo>
                  <a:pt x="53" y="16"/>
                </a:lnTo>
                <a:lnTo>
                  <a:pt x="54" y="16"/>
                </a:lnTo>
                <a:lnTo>
                  <a:pt x="55" y="15"/>
                </a:lnTo>
                <a:lnTo>
                  <a:pt x="56" y="15"/>
                </a:lnTo>
                <a:lnTo>
                  <a:pt x="56" y="14"/>
                </a:lnTo>
                <a:lnTo>
                  <a:pt x="56" y="13"/>
                </a:lnTo>
                <a:lnTo>
                  <a:pt x="57" y="13"/>
                </a:lnTo>
                <a:lnTo>
                  <a:pt x="58" y="11"/>
                </a:lnTo>
                <a:lnTo>
                  <a:pt x="59" y="11"/>
                </a:lnTo>
                <a:lnTo>
                  <a:pt x="59" y="12"/>
                </a:lnTo>
                <a:lnTo>
                  <a:pt x="59" y="13"/>
                </a:lnTo>
                <a:lnTo>
                  <a:pt x="60" y="13"/>
                </a:lnTo>
                <a:lnTo>
                  <a:pt x="59" y="14"/>
                </a:lnTo>
                <a:lnTo>
                  <a:pt x="60" y="14"/>
                </a:lnTo>
                <a:lnTo>
                  <a:pt x="61" y="14"/>
                </a:lnTo>
                <a:lnTo>
                  <a:pt x="61" y="12"/>
                </a:lnTo>
                <a:lnTo>
                  <a:pt x="61" y="11"/>
                </a:lnTo>
                <a:lnTo>
                  <a:pt x="62" y="12"/>
                </a:lnTo>
                <a:lnTo>
                  <a:pt x="62" y="13"/>
                </a:lnTo>
                <a:lnTo>
                  <a:pt x="62" y="14"/>
                </a:lnTo>
                <a:lnTo>
                  <a:pt x="61" y="14"/>
                </a:lnTo>
                <a:lnTo>
                  <a:pt x="61" y="15"/>
                </a:lnTo>
                <a:lnTo>
                  <a:pt x="61" y="16"/>
                </a:lnTo>
                <a:lnTo>
                  <a:pt x="62" y="16"/>
                </a:lnTo>
                <a:lnTo>
                  <a:pt x="62" y="17"/>
                </a:lnTo>
                <a:lnTo>
                  <a:pt x="61" y="17"/>
                </a:lnTo>
                <a:lnTo>
                  <a:pt x="61" y="18"/>
                </a:lnTo>
                <a:lnTo>
                  <a:pt x="61" y="19"/>
                </a:lnTo>
                <a:lnTo>
                  <a:pt x="62" y="18"/>
                </a:lnTo>
                <a:lnTo>
                  <a:pt x="62" y="17"/>
                </a:lnTo>
                <a:lnTo>
                  <a:pt x="63" y="17"/>
                </a:lnTo>
                <a:lnTo>
                  <a:pt x="63" y="19"/>
                </a:lnTo>
                <a:lnTo>
                  <a:pt x="63" y="20"/>
                </a:lnTo>
                <a:lnTo>
                  <a:pt x="64" y="20"/>
                </a:lnTo>
                <a:lnTo>
                  <a:pt x="64" y="19"/>
                </a:lnTo>
                <a:lnTo>
                  <a:pt x="64" y="18"/>
                </a:lnTo>
                <a:lnTo>
                  <a:pt x="64" y="16"/>
                </a:lnTo>
                <a:lnTo>
                  <a:pt x="64" y="15"/>
                </a:lnTo>
                <a:lnTo>
                  <a:pt x="64" y="14"/>
                </a:lnTo>
                <a:lnTo>
                  <a:pt x="65" y="14"/>
                </a:lnTo>
                <a:lnTo>
                  <a:pt x="66" y="15"/>
                </a:lnTo>
                <a:lnTo>
                  <a:pt x="65" y="16"/>
                </a:lnTo>
                <a:lnTo>
                  <a:pt x="66" y="17"/>
                </a:lnTo>
                <a:lnTo>
                  <a:pt x="68" y="17"/>
                </a:lnTo>
                <a:lnTo>
                  <a:pt x="68" y="16"/>
                </a:lnTo>
                <a:lnTo>
                  <a:pt x="69" y="16"/>
                </a:lnTo>
                <a:lnTo>
                  <a:pt x="69" y="17"/>
                </a:lnTo>
                <a:lnTo>
                  <a:pt x="70" y="17"/>
                </a:lnTo>
                <a:lnTo>
                  <a:pt x="70" y="18"/>
                </a:lnTo>
                <a:lnTo>
                  <a:pt x="70" y="19"/>
                </a:lnTo>
                <a:lnTo>
                  <a:pt x="71" y="19"/>
                </a:lnTo>
                <a:lnTo>
                  <a:pt x="71" y="20"/>
                </a:lnTo>
                <a:lnTo>
                  <a:pt x="70" y="20"/>
                </a:lnTo>
                <a:lnTo>
                  <a:pt x="69" y="19"/>
                </a:lnTo>
                <a:lnTo>
                  <a:pt x="68" y="19"/>
                </a:lnTo>
                <a:lnTo>
                  <a:pt x="68" y="20"/>
                </a:lnTo>
                <a:lnTo>
                  <a:pt x="67" y="21"/>
                </a:lnTo>
                <a:lnTo>
                  <a:pt x="67" y="22"/>
                </a:lnTo>
                <a:lnTo>
                  <a:pt x="67" y="23"/>
                </a:lnTo>
                <a:lnTo>
                  <a:pt x="68" y="23"/>
                </a:lnTo>
                <a:lnTo>
                  <a:pt x="68" y="24"/>
                </a:lnTo>
                <a:lnTo>
                  <a:pt x="69" y="24"/>
                </a:lnTo>
                <a:lnTo>
                  <a:pt x="69" y="25"/>
                </a:lnTo>
                <a:lnTo>
                  <a:pt x="70" y="27"/>
                </a:lnTo>
                <a:lnTo>
                  <a:pt x="70" y="28"/>
                </a:lnTo>
                <a:lnTo>
                  <a:pt x="69" y="27"/>
                </a:lnTo>
                <a:lnTo>
                  <a:pt x="69" y="26"/>
                </a:lnTo>
                <a:lnTo>
                  <a:pt x="68" y="26"/>
                </a:lnTo>
                <a:lnTo>
                  <a:pt x="68" y="27"/>
                </a:lnTo>
                <a:lnTo>
                  <a:pt x="68" y="28"/>
                </a:lnTo>
                <a:lnTo>
                  <a:pt x="68" y="29"/>
                </a:lnTo>
                <a:lnTo>
                  <a:pt x="67" y="29"/>
                </a:lnTo>
                <a:lnTo>
                  <a:pt x="66" y="29"/>
                </a:lnTo>
                <a:lnTo>
                  <a:pt x="66" y="30"/>
                </a:lnTo>
                <a:lnTo>
                  <a:pt x="66" y="31"/>
                </a:lnTo>
                <a:lnTo>
                  <a:pt x="66" y="32"/>
                </a:lnTo>
                <a:lnTo>
                  <a:pt x="65" y="32"/>
                </a:lnTo>
                <a:lnTo>
                  <a:pt x="65" y="30"/>
                </a:lnTo>
                <a:lnTo>
                  <a:pt x="64" y="30"/>
                </a:lnTo>
                <a:lnTo>
                  <a:pt x="64" y="31"/>
                </a:lnTo>
                <a:lnTo>
                  <a:pt x="63" y="31"/>
                </a:lnTo>
                <a:lnTo>
                  <a:pt x="63" y="30"/>
                </a:lnTo>
                <a:lnTo>
                  <a:pt x="62" y="29"/>
                </a:lnTo>
                <a:lnTo>
                  <a:pt x="61" y="28"/>
                </a:lnTo>
                <a:lnTo>
                  <a:pt x="62" y="28"/>
                </a:lnTo>
                <a:lnTo>
                  <a:pt x="62" y="27"/>
                </a:lnTo>
                <a:lnTo>
                  <a:pt x="61" y="26"/>
                </a:lnTo>
                <a:lnTo>
                  <a:pt x="59" y="26"/>
                </a:lnTo>
                <a:lnTo>
                  <a:pt x="58" y="26"/>
                </a:lnTo>
                <a:lnTo>
                  <a:pt x="56" y="25"/>
                </a:lnTo>
                <a:lnTo>
                  <a:pt x="55" y="24"/>
                </a:lnTo>
                <a:lnTo>
                  <a:pt x="54" y="25"/>
                </a:lnTo>
                <a:lnTo>
                  <a:pt x="53" y="25"/>
                </a:lnTo>
                <a:lnTo>
                  <a:pt x="53" y="26"/>
                </a:lnTo>
                <a:lnTo>
                  <a:pt x="54" y="26"/>
                </a:lnTo>
                <a:lnTo>
                  <a:pt x="53" y="28"/>
                </a:lnTo>
                <a:lnTo>
                  <a:pt x="53" y="29"/>
                </a:lnTo>
                <a:lnTo>
                  <a:pt x="54" y="30"/>
                </a:lnTo>
                <a:lnTo>
                  <a:pt x="54" y="31"/>
                </a:lnTo>
                <a:lnTo>
                  <a:pt x="53" y="31"/>
                </a:lnTo>
                <a:lnTo>
                  <a:pt x="53" y="30"/>
                </a:lnTo>
                <a:lnTo>
                  <a:pt x="53" y="29"/>
                </a:lnTo>
                <a:lnTo>
                  <a:pt x="53" y="28"/>
                </a:lnTo>
                <a:lnTo>
                  <a:pt x="52" y="28"/>
                </a:lnTo>
                <a:lnTo>
                  <a:pt x="52" y="29"/>
                </a:lnTo>
                <a:lnTo>
                  <a:pt x="51" y="29"/>
                </a:lnTo>
                <a:lnTo>
                  <a:pt x="51" y="30"/>
                </a:lnTo>
                <a:lnTo>
                  <a:pt x="50" y="31"/>
                </a:lnTo>
                <a:lnTo>
                  <a:pt x="51" y="31"/>
                </a:lnTo>
                <a:lnTo>
                  <a:pt x="52" y="31"/>
                </a:lnTo>
                <a:lnTo>
                  <a:pt x="53" y="31"/>
                </a:lnTo>
                <a:lnTo>
                  <a:pt x="53" y="32"/>
                </a:lnTo>
                <a:lnTo>
                  <a:pt x="53" y="33"/>
                </a:lnTo>
                <a:lnTo>
                  <a:pt x="54" y="35"/>
                </a:lnTo>
                <a:lnTo>
                  <a:pt x="55" y="35"/>
                </a:lnTo>
                <a:lnTo>
                  <a:pt x="57" y="37"/>
                </a:lnTo>
                <a:lnTo>
                  <a:pt x="58" y="37"/>
                </a:lnTo>
                <a:lnTo>
                  <a:pt x="59" y="38"/>
                </a:lnTo>
                <a:lnTo>
                  <a:pt x="60" y="38"/>
                </a:lnTo>
                <a:lnTo>
                  <a:pt x="60" y="39"/>
                </a:lnTo>
                <a:lnTo>
                  <a:pt x="58" y="40"/>
                </a:lnTo>
                <a:lnTo>
                  <a:pt x="57" y="40"/>
                </a:lnTo>
                <a:lnTo>
                  <a:pt x="56" y="40"/>
                </a:lnTo>
                <a:lnTo>
                  <a:pt x="57" y="41"/>
                </a:lnTo>
                <a:lnTo>
                  <a:pt x="57" y="42"/>
                </a:lnTo>
                <a:lnTo>
                  <a:pt x="58" y="42"/>
                </a:lnTo>
                <a:lnTo>
                  <a:pt x="58" y="41"/>
                </a:lnTo>
                <a:lnTo>
                  <a:pt x="58" y="42"/>
                </a:lnTo>
                <a:lnTo>
                  <a:pt x="58" y="43"/>
                </a:lnTo>
                <a:lnTo>
                  <a:pt x="59" y="43"/>
                </a:lnTo>
                <a:lnTo>
                  <a:pt x="59" y="44"/>
                </a:lnTo>
                <a:lnTo>
                  <a:pt x="58" y="44"/>
                </a:lnTo>
                <a:lnTo>
                  <a:pt x="58" y="43"/>
                </a:lnTo>
                <a:lnTo>
                  <a:pt x="57" y="43"/>
                </a:lnTo>
                <a:lnTo>
                  <a:pt x="56" y="43"/>
                </a:lnTo>
                <a:lnTo>
                  <a:pt x="55" y="44"/>
                </a:lnTo>
                <a:lnTo>
                  <a:pt x="54" y="43"/>
                </a:lnTo>
                <a:lnTo>
                  <a:pt x="53" y="42"/>
                </a:lnTo>
                <a:lnTo>
                  <a:pt x="54" y="41"/>
                </a:lnTo>
                <a:lnTo>
                  <a:pt x="54" y="40"/>
                </a:lnTo>
                <a:lnTo>
                  <a:pt x="53" y="40"/>
                </a:lnTo>
                <a:lnTo>
                  <a:pt x="53" y="39"/>
                </a:lnTo>
                <a:lnTo>
                  <a:pt x="52" y="39"/>
                </a:lnTo>
                <a:lnTo>
                  <a:pt x="51" y="40"/>
                </a:lnTo>
                <a:lnTo>
                  <a:pt x="50" y="41"/>
                </a:lnTo>
                <a:lnTo>
                  <a:pt x="49" y="41"/>
                </a:lnTo>
                <a:lnTo>
                  <a:pt x="48" y="40"/>
                </a:lnTo>
                <a:lnTo>
                  <a:pt x="47" y="38"/>
                </a:lnTo>
                <a:lnTo>
                  <a:pt x="46" y="39"/>
                </a:lnTo>
                <a:lnTo>
                  <a:pt x="43" y="37"/>
                </a:lnTo>
                <a:lnTo>
                  <a:pt x="43" y="38"/>
                </a:lnTo>
                <a:lnTo>
                  <a:pt x="43" y="39"/>
                </a:lnTo>
                <a:lnTo>
                  <a:pt x="43" y="40"/>
                </a:lnTo>
                <a:lnTo>
                  <a:pt x="42" y="40"/>
                </a:lnTo>
                <a:lnTo>
                  <a:pt x="41" y="41"/>
                </a:lnTo>
                <a:lnTo>
                  <a:pt x="40" y="41"/>
                </a:lnTo>
                <a:lnTo>
                  <a:pt x="39" y="41"/>
                </a:lnTo>
                <a:lnTo>
                  <a:pt x="38" y="41"/>
                </a:lnTo>
                <a:lnTo>
                  <a:pt x="38" y="40"/>
                </a:lnTo>
                <a:lnTo>
                  <a:pt x="37" y="40"/>
                </a:lnTo>
                <a:lnTo>
                  <a:pt x="38" y="40"/>
                </a:lnTo>
                <a:lnTo>
                  <a:pt x="38" y="39"/>
                </a:lnTo>
                <a:lnTo>
                  <a:pt x="38" y="38"/>
                </a:lnTo>
                <a:lnTo>
                  <a:pt x="36" y="38"/>
                </a:lnTo>
                <a:lnTo>
                  <a:pt x="35" y="38"/>
                </a:lnTo>
                <a:lnTo>
                  <a:pt x="34" y="38"/>
                </a:lnTo>
                <a:lnTo>
                  <a:pt x="33" y="37"/>
                </a:lnTo>
                <a:lnTo>
                  <a:pt x="33" y="36"/>
                </a:lnTo>
                <a:lnTo>
                  <a:pt x="33" y="35"/>
                </a:lnTo>
                <a:lnTo>
                  <a:pt x="32" y="33"/>
                </a:lnTo>
                <a:lnTo>
                  <a:pt x="31" y="32"/>
                </a:lnTo>
                <a:lnTo>
                  <a:pt x="31" y="31"/>
                </a:lnTo>
                <a:lnTo>
                  <a:pt x="30" y="31"/>
                </a:lnTo>
                <a:lnTo>
                  <a:pt x="29" y="31"/>
                </a:lnTo>
                <a:lnTo>
                  <a:pt x="28" y="31"/>
                </a:lnTo>
                <a:lnTo>
                  <a:pt x="27" y="31"/>
                </a:lnTo>
                <a:lnTo>
                  <a:pt x="26" y="31"/>
                </a:lnTo>
                <a:lnTo>
                  <a:pt x="25" y="31"/>
                </a:lnTo>
                <a:lnTo>
                  <a:pt x="25" y="32"/>
                </a:lnTo>
                <a:lnTo>
                  <a:pt x="24" y="32"/>
                </a:lnTo>
                <a:lnTo>
                  <a:pt x="23" y="32"/>
                </a:lnTo>
                <a:lnTo>
                  <a:pt x="22" y="32"/>
                </a:lnTo>
                <a:lnTo>
                  <a:pt x="22" y="33"/>
                </a:lnTo>
                <a:lnTo>
                  <a:pt x="21" y="33"/>
                </a:lnTo>
                <a:lnTo>
                  <a:pt x="20" y="33"/>
                </a:lnTo>
                <a:lnTo>
                  <a:pt x="19" y="34"/>
                </a:lnTo>
                <a:lnTo>
                  <a:pt x="17" y="34"/>
                </a:lnTo>
                <a:lnTo>
                  <a:pt x="17" y="33"/>
                </a:lnTo>
                <a:lnTo>
                  <a:pt x="16" y="33"/>
                </a:lnTo>
                <a:lnTo>
                  <a:pt x="15" y="32"/>
                </a:lnTo>
                <a:lnTo>
                  <a:pt x="14" y="33"/>
                </a:lnTo>
                <a:lnTo>
                  <a:pt x="13" y="33"/>
                </a:lnTo>
                <a:lnTo>
                  <a:pt x="12" y="32"/>
                </a:lnTo>
                <a:lnTo>
                  <a:pt x="11" y="31"/>
                </a:lnTo>
                <a:lnTo>
                  <a:pt x="10" y="30"/>
                </a:lnTo>
                <a:lnTo>
                  <a:pt x="9" y="31"/>
                </a:lnTo>
                <a:lnTo>
                  <a:pt x="10" y="32"/>
                </a:lnTo>
                <a:lnTo>
                  <a:pt x="9" y="32"/>
                </a:lnTo>
                <a:lnTo>
                  <a:pt x="8" y="32"/>
                </a:lnTo>
                <a:lnTo>
                  <a:pt x="7" y="32"/>
                </a:lnTo>
                <a:lnTo>
                  <a:pt x="7" y="34"/>
                </a:lnTo>
                <a:lnTo>
                  <a:pt x="6" y="34"/>
                </a:lnTo>
                <a:lnTo>
                  <a:pt x="5" y="34"/>
                </a:lnTo>
                <a:lnTo>
                  <a:pt x="4" y="34"/>
                </a:lnTo>
                <a:lnTo>
                  <a:pt x="3" y="33"/>
                </a:lnTo>
                <a:lnTo>
                  <a:pt x="2" y="33"/>
                </a:lnTo>
                <a:lnTo>
                  <a:pt x="2" y="32"/>
                </a:lnTo>
                <a:lnTo>
                  <a:pt x="2" y="31"/>
                </a:lnTo>
                <a:lnTo>
                  <a:pt x="3" y="31"/>
                </a:lnTo>
                <a:lnTo>
                  <a:pt x="3" y="30"/>
                </a:lnTo>
                <a:lnTo>
                  <a:pt x="2" y="30"/>
                </a:lnTo>
                <a:lnTo>
                  <a:pt x="2" y="29"/>
                </a:lnTo>
                <a:lnTo>
                  <a:pt x="1" y="28"/>
                </a:lnTo>
                <a:lnTo>
                  <a:pt x="0" y="28"/>
                </a:lnTo>
                <a:lnTo>
                  <a:pt x="0" y="27"/>
                </a:lnTo>
                <a:lnTo>
                  <a:pt x="1" y="26"/>
                </a:lnTo>
                <a:lnTo>
                  <a:pt x="1" y="25"/>
                </a:lnTo>
                <a:lnTo>
                  <a:pt x="2" y="25"/>
                </a:lnTo>
                <a:lnTo>
                  <a:pt x="3" y="25"/>
                </a:lnTo>
                <a:lnTo>
                  <a:pt x="4" y="24"/>
                </a:lnTo>
                <a:lnTo>
                  <a:pt x="5" y="23"/>
                </a:lnTo>
                <a:lnTo>
                  <a:pt x="6" y="22"/>
                </a:lnTo>
                <a:lnTo>
                  <a:pt x="6" y="21"/>
                </a:lnTo>
                <a:lnTo>
                  <a:pt x="7" y="20"/>
                </a:lnTo>
                <a:lnTo>
                  <a:pt x="8" y="20"/>
                </a:lnTo>
                <a:lnTo>
                  <a:pt x="9" y="20"/>
                </a:lnTo>
                <a:lnTo>
                  <a:pt x="9" y="19"/>
                </a:lnTo>
                <a:lnTo>
                  <a:pt x="10" y="19"/>
                </a:lnTo>
                <a:lnTo>
                  <a:pt x="10" y="18"/>
                </a:lnTo>
                <a:lnTo>
                  <a:pt x="10" y="17"/>
                </a:lnTo>
                <a:lnTo>
                  <a:pt x="11" y="16"/>
                </a:lnTo>
                <a:lnTo>
                  <a:pt x="12" y="15"/>
                </a:lnTo>
                <a:lnTo>
                  <a:pt x="12" y="14"/>
                </a:lnTo>
                <a:lnTo>
                  <a:pt x="13" y="14"/>
                </a:lnTo>
                <a:lnTo>
                  <a:pt x="14" y="14"/>
                </a:lnTo>
                <a:lnTo>
                  <a:pt x="14" y="16"/>
                </a:lnTo>
                <a:lnTo>
                  <a:pt x="15" y="16"/>
                </a:lnTo>
                <a:lnTo>
                  <a:pt x="15" y="15"/>
                </a:lnTo>
                <a:lnTo>
                  <a:pt x="16" y="15"/>
                </a:lnTo>
                <a:lnTo>
                  <a:pt x="16" y="16"/>
                </a:lnTo>
                <a:lnTo>
                  <a:pt x="16" y="15"/>
                </a:lnTo>
                <a:lnTo>
                  <a:pt x="17" y="15"/>
                </a:lnTo>
                <a:lnTo>
                  <a:pt x="17" y="14"/>
                </a:lnTo>
                <a:lnTo>
                  <a:pt x="17" y="13"/>
                </a:lnTo>
                <a:lnTo>
                  <a:pt x="17" y="12"/>
                </a:lnTo>
                <a:lnTo>
                  <a:pt x="19" y="12"/>
                </a:lnTo>
                <a:lnTo>
                  <a:pt x="19" y="11"/>
                </a:lnTo>
                <a:lnTo>
                  <a:pt x="20" y="12"/>
                </a:lnTo>
                <a:lnTo>
                  <a:pt x="21" y="11"/>
                </a:lnTo>
                <a:lnTo>
                  <a:pt x="21" y="10"/>
                </a:lnTo>
                <a:lnTo>
                  <a:pt x="22" y="9"/>
                </a:lnTo>
                <a:lnTo>
                  <a:pt x="23" y="9"/>
                </a:lnTo>
                <a:lnTo>
                  <a:pt x="24" y="9"/>
                </a:lnTo>
                <a:lnTo>
                  <a:pt x="25" y="8"/>
                </a:lnTo>
                <a:lnTo>
                  <a:pt x="24" y="8"/>
                </a:lnTo>
                <a:lnTo>
                  <a:pt x="24" y="7"/>
                </a:lnTo>
                <a:lnTo>
                  <a:pt x="25" y="6"/>
                </a:lnTo>
                <a:lnTo>
                  <a:pt x="27" y="6"/>
                </a:lnTo>
                <a:lnTo>
                  <a:pt x="28" y="6"/>
                </a:lnTo>
                <a:lnTo>
                  <a:pt x="28" y="7"/>
                </a:lnTo>
                <a:lnTo>
                  <a:pt x="29" y="7"/>
                </a:lnTo>
                <a:lnTo>
                  <a:pt x="29" y="6"/>
                </a:lnTo>
                <a:lnTo>
                  <a:pt x="30" y="4"/>
                </a:lnTo>
                <a:lnTo>
                  <a:pt x="31" y="4"/>
                </a:lnTo>
                <a:lnTo>
                  <a:pt x="31" y="3"/>
                </a:lnTo>
                <a:lnTo>
                  <a:pt x="32" y="3"/>
                </a:lnTo>
                <a:lnTo>
                  <a:pt x="33" y="3"/>
                </a:lnTo>
                <a:lnTo>
                  <a:pt x="33" y="4"/>
                </a:lnTo>
                <a:lnTo>
                  <a:pt x="33" y="3"/>
                </a:lnTo>
                <a:lnTo>
                  <a:pt x="33" y="2"/>
                </a:lnTo>
                <a:lnTo>
                  <a:pt x="34" y="1"/>
                </a:lnTo>
                <a:lnTo>
                  <a:pt x="35" y="1"/>
                </a:lnTo>
                <a:lnTo>
                  <a:pt x="35" y="0"/>
                </a:lnTo>
                <a:lnTo>
                  <a:pt x="36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2332440" y="5578920"/>
            <a:ext cx="3240" cy="3600"/>
          </a:xfrm>
          <a:custGeom>
            <a:avLst/>
            <a:gdLst/>
            <a:ahLst/>
            <a:rect l="0" t="0" r="r" b="b"/>
            <a:pathLst>
              <a:path w="9" h="10">
                <a:moveTo>
                  <a:pt x="6" y="1"/>
                </a:moveTo>
                <a:lnTo>
                  <a:pt x="7" y="1"/>
                </a:lnTo>
                <a:lnTo>
                  <a:pt x="7" y="0"/>
                </a:lnTo>
                <a:lnTo>
                  <a:pt x="9" y="4"/>
                </a:lnTo>
                <a:lnTo>
                  <a:pt x="9" y="6"/>
                </a:lnTo>
                <a:lnTo>
                  <a:pt x="8" y="4"/>
                </a:lnTo>
                <a:lnTo>
                  <a:pt x="7" y="2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8" y="6"/>
                </a:lnTo>
                <a:lnTo>
                  <a:pt x="9" y="6"/>
                </a:lnTo>
                <a:lnTo>
                  <a:pt x="9" y="7"/>
                </a:lnTo>
                <a:lnTo>
                  <a:pt x="8" y="7"/>
                </a:lnTo>
                <a:lnTo>
                  <a:pt x="7" y="8"/>
                </a:lnTo>
                <a:lnTo>
                  <a:pt x="6" y="7"/>
                </a:lnTo>
                <a:lnTo>
                  <a:pt x="6" y="8"/>
                </a:lnTo>
                <a:lnTo>
                  <a:pt x="6" y="9"/>
                </a:lnTo>
                <a:lnTo>
                  <a:pt x="4" y="9"/>
                </a:lnTo>
                <a:lnTo>
                  <a:pt x="3" y="10"/>
                </a:lnTo>
                <a:lnTo>
                  <a:pt x="2" y="10"/>
                </a:lnTo>
                <a:lnTo>
                  <a:pt x="2" y="9"/>
                </a:lnTo>
                <a:lnTo>
                  <a:pt x="2" y="8"/>
                </a:lnTo>
                <a:lnTo>
                  <a:pt x="2" y="5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6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440" rIns="144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2333520" y="55774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-1080" rIns="14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2333880" y="557640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1" y="0"/>
                </a:moveTo>
                <a:lnTo>
                  <a:pt x="3" y="0"/>
                </a:lnTo>
                <a:lnTo>
                  <a:pt x="1" y="2"/>
                </a:lnTo>
                <a:lnTo>
                  <a:pt x="1" y="3"/>
                </a:lnTo>
                <a:lnTo>
                  <a:pt x="1" y="5"/>
                </a:lnTo>
                <a:lnTo>
                  <a:pt x="0" y="5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360" rIns="144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2331720" y="5576400"/>
            <a:ext cx="2520" cy="2520"/>
          </a:xfrm>
          <a:custGeom>
            <a:avLst/>
            <a:gdLst/>
            <a:ahLst/>
            <a:rect l="0" t="0" r="r" b="b"/>
            <a:pathLst>
              <a:path w="7" h="7">
                <a:moveTo>
                  <a:pt x="5" y="4"/>
                </a:moveTo>
                <a:lnTo>
                  <a:pt x="5" y="5"/>
                </a:lnTo>
                <a:lnTo>
                  <a:pt x="5" y="6"/>
                </a:lnTo>
                <a:lnTo>
                  <a:pt x="5" y="5"/>
                </a:lnTo>
                <a:lnTo>
                  <a:pt x="4" y="6"/>
                </a:lnTo>
                <a:lnTo>
                  <a:pt x="4" y="7"/>
                </a:lnTo>
                <a:lnTo>
                  <a:pt x="3" y="7"/>
                </a:lnTo>
                <a:lnTo>
                  <a:pt x="2" y="7"/>
                </a:lnTo>
                <a:lnTo>
                  <a:pt x="0" y="7"/>
                </a:lnTo>
                <a:lnTo>
                  <a:pt x="0" y="6"/>
                </a:lnTo>
                <a:lnTo>
                  <a:pt x="2" y="2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5" y="1"/>
                </a:lnTo>
                <a:lnTo>
                  <a:pt x="7" y="4"/>
                </a:lnTo>
                <a:lnTo>
                  <a:pt x="5" y="4"/>
                </a:lnTo>
                <a:close/>
              </a:path>
            </a:pathLst>
          </a:custGeom>
          <a:solidFill>
            <a:srgbClr val="F7F7F7"/>
          </a:solidFill>
          <a:ln w="3240">
            <a:solidFill>
              <a:srgbClr val="CCCCCC"/>
            </a:solidFill>
            <a:round/>
          </a:ln>
        </p:spPr>
        <p:txBody>
          <a:bodyPr lIns="1440" tIns="1080" rIns="144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2424960" y="52059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2424960" y="52059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2449440" y="52059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2449440" y="52059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2473920" y="52059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2473920" y="52059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2424960" y="51818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2424960" y="51818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2449440" y="51818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2449440" y="51818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2473920" y="51818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2473920" y="51818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2449440" y="51573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2449440" y="51573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2595960" y="51573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2595960" y="51573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2424960" y="5132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2424960" y="5132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2058840" y="510840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2058840" y="510840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2082960" y="5108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2082960" y="5108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2107440" y="5108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2107440" y="5108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2351880" y="5108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2351880" y="5108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2376360" y="510840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2376360" y="510840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2424960" y="5108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2424960" y="5108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2522880" y="510840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2522880" y="510840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2547000" y="5108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2547000" y="5108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2620440" y="510840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2620440" y="510840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2644920" y="5108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2644920" y="5108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2034360" y="50839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2034360" y="50839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2351880" y="50839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2351880" y="50839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2376360" y="508392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2376360" y="508392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2400480" y="50839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2400480" y="50839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2424960" y="50839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2424960" y="50839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2522880" y="508392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2522880" y="508392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2620440" y="508392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2620440" y="508392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2034360" y="50594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2034360" y="50594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2058840" y="505944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2058840" y="505944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2351880" y="50594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2351880" y="50594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2376360" y="505944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2376360" y="505944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2424960" y="50594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2424960" y="50594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2449440" y="50594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2449440" y="50594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2498400" y="50594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2498400" y="50594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2522880" y="505944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2522880" y="505944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2547000" y="50594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2547000" y="50594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2595960" y="50594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2595960" y="50594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1887840" y="5035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1887840" y="5035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1936440" y="5035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1936440" y="5035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2082960" y="5035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2082960" y="5035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2400480" y="5035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2400480" y="5035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2424960" y="5035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2424960" y="5035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2449440" y="5035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2449440" y="5035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2473920" y="5035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2473920" y="5035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2522880" y="50353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2522880" y="50353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2547000" y="5035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2547000" y="5035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2571480" y="5035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2571480" y="5035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1106280" y="50108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1106280" y="50108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1887840" y="50108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1887840" y="50108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1912320" y="501084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1912320" y="501084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1985400" y="50108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1985400" y="50108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2034360" y="50108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2034360" y="50108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2058840" y="501084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2058840" y="501084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2131920" y="50108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2131920" y="50108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2229840" y="501084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2229840" y="501084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2424960" y="50108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2424960" y="50108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2449440" y="50108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2449440" y="50108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2473920" y="50108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2473920" y="50108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2498400" y="50108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2498400" y="50108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2522880" y="501084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2522880" y="501084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88632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88632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91080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91080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984240" y="498636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984240" y="498636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103284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103284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105732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105732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108180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108180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110628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110628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1912320" y="498636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1912320" y="498636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193644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193644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200988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200988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208296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208296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210744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210744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213192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213192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215640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215640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218088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218088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2229840" y="498636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2229840" y="498636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225396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225396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227844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227844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230292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230292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232740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>
            <a:off x="232740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235188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235188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2376360" y="498636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2376360" y="498636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240048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240048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242496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>
            <a:off x="242496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244944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244944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/>
          <p:nvPr/>
        </p:nvSpPr>
        <p:spPr>
          <a:xfrm>
            <a:off x="249840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/>
          <p:nvPr/>
        </p:nvSpPr>
        <p:spPr>
          <a:xfrm>
            <a:off x="249840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2522880" y="498636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/>
          <p:nvPr/>
        </p:nvSpPr>
        <p:spPr>
          <a:xfrm>
            <a:off x="2522880" y="498636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/>
          <p:nvPr/>
        </p:nvSpPr>
        <p:spPr>
          <a:xfrm>
            <a:off x="2547000" y="4986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/>
          <p:nvPr/>
        </p:nvSpPr>
        <p:spPr>
          <a:xfrm>
            <a:off x="2547000" y="4986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88632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88632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/>
          <p:nvPr/>
        </p:nvSpPr>
        <p:spPr>
          <a:xfrm>
            <a:off x="91080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/>
          <p:nvPr/>
        </p:nvSpPr>
        <p:spPr>
          <a:xfrm>
            <a:off x="91080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93528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>
            <a:off x="93528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95976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>
            <a:off x="95976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103284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103284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178992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/>
          <p:nvPr/>
        </p:nvSpPr>
        <p:spPr>
          <a:xfrm>
            <a:off x="178992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181440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181440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183888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183888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/>
          <p:nvPr/>
        </p:nvSpPr>
        <p:spPr>
          <a:xfrm>
            <a:off x="186336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186336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188784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188784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1912320" y="496188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/>
          <p:nvPr/>
        </p:nvSpPr>
        <p:spPr>
          <a:xfrm>
            <a:off x="1912320" y="496188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/>
          <p:nvPr/>
        </p:nvSpPr>
        <p:spPr>
          <a:xfrm>
            <a:off x="193644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/>
          <p:nvPr/>
        </p:nvSpPr>
        <p:spPr>
          <a:xfrm>
            <a:off x="193644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196092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/>
          <p:nvPr/>
        </p:nvSpPr>
        <p:spPr>
          <a:xfrm>
            <a:off x="196092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/>
          <p:nvPr/>
        </p:nvSpPr>
        <p:spPr>
          <a:xfrm>
            <a:off x="200988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/>
          <p:nvPr/>
        </p:nvSpPr>
        <p:spPr>
          <a:xfrm>
            <a:off x="200988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/>
          <p:nvPr/>
        </p:nvSpPr>
        <p:spPr>
          <a:xfrm>
            <a:off x="203436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/>
          <p:nvPr/>
        </p:nvSpPr>
        <p:spPr>
          <a:xfrm>
            <a:off x="203436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/>
          <p:nvPr/>
        </p:nvSpPr>
        <p:spPr>
          <a:xfrm>
            <a:off x="210744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"/>
          <p:cNvSpPr/>
          <p:nvPr/>
        </p:nvSpPr>
        <p:spPr>
          <a:xfrm>
            <a:off x="210744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/>
          <p:nvPr/>
        </p:nvSpPr>
        <p:spPr>
          <a:xfrm>
            <a:off x="213192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/>
          <p:nvPr/>
        </p:nvSpPr>
        <p:spPr>
          <a:xfrm>
            <a:off x="213192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/>
          <p:nvPr/>
        </p:nvSpPr>
        <p:spPr>
          <a:xfrm>
            <a:off x="215640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/>
          <p:nvPr/>
        </p:nvSpPr>
        <p:spPr>
          <a:xfrm>
            <a:off x="215640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/>
          <p:nvPr/>
        </p:nvSpPr>
        <p:spPr>
          <a:xfrm>
            <a:off x="218088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/>
          <p:nvPr/>
        </p:nvSpPr>
        <p:spPr>
          <a:xfrm>
            <a:off x="218088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/>
          <p:nvPr/>
        </p:nvSpPr>
        <p:spPr>
          <a:xfrm>
            <a:off x="220536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220536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/>
          <p:nvPr/>
        </p:nvSpPr>
        <p:spPr>
          <a:xfrm>
            <a:off x="2229840" y="496188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/>
          <p:nvPr/>
        </p:nvSpPr>
        <p:spPr>
          <a:xfrm>
            <a:off x="2229840" y="496188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/>
          <p:nvPr/>
        </p:nvSpPr>
        <p:spPr>
          <a:xfrm>
            <a:off x="225396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/>
          <p:nvPr/>
        </p:nvSpPr>
        <p:spPr>
          <a:xfrm>
            <a:off x="225396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/>
          <p:nvPr/>
        </p:nvSpPr>
        <p:spPr>
          <a:xfrm>
            <a:off x="227844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/>
          <p:nvPr/>
        </p:nvSpPr>
        <p:spPr>
          <a:xfrm>
            <a:off x="227844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/>
          <p:nvPr/>
        </p:nvSpPr>
        <p:spPr>
          <a:xfrm>
            <a:off x="230292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/>
          <p:nvPr/>
        </p:nvSpPr>
        <p:spPr>
          <a:xfrm>
            <a:off x="230292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/>
          <p:nvPr/>
        </p:nvSpPr>
        <p:spPr>
          <a:xfrm>
            <a:off x="232740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/>
          <p:nvPr/>
        </p:nvSpPr>
        <p:spPr>
          <a:xfrm>
            <a:off x="232740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/>
          <p:nvPr/>
        </p:nvSpPr>
        <p:spPr>
          <a:xfrm>
            <a:off x="235188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/>
          <p:nvPr/>
        </p:nvSpPr>
        <p:spPr>
          <a:xfrm>
            <a:off x="235188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/>
          <p:nvPr/>
        </p:nvSpPr>
        <p:spPr>
          <a:xfrm>
            <a:off x="2376360" y="496188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/>
          <p:nvPr/>
        </p:nvSpPr>
        <p:spPr>
          <a:xfrm>
            <a:off x="2376360" y="496188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"/>
          <p:cNvSpPr/>
          <p:nvPr/>
        </p:nvSpPr>
        <p:spPr>
          <a:xfrm>
            <a:off x="240048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/>
          <p:nvPr/>
        </p:nvSpPr>
        <p:spPr>
          <a:xfrm>
            <a:off x="240048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"/>
          <p:cNvSpPr/>
          <p:nvPr/>
        </p:nvSpPr>
        <p:spPr>
          <a:xfrm>
            <a:off x="244944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"/>
          <p:cNvSpPr/>
          <p:nvPr/>
        </p:nvSpPr>
        <p:spPr>
          <a:xfrm>
            <a:off x="244944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"/>
          <p:cNvSpPr/>
          <p:nvPr/>
        </p:nvSpPr>
        <p:spPr>
          <a:xfrm>
            <a:off x="249840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/>
          <p:nvPr/>
        </p:nvSpPr>
        <p:spPr>
          <a:xfrm>
            <a:off x="249840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"/>
          <p:cNvSpPr/>
          <p:nvPr/>
        </p:nvSpPr>
        <p:spPr>
          <a:xfrm>
            <a:off x="2522880" y="496188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"/>
          <p:cNvSpPr/>
          <p:nvPr/>
        </p:nvSpPr>
        <p:spPr>
          <a:xfrm>
            <a:off x="2522880" y="496188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/>
          <p:nvPr/>
        </p:nvSpPr>
        <p:spPr>
          <a:xfrm>
            <a:off x="254700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"/>
          <p:cNvSpPr/>
          <p:nvPr/>
        </p:nvSpPr>
        <p:spPr>
          <a:xfrm>
            <a:off x="254700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/>
          <p:nvPr/>
        </p:nvSpPr>
        <p:spPr>
          <a:xfrm>
            <a:off x="2571480" y="4961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/>
          <p:nvPr/>
        </p:nvSpPr>
        <p:spPr>
          <a:xfrm>
            <a:off x="2571480" y="4961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/>
          <p:nvPr/>
        </p:nvSpPr>
        <p:spPr>
          <a:xfrm>
            <a:off x="88632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"/>
          <p:cNvSpPr/>
          <p:nvPr/>
        </p:nvSpPr>
        <p:spPr>
          <a:xfrm>
            <a:off x="88632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"/>
          <p:cNvSpPr/>
          <p:nvPr/>
        </p:nvSpPr>
        <p:spPr>
          <a:xfrm>
            <a:off x="91080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"/>
          <p:cNvSpPr/>
          <p:nvPr/>
        </p:nvSpPr>
        <p:spPr>
          <a:xfrm>
            <a:off x="91080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/>
          <p:nvPr/>
        </p:nvSpPr>
        <p:spPr>
          <a:xfrm>
            <a:off x="93528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/>
          <p:nvPr/>
        </p:nvSpPr>
        <p:spPr>
          <a:xfrm>
            <a:off x="93528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/>
          <p:nvPr/>
        </p:nvSpPr>
        <p:spPr>
          <a:xfrm>
            <a:off x="95976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"/>
          <p:cNvSpPr/>
          <p:nvPr/>
        </p:nvSpPr>
        <p:spPr>
          <a:xfrm>
            <a:off x="95976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"/>
          <p:cNvSpPr/>
          <p:nvPr/>
        </p:nvSpPr>
        <p:spPr>
          <a:xfrm>
            <a:off x="100836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/>
          <p:nvPr/>
        </p:nvSpPr>
        <p:spPr>
          <a:xfrm>
            <a:off x="100836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"/>
          <p:cNvSpPr/>
          <p:nvPr/>
        </p:nvSpPr>
        <p:spPr>
          <a:xfrm>
            <a:off x="105732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"/>
          <p:cNvSpPr/>
          <p:nvPr/>
        </p:nvSpPr>
        <p:spPr>
          <a:xfrm>
            <a:off x="105732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"/>
          <p:cNvSpPr/>
          <p:nvPr/>
        </p:nvSpPr>
        <p:spPr>
          <a:xfrm>
            <a:off x="108180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/>
          <p:nvPr/>
        </p:nvSpPr>
        <p:spPr>
          <a:xfrm>
            <a:off x="108180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/>
          <p:nvPr/>
        </p:nvSpPr>
        <p:spPr>
          <a:xfrm>
            <a:off x="176544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/>
          <p:nvPr/>
        </p:nvSpPr>
        <p:spPr>
          <a:xfrm>
            <a:off x="176544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/>
          <p:nvPr/>
        </p:nvSpPr>
        <p:spPr>
          <a:xfrm>
            <a:off x="178992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178992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/>
          <p:nvPr/>
        </p:nvSpPr>
        <p:spPr>
          <a:xfrm>
            <a:off x="183888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"/>
          <p:cNvSpPr/>
          <p:nvPr/>
        </p:nvSpPr>
        <p:spPr>
          <a:xfrm>
            <a:off x="183888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/>
          <p:nvPr/>
        </p:nvSpPr>
        <p:spPr>
          <a:xfrm>
            <a:off x="186336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"/>
          <p:cNvSpPr/>
          <p:nvPr/>
        </p:nvSpPr>
        <p:spPr>
          <a:xfrm>
            <a:off x="186336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"/>
          <p:cNvSpPr/>
          <p:nvPr/>
        </p:nvSpPr>
        <p:spPr>
          <a:xfrm>
            <a:off x="1912320" y="493740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"/>
          <p:cNvSpPr/>
          <p:nvPr/>
        </p:nvSpPr>
        <p:spPr>
          <a:xfrm>
            <a:off x="1912320" y="493740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/>
          <p:nvPr/>
        </p:nvSpPr>
        <p:spPr>
          <a:xfrm>
            <a:off x="193644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/>
          <p:nvPr/>
        </p:nvSpPr>
        <p:spPr>
          <a:xfrm>
            <a:off x="193644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196092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/>
          <p:nvPr/>
        </p:nvSpPr>
        <p:spPr>
          <a:xfrm>
            <a:off x="196092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"/>
          <p:cNvSpPr/>
          <p:nvPr/>
        </p:nvSpPr>
        <p:spPr>
          <a:xfrm>
            <a:off x="198540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"/>
          <p:cNvSpPr/>
          <p:nvPr/>
        </p:nvSpPr>
        <p:spPr>
          <a:xfrm>
            <a:off x="198540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/>
          <p:nvPr/>
        </p:nvSpPr>
        <p:spPr>
          <a:xfrm>
            <a:off x="200988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200988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203436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"/>
          <p:cNvSpPr/>
          <p:nvPr/>
        </p:nvSpPr>
        <p:spPr>
          <a:xfrm>
            <a:off x="203436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/>
          <p:nvPr/>
        </p:nvSpPr>
        <p:spPr>
          <a:xfrm>
            <a:off x="2058840" y="493740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/>
          <p:nvPr/>
        </p:nvSpPr>
        <p:spPr>
          <a:xfrm>
            <a:off x="2058840" y="493740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/>
          <p:nvPr/>
        </p:nvSpPr>
        <p:spPr>
          <a:xfrm>
            <a:off x="208296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208296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210744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/>
          <p:nvPr/>
        </p:nvSpPr>
        <p:spPr>
          <a:xfrm>
            <a:off x="210744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/>
          <p:nvPr/>
        </p:nvSpPr>
        <p:spPr>
          <a:xfrm>
            <a:off x="213192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/>
          <p:nvPr/>
        </p:nvSpPr>
        <p:spPr>
          <a:xfrm>
            <a:off x="213192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/>
          <p:nvPr/>
        </p:nvSpPr>
        <p:spPr>
          <a:xfrm>
            <a:off x="215640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/>
          <p:nvPr/>
        </p:nvSpPr>
        <p:spPr>
          <a:xfrm>
            <a:off x="215640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/>
          <p:nvPr/>
        </p:nvSpPr>
        <p:spPr>
          <a:xfrm>
            <a:off x="218088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/>
          <p:nvPr/>
        </p:nvSpPr>
        <p:spPr>
          <a:xfrm>
            <a:off x="218088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/>
          <p:nvPr/>
        </p:nvSpPr>
        <p:spPr>
          <a:xfrm>
            <a:off x="220536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/>
          <p:nvPr/>
        </p:nvSpPr>
        <p:spPr>
          <a:xfrm>
            <a:off x="220536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"/>
          <p:cNvSpPr/>
          <p:nvPr/>
        </p:nvSpPr>
        <p:spPr>
          <a:xfrm>
            <a:off x="2229840" y="493740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/>
          <p:nvPr/>
        </p:nvSpPr>
        <p:spPr>
          <a:xfrm>
            <a:off x="2229840" y="493740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225396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/>
          <p:nvPr/>
        </p:nvSpPr>
        <p:spPr>
          <a:xfrm>
            <a:off x="225396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"/>
          <p:cNvSpPr/>
          <p:nvPr/>
        </p:nvSpPr>
        <p:spPr>
          <a:xfrm>
            <a:off x="227844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/>
          <p:nvPr/>
        </p:nvSpPr>
        <p:spPr>
          <a:xfrm>
            <a:off x="227844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230292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230292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232740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/>
          <p:nvPr/>
        </p:nvSpPr>
        <p:spPr>
          <a:xfrm>
            <a:off x="232740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"/>
          <p:cNvSpPr/>
          <p:nvPr/>
        </p:nvSpPr>
        <p:spPr>
          <a:xfrm>
            <a:off x="235188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235188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2376360" y="493740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2376360" y="493740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/>
          <p:nvPr/>
        </p:nvSpPr>
        <p:spPr>
          <a:xfrm>
            <a:off x="244944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244944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249840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249840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2522880" y="493740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2522880" y="493740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2595960" y="49374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2595960" y="49374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813240" y="49129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813240" y="49129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88632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88632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91080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/>
          <p:nvPr/>
        </p:nvSpPr>
        <p:spPr>
          <a:xfrm>
            <a:off x="91080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93528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93528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"/>
          <p:cNvSpPr/>
          <p:nvPr/>
        </p:nvSpPr>
        <p:spPr>
          <a:xfrm>
            <a:off x="95976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/>
          <p:nvPr/>
        </p:nvSpPr>
        <p:spPr>
          <a:xfrm>
            <a:off x="95976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100836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100836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176544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176544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/>
          <p:nvPr/>
        </p:nvSpPr>
        <p:spPr>
          <a:xfrm>
            <a:off x="181440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/>
          <p:nvPr/>
        </p:nvSpPr>
        <p:spPr>
          <a:xfrm>
            <a:off x="181440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1912320" y="49129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1912320" y="49129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193644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/>
          <p:nvPr/>
        </p:nvSpPr>
        <p:spPr>
          <a:xfrm>
            <a:off x="193644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/>
          <p:nvPr/>
        </p:nvSpPr>
        <p:spPr>
          <a:xfrm>
            <a:off x="196092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196092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198540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/>
          <p:nvPr/>
        </p:nvSpPr>
        <p:spPr>
          <a:xfrm>
            <a:off x="198540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/>
          <p:nvPr/>
        </p:nvSpPr>
        <p:spPr>
          <a:xfrm>
            <a:off x="200988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/>
          <p:nvPr/>
        </p:nvSpPr>
        <p:spPr>
          <a:xfrm>
            <a:off x="200988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/>
          <p:nvPr/>
        </p:nvSpPr>
        <p:spPr>
          <a:xfrm>
            <a:off x="203436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/>
          <p:nvPr/>
        </p:nvSpPr>
        <p:spPr>
          <a:xfrm>
            <a:off x="203436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/>
          <p:nvPr/>
        </p:nvSpPr>
        <p:spPr>
          <a:xfrm>
            <a:off x="2058840" y="49129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/>
          <p:nvPr/>
        </p:nvSpPr>
        <p:spPr>
          <a:xfrm>
            <a:off x="2058840" y="49129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208296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/>
          <p:nvPr/>
        </p:nvSpPr>
        <p:spPr>
          <a:xfrm>
            <a:off x="208296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210744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210744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213192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213192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/>
          <p:nvPr/>
        </p:nvSpPr>
        <p:spPr>
          <a:xfrm>
            <a:off x="215640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/>
          <p:nvPr/>
        </p:nvSpPr>
        <p:spPr>
          <a:xfrm>
            <a:off x="215640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/>
          <p:nvPr/>
        </p:nvSpPr>
        <p:spPr>
          <a:xfrm>
            <a:off x="218088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218088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220536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220536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2229840" y="49129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2229840" y="49129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225396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"/>
          <p:cNvSpPr/>
          <p:nvPr/>
        </p:nvSpPr>
        <p:spPr>
          <a:xfrm>
            <a:off x="225396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"/>
          <p:cNvSpPr/>
          <p:nvPr/>
        </p:nvSpPr>
        <p:spPr>
          <a:xfrm>
            <a:off x="227844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"/>
          <p:cNvSpPr/>
          <p:nvPr/>
        </p:nvSpPr>
        <p:spPr>
          <a:xfrm>
            <a:off x="227844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"/>
          <p:cNvSpPr/>
          <p:nvPr/>
        </p:nvSpPr>
        <p:spPr>
          <a:xfrm>
            <a:off x="230292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"/>
          <p:cNvSpPr/>
          <p:nvPr/>
        </p:nvSpPr>
        <p:spPr>
          <a:xfrm>
            <a:off x="230292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"/>
          <p:cNvSpPr/>
          <p:nvPr/>
        </p:nvSpPr>
        <p:spPr>
          <a:xfrm>
            <a:off x="232740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"/>
          <p:cNvSpPr/>
          <p:nvPr/>
        </p:nvSpPr>
        <p:spPr>
          <a:xfrm>
            <a:off x="232740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"/>
          <p:cNvSpPr/>
          <p:nvPr/>
        </p:nvSpPr>
        <p:spPr>
          <a:xfrm>
            <a:off x="235188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/>
          <p:nvPr/>
        </p:nvSpPr>
        <p:spPr>
          <a:xfrm>
            <a:off x="235188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/>
          <p:nvPr/>
        </p:nvSpPr>
        <p:spPr>
          <a:xfrm>
            <a:off x="2376360" y="49129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"/>
          <p:cNvSpPr/>
          <p:nvPr/>
        </p:nvSpPr>
        <p:spPr>
          <a:xfrm>
            <a:off x="2376360" y="49129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"/>
          <p:cNvSpPr/>
          <p:nvPr/>
        </p:nvSpPr>
        <p:spPr>
          <a:xfrm>
            <a:off x="242496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"/>
          <p:cNvSpPr/>
          <p:nvPr/>
        </p:nvSpPr>
        <p:spPr>
          <a:xfrm>
            <a:off x="242496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"/>
          <p:cNvSpPr/>
          <p:nvPr/>
        </p:nvSpPr>
        <p:spPr>
          <a:xfrm>
            <a:off x="244944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"/>
          <p:cNvSpPr/>
          <p:nvPr/>
        </p:nvSpPr>
        <p:spPr>
          <a:xfrm>
            <a:off x="244944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"/>
          <p:cNvSpPr/>
          <p:nvPr/>
        </p:nvSpPr>
        <p:spPr>
          <a:xfrm>
            <a:off x="2498400" y="4912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"/>
          <p:cNvSpPr/>
          <p:nvPr/>
        </p:nvSpPr>
        <p:spPr>
          <a:xfrm>
            <a:off x="2498400" y="4912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71532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71532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"/>
          <p:cNvSpPr/>
          <p:nvPr/>
        </p:nvSpPr>
        <p:spPr>
          <a:xfrm>
            <a:off x="86184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/>
          <p:nvPr/>
        </p:nvSpPr>
        <p:spPr>
          <a:xfrm>
            <a:off x="86184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"/>
          <p:cNvSpPr/>
          <p:nvPr/>
        </p:nvSpPr>
        <p:spPr>
          <a:xfrm>
            <a:off x="88632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"/>
          <p:cNvSpPr/>
          <p:nvPr/>
        </p:nvSpPr>
        <p:spPr>
          <a:xfrm>
            <a:off x="88632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"/>
          <p:cNvSpPr/>
          <p:nvPr/>
        </p:nvSpPr>
        <p:spPr>
          <a:xfrm>
            <a:off x="91080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"/>
          <p:cNvSpPr/>
          <p:nvPr/>
        </p:nvSpPr>
        <p:spPr>
          <a:xfrm>
            <a:off x="91080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"/>
          <p:cNvSpPr/>
          <p:nvPr/>
        </p:nvSpPr>
        <p:spPr>
          <a:xfrm>
            <a:off x="93528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"/>
          <p:cNvSpPr/>
          <p:nvPr/>
        </p:nvSpPr>
        <p:spPr>
          <a:xfrm>
            <a:off x="93528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"/>
          <p:cNvSpPr/>
          <p:nvPr/>
        </p:nvSpPr>
        <p:spPr>
          <a:xfrm>
            <a:off x="95976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"/>
          <p:cNvSpPr/>
          <p:nvPr/>
        </p:nvSpPr>
        <p:spPr>
          <a:xfrm>
            <a:off x="95976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"/>
          <p:cNvSpPr/>
          <p:nvPr/>
        </p:nvSpPr>
        <p:spPr>
          <a:xfrm>
            <a:off x="984240" y="48888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984240" y="48888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100836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100836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176544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176544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181440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181440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1912320" y="48888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1912320" y="48888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193644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193644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196092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196092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198540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198540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200988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200988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203436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203436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2058840" y="48888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2058840" y="48888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208296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208296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210744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210744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213192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213192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215640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215640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218088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218088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220536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220536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2229840" y="48888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2229840" y="48888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225396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225396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227844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227844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"/>
          <p:cNvSpPr/>
          <p:nvPr/>
        </p:nvSpPr>
        <p:spPr>
          <a:xfrm>
            <a:off x="230292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230292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"/>
          <p:cNvSpPr/>
          <p:nvPr/>
        </p:nvSpPr>
        <p:spPr>
          <a:xfrm>
            <a:off x="232740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232740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235188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235188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2376360" y="48888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2376360" y="48888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240048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240048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"/>
          <p:cNvSpPr/>
          <p:nvPr/>
        </p:nvSpPr>
        <p:spPr>
          <a:xfrm>
            <a:off x="242496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/>
          <p:nvPr/>
        </p:nvSpPr>
        <p:spPr>
          <a:xfrm>
            <a:off x="242496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244944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"/>
          <p:cNvSpPr/>
          <p:nvPr/>
        </p:nvSpPr>
        <p:spPr>
          <a:xfrm>
            <a:off x="244944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"/>
          <p:cNvSpPr/>
          <p:nvPr/>
        </p:nvSpPr>
        <p:spPr>
          <a:xfrm>
            <a:off x="247392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"/>
          <p:cNvSpPr/>
          <p:nvPr/>
        </p:nvSpPr>
        <p:spPr>
          <a:xfrm>
            <a:off x="247392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2498400" y="4888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"/>
          <p:cNvSpPr/>
          <p:nvPr/>
        </p:nvSpPr>
        <p:spPr>
          <a:xfrm>
            <a:off x="2498400" y="4888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"/>
          <p:cNvSpPr/>
          <p:nvPr/>
        </p:nvSpPr>
        <p:spPr>
          <a:xfrm>
            <a:off x="2522880" y="48888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"/>
          <p:cNvSpPr/>
          <p:nvPr/>
        </p:nvSpPr>
        <p:spPr>
          <a:xfrm>
            <a:off x="2522880" y="48888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76428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76428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813240" y="48643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813240" y="48643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88632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88632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91080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91080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93528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93528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95976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95976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984240" y="48643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984240" y="48643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100836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100836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"/>
          <p:cNvSpPr/>
          <p:nvPr/>
        </p:nvSpPr>
        <p:spPr>
          <a:xfrm>
            <a:off x="176544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176544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186336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186336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1912320" y="48643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1912320" y="48643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193644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193644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196092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196092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198540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198540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200988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200988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203436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203436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2058840" y="48643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2058840" y="48643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208296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208296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210744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210744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"/>
          <p:cNvSpPr/>
          <p:nvPr/>
        </p:nvSpPr>
        <p:spPr>
          <a:xfrm>
            <a:off x="213192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213192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"/>
          <p:cNvSpPr/>
          <p:nvPr/>
        </p:nvSpPr>
        <p:spPr>
          <a:xfrm>
            <a:off x="215640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"/>
          <p:cNvSpPr/>
          <p:nvPr/>
        </p:nvSpPr>
        <p:spPr>
          <a:xfrm>
            <a:off x="215640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218088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218088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"/>
          <p:cNvSpPr/>
          <p:nvPr/>
        </p:nvSpPr>
        <p:spPr>
          <a:xfrm>
            <a:off x="220536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220536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2229840" y="48643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"/>
          <p:cNvSpPr/>
          <p:nvPr/>
        </p:nvSpPr>
        <p:spPr>
          <a:xfrm>
            <a:off x="2229840" y="48643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"/>
          <p:cNvSpPr/>
          <p:nvPr/>
        </p:nvSpPr>
        <p:spPr>
          <a:xfrm>
            <a:off x="225396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"/>
          <p:cNvSpPr/>
          <p:nvPr/>
        </p:nvSpPr>
        <p:spPr>
          <a:xfrm>
            <a:off x="225396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227844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"/>
          <p:cNvSpPr/>
          <p:nvPr/>
        </p:nvSpPr>
        <p:spPr>
          <a:xfrm>
            <a:off x="227844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"/>
          <p:cNvSpPr/>
          <p:nvPr/>
        </p:nvSpPr>
        <p:spPr>
          <a:xfrm>
            <a:off x="230292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3" name=""/>
          <p:cNvSpPr/>
          <p:nvPr/>
        </p:nvSpPr>
        <p:spPr>
          <a:xfrm>
            <a:off x="230292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"/>
          <p:cNvSpPr/>
          <p:nvPr/>
        </p:nvSpPr>
        <p:spPr>
          <a:xfrm>
            <a:off x="232740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"/>
          <p:cNvSpPr/>
          <p:nvPr/>
        </p:nvSpPr>
        <p:spPr>
          <a:xfrm>
            <a:off x="232740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"/>
          <p:cNvSpPr/>
          <p:nvPr/>
        </p:nvSpPr>
        <p:spPr>
          <a:xfrm>
            <a:off x="235188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235188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"/>
          <p:cNvSpPr/>
          <p:nvPr/>
        </p:nvSpPr>
        <p:spPr>
          <a:xfrm>
            <a:off x="2376360" y="48643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9" name=""/>
          <p:cNvSpPr/>
          <p:nvPr/>
        </p:nvSpPr>
        <p:spPr>
          <a:xfrm>
            <a:off x="2376360" y="48643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"/>
          <p:cNvSpPr/>
          <p:nvPr/>
        </p:nvSpPr>
        <p:spPr>
          <a:xfrm>
            <a:off x="240048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"/>
          <p:cNvSpPr/>
          <p:nvPr/>
        </p:nvSpPr>
        <p:spPr>
          <a:xfrm>
            <a:off x="240048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2" name=""/>
          <p:cNvSpPr/>
          <p:nvPr/>
        </p:nvSpPr>
        <p:spPr>
          <a:xfrm>
            <a:off x="242496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"/>
          <p:cNvSpPr/>
          <p:nvPr/>
        </p:nvSpPr>
        <p:spPr>
          <a:xfrm>
            <a:off x="242496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"/>
          <p:cNvSpPr/>
          <p:nvPr/>
        </p:nvSpPr>
        <p:spPr>
          <a:xfrm>
            <a:off x="244944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"/>
          <p:cNvSpPr/>
          <p:nvPr/>
        </p:nvSpPr>
        <p:spPr>
          <a:xfrm>
            <a:off x="244944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"/>
          <p:cNvSpPr/>
          <p:nvPr/>
        </p:nvSpPr>
        <p:spPr>
          <a:xfrm>
            <a:off x="2473920" y="4864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"/>
          <p:cNvSpPr/>
          <p:nvPr/>
        </p:nvSpPr>
        <p:spPr>
          <a:xfrm>
            <a:off x="2473920" y="4864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8" name=""/>
          <p:cNvSpPr/>
          <p:nvPr/>
        </p:nvSpPr>
        <p:spPr>
          <a:xfrm>
            <a:off x="76428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9" name=""/>
          <p:cNvSpPr/>
          <p:nvPr/>
        </p:nvSpPr>
        <p:spPr>
          <a:xfrm>
            <a:off x="76428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"/>
          <p:cNvSpPr/>
          <p:nvPr/>
        </p:nvSpPr>
        <p:spPr>
          <a:xfrm>
            <a:off x="813240" y="483984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"/>
          <p:cNvSpPr/>
          <p:nvPr/>
        </p:nvSpPr>
        <p:spPr>
          <a:xfrm>
            <a:off x="813240" y="483984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"/>
          <p:cNvSpPr/>
          <p:nvPr/>
        </p:nvSpPr>
        <p:spPr>
          <a:xfrm>
            <a:off x="83736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"/>
          <p:cNvSpPr/>
          <p:nvPr/>
        </p:nvSpPr>
        <p:spPr>
          <a:xfrm>
            <a:off x="83736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"/>
          <p:cNvSpPr/>
          <p:nvPr/>
        </p:nvSpPr>
        <p:spPr>
          <a:xfrm>
            <a:off x="91080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"/>
          <p:cNvSpPr/>
          <p:nvPr/>
        </p:nvSpPr>
        <p:spPr>
          <a:xfrm>
            <a:off x="91080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"/>
          <p:cNvSpPr/>
          <p:nvPr/>
        </p:nvSpPr>
        <p:spPr>
          <a:xfrm>
            <a:off x="93528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"/>
          <p:cNvSpPr/>
          <p:nvPr/>
        </p:nvSpPr>
        <p:spPr>
          <a:xfrm>
            <a:off x="93528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"/>
          <p:cNvSpPr/>
          <p:nvPr/>
        </p:nvSpPr>
        <p:spPr>
          <a:xfrm>
            <a:off x="95976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"/>
          <p:cNvSpPr/>
          <p:nvPr/>
        </p:nvSpPr>
        <p:spPr>
          <a:xfrm>
            <a:off x="95976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"/>
          <p:cNvSpPr/>
          <p:nvPr/>
        </p:nvSpPr>
        <p:spPr>
          <a:xfrm>
            <a:off x="984240" y="483984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"/>
          <p:cNvSpPr/>
          <p:nvPr/>
        </p:nvSpPr>
        <p:spPr>
          <a:xfrm>
            <a:off x="984240" y="483984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"/>
          <p:cNvSpPr/>
          <p:nvPr/>
        </p:nvSpPr>
        <p:spPr>
          <a:xfrm>
            <a:off x="100836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"/>
          <p:cNvSpPr/>
          <p:nvPr/>
        </p:nvSpPr>
        <p:spPr>
          <a:xfrm>
            <a:off x="100836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"/>
          <p:cNvSpPr/>
          <p:nvPr/>
        </p:nvSpPr>
        <p:spPr>
          <a:xfrm>
            <a:off x="103284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"/>
          <p:cNvSpPr/>
          <p:nvPr/>
        </p:nvSpPr>
        <p:spPr>
          <a:xfrm>
            <a:off x="103284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"/>
          <p:cNvSpPr/>
          <p:nvPr/>
        </p:nvSpPr>
        <p:spPr>
          <a:xfrm>
            <a:off x="181440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"/>
          <p:cNvSpPr/>
          <p:nvPr/>
        </p:nvSpPr>
        <p:spPr>
          <a:xfrm>
            <a:off x="181440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"/>
          <p:cNvSpPr/>
          <p:nvPr/>
        </p:nvSpPr>
        <p:spPr>
          <a:xfrm>
            <a:off x="1912320" y="483984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"/>
          <p:cNvSpPr/>
          <p:nvPr/>
        </p:nvSpPr>
        <p:spPr>
          <a:xfrm>
            <a:off x="1912320" y="483984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"/>
          <p:cNvSpPr/>
          <p:nvPr/>
        </p:nvSpPr>
        <p:spPr>
          <a:xfrm>
            <a:off x="196092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1" name=""/>
          <p:cNvSpPr/>
          <p:nvPr/>
        </p:nvSpPr>
        <p:spPr>
          <a:xfrm>
            <a:off x="196092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"/>
          <p:cNvSpPr/>
          <p:nvPr/>
        </p:nvSpPr>
        <p:spPr>
          <a:xfrm>
            <a:off x="198540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"/>
          <p:cNvSpPr/>
          <p:nvPr/>
        </p:nvSpPr>
        <p:spPr>
          <a:xfrm>
            <a:off x="198540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"/>
          <p:cNvSpPr/>
          <p:nvPr/>
        </p:nvSpPr>
        <p:spPr>
          <a:xfrm>
            <a:off x="200988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"/>
          <p:cNvSpPr/>
          <p:nvPr/>
        </p:nvSpPr>
        <p:spPr>
          <a:xfrm>
            <a:off x="200988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"/>
          <p:cNvSpPr/>
          <p:nvPr/>
        </p:nvSpPr>
        <p:spPr>
          <a:xfrm>
            <a:off x="203436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"/>
          <p:cNvSpPr/>
          <p:nvPr/>
        </p:nvSpPr>
        <p:spPr>
          <a:xfrm>
            <a:off x="203436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"/>
          <p:cNvSpPr/>
          <p:nvPr/>
        </p:nvSpPr>
        <p:spPr>
          <a:xfrm>
            <a:off x="2058840" y="483984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"/>
          <p:cNvSpPr/>
          <p:nvPr/>
        </p:nvSpPr>
        <p:spPr>
          <a:xfrm>
            <a:off x="2058840" y="483984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"/>
          <p:cNvSpPr/>
          <p:nvPr/>
        </p:nvSpPr>
        <p:spPr>
          <a:xfrm>
            <a:off x="208296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"/>
          <p:cNvSpPr/>
          <p:nvPr/>
        </p:nvSpPr>
        <p:spPr>
          <a:xfrm>
            <a:off x="208296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"/>
          <p:cNvSpPr/>
          <p:nvPr/>
        </p:nvSpPr>
        <p:spPr>
          <a:xfrm>
            <a:off x="213192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"/>
          <p:cNvSpPr/>
          <p:nvPr/>
        </p:nvSpPr>
        <p:spPr>
          <a:xfrm>
            <a:off x="213192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"/>
          <p:cNvSpPr/>
          <p:nvPr/>
        </p:nvSpPr>
        <p:spPr>
          <a:xfrm>
            <a:off x="215640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"/>
          <p:cNvSpPr/>
          <p:nvPr/>
        </p:nvSpPr>
        <p:spPr>
          <a:xfrm>
            <a:off x="215640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"/>
          <p:cNvSpPr/>
          <p:nvPr/>
        </p:nvSpPr>
        <p:spPr>
          <a:xfrm>
            <a:off x="218088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"/>
          <p:cNvSpPr/>
          <p:nvPr/>
        </p:nvSpPr>
        <p:spPr>
          <a:xfrm>
            <a:off x="218088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"/>
          <p:cNvSpPr/>
          <p:nvPr/>
        </p:nvSpPr>
        <p:spPr>
          <a:xfrm>
            <a:off x="220536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"/>
          <p:cNvSpPr/>
          <p:nvPr/>
        </p:nvSpPr>
        <p:spPr>
          <a:xfrm>
            <a:off x="220536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"/>
          <p:cNvSpPr/>
          <p:nvPr/>
        </p:nvSpPr>
        <p:spPr>
          <a:xfrm>
            <a:off x="2229840" y="483984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"/>
          <p:cNvSpPr/>
          <p:nvPr/>
        </p:nvSpPr>
        <p:spPr>
          <a:xfrm>
            <a:off x="2229840" y="483984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"/>
          <p:cNvSpPr/>
          <p:nvPr/>
        </p:nvSpPr>
        <p:spPr>
          <a:xfrm>
            <a:off x="225396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3" name=""/>
          <p:cNvSpPr/>
          <p:nvPr/>
        </p:nvSpPr>
        <p:spPr>
          <a:xfrm>
            <a:off x="225396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"/>
          <p:cNvSpPr/>
          <p:nvPr/>
        </p:nvSpPr>
        <p:spPr>
          <a:xfrm>
            <a:off x="227844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"/>
          <p:cNvSpPr/>
          <p:nvPr/>
        </p:nvSpPr>
        <p:spPr>
          <a:xfrm>
            <a:off x="227844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"/>
          <p:cNvSpPr/>
          <p:nvPr/>
        </p:nvSpPr>
        <p:spPr>
          <a:xfrm>
            <a:off x="230292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"/>
          <p:cNvSpPr/>
          <p:nvPr/>
        </p:nvSpPr>
        <p:spPr>
          <a:xfrm>
            <a:off x="230292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"/>
          <p:cNvSpPr/>
          <p:nvPr/>
        </p:nvSpPr>
        <p:spPr>
          <a:xfrm>
            <a:off x="232740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"/>
          <p:cNvSpPr/>
          <p:nvPr/>
        </p:nvSpPr>
        <p:spPr>
          <a:xfrm>
            <a:off x="232740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"/>
          <p:cNvSpPr/>
          <p:nvPr/>
        </p:nvSpPr>
        <p:spPr>
          <a:xfrm>
            <a:off x="235188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"/>
          <p:cNvSpPr/>
          <p:nvPr/>
        </p:nvSpPr>
        <p:spPr>
          <a:xfrm>
            <a:off x="235188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"/>
          <p:cNvSpPr/>
          <p:nvPr/>
        </p:nvSpPr>
        <p:spPr>
          <a:xfrm>
            <a:off x="2376360" y="483984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"/>
          <p:cNvSpPr/>
          <p:nvPr/>
        </p:nvSpPr>
        <p:spPr>
          <a:xfrm>
            <a:off x="2376360" y="483984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"/>
          <p:cNvSpPr/>
          <p:nvPr/>
        </p:nvSpPr>
        <p:spPr>
          <a:xfrm>
            <a:off x="240048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"/>
          <p:cNvSpPr/>
          <p:nvPr/>
        </p:nvSpPr>
        <p:spPr>
          <a:xfrm>
            <a:off x="240048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"/>
          <p:cNvSpPr/>
          <p:nvPr/>
        </p:nvSpPr>
        <p:spPr>
          <a:xfrm>
            <a:off x="242496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"/>
          <p:cNvSpPr/>
          <p:nvPr/>
        </p:nvSpPr>
        <p:spPr>
          <a:xfrm>
            <a:off x="242496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"/>
          <p:cNvSpPr/>
          <p:nvPr/>
        </p:nvSpPr>
        <p:spPr>
          <a:xfrm>
            <a:off x="244944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9" name=""/>
          <p:cNvSpPr/>
          <p:nvPr/>
        </p:nvSpPr>
        <p:spPr>
          <a:xfrm>
            <a:off x="244944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"/>
          <p:cNvSpPr/>
          <p:nvPr/>
        </p:nvSpPr>
        <p:spPr>
          <a:xfrm>
            <a:off x="247392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"/>
          <p:cNvSpPr/>
          <p:nvPr/>
        </p:nvSpPr>
        <p:spPr>
          <a:xfrm>
            <a:off x="247392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"/>
          <p:cNvSpPr/>
          <p:nvPr/>
        </p:nvSpPr>
        <p:spPr>
          <a:xfrm>
            <a:off x="2498400" y="4839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"/>
          <p:cNvSpPr/>
          <p:nvPr/>
        </p:nvSpPr>
        <p:spPr>
          <a:xfrm>
            <a:off x="2498400" y="4839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29"/>
                </a:moveTo>
                <a:cubicBezTo>
                  <a:pt x="60" y="70"/>
                  <a:pt x="0" y="70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4" name=""/>
          <p:cNvSpPr/>
          <p:nvPr/>
        </p:nvSpPr>
        <p:spPr>
          <a:xfrm>
            <a:off x="73980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5" name=""/>
          <p:cNvSpPr/>
          <p:nvPr/>
        </p:nvSpPr>
        <p:spPr>
          <a:xfrm>
            <a:off x="73980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"/>
          <p:cNvSpPr/>
          <p:nvPr/>
        </p:nvSpPr>
        <p:spPr>
          <a:xfrm>
            <a:off x="76428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"/>
          <p:cNvSpPr/>
          <p:nvPr/>
        </p:nvSpPr>
        <p:spPr>
          <a:xfrm>
            <a:off x="76428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"/>
          <p:cNvSpPr/>
          <p:nvPr/>
        </p:nvSpPr>
        <p:spPr>
          <a:xfrm>
            <a:off x="813240" y="481536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"/>
          <p:cNvSpPr/>
          <p:nvPr/>
        </p:nvSpPr>
        <p:spPr>
          <a:xfrm>
            <a:off x="813240" y="481536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"/>
          <p:cNvSpPr/>
          <p:nvPr/>
        </p:nvSpPr>
        <p:spPr>
          <a:xfrm>
            <a:off x="83736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/>
          <p:nvPr/>
        </p:nvSpPr>
        <p:spPr>
          <a:xfrm>
            <a:off x="83736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"/>
          <p:cNvSpPr/>
          <p:nvPr/>
        </p:nvSpPr>
        <p:spPr>
          <a:xfrm>
            <a:off x="88632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"/>
          <p:cNvSpPr/>
          <p:nvPr/>
        </p:nvSpPr>
        <p:spPr>
          <a:xfrm>
            <a:off x="88632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"/>
          <p:cNvSpPr/>
          <p:nvPr/>
        </p:nvSpPr>
        <p:spPr>
          <a:xfrm>
            <a:off x="91080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"/>
          <p:cNvSpPr/>
          <p:nvPr/>
        </p:nvSpPr>
        <p:spPr>
          <a:xfrm>
            <a:off x="91080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6" name=""/>
          <p:cNvSpPr/>
          <p:nvPr/>
        </p:nvSpPr>
        <p:spPr>
          <a:xfrm>
            <a:off x="93528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"/>
          <p:cNvSpPr/>
          <p:nvPr/>
        </p:nvSpPr>
        <p:spPr>
          <a:xfrm>
            <a:off x="93528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"/>
          <p:cNvSpPr/>
          <p:nvPr/>
        </p:nvSpPr>
        <p:spPr>
          <a:xfrm>
            <a:off x="95976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9" name=""/>
          <p:cNvSpPr/>
          <p:nvPr/>
        </p:nvSpPr>
        <p:spPr>
          <a:xfrm>
            <a:off x="95976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"/>
          <p:cNvSpPr/>
          <p:nvPr/>
        </p:nvSpPr>
        <p:spPr>
          <a:xfrm>
            <a:off x="984240" y="481536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"/>
          <p:cNvSpPr/>
          <p:nvPr/>
        </p:nvSpPr>
        <p:spPr>
          <a:xfrm>
            <a:off x="984240" y="481536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2" name=""/>
          <p:cNvSpPr/>
          <p:nvPr/>
        </p:nvSpPr>
        <p:spPr>
          <a:xfrm>
            <a:off x="103284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3" name=""/>
          <p:cNvSpPr/>
          <p:nvPr/>
        </p:nvSpPr>
        <p:spPr>
          <a:xfrm>
            <a:off x="103284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"/>
          <p:cNvSpPr/>
          <p:nvPr/>
        </p:nvSpPr>
        <p:spPr>
          <a:xfrm>
            <a:off x="105732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5" name=""/>
          <p:cNvSpPr/>
          <p:nvPr/>
        </p:nvSpPr>
        <p:spPr>
          <a:xfrm>
            <a:off x="105732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6" name=""/>
          <p:cNvSpPr/>
          <p:nvPr/>
        </p:nvSpPr>
        <p:spPr>
          <a:xfrm>
            <a:off x="115488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"/>
          <p:cNvSpPr/>
          <p:nvPr/>
        </p:nvSpPr>
        <p:spPr>
          <a:xfrm>
            <a:off x="115488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"/>
          <p:cNvSpPr/>
          <p:nvPr/>
        </p:nvSpPr>
        <p:spPr>
          <a:xfrm>
            <a:off x="193644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"/>
          <p:cNvSpPr/>
          <p:nvPr/>
        </p:nvSpPr>
        <p:spPr>
          <a:xfrm>
            <a:off x="193644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0" name=""/>
          <p:cNvSpPr/>
          <p:nvPr/>
        </p:nvSpPr>
        <p:spPr>
          <a:xfrm>
            <a:off x="196092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1" name=""/>
          <p:cNvSpPr/>
          <p:nvPr/>
        </p:nvSpPr>
        <p:spPr>
          <a:xfrm>
            <a:off x="196092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2" name=""/>
          <p:cNvSpPr/>
          <p:nvPr/>
        </p:nvSpPr>
        <p:spPr>
          <a:xfrm>
            <a:off x="198540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3" name=""/>
          <p:cNvSpPr/>
          <p:nvPr/>
        </p:nvSpPr>
        <p:spPr>
          <a:xfrm>
            <a:off x="198540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"/>
          <p:cNvSpPr/>
          <p:nvPr/>
        </p:nvSpPr>
        <p:spPr>
          <a:xfrm>
            <a:off x="200988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"/>
          <p:cNvSpPr/>
          <p:nvPr/>
        </p:nvSpPr>
        <p:spPr>
          <a:xfrm>
            <a:off x="200988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"/>
          <p:cNvSpPr/>
          <p:nvPr/>
        </p:nvSpPr>
        <p:spPr>
          <a:xfrm>
            <a:off x="203436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"/>
          <p:cNvSpPr/>
          <p:nvPr/>
        </p:nvSpPr>
        <p:spPr>
          <a:xfrm>
            <a:off x="203436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2058840" y="481536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>
            <a:off x="2058840" y="481536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0" name=""/>
          <p:cNvSpPr/>
          <p:nvPr/>
        </p:nvSpPr>
        <p:spPr>
          <a:xfrm>
            <a:off x="213192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"/>
          <p:cNvSpPr/>
          <p:nvPr/>
        </p:nvSpPr>
        <p:spPr>
          <a:xfrm>
            <a:off x="213192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"/>
          <p:cNvSpPr/>
          <p:nvPr/>
        </p:nvSpPr>
        <p:spPr>
          <a:xfrm>
            <a:off x="215640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3" name=""/>
          <p:cNvSpPr/>
          <p:nvPr/>
        </p:nvSpPr>
        <p:spPr>
          <a:xfrm>
            <a:off x="215640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"/>
          <p:cNvSpPr/>
          <p:nvPr/>
        </p:nvSpPr>
        <p:spPr>
          <a:xfrm>
            <a:off x="218088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5" name=""/>
          <p:cNvSpPr/>
          <p:nvPr/>
        </p:nvSpPr>
        <p:spPr>
          <a:xfrm>
            <a:off x="218088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"/>
          <p:cNvSpPr/>
          <p:nvPr/>
        </p:nvSpPr>
        <p:spPr>
          <a:xfrm>
            <a:off x="220536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"/>
          <p:cNvSpPr/>
          <p:nvPr/>
        </p:nvSpPr>
        <p:spPr>
          <a:xfrm>
            <a:off x="220536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"/>
          <p:cNvSpPr/>
          <p:nvPr/>
        </p:nvSpPr>
        <p:spPr>
          <a:xfrm>
            <a:off x="2229840" y="481536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9" name=""/>
          <p:cNvSpPr/>
          <p:nvPr/>
        </p:nvSpPr>
        <p:spPr>
          <a:xfrm>
            <a:off x="2229840" y="481536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"/>
          <p:cNvSpPr/>
          <p:nvPr/>
        </p:nvSpPr>
        <p:spPr>
          <a:xfrm>
            <a:off x="225396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1" name=""/>
          <p:cNvSpPr/>
          <p:nvPr/>
        </p:nvSpPr>
        <p:spPr>
          <a:xfrm>
            <a:off x="225396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2" name=""/>
          <p:cNvSpPr/>
          <p:nvPr/>
        </p:nvSpPr>
        <p:spPr>
          <a:xfrm>
            <a:off x="227844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3" name=""/>
          <p:cNvSpPr/>
          <p:nvPr/>
        </p:nvSpPr>
        <p:spPr>
          <a:xfrm>
            <a:off x="227844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4" name=""/>
          <p:cNvSpPr/>
          <p:nvPr/>
        </p:nvSpPr>
        <p:spPr>
          <a:xfrm>
            <a:off x="230292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230292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"/>
          <p:cNvSpPr/>
          <p:nvPr/>
        </p:nvSpPr>
        <p:spPr>
          <a:xfrm>
            <a:off x="232740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"/>
          <p:cNvSpPr/>
          <p:nvPr/>
        </p:nvSpPr>
        <p:spPr>
          <a:xfrm>
            <a:off x="232740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"/>
          <p:cNvSpPr/>
          <p:nvPr/>
        </p:nvSpPr>
        <p:spPr>
          <a:xfrm>
            <a:off x="235188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9" name=""/>
          <p:cNvSpPr/>
          <p:nvPr/>
        </p:nvSpPr>
        <p:spPr>
          <a:xfrm>
            <a:off x="235188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0" name=""/>
          <p:cNvSpPr/>
          <p:nvPr/>
        </p:nvSpPr>
        <p:spPr>
          <a:xfrm>
            <a:off x="2376360" y="481536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1" name=""/>
          <p:cNvSpPr/>
          <p:nvPr/>
        </p:nvSpPr>
        <p:spPr>
          <a:xfrm>
            <a:off x="2376360" y="481536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2" name=""/>
          <p:cNvSpPr/>
          <p:nvPr/>
        </p:nvSpPr>
        <p:spPr>
          <a:xfrm>
            <a:off x="247392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3" name=""/>
          <p:cNvSpPr/>
          <p:nvPr/>
        </p:nvSpPr>
        <p:spPr>
          <a:xfrm>
            <a:off x="247392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4" name=""/>
          <p:cNvSpPr/>
          <p:nvPr/>
        </p:nvSpPr>
        <p:spPr>
          <a:xfrm>
            <a:off x="2498400" y="4815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"/>
          <p:cNvSpPr/>
          <p:nvPr/>
        </p:nvSpPr>
        <p:spPr>
          <a:xfrm>
            <a:off x="2498400" y="4815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6" name=""/>
          <p:cNvSpPr/>
          <p:nvPr/>
        </p:nvSpPr>
        <p:spPr>
          <a:xfrm>
            <a:off x="73980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"/>
          <p:cNvSpPr/>
          <p:nvPr/>
        </p:nvSpPr>
        <p:spPr>
          <a:xfrm>
            <a:off x="73980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"/>
          <p:cNvSpPr/>
          <p:nvPr/>
        </p:nvSpPr>
        <p:spPr>
          <a:xfrm>
            <a:off x="76428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"/>
          <p:cNvSpPr/>
          <p:nvPr/>
        </p:nvSpPr>
        <p:spPr>
          <a:xfrm>
            <a:off x="76428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"/>
          <p:cNvSpPr/>
          <p:nvPr/>
        </p:nvSpPr>
        <p:spPr>
          <a:xfrm>
            <a:off x="78876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"/>
          <p:cNvSpPr/>
          <p:nvPr/>
        </p:nvSpPr>
        <p:spPr>
          <a:xfrm>
            <a:off x="78876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"/>
          <p:cNvSpPr/>
          <p:nvPr/>
        </p:nvSpPr>
        <p:spPr>
          <a:xfrm>
            <a:off x="813240" y="479088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"/>
          <p:cNvSpPr/>
          <p:nvPr/>
        </p:nvSpPr>
        <p:spPr>
          <a:xfrm>
            <a:off x="813240" y="479088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"/>
          <p:cNvSpPr/>
          <p:nvPr/>
        </p:nvSpPr>
        <p:spPr>
          <a:xfrm>
            <a:off x="83736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5" name=""/>
          <p:cNvSpPr/>
          <p:nvPr/>
        </p:nvSpPr>
        <p:spPr>
          <a:xfrm>
            <a:off x="83736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"/>
          <p:cNvSpPr/>
          <p:nvPr/>
        </p:nvSpPr>
        <p:spPr>
          <a:xfrm>
            <a:off x="86184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"/>
          <p:cNvSpPr/>
          <p:nvPr/>
        </p:nvSpPr>
        <p:spPr>
          <a:xfrm>
            <a:off x="86184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"/>
          <p:cNvSpPr/>
          <p:nvPr/>
        </p:nvSpPr>
        <p:spPr>
          <a:xfrm>
            <a:off x="88632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"/>
          <p:cNvSpPr/>
          <p:nvPr/>
        </p:nvSpPr>
        <p:spPr>
          <a:xfrm>
            <a:off x="88632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"/>
          <p:cNvSpPr/>
          <p:nvPr/>
        </p:nvSpPr>
        <p:spPr>
          <a:xfrm>
            <a:off x="91080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1" name=""/>
          <p:cNvSpPr/>
          <p:nvPr/>
        </p:nvSpPr>
        <p:spPr>
          <a:xfrm>
            <a:off x="91080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2" name=""/>
          <p:cNvSpPr/>
          <p:nvPr/>
        </p:nvSpPr>
        <p:spPr>
          <a:xfrm>
            <a:off x="93528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"/>
          <p:cNvSpPr/>
          <p:nvPr/>
        </p:nvSpPr>
        <p:spPr>
          <a:xfrm>
            <a:off x="93528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4" name=""/>
          <p:cNvSpPr/>
          <p:nvPr/>
        </p:nvSpPr>
        <p:spPr>
          <a:xfrm>
            <a:off x="95976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5" name=""/>
          <p:cNvSpPr/>
          <p:nvPr/>
        </p:nvSpPr>
        <p:spPr>
          <a:xfrm>
            <a:off x="95976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6" name=""/>
          <p:cNvSpPr/>
          <p:nvPr/>
        </p:nvSpPr>
        <p:spPr>
          <a:xfrm>
            <a:off x="984240" y="479088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7" name=""/>
          <p:cNvSpPr/>
          <p:nvPr/>
        </p:nvSpPr>
        <p:spPr>
          <a:xfrm>
            <a:off x="984240" y="479088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"/>
          <p:cNvSpPr/>
          <p:nvPr/>
        </p:nvSpPr>
        <p:spPr>
          <a:xfrm>
            <a:off x="100836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"/>
          <p:cNvSpPr/>
          <p:nvPr/>
        </p:nvSpPr>
        <p:spPr>
          <a:xfrm>
            <a:off x="100836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0" name=""/>
          <p:cNvSpPr/>
          <p:nvPr/>
        </p:nvSpPr>
        <p:spPr>
          <a:xfrm>
            <a:off x="193644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"/>
          <p:cNvSpPr/>
          <p:nvPr/>
        </p:nvSpPr>
        <p:spPr>
          <a:xfrm>
            <a:off x="193644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2" name=""/>
          <p:cNvSpPr/>
          <p:nvPr/>
        </p:nvSpPr>
        <p:spPr>
          <a:xfrm>
            <a:off x="196092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3" name=""/>
          <p:cNvSpPr/>
          <p:nvPr/>
        </p:nvSpPr>
        <p:spPr>
          <a:xfrm>
            <a:off x="196092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4" name=""/>
          <p:cNvSpPr/>
          <p:nvPr/>
        </p:nvSpPr>
        <p:spPr>
          <a:xfrm>
            <a:off x="198540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5" name=""/>
          <p:cNvSpPr/>
          <p:nvPr/>
        </p:nvSpPr>
        <p:spPr>
          <a:xfrm>
            <a:off x="198540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"/>
          <p:cNvSpPr/>
          <p:nvPr/>
        </p:nvSpPr>
        <p:spPr>
          <a:xfrm>
            <a:off x="200988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"/>
          <p:cNvSpPr/>
          <p:nvPr/>
        </p:nvSpPr>
        <p:spPr>
          <a:xfrm>
            <a:off x="200988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"/>
          <p:cNvSpPr/>
          <p:nvPr/>
        </p:nvSpPr>
        <p:spPr>
          <a:xfrm>
            <a:off x="203436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"/>
          <p:cNvSpPr/>
          <p:nvPr/>
        </p:nvSpPr>
        <p:spPr>
          <a:xfrm>
            <a:off x="203436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0" name=""/>
          <p:cNvSpPr/>
          <p:nvPr/>
        </p:nvSpPr>
        <p:spPr>
          <a:xfrm>
            <a:off x="2058840" y="479088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"/>
          <p:cNvSpPr/>
          <p:nvPr/>
        </p:nvSpPr>
        <p:spPr>
          <a:xfrm>
            <a:off x="2058840" y="479088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2" name=""/>
          <p:cNvSpPr/>
          <p:nvPr/>
        </p:nvSpPr>
        <p:spPr>
          <a:xfrm>
            <a:off x="208296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"/>
          <p:cNvSpPr/>
          <p:nvPr/>
        </p:nvSpPr>
        <p:spPr>
          <a:xfrm>
            <a:off x="208296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4" name=""/>
          <p:cNvSpPr/>
          <p:nvPr/>
        </p:nvSpPr>
        <p:spPr>
          <a:xfrm>
            <a:off x="210744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"/>
          <p:cNvSpPr/>
          <p:nvPr/>
        </p:nvSpPr>
        <p:spPr>
          <a:xfrm>
            <a:off x="210744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6" name=""/>
          <p:cNvSpPr/>
          <p:nvPr/>
        </p:nvSpPr>
        <p:spPr>
          <a:xfrm>
            <a:off x="213192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7" name=""/>
          <p:cNvSpPr/>
          <p:nvPr/>
        </p:nvSpPr>
        <p:spPr>
          <a:xfrm>
            <a:off x="213192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"/>
          <p:cNvSpPr/>
          <p:nvPr/>
        </p:nvSpPr>
        <p:spPr>
          <a:xfrm>
            <a:off x="215640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"/>
          <p:cNvSpPr/>
          <p:nvPr/>
        </p:nvSpPr>
        <p:spPr>
          <a:xfrm>
            <a:off x="215640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0" name=""/>
          <p:cNvSpPr/>
          <p:nvPr/>
        </p:nvSpPr>
        <p:spPr>
          <a:xfrm>
            <a:off x="218088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"/>
          <p:cNvSpPr/>
          <p:nvPr/>
        </p:nvSpPr>
        <p:spPr>
          <a:xfrm>
            <a:off x="218088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"/>
          <p:cNvSpPr/>
          <p:nvPr/>
        </p:nvSpPr>
        <p:spPr>
          <a:xfrm>
            <a:off x="220536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"/>
          <p:cNvSpPr/>
          <p:nvPr/>
        </p:nvSpPr>
        <p:spPr>
          <a:xfrm>
            <a:off x="220536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4" name=""/>
          <p:cNvSpPr/>
          <p:nvPr/>
        </p:nvSpPr>
        <p:spPr>
          <a:xfrm>
            <a:off x="2229840" y="479088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5" name=""/>
          <p:cNvSpPr/>
          <p:nvPr/>
        </p:nvSpPr>
        <p:spPr>
          <a:xfrm>
            <a:off x="2229840" y="479088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"/>
          <p:cNvSpPr/>
          <p:nvPr/>
        </p:nvSpPr>
        <p:spPr>
          <a:xfrm>
            <a:off x="225396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"/>
          <p:cNvSpPr/>
          <p:nvPr/>
        </p:nvSpPr>
        <p:spPr>
          <a:xfrm>
            <a:off x="225396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"/>
          <p:cNvSpPr/>
          <p:nvPr/>
        </p:nvSpPr>
        <p:spPr>
          <a:xfrm>
            <a:off x="227844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9" name=""/>
          <p:cNvSpPr/>
          <p:nvPr/>
        </p:nvSpPr>
        <p:spPr>
          <a:xfrm>
            <a:off x="227844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0" name=""/>
          <p:cNvSpPr/>
          <p:nvPr/>
        </p:nvSpPr>
        <p:spPr>
          <a:xfrm>
            <a:off x="230292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1" name=""/>
          <p:cNvSpPr/>
          <p:nvPr/>
        </p:nvSpPr>
        <p:spPr>
          <a:xfrm>
            <a:off x="230292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2" name=""/>
          <p:cNvSpPr/>
          <p:nvPr/>
        </p:nvSpPr>
        <p:spPr>
          <a:xfrm>
            <a:off x="232740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"/>
          <p:cNvSpPr/>
          <p:nvPr/>
        </p:nvSpPr>
        <p:spPr>
          <a:xfrm>
            <a:off x="232740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"/>
          <p:cNvSpPr/>
          <p:nvPr/>
        </p:nvSpPr>
        <p:spPr>
          <a:xfrm>
            <a:off x="235188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5" name=""/>
          <p:cNvSpPr/>
          <p:nvPr/>
        </p:nvSpPr>
        <p:spPr>
          <a:xfrm>
            <a:off x="235188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"/>
          <p:cNvSpPr/>
          <p:nvPr/>
        </p:nvSpPr>
        <p:spPr>
          <a:xfrm>
            <a:off x="2376360" y="479088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7" name=""/>
          <p:cNvSpPr/>
          <p:nvPr/>
        </p:nvSpPr>
        <p:spPr>
          <a:xfrm>
            <a:off x="2376360" y="479088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8" name=""/>
          <p:cNvSpPr/>
          <p:nvPr/>
        </p:nvSpPr>
        <p:spPr>
          <a:xfrm>
            <a:off x="247392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"/>
          <p:cNvSpPr/>
          <p:nvPr/>
        </p:nvSpPr>
        <p:spPr>
          <a:xfrm>
            <a:off x="247392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0" name=""/>
          <p:cNvSpPr/>
          <p:nvPr/>
        </p:nvSpPr>
        <p:spPr>
          <a:xfrm>
            <a:off x="2498400" y="47908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1" name=""/>
          <p:cNvSpPr/>
          <p:nvPr/>
        </p:nvSpPr>
        <p:spPr>
          <a:xfrm>
            <a:off x="2498400" y="47908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2" name=""/>
          <p:cNvSpPr/>
          <p:nvPr/>
        </p:nvSpPr>
        <p:spPr>
          <a:xfrm>
            <a:off x="2522880" y="479088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3" name=""/>
          <p:cNvSpPr/>
          <p:nvPr/>
        </p:nvSpPr>
        <p:spPr>
          <a:xfrm>
            <a:off x="2522880" y="479088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4" name=""/>
          <p:cNvSpPr/>
          <p:nvPr/>
        </p:nvSpPr>
        <p:spPr>
          <a:xfrm>
            <a:off x="76428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"/>
          <p:cNvSpPr/>
          <p:nvPr/>
        </p:nvSpPr>
        <p:spPr>
          <a:xfrm>
            <a:off x="76428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"/>
          <p:cNvSpPr/>
          <p:nvPr/>
        </p:nvSpPr>
        <p:spPr>
          <a:xfrm>
            <a:off x="78876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"/>
          <p:cNvSpPr/>
          <p:nvPr/>
        </p:nvSpPr>
        <p:spPr>
          <a:xfrm>
            <a:off x="78876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8" name=""/>
          <p:cNvSpPr/>
          <p:nvPr/>
        </p:nvSpPr>
        <p:spPr>
          <a:xfrm>
            <a:off x="813240" y="476640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9" name=""/>
          <p:cNvSpPr/>
          <p:nvPr/>
        </p:nvSpPr>
        <p:spPr>
          <a:xfrm>
            <a:off x="813240" y="476640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0" name=""/>
          <p:cNvSpPr/>
          <p:nvPr/>
        </p:nvSpPr>
        <p:spPr>
          <a:xfrm>
            <a:off x="83736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1" name=""/>
          <p:cNvSpPr/>
          <p:nvPr/>
        </p:nvSpPr>
        <p:spPr>
          <a:xfrm>
            <a:off x="83736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2" name=""/>
          <p:cNvSpPr/>
          <p:nvPr/>
        </p:nvSpPr>
        <p:spPr>
          <a:xfrm>
            <a:off x="86184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3" name=""/>
          <p:cNvSpPr/>
          <p:nvPr/>
        </p:nvSpPr>
        <p:spPr>
          <a:xfrm>
            <a:off x="86184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4" name=""/>
          <p:cNvSpPr/>
          <p:nvPr/>
        </p:nvSpPr>
        <p:spPr>
          <a:xfrm>
            <a:off x="88632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5" name=""/>
          <p:cNvSpPr/>
          <p:nvPr/>
        </p:nvSpPr>
        <p:spPr>
          <a:xfrm>
            <a:off x="88632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"/>
          <p:cNvSpPr/>
          <p:nvPr/>
        </p:nvSpPr>
        <p:spPr>
          <a:xfrm>
            <a:off x="91080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7" name=""/>
          <p:cNvSpPr/>
          <p:nvPr/>
        </p:nvSpPr>
        <p:spPr>
          <a:xfrm>
            <a:off x="91080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"/>
          <p:cNvSpPr/>
          <p:nvPr/>
        </p:nvSpPr>
        <p:spPr>
          <a:xfrm>
            <a:off x="93528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"/>
          <p:cNvSpPr/>
          <p:nvPr/>
        </p:nvSpPr>
        <p:spPr>
          <a:xfrm>
            <a:off x="93528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0" name=""/>
          <p:cNvSpPr/>
          <p:nvPr/>
        </p:nvSpPr>
        <p:spPr>
          <a:xfrm>
            <a:off x="95976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1" name=""/>
          <p:cNvSpPr/>
          <p:nvPr/>
        </p:nvSpPr>
        <p:spPr>
          <a:xfrm>
            <a:off x="95976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2" name=""/>
          <p:cNvSpPr/>
          <p:nvPr/>
        </p:nvSpPr>
        <p:spPr>
          <a:xfrm>
            <a:off x="984240" y="476640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3" name=""/>
          <p:cNvSpPr/>
          <p:nvPr/>
        </p:nvSpPr>
        <p:spPr>
          <a:xfrm>
            <a:off x="984240" y="476640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4" name=""/>
          <p:cNvSpPr/>
          <p:nvPr/>
        </p:nvSpPr>
        <p:spPr>
          <a:xfrm>
            <a:off x="100836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5" name=""/>
          <p:cNvSpPr/>
          <p:nvPr/>
        </p:nvSpPr>
        <p:spPr>
          <a:xfrm>
            <a:off x="100836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"/>
          <p:cNvSpPr/>
          <p:nvPr/>
        </p:nvSpPr>
        <p:spPr>
          <a:xfrm>
            <a:off x="1912320" y="476640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7" name=""/>
          <p:cNvSpPr/>
          <p:nvPr/>
        </p:nvSpPr>
        <p:spPr>
          <a:xfrm>
            <a:off x="1912320" y="476640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8" name=""/>
          <p:cNvSpPr/>
          <p:nvPr/>
        </p:nvSpPr>
        <p:spPr>
          <a:xfrm>
            <a:off x="193644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9" name=""/>
          <p:cNvSpPr/>
          <p:nvPr/>
        </p:nvSpPr>
        <p:spPr>
          <a:xfrm>
            <a:off x="193644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196092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1" name=""/>
          <p:cNvSpPr/>
          <p:nvPr/>
        </p:nvSpPr>
        <p:spPr>
          <a:xfrm>
            <a:off x="196092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2" name=""/>
          <p:cNvSpPr/>
          <p:nvPr/>
        </p:nvSpPr>
        <p:spPr>
          <a:xfrm>
            <a:off x="198540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3" name=""/>
          <p:cNvSpPr/>
          <p:nvPr/>
        </p:nvSpPr>
        <p:spPr>
          <a:xfrm>
            <a:off x="198540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4" name=""/>
          <p:cNvSpPr/>
          <p:nvPr/>
        </p:nvSpPr>
        <p:spPr>
          <a:xfrm>
            <a:off x="200988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5" name=""/>
          <p:cNvSpPr/>
          <p:nvPr/>
        </p:nvSpPr>
        <p:spPr>
          <a:xfrm>
            <a:off x="200988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6" name=""/>
          <p:cNvSpPr/>
          <p:nvPr/>
        </p:nvSpPr>
        <p:spPr>
          <a:xfrm>
            <a:off x="203436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7" name=""/>
          <p:cNvSpPr/>
          <p:nvPr/>
        </p:nvSpPr>
        <p:spPr>
          <a:xfrm>
            <a:off x="203436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8" name=""/>
          <p:cNvSpPr/>
          <p:nvPr/>
        </p:nvSpPr>
        <p:spPr>
          <a:xfrm>
            <a:off x="2058840" y="476640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9" name=""/>
          <p:cNvSpPr/>
          <p:nvPr/>
        </p:nvSpPr>
        <p:spPr>
          <a:xfrm>
            <a:off x="2058840" y="476640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0" name=""/>
          <p:cNvSpPr/>
          <p:nvPr/>
        </p:nvSpPr>
        <p:spPr>
          <a:xfrm>
            <a:off x="208296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1" name=""/>
          <p:cNvSpPr/>
          <p:nvPr/>
        </p:nvSpPr>
        <p:spPr>
          <a:xfrm>
            <a:off x="208296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2" name=""/>
          <p:cNvSpPr/>
          <p:nvPr/>
        </p:nvSpPr>
        <p:spPr>
          <a:xfrm>
            <a:off x="210744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3" name=""/>
          <p:cNvSpPr/>
          <p:nvPr/>
        </p:nvSpPr>
        <p:spPr>
          <a:xfrm>
            <a:off x="210744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4" name=""/>
          <p:cNvSpPr/>
          <p:nvPr/>
        </p:nvSpPr>
        <p:spPr>
          <a:xfrm>
            <a:off x="213192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5" name=""/>
          <p:cNvSpPr/>
          <p:nvPr/>
        </p:nvSpPr>
        <p:spPr>
          <a:xfrm>
            <a:off x="213192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6" name=""/>
          <p:cNvSpPr/>
          <p:nvPr/>
        </p:nvSpPr>
        <p:spPr>
          <a:xfrm>
            <a:off x="215640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7" name=""/>
          <p:cNvSpPr/>
          <p:nvPr/>
        </p:nvSpPr>
        <p:spPr>
          <a:xfrm>
            <a:off x="215640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8" name=""/>
          <p:cNvSpPr/>
          <p:nvPr/>
        </p:nvSpPr>
        <p:spPr>
          <a:xfrm>
            <a:off x="218088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9" name=""/>
          <p:cNvSpPr/>
          <p:nvPr/>
        </p:nvSpPr>
        <p:spPr>
          <a:xfrm>
            <a:off x="218088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0" name=""/>
          <p:cNvSpPr/>
          <p:nvPr/>
        </p:nvSpPr>
        <p:spPr>
          <a:xfrm>
            <a:off x="220536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1" name=""/>
          <p:cNvSpPr/>
          <p:nvPr/>
        </p:nvSpPr>
        <p:spPr>
          <a:xfrm>
            <a:off x="220536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"/>
          <p:cNvSpPr/>
          <p:nvPr/>
        </p:nvSpPr>
        <p:spPr>
          <a:xfrm>
            <a:off x="2229840" y="476640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3" name=""/>
          <p:cNvSpPr/>
          <p:nvPr/>
        </p:nvSpPr>
        <p:spPr>
          <a:xfrm>
            <a:off x="2229840" y="476640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"/>
          <p:cNvSpPr/>
          <p:nvPr/>
        </p:nvSpPr>
        <p:spPr>
          <a:xfrm>
            <a:off x="225396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"/>
          <p:cNvSpPr/>
          <p:nvPr/>
        </p:nvSpPr>
        <p:spPr>
          <a:xfrm>
            <a:off x="225396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6" name=""/>
          <p:cNvSpPr/>
          <p:nvPr/>
        </p:nvSpPr>
        <p:spPr>
          <a:xfrm>
            <a:off x="227844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7" name=""/>
          <p:cNvSpPr/>
          <p:nvPr/>
        </p:nvSpPr>
        <p:spPr>
          <a:xfrm>
            <a:off x="227844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8" name=""/>
          <p:cNvSpPr/>
          <p:nvPr/>
        </p:nvSpPr>
        <p:spPr>
          <a:xfrm>
            <a:off x="230292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9" name=""/>
          <p:cNvSpPr/>
          <p:nvPr/>
        </p:nvSpPr>
        <p:spPr>
          <a:xfrm>
            <a:off x="230292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0" name=""/>
          <p:cNvSpPr/>
          <p:nvPr/>
        </p:nvSpPr>
        <p:spPr>
          <a:xfrm>
            <a:off x="232740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1" name=""/>
          <p:cNvSpPr/>
          <p:nvPr/>
        </p:nvSpPr>
        <p:spPr>
          <a:xfrm>
            <a:off x="232740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2" name=""/>
          <p:cNvSpPr/>
          <p:nvPr/>
        </p:nvSpPr>
        <p:spPr>
          <a:xfrm>
            <a:off x="235188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3" name=""/>
          <p:cNvSpPr/>
          <p:nvPr/>
        </p:nvSpPr>
        <p:spPr>
          <a:xfrm>
            <a:off x="235188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4" name=""/>
          <p:cNvSpPr/>
          <p:nvPr/>
        </p:nvSpPr>
        <p:spPr>
          <a:xfrm>
            <a:off x="2376360" y="476640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5" name=""/>
          <p:cNvSpPr/>
          <p:nvPr/>
        </p:nvSpPr>
        <p:spPr>
          <a:xfrm>
            <a:off x="2376360" y="476640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6" name=""/>
          <p:cNvSpPr/>
          <p:nvPr/>
        </p:nvSpPr>
        <p:spPr>
          <a:xfrm>
            <a:off x="247392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7" name=""/>
          <p:cNvSpPr/>
          <p:nvPr/>
        </p:nvSpPr>
        <p:spPr>
          <a:xfrm>
            <a:off x="247392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8" name=""/>
          <p:cNvSpPr/>
          <p:nvPr/>
        </p:nvSpPr>
        <p:spPr>
          <a:xfrm>
            <a:off x="249840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9" name=""/>
          <p:cNvSpPr/>
          <p:nvPr/>
        </p:nvSpPr>
        <p:spPr>
          <a:xfrm>
            <a:off x="249840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0" name=""/>
          <p:cNvSpPr/>
          <p:nvPr/>
        </p:nvSpPr>
        <p:spPr>
          <a:xfrm>
            <a:off x="2522880" y="476640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1" name=""/>
          <p:cNvSpPr/>
          <p:nvPr/>
        </p:nvSpPr>
        <p:spPr>
          <a:xfrm>
            <a:off x="2522880" y="476640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2" name=""/>
          <p:cNvSpPr/>
          <p:nvPr/>
        </p:nvSpPr>
        <p:spPr>
          <a:xfrm>
            <a:off x="2547000" y="476640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3" name=""/>
          <p:cNvSpPr/>
          <p:nvPr/>
        </p:nvSpPr>
        <p:spPr>
          <a:xfrm>
            <a:off x="2547000" y="476640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4" name=""/>
          <p:cNvSpPr/>
          <p:nvPr/>
        </p:nvSpPr>
        <p:spPr>
          <a:xfrm>
            <a:off x="73980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5" name=""/>
          <p:cNvSpPr/>
          <p:nvPr/>
        </p:nvSpPr>
        <p:spPr>
          <a:xfrm>
            <a:off x="73980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6" name=""/>
          <p:cNvSpPr/>
          <p:nvPr/>
        </p:nvSpPr>
        <p:spPr>
          <a:xfrm>
            <a:off x="76428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7" name=""/>
          <p:cNvSpPr/>
          <p:nvPr/>
        </p:nvSpPr>
        <p:spPr>
          <a:xfrm>
            <a:off x="76428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8" name=""/>
          <p:cNvSpPr/>
          <p:nvPr/>
        </p:nvSpPr>
        <p:spPr>
          <a:xfrm>
            <a:off x="78876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9" name=""/>
          <p:cNvSpPr/>
          <p:nvPr/>
        </p:nvSpPr>
        <p:spPr>
          <a:xfrm>
            <a:off x="78876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0" name=""/>
          <p:cNvSpPr/>
          <p:nvPr/>
        </p:nvSpPr>
        <p:spPr>
          <a:xfrm>
            <a:off x="813240" y="47419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1" name=""/>
          <p:cNvSpPr/>
          <p:nvPr/>
        </p:nvSpPr>
        <p:spPr>
          <a:xfrm>
            <a:off x="813240" y="47419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2" name=""/>
          <p:cNvSpPr/>
          <p:nvPr/>
        </p:nvSpPr>
        <p:spPr>
          <a:xfrm>
            <a:off x="83736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3" name=""/>
          <p:cNvSpPr/>
          <p:nvPr/>
        </p:nvSpPr>
        <p:spPr>
          <a:xfrm>
            <a:off x="83736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4" name=""/>
          <p:cNvSpPr/>
          <p:nvPr/>
        </p:nvSpPr>
        <p:spPr>
          <a:xfrm>
            <a:off x="86184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5" name=""/>
          <p:cNvSpPr/>
          <p:nvPr/>
        </p:nvSpPr>
        <p:spPr>
          <a:xfrm>
            <a:off x="86184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6" name=""/>
          <p:cNvSpPr/>
          <p:nvPr/>
        </p:nvSpPr>
        <p:spPr>
          <a:xfrm>
            <a:off x="88632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7" name=""/>
          <p:cNvSpPr/>
          <p:nvPr/>
        </p:nvSpPr>
        <p:spPr>
          <a:xfrm>
            <a:off x="88632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8" name=""/>
          <p:cNvSpPr/>
          <p:nvPr/>
        </p:nvSpPr>
        <p:spPr>
          <a:xfrm>
            <a:off x="91080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9" name=""/>
          <p:cNvSpPr/>
          <p:nvPr/>
        </p:nvSpPr>
        <p:spPr>
          <a:xfrm>
            <a:off x="91080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0" name=""/>
          <p:cNvSpPr/>
          <p:nvPr/>
        </p:nvSpPr>
        <p:spPr>
          <a:xfrm>
            <a:off x="93528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1" name=""/>
          <p:cNvSpPr/>
          <p:nvPr/>
        </p:nvSpPr>
        <p:spPr>
          <a:xfrm>
            <a:off x="93528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2" name=""/>
          <p:cNvSpPr/>
          <p:nvPr/>
        </p:nvSpPr>
        <p:spPr>
          <a:xfrm>
            <a:off x="95976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3" name=""/>
          <p:cNvSpPr/>
          <p:nvPr/>
        </p:nvSpPr>
        <p:spPr>
          <a:xfrm>
            <a:off x="95976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4" name=""/>
          <p:cNvSpPr/>
          <p:nvPr/>
        </p:nvSpPr>
        <p:spPr>
          <a:xfrm>
            <a:off x="984240" y="47419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5" name=""/>
          <p:cNvSpPr/>
          <p:nvPr/>
        </p:nvSpPr>
        <p:spPr>
          <a:xfrm>
            <a:off x="984240" y="47419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6" name=""/>
          <p:cNvSpPr/>
          <p:nvPr/>
        </p:nvSpPr>
        <p:spPr>
          <a:xfrm>
            <a:off x="100836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7" name=""/>
          <p:cNvSpPr/>
          <p:nvPr/>
        </p:nvSpPr>
        <p:spPr>
          <a:xfrm>
            <a:off x="100836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8" name=""/>
          <p:cNvSpPr/>
          <p:nvPr/>
        </p:nvSpPr>
        <p:spPr>
          <a:xfrm>
            <a:off x="103284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9" name=""/>
          <p:cNvSpPr/>
          <p:nvPr/>
        </p:nvSpPr>
        <p:spPr>
          <a:xfrm>
            <a:off x="103284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0" name=""/>
          <p:cNvSpPr/>
          <p:nvPr/>
        </p:nvSpPr>
        <p:spPr>
          <a:xfrm>
            <a:off x="166788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1" name=""/>
          <p:cNvSpPr/>
          <p:nvPr/>
        </p:nvSpPr>
        <p:spPr>
          <a:xfrm>
            <a:off x="166788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2" name=""/>
          <p:cNvSpPr/>
          <p:nvPr/>
        </p:nvSpPr>
        <p:spPr>
          <a:xfrm>
            <a:off x="186336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3" name=""/>
          <p:cNvSpPr/>
          <p:nvPr/>
        </p:nvSpPr>
        <p:spPr>
          <a:xfrm>
            <a:off x="186336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4" name=""/>
          <p:cNvSpPr/>
          <p:nvPr/>
        </p:nvSpPr>
        <p:spPr>
          <a:xfrm>
            <a:off x="188784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5" name=""/>
          <p:cNvSpPr/>
          <p:nvPr/>
        </p:nvSpPr>
        <p:spPr>
          <a:xfrm>
            <a:off x="188784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6" name=""/>
          <p:cNvSpPr/>
          <p:nvPr/>
        </p:nvSpPr>
        <p:spPr>
          <a:xfrm>
            <a:off x="1912320" y="47419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7" name=""/>
          <p:cNvSpPr/>
          <p:nvPr/>
        </p:nvSpPr>
        <p:spPr>
          <a:xfrm>
            <a:off x="1912320" y="47419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8" name=""/>
          <p:cNvSpPr/>
          <p:nvPr/>
        </p:nvSpPr>
        <p:spPr>
          <a:xfrm>
            <a:off x="193644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9" name=""/>
          <p:cNvSpPr/>
          <p:nvPr/>
        </p:nvSpPr>
        <p:spPr>
          <a:xfrm>
            <a:off x="193644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0" name=""/>
          <p:cNvSpPr/>
          <p:nvPr/>
        </p:nvSpPr>
        <p:spPr>
          <a:xfrm>
            <a:off x="196092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1" name=""/>
          <p:cNvSpPr/>
          <p:nvPr/>
        </p:nvSpPr>
        <p:spPr>
          <a:xfrm>
            <a:off x="196092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2" name=""/>
          <p:cNvSpPr/>
          <p:nvPr/>
        </p:nvSpPr>
        <p:spPr>
          <a:xfrm>
            <a:off x="198540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3" name=""/>
          <p:cNvSpPr/>
          <p:nvPr/>
        </p:nvSpPr>
        <p:spPr>
          <a:xfrm>
            <a:off x="198540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"/>
          <p:cNvSpPr/>
          <p:nvPr/>
        </p:nvSpPr>
        <p:spPr>
          <a:xfrm>
            <a:off x="200988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5" name=""/>
          <p:cNvSpPr/>
          <p:nvPr/>
        </p:nvSpPr>
        <p:spPr>
          <a:xfrm>
            <a:off x="200988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6" name=""/>
          <p:cNvSpPr/>
          <p:nvPr/>
        </p:nvSpPr>
        <p:spPr>
          <a:xfrm>
            <a:off x="203436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7" name=""/>
          <p:cNvSpPr/>
          <p:nvPr/>
        </p:nvSpPr>
        <p:spPr>
          <a:xfrm>
            <a:off x="203436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8" name=""/>
          <p:cNvSpPr/>
          <p:nvPr/>
        </p:nvSpPr>
        <p:spPr>
          <a:xfrm>
            <a:off x="2058840" y="47419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9" name=""/>
          <p:cNvSpPr/>
          <p:nvPr/>
        </p:nvSpPr>
        <p:spPr>
          <a:xfrm>
            <a:off x="2058840" y="47419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0" name=""/>
          <p:cNvSpPr/>
          <p:nvPr/>
        </p:nvSpPr>
        <p:spPr>
          <a:xfrm>
            <a:off x="208296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1" name=""/>
          <p:cNvSpPr/>
          <p:nvPr/>
        </p:nvSpPr>
        <p:spPr>
          <a:xfrm>
            <a:off x="208296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2" name=""/>
          <p:cNvSpPr/>
          <p:nvPr/>
        </p:nvSpPr>
        <p:spPr>
          <a:xfrm>
            <a:off x="210744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3" name=""/>
          <p:cNvSpPr/>
          <p:nvPr/>
        </p:nvSpPr>
        <p:spPr>
          <a:xfrm>
            <a:off x="210744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4" name=""/>
          <p:cNvSpPr/>
          <p:nvPr/>
        </p:nvSpPr>
        <p:spPr>
          <a:xfrm>
            <a:off x="213192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5" name=""/>
          <p:cNvSpPr/>
          <p:nvPr/>
        </p:nvSpPr>
        <p:spPr>
          <a:xfrm>
            <a:off x="213192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6" name=""/>
          <p:cNvSpPr/>
          <p:nvPr/>
        </p:nvSpPr>
        <p:spPr>
          <a:xfrm>
            <a:off x="215640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7" name=""/>
          <p:cNvSpPr/>
          <p:nvPr/>
        </p:nvSpPr>
        <p:spPr>
          <a:xfrm>
            <a:off x="215640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8" name=""/>
          <p:cNvSpPr/>
          <p:nvPr/>
        </p:nvSpPr>
        <p:spPr>
          <a:xfrm>
            <a:off x="218088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9" name=""/>
          <p:cNvSpPr/>
          <p:nvPr/>
        </p:nvSpPr>
        <p:spPr>
          <a:xfrm>
            <a:off x="218088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0" name=""/>
          <p:cNvSpPr/>
          <p:nvPr/>
        </p:nvSpPr>
        <p:spPr>
          <a:xfrm>
            <a:off x="220536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1" name=""/>
          <p:cNvSpPr/>
          <p:nvPr/>
        </p:nvSpPr>
        <p:spPr>
          <a:xfrm>
            <a:off x="220536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2" name=""/>
          <p:cNvSpPr/>
          <p:nvPr/>
        </p:nvSpPr>
        <p:spPr>
          <a:xfrm>
            <a:off x="2229840" y="47419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3" name=""/>
          <p:cNvSpPr/>
          <p:nvPr/>
        </p:nvSpPr>
        <p:spPr>
          <a:xfrm>
            <a:off x="2229840" y="47419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4" name=""/>
          <p:cNvSpPr/>
          <p:nvPr/>
        </p:nvSpPr>
        <p:spPr>
          <a:xfrm>
            <a:off x="225396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5" name=""/>
          <p:cNvSpPr/>
          <p:nvPr/>
        </p:nvSpPr>
        <p:spPr>
          <a:xfrm>
            <a:off x="225396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6" name=""/>
          <p:cNvSpPr/>
          <p:nvPr/>
        </p:nvSpPr>
        <p:spPr>
          <a:xfrm>
            <a:off x="227844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7" name=""/>
          <p:cNvSpPr/>
          <p:nvPr/>
        </p:nvSpPr>
        <p:spPr>
          <a:xfrm>
            <a:off x="227844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8" name=""/>
          <p:cNvSpPr/>
          <p:nvPr/>
        </p:nvSpPr>
        <p:spPr>
          <a:xfrm>
            <a:off x="230292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9" name=""/>
          <p:cNvSpPr/>
          <p:nvPr/>
        </p:nvSpPr>
        <p:spPr>
          <a:xfrm>
            <a:off x="230292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0" name=""/>
          <p:cNvSpPr/>
          <p:nvPr/>
        </p:nvSpPr>
        <p:spPr>
          <a:xfrm>
            <a:off x="232740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1" name=""/>
          <p:cNvSpPr/>
          <p:nvPr/>
        </p:nvSpPr>
        <p:spPr>
          <a:xfrm>
            <a:off x="232740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2" name=""/>
          <p:cNvSpPr/>
          <p:nvPr/>
        </p:nvSpPr>
        <p:spPr>
          <a:xfrm>
            <a:off x="235188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"/>
          <p:cNvSpPr/>
          <p:nvPr/>
        </p:nvSpPr>
        <p:spPr>
          <a:xfrm>
            <a:off x="235188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4" name=""/>
          <p:cNvSpPr/>
          <p:nvPr/>
        </p:nvSpPr>
        <p:spPr>
          <a:xfrm>
            <a:off x="249840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5" name=""/>
          <p:cNvSpPr/>
          <p:nvPr/>
        </p:nvSpPr>
        <p:spPr>
          <a:xfrm>
            <a:off x="249840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6" name=""/>
          <p:cNvSpPr/>
          <p:nvPr/>
        </p:nvSpPr>
        <p:spPr>
          <a:xfrm>
            <a:off x="2522880" y="47419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7" name=""/>
          <p:cNvSpPr/>
          <p:nvPr/>
        </p:nvSpPr>
        <p:spPr>
          <a:xfrm>
            <a:off x="2522880" y="47419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8" name=""/>
          <p:cNvSpPr/>
          <p:nvPr/>
        </p:nvSpPr>
        <p:spPr>
          <a:xfrm>
            <a:off x="254700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9" name=""/>
          <p:cNvSpPr/>
          <p:nvPr/>
        </p:nvSpPr>
        <p:spPr>
          <a:xfrm>
            <a:off x="254700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0" name=""/>
          <p:cNvSpPr/>
          <p:nvPr/>
        </p:nvSpPr>
        <p:spPr>
          <a:xfrm>
            <a:off x="2571480" y="47419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1" name=""/>
          <p:cNvSpPr/>
          <p:nvPr/>
        </p:nvSpPr>
        <p:spPr>
          <a:xfrm>
            <a:off x="2571480" y="47419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2" name=""/>
          <p:cNvSpPr/>
          <p:nvPr/>
        </p:nvSpPr>
        <p:spPr>
          <a:xfrm>
            <a:off x="73980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3" name=""/>
          <p:cNvSpPr/>
          <p:nvPr/>
        </p:nvSpPr>
        <p:spPr>
          <a:xfrm>
            <a:off x="73980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4" name=""/>
          <p:cNvSpPr/>
          <p:nvPr/>
        </p:nvSpPr>
        <p:spPr>
          <a:xfrm>
            <a:off x="76428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5" name=""/>
          <p:cNvSpPr/>
          <p:nvPr/>
        </p:nvSpPr>
        <p:spPr>
          <a:xfrm>
            <a:off x="76428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6" name=""/>
          <p:cNvSpPr/>
          <p:nvPr/>
        </p:nvSpPr>
        <p:spPr>
          <a:xfrm>
            <a:off x="78876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7" name=""/>
          <p:cNvSpPr/>
          <p:nvPr/>
        </p:nvSpPr>
        <p:spPr>
          <a:xfrm>
            <a:off x="78876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8" name=""/>
          <p:cNvSpPr/>
          <p:nvPr/>
        </p:nvSpPr>
        <p:spPr>
          <a:xfrm>
            <a:off x="813240" y="47178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9" name=""/>
          <p:cNvSpPr/>
          <p:nvPr/>
        </p:nvSpPr>
        <p:spPr>
          <a:xfrm>
            <a:off x="813240" y="47178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0" name=""/>
          <p:cNvSpPr/>
          <p:nvPr/>
        </p:nvSpPr>
        <p:spPr>
          <a:xfrm>
            <a:off x="83736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1" name=""/>
          <p:cNvSpPr/>
          <p:nvPr/>
        </p:nvSpPr>
        <p:spPr>
          <a:xfrm>
            <a:off x="83736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2" name=""/>
          <p:cNvSpPr/>
          <p:nvPr/>
        </p:nvSpPr>
        <p:spPr>
          <a:xfrm>
            <a:off x="86184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3" name=""/>
          <p:cNvSpPr/>
          <p:nvPr/>
        </p:nvSpPr>
        <p:spPr>
          <a:xfrm>
            <a:off x="86184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4" name=""/>
          <p:cNvSpPr/>
          <p:nvPr/>
        </p:nvSpPr>
        <p:spPr>
          <a:xfrm>
            <a:off x="88632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5" name=""/>
          <p:cNvSpPr/>
          <p:nvPr/>
        </p:nvSpPr>
        <p:spPr>
          <a:xfrm>
            <a:off x="88632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6" name=""/>
          <p:cNvSpPr/>
          <p:nvPr/>
        </p:nvSpPr>
        <p:spPr>
          <a:xfrm>
            <a:off x="91080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7" name=""/>
          <p:cNvSpPr/>
          <p:nvPr/>
        </p:nvSpPr>
        <p:spPr>
          <a:xfrm>
            <a:off x="91080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8" name=""/>
          <p:cNvSpPr/>
          <p:nvPr/>
        </p:nvSpPr>
        <p:spPr>
          <a:xfrm>
            <a:off x="93528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9" name=""/>
          <p:cNvSpPr/>
          <p:nvPr/>
        </p:nvSpPr>
        <p:spPr>
          <a:xfrm>
            <a:off x="93528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0" name=""/>
          <p:cNvSpPr/>
          <p:nvPr/>
        </p:nvSpPr>
        <p:spPr>
          <a:xfrm>
            <a:off x="95976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1" name=""/>
          <p:cNvSpPr/>
          <p:nvPr/>
        </p:nvSpPr>
        <p:spPr>
          <a:xfrm>
            <a:off x="95976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2" name=""/>
          <p:cNvSpPr/>
          <p:nvPr/>
        </p:nvSpPr>
        <p:spPr>
          <a:xfrm>
            <a:off x="984240" y="47178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3" name=""/>
          <p:cNvSpPr/>
          <p:nvPr/>
        </p:nvSpPr>
        <p:spPr>
          <a:xfrm>
            <a:off x="984240" y="47178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"/>
          <p:cNvSpPr/>
          <p:nvPr/>
        </p:nvSpPr>
        <p:spPr>
          <a:xfrm>
            <a:off x="100836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5" name=""/>
          <p:cNvSpPr/>
          <p:nvPr/>
        </p:nvSpPr>
        <p:spPr>
          <a:xfrm>
            <a:off x="100836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6" name=""/>
          <p:cNvSpPr/>
          <p:nvPr/>
        </p:nvSpPr>
        <p:spPr>
          <a:xfrm>
            <a:off x="103284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7" name=""/>
          <p:cNvSpPr/>
          <p:nvPr/>
        </p:nvSpPr>
        <p:spPr>
          <a:xfrm>
            <a:off x="103284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8" name=""/>
          <p:cNvSpPr/>
          <p:nvPr/>
        </p:nvSpPr>
        <p:spPr>
          <a:xfrm>
            <a:off x="166788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9" name=""/>
          <p:cNvSpPr/>
          <p:nvPr/>
        </p:nvSpPr>
        <p:spPr>
          <a:xfrm>
            <a:off x="166788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0" name=""/>
          <p:cNvSpPr/>
          <p:nvPr/>
        </p:nvSpPr>
        <p:spPr>
          <a:xfrm>
            <a:off x="186336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1" name=""/>
          <p:cNvSpPr/>
          <p:nvPr/>
        </p:nvSpPr>
        <p:spPr>
          <a:xfrm>
            <a:off x="186336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2" name=""/>
          <p:cNvSpPr/>
          <p:nvPr/>
        </p:nvSpPr>
        <p:spPr>
          <a:xfrm>
            <a:off x="188784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3" name=""/>
          <p:cNvSpPr/>
          <p:nvPr/>
        </p:nvSpPr>
        <p:spPr>
          <a:xfrm>
            <a:off x="188784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4" name=""/>
          <p:cNvSpPr/>
          <p:nvPr/>
        </p:nvSpPr>
        <p:spPr>
          <a:xfrm>
            <a:off x="1912320" y="47178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5" name=""/>
          <p:cNvSpPr/>
          <p:nvPr/>
        </p:nvSpPr>
        <p:spPr>
          <a:xfrm>
            <a:off x="1912320" y="47178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6" name=""/>
          <p:cNvSpPr/>
          <p:nvPr/>
        </p:nvSpPr>
        <p:spPr>
          <a:xfrm>
            <a:off x="193644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7" name=""/>
          <p:cNvSpPr/>
          <p:nvPr/>
        </p:nvSpPr>
        <p:spPr>
          <a:xfrm>
            <a:off x="193644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8" name=""/>
          <p:cNvSpPr/>
          <p:nvPr/>
        </p:nvSpPr>
        <p:spPr>
          <a:xfrm>
            <a:off x="196092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9" name=""/>
          <p:cNvSpPr/>
          <p:nvPr/>
        </p:nvSpPr>
        <p:spPr>
          <a:xfrm>
            <a:off x="196092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0" name=""/>
          <p:cNvSpPr/>
          <p:nvPr/>
        </p:nvSpPr>
        <p:spPr>
          <a:xfrm>
            <a:off x="198540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1" name=""/>
          <p:cNvSpPr/>
          <p:nvPr/>
        </p:nvSpPr>
        <p:spPr>
          <a:xfrm>
            <a:off x="198540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2" name=""/>
          <p:cNvSpPr/>
          <p:nvPr/>
        </p:nvSpPr>
        <p:spPr>
          <a:xfrm>
            <a:off x="200988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3" name=""/>
          <p:cNvSpPr/>
          <p:nvPr/>
        </p:nvSpPr>
        <p:spPr>
          <a:xfrm>
            <a:off x="200988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4" name=""/>
          <p:cNvSpPr/>
          <p:nvPr/>
        </p:nvSpPr>
        <p:spPr>
          <a:xfrm>
            <a:off x="203436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5" name=""/>
          <p:cNvSpPr/>
          <p:nvPr/>
        </p:nvSpPr>
        <p:spPr>
          <a:xfrm>
            <a:off x="203436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6" name=""/>
          <p:cNvSpPr/>
          <p:nvPr/>
        </p:nvSpPr>
        <p:spPr>
          <a:xfrm>
            <a:off x="2058840" y="47178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7" name=""/>
          <p:cNvSpPr/>
          <p:nvPr/>
        </p:nvSpPr>
        <p:spPr>
          <a:xfrm>
            <a:off x="2058840" y="47178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8" name=""/>
          <p:cNvSpPr/>
          <p:nvPr/>
        </p:nvSpPr>
        <p:spPr>
          <a:xfrm>
            <a:off x="208296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9" name=""/>
          <p:cNvSpPr/>
          <p:nvPr/>
        </p:nvSpPr>
        <p:spPr>
          <a:xfrm>
            <a:off x="208296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0" name=""/>
          <p:cNvSpPr/>
          <p:nvPr/>
        </p:nvSpPr>
        <p:spPr>
          <a:xfrm>
            <a:off x="210744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1" name=""/>
          <p:cNvSpPr/>
          <p:nvPr/>
        </p:nvSpPr>
        <p:spPr>
          <a:xfrm>
            <a:off x="210744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2" name=""/>
          <p:cNvSpPr/>
          <p:nvPr/>
        </p:nvSpPr>
        <p:spPr>
          <a:xfrm>
            <a:off x="213192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3" name=""/>
          <p:cNvSpPr/>
          <p:nvPr/>
        </p:nvSpPr>
        <p:spPr>
          <a:xfrm>
            <a:off x="213192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4" name=""/>
          <p:cNvSpPr/>
          <p:nvPr/>
        </p:nvSpPr>
        <p:spPr>
          <a:xfrm>
            <a:off x="215640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5" name=""/>
          <p:cNvSpPr/>
          <p:nvPr/>
        </p:nvSpPr>
        <p:spPr>
          <a:xfrm>
            <a:off x="215640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6" name=""/>
          <p:cNvSpPr/>
          <p:nvPr/>
        </p:nvSpPr>
        <p:spPr>
          <a:xfrm>
            <a:off x="218088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7" name=""/>
          <p:cNvSpPr/>
          <p:nvPr/>
        </p:nvSpPr>
        <p:spPr>
          <a:xfrm>
            <a:off x="218088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8" name=""/>
          <p:cNvSpPr/>
          <p:nvPr/>
        </p:nvSpPr>
        <p:spPr>
          <a:xfrm>
            <a:off x="220536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9" name=""/>
          <p:cNvSpPr/>
          <p:nvPr/>
        </p:nvSpPr>
        <p:spPr>
          <a:xfrm>
            <a:off x="220536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0" name=""/>
          <p:cNvSpPr/>
          <p:nvPr/>
        </p:nvSpPr>
        <p:spPr>
          <a:xfrm>
            <a:off x="2229840" y="47178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1" name=""/>
          <p:cNvSpPr/>
          <p:nvPr/>
        </p:nvSpPr>
        <p:spPr>
          <a:xfrm>
            <a:off x="2229840" y="47178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2" name=""/>
          <p:cNvSpPr/>
          <p:nvPr/>
        </p:nvSpPr>
        <p:spPr>
          <a:xfrm>
            <a:off x="225396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3" name=""/>
          <p:cNvSpPr/>
          <p:nvPr/>
        </p:nvSpPr>
        <p:spPr>
          <a:xfrm>
            <a:off x="225396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4" name=""/>
          <p:cNvSpPr/>
          <p:nvPr/>
        </p:nvSpPr>
        <p:spPr>
          <a:xfrm>
            <a:off x="227844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5" name=""/>
          <p:cNvSpPr/>
          <p:nvPr/>
        </p:nvSpPr>
        <p:spPr>
          <a:xfrm>
            <a:off x="227844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6" name=""/>
          <p:cNvSpPr/>
          <p:nvPr/>
        </p:nvSpPr>
        <p:spPr>
          <a:xfrm>
            <a:off x="230292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7" name=""/>
          <p:cNvSpPr/>
          <p:nvPr/>
        </p:nvSpPr>
        <p:spPr>
          <a:xfrm>
            <a:off x="230292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8" name=""/>
          <p:cNvSpPr/>
          <p:nvPr/>
        </p:nvSpPr>
        <p:spPr>
          <a:xfrm>
            <a:off x="232740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9" name=""/>
          <p:cNvSpPr/>
          <p:nvPr/>
        </p:nvSpPr>
        <p:spPr>
          <a:xfrm>
            <a:off x="232740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0" name=""/>
          <p:cNvSpPr/>
          <p:nvPr/>
        </p:nvSpPr>
        <p:spPr>
          <a:xfrm>
            <a:off x="257148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1" name=""/>
          <p:cNvSpPr/>
          <p:nvPr/>
        </p:nvSpPr>
        <p:spPr>
          <a:xfrm>
            <a:off x="257148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2" name=""/>
          <p:cNvSpPr/>
          <p:nvPr/>
        </p:nvSpPr>
        <p:spPr>
          <a:xfrm>
            <a:off x="2595960" y="4717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3" name=""/>
          <p:cNvSpPr/>
          <p:nvPr/>
        </p:nvSpPr>
        <p:spPr>
          <a:xfrm>
            <a:off x="2595960" y="4717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4" name=""/>
          <p:cNvSpPr/>
          <p:nvPr/>
        </p:nvSpPr>
        <p:spPr>
          <a:xfrm>
            <a:off x="2620440" y="4717800"/>
            <a:ext cx="21960" cy="21240"/>
          </a:xfrm>
          <a:custGeom>
            <a:avLst/>
            <a:gdLst/>
            <a:ahLst/>
            <a:rect l="0" t="0" r="r" b="b"/>
            <a:pathLst>
              <a:path w="61" h="59">
                <a:moveTo>
                  <a:pt x="61" y="29"/>
                </a:moveTo>
                <a:cubicBezTo>
                  <a:pt x="61" y="69"/>
                  <a:pt x="0" y="69"/>
                  <a:pt x="0" y="29"/>
                </a:cubicBezTo>
                <a:cubicBezTo>
                  <a:pt x="0" y="-10"/>
                  <a:pt x="61" y="-10"/>
                  <a:pt x="61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5" name=""/>
          <p:cNvSpPr/>
          <p:nvPr/>
        </p:nvSpPr>
        <p:spPr>
          <a:xfrm>
            <a:off x="2620440" y="4717800"/>
            <a:ext cx="21960" cy="21240"/>
          </a:xfrm>
          <a:custGeom>
            <a:avLst/>
            <a:gdLst/>
            <a:ahLst/>
            <a:rect l="0" t="0" r="r" b="b"/>
            <a:pathLst>
              <a:path fill="none" w="61" h="59">
                <a:moveTo>
                  <a:pt x="61" y="29"/>
                </a:moveTo>
                <a:cubicBezTo>
                  <a:pt x="61" y="69"/>
                  <a:pt x="0" y="69"/>
                  <a:pt x="0" y="29"/>
                </a:cubicBezTo>
                <a:cubicBezTo>
                  <a:pt x="0" y="-10"/>
                  <a:pt x="61" y="-10"/>
                  <a:pt x="61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6" name=""/>
          <p:cNvSpPr/>
          <p:nvPr/>
        </p:nvSpPr>
        <p:spPr>
          <a:xfrm>
            <a:off x="71532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7" name=""/>
          <p:cNvSpPr/>
          <p:nvPr/>
        </p:nvSpPr>
        <p:spPr>
          <a:xfrm>
            <a:off x="71532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8" name=""/>
          <p:cNvSpPr/>
          <p:nvPr/>
        </p:nvSpPr>
        <p:spPr>
          <a:xfrm>
            <a:off x="73980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9" name=""/>
          <p:cNvSpPr/>
          <p:nvPr/>
        </p:nvSpPr>
        <p:spPr>
          <a:xfrm>
            <a:off x="73980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0" name=""/>
          <p:cNvSpPr/>
          <p:nvPr/>
        </p:nvSpPr>
        <p:spPr>
          <a:xfrm>
            <a:off x="76428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1" name=""/>
          <p:cNvSpPr/>
          <p:nvPr/>
        </p:nvSpPr>
        <p:spPr>
          <a:xfrm>
            <a:off x="76428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2" name=""/>
          <p:cNvSpPr/>
          <p:nvPr/>
        </p:nvSpPr>
        <p:spPr>
          <a:xfrm>
            <a:off x="78876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3" name=""/>
          <p:cNvSpPr/>
          <p:nvPr/>
        </p:nvSpPr>
        <p:spPr>
          <a:xfrm>
            <a:off x="78876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4" name=""/>
          <p:cNvSpPr/>
          <p:nvPr/>
        </p:nvSpPr>
        <p:spPr>
          <a:xfrm>
            <a:off x="813240" y="46933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5" name=""/>
          <p:cNvSpPr/>
          <p:nvPr/>
        </p:nvSpPr>
        <p:spPr>
          <a:xfrm>
            <a:off x="813240" y="46933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6" name=""/>
          <p:cNvSpPr/>
          <p:nvPr/>
        </p:nvSpPr>
        <p:spPr>
          <a:xfrm>
            <a:off x="83736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7" name=""/>
          <p:cNvSpPr/>
          <p:nvPr/>
        </p:nvSpPr>
        <p:spPr>
          <a:xfrm>
            <a:off x="83736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8" name=""/>
          <p:cNvSpPr/>
          <p:nvPr/>
        </p:nvSpPr>
        <p:spPr>
          <a:xfrm>
            <a:off x="86184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9" name=""/>
          <p:cNvSpPr/>
          <p:nvPr/>
        </p:nvSpPr>
        <p:spPr>
          <a:xfrm>
            <a:off x="86184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0" name=""/>
          <p:cNvSpPr/>
          <p:nvPr/>
        </p:nvSpPr>
        <p:spPr>
          <a:xfrm>
            <a:off x="88632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1" name=""/>
          <p:cNvSpPr/>
          <p:nvPr/>
        </p:nvSpPr>
        <p:spPr>
          <a:xfrm>
            <a:off x="88632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2" name=""/>
          <p:cNvSpPr/>
          <p:nvPr/>
        </p:nvSpPr>
        <p:spPr>
          <a:xfrm>
            <a:off x="91080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3" name=""/>
          <p:cNvSpPr/>
          <p:nvPr/>
        </p:nvSpPr>
        <p:spPr>
          <a:xfrm>
            <a:off x="91080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4" name=""/>
          <p:cNvSpPr/>
          <p:nvPr/>
        </p:nvSpPr>
        <p:spPr>
          <a:xfrm>
            <a:off x="93528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5" name=""/>
          <p:cNvSpPr/>
          <p:nvPr/>
        </p:nvSpPr>
        <p:spPr>
          <a:xfrm>
            <a:off x="93528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6" name=""/>
          <p:cNvSpPr/>
          <p:nvPr/>
        </p:nvSpPr>
        <p:spPr>
          <a:xfrm>
            <a:off x="95976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7" name=""/>
          <p:cNvSpPr/>
          <p:nvPr/>
        </p:nvSpPr>
        <p:spPr>
          <a:xfrm>
            <a:off x="95976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8" name=""/>
          <p:cNvSpPr/>
          <p:nvPr/>
        </p:nvSpPr>
        <p:spPr>
          <a:xfrm>
            <a:off x="984240" y="46933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9" name=""/>
          <p:cNvSpPr/>
          <p:nvPr/>
        </p:nvSpPr>
        <p:spPr>
          <a:xfrm>
            <a:off x="984240" y="46933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0" name=""/>
          <p:cNvSpPr/>
          <p:nvPr/>
        </p:nvSpPr>
        <p:spPr>
          <a:xfrm>
            <a:off x="100836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1" name=""/>
          <p:cNvSpPr/>
          <p:nvPr/>
        </p:nvSpPr>
        <p:spPr>
          <a:xfrm>
            <a:off x="100836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2" name=""/>
          <p:cNvSpPr/>
          <p:nvPr/>
        </p:nvSpPr>
        <p:spPr>
          <a:xfrm>
            <a:off x="103284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3" name=""/>
          <p:cNvSpPr/>
          <p:nvPr/>
        </p:nvSpPr>
        <p:spPr>
          <a:xfrm>
            <a:off x="103284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4" name=""/>
          <p:cNvSpPr/>
          <p:nvPr/>
        </p:nvSpPr>
        <p:spPr>
          <a:xfrm>
            <a:off x="105732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5" name=""/>
          <p:cNvSpPr/>
          <p:nvPr/>
        </p:nvSpPr>
        <p:spPr>
          <a:xfrm>
            <a:off x="105732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6" name=""/>
          <p:cNvSpPr/>
          <p:nvPr/>
        </p:nvSpPr>
        <p:spPr>
          <a:xfrm>
            <a:off x="110628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7" name=""/>
          <p:cNvSpPr/>
          <p:nvPr/>
        </p:nvSpPr>
        <p:spPr>
          <a:xfrm>
            <a:off x="110628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8" name=""/>
          <p:cNvSpPr/>
          <p:nvPr/>
        </p:nvSpPr>
        <p:spPr>
          <a:xfrm>
            <a:off x="1130760" y="46933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9" name=""/>
          <p:cNvSpPr/>
          <p:nvPr/>
        </p:nvSpPr>
        <p:spPr>
          <a:xfrm>
            <a:off x="1130760" y="46933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0" name=""/>
          <p:cNvSpPr/>
          <p:nvPr/>
        </p:nvSpPr>
        <p:spPr>
          <a:xfrm>
            <a:off x="166788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1" name=""/>
          <p:cNvSpPr/>
          <p:nvPr/>
        </p:nvSpPr>
        <p:spPr>
          <a:xfrm>
            <a:off x="166788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2" name=""/>
          <p:cNvSpPr/>
          <p:nvPr/>
        </p:nvSpPr>
        <p:spPr>
          <a:xfrm>
            <a:off x="181440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3" name=""/>
          <p:cNvSpPr/>
          <p:nvPr/>
        </p:nvSpPr>
        <p:spPr>
          <a:xfrm>
            <a:off x="181440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4" name=""/>
          <p:cNvSpPr/>
          <p:nvPr/>
        </p:nvSpPr>
        <p:spPr>
          <a:xfrm>
            <a:off x="183888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5" name=""/>
          <p:cNvSpPr/>
          <p:nvPr/>
        </p:nvSpPr>
        <p:spPr>
          <a:xfrm>
            <a:off x="183888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6" name=""/>
          <p:cNvSpPr/>
          <p:nvPr/>
        </p:nvSpPr>
        <p:spPr>
          <a:xfrm>
            <a:off x="186336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7" name=""/>
          <p:cNvSpPr/>
          <p:nvPr/>
        </p:nvSpPr>
        <p:spPr>
          <a:xfrm>
            <a:off x="186336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8" name=""/>
          <p:cNvSpPr/>
          <p:nvPr/>
        </p:nvSpPr>
        <p:spPr>
          <a:xfrm>
            <a:off x="188784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9" name=""/>
          <p:cNvSpPr/>
          <p:nvPr/>
        </p:nvSpPr>
        <p:spPr>
          <a:xfrm>
            <a:off x="188784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0" name=""/>
          <p:cNvSpPr/>
          <p:nvPr/>
        </p:nvSpPr>
        <p:spPr>
          <a:xfrm>
            <a:off x="1912320" y="46933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1" name=""/>
          <p:cNvSpPr/>
          <p:nvPr/>
        </p:nvSpPr>
        <p:spPr>
          <a:xfrm>
            <a:off x="1912320" y="46933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2" name=""/>
          <p:cNvSpPr/>
          <p:nvPr/>
        </p:nvSpPr>
        <p:spPr>
          <a:xfrm>
            <a:off x="193644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3" name=""/>
          <p:cNvSpPr/>
          <p:nvPr/>
        </p:nvSpPr>
        <p:spPr>
          <a:xfrm>
            <a:off x="193644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4" name=""/>
          <p:cNvSpPr/>
          <p:nvPr/>
        </p:nvSpPr>
        <p:spPr>
          <a:xfrm>
            <a:off x="196092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5" name=""/>
          <p:cNvSpPr/>
          <p:nvPr/>
        </p:nvSpPr>
        <p:spPr>
          <a:xfrm>
            <a:off x="196092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6" name=""/>
          <p:cNvSpPr/>
          <p:nvPr/>
        </p:nvSpPr>
        <p:spPr>
          <a:xfrm>
            <a:off x="198540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7" name=""/>
          <p:cNvSpPr/>
          <p:nvPr/>
        </p:nvSpPr>
        <p:spPr>
          <a:xfrm>
            <a:off x="198540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8" name=""/>
          <p:cNvSpPr/>
          <p:nvPr/>
        </p:nvSpPr>
        <p:spPr>
          <a:xfrm>
            <a:off x="200988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9" name=""/>
          <p:cNvSpPr/>
          <p:nvPr/>
        </p:nvSpPr>
        <p:spPr>
          <a:xfrm>
            <a:off x="200988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0" name=""/>
          <p:cNvSpPr/>
          <p:nvPr/>
        </p:nvSpPr>
        <p:spPr>
          <a:xfrm>
            <a:off x="203436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1" name=""/>
          <p:cNvSpPr/>
          <p:nvPr/>
        </p:nvSpPr>
        <p:spPr>
          <a:xfrm>
            <a:off x="203436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2" name=""/>
          <p:cNvSpPr/>
          <p:nvPr/>
        </p:nvSpPr>
        <p:spPr>
          <a:xfrm>
            <a:off x="2058840" y="46933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3" name=""/>
          <p:cNvSpPr/>
          <p:nvPr/>
        </p:nvSpPr>
        <p:spPr>
          <a:xfrm>
            <a:off x="2058840" y="46933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4" name=""/>
          <p:cNvSpPr/>
          <p:nvPr/>
        </p:nvSpPr>
        <p:spPr>
          <a:xfrm>
            <a:off x="208296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5" name=""/>
          <p:cNvSpPr/>
          <p:nvPr/>
        </p:nvSpPr>
        <p:spPr>
          <a:xfrm>
            <a:off x="208296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6" name=""/>
          <p:cNvSpPr/>
          <p:nvPr/>
        </p:nvSpPr>
        <p:spPr>
          <a:xfrm>
            <a:off x="210744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7" name=""/>
          <p:cNvSpPr/>
          <p:nvPr/>
        </p:nvSpPr>
        <p:spPr>
          <a:xfrm>
            <a:off x="210744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8" name=""/>
          <p:cNvSpPr/>
          <p:nvPr/>
        </p:nvSpPr>
        <p:spPr>
          <a:xfrm>
            <a:off x="213192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9" name=""/>
          <p:cNvSpPr/>
          <p:nvPr/>
        </p:nvSpPr>
        <p:spPr>
          <a:xfrm>
            <a:off x="213192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0" name=""/>
          <p:cNvSpPr/>
          <p:nvPr/>
        </p:nvSpPr>
        <p:spPr>
          <a:xfrm>
            <a:off x="215640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1" name=""/>
          <p:cNvSpPr/>
          <p:nvPr/>
        </p:nvSpPr>
        <p:spPr>
          <a:xfrm>
            <a:off x="215640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2" name=""/>
          <p:cNvSpPr/>
          <p:nvPr/>
        </p:nvSpPr>
        <p:spPr>
          <a:xfrm>
            <a:off x="218088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3" name=""/>
          <p:cNvSpPr/>
          <p:nvPr/>
        </p:nvSpPr>
        <p:spPr>
          <a:xfrm>
            <a:off x="218088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4" name=""/>
          <p:cNvSpPr/>
          <p:nvPr/>
        </p:nvSpPr>
        <p:spPr>
          <a:xfrm>
            <a:off x="220536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5" name=""/>
          <p:cNvSpPr/>
          <p:nvPr/>
        </p:nvSpPr>
        <p:spPr>
          <a:xfrm>
            <a:off x="220536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6" name=""/>
          <p:cNvSpPr/>
          <p:nvPr/>
        </p:nvSpPr>
        <p:spPr>
          <a:xfrm>
            <a:off x="2229840" y="469332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7" name=""/>
          <p:cNvSpPr/>
          <p:nvPr/>
        </p:nvSpPr>
        <p:spPr>
          <a:xfrm>
            <a:off x="2229840" y="469332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8" name=""/>
          <p:cNvSpPr/>
          <p:nvPr/>
        </p:nvSpPr>
        <p:spPr>
          <a:xfrm>
            <a:off x="2253960" y="469332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9" name=""/>
          <p:cNvSpPr/>
          <p:nvPr/>
        </p:nvSpPr>
        <p:spPr>
          <a:xfrm>
            <a:off x="2253960" y="469332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0" name=""/>
          <p:cNvSpPr/>
          <p:nvPr/>
        </p:nvSpPr>
        <p:spPr>
          <a:xfrm>
            <a:off x="71532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1" name=""/>
          <p:cNvSpPr/>
          <p:nvPr/>
        </p:nvSpPr>
        <p:spPr>
          <a:xfrm>
            <a:off x="71532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2" name=""/>
          <p:cNvSpPr/>
          <p:nvPr/>
        </p:nvSpPr>
        <p:spPr>
          <a:xfrm>
            <a:off x="73980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3" name=""/>
          <p:cNvSpPr/>
          <p:nvPr/>
        </p:nvSpPr>
        <p:spPr>
          <a:xfrm>
            <a:off x="73980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4" name=""/>
          <p:cNvSpPr/>
          <p:nvPr/>
        </p:nvSpPr>
        <p:spPr>
          <a:xfrm>
            <a:off x="76428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5" name=""/>
          <p:cNvSpPr/>
          <p:nvPr/>
        </p:nvSpPr>
        <p:spPr>
          <a:xfrm>
            <a:off x="76428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6" name=""/>
          <p:cNvSpPr/>
          <p:nvPr/>
        </p:nvSpPr>
        <p:spPr>
          <a:xfrm>
            <a:off x="78876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7" name=""/>
          <p:cNvSpPr/>
          <p:nvPr/>
        </p:nvSpPr>
        <p:spPr>
          <a:xfrm>
            <a:off x="78876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8" name=""/>
          <p:cNvSpPr/>
          <p:nvPr/>
        </p:nvSpPr>
        <p:spPr>
          <a:xfrm>
            <a:off x="813240" y="466884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9" name=""/>
          <p:cNvSpPr/>
          <p:nvPr/>
        </p:nvSpPr>
        <p:spPr>
          <a:xfrm>
            <a:off x="813240" y="466884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0" name=""/>
          <p:cNvSpPr/>
          <p:nvPr/>
        </p:nvSpPr>
        <p:spPr>
          <a:xfrm>
            <a:off x="83736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1" name=""/>
          <p:cNvSpPr/>
          <p:nvPr/>
        </p:nvSpPr>
        <p:spPr>
          <a:xfrm>
            <a:off x="83736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2" name=""/>
          <p:cNvSpPr/>
          <p:nvPr/>
        </p:nvSpPr>
        <p:spPr>
          <a:xfrm>
            <a:off x="86184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3" name=""/>
          <p:cNvSpPr/>
          <p:nvPr/>
        </p:nvSpPr>
        <p:spPr>
          <a:xfrm>
            <a:off x="86184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4" name=""/>
          <p:cNvSpPr/>
          <p:nvPr/>
        </p:nvSpPr>
        <p:spPr>
          <a:xfrm>
            <a:off x="88632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5" name=""/>
          <p:cNvSpPr/>
          <p:nvPr/>
        </p:nvSpPr>
        <p:spPr>
          <a:xfrm>
            <a:off x="88632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6" name=""/>
          <p:cNvSpPr/>
          <p:nvPr/>
        </p:nvSpPr>
        <p:spPr>
          <a:xfrm>
            <a:off x="91080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7" name=""/>
          <p:cNvSpPr/>
          <p:nvPr/>
        </p:nvSpPr>
        <p:spPr>
          <a:xfrm>
            <a:off x="91080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8" name=""/>
          <p:cNvSpPr/>
          <p:nvPr/>
        </p:nvSpPr>
        <p:spPr>
          <a:xfrm>
            <a:off x="93528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9" name=""/>
          <p:cNvSpPr/>
          <p:nvPr/>
        </p:nvSpPr>
        <p:spPr>
          <a:xfrm>
            <a:off x="93528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0" name=""/>
          <p:cNvSpPr/>
          <p:nvPr/>
        </p:nvSpPr>
        <p:spPr>
          <a:xfrm>
            <a:off x="95976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1" name=""/>
          <p:cNvSpPr/>
          <p:nvPr/>
        </p:nvSpPr>
        <p:spPr>
          <a:xfrm>
            <a:off x="95976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2" name=""/>
          <p:cNvSpPr/>
          <p:nvPr/>
        </p:nvSpPr>
        <p:spPr>
          <a:xfrm>
            <a:off x="984240" y="466884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3" name=""/>
          <p:cNvSpPr/>
          <p:nvPr/>
        </p:nvSpPr>
        <p:spPr>
          <a:xfrm>
            <a:off x="984240" y="466884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4" name=""/>
          <p:cNvSpPr/>
          <p:nvPr/>
        </p:nvSpPr>
        <p:spPr>
          <a:xfrm>
            <a:off x="100836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5" name=""/>
          <p:cNvSpPr/>
          <p:nvPr/>
        </p:nvSpPr>
        <p:spPr>
          <a:xfrm>
            <a:off x="100836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6" name=""/>
          <p:cNvSpPr/>
          <p:nvPr/>
        </p:nvSpPr>
        <p:spPr>
          <a:xfrm>
            <a:off x="105732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7" name=""/>
          <p:cNvSpPr/>
          <p:nvPr/>
        </p:nvSpPr>
        <p:spPr>
          <a:xfrm>
            <a:off x="105732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8" name=""/>
          <p:cNvSpPr/>
          <p:nvPr/>
        </p:nvSpPr>
        <p:spPr>
          <a:xfrm>
            <a:off x="1130760" y="466884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9" name=""/>
          <p:cNvSpPr/>
          <p:nvPr/>
        </p:nvSpPr>
        <p:spPr>
          <a:xfrm>
            <a:off x="1130760" y="466884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0" name=""/>
          <p:cNvSpPr/>
          <p:nvPr/>
        </p:nvSpPr>
        <p:spPr>
          <a:xfrm>
            <a:off x="115488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1" name=""/>
          <p:cNvSpPr/>
          <p:nvPr/>
        </p:nvSpPr>
        <p:spPr>
          <a:xfrm>
            <a:off x="115488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2" name=""/>
          <p:cNvSpPr/>
          <p:nvPr/>
        </p:nvSpPr>
        <p:spPr>
          <a:xfrm>
            <a:off x="117936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3" name=""/>
          <p:cNvSpPr/>
          <p:nvPr/>
        </p:nvSpPr>
        <p:spPr>
          <a:xfrm>
            <a:off x="117936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4" name=""/>
          <p:cNvSpPr/>
          <p:nvPr/>
        </p:nvSpPr>
        <p:spPr>
          <a:xfrm>
            <a:off x="147240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5" name=""/>
          <p:cNvSpPr/>
          <p:nvPr/>
        </p:nvSpPr>
        <p:spPr>
          <a:xfrm>
            <a:off x="147240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6" name=""/>
          <p:cNvSpPr/>
          <p:nvPr/>
        </p:nvSpPr>
        <p:spPr>
          <a:xfrm>
            <a:off x="166788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7" name=""/>
          <p:cNvSpPr/>
          <p:nvPr/>
        </p:nvSpPr>
        <p:spPr>
          <a:xfrm>
            <a:off x="166788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8" name=""/>
          <p:cNvSpPr/>
          <p:nvPr/>
        </p:nvSpPr>
        <p:spPr>
          <a:xfrm>
            <a:off x="181440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9" name=""/>
          <p:cNvSpPr/>
          <p:nvPr/>
        </p:nvSpPr>
        <p:spPr>
          <a:xfrm>
            <a:off x="181440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0" name=""/>
          <p:cNvSpPr/>
          <p:nvPr/>
        </p:nvSpPr>
        <p:spPr>
          <a:xfrm>
            <a:off x="183888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1" name=""/>
          <p:cNvSpPr/>
          <p:nvPr/>
        </p:nvSpPr>
        <p:spPr>
          <a:xfrm>
            <a:off x="183888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2" name=""/>
          <p:cNvSpPr/>
          <p:nvPr/>
        </p:nvSpPr>
        <p:spPr>
          <a:xfrm>
            <a:off x="186336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3" name=""/>
          <p:cNvSpPr/>
          <p:nvPr/>
        </p:nvSpPr>
        <p:spPr>
          <a:xfrm>
            <a:off x="186336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4" name=""/>
          <p:cNvSpPr/>
          <p:nvPr/>
        </p:nvSpPr>
        <p:spPr>
          <a:xfrm>
            <a:off x="188784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5" name=""/>
          <p:cNvSpPr/>
          <p:nvPr/>
        </p:nvSpPr>
        <p:spPr>
          <a:xfrm>
            <a:off x="188784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6" name=""/>
          <p:cNvSpPr/>
          <p:nvPr/>
        </p:nvSpPr>
        <p:spPr>
          <a:xfrm>
            <a:off x="1912320" y="466884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7" name=""/>
          <p:cNvSpPr/>
          <p:nvPr/>
        </p:nvSpPr>
        <p:spPr>
          <a:xfrm>
            <a:off x="1912320" y="466884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8" name=""/>
          <p:cNvSpPr/>
          <p:nvPr/>
        </p:nvSpPr>
        <p:spPr>
          <a:xfrm>
            <a:off x="193644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9" name=""/>
          <p:cNvSpPr/>
          <p:nvPr/>
        </p:nvSpPr>
        <p:spPr>
          <a:xfrm>
            <a:off x="193644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0" name=""/>
          <p:cNvSpPr/>
          <p:nvPr/>
        </p:nvSpPr>
        <p:spPr>
          <a:xfrm>
            <a:off x="196092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1" name=""/>
          <p:cNvSpPr/>
          <p:nvPr/>
        </p:nvSpPr>
        <p:spPr>
          <a:xfrm>
            <a:off x="196092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2" name=""/>
          <p:cNvSpPr/>
          <p:nvPr/>
        </p:nvSpPr>
        <p:spPr>
          <a:xfrm>
            <a:off x="198540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3" name=""/>
          <p:cNvSpPr/>
          <p:nvPr/>
        </p:nvSpPr>
        <p:spPr>
          <a:xfrm>
            <a:off x="198540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4" name=""/>
          <p:cNvSpPr/>
          <p:nvPr/>
        </p:nvSpPr>
        <p:spPr>
          <a:xfrm>
            <a:off x="200988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5" name=""/>
          <p:cNvSpPr/>
          <p:nvPr/>
        </p:nvSpPr>
        <p:spPr>
          <a:xfrm>
            <a:off x="200988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6" name=""/>
          <p:cNvSpPr/>
          <p:nvPr/>
        </p:nvSpPr>
        <p:spPr>
          <a:xfrm>
            <a:off x="203436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7" name=""/>
          <p:cNvSpPr/>
          <p:nvPr/>
        </p:nvSpPr>
        <p:spPr>
          <a:xfrm>
            <a:off x="203436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8" name=""/>
          <p:cNvSpPr/>
          <p:nvPr/>
        </p:nvSpPr>
        <p:spPr>
          <a:xfrm>
            <a:off x="2058840" y="466884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9" name=""/>
          <p:cNvSpPr/>
          <p:nvPr/>
        </p:nvSpPr>
        <p:spPr>
          <a:xfrm>
            <a:off x="2058840" y="466884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0" name=""/>
          <p:cNvSpPr/>
          <p:nvPr/>
        </p:nvSpPr>
        <p:spPr>
          <a:xfrm>
            <a:off x="208296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1" name=""/>
          <p:cNvSpPr/>
          <p:nvPr/>
        </p:nvSpPr>
        <p:spPr>
          <a:xfrm>
            <a:off x="208296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2" name=""/>
          <p:cNvSpPr/>
          <p:nvPr/>
        </p:nvSpPr>
        <p:spPr>
          <a:xfrm>
            <a:off x="210744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3" name=""/>
          <p:cNvSpPr/>
          <p:nvPr/>
        </p:nvSpPr>
        <p:spPr>
          <a:xfrm>
            <a:off x="210744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4" name=""/>
          <p:cNvSpPr/>
          <p:nvPr/>
        </p:nvSpPr>
        <p:spPr>
          <a:xfrm>
            <a:off x="213192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5" name=""/>
          <p:cNvSpPr/>
          <p:nvPr/>
        </p:nvSpPr>
        <p:spPr>
          <a:xfrm>
            <a:off x="213192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6" name=""/>
          <p:cNvSpPr/>
          <p:nvPr/>
        </p:nvSpPr>
        <p:spPr>
          <a:xfrm>
            <a:off x="215640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7" name=""/>
          <p:cNvSpPr/>
          <p:nvPr/>
        </p:nvSpPr>
        <p:spPr>
          <a:xfrm>
            <a:off x="215640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8" name=""/>
          <p:cNvSpPr/>
          <p:nvPr/>
        </p:nvSpPr>
        <p:spPr>
          <a:xfrm>
            <a:off x="218088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9" name=""/>
          <p:cNvSpPr/>
          <p:nvPr/>
        </p:nvSpPr>
        <p:spPr>
          <a:xfrm>
            <a:off x="218088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0" name=""/>
          <p:cNvSpPr/>
          <p:nvPr/>
        </p:nvSpPr>
        <p:spPr>
          <a:xfrm>
            <a:off x="2205360" y="4668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1" name=""/>
          <p:cNvSpPr/>
          <p:nvPr/>
        </p:nvSpPr>
        <p:spPr>
          <a:xfrm>
            <a:off x="2205360" y="4668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2" name=""/>
          <p:cNvSpPr/>
          <p:nvPr/>
        </p:nvSpPr>
        <p:spPr>
          <a:xfrm>
            <a:off x="2229840" y="466884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3" name=""/>
          <p:cNvSpPr/>
          <p:nvPr/>
        </p:nvSpPr>
        <p:spPr>
          <a:xfrm>
            <a:off x="2229840" y="466884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4" name=""/>
          <p:cNvSpPr/>
          <p:nvPr/>
        </p:nvSpPr>
        <p:spPr>
          <a:xfrm>
            <a:off x="71532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5" name=""/>
          <p:cNvSpPr/>
          <p:nvPr/>
        </p:nvSpPr>
        <p:spPr>
          <a:xfrm>
            <a:off x="71532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6" name=""/>
          <p:cNvSpPr/>
          <p:nvPr/>
        </p:nvSpPr>
        <p:spPr>
          <a:xfrm>
            <a:off x="73980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7" name=""/>
          <p:cNvSpPr/>
          <p:nvPr/>
        </p:nvSpPr>
        <p:spPr>
          <a:xfrm>
            <a:off x="73980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8" name=""/>
          <p:cNvSpPr/>
          <p:nvPr/>
        </p:nvSpPr>
        <p:spPr>
          <a:xfrm>
            <a:off x="76428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9" name=""/>
          <p:cNvSpPr/>
          <p:nvPr/>
        </p:nvSpPr>
        <p:spPr>
          <a:xfrm>
            <a:off x="76428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0" name=""/>
          <p:cNvSpPr/>
          <p:nvPr/>
        </p:nvSpPr>
        <p:spPr>
          <a:xfrm>
            <a:off x="78876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1" name=""/>
          <p:cNvSpPr/>
          <p:nvPr/>
        </p:nvSpPr>
        <p:spPr>
          <a:xfrm>
            <a:off x="78876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2" name=""/>
          <p:cNvSpPr/>
          <p:nvPr/>
        </p:nvSpPr>
        <p:spPr>
          <a:xfrm>
            <a:off x="813240" y="464436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3" name=""/>
          <p:cNvSpPr/>
          <p:nvPr/>
        </p:nvSpPr>
        <p:spPr>
          <a:xfrm>
            <a:off x="813240" y="464436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4" name=""/>
          <p:cNvSpPr/>
          <p:nvPr/>
        </p:nvSpPr>
        <p:spPr>
          <a:xfrm>
            <a:off x="83736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5" name=""/>
          <p:cNvSpPr/>
          <p:nvPr/>
        </p:nvSpPr>
        <p:spPr>
          <a:xfrm>
            <a:off x="83736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6" name=""/>
          <p:cNvSpPr/>
          <p:nvPr/>
        </p:nvSpPr>
        <p:spPr>
          <a:xfrm>
            <a:off x="86184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7" name=""/>
          <p:cNvSpPr/>
          <p:nvPr/>
        </p:nvSpPr>
        <p:spPr>
          <a:xfrm>
            <a:off x="86184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8" name=""/>
          <p:cNvSpPr/>
          <p:nvPr/>
        </p:nvSpPr>
        <p:spPr>
          <a:xfrm>
            <a:off x="88632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9" name=""/>
          <p:cNvSpPr/>
          <p:nvPr/>
        </p:nvSpPr>
        <p:spPr>
          <a:xfrm>
            <a:off x="88632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0" name=""/>
          <p:cNvSpPr/>
          <p:nvPr/>
        </p:nvSpPr>
        <p:spPr>
          <a:xfrm>
            <a:off x="91080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1" name=""/>
          <p:cNvSpPr/>
          <p:nvPr/>
        </p:nvSpPr>
        <p:spPr>
          <a:xfrm>
            <a:off x="91080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2" name=""/>
          <p:cNvSpPr/>
          <p:nvPr/>
        </p:nvSpPr>
        <p:spPr>
          <a:xfrm>
            <a:off x="93528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3" name=""/>
          <p:cNvSpPr/>
          <p:nvPr/>
        </p:nvSpPr>
        <p:spPr>
          <a:xfrm>
            <a:off x="93528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4" name=""/>
          <p:cNvSpPr/>
          <p:nvPr/>
        </p:nvSpPr>
        <p:spPr>
          <a:xfrm>
            <a:off x="95976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5" name=""/>
          <p:cNvSpPr/>
          <p:nvPr/>
        </p:nvSpPr>
        <p:spPr>
          <a:xfrm>
            <a:off x="95976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6" name=""/>
          <p:cNvSpPr/>
          <p:nvPr/>
        </p:nvSpPr>
        <p:spPr>
          <a:xfrm>
            <a:off x="984240" y="464436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7" name=""/>
          <p:cNvSpPr/>
          <p:nvPr/>
        </p:nvSpPr>
        <p:spPr>
          <a:xfrm>
            <a:off x="984240" y="464436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8" name=""/>
          <p:cNvSpPr/>
          <p:nvPr/>
        </p:nvSpPr>
        <p:spPr>
          <a:xfrm>
            <a:off x="100836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9" name=""/>
          <p:cNvSpPr/>
          <p:nvPr/>
        </p:nvSpPr>
        <p:spPr>
          <a:xfrm>
            <a:off x="100836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0" name=""/>
          <p:cNvSpPr/>
          <p:nvPr/>
        </p:nvSpPr>
        <p:spPr>
          <a:xfrm>
            <a:off x="110628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1" name=""/>
          <p:cNvSpPr/>
          <p:nvPr/>
        </p:nvSpPr>
        <p:spPr>
          <a:xfrm>
            <a:off x="110628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2" name=""/>
          <p:cNvSpPr/>
          <p:nvPr/>
        </p:nvSpPr>
        <p:spPr>
          <a:xfrm>
            <a:off x="117936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3" name=""/>
          <p:cNvSpPr/>
          <p:nvPr/>
        </p:nvSpPr>
        <p:spPr>
          <a:xfrm>
            <a:off x="117936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4" name=""/>
          <p:cNvSpPr/>
          <p:nvPr/>
        </p:nvSpPr>
        <p:spPr>
          <a:xfrm>
            <a:off x="120384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5" name=""/>
          <p:cNvSpPr/>
          <p:nvPr/>
        </p:nvSpPr>
        <p:spPr>
          <a:xfrm>
            <a:off x="120384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6" name=""/>
          <p:cNvSpPr/>
          <p:nvPr/>
        </p:nvSpPr>
        <p:spPr>
          <a:xfrm>
            <a:off x="166788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7" name=""/>
          <p:cNvSpPr/>
          <p:nvPr/>
        </p:nvSpPr>
        <p:spPr>
          <a:xfrm>
            <a:off x="166788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8" name=""/>
          <p:cNvSpPr/>
          <p:nvPr/>
        </p:nvSpPr>
        <p:spPr>
          <a:xfrm>
            <a:off x="169236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9" name=""/>
          <p:cNvSpPr/>
          <p:nvPr/>
        </p:nvSpPr>
        <p:spPr>
          <a:xfrm>
            <a:off x="169236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0" name=""/>
          <p:cNvSpPr/>
          <p:nvPr/>
        </p:nvSpPr>
        <p:spPr>
          <a:xfrm>
            <a:off x="171684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1" name=""/>
          <p:cNvSpPr/>
          <p:nvPr/>
        </p:nvSpPr>
        <p:spPr>
          <a:xfrm>
            <a:off x="171684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2" name=""/>
          <p:cNvSpPr/>
          <p:nvPr/>
        </p:nvSpPr>
        <p:spPr>
          <a:xfrm>
            <a:off x="174132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3" name=""/>
          <p:cNvSpPr/>
          <p:nvPr/>
        </p:nvSpPr>
        <p:spPr>
          <a:xfrm>
            <a:off x="174132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4" name=""/>
          <p:cNvSpPr/>
          <p:nvPr/>
        </p:nvSpPr>
        <p:spPr>
          <a:xfrm>
            <a:off x="183888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5" name=""/>
          <p:cNvSpPr/>
          <p:nvPr/>
        </p:nvSpPr>
        <p:spPr>
          <a:xfrm>
            <a:off x="183888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6" name=""/>
          <p:cNvSpPr/>
          <p:nvPr/>
        </p:nvSpPr>
        <p:spPr>
          <a:xfrm>
            <a:off x="186336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7" name=""/>
          <p:cNvSpPr/>
          <p:nvPr/>
        </p:nvSpPr>
        <p:spPr>
          <a:xfrm>
            <a:off x="186336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8" name=""/>
          <p:cNvSpPr/>
          <p:nvPr/>
        </p:nvSpPr>
        <p:spPr>
          <a:xfrm>
            <a:off x="188784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09" name=""/>
          <p:cNvSpPr/>
          <p:nvPr/>
        </p:nvSpPr>
        <p:spPr>
          <a:xfrm>
            <a:off x="188784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0" name=""/>
          <p:cNvSpPr/>
          <p:nvPr/>
        </p:nvSpPr>
        <p:spPr>
          <a:xfrm>
            <a:off x="1912320" y="464436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1" name=""/>
          <p:cNvSpPr/>
          <p:nvPr/>
        </p:nvSpPr>
        <p:spPr>
          <a:xfrm>
            <a:off x="1912320" y="464436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2" name=""/>
          <p:cNvSpPr/>
          <p:nvPr/>
        </p:nvSpPr>
        <p:spPr>
          <a:xfrm>
            <a:off x="193644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3" name=""/>
          <p:cNvSpPr/>
          <p:nvPr/>
        </p:nvSpPr>
        <p:spPr>
          <a:xfrm>
            <a:off x="193644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4" name=""/>
          <p:cNvSpPr/>
          <p:nvPr/>
        </p:nvSpPr>
        <p:spPr>
          <a:xfrm>
            <a:off x="196092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5" name=""/>
          <p:cNvSpPr/>
          <p:nvPr/>
        </p:nvSpPr>
        <p:spPr>
          <a:xfrm>
            <a:off x="196092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6" name=""/>
          <p:cNvSpPr/>
          <p:nvPr/>
        </p:nvSpPr>
        <p:spPr>
          <a:xfrm>
            <a:off x="198540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7" name=""/>
          <p:cNvSpPr/>
          <p:nvPr/>
        </p:nvSpPr>
        <p:spPr>
          <a:xfrm>
            <a:off x="198540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8" name=""/>
          <p:cNvSpPr/>
          <p:nvPr/>
        </p:nvSpPr>
        <p:spPr>
          <a:xfrm>
            <a:off x="200988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9" name=""/>
          <p:cNvSpPr/>
          <p:nvPr/>
        </p:nvSpPr>
        <p:spPr>
          <a:xfrm>
            <a:off x="200988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0" name=""/>
          <p:cNvSpPr/>
          <p:nvPr/>
        </p:nvSpPr>
        <p:spPr>
          <a:xfrm>
            <a:off x="203436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1" name=""/>
          <p:cNvSpPr/>
          <p:nvPr/>
        </p:nvSpPr>
        <p:spPr>
          <a:xfrm>
            <a:off x="203436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2" name=""/>
          <p:cNvSpPr/>
          <p:nvPr/>
        </p:nvSpPr>
        <p:spPr>
          <a:xfrm>
            <a:off x="2058840" y="464436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3" name=""/>
          <p:cNvSpPr/>
          <p:nvPr/>
        </p:nvSpPr>
        <p:spPr>
          <a:xfrm>
            <a:off x="2058840" y="464436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4" name=""/>
          <p:cNvSpPr/>
          <p:nvPr/>
        </p:nvSpPr>
        <p:spPr>
          <a:xfrm>
            <a:off x="208296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5" name=""/>
          <p:cNvSpPr/>
          <p:nvPr/>
        </p:nvSpPr>
        <p:spPr>
          <a:xfrm>
            <a:off x="208296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6" name=""/>
          <p:cNvSpPr/>
          <p:nvPr/>
        </p:nvSpPr>
        <p:spPr>
          <a:xfrm>
            <a:off x="210744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7" name=""/>
          <p:cNvSpPr/>
          <p:nvPr/>
        </p:nvSpPr>
        <p:spPr>
          <a:xfrm>
            <a:off x="210744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8" name=""/>
          <p:cNvSpPr/>
          <p:nvPr/>
        </p:nvSpPr>
        <p:spPr>
          <a:xfrm>
            <a:off x="213192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9" name=""/>
          <p:cNvSpPr/>
          <p:nvPr/>
        </p:nvSpPr>
        <p:spPr>
          <a:xfrm>
            <a:off x="213192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0" name=""/>
          <p:cNvSpPr/>
          <p:nvPr/>
        </p:nvSpPr>
        <p:spPr>
          <a:xfrm>
            <a:off x="218088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1" name=""/>
          <p:cNvSpPr/>
          <p:nvPr/>
        </p:nvSpPr>
        <p:spPr>
          <a:xfrm>
            <a:off x="218088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2" name=""/>
          <p:cNvSpPr/>
          <p:nvPr/>
        </p:nvSpPr>
        <p:spPr>
          <a:xfrm>
            <a:off x="220536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3" name=""/>
          <p:cNvSpPr/>
          <p:nvPr/>
        </p:nvSpPr>
        <p:spPr>
          <a:xfrm>
            <a:off x="220536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4" name=""/>
          <p:cNvSpPr/>
          <p:nvPr/>
        </p:nvSpPr>
        <p:spPr>
          <a:xfrm>
            <a:off x="2253960" y="464436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5" name=""/>
          <p:cNvSpPr/>
          <p:nvPr/>
        </p:nvSpPr>
        <p:spPr>
          <a:xfrm>
            <a:off x="2253960" y="464436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6" name=""/>
          <p:cNvSpPr/>
          <p:nvPr/>
        </p:nvSpPr>
        <p:spPr>
          <a:xfrm>
            <a:off x="71532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7" name=""/>
          <p:cNvSpPr/>
          <p:nvPr/>
        </p:nvSpPr>
        <p:spPr>
          <a:xfrm>
            <a:off x="71532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8" name=""/>
          <p:cNvSpPr/>
          <p:nvPr/>
        </p:nvSpPr>
        <p:spPr>
          <a:xfrm>
            <a:off x="73980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9" name=""/>
          <p:cNvSpPr/>
          <p:nvPr/>
        </p:nvSpPr>
        <p:spPr>
          <a:xfrm>
            <a:off x="73980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0" name=""/>
          <p:cNvSpPr/>
          <p:nvPr/>
        </p:nvSpPr>
        <p:spPr>
          <a:xfrm>
            <a:off x="76428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1" name=""/>
          <p:cNvSpPr/>
          <p:nvPr/>
        </p:nvSpPr>
        <p:spPr>
          <a:xfrm>
            <a:off x="76428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2" name=""/>
          <p:cNvSpPr/>
          <p:nvPr/>
        </p:nvSpPr>
        <p:spPr>
          <a:xfrm>
            <a:off x="78876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3" name=""/>
          <p:cNvSpPr/>
          <p:nvPr/>
        </p:nvSpPr>
        <p:spPr>
          <a:xfrm>
            <a:off x="78876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4" name=""/>
          <p:cNvSpPr/>
          <p:nvPr/>
        </p:nvSpPr>
        <p:spPr>
          <a:xfrm>
            <a:off x="813240" y="461988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5" name=""/>
          <p:cNvSpPr/>
          <p:nvPr/>
        </p:nvSpPr>
        <p:spPr>
          <a:xfrm>
            <a:off x="813240" y="461988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6" name=""/>
          <p:cNvSpPr/>
          <p:nvPr/>
        </p:nvSpPr>
        <p:spPr>
          <a:xfrm>
            <a:off x="83736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7" name=""/>
          <p:cNvSpPr/>
          <p:nvPr/>
        </p:nvSpPr>
        <p:spPr>
          <a:xfrm>
            <a:off x="83736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8" name=""/>
          <p:cNvSpPr/>
          <p:nvPr/>
        </p:nvSpPr>
        <p:spPr>
          <a:xfrm>
            <a:off x="86184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9" name=""/>
          <p:cNvSpPr/>
          <p:nvPr/>
        </p:nvSpPr>
        <p:spPr>
          <a:xfrm>
            <a:off x="86184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0" name=""/>
          <p:cNvSpPr/>
          <p:nvPr/>
        </p:nvSpPr>
        <p:spPr>
          <a:xfrm>
            <a:off x="88632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1" name=""/>
          <p:cNvSpPr/>
          <p:nvPr/>
        </p:nvSpPr>
        <p:spPr>
          <a:xfrm>
            <a:off x="88632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2" name=""/>
          <p:cNvSpPr/>
          <p:nvPr/>
        </p:nvSpPr>
        <p:spPr>
          <a:xfrm>
            <a:off x="91080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3" name=""/>
          <p:cNvSpPr/>
          <p:nvPr/>
        </p:nvSpPr>
        <p:spPr>
          <a:xfrm>
            <a:off x="91080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4" name=""/>
          <p:cNvSpPr/>
          <p:nvPr/>
        </p:nvSpPr>
        <p:spPr>
          <a:xfrm>
            <a:off x="93528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5" name=""/>
          <p:cNvSpPr/>
          <p:nvPr/>
        </p:nvSpPr>
        <p:spPr>
          <a:xfrm>
            <a:off x="93528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6" name=""/>
          <p:cNvSpPr/>
          <p:nvPr/>
        </p:nvSpPr>
        <p:spPr>
          <a:xfrm>
            <a:off x="95976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7" name=""/>
          <p:cNvSpPr/>
          <p:nvPr/>
        </p:nvSpPr>
        <p:spPr>
          <a:xfrm>
            <a:off x="95976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8" name=""/>
          <p:cNvSpPr/>
          <p:nvPr/>
        </p:nvSpPr>
        <p:spPr>
          <a:xfrm>
            <a:off x="984240" y="461988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9" name=""/>
          <p:cNvSpPr/>
          <p:nvPr/>
        </p:nvSpPr>
        <p:spPr>
          <a:xfrm>
            <a:off x="984240" y="461988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0" name=""/>
          <p:cNvSpPr/>
          <p:nvPr/>
        </p:nvSpPr>
        <p:spPr>
          <a:xfrm>
            <a:off x="100836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1" name=""/>
          <p:cNvSpPr/>
          <p:nvPr/>
        </p:nvSpPr>
        <p:spPr>
          <a:xfrm>
            <a:off x="100836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2" name=""/>
          <p:cNvSpPr/>
          <p:nvPr/>
        </p:nvSpPr>
        <p:spPr>
          <a:xfrm>
            <a:off x="103284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3" name=""/>
          <p:cNvSpPr/>
          <p:nvPr/>
        </p:nvSpPr>
        <p:spPr>
          <a:xfrm>
            <a:off x="103284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4" name=""/>
          <p:cNvSpPr/>
          <p:nvPr/>
        </p:nvSpPr>
        <p:spPr>
          <a:xfrm>
            <a:off x="108180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5" name=""/>
          <p:cNvSpPr/>
          <p:nvPr/>
        </p:nvSpPr>
        <p:spPr>
          <a:xfrm>
            <a:off x="108180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6" name=""/>
          <p:cNvSpPr/>
          <p:nvPr/>
        </p:nvSpPr>
        <p:spPr>
          <a:xfrm>
            <a:off x="110628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7" name=""/>
          <p:cNvSpPr/>
          <p:nvPr/>
        </p:nvSpPr>
        <p:spPr>
          <a:xfrm>
            <a:off x="110628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8" name=""/>
          <p:cNvSpPr/>
          <p:nvPr/>
        </p:nvSpPr>
        <p:spPr>
          <a:xfrm>
            <a:off x="115488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9" name=""/>
          <p:cNvSpPr/>
          <p:nvPr/>
        </p:nvSpPr>
        <p:spPr>
          <a:xfrm>
            <a:off x="115488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0" name=""/>
          <p:cNvSpPr/>
          <p:nvPr/>
        </p:nvSpPr>
        <p:spPr>
          <a:xfrm>
            <a:off x="117936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1" name=""/>
          <p:cNvSpPr/>
          <p:nvPr/>
        </p:nvSpPr>
        <p:spPr>
          <a:xfrm>
            <a:off x="117936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2" name=""/>
          <p:cNvSpPr/>
          <p:nvPr/>
        </p:nvSpPr>
        <p:spPr>
          <a:xfrm>
            <a:off x="152136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3" name=""/>
          <p:cNvSpPr/>
          <p:nvPr/>
        </p:nvSpPr>
        <p:spPr>
          <a:xfrm>
            <a:off x="152136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4" name=""/>
          <p:cNvSpPr/>
          <p:nvPr/>
        </p:nvSpPr>
        <p:spPr>
          <a:xfrm>
            <a:off x="154584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5" name=""/>
          <p:cNvSpPr/>
          <p:nvPr/>
        </p:nvSpPr>
        <p:spPr>
          <a:xfrm>
            <a:off x="154584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6" name=""/>
          <p:cNvSpPr/>
          <p:nvPr/>
        </p:nvSpPr>
        <p:spPr>
          <a:xfrm>
            <a:off x="157032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7" name=""/>
          <p:cNvSpPr/>
          <p:nvPr/>
        </p:nvSpPr>
        <p:spPr>
          <a:xfrm>
            <a:off x="157032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8" name=""/>
          <p:cNvSpPr/>
          <p:nvPr/>
        </p:nvSpPr>
        <p:spPr>
          <a:xfrm>
            <a:off x="1594800" y="461988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9" name=""/>
          <p:cNvSpPr/>
          <p:nvPr/>
        </p:nvSpPr>
        <p:spPr>
          <a:xfrm>
            <a:off x="1594800" y="461988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0" name=""/>
          <p:cNvSpPr/>
          <p:nvPr/>
        </p:nvSpPr>
        <p:spPr>
          <a:xfrm>
            <a:off x="161892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1" name=""/>
          <p:cNvSpPr/>
          <p:nvPr/>
        </p:nvSpPr>
        <p:spPr>
          <a:xfrm>
            <a:off x="161892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2" name=""/>
          <p:cNvSpPr/>
          <p:nvPr/>
        </p:nvSpPr>
        <p:spPr>
          <a:xfrm>
            <a:off x="164340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3" name=""/>
          <p:cNvSpPr/>
          <p:nvPr/>
        </p:nvSpPr>
        <p:spPr>
          <a:xfrm>
            <a:off x="164340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4" name=""/>
          <p:cNvSpPr/>
          <p:nvPr/>
        </p:nvSpPr>
        <p:spPr>
          <a:xfrm>
            <a:off x="166788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5" name=""/>
          <p:cNvSpPr/>
          <p:nvPr/>
        </p:nvSpPr>
        <p:spPr>
          <a:xfrm>
            <a:off x="166788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6" name=""/>
          <p:cNvSpPr/>
          <p:nvPr/>
        </p:nvSpPr>
        <p:spPr>
          <a:xfrm>
            <a:off x="169236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7" name=""/>
          <p:cNvSpPr/>
          <p:nvPr/>
        </p:nvSpPr>
        <p:spPr>
          <a:xfrm>
            <a:off x="169236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8" name=""/>
          <p:cNvSpPr/>
          <p:nvPr/>
        </p:nvSpPr>
        <p:spPr>
          <a:xfrm>
            <a:off x="171684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89" name=""/>
          <p:cNvSpPr/>
          <p:nvPr/>
        </p:nvSpPr>
        <p:spPr>
          <a:xfrm>
            <a:off x="171684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0" name=""/>
          <p:cNvSpPr/>
          <p:nvPr/>
        </p:nvSpPr>
        <p:spPr>
          <a:xfrm>
            <a:off x="174132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1" name=""/>
          <p:cNvSpPr/>
          <p:nvPr/>
        </p:nvSpPr>
        <p:spPr>
          <a:xfrm>
            <a:off x="174132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2" name=""/>
          <p:cNvSpPr/>
          <p:nvPr/>
        </p:nvSpPr>
        <p:spPr>
          <a:xfrm>
            <a:off x="176544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3" name=""/>
          <p:cNvSpPr/>
          <p:nvPr/>
        </p:nvSpPr>
        <p:spPr>
          <a:xfrm>
            <a:off x="176544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4" name=""/>
          <p:cNvSpPr/>
          <p:nvPr/>
        </p:nvSpPr>
        <p:spPr>
          <a:xfrm>
            <a:off x="178992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5" name=""/>
          <p:cNvSpPr/>
          <p:nvPr/>
        </p:nvSpPr>
        <p:spPr>
          <a:xfrm>
            <a:off x="178992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6" name=""/>
          <p:cNvSpPr/>
          <p:nvPr/>
        </p:nvSpPr>
        <p:spPr>
          <a:xfrm>
            <a:off x="181440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7" name=""/>
          <p:cNvSpPr/>
          <p:nvPr/>
        </p:nvSpPr>
        <p:spPr>
          <a:xfrm>
            <a:off x="181440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8" name=""/>
          <p:cNvSpPr/>
          <p:nvPr/>
        </p:nvSpPr>
        <p:spPr>
          <a:xfrm>
            <a:off x="183888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9" name=""/>
          <p:cNvSpPr/>
          <p:nvPr/>
        </p:nvSpPr>
        <p:spPr>
          <a:xfrm>
            <a:off x="183888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0" name=""/>
          <p:cNvSpPr/>
          <p:nvPr/>
        </p:nvSpPr>
        <p:spPr>
          <a:xfrm>
            <a:off x="186336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1" name=""/>
          <p:cNvSpPr/>
          <p:nvPr/>
        </p:nvSpPr>
        <p:spPr>
          <a:xfrm>
            <a:off x="186336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2" name=""/>
          <p:cNvSpPr/>
          <p:nvPr/>
        </p:nvSpPr>
        <p:spPr>
          <a:xfrm>
            <a:off x="188784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3" name=""/>
          <p:cNvSpPr/>
          <p:nvPr/>
        </p:nvSpPr>
        <p:spPr>
          <a:xfrm>
            <a:off x="188784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4" name=""/>
          <p:cNvSpPr/>
          <p:nvPr/>
        </p:nvSpPr>
        <p:spPr>
          <a:xfrm>
            <a:off x="1912320" y="461988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5" name=""/>
          <p:cNvSpPr/>
          <p:nvPr/>
        </p:nvSpPr>
        <p:spPr>
          <a:xfrm>
            <a:off x="1912320" y="461988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6" name=""/>
          <p:cNvSpPr/>
          <p:nvPr/>
        </p:nvSpPr>
        <p:spPr>
          <a:xfrm>
            <a:off x="193644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7" name=""/>
          <p:cNvSpPr/>
          <p:nvPr/>
        </p:nvSpPr>
        <p:spPr>
          <a:xfrm>
            <a:off x="193644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8" name=""/>
          <p:cNvSpPr/>
          <p:nvPr/>
        </p:nvSpPr>
        <p:spPr>
          <a:xfrm>
            <a:off x="196092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9" name=""/>
          <p:cNvSpPr/>
          <p:nvPr/>
        </p:nvSpPr>
        <p:spPr>
          <a:xfrm>
            <a:off x="196092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0" name=""/>
          <p:cNvSpPr/>
          <p:nvPr/>
        </p:nvSpPr>
        <p:spPr>
          <a:xfrm>
            <a:off x="198540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1" name=""/>
          <p:cNvSpPr/>
          <p:nvPr/>
        </p:nvSpPr>
        <p:spPr>
          <a:xfrm>
            <a:off x="198540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2" name=""/>
          <p:cNvSpPr/>
          <p:nvPr/>
        </p:nvSpPr>
        <p:spPr>
          <a:xfrm>
            <a:off x="200988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3" name=""/>
          <p:cNvSpPr/>
          <p:nvPr/>
        </p:nvSpPr>
        <p:spPr>
          <a:xfrm>
            <a:off x="200988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4" name=""/>
          <p:cNvSpPr/>
          <p:nvPr/>
        </p:nvSpPr>
        <p:spPr>
          <a:xfrm>
            <a:off x="203436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5" name=""/>
          <p:cNvSpPr/>
          <p:nvPr/>
        </p:nvSpPr>
        <p:spPr>
          <a:xfrm>
            <a:off x="203436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6" name=""/>
          <p:cNvSpPr/>
          <p:nvPr/>
        </p:nvSpPr>
        <p:spPr>
          <a:xfrm>
            <a:off x="2058840" y="461988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7" name=""/>
          <p:cNvSpPr/>
          <p:nvPr/>
        </p:nvSpPr>
        <p:spPr>
          <a:xfrm>
            <a:off x="2058840" y="461988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8" name=""/>
          <p:cNvSpPr/>
          <p:nvPr/>
        </p:nvSpPr>
        <p:spPr>
          <a:xfrm>
            <a:off x="208296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9" name=""/>
          <p:cNvSpPr/>
          <p:nvPr/>
        </p:nvSpPr>
        <p:spPr>
          <a:xfrm>
            <a:off x="208296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0" name=""/>
          <p:cNvSpPr/>
          <p:nvPr/>
        </p:nvSpPr>
        <p:spPr>
          <a:xfrm>
            <a:off x="210744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1" name=""/>
          <p:cNvSpPr/>
          <p:nvPr/>
        </p:nvSpPr>
        <p:spPr>
          <a:xfrm>
            <a:off x="210744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2" name=""/>
          <p:cNvSpPr/>
          <p:nvPr/>
        </p:nvSpPr>
        <p:spPr>
          <a:xfrm>
            <a:off x="213192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3" name=""/>
          <p:cNvSpPr/>
          <p:nvPr/>
        </p:nvSpPr>
        <p:spPr>
          <a:xfrm>
            <a:off x="213192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4" name=""/>
          <p:cNvSpPr/>
          <p:nvPr/>
        </p:nvSpPr>
        <p:spPr>
          <a:xfrm>
            <a:off x="235188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5" name=""/>
          <p:cNvSpPr/>
          <p:nvPr/>
        </p:nvSpPr>
        <p:spPr>
          <a:xfrm>
            <a:off x="235188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6" name=""/>
          <p:cNvSpPr/>
          <p:nvPr/>
        </p:nvSpPr>
        <p:spPr>
          <a:xfrm>
            <a:off x="2400480" y="46198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7" name=""/>
          <p:cNvSpPr/>
          <p:nvPr/>
        </p:nvSpPr>
        <p:spPr>
          <a:xfrm>
            <a:off x="2400480" y="46198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8" name=""/>
          <p:cNvSpPr/>
          <p:nvPr/>
        </p:nvSpPr>
        <p:spPr>
          <a:xfrm>
            <a:off x="69084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9" name=""/>
          <p:cNvSpPr/>
          <p:nvPr/>
        </p:nvSpPr>
        <p:spPr>
          <a:xfrm>
            <a:off x="69084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0" name=""/>
          <p:cNvSpPr/>
          <p:nvPr/>
        </p:nvSpPr>
        <p:spPr>
          <a:xfrm>
            <a:off x="71532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1" name=""/>
          <p:cNvSpPr/>
          <p:nvPr/>
        </p:nvSpPr>
        <p:spPr>
          <a:xfrm>
            <a:off x="71532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2" name=""/>
          <p:cNvSpPr/>
          <p:nvPr/>
        </p:nvSpPr>
        <p:spPr>
          <a:xfrm>
            <a:off x="73980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3" name=""/>
          <p:cNvSpPr/>
          <p:nvPr/>
        </p:nvSpPr>
        <p:spPr>
          <a:xfrm>
            <a:off x="73980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4" name=""/>
          <p:cNvSpPr/>
          <p:nvPr/>
        </p:nvSpPr>
        <p:spPr>
          <a:xfrm>
            <a:off x="76428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5" name=""/>
          <p:cNvSpPr/>
          <p:nvPr/>
        </p:nvSpPr>
        <p:spPr>
          <a:xfrm>
            <a:off x="76428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6" name=""/>
          <p:cNvSpPr/>
          <p:nvPr/>
        </p:nvSpPr>
        <p:spPr>
          <a:xfrm>
            <a:off x="78876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7" name=""/>
          <p:cNvSpPr/>
          <p:nvPr/>
        </p:nvSpPr>
        <p:spPr>
          <a:xfrm>
            <a:off x="78876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8" name=""/>
          <p:cNvSpPr/>
          <p:nvPr/>
        </p:nvSpPr>
        <p:spPr>
          <a:xfrm>
            <a:off x="813240" y="45954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9" name=""/>
          <p:cNvSpPr/>
          <p:nvPr/>
        </p:nvSpPr>
        <p:spPr>
          <a:xfrm>
            <a:off x="813240" y="45954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0" name=""/>
          <p:cNvSpPr/>
          <p:nvPr/>
        </p:nvSpPr>
        <p:spPr>
          <a:xfrm>
            <a:off x="83736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1" name=""/>
          <p:cNvSpPr/>
          <p:nvPr/>
        </p:nvSpPr>
        <p:spPr>
          <a:xfrm>
            <a:off x="83736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2" name=""/>
          <p:cNvSpPr/>
          <p:nvPr/>
        </p:nvSpPr>
        <p:spPr>
          <a:xfrm>
            <a:off x="86184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3" name=""/>
          <p:cNvSpPr/>
          <p:nvPr/>
        </p:nvSpPr>
        <p:spPr>
          <a:xfrm>
            <a:off x="86184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4" name=""/>
          <p:cNvSpPr/>
          <p:nvPr/>
        </p:nvSpPr>
        <p:spPr>
          <a:xfrm>
            <a:off x="88632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5" name=""/>
          <p:cNvSpPr/>
          <p:nvPr/>
        </p:nvSpPr>
        <p:spPr>
          <a:xfrm>
            <a:off x="88632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6" name=""/>
          <p:cNvSpPr/>
          <p:nvPr/>
        </p:nvSpPr>
        <p:spPr>
          <a:xfrm>
            <a:off x="91080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7" name=""/>
          <p:cNvSpPr/>
          <p:nvPr/>
        </p:nvSpPr>
        <p:spPr>
          <a:xfrm>
            <a:off x="91080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8" name=""/>
          <p:cNvSpPr/>
          <p:nvPr/>
        </p:nvSpPr>
        <p:spPr>
          <a:xfrm>
            <a:off x="93528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49" name=""/>
          <p:cNvSpPr/>
          <p:nvPr/>
        </p:nvSpPr>
        <p:spPr>
          <a:xfrm>
            <a:off x="93528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0" name=""/>
          <p:cNvSpPr/>
          <p:nvPr/>
        </p:nvSpPr>
        <p:spPr>
          <a:xfrm>
            <a:off x="95976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1" name=""/>
          <p:cNvSpPr/>
          <p:nvPr/>
        </p:nvSpPr>
        <p:spPr>
          <a:xfrm>
            <a:off x="95976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2" name=""/>
          <p:cNvSpPr/>
          <p:nvPr/>
        </p:nvSpPr>
        <p:spPr>
          <a:xfrm>
            <a:off x="984240" y="45954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3" name=""/>
          <p:cNvSpPr/>
          <p:nvPr/>
        </p:nvSpPr>
        <p:spPr>
          <a:xfrm>
            <a:off x="984240" y="45954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4" name=""/>
          <p:cNvSpPr/>
          <p:nvPr/>
        </p:nvSpPr>
        <p:spPr>
          <a:xfrm>
            <a:off x="100836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5" name=""/>
          <p:cNvSpPr/>
          <p:nvPr/>
        </p:nvSpPr>
        <p:spPr>
          <a:xfrm>
            <a:off x="100836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6" name=""/>
          <p:cNvSpPr/>
          <p:nvPr/>
        </p:nvSpPr>
        <p:spPr>
          <a:xfrm>
            <a:off x="103284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7" name=""/>
          <p:cNvSpPr/>
          <p:nvPr/>
        </p:nvSpPr>
        <p:spPr>
          <a:xfrm>
            <a:off x="103284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8" name=""/>
          <p:cNvSpPr/>
          <p:nvPr/>
        </p:nvSpPr>
        <p:spPr>
          <a:xfrm>
            <a:off x="105732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9" name=""/>
          <p:cNvSpPr/>
          <p:nvPr/>
        </p:nvSpPr>
        <p:spPr>
          <a:xfrm>
            <a:off x="105732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0" name=""/>
          <p:cNvSpPr/>
          <p:nvPr/>
        </p:nvSpPr>
        <p:spPr>
          <a:xfrm>
            <a:off x="1130760" y="45954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1" name=""/>
          <p:cNvSpPr/>
          <p:nvPr/>
        </p:nvSpPr>
        <p:spPr>
          <a:xfrm>
            <a:off x="1130760" y="45954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2" name=""/>
          <p:cNvSpPr/>
          <p:nvPr/>
        </p:nvSpPr>
        <p:spPr>
          <a:xfrm>
            <a:off x="120384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3" name=""/>
          <p:cNvSpPr/>
          <p:nvPr/>
        </p:nvSpPr>
        <p:spPr>
          <a:xfrm>
            <a:off x="120384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4" name=""/>
          <p:cNvSpPr/>
          <p:nvPr/>
        </p:nvSpPr>
        <p:spPr>
          <a:xfrm>
            <a:off x="130140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5" name=""/>
          <p:cNvSpPr/>
          <p:nvPr/>
        </p:nvSpPr>
        <p:spPr>
          <a:xfrm>
            <a:off x="130140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6" name=""/>
          <p:cNvSpPr/>
          <p:nvPr/>
        </p:nvSpPr>
        <p:spPr>
          <a:xfrm>
            <a:off x="1325880" y="4595400"/>
            <a:ext cx="21960" cy="21240"/>
          </a:xfrm>
          <a:custGeom>
            <a:avLst/>
            <a:gdLst/>
            <a:ahLst/>
            <a:rect l="0" t="0" r="r" b="b"/>
            <a:pathLst>
              <a:path w="61" h="59">
                <a:moveTo>
                  <a:pt x="61" y="30"/>
                </a:moveTo>
                <a:cubicBezTo>
                  <a:pt x="61" y="69"/>
                  <a:pt x="0" y="69"/>
                  <a:pt x="0" y="30"/>
                </a:cubicBezTo>
                <a:cubicBezTo>
                  <a:pt x="0" y="-10"/>
                  <a:pt x="61" y="-10"/>
                  <a:pt x="61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7" name=""/>
          <p:cNvSpPr/>
          <p:nvPr/>
        </p:nvSpPr>
        <p:spPr>
          <a:xfrm>
            <a:off x="1325880" y="4595400"/>
            <a:ext cx="21960" cy="21240"/>
          </a:xfrm>
          <a:custGeom>
            <a:avLst/>
            <a:gdLst/>
            <a:ahLst/>
            <a:rect l="0" t="0" r="r" b="b"/>
            <a:pathLst>
              <a:path fill="none" w="61" h="59">
                <a:moveTo>
                  <a:pt x="61" y="30"/>
                </a:moveTo>
                <a:cubicBezTo>
                  <a:pt x="61" y="69"/>
                  <a:pt x="0" y="69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8" name=""/>
          <p:cNvSpPr/>
          <p:nvPr/>
        </p:nvSpPr>
        <p:spPr>
          <a:xfrm>
            <a:off x="135036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9" name=""/>
          <p:cNvSpPr/>
          <p:nvPr/>
        </p:nvSpPr>
        <p:spPr>
          <a:xfrm>
            <a:off x="135036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0" name=""/>
          <p:cNvSpPr/>
          <p:nvPr/>
        </p:nvSpPr>
        <p:spPr>
          <a:xfrm>
            <a:off x="139932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1" name=""/>
          <p:cNvSpPr/>
          <p:nvPr/>
        </p:nvSpPr>
        <p:spPr>
          <a:xfrm>
            <a:off x="139932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2" name=""/>
          <p:cNvSpPr/>
          <p:nvPr/>
        </p:nvSpPr>
        <p:spPr>
          <a:xfrm>
            <a:off x="152136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3" name=""/>
          <p:cNvSpPr/>
          <p:nvPr/>
        </p:nvSpPr>
        <p:spPr>
          <a:xfrm>
            <a:off x="152136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4" name=""/>
          <p:cNvSpPr/>
          <p:nvPr/>
        </p:nvSpPr>
        <p:spPr>
          <a:xfrm>
            <a:off x="154584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5" name=""/>
          <p:cNvSpPr/>
          <p:nvPr/>
        </p:nvSpPr>
        <p:spPr>
          <a:xfrm>
            <a:off x="154584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6" name=""/>
          <p:cNvSpPr/>
          <p:nvPr/>
        </p:nvSpPr>
        <p:spPr>
          <a:xfrm>
            <a:off x="157032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7" name=""/>
          <p:cNvSpPr/>
          <p:nvPr/>
        </p:nvSpPr>
        <p:spPr>
          <a:xfrm>
            <a:off x="157032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8" name=""/>
          <p:cNvSpPr/>
          <p:nvPr/>
        </p:nvSpPr>
        <p:spPr>
          <a:xfrm>
            <a:off x="1594800" y="45954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9" name=""/>
          <p:cNvSpPr/>
          <p:nvPr/>
        </p:nvSpPr>
        <p:spPr>
          <a:xfrm>
            <a:off x="1594800" y="45954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0" name=""/>
          <p:cNvSpPr/>
          <p:nvPr/>
        </p:nvSpPr>
        <p:spPr>
          <a:xfrm>
            <a:off x="161892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1" name=""/>
          <p:cNvSpPr/>
          <p:nvPr/>
        </p:nvSpPr>
        <p:spPr>
          <a:xfrm>
            <a:off x="161892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2" name=""/>
          <p:cNvSpPr/>
          <p:nvPr/>
        </p:nvSpPr>
        <p:spPr>
          <a:xfrm>
            <a:off x="164340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3" name=""/>
          <p:cNvSpPr/>
          <p:nvPr/>
        </p:nvSpPr>
        <p:spPr>
          <a:xfrm>
            <a:off x="164340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4" name=""/>
          <p:cNvSpPr/>
          <p:nvPr/>
        </p:nvSpPr>
        <p:spPr>
          <a:xfrm>
            <a:off x="166788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5" name=""/>
          <p:cNvSpPr/>
          <p:nvPr/>
        </p:nvSpPr>
        <p:spPr>
          <a:xfrm>
            <a:off x="166788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6" name=""/>
          <p:cNvSpPr/>
          <p:nvPr/>
        </p:nvSpPr>
        <p:spPr>
          <a:xfrm>
            <a:off x="169236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7" name=""/>
          <p:cNvSpPr/>
          <p:nvPr/>
        </p:nvSpPr>
        <p:spPr>
          <a:xfrm>
            <a:off x="169236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8" name=""/>
          <p:cNvSpPr/>
          <p:nvPr/>
        </p:nvSpPr>
        <p:spPr>
          <a:xfrm>
            <a:off x="171684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9" name=""/>
          <p:cNvSpPr/>
          <p:nvPr/>
        </p:nvSpPr>
        <p:spPr>
          <a:xfrm>
            <a:off x="171684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0" name=""/>
          <p:cNvSpPr/>
          <p:nvPr/>
        </p:nvSpPr>
        <p:spPr>
          <a:xfrm>
            <a:off x="174132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1" name=""/>
          <p:cNvSpPr/>
          <p:nvPr/>
        </p:nvSpPr>
        <p:spPr>
          <a:xfrm>
            <a:off x="174132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2" name=""/>
          <p:cNvSpPr/>
          <p:nvPr/>
        </p:nvSpPr>
        <p:spPr>
          <a:xfrm>
            <a:off x="176544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3" name=""/>
          <p:cNvSpPr/>
          <p:nvPr/>
        </p:nvSpPr>
        <p:spPr>
          <a:xfrm>
            <a:off x="176544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4" name=""/>
          <p:cNvSpPr/>
          <p:nvPr/>
        </p:nvSpPr>
        <p:spPr>
          <a:xfrm>
            <a:off x="178992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5" name=""/>
          <p:cNvSpPr/>
          <p:nvPr/>
        </p:nvSpPr>
        <p:spPr>
          <a:xfrm>
            <a:off x="178992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6" name=""/>
          <p:cNvSpPr/>
          <p:nvPr/>
        </p:nvSpPr>
        <p:spPr>
          <a:xfrm>
            <a:off x="181440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7" name=""/>
          <p:cNvSpPr/>
          <p:nvPr/>
        </p:nvSpPr>
        <p:spPr>
          <a:xfrm>
            <a:off x="181440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8" name=""/>
          <p:cNvSpPr/>
          <p:nvPr/>
        </p:nvSpPr>
        <p:spPr>
          <a:xfrm>
            <a:off x="183888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9" name=""/>
          <p:cNvSpPr/>
          <p:nvPr/>
        </p:nvSpPr>
        <p:spPr>
          <a:xfrm>
            <a:off x="183888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0" name=""/>
          <p:cNvSpPr/>
          <p:nvPr/>
        </p:nvSpPr>
        <p:spPr>
          <a:xfrm>
            <a:off x="186336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1" name=""/>
          <p:cNvSpPr/>
          <p:nvPr/>
        </p:nvSpPr>
        <p:spPr>
          <a:xfrm>
            <a:off x="186336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2" name=""/>
          <p:cNvSpPr/>
          <p:nvPr/>
        </p:nvSpPr>
        <p:spPr>
          <a:xfrm>
            <a:off x="188784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3" name=""/>
          <p:cNvSpPr/>
          <p:nvPr/>
        </p:nvSpPr>
        <p:spPr>
          <a:xfrm>
            <a:off x="188784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4" name=""/>
          <p:cNvSpPr/>
          <p:nvPr/>
        </p:nvSpPr>
        <p:spPr>
          <a:xfrm>
            <a:off x="1912320" y="45954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5" name=""/>
          <p:cNvSpPr/>
          <p:nvPr/>
        </p:nvSpPr>
        <p:spPr>
          <a:xfrm>
            <a:off x="1912320" y="45954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6" name=""/>
          <p:cNvSpPr/>
          <p:nvPr/>
        </p:nvSpPr>
        <p:spPr>
          <a:xfrm>
            <a:off x="193644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7" name=""/>
          <p:cNvSpPr/>
          <p:nvPr/>
        </p:nvSpPr>
        <p:spPr>
          <a:xfrm>
            <a:off x="193644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8" name=""/>
          <p:cNvSpPr/>
          <p:nvPr/>
        </p:nvSpPr>
        <p:spPr>
          <a:xfrm>
            <a:off x="196092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9" name=""/>
          <p:cNvSpPr/>
          <p:nvPr/>
        </p:nvSpPr>
        <p:spPr>
          <a:xfrm>
            <a:off x="196092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0" name=""/>
          <p:cNvSpPr/>
          <p:nvPr/>
        </p:nvSpPr>
        <p:spPr>
          <a:xfrm>
            <a:off x="198540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1" name=""/>
          <p:cNvSpPr/>
          <p:nvPr/>
        </p:nvSpPr>
        <p:spPr>
          <a:xfrm>
            <a:off x="198540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2" name=""/>
          <p:cNvSpPr/>
          <p:nvPr/>
        </p:nvSpPr>
        <p:spPr>
          <a:xfrm>
            <a:off x="200988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3" name=""/>
          <p:cNvSpPr/>
          <p:nvPr/>
        </p:nvSpPr>
        <p:spPr>
          <a:xfrm>
            <a:off x="200988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4" name=""/>
          <p:cNvSpPr/>
          <p:nvPr/>
        </p:nvSpPr>
        <p:spPr>
          <a:xfrm>
            <a:off x="203436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5" name=""/>
          <p:cNvSpPr/>
          <p:nvPr/>
        </p:nvSpPr>
        <p:spPr>
          <a:xfrm>
            <a:off x="203436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6" name=""/>
          <p:cNvSpPr/>
          <p:nvPr/>
        </p:nvSpPr>
        <p:spPr>
          <a:xfrm>
            <a:off x="2058840" y="45954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7" name=""/>
          <p:cNvSpPr/>
          <p:nvPr/>
        </p:nvSpPr>
        <p:spPr>
          <a:xfrm>
            <a:off x="2058840" y="45954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8" name=""/>
          <p:cNvSpPr/>
          <p:nvPr/>
        </p:nvSpPr>
        <p:spPr>
          <a:xfrm>
            <a:off x="208296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9" name=""/>
          <p:cNvSpPr/>
          <p:nvPr/>
        </p:nvSpPr>
        <p:spPr>
          <a:xfrm>
            <a:off x="208296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0" name=""/>
          <p:cNvSpPr/>
          <p:nvPr/>
        </p:nvSpPr>
        <p:spPr>
          <a:xfrm>
            <a:off x="210744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1" name=""/>
          <p:cNvSpPr/>
          <p:nvPr/>
        </p:nvSpPr>
        <p:spPr>
          <a:xfrm>
            <a:off x="210744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2" name=""/>
          <p:cNvSpPr/>
          <p:nvPr/>
        </p:nvSpPr>
        <p:spPr>
          <a:xfrm>
            <a:off x="213192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3" name=""/>
          <p:cNvSpPr/>
          <p:nvPr/>
        </p:nvSpPr>
        <p:spPr>
          <a:xfrm>
            <a:off x="213192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4" name=""/>
          <p:cNvSpPr/>
          <p:nvPr/>
        </p:nvSpPr>
        <p:spPr>
          <a:xfrm>
            <a:off x="215640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5" name=""/>
          <p:cNvSpPr/>
          <p:nvPr/>
        </p:nvSpPr>
        <p:spPr>
          <a:xfrm>
            <a:off x="215640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6" name=""/>
          <p:cNvSpPr/>
          <p:nvPr/>
        </p:nvSpPr>
        <p:spPr>
          <a:xfrm>
            <a:off x="235188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7" name=""/>
          <p:cNvSpPr/>
          <p:nvPr/>
        </p:nvSpPr>
        <p:spPr>
          <a:xfrm>
            <a:off x="235188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8" name=""/>
          <p:cNvSpPr/>
          <p:nvPr/>
        </p:nvSpPr>
        <p:spPr>
          <a:xfrm>
            <a:off x="240048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29" name=""/>
          <p:cNvSpPr/>
          <p:nvPr/>
        </p:nvSpPr>
        <p:spPr>
          <a:xfrm>
            <a:off x="240048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0" name=""/>
          <p:cNvSpPr/>
          <p:nvPr/>
        </p:nvSpPr>
        <p:spPr>
          <a:xfrm>
            <a:off x="242496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1" name=""/>
          <p:cNvSpPr/>
          <p:nvPr/>
        </p:nvSpPr>
        <p:spPr>
          <a:xfrm>
            <a:off x="242496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2" name=""/>
          <p:cNvSpPr/>
          <p:nvPr/>
        </p:nvSpPr>
        <p:spPr>
          <a:xfrm>
            <a:off x="244944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3" name=""/>
          <p:cNvSpPr/>
          <p:nvPr/>
        </p:nvSpPr>
        <p:spPr>
          <a:xfrm>
            <a:off x="244944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4" name=""/>
          <p:cNvSpPr/>
          <p:nvPr/>
        </p:nvSpPr>
        <p:spPr>
          <a:xfrm>
            <a:off x="2473920" y="45954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5" name=""/>
          <p:cNvSpPr/>
          <p:nvPr/>
        </p:nvSpPr>
        <p:spPr>
          <a:xfrm>
            <a:off x="2473920" y="45954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6" name=""/>
          <p:cNvSpPr/>
          <p:nvPr/>
        </p:nvSpPr>
        <p:spPr>
          <a:xfrm>
            <a:off x="64224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7" name=""/>
          <p:cNvSpPr/>
          <p:nvPr/>
        </p:nvSpPr>
        <p:spPr>
          <a:xfrm>
            <a:off x="64224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8" name=""/>
          <p:cNvSpPr/>
          <p:nvPr/>
        </p:nvSpPr>
        <p:spPr>
          <a:xfrm>
            <a:off x="69084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9" name=""/>
          <p:cNvSpPr/>
          <p:nvPr/>
        </p:nvSpPr>
        <p:spPr>
          <a:xfrm>
            <a:off x="69084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0" name=""/>
          <p:cNvSpPr/>
          <p:nvPr/>
        </p:nvSpPr>
        <p:spPr>
          <a:xfrm>
            <a:off x="71532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1" name=""/>
          <p:cNvSpPr/>
          <p:nvPr/>
        </p:nvSpPr>
        <p:spPr>
          <a:xfrm>
            <a:off x="71532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2" name=""/>
          <p:cNvSpPr/>
          <p:nvPr/>
        </p:nvSpPr>
        <p:spPr>
          <a:xfrm>
            <a:off x="73980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3" name=""/>
          <p:cNvSpPr/>
          <p:nvPr/>
        </p:nvSpPr>
        <p:spPr>
          <a:xfrm>
            <a:off x="73980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4" name=""/>
          <p:cNvSpPr/>
          <p:nvPr/>
        </p:nvSpPr>
        <p:spPr>
          <a:xfrm>
            <a:off x="76428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5" name=""/>
          <p:cNvSpPr/>
          <p:nvPr/>
        </p:nvSpPr>
        <p:spPr>
          <a:xfrm>
            <a:off x="76428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6" name=""/>
          <p:cNvSpPr/>
          <p:nvPr/>
        </p:nvSpPr>
        <p:spPr>
          <a:xfrm>
            <a:off x="78876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7" name=""/>
          <p:cNvSpPr/>
          <p:nvPr/>
        </p:nvSpPr>
        <p:spPr>
          <a:xfrm>
            <a:off x="78876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8" name=""/>
          <p:cNvSpPr/>
          <p:nvPr/>
        </p:nvSpPr>
        <p:spPr>
          <a:xfrm>
            <a:off x="813240" y="457128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49" name=""/>
          <p:cNvSpPr/>
          <p:nvPr/>
        </p:nvSpPr>
        <p:spPr>
          <a:xfrm>
            <a:off x="813240" y="457128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0" name=""/>
          <p:cNvSpPr/>
          <p:nvPr/>
        </p:nvSpPr>
        <p:spPr>
          <a:xfrm>
            <a:off x="83736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1" name=""/>
          <p:cNvSpPr/>
          <p:nvPr/>
        </p:nvSpPr>
        <p:spPr>
          <a:xfrm>
            <a:off x="83736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2" name=""/>
          <p:cNvSpPr/>
          <p:nvPr/>
        </p:nvSpPr>
        <p:spPr>
          <a:xfrm>
            <a:off x="86184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3" name=""/>
          <p:cNvSpPr/>
          <p:nvPr/>
        </p:nvSpPr>
        <p:spPr>
          <a:xfrm>
            <a:off x="86184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4" name=""/>
          <p:cNvSpPr/>
          <p:nvPr/>
        </p:nvSpPr>
        <p:spPr>
          <a:xfrm>
            <a:off x="88632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5" name=""/>
          <p:cNvSpPr/>
          <p:nvPr/>
        </p:nvSpPr>
        <p:spPr>
          <a:xfrm>
            <a:off x="88632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6" name=""/>
          <p:cNvSpPr/>
          <p:nvPr/>
        </p:nvSpPr>
        <p:spPr>
          <a:xfrm>
            <a:off x="91080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7" name=""/>
          <p:cNvSpPr/>
          <p:nvPr/>
        </p:nvSpPr>
        <p:spPr>
          <a:xfrm>
            <a:off x="91080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8" name=""/>
          <p:cNvSpPr/>
          <p:nvPr/>
        </p:nvSpPr>
        <p:spPr>
          <a:xfrm>
            <a:off x="93528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9" name=""/>
          <p:cNvSpPr/>
          <p:nvPr/>
        </p:nvSpPr>
        <p:spPr>
          <a:xfrm>
            <a:off x="93528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0" name=""/>
          <p:cNvSpPr/>
          <p:nvPr/>
        </p:nvSpPr>
        <p:spPr>
          <a:xfrm>
            <a:off x="95976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1" name=""/>
          <p:cNvSpPr/>
          <p:nvPr/>
        </p:nvSpPr>
        <p:spPr>
          <a:xfrm>
            <a:off x="95976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2" name=""/>
          <p:cNvSpPr/>
          <p:nvPr/>
        </p:nvSpPr>
        <p:spPr>
          <a:xfrm>
            <a:off x="984240" y="457128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3" name=""/>
          <p:cNvSpPr/>
          <p:nvPr/>
        </p:nvSpPr>
        <p:spPr>
          <a:xfrm>
            <a:off x="984240" y="457128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4" name=""/>
          <p:cNvSpPr/>
          <p:nvPr/>
        </p:nvSpPr>
        <p:spPr>
          <a:xfrm>
            <a:off x="100836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5" name=""/>
          <p:cNvSpPr/>
          <p:nvPr/>
        </p:nvSpPr>
        <p:spPr>
          <a:xfrm>
            <a:off x="100836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6" name=""/>
          <p:cNvSpPr/>
          <p:nvPr/>
        </p:nvSpPr>
        <p:spPr>
          <a:xfrm>
            <a:off x="108180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7" name=""/>
          <p:cNvSpPr/>
          <p:nvPr/>
        </p:nvSpPr>
        <p:spPr>
          <a:xfrm>
            <a:off x="108180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8" name=""/>
          <p:cNvSpPr/>
          <p:nvPr/>
        </p:nvSpPr>
        <p:spPr>
          <a:xfrm>
            <a:off x="110628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9" name=""/>
          <p:cNvSpPr/>
          <p:nvPr/>
        </p:nvSpPr>
        <p:spPr>
          <a:xfrm>
            <a:off x="110628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0" name=""/>
          <p:cNvSpPr/>
          <p:nvPr/>
        </p:nvSpPr>
        <p:spPr>
          <a:xfrm>
            <a:off x="1130760" y="457128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1" name=""/>
          <p:cNvSpPr/>
          <p:nvPr/>
        </p:nvSpPr>
        <p:spPr>
          <a:xfrm>
            <a:off x="1130760" y="457128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2" name=""/>
          <p:cNvSpPr/>
          <p:nvPr/>
        </p:nvSpPr>
        <p:spPr>
          <a:xfrm>
            <a:off x="127728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3" name=""/>
          <p:cNvSpPr/>
          <p:nvPr/>
        </p:nvSpPr>
        <p:spPr>
          <a:xfrm>
            <a:off x="127728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4" name=""/>
          <p:cNvSpPr/>
          <p:nvPr/>
        </p:nvSpPr>
        <p:spPr>
          <a:xfrm>
            <a:off x="130140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5" name=""/>
          <p:cNvSpPr/>
          <p:nvPr/>
        </p:nvSpPr>
        <p:spPr>
          <a:xfrm>
            <a:off x="130140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6" name=""/>
          <p:cNvSpPr/>
          <p:nvPr/>
        </p:nvSpPr>
        <p:spPr>
          <a:xfrm>
            <a:off x="1325880" y="4571280"/>
            <a:ext cx="21960" cy="21240"/>
          </a:xfrm>
          <a:custGeom>
            <a:avLst/>
            <a:gdLst/>
            <a:ahLst/>
            <a:rect l="0" t="0" r="r" b="b"/>
            <a:pathLst>
              <a:path w="61" h="59">
                <a:moveTo>
                  <a:pt x="61" y="29"/>
                </a:moveTo>
                <a:cubicBezTo>
                  <a:pt x="61" y="69"/>
                  <a:pt x="0" y="69"/>
                  <a:pt x="0" y="29"/>
                </a:cubicBezTo>
                <a:cubicBezTo>
                  <a:pt x="0" y="-10"/>
                  <a:pt x="61" y="-10"/>
                  <a:pt x="61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7" name=""/>
          <p:cNvSpPr/>
          <p:nvPr/>
        </p:nvSpPr>
        <p:spPr>
          <a:xfrm>
            <a:off x="1325880" y="4571280"/>
            <a:ext cx="21960" cy="21240"/>
          </a:xfrm>
          <a:custGeom>
            <a:avLst/>
            <a:gdLst/>
            <a:ahLst/>
            <a:rect l="0" t="0" r="r" b="b"/>
            <a:pathLst>
              <a:path fill="none" w="61" h="59">
                <a:moveTo>
                  <a:pt x="61" y="29"/>
                </a:moveTo>
                <a:cubicBezTo>
                  <a:pt x="61" y="69"/>
                  <a:pt x="0" y="69"/>
                  <a:pt x="0" y="29"/>
                </a:cubicBezTo>
                <a:cubicBezTo>
                  <a:pt x="0" y="-10"/>
                  <a:pt x="61" y="-10"/>
                  <a:pt x="61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8" name=""/>
          <p:cNvSpPr/>
          <p:nvPr/>
        </p:nvSpPr>
        <p:spPr>
          <a:xfrm>
            <a:off x="139932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9" name=""/>
          <p:cNvSpPr/>
          <p:nvPr/>
        </p:nvSpPr>
        <p:spPr>
          <a:xfrm>
            <a:off x="139932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0" name=""/>
          <p:cNvSpPr/>
          <p:nvPr/>
        </p:nvSpPr>
        <p:spPr>
          <a:xfrm>
            <a:off x="152136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1" name=""/>
          <p:cNvSpPr/>
          <p:nvPr/>
        </p:nvSpPr>
        <p:spPr>
          <a:xfrm>
            <a:off x="152136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2" name=""/>
          <p:cNvSpPr/>
          <p:nvPr/>
        </p:nvSpPr>
        <p:spPr>
          <a:xfrm>
            <a:off x="154584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3" name=""/>
          <p:cNvSpPr/>
          <p:nvPr/>
        </p:nvSpPr>
        <p:spPr>
          <a:xfrm>
            <a:off x="154584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4" name=""/>
          <p:cNvSpPr/>
          <p:nvPr/>
        </p:nvSpPr>
        <p:spPr>
          <a:xfrm>
            <a:off x="157032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5" name=""/>
          <p:cNvSpPr/>
          <p:nvPr/>
        </p:nvSpPr>
        <p:spPr>
          <a:xfrm>
            <a:off x="157032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6" name=""/>
          <p:cNvSpPr/>
          <p:nvPr/>
        </p:nvSpPr>
        <p:spPr>
          <a:xfrm>
            <a:off x="1594800" y="457128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7" name=""/>
          <p:cNvSpPr/>
          <p:nvPr/>
        </p:nvSpPr>
        <p:spPr>
          <a:xfrm>
            <a:off x="1594800" y="457128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8" name=""/>
          <p:cNvSpPr/>
          <p:nvPr/>
        </p:nvSpPr>
        <p:spPr>
          <a:xfrm>
            <a:off x="161892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9" name=""/>
          <p:cNvSpPr/>
          <p:nvPr/>
        </p:nvSpPr>
        <p:spPr>
          <a:xfrm>
            <a:off x="161892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0" name=""/>
          <p:cNvSpPr/>
          <p:nvPr/>
        </p:nvSpPr>
        <p:spPr>
          <a:xfrm>
            <a:off x="164340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1" name=""/>
          <p:cNvSpPr/>
          <p:nvPr/>
        </p:nvSpPr>
        <p:spPr>
          <a:xfrm>
            <a:off x="164340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2" name=""/>
          <p:cNvSpPr/>
          <p:nvPr/>
        </p:nvSpPr>
        <p:spPr>
          <a:xfrm>
            <a:off x="166788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3" name=""/>
          <p:cNvSpPr/>
          <p:nvPr/>
        </p:nvSpPr>
        <p:spPr>
          <a:xfrm>
            <a:off x="166788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4" name=""/>
          <p:cNvSpPr/>
          <p:nvPr/>
        </p:nvSpPr>
        <p:spPr>
          <a:xfrm>
            <a:off x="169236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5" name=""/>
          <p:cNvSpPr/>
          <p:nvPr/>
        </p:nvSpPr>
        <p:spPr>
          <a:xfrm>
            <a:off x="169236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6" name=""/>
          <p:cNvSpPr/>
          <p:nvPr/>
        </p:nvSpPr>
        <p:spPr>
          <a:xfrm>
            <a:off x="171684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7" name=""/>
          <p:cNvSpPr/>
          <p:nvPr/>
        </p:nvSpPr>
        <p:spPr>
          <a:xfrm>
            <a:off x="171684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8" name=""/>
          <p:cNvSpPr/>
          <p:nvPr/>
        </p:nvSpPr>
        <p:spPr>
          <a:xfrm>
            <a:off x="174132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9" name=""/>
          <p:cNvSpPr/>
          <p:nvPr/>
        </p:nvSpPr>
        <p:spPr>
          <a:xfrm>
            <a:off x="174132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0" name=""/>
          <p:cNvSpPr/>
          <p:nvPr/>
        </p:nvSpPr>
        <p:spPr>
          <a:xfrm>
            <a:off x="176544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1" name=""/>
          <p:cNvSpPr/>
          <p:nvPr/>
        </p:nvSpPr>
        <p:spPr>
          <a:xfrm>
            <a:off x="176544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2" name=""/>
          <p:cNvSpPr/>
          <p:nvPr/>
        </p:nvSpPr>
        <p:spPr>
          <a:xfrm>
            <a:off x="178992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3" name=""/>
          <p:cNvSpPr/>
          <p:nvPr/>
        </p:nvSpPr>
        <p:spPr>
          <a:xfrm>
            <a:off x="178992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4" name=""/>
          <p:cNvSpPr/>
          <p:nvPr/>
        </p:nvSpPr>
        <p:spPr>
          <a:xfrm>
            <a:off x="181440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5" name=""/>
          <p:cNvSpPr/>
          <p:nvPr/>
        </p:nvSpPr>
        <p:spPr>
          <a:xfrm>
            <a:off x="181440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6" name=""/>
          <p:cNvSpPr/>
          <p:nvPr/>
        </p:nvSpPr>
        <p:spPr>
          <a:xfrm>
            <a:off x="183888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7" name=""/>
          <p:cNvSpPr/>
          <p:nvPr/>
        </p:nvSpPr>
        <p:spPr>
          <a:xfrm>
            <a:off x="183888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8" name=""/>
          <p:cNvSpPr/>
          <p:nvPr/>
        </p:nvSpPr>
        <p:spPr>
          <a:xfrm>
            <a:off x="186336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09" name=""/>
          <p:cNvSpPr/>
          <p:nvPr/>
        </p:nvSpPr>
        <p:spPr>
          <a:xfrm>
            <a:off x="186336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0" name=""/>
          <p:cNvSpPr/>
          <p:nvPr/>
        </p:nvSpPr>
        <p:spPr>
          <a:xfrm>
            <a:off x="188784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1" name=""/>
          <p:cNvSpPr/>
          <p:nvPr/>
        </p:nvSpPr>
        <p:spPr>
          <a:xfrm>
            <a:off x="188784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2" name=""/>
          <p:cNvSpPr/>
          <p:nvPr/>
        </p:nvSpPr>
        <p:spPr>
          <a:xfrm>
            <a:off x="1912320" y="457128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3" name=""/>
          <p:cNvSpPr/>
          <p:nvPr/>
        </p:nvSpPr>
        <p:spPr>
          <a:xfrm>
            <a:off x="1912320" y="457128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4" name=""/>
          <p:cNvSpPr/>
          <p:nvPr/>
        </p:nvSpPr>
        <p:spPr>
          <a:xfrm>
            <a:off x="193644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5" name=""/>
          <p:cNvSpPr/>
          <p:nvPr/>
        </p:nvSpPr>
        <p:spPr>
          <a:xfrm>
            <a:off x="193644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6" name=""/>
          <p:cNvSpPr/>
          <p:nvPr/>
        </p:nvSpPr>
        <p:spPr>
          <a:xfrm>
            <a:off x="196092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7" name=""/>
          <p:cNvSpPr/>
          <p:nvPr/>
        </p:nvSpPr>
        <p:spPr>
          <a:xfrm>
            <a:off x="196092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8" name=""/>
          <p:cNvSpPr/>
          <p:nvPr/>
        </p:nvSpPr>
        <p:spPr>
          <a:xfrm>
            <a:off x="198540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9" name=""/>
          <p:cNvSpPr/>
          <p:nvPr/>
        </p:nvSpPr>
        <p:spPr>
          <a:xfrm>
            <a:off x="198540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0" name=""/>
          <p:cNvSpPr/>
          <p:nvPr/>
        </p:nvSpPr>
        <p:spPr>
          <a:xfrm>
            <a:off x="200988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1" name=""/>
          <p:cNvSpPr/>
          <p:nvPr/>
        </p:nvSpPr>
        <p:spPr>
          <a:xfrm>
            <a:off x="200988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2" name=""/>
          <p:cNvSpPr/>
          <p:nvPr/>
        </p:nvSpPr>
        <p:spPr>
          <a:xfrm>
            <a:off x="203436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3" name=""/>
          <p:cNvSpPr/>
          <p:nvPr/>
        </p:nvSpPr>
        <p:spPr>
          <a:xfrm>
            <a:off x="203436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4" name=""/>
          <p:cNvSpPr/>
          <p:nvPr/>
        </p:nvSpPr>
        <p:spPr>
          <a:xfrm>
            <a:off x="2058840" y="457128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5" name=""/>
          <p:cNvSpPr/>
          <p:nvPr/>
        </p:nvSpPr>
        <p:spPr>
          <a:xfrm>
            <a:off x="2058840" y="457128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6" name=""/>
          <p:cNvSpPr/>
          <p:nvPr/>
        </p:nvSpPr>
        <p:spPr>
          <a:xfrm>
            <a:off x="208296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7" name=""/>
          <p:cNvSpPr/>
          <p:nvPr/>
        </p:nvSpPr>
        <p:spPr>
          <a:xfrm>
            <a:off x="208296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8" name=""/>
          <p:cNvSpPr/>
          <p:nvPr/>
        </p:nvSpPr>
        <p:spPr>
          <a:xfrm>
            <a:off x="210744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29" name=""/>
          <p:cNvSpPr/>
          <p:nvPr/>
        </p:nvSpPr>
        <p:spPr>
          <a:xfrm>
            <a:off x="210744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0" name=""/>
          <p:cNvSpPr/>
          <p:nvPr/>
        </p:nvSpPr>
        <p:spPr>
          <a:xfrm>
            <a:off x="213192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1" name=""/>
          <p:cNvSpPr/>
          <p:nvPr/>
        </p:nvSpPr>
        <p:spPr>
          <a:xfrm>
            <a:off x="213192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2" name=""/>
          <p:cNvSpPr/>
          <p:nvPr/>
        </p:nvSpPr>
        <p:spPr>
          <a:xfrm>
            <a:off x="215640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3" name=""/>
          <p:cNvSpPr/>
          <p:nvPr/>
        </p:nvSpPr>
        <p:spPr>
          <a:xfrm>
            <a:off x="215640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4" name=""/>
          <p:cNvSpPr/>
          <p:nvPr/>
        </p:nvSpPr>
        <p:spPr>
          <a:xfrm>
            <a:off x="218088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5" name=""/>
          <p:cNvSpPr/>
          <p:nvPr/>
        </p:nvSpPr>
        <p:spPr>
          <a:xfrm>
            <a:off x="218088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6" name=""/>
          <p:cNvSpPr/>
          <p:nvPr/>
        </p:nvSpPr>
        <p:spPr>
          <a:xfrm>
            <a:off x="2376360" y="457128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7" name=""/>
          <p:cNvSpPr/>
          <p:nvPr/>
        </p:nvSpPr>
        <p:spPr>
          <a:xfrm>
            <a:off x="2376360" y="457128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8" name=""/>
          <p:cNvSpPr/>
          <p:nvPr/>
        </p:nvSpPr>
        <p:spPr>
          <a:xfrm>
            <a:off x="240048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9" name=""/>
          <p:cNvSpPr/>
          <p:nvPr/>
        </p:nvSpPr>
        <p:spPr>
          <a:xfrm>
            <a:off x="240048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0" name=""/>
          <p:cNvSpPr/>
          <p:nvPr/>
        </p:nvSpPr>
        <p:spPr>
          <a:xfrm>
            <a:off x="242496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1" name=""/>
          <p:cNvSpPr/>
          <p:nvPr/>
        </p:nvSpPr>
        <p:spPr>
          <a:xfrm>
            <a:off x="242496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2" name=""/>
          <p:cNvSpPr/>
          <p:nvPr/>
        </p:nvSpPr>
        <p:spPr>
          <a:xfrm>
            <a:off x="244944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3" name=""/>
          <p:cNvSpPr/>
          <p:nvPr/>
        </p:nvSpPr>
        <p:spPr>
          <a:xfrm>
            <a:off x="244944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4" name=""/>
          <p:cNvSpPr/>
          <p:nvPr/>
        </p:nvSpPr>
        <p:spPr>
          <a:xfrm>
            <a:off x="2473920" y="4571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5" name=""/>
          <p:cNvSpPr/>
          <p:nvPr/>
        </p:nvSpPr>
        <p:spPr>
          <a:xfrm>
            <a:off x="2473920" y="4571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6" name=""/>
          <p:cNvSpPr/>
          <p:nvPr/>
        </p:nvSpPr>
        <p:spPr>
          <a:xfrm>
            <a:off x="64224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7" name=""/>
          <p:cNvSpPr/>
          <p:nvPr/>
        </p:nvSpPr>
        <p:spPr>
          <a:xfrm>
            <a:off x="64224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8" name=""/>
          <p:cNvSpPr/>
          <p:nvPr/>
        </p:nvSpPr>
        <p:spPr>
          <a:xfrm>
            <a:off x="69084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9" name=""/>
          <p:cNvSpPr/>
          <p:nvPr/>
        </p:nvSpPr>
        <p:spPr>
          <a:xfrm>
            <a:off x="69084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0" name=""/>
          <p:cNvSpPr/>
          <p:nvPr/>
        </p:nvSpPr>
        <p:spPr>
          <a:xfrm>
            <a:off x="71532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1" name=""/>
          <p:cNvSpPr/>
          <p:nvPr/>
        </p:nvSpPr>
        <p:spPr>
          <a:xfrm>
            <a:off x="71532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2" name=""/>
          <p:cNvSpPr/>
          <p:nvPr/>
        </p:nvSpPr>
        <p:spPr>
          <a:xfrm>
            <a:off x="73980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3" name=""/>
          <p:cNvSpPr/>
          <p:nvPr/>
        </p:nvSpPr>
        <p:spPr>
          <a:xfrm>
            <a:off x="73980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4" name=""/>
          <p:cNvSpPr/>
          <p:nvPr/>
        </p:nvSpPr>
        <p:spPr>
          <a:xfrm>
            <a:off x="76428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5" name=""/>
          <p:cNvSpPr/>
          <p:nvPr/>
        </p:nvSpPr>
        <p:spPr>
          <a:xfrm>
            <a:off x="76428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6" name=""/>
          <p:cNvSpPr/>
          <p:nvPr/>
        </p:nvSpPr>
        <p:spPr>
          <a:xfrm>
            <a:off x="78876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7" name=""/>
          <p:cNvSpPr/>
          <p:nvPr/>
        </p:nvSpPr>
        <p:spPr>
          <a:xfrm>
            <a:off x="78876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8" name=""/>
          <p:cNvSpPr/>
          <p:nvPr/>
        </p:nvSpPr>
        <p:spPr>
          <a:xfrm>
            <a:off x="813240" y="45468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9" name=""/>
          <p:cNvSpPr/>
          <p:nvPr/>
        </p:nvSpPr>
        <p:spPr>
          <a:xfrm>
            <a:off x="813240" y="45468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0" name=""/>
          <p:cNvSpPr/>
          <p:nvPr/>
        </p:nvSpPr>
        <p:spPr>
          <a:xfrm>
            <a:off x="83736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1" name=""/>
          <p:cNvSpPr/>
          <p:nvPr/>
        </p:nvSpPr>
        <p:spPr>
          <a:xfrm>
            <a:off x="83736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2" name=""/>
          <p:cNvSpPr/>
          <p:nvPr/>
        </p:nvSpPr>
        <p:spPr>
          <a:xfrm>
            <a:off x="86184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3" name=""/>
          <p:cNvSpPr/>
          <p:nvPr/>
        </p:nvSpPr>
        <p:spPr>
          <a:xfrm>
            <a:off x="86184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4" name=""/>
          <p:cNvSpPr/>
          <p:nvPr/>
        </p:nvSpPr>
        <p:spPr>
          <a:xfrm>
            <a:off x="88632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5" name=""/>
          <p:cNvSpPr/>
          <p:nvPr/>
        </p:nvSpPr>
        <p:spPr>
          <a:xfrm>
            <a:off x="88632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6" name=""/>
          <p:cNvSpPr/>
          <p:nvPr/>
        </p:nvSpPr>
        <p:spPr>
          <a:xfrm>
            <a:off x="91080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7" name=""/>
          <p:cNvSpPr/>
          <p:nvPr/>
        </p:nvSpPr>
        <p:spPr>
          <a:xfrm>
            <a:off x="91080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8" name=""/>
          <p:cNvSpPr/>
          <p:nvPr/>
        </p:nvSpPr>
        <p:spPr>
          <a:xfrm>
            <a:off x="93528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69" name=""/>
          <p:cNvSpPr/>
          <p:nvPr/>
        </p:nvSpPr>
        <p:spPr>
          <a:xfrm>
            <a:off x="93528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0" name=""/>
          <p:cNvSpPr/>
          <p:nvPr/>
        </p:nvSpPr>
        <p:spPr>
          <a:xfrm>
            <a:off x="95976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1" name=""/>
          <p:cNvSpPr/>
          <p:nvPr/>
        </p:nvSpPr>
        <p:spPr>
          <a:xfrm>
            <a:off x="95976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2" name=""/>
          <p:cNvSpPr/>
          <p:nvPr/>
        </p:nvSpPr>
        <p:spPr>
          <a:xfrm>
            <a:off x="984240" y="45468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3" name=""/>
          <p:cNvSpPr/>
          <p:nvPr/>
        </p:nvSpPr>
        <p:spPr>
          <a:xfrm>
            <a:off x="984240" y="45468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4" name=""/>
          <p:cNvSpPr/>
          <p:nvPr/>
        </p:nvSpPr>
        <p:spPr>
          <a:xfrm>
            <a:off x="100836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5" name=""/>
          <p:cNvSpPr/>
          <p:nvPr/>
        </p:nvSpPr>
        <p:spPr>
          <a:xfrm>
            <a:off x="100836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6" name=""/>
          <p:cNvSpPr/>
          <p:nvPr/>
        </p:nvSpPr>
        <p:spPr>
          <a:xfrm>
            <a:off x="103284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7" name=""/>
          <p:cNvSpPr/>
          <p:nvPr/>
        </p:nvSpPr>
        <p:spPr>
          <a:xfrm>
            <a:off x="103284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8" name=""/>
          <p:cNvSpPr/>
          <p:nvPr/>
        </p:nvSpPr>
        <p:spPr>
          <a:xfrm>
            <a:off x="105732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9" name=""/>
          <p:cNvSpPr/>
          <p:nvPr/>
        </p:nvSpPr>
        <p:spPr>
          <a:xfrm>
            <a:off x="105732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0" name=""/>
          <p:cNvSpPr/>
          <p:nvPr/>
        </p:nvSpPr>
        <p:spPr>
          <a:xfrm>
            <a:off x="1130760" y="45468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1" name=""/>
          <p:cNvSpPr/>
          <p:nvPr/>
        </p:nvSpPr>
        <p:spPr>
          <a:xfrm>
            <a:off x="1130760" y="45468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2" name=""/>
          <p:cNvSpPr/>
          <p:nvPr/>
        </p:nvSpPr>
        <p:spPr>
          <a:xfrm>
            <a:off x="1325880" y="4546800"/>
            <a:ext cx="21960" cy="21240"/>
          </a:xfrm>
          <a:custGeom>
            <a:avLst/>
            <a:gdLst/>
            <a:ahLst/>
            <a:rect l="0" t="0" r="r" b="b"/>
            <a:pathLst>
              <a:path w="61" h="59">
                <a:moveTo>
                  <a:pt x="61" y="29"/>
                </a:moveTo>
                <a:cubicBezTo>
                  <a:pt x="61" y="69"/>
                  <a:pt x="0" y="69"/>
                  <a:pt x="0" y="29"/>
                </a:cubicBezTo>
                <a:cubicBezTo>
                  <a:pt x="0" y="-10"/>
                  <a:pt x="61" y="-10"/>
                  <a:pt x="61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3" name=""/>
          <p:cNvSpPr/>
          <p:nvPr/>
        </p:nvSpPr>
        <p:spPr>
          <a:xfrm>
            <a:off x="1325880" y="4546800"/>
            <a:ext cx="21960" cy="21240"/>
          </a:xfrm>
          <a:custGeom>
            <a:avLst/>
            <a:gdLst/>
            <a:ahLst/>
            <a:rect l="0" t="0" r="r" b="b"/>
            <a:pathLst>
              <a:path fill="none" w="61" h="59">
                <a:moveTo>
                  <a:pt x="61" y="29"/>
                </a:moveTo>
                <a:cubicBezTo>
                  <a:pt x="61" y="69"/>
                  <a:pt x="0" y="69"/>
                  <a:pt x="0" y="29"/>
                </a:cubicBezTo>
                <a:cubicBezTo>
                  <a:pt x="0" y="-10"/>
                  <a:pt x="61" y="-10"/>
                  <a:pt x="61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4" name=""/>
          <p:cNvSpPr/>
          <p:nvPr/>
        </p:nvSpPr>
        <p:spPr>
          <a:xfrm>
            <a:off x="152136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5" name=""/>
          <p:cNvSpPr/>
          <p:nvPr/>
        </p:nvSpPr>
        <p:spPr>
          <a:xfrm>
            <a:off x="152136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6" name=""/>
          <p:cNvSpPr/>
          <p:nvPr/>
        </p:nvSpPr>
        <p:spPr>
          <a:xfrm>
            <a:off x="154584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7" name=""/>
          <p:cNvSpPr/>
          <p:nvPr/>
        </p:nvSpPr>
        <p:spPr>
          <a:xfrm>
            <a:off x="154584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8" name=""/>
          <p:cNvSpPr/>
          <p:nvPr/>
        </p:nvSpPr>
        <p:spPr>
          <a:xfrm>
            <a:off x="157032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89" name=""/>
          <p:cNvSpPr/>
          <p:nvPr/>
        </p:nvSpPr>
        <p:spPr>
          <a:xfrm>
            <a:off x="157032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0" name=""/>
          <p:cNvSpPr/>
          <p:nvPr/>
        </p:nvSpPr>
        <p:spPr>
          <a:xfrm>
            <a:off x="1594800" y="45468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1" name=""/>
          <p:cNvSpPr/>
          <p:nvPr/>
        </p:nvSpPr>
        <p:spPr>
          <a:xfrm>
            <a:off x="1594800" y="45468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2" name=""/>
          <p:cNvSpPr/>
          <p:nvPr/>
        </p:nvSpPr>
        <p:spPr>
          <a:xfrm>
            <a:off x="161892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3" name=""/>
          <p:cNvSpPr/>
          <p:nvPr/>
        </p:nvSpPr>
        <p:spPr>
          <a:xfrm>
            <a:off x="161892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4" name=""/>
          <p:cNvSpPr/>
          <p:nvPr/>
        </p:nvSpPr>
        <p:spPr>
          <a:xfrm>
            <a:off x="164340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5" name=""/>
          <p:cNvSpPr/>
          <p:nvPr/>
        </p:nvSpPr>
        <p:spPr>
          <a:xfrm>
            <a:off x="164340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6" name=""/>
          <p:cNvSpPr/>
          <p:nvPr/>
        </p:nvSpPr>
        <p:spPr>
          <a:xfrm>
            <a:off x="166788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7" name=""/>
          <p:cNvSpPr/>
          <p:nvPr/>
        </p:nvSpPr>
        <p:spPr>
          <a:xfrm>
            <a:off x="166788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8" name=""/>
          <p:cNvSpPr/>
          <p:nvPr/>
        </p:nvSpPr>
        <p:spPr>
          <a:xfrm>
            <a:off x="169236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9" name=""/>
          <p:cNvSpPr/>
          <p:nvPr/>
        </p:nvSpPr>
        <p:spPr>
          <a:xfrm>
            <a:off x="169236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0" name=""/>
          <p:cNvSpPr/>
          <p:nvPr/>
        </p:nvSpPr>
        <p:spPr>
          <a:xfrm>
            <a:off x="171684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1" name=""/>
          <p:cNvSpPr/>
          <p:nvPr/>
        </p:nvSpPr>
        <p:spPr>
          <a:xfrm>
            <a:off x="171684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2" name=""/>
          <p:cNvSpPr/>
          <p:nvPr/>
        </p:nvSpPr>
        <p:spPr>
          <a:xfrm>
            <a:off x="174132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3" name=""/>
          <p:cNvSpPr/>
          <p:nvPr/>
        </p:nvSpPr>
        <p:spPr>
          <a:xfrm>
            <a:off x="174132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4" name=""/>
          <p:cNvSpPr/>
          <p:nvPr/>
        </p:nvSpPr>
        <p:spPr>
          <a:xfrm>
            <a:off x="176544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5" name=""/>
          <p:cNvSpPr/>
          <p:nvPr/>
        </p:nvSpPr>
        <p:spPr>
          <a:xfrm>
            <a:off x="176544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6" name=""/>
          <p:cNvSpPr/>
          <p:nvPr/>
        </p:nvSpPr>
        <p:spPr>
          <a:xfrm>
            <a:off x="178992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7" name=""/>
          <p:cNvSpPr/>
          <p:nvPr/>
        </p:nvSpPr>
        <p:spPr>
          <a:xfrm>
            <a:off x="178992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8" name=""/>
          <p:cNvSpPr/>
          <p:nvPr/>
        </p:nvSpPr>
        <p:spPr>
          <a:xfrm>
            <a:off x="181440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9" name=""/>
          <p:cNvSpPr/>
          <p:nvPr/>
        </p:nvSpPr>
        <p:spPr>
          <a:xfrm>
            <a:off x="181440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0" name=""/>
          <p:cNvSpPr/>
          <p:nvPr/>
        </p:nvSpPr>
        <p:spPr>
          <a:xfrm>
            <a:off x="183888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1" name=""/>
          <p:cNvSpPr/>
          <p:nvPr/>
        </p:nvSpPr>
        <p:spPr>
          <a:xfrm>
            <a:off x="183888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2" name=""/>
          <p:cNvSpPr/>
          <p:nvPr/>
        </p:nvSpPr>
        <p:spPr>
          <a:xfrm>
            <a:off x="186336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3" name=""/>
          <p:cNvSpPr/>
          <p:nvPr/>
        </p:nvSpPr>
        <p:spPr>
          <a:xfrm>
            <a:off x="186336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4" name=""/>
          <p:cNvSpPr/>
          <p:nvPr/>
        </p:nvSpPr>
        <p:spPr>
          <a:xfrm>
            <a:off x="188784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5" name=""/>
          <p:cNvSpPr/>
          <p:nvPr/>
        </p:nvSpPr>
        <p:spPr>
          <a:xfrm>
            <a:off x="188784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6" name=""/>
          <p:cNvSpPr/>
          <p:nvPr/>
        </p:nvSpPr>
        <p:spPr>
          <a:xfrm>
            <a:off x="1912320" y="45468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7" name=""/>
          <p:cNvSpPr/>
          <p:nvPr/>
        </p:nvSpPr>
        <p:spPr>
          <a:xfrm>
            <a:off x="1912320" y="45468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8" name=""/>
          <p:cNvSpPr/>
          <p:nvPr/>
        </p:nvSpPr>
        <p:spPr>
          <a:xfrm>
            <a:off x="193644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9" name=""/>
          <p:cNvSpPr/>
          <p:nvPr/>
        </p:nvSpPr>
        <p:spPr>
          <a:xfrm>
            <a:off x="193644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0" name=""/>
          <p:cNvSpPr/>
          <p:nvPr/>
        </p:nvSpPr>
        <p:spPr>
          <a:xfrm>
            <a:off x="196092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1" name=""/>
          <p:cNvSpPr/>
          <p:nvPr/>
        </p:nvSpPr>
        <p:spPr>
          <a:xfrm>
            <a:off x="196092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2" name=""/>
          <p:cNvSpPr/>
          <p:nvPr/>
        </p:nvSpPr>
        <p:spPr>
          <a:xfrm>
            <a:off x="198540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3" name=""/>
          <p:cNvSpPr/>
          <p:nvPr/>
        </p:nvSpPr>
        <p:spPr>
          <a:xfrm>
            <a:off x="198540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4" name=""/>
          <p:cNvSpPr/>
          <p:nvPr/>
        </p:nvSpPr>
        <p:spPr>
          <a:xfrm>
            <a:off x="200988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5" name=""/>
          <p:cNvSpPr/>
          <p:nvPr/>
        </p:nvSpPr>
        <p:spPr>
          <a:xfrm>
            <a:off x="200988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6" name=""/>
          <p:cNvSpPr/>
          <p:nvPr/>
        </p:nvSpPr>
        <p:spPr>
          <a:xfrm>
            <a:off x="203436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7" name=""/>
          <p:cNvSpPr/>
          <p:nvPr/>
        </p:nvSpPr>
        <p:spPr>
          <a:xfrm>
            <a:off x="203436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8" name=""/>
          <p:cNvSpPr/>
          <p:nvPr/>
        </p:nvSpPr>
        <p:spPr>
          <a:xfrm>
            <a:off x="2058840" y="454680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9" name=""/>
          <p:cNvSpPr/>
          <p:nvPr/>
        </p:nvSpPr>
        <p:spPr>
          <a:xfrm>
            <a:off x="2058840" y="454680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0" name=""/>
          <p:cNvSpPr/>
          <p:nvPr/>
        </p:nvSpPr>
        <p:spPr>
          <a:xfrm>
            <a:off x="208296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1" name=""/>
          <p:cNvSpPr/>
          <p:nvPr/>
        </p:nvSpPr>
        <p:spPr>
          <a:xfrm>
            <a:off x="208296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2" name=""/>
          <p:cNvSpPr/>
          <p:nvPr/>
        </p:nvSpPr>
        <p:spPr>
          <a:xfrm>
            <a:off x="210744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3" name=""/>
          <p:cNvSpPr/>
          <p:nvPr/>
        </p:nvSpPr>
        <p:spPr>
          <a:xfrm>
            <a:off x="210744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4" name=""/>
          <p:cNvSpPr/>
          <p:nvPr/>
        </p:nvSpPr>
        <p:spPr>
          <a:xfrm>
            <a:off x="213192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5" name=""/>
          <p:cNvSpPr/>
          <p:nvPr/>
        </p:nvSpPr>
        <p:spPr>
          <a:xfrm>
            <a:off x="213192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6" name=""/>
          <p:cNvSpPr/>
          <p:nvPr/>
        </p:nvSpPr>
        <p:spPr>
          <a:xfrm>
            <a:off x="218088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7" name=""/>
          <p:cNvSpPr/>
          <p:nvPr/>
        </p:nvSpPr>
        <p:spPr>
          <a:xfrm>
            <a:off x="218088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8" name=""/>
          <p:cNvSpPr/>
          <p:nvPr/>
        </p:nvSpPr>
        <p:spPr>
          <a:xfrm>
            <a:off x="240048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9" name=""/>
          <p:cNvSpPr/>
          <p:nvPr/>
        </p:nvSpPr>
        <p:spPr>
          <a:xfrm>
            <a:off x="240048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0" name=""/>
          <p:cNvSpPr/>
          <p:nvPr/>
        </p:nvSpPr>
        <p:spPr>
          <a:xfrm>
            <a:off x="242496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1" name=""/>
          <p:cNvSpPr/>
          <p:nvPr/>
        </p:nvSpPr>
        <p:spPr>
          <a:xfrm>
            <a:off x="242496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2" name=""/>
          <p:cNvSpPr/>
          <p:nvPr/>
        </p:nvSpPr>
        <p:spPr>
          <a:xfrm>
            <a:off x="244944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3" name=""/>
          <p:cNvSpPr/>
          <p:nvPr/>
        </p:nvSpPr>
        <p:spPr>
          <a:xfrm>
            <a:off x="244944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4" name=""/>
          <p:cNvSpPr/>
          <p:nvPr/>
        </p:nvSpPr>
        <p:spPr>
          <a:xfrm>
            <a:off x="2644920" y="454680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5" name=""/>
          <p:cNvSpPr/>
          <p:nvPr/>
        </p:nvSpPr>
        <p:spPr>
          <a:xfrm>
            <a:off x="2644920" y="454680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6" name=""/>
          <p:cNvSpPr/>
          <p:nvPr/>
        </p:nvSpPr>
        <p:spPr>
          <a:xfrm>
            <a:off x="64224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7" name=""/>
          <p:cNvSpPr/>
          <p:nvPr/>
        </p:nvSpPr>
        <p:spPr>
          <a:xfrm>
            <a:off x="64224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8" name=""/>
          <p:cNvSpPr/>
          <p:nvPr/>
        </p:nvSpPr>
        <p:spPr>
          <a:xfrm>
            <a:off x="666720" y="452232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9" name=""/>
          <p:cNvSpPr/>
          <p:nvPr/>
        </p:nvSpPr>
        <p:spPr>
          <a:xfrm>
            <a:off x="666720" y="452232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0" name=""/>
          <p:cNvSpPr/>
          <p:nvPr/>
        </p:nvSpPr>
        <p:spPr>
          <a:xfrm>
            <a:off x="69084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1" name=""/>
          <p:cNvSpPr/>
          <p:nvPr/>
        </p:nvSpPr>
        <p:spPr>
          <a:xfrm>
            <a:off x="69084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2" name=""/>
          <p:cNvSpPr/>
          <p:nvPr/>
        </p:nvSpPr>
        <p:spPr>
          <a:xfrm>
            <a:off x="71532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3" name=""/>
          <p:cNvSpPr/>
          <p:nvPr/>
        </p:nvSpPr>
        <p:spPr>
          <a:xfrm>
            <a:off x="71532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4" name=""/>
          <p:cNvSpPr/>
          <p:nvPr/>
        </p:nvSpPr>
        <p:spPr>
          <a:xfrm>
            <a:off x="73980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5" name=""/>
          <p:cNvSpPr/>
          <p:nvPr/>
        </p:nvSpPr>
        <p:spPr>
          <a:xfrm>
            <a:off x="73980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6" name=""/>
          <p:cNvSpPr/>
          <p:nvPr/>
        </p:nvSpPr>
        <p:spPr>
          <a:xfrm>
            <a:off x="76428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7" name=""/>
          <p:cNvSpPr/>
          <p:nvPr/>
        </p:nvSpPr>
        <p:spPr>
          <a:xfrm>
            <a:off x="76428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8" name=""/>
          <p:cNvSpPr/>
          <p:nvPr/>
        </p:nvSpPr>
        <p:spPr>
          <a:xfrm>
            <a:off x="78876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9" name=""/>
          <p:cNvSpPr/>
          <p:nvPr/>
        </p:nvSpPr>
        <p:spPr>
          <a:xfrm>
            <a:off x="78876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0" name=""/>
          <p:cNvSpPr/>
          <p:nvPr/>
        </p:nvSpPr>
        <p:spPr>
          <a:xfrm>
            <a:off x="813240" y="452232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1" name=""/>
          <p:cNvSpPr/>
          <p:nvPr/>
        </p:nvSpPr>
        <p:spPr>
          <a:xfrm>
            <a:off x="813240" y="452232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2" name=""/>
          <p:cNvSpPr/>
          <p:nvPr/>
        </p:nvSpPr>
        <p:spPr>
          <a:xfrm>
            <a:off x="83736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3" name=""/>
          <p:cNvSpPr/>
          <p:nvPr/>
        </p:nvSpPr>
        <p:spPr>
          <a:xfrm>
            <a:off x="83736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4" name=""/>
          <p:cNvSpPr/>
          <p:nvPr/>
        </p:nvSpPr>
        <p:spPr>
          <a:xfrm>
            <a:off x="86184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5" name=""/>
          <p:cNvSpPr/>
          <p:nvPr/>
        </p:nvSpPr>
        <p:spPr>
          <a:xfrm>
            <a:off x="86184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6" name=""/>
          <p:cNvSpPr/>
          <p:nvPr/>
        </p:nvSpPr>
        <p:spPr>
          <a:xfrm>
            <a:off x="88632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7" name=""/>
          <p:cNvSpPr/>
          <p:nvPr/>
        </p:nvSpPr>
        <p:spPr>
          <a:xfrm>
            <a:off x="88632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8" name=""/>
          <p:cNvSpPr/>
          <p:nvPr/>
        </p:nvSpPr>
        <p:spPr>
          <a:xfrm>
            <a:off x="91080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69" name=""/>
          <p:cNvSpPr/>
          <p:nvPr/>
        </p:nvSpPr>
        <p:spPr>
          <a:xfrm>
            <a:off x="91080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0" name=""/>
          <p:cNvSpPr/>
          <p:nvPr/>
        </p:nvSpPr>
        <p:spPr>
          <a:xfrm>
            <a:off x="93528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1" name=""/>
          <p:cNvSpPr/>
          <p:nvPr/>
        </p:nvSpPr>
        <p:spPr>
          <a:xfrm>
            <a:off x="93528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2" name=""/>
          <p:cNvSpPr/>
          <p:nvPr/>
        </p:nvSpPr>
        <p:spPr>
          <a:xfrm>
            <a:off x="95976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3" name=""/>
          <p:cNvSpPr/>
          <p:nvPr/>
        </p:nvSpPr>
        <p:spPr>
          <a:xfrm>
            <a:off x="95976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4" name=""/>
          <p:cNvSpPr/>
          <p:nvPr/>
        </p:nvSpPr>
        <p:spPr>
          <a:xfrm>
            <a:off x="984240" y="452232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5" name=""/>
          <p:cNvSpPr/>
          <p:nvPr/>
        </p:nvSpPr>
        <p:spPr>
          <a:xfrm>
            <a:off x="984240" y="452232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6" name=""/>
          <p:cNvSpPr/>
          <p:nvPr/>
        </p:nvSpPr>
        <p:spPr>
          <a:xfrm>
            <a:off x="103284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7" name=""/>
          <p:cNvSpPr/>
          <p:nvPr/>
        </p:nvSpPr>
        <p:spPr>
          <a:xfrm>
            <a:off x="103284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8" name=""/>
          <p:cNvSpPr/>
          <p:nvPr/>
        </p:nvSpPr>
        <p:spPr>
          <a:xfrm>
            <a:off x="105732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9" name=""/>
          <p:cNvSpPr/>
          <p:nvPr/>
        </p:nvSpPr>
        <p:spPr>
          <a:xfrm>
            <a:off x="105732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0" name=""/>
          <p:cNvSpPr/>
          <p:nvPr/>
        </p:nvSpPr>
        <p:spPr>
          <a:xfrm>
            <a:off x="1130760" y="452232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1" name=""/>
          <p:cNvSpPr/>
          <p:nvPr/>
        </p:nvSpPr>
        <p:spPr>
          <a:xfrm>
            <a:off x="1130760" y="452232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2" name=""/>
          <p:cNvSpPr/>
          <p:nvPr/>
        </p:nvSpPr>
        <p:spPr>
          <a:xfrm>
            <a:off x="115488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3" name=""/>
          <p:cNvSpPr/>
          <p:nvPr/>
        </p:nvSpPr>
        <p:spPr>
          <a:xfrm>
            <a:off x="115488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4" name=""/>
          <p:cNvSpPr/>
          <p:nvPr/>
        </p:nvSpPr>
        <p:spPr>
          <a:xfrm>
            <a:off x="120384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5" name=""/>
          <p:cNvSpPr/>
          <p:nvPr/>
        </p:nvSpPr>
        <p:spPr>
          <a:xfrm>
            <a:off x="120384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6" name=""/>
          <p:cNvSpPr/>
          <p:nvPr/>
        </p:nvSpPr>
        <p:spPr>
          <a:xfrm>
            <a:off x="139932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7" name=""/>
          <p:cNvSpPr/>
          <p:nvPr/>
        </p:nvSpPr>
        <p:spPr>
          <a:xfrm>
            <a:off x="139932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8" name=""/>
          <p:cNvSpPr/>
          <p:nvPr/>
        </p:nvSpPr>
        <p:spPr>
          <a:xfrm>
            <a:off x="147240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89" name=""/>
          <p:cNvSpPr/>
          <p:nvPr/>
        </p:nvSpPr>
        <p:spPr>
          <a:xfrm>
            <a:off x="147240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0" name=""/>
          <p:cNvSpPr/>
          <p:nvPr/>
        </p:nvSpPr>
        <p:spPr>
          <a:xfrm>
            <a:off x="149688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1" name=""/>
          <p:cNvSpPr/>
          <p:nvPr/>
        </p:nvSpPr>
        <p:spPr>
          <a:xfrm>
            <a:off x="149688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2" name=""/>
          <p:cNvSpPr/>
          <p:nvPr/>
        </p:nvSpPr>
        <p:spPr>
          <a:xfrm>
            <a:off x="152136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3" name=""/>
          <p:cNvSpPr/>
          <p:nvPr/>
        </p:nvSpPr>
        <p:spPr>
          <a:xfrm>
            <a:off x="152136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4" name=""/>
          <p:cNvSpPr/>
          <p:nvPr/>
        </p:nvSpPr>
        <p:spPr>
          <a:xfrm>
            <a:off x="154584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5" name=""/>
          <p:cNvSpPr/>
          <p:nvPr/>
        </p:nvSpPr>
        <p:spPr>
          <a:xfrm>
            <a:off x="154584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6" name=""/>
          <p:cNvSpPr/>
          <p:nvPr/>
        </p:nvSpPr>
        <p:spPr>
          <a:xfrm>
            <a:off x="157032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7" name=""/>
          <p:cNvSpPr/>
          <p:nvPr/>
        </p:nvSpPr>
        <p:spPr>
          <a:xfrm>
            <a:off x="157032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8" name=""/>
          <p:cNvSpPr/>
          <p:nvPr/>
        </p:nvSpPr>
        <p:spPr>
          <a:xfrm>
            <a:off x="1594800" y="452232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9" name=""/>
          <p:cNvSpPr/>
          <p:nvPr/>
        </p:nvSpPr>
        <p:spPr>
          <a:xfrm>
            <a:off x="1594800" y="452232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0" name=""/>
          <p:cNvSpPr/>
          <p:nvPr/>
        </p:nvSpPr>
        <p:spPr>
          <a:xfrm>
            <a:off x="161892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01" name=""/>
          <p:cNvSpPr/>
          <p:nvPr/>
        </p:nvSpPr>
        <p:spPr>
          <a:xfrm>
            <a:off x="161892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2" name=""/>
          <p:cNvSpPr/>
          <p:nvPr/>
        </p:nvSpPr>
        <p:spPr>
          <a:xfrm>
            <a:off x="164340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03" name=""/>
          <p:cNvSpPr/>
          <p:nvPr/>
        </p:nvSpPr>
        <p:spPr>
          <a:xfrm>
            <a:off x="164340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4" name=""/>
          <p:cNvSpPr/>
          <p:nvPr/>
        </p:nvSpPr>
        <p:spPr>
          <a:xfrm>
            <a:off x="166788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05" name=""/>
          <p:cNvSpPr/>
          <p:nvPr/>
        </p:nvSpPr>
        <p:spPr>
          <a:xfrm>
            <a:off x="166788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6" name=""/>
          <p:cNvSpPr/>
          <p:nvPr/>
        </p:nvSpPr>
        <p:spPr>
          <a:xfrm>
            <a:off x="169236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07" name=""/>
          <p:cNvSpPr/>
          <p:nvPr/>
        </p:nvSpPr>
        <p:spPr>
          <a:xfrm>
            <a:off x="169236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8" name=""/>
          <p:cNvSpPr/>
          <p:nvPr/>
        </p:nvSpPr>
        <p:spPr>
          <a:xfrm>
            <a:off x="171684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09" name=""/>
          <p:cNvSpPr/>
          <p:nvPr/>
        </p:nvSpPr>
        <p:spPr>
          <a:xfrm>
            <a:off x="171684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0" name=""/>
          <p:cNvSpPr/>
          <p:nvPr/>
        </p:nvSpPr>
        <p:spPr>
          <a:xfrm>
            <a:off x="174132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1" name=""/>
          <p:cNvSpPr/>
          <p:nvPr/>
        </p:nvSpPr>
        <p:spPr>
          <a:xfrm>
            <a:off x="174132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2" name=""/>
          <p:cNvSpPr/>
          <p:nvPr/>
        </p:nvSpPr>
        <p:spPr>
          <a:xfrm>
            <a:off x="176544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3" name=""/>
          <p:cNvSpPr/>
          <p:nvPr/>
        </p:nvSpPr>
        <p:spPr>
          <a:xfrm>
            <a:off x="176544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4" name=""/>
          <p:cNvSpPr/>
          <p:nvPr/>
        </p:nvSpPr>
        <p:spPr>
          <a:xfrm>
            <a:off x="178992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5" name=""/>
          <p:cNvSpPr/>
          <p:nvPr/>
        </p:nvSpPr>
        <p:spPr>
          <a:xfrm>
            <a:off x="178992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6" name=""/>
          <p:cNvSpPr/>
          <p:nvPr/>
        </p:nvSpPr>
        <p:spPr>
          <a:xfrm>
            <a:off x="181440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7" name=""/>
          <p:cNvSpPr/>
          <p:nvPr/>
        </p:nvSpPr>
        <p:spPr>
          <a:xfrm>
            <a:off x="181440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8" name=""/>
          <p:cNvSpPr/>
          <p:nvPr/>
        </p:nvSpPr>
        <p:spPr>
          <a:xfrm>
            <a:off x="183888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9" name=""/>
          <p:cNvSpPr/>
          <p:nvPr/>
        </p:nvSpPr>
        <p:spPr>
          <a:xfrm>
            <a:off x="183888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0" name=""/>
          <p:cNvSpPr/>
          <p:nvPr/>
        </p:nvSpPr>
        <p:spPr>
          <a:xfrm>
            <a:off x="186336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21" name=""/>
          <p:cNvSpPr/>
          <p:nvPr/>
        </p:nvSpPr>
        <p:spPr>
          <a:xfrm>
            <a:off x="186336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2" name=""/>
          <p:cNvSpPr/>
          <p:nvPr/>
        </p:nvSpPr>
        <p:spPr>
          <a:xfrm>
            <a:off x="1912320" y="452232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23" name=""/>
          <p:cNvSpPr/>
          <p:nvPr/>
        </p:nvSpPr>
        <p:spPr>
          <a:xfrm>
            <a:off x="1912320" y="452232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4" name=""/>
          <p:cNvSpPr/>
          <p:nvPr/>
        </p:nvSpPr>
        <p:spPr>
          <a:xfrm>
            <a:off x="193644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25" name=""/>
          <p:cNvSpPr/>
          <p:nvPr/>
        </p:nvSpPr>
        <p:spPr>
          <a:xfrm>
            <a:off x="193644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6" name=""/>
          <p:cNvSpPr/>
          <p:nvPr/>
        </p:nvSpPr>
        <p:spPr>
          <a:xfrm>
            <a:off x="196092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27" name=""/>
          <p:cNvSpPr/>
          <p:nvPr/>
        </p:nvSpPr>
        <p:spPr>
          <a:xfrm>
            <a:off x="196092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8" name=""/>
          <p:cNvSpPr/>
          <p:nvPr/>
        </p:nvSpPr>
        <p:spPr>
          <a:xfrm>
            <a:off x="198540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29" name=""/>
          <p:cNvSpPr/>
          <p:nvPr/>
        </p:nvSpPr>
        <p:spPr>
          <a:xfrm>
            <a:off x="198540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0" name=""/>
          <p:cNvSpPr/>
          <p:nvPr/>
        </p:nvSpPr>
        <p:spPr>
          <a:xfrm>
            <a:off x="200988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1" name=""/>
          <p:cNvSpPr/>
          <p:nvPr/>
        </p:nvSpPr>
        <p:spPr>
          <a:xfrm>
            <a:off x="200988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2" name=""/>
          <p:cNvSpPr/>
          <p:nvPr/>
        </p:nvSpPr>
        <p:spPr>
          <a:xfrm>
            <a:off x="203436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3" name=""/>
          <p:cNvSpPr/>
          <p:nvPr/>
        </p:nvSpPr>
        <p:spPr>
          <a:xfrm>
            <a:off x="203436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4" name=""/>
          <p:cNvSpPr/>
          <p:nvPr/>
        </p:nvSpPr>
        <p:spPr>
          <a:xfrm>
            <a:off x="2058840" y="452232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5" name=""/>
          <p:cNvSpPr/>
          <p:nvPr/>
        </p:nvSpPr>
        <p:spPr>
          <a:xfrm>
            <a:off x="2058840" y="452232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6" name=""/>
          <p:cNvSpPr/>
          <p:nvPr/>
        </p:nvSpPr>
        <p:spPr>
          <a:xfrm>
            <a:off x="208296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7" name=""/>
          <p:cNvSpPr/>
          <p:nvPr/>
        </p:nvSpPr>
        <p:spPr>
          <a:xfrm>
            <a:off x="208296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8" name=""/>
          <p:cNvSpPr/>
          <p:nvPr/>
        </p:nvSpPr>
        <p:spPr>
          <a:xfrm>
            <a:off x="210744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9" name=""/>
          <p:cNvSpPr/>
          <p:nvPr/>
        </p:nvSpPr>
        <p:spPr>
          <a:xfrm>
            <a:off x="210744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0" name=""/>
          <p:cNvSpPr/>
          <p:nvPr/>
        </p:nvSpPr>
        <p:spPr>
          <a:xfrm>
            <a:off x="213192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1" name=""/>
          <p:cNvSpPr/>
          <p:nvPr/>
        </p:nvSpPr>
        <p:spPr>
          <a:xfrm>
            <a:off x="213192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2" name=""/>
          <p:cNvSpPr/>
          <p:nvPr/>
        </p:nvSpPr>
        <p:spPr>
          <a:xfrm>
            <a:off x="240048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3" name=""/>
          <p:cNvSpPr/>
          <p:nvPr/>
        </p:nvSpPr>
        <p:spPr>
          <a:xfrm>
            <a:off x="240048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4" name=""/>
          <p:cNvSpPr/>
          <p:nvPr/>
        </p:nvSpPr>
        <p:spPr>
          <a:xfrm>
            <a:off x="242496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5" name=""/>
          <p:cNvSpPr/>
          <p:nvPr/>
        </p:nvSpPr>
        <p:spPr>
          <a:xfrm>
            <a:off x="242496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6" name=""/>
          <p:cNvSpPr/>
          <p:nvPr/>
        </p:nvSpPr>
        <p:spPr>
          <a:xfrm>
            <a:off x="2449440" y="4522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7" name=""/>
          <p:cNvSpPr/>
          <p:nvPr/>
        </p:nvSpPr>
        <p:spPr>
          <a:xfrm>
            <a:off x="2449440" y="4522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8" name=""/>
          <p:cNvSpPr/>
          <p:nvPr/>
        </p:nvSpPr>
        <p:spPr>
          <a:xfrm>
            <a:off x="2522880" y="452232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49" name=""/>
          <p:cNvSpPr/>
          <p:nvPr/>
        </p:nvSpPr>
        <p:spPr>
          <a:xfrm>
            <a:off x="2522880" y="452232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0" name=""/>
          <p:cNvSpPr/>
          <p:nvPr/>
        </p:nvSpPr>
        <p:spPr>
          <a:xfrm>
            <a:off x="64224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1" name=""/>
          <p:cNvSpPr/>
          <p:nvPr/>
        </p:nvSpPr>
        <p:spPr>
          <a:xfrm>
            <a:off x="64224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2" name=""/>
          <p:cNvSpPr/>
          <p:nvPr/>
        </p:nvSpPr>
        <p:spPr>
          <a:xfrm>
            <a:off x="666720" y="449784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3" name=""/>
          <p:cNvSpPr/>
          <p:nvPr/>
        </p:nvSpPr>
        <p:spPr>
          <a:xfrm>
            <a:off x="666720" y="449784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4" name=""/>
          <p:cNvSpPr/>
          <p:nvPr/>
        </p:nvSpPr>
        <p:spPr>
          <a:xfrm>
            <a:off x="69084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5" name=""/>
          <p:cNvSpPr/>
          <p:nvPr/>
        </p:nvSpPr>
        <p:spPr>
          <a:xfrm>
            <a:off x="69084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6" name=""/>
          <p:cNvSpPr/>
          <p:nvPr/>
        </p:nvSpPr>
        <p:spPr>
          <a:xfrm>
            <a:off x="71532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7" name=""/>
          <p:cNvSpPr/>
          <p:nvPr/>
        </p:nvSpPr>
        <p:spPr>
          <a:xfrm>
            <a:off x="71532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8" name=""/>
          <p:cNvSpPr/>
          <p:nvPr/>
        </p:nvSpPr>
        <p:spPr>
          <a:xfrm>
            <a:off x="73980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9" name=""/>
          <p:cNvSpPr/>
          <p:nvPr/>
        </p:nvSpPr>
        <p:spPr>
          <a:xfrm>
            <a:off x="73980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0" name=""/>
          <p:cNvSpPr/>
          <p:nvPr/>
        </p:nvSpPr>
        <p:spPr>
          <a:xfrm>
            <a:off x="76428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1" name=""/>
          <p:cNvSpPr/>
          <p:nvPr/>
        </p:nvSpPr>
        <p:spPr>
          <a:xfrm>
            <a:off x="76428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2" name=""/>
          <p:cNvSpPr/>
          <p:nvPr/>
        </p:nvSpPr>
        <p:spPr>
          <a:xfrm>
            <a:off x="78876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3" name=""/>
          <p:cNvSpPr/>
          <p:nvPr/>
        </p:nvSpPr>
        <p:spPr>
          <a:xfrm>
            <a:off x="78876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4" name=""/>
          <p:cNvSpPr/>
          <p:nvPr/>
        </p:nvSpPr>
        <p:spPr>
          <a:xfrm>
            <a:off x="813240" y="449784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5" name=""/>
          <p:cNvSpPr/>
          <p:nvPr/>
        </p:nvSpPr>
        <p:spPr>
          <a:xfrm>
            <a:off x="813240" y="449784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6" name=""/>
          <p:cNvSpPr/>
          <p:nvPr/>
        </p:nvSpPr>
        <p:spPr>
          <a:xfrm>
            <a:off x="83736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7" name=""/>
          <p:cNvSpPr/>
          <p:nvPr/>
        </p:nvSpPr>
        <p:spPr>
          <a:xfrm>
            <a:off x="83736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8" name=""/>
          <p:cNvSpPr/>
          <p:nvPr/>
        </p:nvSpPr>
        <p:spPr>
          <a:xfrm>
            <a:off x="86184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69" name=""/>
          <p:cNvSpPr/>
          <p:nvPr/>
        </p:nvSpPr>
        <p:spPr>
          <a:xfrm>
            <a:off x="86184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0" name=""/>
          <p:cNvSpPr/>
          <p:nvPr/>
        </p:nvSpPr>
        <p:spPr>
          <a:xfrm>
            <a:off x="88632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1" name=""/>
          <p:cNvSpPr/>
          <p:nvPr/>
        </p:nvSpPr>
        <p:spPr>
          <a:xfrm>
            <a:off x="88632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2" name=""/>
          <p:cNvSpPr/>
          <p:nvPr/>
        </p:nvSpPr>
        <p:spPr>
          <a:xfrm>
            <a:off x="91080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3" name=""/>
          <p:cNvSpPr/>
          <p:nvPr/>
        </p:nvSpPr>
        <p:spPr>
          <a:xfrm>
            <a:off x="91080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4" name=""/>
          <p:cNvSpPr/>
          <p:nvPr/>
        </p:nvSpPr>
        <p:spPr>
          <a:xfrm>
            <a:off x="93528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5" name=""/>
          <p:cNvSpPr/>
          <p:nvPr/>
        </p:nvSpPr>
        <p:spPr>
          <a:xfrm>
            <a:off x="93528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6" name=""/>
          <p:cNvSpPr/>
          <p:nvPr/>
        </p:nvSpPr>
        <p:spPr>
          <a:xfrm>
            <a:off x="95976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7" name=""/>
          <p:cNvSpPr/>
          <p:nvPr/>
        </p:nvSpPr>
        <p:spPr>
          <a:xfrm>
            <a:off x="95976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8" name=""/>
          <p:cNvSpPr/>
          <p:nvPr/>
        </p:nvSpPr>
        <p:spPr>
          <a:xfrm>
            <a:off x="984240" y="449784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9" name=""/>
          <p:cNvSpPr/>
          <p:nvPr/>
        </p:nvSpPr>
        <p:spPr>
          <a:xfrm>
            <a:off x="984240" y="449784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0" name=""/>
          <p:cNvSpPr/>
          <p:nvPr/>
        </p:nvSpPr>
        <p:spPr>
          <a:xfrm>
            <a:off x="100836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1" name=""/>
          <p:cNvSpPr/>
          <p:nvPr/>
        </p:nvSpPr>
        <p:spPr>
          <a:xfrm>
            <a:off x="100836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2" name=""/>
          <p:cNvSpPr/>
          <p:nvPr/>
        </p:nvSpPr>
        <p:spPr>
          <a:xfrm>
            <a:off x="120384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3" name=""/>
          <p:cNvSpPr/>
          <p:nvPr/>
        </p:nvSpPr>
        <p:spPr>
          <a:xfrm>
            <a:off x="120384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4" name=""/>
          <p:cNvSpPr/>
          <p:nvPr/>
        </p:nvSpPr>
        <p:spPr>
          <a:xfrm>
            <a:off x="122832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5" name=""/>
          <p:cNvSpPr/>
          <p:nvPr/>
        </p:nvSpPr>
        <p:spPr>
          <a:xfrm>
            <a:off x="122832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6" name=""/>
          <p:cNvSpPr/>
          <p:nvPr/>
        </p:nvSpPr>
        <p:spPr>
          <a:xfrm>
            <a:off x="125280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7" name=""/>
          <p:cNvSpPr/>
          <p:nvPr/>
        </p:nvSpPr>
        <p:spPr>
          <a:xfrm>
            <a:off x="125280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8" name=""/>
          <p:cNvSpPr/>
          <p:nvPr/>
        </p:nvSpPr>
        <p:spPr>
          <a:xfrm>
            <a:off x="130140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89" name=""/>
          <p:cNvSpPr/>
          <p:nvPr/>
        </p:nvSpPr>
        <p:spPr>
          <a:xfrm>
            <a:off x="130140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0" name=""/>
          <p:cNvSpPr/>
          <p:nvPr/>
        </p:nvSpPr>
        <p:spPr>
          <a:xfrm>
            <a:off x="135036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1" name=""/>
          <p:cNvSpPr/>
          <p:nvPr/>
        </p:nvSpPr>
        <p:spPr>
          <a:xfrm>
            <a:off x="135036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2" name=""/>
          <p:cNvSpPr/>
          <p:nvPr/>
        </p:nvSpPr>
        <p:spPr>
          <a:xfrm>
            <a:off x="142380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3" name=""/>
          <p:cNvSpPr/>
          <p:nvPr/>
        </p:nvSpPr>
        <p:spPr>
          <a:xfrm>
            <a:off x="142380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4" name=""/>
          <p:cNvSpPr/>
          <p:nvPr/>
        </p:nvSpPr>
        <p:spPr>
          <a:xfrm>
            <a:off x="1448280" y="449784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5" name=""/>
          <p:cNvSpPr/>
          <p:nvPr/>
        </p:nvSpPr>
        <p:spPr>
          <a:xfrm>
            <a:off x="1448280" y="449784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6" name=""/>
          <p:cNvSpPr/>
          <p:nvPr/>
        </p:nvSpPr>
        <p:spPr>
          <a:xfrm>
            <a:off x="147240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7" name=""/>
          <p:cNvSpPr/>
          <p:nvPr/>
        </p:nvSpPr>
        <p:spPr>
          <a:xfrm>
            <a:off x="147240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8" name=""/>
          <p:cNvSpPr/>
          <p:nvPr/>
        </p:nvSpPr>
        <p:spPr>
          <a:xfrm>
            <a:off x="149688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9" name=""/>
          <p:cNvSpPr/>
          <p:nvPr/>
        </p:nvSpPr>
        <p:spPr>
          <a:xfrm>
            <a:off x="149688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0" name=""/>
          <p:cNvSpPr/>
          <p:nvPr/>
        </p:nvSpPr>
        <p:spPr>
          <a:xfrm>
            <a:off x="152136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1" name=""/>
          <p:cNvSpPr/>
          <p:nvPr/>
        </p:nvSpPr>
        <p:spPr>
          <a:xfrm>
            <a:off x="152136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2" name=""/>
          <p:cNvSpPr/>
          <p:nvPr/>
        </p:nvSpPr>
        <p:spPr>
          <a:xfrm>
            <a:off x="154584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3" name=""/>
          <p:cNvSpPr/>
          <p:nvPr/>
        </p:nvSpPr>
        <p:spPr>
          <a:xfrm>
            <a:off x="154584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4" name=""/>
          <p:cNvSpPr/>
          <p:nvPr/>
        </p:nvSpPr>
        <p:spPr>
          <a:xfrm>
            <a:off x="157032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5" name=""/>
          <p:cNvSpPr/>
          <p:nvPr/>
        </p:nvSpPr>
        <p:spPr>
          <a:xfrm>
            <a:off x="157032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6" name=""/>
          <p:cNvSpPr/>
          <p:nvPr/>
        </p:nvSpPr>
        <p:spPr>
          <a:xfrm>
            <a:off x="1594800" y="449784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7" name=""/>
          <p:cNvSpPr/>
          <p:nvPr/>
        </p:nvSpPr>
        <p:spPr>
          <a:xfrm>
            <a:off x="1594800" y="449784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8" name=""/>
          <p:cNvSpPr/>
          <p:nvPr/>
        </p:nvSpPr>
        <p:spPr>
          <a:xfrm>
            <a:off x="161892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09" name=""/>
          <p:cNvSpPr/>
          <p:nvPr/>
        </p:nvSpPr>
        <p:spPr>
          <a:xfrm>
            <a:off x="161892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0" name=""/>
          <p:cNvSpPr/>
          <p:nvPr/>
        </p:nvSpPr>
        <p:spPr>
          <a:xfrm>
            <a:off x="164340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1" name=""/>
          <p:cNvSpPr/>
          <p:nvPr/>
        </p:nvSpPr>
        <p:spPr>
          <a:xfrm>
            <a:off x="164340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2" name=""/>
          <p:cNvSpPr/>
          <p:nvPr/>
        </p:nvSpPr>
        <p:spPr>
          <a:xfrm>
            <a:off x="166788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3" name=""/>
          <p:cNvSpPr/>
          <p:nvPr/>
        </p:nvSpPr>
        <p:spPr>
          <a:xfrm>
            <a:off x="166788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4" name=""/>
          <p:cNvSpPr/>
          <p:nvPr/>
        </p:nvSpPr>
        <p:spPr>
          <a:xfrm>
            <a:off x="169236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5" name=""/>
          <p:cNvSpPr/>
          <p:nvPr/>
        </p:nvSpPr>
        <p:spPr>
          <a:xfrm>
            <a:off x="169236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6" name=""/>
          <p:cNvSpPr/>
          <p:nvPr/>
        </p:nvSpPr>
        <p:spPr>
          <a:xfrm>
            <a:off x="171684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7" name=""/>
          <p:cNvSpPr/>
          <p:nvPr/>
        </p:nvSpPr>
        <p:spPr>
          <a:xfrm>
            <a:off x="171684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8" name=""/>
          <p:cNvSpPr/>
          <p:nvPr/>
        </p:nvSpPr>
        <p:spPr>
          <a:xfrm>
            <a:off x="174132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9" name=""/>
          <p:cNvSpPr/>
          <p:nvPr/>
        </p:nvSpPr>
        <p:spPr>
          <a:xfrm>
            <a:off x="174132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0" name=""/>
          <p:cNvSpPr/>
          <p:nvPr/>
        </p:nvSpPr>
        <p:spPr>
          <a:xfrm>
            <a:off x="176544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1" name=""/>
          <p:cNvSpPr/>
          <p:nvPr/>
        </p:nvSpPr>
        <p:spPr>
          <a:xfrm>
            <a:off x="176544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2" name=""/>
          <p:cNvSpPr/>
          <p:nvPr/>
        </p:nvSpPr>
        <p:spPr>
          <a:xfrm>
            <a:off x="178992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3" name=""/>
          <p:cNvSpPr/>
          <p:nvPr/>
        </p:nvSpPr>
        <p:spPr>
          <a:xfrm>
            <a:off x="178992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4" name=""/>
          <p:cNvSpPr/>
          <p:nvPr/>
        </p:nvSpPr>
        <p:spPr>
          <a:xfrm>
            <a:off x="193644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5" name=""/>
          <p:cNvSpPr/>
          <p:nvPr/>
        </p:nvSpPr>
        <p:spPr>
          <a:xfrm>
            <a:off x="193644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6" name=""/>
          <p:cNvSpPr/>
          <p:nvPr/>
        </p:nvSpPr>
        <p:spPr>
          <a:xfrm>
            <a:off x="196092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7" name=""/>
          <p:cNvSpPr/>
          <p:nvPr/>
        </p:nvSpPr>
        <p:spPr>
          <a:xfrm>
            <a:off x="196092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8" name=""/>
          <p:cNvSpPr/>
          <p:nvPr/>
        </p:nvSpPr>
        <p:spPr>
          <a:xfrm>
            <a:off x="198540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29" name=""/>
          <p:cNvSpPr/>
          <p:nvPr/>
        </p:nvSpPr>
        <p:spPr>
          <a:xfrm>
            <a:off x="198540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0" name=""/>
          <p:cNvSpPr/>
          <p:nvPr/>
        </p:nvSpPr>
        <p:spPr>
          <a:xfrm>
            <a:off x="200988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1" name=""/>
          <p:cNvSpPr/>
          <p:nvPr/>
        </p:nvSpPr>
        <p:spPr>
          <a:xfrm>
            <a:off x="200988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2" name=""/>
          <p:cNvSpPr/>
          <p:nvPr/>
        </p:nvSpPr>
        <p:spPr>
          <a:xfrm>
            <a:off x="203436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3" name=""/>
          <p:cNvSpPr/>
          <p:nvPr/>
        </p:nvSpPr>
        <p:spPr>
          <a:xfrm>
            <a:off x="203436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4" name=""/>
          <p:cNvSpPr/>
          <p:nvPr/>
        </p:nvSpPr>
        <p:spPr>
          <a:xfrm>
            <a:off x="2058840" y="449784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5" name=""/>
          <p:cNvSpPr/>
          <p:nvPr/>
        </p:nvSpPr>
        <p:spPr>
          <a:xfrm>
            <a:off x="2058840" y="449784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1"/>
                </a:moveTo>
                <a:cubicBezTo>
                  <a:pt x="59" y="71"/>
                  <a:pt x="0" y="71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6" name=""/>
          <p:cNvSpPr/>
          <p:nvPr/>
        </p:nvSpPr>
        <p:spPr>
          <a:xfrm>
            <a:off x="208296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7" name=""/>
          <p:cNvSpPr/>
          <p:nvPr/>
        </p:nvSpPr>
        <p:spPr>
          <a:xfrm>
            <a:off x="208296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8" name=""/>
          <p:cNvSpPr/>
          <p:nvPr/>
        </p:nvSpPr>
        <p:spPr>
          <a:xfrm>
            <a:off x="210744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9" name=""/>
          <p:cNvSpPr/>
          <p:nvPr/>
        </p:nvSpPr>
        <p:spPr>
          <a:xfrm>
            <a:off x="210744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0" name=""/>
          <p:cNvSpPr/>
          <p:nvPr/>
        </p:nvSpPr>
        <p:spPr>
          <a:xfrm>
            <a:off x="213192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1" name=""/>
          <p:cNvSpPr/>
          <p:nvPr/>
        </p:nvSpPr>
        <p:spPr>
          <a:xfrm>
            <a:off x="213192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2" name=""/>
          <p:cNvSpPr/>
          <p:nvPr/>
        </p:nvSpPr>
        <p:spPr>
          <a:xfrm>
            <a:off x="215640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3" name=""/>
          <p:cNvSpPr/>
          <p:nvPr/>
        </p:nvSpPr>
        <p:spPr>
          <a:xfrm>
            <a:off x="215640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4" name=""/>
          <p:cNvSpPr/>
          <p:nvPr/>
        </p:nvSpPr>
        <p:spPr>
          <a:xfrm>
            <a:off x="240048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5" name=""/>
          <p:cNvSpPr/>
          <p:nvPr/>
        </p:nvSpPr>
        <p:spPr>
          <a:xfrm>
            <a:off x="240048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6" name=""/>
          <p:cNvSpPr/>
          <p:nvPr/>
        </p:nvSpPr>
        <p:spPr>
          <a:xfrm>
            <a:off x="244944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7" name=""/>
          <p:cNvSpPr/>
          <p:nvPr/>
        </p:nvSpPr>
        <p:spPr>
          <a:xfrm>
            <a:off x="244944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8" name=""/>
          <p:cNvSpPr/>
          <p:nvPr/>
        </p:nvSpPr>
        <p:spPr>
          <a:xfrm>
            <a:off x="247392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49" name=""/>
          <p:cNvSpPr/>
          <p:nvPr/>
        </p:nvSpPr>
        <p:spPr>
          <a:xfrm>
            <a:off x="247392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0" name=""/>
          <p:cNvSpPr/>
          <p:nvPr/>
        </p:nvSpPr>
        <p:spPr>
          <a:xfrm>
            <a:off x="254700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1" name=""/>
          <p:cNvSpPr/>
          <p:nvPr/>
        </p:nvSpPr>
        <p:spPr>
          <a:xfrm>
            <a:off x="254700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2" name=""/>
          <p:cNvSpPr/>
          <p:nvPr/>
        </p:nvSpPr>
        <p:spPr>
          <a:xfrm>
            <a:off x="2571480" y="449784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3" name=""/>
          <p:cNvSpPr/>
          <p:nvPr/>
        </p:nvSpPr>
        <p:spPr>
          <a:xfrm>
            <a:off x="2571480" y="449784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1"/>
                </a:moveTo>
                <a:cubicBezTo>
                  <a:pt x="60" y="71"/>
                  <a:pt x="0" y="71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4" name=""/>
          <p:cNvSpPr/>
          <p:nvPr/>
        </p:nvSpPr>
        <p:spPr>
          <a:xfrm>
            <a:off x="61776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5" name=""/>
          <p:cNvSpPr/>
          <p:nvPr/>
        </p:nvSpPr>
        <p:spPr>
          <a:xfrm>
            <a:off x="61776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6" name=""/>
          <p:cNvSpPr/>
          <p:nvPr/>
        </p:nvSpPr>
        <p:spPr>
          <a:xfrm>
            <a:off x="64224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7" name=""/>
          <p:cNvSpPr/>
          <p:nvPr/>
        </p:nvSpPr>
        <p:spPr>
          <a:xfrm>
            <a:off x="64224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8" name=""/>
          <p:cNvSpPr/>
          <p:nvPr/>
        </p:nvSpPr>
        <p:spPr>
          <a:xfrm>
            <a:off x="666720" y="447336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9" name=""/>
          <p:cNvSpPr/>
          <p:nvPr/>
        </p:nvSpPr>
        <p:spPr>
          <a:xfrm>
            <a:off x="666720" y="447336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0" name=""/>
          <p:cNvSpPr/>
          <p:nvPr/>
        </p:nvSpPr>
        <p:spPr>
          <a:xfrm>
            <a:off x="69084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1" name=""/>
          <p:cNvSpPr/>
          <p:nvPr/>
        </p:nvSpPr>
        <p:spPr>
          <a:xfrm>
            <a:off x="69084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2" name=""/>
          <p:cNvSpPr/>
          <p:nvPr/>
        </p:nvSpPr>
        <p:spPr>
          <a:xfrm>
            <a:off x="71532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3" name=""/>
          <p:cNvSpPr/>
          <p:nvPr/>
        </p:nvSpPr>
        <p:spPr>
          <a:xfrm>
            <a:off x="71532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4" name=""/>
          <p:cNvSpPr/>
          <p:nvPr/>
        </p:nvSpPr>
        <p:spPr>
          <a:xfrm>
            <a:off x="73980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5" name=""/>
          <p:cNvSpPr/>
          <p:nvPr/>
        </p:nvSpPr>
        <p:spPr>
          <a:xfrm>
            <a:off x="73980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6" name=""/>
          <p:cNvSpPr/>
          <p:nvPr/>
        </p:nvSpPr>
        <p:spPr>
          <a:xfrm>
            <a:off x="76428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7" name=""/>
          <p:cNvSpPr/>
          <p:nvPr/>
        </p:nvSpPr>
        <p:spPr>
          <a:xfrm>
            <a:off x="76428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8" name=""/>
          <p:cNvSpPr/>
          <p:nvPr/>
        </p:nvSpPr>
        <p:spPr>
          <a:xfrm>
            <a:off x="78876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69" name=""/>
          <p:cNvSpPr/>
          <p:nvPr/>
        </p:nvSpPr>
        <p:spPr>
          <a:xfrm>
            <a:off x="78876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0" name=""/>
          <p:cNvSpPr/>
          <p:nvPr/>
        </p:nvSpPr>
        <p:spPr>
          <a:xfrm>
            <a:off x="813240" y="447336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1" name=""/>
          <p:cNvSpPr/>
          <p:nvPr/>
        </p:nvSpPr>
        <p:spPr>
          <a:xfrm>
            <a:off x="813240" y="447336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2" name=""/>
          <p:cNvSpPr/>
          <p:nvPr/>
        </p:nvSpPr>
        <p:spPr>
          <a:xfrm>
            <a:off x="83736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3" name=""/>
          <p:cNvSpPr/>
          <p:nvPr/>
        </p:nvSpPr>
        <p:spPr>
          <a:xfrm>
            <a:off x="83736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4" name=""/>
          <p:cNvSpPr/>
          <p:nvPr/>
        </p:nvSpPr>
        <p:spPr>
          <a:xfrm>
            <a:off x="86184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5" name=""/>
          <p:cNvSpPr/>
          <p:nvPr/>
        </p:nvSpPr>
        <p:spPr>
          <a:xfrm>
            <a:off x="86184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6" name=""/>
          <p:cNvSpPr/>
          <p:nvPr/>
        </p:nvSpPr>
        <p:spPr>
          <a:xfrm>
            <a:off x="88632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7" name=""/>
          <p:cNvSpPr/>
          <p:nvPr/>
        </p:nvSpPr>
        <p:spPr>
          <a:xfrm>
            <a:off x="88632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8" name=""/>
          <p:cNvSpPr/>
          <p:nvPr/>
        </p:nvSpPr>
        <p:spPr>
          <a:xfrm>
            <a:off x="91080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9" name=""/>
          <p:cNvSpPr/>
          <p:nvPr/>
        </p:nvSpPr>
        <p:spPr>
          <a:xfrm>
            <a:off x="91080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0" name=""/>
          <p:cNvSpPr/>
          <p:nvPr/>
        </p:nvSpPr>
        <p:spPr>
          <a:xfrm>
            <a:off x="93528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1" name=""/>
          <p:cNvSpPr/>
          <p:nvPr/>
        </p:nvSpPr>
        <p:spPr>
          <a:xfrm>
            <a:off x="93528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2" name=""/>
          <p:cNvSpPr/>
          <p:nvPr/>
        </p:nvSpPr>
        <p:spPr>
          <a:xfrm>
            <a:off x="95976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3" name=""/>
          <p:cNvSpPr/>
          <p:nvPr/>
        </p:nvSpPr>
        <p:spPr>
          <a:xfrm>
            <a:off x="95976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4" name=""/>
          <p:cNvSpPr/>
          <p:nvPr/>
        </p:nvSpPr>
        <p:spPr>
          <a:xfrm>
            <a:off x="984240" y="447336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5" name=""/>
          <p:cNvSpPr/>
          <p:nvPr/>
        </p:nvSpPr>
        <p:spPr>
          <a:xfrm>
            <a:off x="984240" y="447336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6" name=""/>
          <p:cNvSpPr/>
          <p:nvPr/>
        </p:nvSpPr>
        <p:spPr>
          <a:xfrm>
            <a:off x="100836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7" name=""/>
          <p:cNvSpPr/>
          <p:nvPr/>
        </p:nvSpPr>
        <p:spPr>
          <a:xfrm>
            <a:off x="100836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8" name=""/>
          <p:cNvSpPr/>
          <p:nvPr/>
        </p:nvSpPr>
        <p:spPr>
          <a:xfrm>
            <a:off x="103284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9" name=""/>
          <p:cNvSpPr/>
          <p:nvPr/>
        </p:nvSpPr>
        <p:spPr>
          <a:xfrm>
            <a:off x="103284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0" name=""/>
          <p:cNvSpPr/>
          <p:nvPr/>
        </p:nvSpPr>
        <p:spPr>
          <a:xfrm>
            <a:off x="108180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1" name=""/>
          <p:cNvSpPr/>
          <p:nvPr/>
        </p:nvSpPr>
        <p:spPr>
          <a:xfrm>
            <a:off x="108180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2" name=""/>
          <p:cNvSpPr/>
          <p:nvPr/>
        </p:nvSpPr>
        <p:spPr>
          <a:xfrm>
            <a:off x="110628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3" name=""/>
          <p:cNvSpPr/>
          <p:nvPr/>
        </p:nvSpPr>
        <p:spPr>
          <a:xfrm>
            <a:off x="110628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4" name=""/>
          <p:cNvSpPr/>
          <p:nvPr/>
        </p:nvSpPr>
        <p:spPr>
          <a:xfrm>
            <a:off x="115488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5" name=""/>
          <p:cNvSpPr/>
          <p:nvPr/>
        </p:nvSpPr>
        <p:spPr>
          <a:xfrm>
            <a:off x="115488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6" name=""/>
          <p:cNvSpPr/>
          <p:nvPr/>
        </p:nvSpPr>
        <p:spPr>
          <a:xfrm>
            <a:off x="117936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7" name=""/>
          <p:cNvSpPr/>
          <p:nvPr/>
        </p:nvSpPr>
        <p:spPr>
          <a:xfrm>
            <a:off x="117936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8" name=""/>
          <p:cNvSpPr/>
          <p:nvPr/>
        </p:nvSpPr>
        <p:spPr>
          <a:xfrm>
            <a:off x="122832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9" name=""/>
          <p:cNvSpPr/>
          <p:nvPr/>
        </p:nvSpPr>
        <p:spPr>
          <a:xfrm>
            <a:off x="122832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0" name=""/>
          <p:cNvSpPr/>
          <p:nvPr/>
        </p:nvSpPr>
        <p:spPr>
          <a:xfrm>
            <a:off x="125280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1" name=""/>
          <p:cNvSpPr/>
          <p:nvPr/>
        </p:nvSpPr>
        <p:spPr>
          <a:xfrm>
            <a:off x="125280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2" name=""/>
          <p:cNvSpPr/>
          <p:nvPr/>
        </p:nvSpPr>
        <p:spPr>
          <a:xfrm>
            <a:off x="127728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3" name=""/>
          <p:cNvSpPr/>
          <p:nvPr/>
        </p:nvSpPr>
        <p:spPr>
          <a:xfrm>
            <a:off x="127728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4" name=""/>
          <p:cNvSpPr/>
          <p:nvPr/>
        </p:nvSpPr>
        <p:spPr>
          <a:xfrm>
            <a:off x="1448280" y="447336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5" name=""/>
          <p:cNvSpPr/>
          <p:nvPr/>
        </p:nvSpPr>
        <p:spPr>
          <a:xfrm>
            <a:off x="1448280" y="447336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6" name=""/>
          <p:cNvSpPr/>
          <p:nvPr/>
        </p:nvSpPr>
        <p:spPr>
          <a:xfrm>
            <a:off x="147240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7" name=""/>
          <p:cNvSpPr/>
          <p:nvPr/>
        </p:nvSpPr>
        <p:spPr>
          <a:xfrm>
            <a:off x="147240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8" name=""/>
          <p:cNvSpPr/>
          <p:nvPr/>
        </p:nvSpPr>
        <p:spPr>
          <a:xfrm>
            <a:off x="149688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9" name=""/>
          <p:cNvSpPr/>
          <p:nvPr/>
        </p:nvSpPr>
        <p:spPr>
          <a:xfrm>
            <a:off x="149688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0" name=""/>
          <p:cNvSpPr/>
          <p:nvPr/>
        </p:nvSpPr>
        <p:spPr>
          <a:xfrm>
            <a:off x="152136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1" name=""/>
          <p:cNvSpPr/>
          <p:nvPr/>
        </p:nvSpPr>
        <p:spPr>
          <a:xfrm>
            <a:off x="152136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2" name=""/>
          <p:cNvSpPr/>
          <p:nvPr/>
        </p:nvSpPr>
        <p:spPr>
          <a:xfrm>
            <a:off x="154584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3" name=""/>
          <p:cNvSpPr/>
          <p:nvPr/>
        </p:nvSpPr>
        <p:spPr>
          <a:xfrm>
            <a:off x="154584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4" name=""/>
          <p:cNvSpPr/>
          <p:nvPr/>
        </p:nvSpPr>
        <p:spPr>
          <a:xfrm>
            <a:off x="157032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5" name=""/>
          <p:cNvSpPr/>
          <p:nvPr/>
        </p:nvSpPr>
        <p:spPr>
          <a:xfrm>
            <a:off x="157032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6" name=""/>
          <p:cNvSpPr/>
          <p:nvPr/>
        </p:nvSpPr>
        <p:spPr>
          <a:xfrm>
            <a:off x="1594800" y="447336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7" name=""/>
          <p:cNvSpPr/>
          <p:nvPr/>
        </p:nvSpPr>
        <p:spPr>
          <a:xfrm>
            <a:off x="1594800" y="447336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8" name=""/>
          <p:cNvSpPr/>
          <p:nvPr/>
        </p:nvSpPr>
        <p:spPr>
          <a:xfrm>
            <a:off x="161892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9" name=""/>
          <p:cNvSpPr/>
          <p:nvPr/>
        </p:nvSpPr>
        <p:spPr>
          <a:xfrm>
            <a:off x="161892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0" name=""/>
          <p:cNvSpPr/>
          <p:nvPr/>
        </p:nvSpPr>
        <p:spPr>
          <a:xfrm>
            <a:off x="164340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1" name=""/>
          <p:cNvSpPr/>
          <p:nvPr/>
        </p:nvSpPr>
        <p:spPr>
          <a:xfrm>
            <a:off x="164340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2" name=""/>
          <p:cNvSpPr/>
          <p:nvPr/>
        </p:nvSpPr>
        <p:spPr>
          <a:xfrm>
            <a:off x="166788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3" name=""/>
          <p:cNvSpPr/>
          <p:nvPr/>
        </p:nvSpPr>
        <p:spPr>
          <a:xfrm>
            <a:off x="166788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4" name=""/>
          <p:cNvSpPr/>
          <p:nvPr/>
        </p:nvSpPr>
        <p:spPr>
          <a:xfrm>
            <a:off x="169236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5" name=""/>
          <p:cNvSpPr/>
          <p:nvPr/>
        </p:nvSpPr>
        <p:spPr>
          <a:xfrm>
            <a:off x="169236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6" name=""/>
          <p:cNvSpPr/>
          <p:nvPr/>
        </p:nvSpPr>
        <p:spPr>
          <a:xfrm>
            <a:off x="171684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7" name=""/>
          <p:cNvSpPr/>
          <p:nvPr/>
        </p:nvSpPr>
        <p:spPr>
          <a:xfrm>
            <a:off x="171684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8" name=""/>
          <p:cNvSpPr/>
          <p:nvPr/>
        </p:nvSpPr>
        <p:spPr>
          <a:xfrm>
            <a:off x="174132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9" name=""/>
          <p:cNvSpPr/>
          <p:nvPr/>
        </p:nvSpPr>
        <p:spPr>
          <a:xfrm>
            <a:off x="174132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0" name=""/>
          <p:cNvSpPr/>
          <p:nvPr/>
        </p:nvSpPr>
        <p:spPr>
          <a:xfrm>
            <a:off x="2058840" y="447336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1" name=""/>
          <p:cNvSpPr/>
          <p:nvPr/>
        </p:nvSpPr>
        <p:spPr>
          <a:xfrm>
            <a:off x="2058840" y="447336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2" name=""/>
          <p:cNvSpPr/>
          <p:nvPr/>
        </p:nvSpPr>
        <p:spPr>
          <a:xfrm>
            <a:off x="208296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3" name=""/>
          <p:cNvSpPr/>
          <p:nvPr/>
        </p:nvSpPr>
        <p:spPr>
          <a:xfrm>
            <a:off x="208296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4" name=""/>
          <p:cNvSpPr/>
          <p:nvPr/>
        </p:nvSpPr>
        <p:spPr>
          <a:xfrm>
            <a:off x="210744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5" name=""/>
          <p:cNvSpPr/>
          <p:nvPr/>
        </p:nvSpPr>
        <p:spPr>
          <a:xfrm>
            <a:off x="210744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6" name=""/>
          <p:cNvSpPr/>
          <p:nvPr/>
        </p:nvSpPr>
        <p:spPr>
          <a:xfrm>
            <a:off x="213192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7" name=""/>
          <p:cNvSpPr/>
          <p:nvPr/>
        </p:nvSpPr>
        <p:spPr>
          <a:xfrm>
            <a:off x="213192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8" name=""/>
          <p:cNvSpPr/>
          <p:nvPr/>
        </p:nvSpPr>
        <p:spPr>
          <a:xfrm>
            <a:off x="215640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9" name=""/>
          <p:cNvSpPr/>
          <p:nvPr/>
        </p:nvSpPr>
        <p:spPr>
          <a:xfrm>
            <a:off x="215640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0" name=""/>
          <p:cNvSpPr/>
          <p:nvPr/>
        </p:nvSpPr>
        <p:spPr>
          <a:xfrm>
            <a:off x="218088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1" name=""/>
          <p:cNvSpPr/>
          <p:nvPr/>
        </p:nvSpPr>
        <p:spPr>
          <a:xfrm>
            <a:off x="218088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2" name=""/>
          <p:cNvSpPr/>
          <p:nvPr/>
        </p:nvSpPr>
        <p:spPr>
          <a:xfrm>
            <a:off x="220536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3" name=""/>
          <p:cNvSpPr/>
          <p:nvPr/>
        </p:nvSpPr>
        <p:spPr>
          <a:xfrm>
            <a:off x="220536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4" name=""/>
          <p:cNvSpPr/>
          <p:nvPr/>
        </p:nvSpPr>
        <p:spPr>
          <a:xfrm>
            <a:off x="2229840" y="447336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5" name=""/>
          <p:cNvSpPr/>
          <p:nvPr/>
        </p:nvSpPr>
        <p:spPr>
          <a:xfrm>
            <a:off x="2229840" y="447336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6" name=""/>
          <p:cNvSpPr/>
          <p:nvPr/>
        </p:nvSpPr>
        <p:spPr>
          <a:xfrm>
            <a:off x="225396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7" name=""/>
          <p:cNvSpPr/>
          <p:nvPr/>
        </p:nvSpPr>
        <p:spPr>
          <a:xfrm>
            <a:off x="225396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8" name=""/>
          <p:cNvSpPr/>
          <p:nvPr/>
        </p:nvSpPr>
        <p:spPr>
          <a:xfrm>
            <a:off x="227844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9" name=""/>
          <p:cNvSpPr/>
          <p:nvPr/>
        </p:nvSpPr>
        <p:spPr>
          <a:xfrm>
            <a:off x="227844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0" name=""/>
          <p:cNvSpPr/>
          <p:nvPr/>
        </p:nvSpPr>
        <p:spPr>
          <a:xfrm>
            <a:off x="240048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1" name=""/>
          <p:cNvSpPr/>
          <p:nvPr/>
        </p:nvSpPr>
        <p:spPr>
          <a:xfrm>
            <a:off x="240048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2" name=""/>
          <p:cNvSpPr/>
          <p:nvPr/>
        </p:nvSpPr>
        <p:spPr>
          <a:xfrm>
            <a:off x="244944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3" name=""/>
          <p:cNvSpPr/>
          <p:nvPr/>
        </p:nvSpPr>
        <p:spPr>
          <a:xfrm>
            <a:off x="244944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4" name=""/>
          <p:cNvSpPr/>
          <p:nvPr/>
        </p:nvSpPr>
        <p:spPr>
          <a:xfrm>
            <a:off x="2571480" y="4473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5" name=""/>
          <p:cNvSpPr/>
          <p:nvPr/>
        </p:nvSpPr>
        <p:spPr>
          <a:xfrm>
            <a:off x="2571480" y="4473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6" name=""/>
          <p:cNvSpPr/>
          <p:nvPr/>
        </p:nvSpPr>
        <p:spPr>
          <a:xfrm>
            <a:off x="61776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7" name=""/>
          <p:cNvSpPr/>
          <p:nvPr/>
        </p:nvSpPr>
        <p:spPr>
          <a:xfrm>
            <a:off x="61776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8" name=""/>
          <p:cNvSpPr/>
          <p:nvPr/>
        </p:nvSpPr>
        <p:spPr>
          <a:xfrm>
            <a:off x="64224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9" name=""/>
          <p:cNvSpPr/>
          <p:nvPr/>
        </p:nvSpPr>
        <p:spPr>
          <a:xfrm>
            <a:off x="64224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0" name=""/>
          <p:cNvSpPr/>
          <p:nvPr/>
        </p:nvSpPr>
        <p:spPr>
          <a:xfrm>
            <a:off x="666720" y="444888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1" name=""/>
          <p:cNvSpPr/>
          <p:nvPr/>
        </p:nvSpPr>
        <p:spPr>
          <a:xfrm>
            <a:off x="666720" y="444888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2" name=""/>
          <p:cNvSpPr/>
          <p:nvPr/>
        </p:nvSpPr>
        <p:spPr>
          <a:xfrm>
            <a:off x="69084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3" name=""/>
          <p:cNvSpPr/>
          <p:nvPr/>
        </p:nvSpPr>
        <p:spPr>
          <a:xfrm>
            <a:off x="69084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4" name=""/>
          <p:cNvSpPr/>
          <p:nvPr/>
        </p:nvSpPr>
        <p:spPr>
          <a:xfrm>
            <a:off x="71532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5" name=""/>
          <p:cNvSpPr/>
          <p:nvPr/>
        </p:nvSpPr>
        <p:spPr>
          <a:xfrm>
            <a:off x="71532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6" name=""/>
          <p:cNvSpPr/>
          <p:nvPr/>
        </p:nvSpPr>
        <p:spPr>
          <a:xfrm>
            <a:off x="73980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7" name=""/>
          <p:cNvSpPr/>
          <p:nvPr/>
        </p:nvSpPr>
        <p:spPr>
          <a:xfrm>
            <a:off x="73980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8" name=""/>
          <p:cNvSpPr/>
          <p:nvPr/>
        </p:nvSpPr>
        <p:spPr>
          <a:xfrm>
            <a:off x="76428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9" name=""/>
          <p:cNvSpPr/>
          <p:nvPr/>
        </p:nvSpPr>
        <p:spPr>
          <a:xfrm>
            <a:off x="76428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0" name=""/>
          <p:cNvSpPr/>
          <p:nvPr/>
        </p:nvSpPr>
        <p:spPr>
          <a:xfrm>
            <a:off x="78876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1" name=""/>
          <p:cNvSpPr/>
          <p:nvPr/>
        </p:nvSpPr>
        <p:spPr>
          <a:xfrm>
            <a:off x="78876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2" name=""/>
          <p:cNvSpPr/>
          <p:nvPr/>
        </p:nvSpPr>
        <p:spPr>
          <a:xfrm>
            <a:off x="813240" y="444888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3" name=""/>
          <p:cNvSpPr/>
          <p:nvPr/>
        </p:nvSpPr>
        <p:spPr>
          <a:xfrm>
            <a:off x="813240" y="444888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4" name=""/>
          <p:cNvSpPr/>
          <p:nvPr/>
        </p:nvSpPr>
        <p:spPr>
          <a:xfrm>
            <a:off x="83736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5" name=""/>
          <p:cNvSpPr/>
          <p:nvPr/>
        </p:nvSpPr>
        <p:spPr>
          <a:xfrm>
            <a:off x="83736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6" name=""/>
          <p:cNvSpPr/>
          <p:nvPr/>
        </p:nvSpPr>
        <p:spPr>
          <a:xfrm>
            <a:off x="86184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7" name=""/>
          <p:cNvSpPr/>
          <p:nvPr/>
        </p:nvSpPr>
        <p:spPr>
          <a:xfrm>
            <a:off x="86184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8" name=""/>
          <p:cNvSpPr/>
          <p:nvPr/>
        </p:nvSpPr>
        <p:spPr>
          <a:xfrm>
            <a:off x="91080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9" name=""/>
          <p:cNvSpPr/>
          <p:nvPr/>
        </p:nvSpPr>
        <p:spPr>
          <a:xfrm>
            <a:off x="91080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0" name=""/>
          <p:cNvSpPr/>
          <p:nvPr/>
        </p:nvSpPr>
        <p:spPr>
          <a:xfrm>
            <a:off x="93528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1" name=""/>
          <p:cNvSpPr/>
          <p:nvPr/>
        </p:nvSpPr>
        <p:spPr>
          <a:xfrm>
            <a:off x="93528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2" name=""/>
          <p:cNvSpPr/>
          <p:nvPr/>
        </p:nvSpPr>
        <p:spPr>
          <a:xfrm>
            <a:off x="95976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3" name=""/>
          <p:cNvSpPr/>
          <p:nvPr/>
        </p:nvSpPr>
        <p:spPr>
          <a:xfrm>
            <a:off x="95976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4" name=""/>
          <p:cNvSpPr/>
          <p:nvPr/>
        </p:nvSpPr>
        <p:spPr>
          <a:xfrm>
            <a:off x="984240" y="444888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5" name=""/>
          <p:cNvSpPr/>
          <p:nvPr/>
        </p:nvSpPr>
        <p:spPr>
          <a:xfrm>
            <a:off x="984240" y="444888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6" name=""/>
          <p:cNvSpPr/>
          <p:nvPr/>
        </p:nvSpPr>
        <p:spPr>
          <a:xfrm>
            <a:off x="100836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7" name=""/>
          <p:cNvSpPr/>
          <p:nvPr/>
        </p:nvSpPr>
        <p:spPr>
          <a:xfrm>
            <a:off x="100836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8" name=""/>
          <p:cNvSpPr/>
          <p:nvPr/>
        </p:nvSpPr>
        <p:spPr>
          <a:xfrm>
            <a:off x="103284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9" name=""/>
          <p:cNvSpPr/>
          <p:nvPr/>
        </p:nvSpPr>
        <p:spPr>
          <a:xfrm>
            <a:off x="103284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0" name=""/>
          <p:cNvSpPr/>
          <p:nvPr/>
        </p:nvSpPr>
        <p:spPr>
          <a:xfrm>
            <a:off x="105732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1" name=""/>
          <p:cNvSpPr/>
          <p:nvPr/>
        </p:nvSpPr>
        <p:spPr>
          <a:xfrm>
            <a:off x="105732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2" name=""/>
          <p:cNvSpPr/>
          <p:nvPr/>
        </p:nvSpPr>
        <p:spPr>
          <a:xfrm>
            <a:off x="108180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3" name=""/>
          <p:cNvSpPr/>
          <p:nvPr/>
        </p:nvSpPr>
        <p:spPr>
          <a:xfrm>
            <a:off x="108180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4" name=""/>
          <p:cNvSpPr/>
          <p:nvPr/>
        </p:nvSpPr>
        <p:spPr>
          <a:xfrm>
            <a:off x="110628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5" name=""/>
          <p:cNvSpPr/>
          <p:nvPr/>
        </p:nvSpPr>
        <p:spPr>
          <a:xfrm>
            <a:off x="110628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6" name=""/>
          <p:cNvSpPr/>
          <p:nvPr/>
        </p:nvSpPr>
        <p:spPr>
          <a:xfrm>
            <a:off x="1130760" y="444888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7" name=""/>
          <p:cNvSpPr/>
          <p:nvPr/>
        </p:nvSpPr>
        <p:spPr>
          <a:xfrm>
            <a:off x="1130760" y="444888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8" name=""/>
          <p:cNvSpPr/>
          <p:nvPr/>
        </p:nvSpPr>
        <p:spPr>
          <a:xfrm>
            <a:off x="115488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9" name=""/>
          <p:cNvSpPr/>
          <p:nvPr/>
        </p:nvSpPr>
        <p:spPr>
          <a:xfrm>
            <a:off x="115488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0" name=""/>
          <p:cNvSpPr/>
          <p:nvPr/>
        </p:nvSpPr>
        <p:spPr>
          <a:xfrm>
            <a:off x="117936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1" name=""/>
          <p:cNvSpPr/>
          <p:nvPr/>
        </p:nvSpPr>
        <p:spPr>
          <a:xfrm>
            <a:off x="117936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2" name=""/>
          <p:cNvSpPr/>
          <p:nvPr/>
        </p:nvSpPr>
        <p:spPr>
          <a:xfrm>
            <a:off x="122832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3" name=""/>
          <p:cNvSpPr/>
          <p:nvPr/>
        </p:nvSpPr>
        <p:spPr>
          <a:xfrm>
            <a:off x="122832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4" name=""/>
          <p:cNvSpPr/>
          <p:nvPr/>
        </p:nvSpPr>
        <p:spPr>
          <a:xfrm>
            <a:off x="125280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5" name=""/>
          <p:cNvSpPr/>
          <p:nvPr/>
        </p:nvSpPr>
        <p:spPr>
          <a:xfrm>
            <a:off x="125280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6" name=""/>
          <p:cNvSpPr/>
          <p:nvPr/>
        </p:nvSpPr>
        <p:spPr>
          <a:xfrm>
            <a:off x="127728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7" name=""/>
          <p:cNvSpPr/>
          <p:nvPr/>
        </p:nvSpPr>
        <p:spPr>
          <a:xfrm>
            <a:off x="127728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8" name=""/>
          <p:cNvSpPr/>
          <p:nvPr/>
        </p:nvSpPr>
        <p:spPr>
          <a:xfrm>
            <a:off x="130140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9" name=""/>
          <p:cNvSpPr/>
          <p:nvPr/>
        </p:nvSpPr>
        <p:spPr>
          <a:xfrm>
            <a:off x="130140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0" name=""/>
          <p:cNvSpPr/>
          <p:nvPr/>
        </p:nvSpPr>
        <p:spPr>
          <a:xfrm>
            <a:off x="1325880" y="4448880"/>
            <a:ext cx="21960" cy="21240"/>
          </a:xfrm>
          <a:custGeom>
            <a:avLst/>
            <a:gdLst/>
            <a:ahLst/>
            <a:rect l="0" t="0" r="r" b="b"/>
            <a:pathLst>
              <a:path w="61" h="59">
                <a:moveTo>
                  <a:pt x="61" y="30"/>
                </a:moveTo>
                <a:cubicBezTo>
                  <a:pt x="61" y="69"/>
                  <a:pt x="0" y="69"/>
                  <a:pt x="0" y="30"/>
                </a:cubicBezTo>
                <a:cubicBezTo>
                  <a:pt x="0" y="-10"/>
                  <a:pt x="61" y="-10"/>
                  <a:pt x="61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1" name=""/>
          <p:cNvSpPr/>
          <p:nvPr/>
        </p:nvSpPr>
        <p:spPr>
          <a:xfrm>
            <a:off x="1325880" y="4448880"/>
            <a:ext cx="21960" cy="21240"/>
          </a:xfrm>
          <a:custGeom>
            <a:avLst/>
            <a:gdLst/>
            <a:ahLst/>
            <a:rect l="0" t="0" r="r" b="b"/>
            <a:pathLst>
              <a:path fill="none" w="61" h="59">
                <a:moveTo>
                  <a:pt x="61" y="30"/>
                </a:moveTo>
                <a:cubicBezTo>
                  <a:pt x="61" y="69"/>
                  <a:pt x="0" y="69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2" name=""/>
          <p:cNvSpPr/>
          <p:nvPr/>
        </p:nvSpPr>
        <p:spPr>
          <a:xfrm>
            <a:off x="135036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3" name=""/>
          <p:cNvSpPr/>
          <p:nvPr/>
        </p:nvSpPr>
        <p:spPr>
          <a:xfrm>
            <a:off x="135036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4" name=""/>
          <p:cNvSpPr/>
          <p:nvPr/>
        </p:nvSpPr>
        <p:spPr>
          <a:xfrm>
            <a:off x="1448280" y="444888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5" name=""/>
          <p:cNvSpPr/>
          <p:nvPr/>
        </p:nvSpPr>
        <p:spPr>
          <a:xfrm>
            <a:off x="1448280" y="444888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6" name=""/>
          <p:cNvSpPr/>
          <p:nvPr/>
        </p:nvSpPr>
        <p:spPr>
          <a:xfrm>
            <a:off x="147240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7" name=""/>
          <p:cNvSpPr/>
          <p:nvPr/>
        </p:nvSpPr>
        <p:spPr>
          <a:xfrm>
            <a:off x="147240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8" name=""/>
          <p:cNvSpPr/>
          <p:nvPr/>
        </p:nvSpPr>
        <p:spPr>
          <a:xfrm>
            <a:off x="149688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9" name=""/>
          <p:cNvSpPr/>
          <p:nvPr/>
        </p:nvSpPr>
        <p:spPr>
          <a:xfrm>
            <a:off x="149688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0" name=""/>
          <p:cNvSpPr/>
          <p:nvPr/>
        </p:nvSpPr>
        <p:spPr>
          <a:xfrm>
            <a:off x="152136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1" name=""/>
          <p:cNvSpPr/>
          <p:nvPr/>
        </p:nvSpPr>
        <p:spPr>
          <a:xfrm>
            <a:off x="152136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2" name=""/>
          <p:cNvSpPr/>
          <p:nvPr/>
        </p:nvSpPr>
        <p:spPr>
          <a:xfrm>
            <a:off x="154584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3" name=""/>
          <p:cNvSpPr/>
          <p:nvPr/>
        </p:nvSpPr>
        <p:spPr>
          <a:xfrm>
            <a:off x="154584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4" name=""/>
          <p:cNvSpPr/>
          <p:nvPr/>
        </p:nvSpPr>
        <p:spPr>
          <a:xfrm>
            <a:off x="157032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5" name=""/>
          <p:cNvSpPr/>
          <p:nvPr/>
        </p:nvSpPr>
        <p:spPr>
          <a:xfrm>
            <a:off x="157032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6" name=""/>
          <p:cNvSpPr/>
          <p:nvPr/>
        </p:nvSpPr>
        <p:spPr>
          <a:xfrm>
            <a:off x="210744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7" name=""/>
          <p:cNvSpPr/>
          <p:nvPr/>
        </p:nvSpPr>
        <p:spPr>
          <a:xfrm>
            <a:off x="210744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8" name=""/>
          <p:cNvSpPr/>
          <p:nvPr/>
        </p:nvSpPr>
        <p:spPr>
          <a:xfrm>
            <a:off x="213192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9" name=""/>
          <p:cNvSpPr/>
          <p:nvPr/>
        </p:nvSpPr>
        <p:spPr>
          <a:xfrm>
            <a:off x="213192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0" name=""/>
          <p:cNvSpPr/>
          <p:nvPr/>
        </p:nvSpPr>
        <p:spPr>
          <a:xfrm>
            <a:off x="215640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1" name=""/>
          <p:cNvSpPr/>
          <p:nvPr/>
        </p:nvSpPr>
        <p:spPr>
          <a:xfrm>
            <a:off x="215640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2" name=""/>
          <p:cNvSpPr/>
          <p:nvPr/>
        </p:nvSpPr>
        <p:spPr>
          <a:xfrm>
            <a:off x="218088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3" name=""/>
          <p:cNvSpPr/>
          <p:nvPr/>
        </p:nvSpPr>
        <p:spPr>
          <a:xfrm>
            <a:off x="218088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4" name=""/>
          <p:cNvSpPr/>
          <p:nvPr/>
        </p:nvSpPr>
        <p:spPr>
          <a:xfrm>
            <a:off x="220536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5" name=""/>
          <p:cNvSpPr/>
          <p:nvPr/>
        </p:nvSpPr>
        <p:spPr>
          <a:xfrm>
            <a:off x="220536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6" name=""/>
          <p:cNvSpPr/>
          <p:nvPr/>
        </p:nvSpPr>
        <p:spPr>
          <a:xfrm>
            <a:off x="2229840" y="444888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7" name=""/>
          <p:cNvSpPr/>
          <p:nvPr/>
        </p:nvSpPr>
        <p:spPr>
          <a:xfrm>
            <a:off x="2229840" y="444888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30"/>
                </a:moveTo>
                <a:cubicBezTo>
                  <a:pt x="59" y="69"/>
                  <a:pt x="0" y="69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8" name=""/>
          <p:cNvSpPr/>
          <p:nvPr/>
        </p:nvSpPr>
        <p:spPr>
          <a:xfrm>
            <a:off x="225396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9" name=""/>
          <p:cNvSpPr/>
          <p:nvPr/>
        </p:nvSpPr>
        <p:spPr>
          <a:xfrm>
            <a:off x="225396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0" name=""/>
          <p:cNvSpPr/>
          <p:nvPr/>
        </p:nvSpPr>
        <p:spPr>
          <a:xfrm>
            <a:off x="227844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1" name=""/>
          <p:cNvSpPr/>
          <p:nvPr/>
        </p:nvSpPr>
        <p:spPr>
          <a:xfrm>
            <a:off x="227844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2" name=""/>
          <p:cNvSpPr/>
          <p:nvPr/>
        </p:nvSpPr>
        <p:spPr>
          <a:xfrm>
            <a:off x="230292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3" name=""/>
          <p:cNvSpPr/>
          <p:nvPr/>
        </p:nvSpPr>
        <p:spPr>
          <a:xfrm>
            <a:off x="230292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4" name=""/>
          <p:cNvSpPr/>
          <p:nvPr/>
        </p:nvSpPr>
        <p:spPr>
          <a:xfrm>
            <a:off x="242496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5" name=""/>
          <p:cNvSpPr/>
          <p:nvPr/>
        </p:nvSpPr>
        <p:spPr>
          <a:xfrm>
            <a:off x="242496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6" name=""/>
          <p:cNvSpPr/>
          <p:nvPr/>
        </p:nvSpPr>
        <p:spPr>
          <a:xfrm>
            <a:off x="2547000" y="4448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7" name=""/>
          <p:cNvSpPr/>
          <p:nvPr/>
        </p:nvSpPr>
        <p:spPr>
          <a:xfrm>
            <a:off x="2547000" y="4448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30"/>
                </a:moveTo>
                <a:cubicBezTo>
                  <a:pt x="60" y="69"/>
                  <a:pt x="0" y="69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8" name=""/>
          <p:cNvSpPr/>
          <p:nvPr/>
        </p:nvSpPr>
        <p:spPr>
          <a:xfrm>
            <a:off x="64224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9" name=""/>
          <p:cNvSpPr/>
          <p:nvPr/>
        </p:nvSpPr>
        <p:spPr>
          <a:xfrm>
            <a:off x="64224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0" name=""/>
          <p:cNvSpPr/>
          <p:nvPr/>
        </p:nvSpPr>
        <p:spPr>
          <a:xfrm>
            <a:off x="666720" y="442476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1" name=""/>
          <p:cNvSpPr/>
          <p:nvPr/>
        </p:nvSpPr>
        <p:spPr>
          <a:xfrm>
            <a:off x="666720" y="442476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2" name=""/>
          <p:cNvSpPr/>
          <p:nvPr/>
        </p:nvSpPr>
        <p:spPr>
          <a:xfrm>
            <a:off x="69084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3" name=""/>
          <p:cNvSpPr/>
          <p:nvPr/>
        </p:nvSpPr>
        <p:spPr>
          <a:xfrm>
            <a:off x="69084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4" name=""/>
          <p:cNvSpPr/>
          <p:nvPr/>
        </p:nvSpPr>
        <p:spPr>
          <a:xfrm>
            <a:off x="71532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5" name=""/>
          <p:cNvSpPr/>
          <p:nvPr/>
        </p:nvSpPr>
        <p:spPr>
          <a:xfrm>
            <a:off x="71532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6" name=""/>
          <p:cNvSpPr/>
          <p:nvPr/>
        </p:nvSpPr>
        <p:spPr>
          <a:xfrm>
            <a:off x="73980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7" name=""/>
          <p:cNvSpPr/>
          <p:nvPr/>
        </p:nvSpPr>
        <p:spPr>
          <a:xfrm>
            <a:off x="73980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8" name=""/>
          <p:cNvSpPr/>
          <p:nvPr/>
        </p:nvSpPr>
        <p:spPr>
          <a:xfrm>
            <a:off x="76428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9" name=""/>
          <p:cNvSpPr/>
          <p:nvPr/>
        </p:nvSpPr>
        <p:spPr>
          <a:xfrm>
            <a:off x="76428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0" name=""/>
          <p:cNvSpPr/>
          <p:nvPr/>
        </p:nvSpPr>
        <p:spPr>
          <a:xfrm>
            <a:off x="78876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1" name=""/>
          <p:cNvSpPr/>
          <p:nvPr/>
        </p:nvSpPr>
        <p:spPr>
          <a:xfrm>
            <a:off x="78876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2" name=""/>
          <p:cNvSpPr/>
          <p:nvPr/>
        </p:nvSpPr>
        <p:spPr>
          <a:xfrm>
            <a:off x="813240" y="442476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3" name=""/>
          <p:cNvSpPr/>
          <p:nvPr/>
        </p:nvSpPr>
        <p:spPr>
          <a:xfrm>
            <a:off x="813240" y="442476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4" name=""/>
          <p:cNvSpPr/>
          <p:nvPr/>
        </p:nvSpPr>
        <p:spPr>
          <a:xfrm>
            <a:off x="83736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5" name=""/>
          <p:cNvSpPr/>
          <p:nvPr/>
        </p:nvSpPr>
        <p:spPr>
          <a:xfrm>
            <a:off x="83736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6" name=""/>
          <p:cNvSpPr/>
          <p:nvPr/>
        </p:nvSpPr>
        <p:spPr>
          <a:xfrm>
            <a:off x="86184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7" name=""/>
          <p:cNvSpPr/>
          <p:nvPr/>
        </p:nvSpPr>
        <p:spPr>
          <a:xfrm>
            <a:off x="86184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8" name=""/>
          <p:cNvSpPr/>
          <p:nvPr/>
        </p:nvSpPr>
        <p:spPr>
          <a:xfrm>
            <a:off x="88632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69" name=""/>
          <p:cNvSpPr/>
          <p:nvPr/>
        </p:nvSpPr>
        <p:spPr>
          <a:xfrm>
            <a:off x="88632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0" name=""/>
          <p:cNvSpPr/>
          <p:nvPr/>
        </p:nvSpPr>
        <p:spPr>
          <a:xfrm>
            <a:off x="91080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1" name=""/>
          <p:cNvSpPr/>
          <p:nvPr/>
        </p:nvSpPr>
        <p:spPr>
          <a:xfrm>
            <a:off x="91080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2" name=""/>
          <p:cNvSpPr/>
          <p:nvPr/>
        </p:nvSpPr>
        <p:spPr>
          <a:xfrm>
            <a:off x="93528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3" name=""/>
          <p:cNvSpPr/>
          <p:nvPr/>
        </p:nvSpPr>
        <p:spPr>
          <a:xfrm>
            <a:off x="93528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4" name=""/>
          <p:cNvSpPr/>
          <p:nvPr/>
        </p:nvSpPr>
        <p:spPr>
          <a:xfrm>
            <a:off x="95976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5" name=""/>
          <p:cNvSpPr/>
          <p:nvPr/>
        </p:nvSpPr>
        <p:spPr>
          <a:xfrm>
            <a:off x="95976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6" name=""/>
          <p:cNvSpPr/>
          <p:nvPr/>
        </p:nvSpPr>
        <p:spPr>
          <a:xfrm>
            <a:off x="984240" y="442476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7" name=""/>
          <p:cNvSpPr/>
          <p:nvPr/>
        </p:nvSpPr>
        <p:spPr>
          <a:xfrm>
            <a:off x="984240" y="442476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8" name=""/>
          <p:cNvSpPr/>
          <p:nvPr/>
        </p:nvSpPr>
        <p:spPr>
          <a:xfrm>
            <a:off x="100836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9" name=""/>
          <p:cNvSpPr/>
          <p:nvPr/>
        </p:nvSpPr>
        <p:spPr>
          <a:xfrm>
            <a:off x="100836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0" name=""/>
          <p:cNvSpPr/>
          <p:nvPr/>
        </p:nvSpPr>
        <p:spPr>
          <a:xfrm>
            <a:off x="103284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1" name=""/>
          <p:cNvSpPr/>
          <p:nvPr/>
        </p:nvSpPr>
        <p:spPr>
          <a:xfrm>
            <a:off x="103284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2" name=""/>
          <p:cNvSpPr/>
          <p:nvPr/>
        </p:nvSpPr>
        <p:spPr>
          <a:xfrm>
            <a:off x="105732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3" name=""/>
          <p:cNvSpPr/>
          <p:nvPr/>
        </p:nvSpPr>
        <p:spPr>
          <a:xfrm>
            <a:off x="105732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4" name=""/>
          <p:cNvSpPr/>
          <p:nvPr/>
        </p:nvSpPr>
        <p:spPr>
          <a:xfrm>
            <a:off x="108180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5" name=""/>
          <p:cNvSpPr/>
          <p:nvPr/>
        </p:nvSpPr>
        <p:spPr>
          <a:xfrm>
            <a:off x="108180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6" name=""/>
          <p:cNvSpPr/>
          <p:nvPr/>
        </p:nvSpPr>
        <p:spPr>
          <a:xfrm>
            <a:off x="110628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7" name=""/>
          <p:cNvSpPr/>
          <p:nvPr/>
        </p:nvSpPr>
        <p:spPr>
          <a:xfrm>
            <a:off x="110628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8" name=""/>
          <p:cNvSpPr/>
          <p:nvPr/>
        </p:nvSpPr>
        <p:spPr>
          <a:xfrm>
            <a:off x="1130760" y="442476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9" name=""/>
          <p:cNvSpPr/>
          <p:nvPr/>
        </p:nvSpPr>
        <p:spPr>
          <a:xfrm>
            <a:off x="1130760" y="442476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0" name=""/>
          <p:cNvSpPr/>
          <p:nvPr/>
        </p:nvSpPr>
        <p:spPr>
          <a:xfrm>
            <a:off x="115488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1" name=""/>
          <p:cNvSpPr/>
          <p:nvPr/>
        </p:nvSpPr>
        <p:spPr>
          <a:xfrm>
            <a:off x="115488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2" name=""/>
          <p:cNvSpPr/>
          <p:nvPr/>
        </p:nvSpPr>
        <p:spPr>
          <a:xfrm>
            <a:off x="117936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3" name=""/>
          <p:cNvSpPr/>
          <p:nvPr/>
        </p:nvSpPr>
        <p:spPr>
          <a:xfrm>
            <a:off x="117936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4" name=""/>
          <p:cNvSpPr/>
          <p:nvPr/>
        </p:nvSpPr>
        <p:spPr>
          <a:xfrm>
            <a:off x="120384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5" name=""/>
          <p:cNvSpPr/>
          <p:nvPr/>
        </p:nvSpPr>
        <p:spPr>
          <a:xfrm>
            <a:off x="120384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6" name=""/>
          <p:cNvSpPr/>
          <p:nvPr/>
        </p:nvSpPr>
        <p:spPr>
          <a:xfrm>
            <a:off x="122832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7" name=""/>
          <p:cNvSpPr/>
          <p:nvPr/>
        </p:nvSpPr>
        <p:spPr>
          <a:xfrm>
            <a:off x="122832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8" name=""/>
          <p:cNvSpPr/>
          <p:nvPr/>
        </p:nvSpPr>
        <p:spPr>
          <a:xfrm>
            <a:off x="125280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9" name=""/>
          <p:cNvSpPr/>
          <p:nvPr/>
        </p:nvSpPr>
        <p:spPr>
          <a:xfrm>
            <a:off x="125280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0" name=""/>
          <p:cNvSpPr/>
          <p:nvPr/>
        </p:nvSpPr>
        <p:spPr>
          <a:xfrm>
            <a:off x="127728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1" name=""/>
          <p:cNvSpPr/>
          <p:nvPr/>
        </p:nvSpPr>
        <p:spPr>
          <a:xfrm>
            <a:off x="127728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2" name=""/>
          <p:cNvSpPr/>
          <p:nvPr/>
        </p:nvSpPr>
        <p:spPr>
          <a:xfrm>
            <a:off x="130140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3" name=""/>
          <p:cNvSpPr/>
          <p:nvPr/>
        </p:nvSpPr>
        <p:spPr>
          <a:xfrm>
            <a:off x="130140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4" name=""/>
          <p:cNvSpPr/>
          <p:nvPr/>
        </p:nvSpPr>
        <p:spPr>
          <a:xfrm>
            <a:off x="1325880" y="4424760"/>
            <a:ext cx="21960" cy="21240"/>
          </a:xfrm>
          <a:custGeom>
            <a:avLst/>
            <a:gdLst/>
            <a:ahLst/>
            <a:rect l="0" t="0" r="r" b="b"/>
            <a:pathLst>
              <a:path w="61" h="59">
                <a:moveTo>
                  <a:pt x="61" y="29"/>
                </a:moveTo>
                <a:cubicBezTo>
                  <a:pt x="61" y="69"/>
                  <a:pt x="0" y="69"/>
                  <a:pt x="0" y="29"/>
                </a:cubicBezTo>
                <a:cubicBezTo>
                  <a:pt x="0" y="-10"/>
                  <a:pt x="61" y="-10"/>
                  <a:pt x="61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5" name=""/>
          <p:cNvSpPr/>
          <p:nvPr/>
        </p:nvSpPr>
        <p:spPr>
          <a:xfrm>
            <a:off x="1325880" y="4424760"/>
            <a:ext cx="21960" cy="21240"/>
          </a:xfrm>
          <a:custGeom>
            <a:avLst/>
            <a:gdLst/>
            <a:ahLst/>
            <a:rect l="0" t="0" r="r" b="b"/>
            <a:pathLst>
              <a:path fill="none" w="61" h="59">
                <a:moveTo>
                  <a:pt x="61" y="29"/>
                </a:moveTo>
                <a:cubicBezTo>
                  <a:pt x="61" y="69"/>
                  <a:pt x="0" y="69"/>
                  <a:pt x="0" y="29"/>
                </a:cubicBezTo>
                <a:cubicBezTo>
                  <a:pt x="0" y="-10"/>
                  <a:pt x="61" y="-10"/>
                  <a:pt x="61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6" name=""/>
          <p:cNvSpPr/>
          <p:nvPr/>
        </p:nvSpPr>
        <p:spPr>
          <a:xfrm>
            <a:off x="135036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7" name=""/>
          <p:cNvSpPr/>
          <p:nvPr/>
        </p:nvSpPr>
        <p:spPr>
          <a:xfrm>
            <a:off x="135036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8" name=""/>
          <p:cNvSpPr/>
          <p:nvPr/>
        </p:nvSpPr>
        <p:spPr>
          <a:xfrm>
            <a:off x="139932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9" name=""/>
          <p:cNvSpPr/>
          <p:nvPr/>
        </p:nvSpPr>
        <p:spPr>
          <a:xfrm>
            <a:off x="139932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0" name=""/>
          <p:cNvSpPr/>
          <p:nvPr/>
        </p:nvSpPr>
        <p:spPr>
          <a:xfrm>
            <a:off x="142380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1" name=""/>
          <p:cNvSpPr/>
          <p:nvPr/>
        </p:nvSpPr>
        <p:spPr>
          <a:xfrm>
            <a:off x="142380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2" name=""/>
          <p:cNvSpPr/>
          <p:nvPr/>
        </p:nvSpPr>
        <p:spPr>
          <a:xfrm>
            <a:off x="1448280" y="442476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3" name=""/>
          <p:cNvSpPr/>
          <p:nvPr/>
        </p:nvSpPr>
        <p:spPr>
          <a:xfrm>
            <a:off x="1448280" y="442476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4" name=""/>
          <p:cNvSpPr/>
          <p:nvPr/>
        </p:nvSpPr>
        <p:spPr>
          <a:xfrm>
            <a:off x="147240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5" name=""/>
          <p:cNvSpPr/>
          <p:nvPr/>
        </p:nvSpPr>
        <p:spPr>
          <a:xfrm>
            <a:off x="147240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6" name=""/>
          <p:cNvSpPr/>
          <p:nvPr/>
        </p:nvSpPr>
        <p:spPr>
          <a:xfrm>
            <a:off x="149688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7" name=""/>
          <p:cNvSpPr/>
          <p:nvPr/>
        </p:nvSpPr>
        <p:spPr>
          <a:xfrm>
            <a:off x="149688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8" name=""/>
          <p:cNvSpPr/>
          <p:nvPr/>
        </p:nvSpPr>
        <p:spPr>
          <a:xfrm>
            <a:off x="152136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9" name=""/>
          <p:cNvSpPr/>
          <p:nvPr/>
        </p:nvSpPr>
        <p:spPr>
          <a:xfrm>
            <a:off x="152136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0" name=""/>
          <p:cNvSpPr/>
          <p:nvPr/>
        </p:nvSpPr>
        <p:spPr>
          <a:xfrm>
            <a:off x="213192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1" name=""/>
          <p:cNvSpPr/>
          <p:nvPr/>
        </p:nvSpPr>
        <p:spPr>
          <a:xfrm>
            <a:off x="213192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2" name=""/>
          <p:cNvSpPr/>
          <p:nvPr/>
        </p:nvSpPr>
        <p:spPr>
          <a:xfrm>
            <a:off x="215640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3" name=""/>
          <p:cNvSpPr/>
          <p:nvPr/>
        </p:nvSpPr>
        <p:spPr>
          <a:xfrm>
            <a:off x="215640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4" name=""/>
          <p:cNvSpPr/>
          <p:nvPr/>
        </p:nvSpPr>
        <p:spPr>
          <a:xfrm>
            <a:off x="218088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5" name=""/>
          <p:cNvSpPr/>
          <p:nvPr/>
        </p:nvSpPr>
        <p:spPr>
          <a:xfrm>
            <a:off x="218088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6" name=""/>
          <p:cNvSpPr/>
          <p:nvPr/>
        </p:nvSpPr>
        <p:spPr>
          <a:xfrm>
            <a:off x="220536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7" name=""/>
          <p:cNvSpPr/>
          <p:nvPr/>
        </p:nvSpPr>
        <p:spPr>
          <a:xfrm>
            <a:off x="220536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8" name=""/>
          <p:cNvSpPr/>
          <p:nvPr/>
        </p:nvSpPr>
        <p:spPr>
          <a:xfrm>
            <a:off x="2229840" y="442476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9" name=""/>
          <p:cNvSpPr/>
          <p:nvPr/>
        </p:nvSpPr>
        <p:spPr>
          <a:xfrm>
            <a:off x="2229840" y="442476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0" name=""/>
          <p:cNvSpPr/>
          <p:nvPr/>
        </p:nvSpPr>
        <p:spPr>
          <a:xfrm>
            <a:off x="225396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1" name=""/>
          <p:cNvSpPr/>
          <p:nvPr/>
        </p:nvSpPr>
        <p:spPr>
          <a:xfrm>
            <a:off x="225396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2" name=""/>
          <p:cNvSpPr/>
          <p:nvPr/>
        </p:nvSpPr>
        <p:spPr>
          <a:xfrm>
            <a:off x="227844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3" name=""/>
          <p:cNvSpPr/>
          <p:nvPr/>
        </p:nvSpPr>
        <p:spPr>
          <a:xfrm>
            <a:off x="227844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4" name=""/>
          <p:cNvSpPr/>
          <p:nvPr/>
        </p:nvSpPr>
        <p:spPr>
          <a:xfrm>
            <a:off x="240048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5" name=""/>
          <p:cNvSpPr/>
          <p:nvPr/>
        </p:nvSpPr>
        <p:spPr>
          <a:xfrm>
            <a:off x="240048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6" name=""/>
          <p:cNvSpPr/>
          <p:nvPr/>
        </p:nvSpPr>
        <p:spPr>
          <a:xfrm>
            <a:off x="242496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7" name=""/>
          <p:cNvSpPr/>
          <p:nvPr/>
        </p:nvSpPr>
        <p:spPr>
          <a:xfrm>
            <a:off x="242496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8" name=""/>
          <p:cNvSpPr/>
          <p:nvPr/>
        </p:nvSpPr>
        <p:spPr>
          <a:xfrm>
            <a:off x="2644920" y="4424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9" name=""/>
          <p:cNvSpPr/>
          <p:nvPr/>
        </p:nvSpPr>
        <p:spPr>
          <a:xfrm>
            <a:off x="2644920" y="4424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0" name=""/>
          <p:cNvSpPr/>
          <p:nvPr/>
        </p:nvSpPr>
        <p:spPr>
          <a:xfrm>
            <a:off x="76428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1" name=""/>
          <p:cNvSpPr/>
          <p:nvPr/>
        </p:nvSpPr>
        <p:spPr>
          <a:xfrm>
            <a:off x="76428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2" name=""/>
          <p:cNvSpPr/>
          <p:nvPr/>
        </p:nvSpPr>
        <p:spPr>
          <a:xfrm>
            <a:off x="813240" y="440028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3" name=""/>
          <p:cNvSpPr/>
          <p:nvPr/>
        </p:nvSpPr>
        <p:spPr>
          <a:xfrm>
            <a:off x="813240" y="440028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4" name=""/>
          <p:cNvSpPr/>
          <p:nvPr/>
        </p:nvSpPr>
        <p:spPr>
          <a:xfrm>
            <a:off x="83736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5" name=""/>
          <p:cNvSpPr/>
          <p:nvPr/>
        </p:nvSpPr>
        <p:spPr>
          <a:xfrm>
            <a:off x="83736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6" name=""/>
          <p:cNvSpPr/>
          <p:nvPr/>
        </p:nvSpPr>
        <p:spPr>
          <a:xfrm>
            <a:off x="86184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7" name=""/>
          <p:cNvSpPr/>
          <p:nvPr/>
        </p:nvSpPr>
        <p:spPr>
          <a:xfrm>
            <a:off x="86184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8" name=""/>
          <p:cNvSpPr/>
          <p:nvPr/>
        </p:nvSpPr>
        <p:spPr>
          <a:xfrm>
            <a:off x="88632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9" name=""/>
          <p:cNvSpPr/>
          <p:nvPr/>
        </p:nvSpPr>
        <p:spPr>
          <a:xfrm>
            <a:off x="88632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0" name=""/>
          <p:cNvSpPr/>
          <p:nvPr/>
        </p:nvSpPr>
        <p:spPr>
          <a:xfrm>
            <a:off x="91080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1" name=""/>
          <p:cNvSpPr/>
          <p:nvPr/>
        </p:nvSpPr>
        <p:spPr>
          <a:xfrm>
            <a:off x="91080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2" name=""/>
          <p:cNvSpPr/>
          <p:nvPr/>
        </p:nvSpPr>
        <p:spPr>
          <a:xfrm>
            <a:off x="93528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3" name=""/>
          <p:cNvSpPr/>
          <p:nvPr/>
        </p:nvSpPr>
        <p:spPr>
          <a:xfrm>
            <a:off x="93528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4" name=""/>
          <p:cNvSpPr/>
          <p:nvPr/>
        </p:nvSpPr>
        <p:spPr>
          <a:xfrm>
            <a:off x="95976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5" name=""/>
          <p:cNvSpPr/>
          <p:nvPr/>
        </p:nvSpPr>
        <p:spPr>
          <a:xfrm>
            <a:off x="95976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6" name=""/>
          <p:cNvSpPr/>
          <p:nvPr/>
        </p:nvSpPr>
        <p:spPr>
          <a:xfrm>
            <a:off x="984240" y="440028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7" name=""/>
          <p:cNvSpPr/>
          <p:nvPr/>
        </p:nvSpPr>
        <p:spPr>
          <a:xfrm>
            <a:off x="984240" y="440028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8" name=""/>
          <p:cNvSpPr/>
          <p:nvPr/>
        </p:nvSpPr>
        <p:spPr>
          <a:xfrm>
            <a:off x="100836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9" name=""/>
          <p:cNvSpPr/>
          <p:nvPr/>
        </p:nvSpPr>
        <p:spPr>
          <a:xfrm>
            <a:off x="100836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0" name=""/>
          <p:cNvSpPr/>
          <p:nvPr/>
        </p:nvSpPr>
        <p:spPr>
          <a:xfrm>
            <a:off x="103284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1" name=""/>
          <p:cNvSpPr/>
          <p:nvPr/>
        </p:nvSpPr>
        <p:spPr>
          <a:xfrm>
            <a:off x="103284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2" name=""/>
          <p:cNvSpPr/>
          <p:nvPr/>
        </p:nvSpPr>
        <p:spPr>
          <a:xfrm>
            <a:off x="105732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3" name=""/>
          <p:cNvSpPr/>
          <p:nvPr/>
        </p:nvSpPr>
        <p:spPr>
          <a:xfrm>
            <a:off x="105732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4" name=""/>
          <p:cNvSpPr/>
          <p:nvPr/>
        </p:nvSpPr>
        <p:spPr>
          <a:xfrm>
            <a:off x="108180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5" name=""/>
          <p:cNvSpPr/>
          <p:nvPr/>
        </p:nvSpPr>
        <p:spPr>
          <a:xfrm>
            <a:off x="108180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6" name=""/>
          <p:cNvSpPr/>
          <p:nvPr/>
        </p:nvSpPr>
        <p:spPr>
          <a:xfrm>
            <a:off x="110628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7" name=""/>
          <p:cNvSpPr/>
          <p:nvPr/>
        </p:nvSpPr>
        <p:spPr>
          <a:xfrm>
            <a:off x="110628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8" name=""/>
          <p:cNvSpPr/>
          <p:nvPr/>
        </p:nvSpPr>
        <p:spPr>
          <a:xfrm>
            <a:off x="1130760" y="440028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9" name=""/>
          <p:cNvSpPr/>
          <p:nvPr/>
        </p:nvSpPr>
        <p:spPr>
          <a:xfrm>
            <a:off x="1130760" y="440028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0" name=""/>
          <p:cNvSpPr/>
          <p:nvPr/>
        </p:nvSpPr>
        <p:spPr>
          <a:xfrm>
            <a:off x="115488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1" name=""/>
          <p:cNvSpPr/>
          <p:nvPr/>
        </p:nvSpPr>
        <p:spPr>
          <a:xfrm>
            <a:off x="115488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2" name=""/>
          <p:cNvSpPr/>
          <p:nvPr/>
        </p:nvSpPr>
        <p:spPr>
          <a:xfrm>
            <a:off x="117936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3" name=""/>
          <p:cNvSpPr/>
          <p:nvPr/>
        </p:nvSpPr>
        <p:spPr>
          <a:xfrm>
            <a:off x="117936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4" name=""/>
          <p:cNvSpPr/>
          <p:nvPr/>
        </p:nvSpPr>
        <p:spPr>
          <a:xfrm>
            <a:off x="120384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5" name=""/>
          <p:cNvSpPr/>
          <p:nvPr/>
        </p:nvSpPr>
        <p:spPr>
          <a:xfrm>
            <a:off x="120384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6" name=""/>
          <p:cNvSpPr/>
          <p:nvPr/>
        </p:nvSpPr>
        <p:spPr>
          <a:xfrm>
            <a:off x="122832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7" name=""/>
          <p:cNvSpPr/>
          <p:nvPr/>
        </p:nvSpPr>
        <p:spPr>
          <a:xfrm>
            <a:off x="122832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8" name=""/>
          <p:cNvSpPr/>
          <p:nvPr/>
        </p:nvSpPr>
        <p:spPr>
          <a:xfrm>
            <a:off x="130140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9" name=""/>
          <p:cNvSpPr/>
          <p:nvPr/>
        </p:nvSpPr>
        <p:spPr>
          <a:xfrm>
            <a:off x="130140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0" name=""/>
          <p:cNvSpPr/>
          <p:nvPr/>
        </p:nvSpPr>
        <p:spPr>
          <a:xfrm>
            <a:off x="1325880" y="4400280"/>
            <a:ext cx="21960" cy="21240"/>
          </a:xfrm>
          <a:custGeom>
            <a:avLst/>
            <a:gdLst/>
            <a:ahLst/>
            <a:rect l="0" t="0" r="r" b="b"/>
            <a:pathLst>
              <a:path w="61" h="59">
                <a:moveTo>
                  <a:pt x="61" y="29"/>
                </a:moveTo>
                <a:cubicBezTo>
                  <a:pt x="61" y="69"/>
                  <a:pt x="0" y="69"/>
                  <a:pt x="0" y="29"/>
                </a:cubicBezTo>
                <a:cubicBezTo>
                  <a:pt x="0" y="-10"/>
                  <a:pt x="61" y="-10"/>
                  <a:pt x="61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1" name=""/>
          <p:cNvSpPr/>
          <p:nvPr/>
        </p:nvSpPr>
        <p:spPr>
          <a:xfrm>
            <a:off x="1325880" y="4400280"/>
            <a:ext cx="21960" cy="21240"/>
          </a:xfrm>
          <a:custGeom>
            <a:avLst/>
            <a:gdLst/>
            <a:ahLst/>
            <a:rect l="0" t="0" r="r" b="b"/>
            <a:pathLst>
              <a:path fill="none" w="61" h="59">
                <a:moveTo>
                  <a:pt x="61" y="29"/>
                </a:moveTo>
                <a:cubicBezTo>
                  <a:pt x="61" y="69"/>
                  <a:pt x="0" y="69"/>
                  <a:pt x="0" y="29"/>
                </a:cubicBezTo>
                <a:cubicBezTo>
                  <a:pt x="0" y="-10"/>
                  <a:pt x="61" y="-10"/>
                  <a:pt x="61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2" name=""/>
          <p:cNvSpPr/>
          <p:nvPr/>
        </p:nvSpPr>
        <p:spPr>
          <a:xfrm>
            <a:off x="137484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3" name=""/>
          <p:cNvSpPr/>
          <p:nvPr/>
        </p:nvSpPr>
        <p:spPr>
          <a:xfrm>
            <a:off x="137484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4" name=""/>
          <p:cNvSpPr/>
          <p:nvPr/>
        </p:nvSpPr>
        <p:spPr>
          <a:xfrm>
            <a:off x="139932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5" name=""/>
          <p:cNvSpPr/>
          <p:nvPr/>
        </p:nvSpPr>
        <p:spPr>
          <a:xfrm>
            <a:off x="139932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6" name=""/>
          <p:cNvSpPr/>
          <p:nvPr/>
        </p:nvSpPr>
        <p:spPr>
          <a:xfrm>
            <a:off x="142380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7" name=""/>
          <p:cNvSpPr/>
          <p:nvPr/>
        </p:nvSpPr>
        <p:spPr>
          <a:xfrm>
            <a:off x="142380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8" name=""/>
          <p:cNvSpPr/>
          <p:nvPr/>
        </p:nvSpPr>
        <p:spPr>
          <a:xfrm>
            <a:off x="1448280" y="440028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9" name=""/>
          <p:cNvSpPr/>
          <p:nvPr/>
        </p:nvSpPr>
        <p:spPr>
          <a:xfrm>
            <a:off x="1448280" y="440028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0" name=""/>
          <p:cNvSpPr/>
          <p:nvPr/>
        </p:nvSpPr>
        <p:spPr>
          <a:xfrm>
            <a:off x="147240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1" name=""/>
          <p:cNvSpPr/>
          <p:nvPr/>
        </p:nvSpPr>
        <p:spPr>
          <a:xfrm>
            <a:off x="147240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2" name=""/>
          <p:cNvSpPr/>
          <p:nvPr/>
        </p:nvSpPr>
        <p:spPr>
          <a:xfrm>
            <a:off x="149688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3" name=""/>
          <p:cNvSpPr/>
          <p:nvPr/>
        </p:nvSpPr>
        <p:spPr>
          <a:xfrm>
            <a:off x="149688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4" name=""/>
          <p:cNvSpPr/>
          <p:nvPr/>
        </p:nvSpPr>
        <p:spPr>
          <a:xfrm>
            <a:off x="152136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5" name=""/>
          <p:cNvSpPr/>
          <p:nvPr/>
        </p:nvSpPr>
        <p:spPr>
          <a:xfrm>
            <a:off x="152136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6" name=""/>
          <p:cNvSpPr/>
          <p:nvPr/>
        </p:nvSpPr>
        <p:spPr>
          <a:xfrm>
            <a:off x="215640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7" name=""/>
          <p:cNvSpPr/>
          <p:nvPr/>
        </p:nvSpPr>
        <p:spPr>
          <a:xfrm>
            <a:off x="215640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8" name=""/>
          <p:cNvSpPr/>
          <p:nvPr/>
        </p:nvSpPr>
        <p:spPr>
          <a:xfrm>
            <a:off x="218088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9" name=""/>
          <p:cNvSpPr/>
          <p:nvPr/>
        </p:nvSpPr>
        <p:spPr>
          <a:xfrm>
            <a:off x="218088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0" name=""/>
          <p:cNvSpPr/>
          <p:nvPr/>
        </p:nvSpPr>
        <p:spPr>
          <a:xfrm>
            <a:off x="220536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1" name=""/>
          <p:cNvSpPr/>
          <p:nvPr/>
        </p:nvSpPr>
        <p:spPr>
          <a:xfrm>
            <a:off x="220536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2" name=""/>
          <p:cNvSpPr/>
          <p:nvPr/>
        </p:nvSpPr>
        <p:spPr>
          <a:xfrm>
            <a:off x="2229840" y="440028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3" name=""/>
          <p:cNvSpPr/>
          <p:nvPr/>
        </p:nvSpPr>
        <p:spPr>
          <a:xfrm>
            <a:off x="2229840" y="440028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4" name=""/>
          <p:cNvSpPr/>
          <p:nvPr/>
        </p:nvSpPr>
        <p:spPr>
          <a:xfrm>
            <a:off x="225396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5" name=""/>
          <p:cNvSpPr/>
          <p:nvPr/>
        </p:nvSpPr>
        <p:spPr>
          <a:xfrm>
            <a:off x="225396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6" name=""/>
          <p:cNvSpPr/>
          <p:nvPr/>
        </p:nvSpPr>
        <p:spPr>
          <a:xfrm>
            <a:off x="227844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7" name=""/>
          <p:cNvSpPr/>
          <p:nvPr/>
        </p:nvSpPr>
        <p:spPr>
          <a:xfrm>
            <a:off x="227844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8" name=""/>
          <p:cNvSpPr/>
          <p:nvPr/>
        </p:nvSpPr>
        <p:spPr>
          <a:xfrm>
            <a:off x="249840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9" name=""/>
          <p:cNvSpPr/>
          <p:nvPr/>
        </p:nvSpPr>
        <p:spPr>
          <a:xfrm>
            <a:off x="249840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0" name=""/>
          <p:cNvSpPr/>
          <p:nvPr/>
        </p:nvSpPr>
        <p:spPr>
          <a:xfrm>
            <a:off x="257148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1" name=""/>
          <p:cNvSpPr/>
          <p:nvPr/>
        </p:nvSpPr>
        <p:spPr>
          <a:xfrm>
            <a:off x="257148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2" name=""/>
          <p:cNvSpPr/>
          <p:nvPr/>
        </p:nvSpPr>
        <p:spPr>
          <a:xfrm>
            <a:off x="2644920" y="44002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3" name=""/>
          <p:cNvSpPr/>
          <p:nvPr/>
        </p:nvSpPr>
        <p:spPr>
          <a:xfrm>
            <a:off x="2644920" y="44002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4" name=""/>
          <p:cNvSpPr/>
          <p:nvPr/>
        </p:nvSpPr>
        <p:spPr>
          <a:xfrm>
            <a:off x="91080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5" name=""/>
          <p:cNvSpPr/>
          <p:nvPr/>
        </p:nvSpPr>
        <p:spPr>
          <a:xfrm>
            <a:off x="91080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6" name=""/>
          <p:cNvSpPr/>
          <p:nvPr/>
        </p:nvSpPr>
        <p:spPr>
          <a:xfrm>
            <a:off x="93528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7" name=""/>
          <p:cNvSpPr/>
          <p:nvPr/>
        </p:nvSpPr>
        <p:spPr>
          <a:xfrm>
            <a:off x="93528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8" name=""/>
          <p:cNvSpPr/>
          <p:nvPr/>
        </p:nvSpPr>
        <p:spPr>
          <a:xfrm>
            <a:off x="95976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9" name=""/>
          <p:cNvSpPr/>
          <p:nvPr/>
        </p:nvSpPr>
        <p:spPr>
          <a:xfrm>
            <a:off x="95976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0" name=""/>
          <p:cNvSpPr/>
          <p:nvPr/>
        </p:nvSpPr>
        <p:spPr>
          <a:xfrm>
            <a:off x="984240" y="437580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1" name=""/>
          <p:cNvSpPr/>
          <p:nvPr/>
        </p:nvSpPr>
        <p:spPr>
          <a:xfrm>
            <a:off x="984240" y="437580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2" name=""/>
          <p:cNvSpPr/>
          <p:nvPr/>
        </p:nvSpPr>
        <p:spPr>
          <a:xfrm>
            <a:off x="100836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3" name=""/>
          <p:cNvSpPr/>
          <p:nvPr/>
        </p:nvSpPr>
        <p:spPr>
          <a:xfrm>
            <a:off x="100836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4" name=""/>
          <p:cNvSpPr/>
          <p:nvPr/>
        </p:nvSpPr>
        <p:spPr>
          <a:xfrm>
            <a:off x="103284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5" name=""/>
          <p:cNvSpPr/>
          <p:nvPr/>
        </p:nvSpPr>
        <p:spPr>
          <a:xfrm>
            <a:off x="103284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6" name=""/>
          <p:cNvSpPr/>
          <p:nvPr/>
        </p:nvSpPr>
        <p:spPr>
          <a:xfrm>
            <a:off x="105732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7" name=""/>
          <p:cNvSpPr/>
          <p:nvPr/>
        </p:nvSpPr>
        <p:spPr>
          <a:xfrm>
            <a:off x="105732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8" name=""/>
          <p:cNvSpPr/>
          <p:nvPr/>
        </p:nvSpPr>
        <p:spPr>
          <a:xfrm>
            <a:off x="108180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9" name=""/>
          <p:cNvSpPr/>
          <p:nvPr/>
        </p:nvSpPr>
        <p:spPr>
          <a:xfrm>
            <a:off x="108180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0" name=""/>
          <p:cNvSpPr/>
          <p:nvPr/>
        </p:nvSpPr>
        <p:spPr>
          <a:xfrm>
            <a:off x="110628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1" name=""/>
          <p:cNvSpPr/>
          <p:nvPr/>
        </p:nvSpPr>
        <p:spPr>
          <a:xfrm>
            <a:off x="110628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2" name=""/>
          <p:cNvSpPr/>
          <p:nvPr/>
        </p:nvSpPr>
        <p:spPr>
          <a:xfrm>
            <a:off x="1130760" y="437580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3" name=""/>
          <p:cNvSpPr/>
          <p:nvPr/>
        </p:nvSpPr>
        <p:spPr>
          <a:xfrm>
            <a:off x="1130760" y="437580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4" name=""/>
          <p:cNvSpPr/>
          <p:nvPr/>
        </p:nvSpPr>
        <p:spPr>
          <a:xfrm>
            <a:off x="115488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5" name=""/>
          <p:cNvSpPr/>
          <p:nvPr/>
        </p:nvSpPr>
        <p:spPr>
          <a:xfrm>
            <a:off x="115488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6" name=""/>
          <p:cNvSpPr/>
          <p:nvPr/>
        </p:nvSpPr>
        <p:spPr>
          <a:xfrm>
            <a:off x="117936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7" name=""/>
          <p:cNvSpPr/>
          <p:nvPr/>
        </p:nvSpPr>
        <p:spPr>
          <a:xfrm>
            <a:off x="117936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8" name=""/>
          <p:cNvSpPr/>
          <p:nvPr/>
        </p:nvSpPr>
        <p:spPr>
          <a:xfrm>
            <a:off x="120384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9" name=""/>
          <p:cNvSpPr/>
          <p:nvPr/>
        </p:nvSpPr>
        <p:spPr>
          <a:xfrm>
            <a:off x="120384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0" name=""/>
          <p:cNvSpPr/>
          <p:nvPr/>
        </p:nvSpPr>
        <p:spPr>
          <a:xfrm>
            <a:off x="122832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1" name=""/>
          <p:cNvSpPr/>
          <p:nvPr/>
        </p:nvSpPr>
        <p:spPr>
          <a:xfrm>
            <a:off x="122832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2" name=""/>
          <p:cNvSpPr/>
          <p:nvPr/>
        </p:nvSpPr>
        <p:spPr>
          <a:xfrm>
            <a:off x="125280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3" name=""/>
          <p:cNvSpPr/>
          <p:nvPr/>
        </p:nvSpPr>
        <p:spPr>
          <a:xfrm>
            <a:off x="125280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4" name=""/>
          <p:cNvSpPr/>
          <p:nvPr/>
        </p:nvSpPr>
        <p:spPr>
          <a:xfrm>
            <a:off x="127728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5" name=""/>
          <p:cNvSpPr/>
          <p:nvPr/>
        </p:nvSpPr>
        <p:spPr>
          <a:xfrm>
            <a:off x="127728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6" name=""/>
          <p:cNvSpPr/>
          <p:nvPr/>
        </p:nvSpPr>
        <p:spPr>
          <a:xfrm>
            <a:off x="130140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7" name=""/>
          <p:cNvSpPr/>
          <p:nvPr/>
        </p:nvSpPr>
        <p:spPr>
          <a:xfrm>
            <a:off x="130140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8" name=""/>
          <p:cNvSpPr/>
          <p:nvPr/>
        </p:nvSpPr>
        <p:spPr>
          <a:xfrm>
            <a:off x="142380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9" name=""/>
          <p:cNvSpPr/>
          <p:nvPr/>
        </p:nvSpPr>
        <p:spPr>
          <a:xfrm>
            <a:off x="142380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0" name=""/>
          <p:cNvSpPr/>
          <p:nvPr/>
        </p:nvSpPr>
        <p:spPr>
          <a:xfrm>
            <a:off x="1448280" y="437580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1" name=""/>
          <p:cNvSpPr/>
          <p:nvPr/>
        </p:nvSpPr>
        <p:spPr>
          <a:xfrm>
            <a:off x="1448280" y="437580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2" name=""/>
          <p:cNvSpPr/>
          <p:nvPr/>
        </p:nvSpPr>
        <p:spPr>
          <a:xfrm>
            <a:off x="147240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3" name=""/>
          <p:cNvSpPr/>
          <p:nvPr/>
        </p:nvSpPr>
        <p:spPr>
          <a:xfrm>
            <a:off x="147240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4" name=""/>
          <p:cNvSpPr/>
          <p:nvPr/>
        </p:nvSpPr>
        <p:spPr>
          <a:xfrm>
            <a:off x="149688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5" name=""/>
          <p:cNvSpPr/>
          <p:nvPr/>
        </p:nvSpPr>
        <p:spPr>
          <a:xfrm>
            <a:off x="149688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6" name=""/>
          <p:cNvSpPr/>
          <p:nvPr/>
        </p:nvSpPr>
        <p:spPr>
          <a:xfrm>
            <a:off x="152136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7" name=""/>
          <p:cNvSpPr/>
          <p:nvPr/>
        </p:nvSpPr>
        <p:spPr>
          <a:xfrm>
            <a:off x="152136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8" name=""/>
          <p:cNvSpPr/>
          <p:nvPr/>
        </p:nvSpPr>
        <p:spPr>
          <a:xfrm>
            <a:off x="215640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9" name=""/>
          <p:cNvSpPr/>
          <p:nvPr/>
        </p:nvSpPr>
        <p:spPr>
          <a:xfrm>
            <a:off x="215640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0" name=""/>
          <p:cNvSpPr/>
          <p:nvPr/>
        </p:nvSpPr>
        <p:spPr>
          <a:xfrm>
            <a:off x="218088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1" name=""/>
          <p:cNvSpPr/>
          <p:nvPr/>
        </p:nvSpPr>
        <p:spPr>
          <a:xfrm>
            <a:off x="218088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2" name=""/>
          <p:cNvSpPr/>
          <p:nvPr/>
        </p:nvSpPr>
        <p:spPr>
          <a:xfrm>
            <a:off x="220536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3" name=""/>
          <p:cNvSpPr/>
          <p:nvPr/>
        </p:nvSpPr>
        <p:spPr>
          <a:xfrm>
            <a:off x="220536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4" name=""/>
          <p:cNvSpPr/>
          <p:nvPr/>
        </p:nvSpPr>
        <p:spPr>
          <a:xfrm>
            <a:off x="2229840" y="437580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5" name=""/>
          <p:cNvSpPr/>
          <p:nvPr/>
        </p:nvSpPr>
        <p:spPr>
          <a:xfrm>
            <a:off x="2229840" y="437580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6" name=""/>
          <p:cNvSpPr/>
          <p:nvPr/>
        </p:nvSpPr>
        <p:spPr>
          <a:xfrm>
            <a:off x="225396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7" name=""/>
          <p:cNvSpPr/>
          <p:nvPr/>
        </p:nvSpPr>
        <p:spPr>
          <a:xfrm>
            <a:off x="225396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8" name=""/>
          <p:cNvSpPr/>
          <p:nvPr/>
        </p:nvSpPr>
        <p:spPr>
          <a:xfrm>
            <a:off x="227844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9" name=""/>
          <p:cNvSpPr/>
          <p:nvPr/>
        </p:nvSpPr>
        <p:spPr>
          <a:xfrm>
            <a:off x="227844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0" name=""/>
          <p:cNvSpPr/>
          <p:nvPr/>
        </p:nvSpPr>
        <p:spPr>
          <a:xfrm>
            <a:off x="249840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1" name=""/>
          <p:cNvSpPr/>
          <p:nvPr/>
        </p:nvSpPr>
        <p:spPr>
          <a:xfrm>
            <a:off x="249840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2" name=""/>
          <p:cNvSpPr/>
          <p:nvPr/>
        </p:nvSpPr>
        <p:spPr>
          <a:xfrm>
            <a:off x="2522880" y="437580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3" name=""/>
          <p:cNvSpPr/>
          <p:nvPr/>
        </p:nvSpPr>
        <p:spPr>
          <a:xfrm>
            <a:off x="2522880" y="437580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4" name=""/>
          <p:cNvSpPr/>
          <p:nvPr/>
        </p:nvSpPr>
        <p:spPr>
          <a:xfrm>
            <a:off x="254700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5" name=""/>
          <p:cNvSpPr/>
          <p:nvPr/>
        </p:nvSpPr>
        <p:spPr>
          <a:xfrm>
            <a:off x="254700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6" name=""/>
          <p:cNvSpPr/>
          <p:nvPr/>
        </p:nvSpPr>
        <p:spPr>
          <a:xfrm>
            <a:off x="257148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7" name=""/>
          <p:cNvSpPr/>
          <p:nvPr/>
        </p:nvSpPr>
        <p:spPr>
          <a:xfrm>
            <a:off x="257148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8" name=""/>
          <p:cNvSpPr/>
          <p:nvPr/>
        </p:nvSpPr>
        <p:spPr>
          <a:xfrm>
            <a:off x="2595960" y="4375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9" name=""/>
          <p:cNvSpPr/>
          <p:nvPr/>
        </p:nvSpPr>
        <p:spPr>
          <a:xfrm>
            <a:off x="2595960" y="4375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0" name=""/>
          <p:cNvSpPr/>
          <p:nvPr/>
        </p:nvSpPr>
        <p:spPr>
          <a:xfrm>
            <a:off x="93528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1" name=""/>
          <p:cNvSpPr/>
          <p:nvPr/>
        </p:nvSpPr>
        <p:spPr>
          <a:xfrm>
            <a:off x="93528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2" name=""/>
          <p:cNvSpPr/>
          <p:nvPr/>
        </p:nvSpPr>
        <p:spPr>
          <a:xfrm>
            <a:off x="95976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3" name=""/>
          <p:cNvSpPr/>
          <p:nvPr/>
        </p:nvSpPr>
        <p:spPr>
          <a:xfrm>
            <a:off x="95976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4" name=""/>
          <p:cNvSpPr/>
          <p:nvPr/>
        </p:nvSpPr>
        <p:spPr>
          <a:xfrm>
            <a:off x="984240" y="435132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5" name=""/>
          <p:cNvSpPr/>
          <p:nvPr/>
        </p:nvSpPr>
        <p:spPr>
          <a:xfrm>
            <a:off x="984240" y="435132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6" name=""/>
          <p:cNvSpPr/>
          <p:nvPr/>
        </p:nvSpPr>
        <p:spPr>
          <a:xfrm>
            <a:off x="100836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7" name=""/>
          <p:cNvSpPr/>
          <p:nvPr/>
        </p:nvSpPr>
        <p:spPr>
          <a:xfrm>
            <a:off x="100836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8" name=""/>
          <p:cNvSpPr/>
          <p:nvPr/>
        </p:nvSpPr>
        <p:spPr>
          <a:xfrm>
            <a:off x="103284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9" name=""/>
          <p:cNvSpPr/>
          <p:nvPr/>
        </p:nvSpPr>
        <p:spPr>
          <a:xfrm>
            <a:off x="103284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0" name=""/>
          <p:cNvSpPr/>
          <p:nvPr/>
        </p:nvSpPr>
        <p:spPr>
          <a:xfrm>
            <a:off x="105732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1" name=""/>
          <p:cNvSpPr/>
          <p:nvPr/>
        </p:nvSpPr>
        <p:spPr>
          <a:xfrm>
            <a:off x="105732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2" name=""/>
          <p:cNvSpPr/>
          <p:nvPr/>
        </p:nvSpPr>
        <p:spPr>
          <a:xfrm>
            <a:off x="108180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3" name=""/>
          <p:cNvSpPr/>
          <p:nvPr/>
        </p:nvSpPr>
        <p:spPr>
          <a:xfrm>
            <a:off x="108180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4" name=""/>
          <p:cNvSpPr/>
          <p:nvPr/>
        </p:nvSpPr>
        <p:spPr>
          <a:xfrm>
            <a:off x="110628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5" name=""/>
          <p:cNvSpPr/>
          <p:nvPr/>
        </p:nvSpPr>
        <p:spPr>
          <a:xfrm>
            <a:off x="110628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6" name=""/>
          <p:cNvSpPr/>
          <p:nvPr/>
        </p:nvSpPr>
        <p:spPr>
          <a:xfrm>
            <a:off x="1130760" y="435132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7" name=""/>
          <p:cNvSpPr/>
          <p:nvPr/>
        </p:nvSpPr>
        <p:spPr>
          <a:xfrm>
            <a:off x="1130760" y="435132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8" name=""/>
          <p:cNvSpPr/>
          <p:nvPr/>
        </p:nvSpPr>
        <p:spPr>
          <a:xfrm>
            <a:off x="115488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9" name=""/>
          <p:cNvSpPr/>
          <p:nvPr/>
        </p:nvSpPr>
        <p:spPr>
          <a:xfrm>
            <a:off x="115488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0" name=""/>
          <p:cNvSpPr/>
          <p:nvPr/>
        </p:nvSpPr>
        <p:spPr>
          <a:xfrm>
            <a:off x="117936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1" name=""/>
          <p:cNvSpPr/>
          <p:nvPr/>
        </p:nvSpPr>
        <p:spPr>
          <a:xfrm>
            <a:off x="117936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2" name=""/>
          <p:cNvSpPr/>
          <p:nvPr/>
        </p:nvSpPr>
        <p:spPr>
          <a:xfrm>
            <a:off x="125280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3" name=""/>
          <p:cNvSpPr/>
          <p:nvPr/>
        </p:nvSpPr>
        <p:spPr>
          <a:xfrm>
            <a:off x="125280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4" name=""/>
          <p:cNvSpPr/>
          <p:nvPr/>
        </p:nvSpPr>
        <p:spPr>
          <a:xfrm>
            <a:off x="127728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5" name=""/>
          <p:cNvSpPr/>
          <p:nvPr/>
        </p:nvSpPr>
        <p:spPr>
          <a:xfrm>
            <a:off x="127728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6" name=""/>
          <p:cNvSpPr/>
          <p:nvPr/>
        </p:nvSpPr>
        <p:spPr>
          <a:xfrm>
            <a:off x="130140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7" name=""/>
          <p:cNvSpPr/>
          <p:nvPr/>
        </p:nvSpPr>
        <p:spPr>
          <a:xfrm>
            <a:off x="130140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8" name=""/>
          <p:cNvSpPr/>
          <p:nvPr/>
        </p:nvSpPr>
        <p:spPr>
          <a:xfrm>
            <a:off x="1325880" y="435132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9" name=""/>
          <p:cNvSpPr/>
          <p:nvPr/>
        </p:nvSpPr>
        <p:spPr>
          <a:xfrm>
            <a:off x="1325880" y="435132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0" name=""/>
          <p:cNvSpPr/>
          <p:nvPr/>
        </p:nvSpPr>
        <p:spPr>
          <a:xfrm>
            <a:off x="142380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1" name=""/>
          <p:cNvSpPr/>
          <p:nvPr/>
        </p:nvSpPr>
        <p:spPr>
          <a:xfrm>
            <a:off x="142380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2" name=""/>
          <p:cNvSpPr/>
          <p:nvPr/>
        </p:nvSpPr>
        <p:spPr>
          <a:xfrm>
            <a:off x="1448280" y="435132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3" name=""/>
          <p:cNvSpPr/>
          <p:nvPr/>
        </p:nvSpPr>
        <p:spPr>
          <a:xfrm>
            <a:off x="1448280" y="435132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4" name=""/>
          <p:cNvSpPr/>
          <p:nvPr/>
        </p:nvSpPr>
        <p:spPr>
          <a:xfrm>
            <a:off x="147240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5" name=""/>
          <p:cNvSpPr/>
          <p:nvPr/>
        </p:nvSpPr>
        <p:spPr>
          <a:xfrm>
            <a:off x="147240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6" name=""/>
          <p:cNvSpPr/>
          <p:nvPr/>
        </p:nvSpPr>
        <p:spPr>
          <a:xfrm>
            <a:off x="215640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7" name=""/>
          <p:cNvSpPr/>
          <p:nvPr/>
        </p:nvSpPr>
        <p:spPr>
          <a:xfrm>
            <a:off x="215640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8" name=""/>
          <p:cNvSpPr/>
          <p:nvPr/>
        </p:nvSpPr>
        <p:spPr>
          <a:xfrm>
            <a:off x="218088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9" name=""/>
          <p:cNvSpPr/>
          <p:nvPr/>
        </p:nvSpPr>
        <p:spPr>
          <a:xfrm>
            <a:off x="218088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0" name=""/>
          <p:cNvSpPr/>
          <p:nvPr/>
        </p:nvSpPr>
        <p:spPr>
          <a:xfrm>
            <a:off x="220536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1" name=""/>
          <p:cNvSpPr/>
          <p:nvPr/>
        </p:nvSpPr>
        <p:spPr>
          <a:xfrm>
            <a:off x="220536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2" name=""/>
          <p:cNvSpPr/>
          <p:nvPr/>
        </p:nvSpPr>
        <p:spPr>
          <a:xfrm>
            <a:off x="2229840" y="435132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3" name=""/>
          <p:cNvSpPr/>
          <p:nvPr/>
        </p:nvSpPr>
        <p:spPr>
          <a:xfrm>
            <a:off x="2229840" y="435132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4" name=""/>
          <p:cNvSpPr/>
          <p:nvPr/>
        </p:nvSpPr>
        <p:spPr>
          <a:xfrm>
            <a:off x="225396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5" name=""/>
          <p:cNvSpPr/>
          <p:nvPr/>
        </p:nvSpPr>
        <p:spPr>
          <a:xfrm>
            <a:off x="225396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6" name=""/>
          <p:cNvSpPr/>
          <p:nvPr/>
        </p:nvSpPr>
        <p:spPr>
          <a:xfrm>
            <a:off x="227844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7" name=""/>
          <p:cNvSpPr/>
          <p:nvPr/>
        </p:nvSpPr>
        <p:spPr>
          <a:xfrm>
            <a:off x="227844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8" name=""/>
          <p:cNvSpPr/>
          <p:nvPr/>
        </p:nvSpPr>
        <p:spPr>
          <a:xfrm>
            <a:off x="254700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9" name=""/>
          <p:cNvSpPr/>
          <p:nvPr/>
        </p:nvSpPr>
        <p:spPr>
          <a:xfrm>
            <a:off x="254700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0" name=""/>
          <p:cNvSpPr/>
          <p:nvPr/>
        </p:nvSpPr>
        <p:spPr>
          <a:xfrm>
            <a:off x="257148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1" name=""/>
          <p:cNvSpPr/>
          <p:nvPr/>
        </p:nvSpPr>
        <p:spPr>
          <a:xfrm>
            <a:off x="257148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2" name=""/>
          <p:cNvSpPr/>
          <p:nvPr/>
        </p:nvSpPr>
        <p:spPr>
          <a:xfrm>
            <a:off x="259596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3" name=""/>
          <p:cNvSpPr/>
          <p:nvPr/>
        </p:nvSpPr>
        <p:spPr>
          <a:xfrm>
            <a:off x="259596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4" name=""/>
          <p:cNvSpPr/>
          <p:nvPr/>
        </p:nvSpPr>
        <p:spPr>
          <a:xfrm>
            <a:off x="2718000" y="435132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5" name=""/>
          <p:cNvSpPr/>
          <p:nvPr/>
        </p:nvSpPr>
        <p:spPr>
          <a:xfrm>
            <a:off x="2718000" y="435132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6" name=""/>
          <p:cNvSpPr/>
          <p:nvPr/>
        </p:nvSpPr>
        <p:spPr>
          <a:xfrm>
            <a:off x="935280" y="4326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7" name=""/>
          <p:cNvSpPr/>
          <p:nvPr/>
        </p:nvSpPr>
        <p:spPr>
          <a:xfrm>
            <a:off x="935280" y="4326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8" name=""/>
          <p:cNvSpPr/>
          <p:nvPr/>
        </p:nvSpPr>
        <p:spPr>
          <a:xfrm>
            <a:off x="959760" y="4326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9" name=""/>
          <p:cNvSpPr/>
          <p:nvPr/>
        </p:nvSpPr>
        <p:spPr>
          <a:xfrm>
            <a:off x="959760" y="4326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0" name=""/>
          <p:cNvSpPr/>
          <p:nvPr/>
        </p:nvSpPr>
        <p:spPr>
          <a:xfrm>
            <a:off x="984240" y="432684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1" name=""/>
          <p:cNvSpPr/>
          <p:nvPr/>
        </p:nvSpPr>
        <p:spPr>
          <a:xfrm>
            <a:off x="984240" y="432684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2" name=""/>
          <p:cNvSpPr/>
          <p:nvPr/>
        </p:nvSpPr>
        <p:spPr>
          <a:xfrm>
            <a:off x="1008360" y="4326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3" name=""/>
          <p:cNvSpPr/>
          <p:nvPr/>
        </p:nvSpPr>
        <p:spPr>
          <a:xfrm>
            <a:off x="1008360" y="4326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4" name=""/>
          <p:cNvSpPr/>
          <p:nvPr/>
        </p:nvSpPr>
        <p:spPr>
          <a:xfrm>
            <a:off x="1032840" y="4326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5" name=""/>
          <p:cNvSpPr/>
          <p:nvPr/>
        </p:nvSpPr>
        <p:spPr>
          <a:xfrm>
            <a:off x="1032840" y="4326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6" name=""/>
          <p:cNvSpPr/>
          <p:nvPr/>
        </p:nvSpPr>
        <p:spPr>
          <a:xfrm>
            <a:off x="1057320" y="4326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7" name=""/>
          <p:cNvSpPr/>
          <p:nvPr/>
        </p:nvSpPr>
        <p:spPr>
          <a:xfrm>
            <a:off x="1057320" y="4326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8" name=""/>
          <p:cNvSpPr/>
          <p:nvPr/>
        </p:nvSpPr>
        <p:spPr>
          <a:xfrm>
            <a:off x="1081800" y="4326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9" name=""/>
          <p:cNvSpPr/>
          <p:nvPr/>
        </p:nvSpPr>
        <p:spPr>
          <a:xfrm>
            <a:off x="1081800" y="4326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0" name=""/>
          <p:cNvSpPr/>
          <p:nvPr/>
        </p:nvSpPr>
        <p:spPr>
          <a:xfrm>
            <a:off x="1106280" y="4326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1" name=""/>
          <p:cNvSpPr/>
          <p:nvPr/>
        </p:nvSpPr>
        <p:spPr>
          <a:xfrm>
            <a:off x="1106280" y="4326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2" name=""/>
          <p:cNvSpPr/>
          <p:nvPr/>
        </p:nvSpPr>
        <p:spPr>
          <a:xfrm>
            <a:off x="1130760" y="432684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3" name=""/>
          <p:cNvSpPr/>
          <p:nvPr/>
        </p:nvSpPr>
        <p:spPr>
          <a:xfrm>
            <a:off x="1130760" y="432684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4" name=""/>
          <p:cNvSpPr/>
          <p:nvPr/>
        </p:nvSpPr>
        <p:spPr>
          <a:xfrm>
            <a:off x="1154880" y="4326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5" name=""/>
          <p:cNvSpPr/>
          <p:nvPr/>
        </p:nvSpPr>
        <p:spPr>
          <a:xfrm>
            <a:off x="1154880" y="4326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6" name=""/>
          <p:cNvSpPr/>
          <p:nvPr/>
        </p:nvSpPr>
        <p:spPr>
          <a:xfrm>
            <a:off x="1179360" y="4326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7" name=""/>
          <p:cNvSpPr/>
          <p:nvPr/>
        </p:nvSpPr>
        <p:spPr>
          <a:xfrm>
            <a:off x="1179360" y="4326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8" name=""/>
          <p:cNvSpPr/>
          <p:nvPr/>
        </p:nvSpPr>
        <p:spPr>
          <a:xfrm>
            <a:off x="1228320" y="4326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9" name=""/>
          <p:cNvSpPr/>
          <p:nvPr/>
        </p:nvSpPr>
        <p:spPr>
          <a:xfrm>
            <a:off x="1228320" y="4326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0" name=""/>
          <p:cNvSpPr/>
          <p:nvPr/>
        </p:nvSpPr>
        <p:spPr>
          <a:xfrm>
            <a:off x="1252800" y="4326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1" name=""/>
          <p:cNvSpPr/>
          <p:nvPr/>
        </p:nvSpPr>
        <p:spPr>
          <a:xfrm>
            <a:off x="1252800" y="4326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2" name=""/>
          <p:cNvSpPr/>
          <p:nvPr/>
        </p:nvSpPr>
        <p:spPr>
          <a:xfrm>
            <a:off x="1277280" y="4326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3" name=""/>
          <p:cNvSpPr/>
          <p:nvPr/>
        </p:nvSpPr>
        <p:spPr>
          <a:xfrm>
            <a:off x="1277280" y="4326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4" name=""/>
          <p:cNvSpPr/>
          <p:nvPr/>
        </p:nvSpPr>
        <p:spPr>
          <a:xfrm>
            <a:off x="1301400" y="4326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5" name=""/>
          <p:cNvSpPr/>
          <p:nvPr/>
        </p:nvSpPr>
        <p:spPr>
          <a:xfrm>
            <a:off x="1301400" y="4326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6" name=""/>
          <p:cNvSpPr/>
          <p:nvPr/>
        </p:nvSpPr>
        <p:spPr>
          <a:xfrm>
            <a:off x="1374840" y="4326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7" name=""/>
          <p:cNvSpPr/>
          <p:nvPr/>
        </p:nvSpPr>
        <p:spPr>
          <a:xfrm>
            <a:off x="1374840" y="4326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8" name=""/>
          <p:cNvSpPr/>
          <p:nvPr/>
        </p:nvSpPr>
        <p:spPr>
          <a:xfrm>
            <a:off x="1399320" y="4326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9" name=""/>
          <p:cNvSpPr/>
          <p:nvPr/>
        </p:nvSpPr>
        <p:spPr>
          <a:xfrm>
            <a:off x="1399320" y="4326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0" name=""/>
          <p:cNvSpPr/>
          <p:nvPr/>
        </p:nvSpPr>
        <p:spPr>
          <a:xfrm>
            <a:off x="1423800" y="4326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1" name=""/>
          <p:cNvSpPr/>
          <p:nvPr/>
        </p:nvSpPr>
        <p:spPr>
          <a:xfrm>
            <a:off x="1423800" y="4326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2" name=""/>
          <p:cNvSpPr/>
          <p:nvPr/>
        </p:nvSpPr>
        <p:spPr>
          <a:xfrm>
            <a:off x="1448280" y="432684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3" name=""/>
          <p:cNvSpPr/>
          <p:nvPr/>
        </p:nvSpPr>
        <p:spPr>
          <a:xfrm>
            <a:off x="1448280" y="432684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4" name=""/>
          <p:cNvSpPr/>
          <p:nvPr/>
        </p:nvSpPr>
        <p:spPr>
          <a:xfrm>
            <a:off x="2156400" y="4326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5" name=""/>
          <p:cNvSpPr/>
          <p:nvPr/>
        </p:nvSpPr>
        <p:spPr>
          <a:xfrm>
            <a:off x="2156400" y="4326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6" name=""/>
          <p:cNvSpPr/>
          <p:nvPr/>
        </p:nvSpPr>
        <p:spPr>
          <a:xfrm>
            <a:off x="2229840" y="432684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7" name=""/>
          <p:cNvSpPr/>
          <p:nvPr/>
        </p:nvSpPr>
        <p:spPr>
          <a:xfrm>
            <a:off x="2229840" y="432684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8" name=""/>
          <p:cNvSpPr/>
          <p:nvPr/>
        </p:nvSpPr>
        <p:spPr>
          <a:xfrm>
            <a:off x="2253960" y="4326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9" name=""/>
          <p:cNvSpPr/>
          <p:nvPr/>
        </p:nvSpPr>
        <p:spPr>
          <a:xfrm>
            <a:off x="2253960" y="4326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0" name=""/>
          <p:cNvSpPr/>
          <p:nvPr/>
        </p:nvSpPr>
        <p:spPr>
          <a:xfrm>
            <a:off x="2547000" y="4326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1" name=""/>
          <p:cNvSpPr/>
          <p:nvPr/>
        </p:nvSpPr>
        <p:spPr>
          <a:xfrm>
            <a:off x="2547000" y="4326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2" name=""/>
          <p:cNvSpPr/>
          <p:nvPr/>
        </p:nvSpPr>
        <p:spPr>
          <a:xfrm>
            <a:off x="2595960" y="4326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3" name=""/>
          <p:cNvSpPr/>
          <p:nvPr/>
        </p:nvSpPr>
        <p:spPr>
          <a:xfrm>
            <a:off x="2595960" y="4326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4" name=""/>
          <p:cNvSpPr/>
          <p:nvPr/>
        </p:nvSpPr>
        <p:spPr>
          <a:xfrm>
            <a:off x="959760" y="4302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5" name=""/>
          <p:cNvSpPr/>
          <p:nvPr/>
        </p:nvSpPr>
        <p:spPr>
          <a:xfrm>
            <a:off x="959760" y="4302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6" name=""/>
          <p:cNvSpPr/>
          <p:nvPr/>
        </p:nvSpPr>
        <p:spPr>
          <a:xfrm>
            <a:off x="984240" y="430236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7" name=""/>
          <p:cNvSpPr/>
          <p:nvPr/>
        </p:nvSpPr>
        <p:spPr>
          <a:xfrm>
            <a:off x="984240" y="430236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8" name=""/>
          <p:cNvSpPr/>
          <p:nvPr/>
        </p:nvSpPr>
        <p:spPr>
          <a:xfrm>
            <a:off x="1008360" y="4302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89" name=""/>
          <p:cNvSpPr/>
          <p:nvPr/>
        </p:nvSpPr>
        <p:spPr>
          <a:xfrm>
            <a:off x="1008360" y="4302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0" name=""/>
          <p:cNvSpPr/>
          <p:nvPr/>
        </p:nvSpPr>
        <p:spPr>
          <a:xfrm>
            <a:off x="1032840" y="4302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1" name=""/>
          <p:cNvSpPr/>
          <p:nvPr/>
        </p:nvSpPr>
        <p:spPr>
          <a:xfrm>
            <a:off x="1032840" y="4302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2" name=""/>
          <p:cNvSpPr/>
          <p:nvPr/>
        </p:nvSpPr>
        <p:spPr>
          <a:xfrm>
            <a:off x="1057320" y="4302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3" name=""/>
          <p:cNvSpPr/>
          <p:nvPr/>
        </p:nvSpPr>
        <p:spPr>
          <a:xfrm>
            <a:off x="1057320" y="4302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4" name=""/>
          <p:cNvSpPr/>
          <p:nvPr/>
        </p:nvSpPr>
        <p:spPr>
          <a:xfrm>
            <a:off x="1081800" y="4302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5" name=""/>
          <p:cNvSpPr/>
          <p:nvPr/>
        </p:nvSpPr>
        <p:spPr>
          <a:xfrm>
            <a:off x="1081800" y="4302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6" name=""/>
          <p:cNvSpPr/>
          <p:nvPr/>
        </p:nvSpPr>
        <p:spPr>
          <a:xfrm>
            <a:off x="1106280" y="4302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7" name=""/>
          <p:cNvSpPr/>
          <p:nvPr/>
        </p:nvSpPr>
        <p:spPr>
          <a:xfrm>
            <a:off x="1106280" y="4302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8" name=""/>
          <p:cNvSpPr/>
          <p:nvPr/>
        </p:nvSpPr>
        <p:spPr>
          <a:xfrm>
            <a:off x="1130760" y="430236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9" name=""/>
          <p:cNvSpPr/>
          <p:nvPr/>
        </p:nvSpPr>
        <p:spPr>
          <a:xfrm>
            <a:off x="1130760" y="430236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0" name=""/>
          <p:cNvSpPr/>
          <p:nvPr/>
        </p:nvSpPr>
        <p:spPr>
          <a:xfrm>
            <a:off x="1154880" y="4302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1" name=""/>
          <p:cNvSpPr/>
          <p:nvPr/>
        </p:nvSpPr>
        <p:spPr>
          <a:xfrm>
            <a:off x="1154880" y="4302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2" name=""/>
          <p:cNvSpPr/>
          <p:nvPr/>
        </p:nvSpPr>
        <p:spPr>
          <a:xfrm>
            <a:off x="1228320" y="4302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3" name=""/>
          <p:cNvSpPr/>
          <p:nvPr/>
        </p:nvSpPr>
        <p:spPr>
          <a:xfrm>
            <a:off x="1228320" y="4302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4" name=""/>
          <p:cNvSpPr/>
          <p:nvPr/>
        </p:nvSpPr>
        <p:spPr>
          <a:xfrm>
            <a:off x="1252800" y="4302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5" name=""/>
          <p:cNvSpPr/>
          <p:nvPr/>
        </p:nvSpPr>
        <p:spPr>
          <a:xfrm>
            <a:off x="1252800" y="4302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6" name=""/>
          <p:cNvSpPr/>
          <p:nvPr/>
        </p:nvSpPr>
        <p:spPr>
          <a:xfrm>
            <a:off x="1277280" y="4302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7" name=""/>
          <p:cNvSpPr/>
          <p:nvPr/>
        </p:nvSpPr>
        <p:spPr>
          <a:xfrm>
            <a:off x="1277280" y="4302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8" name=""/>
          <p:cNvSpPr/>
          <p:nvPr/>
        </p:nvSpPr>
        <p:spPr>
          <a:xfrm>
            <a:off x="1301400" y="4302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9" name=""/>
          <p:cNvSpPr/>
          <p:nvPr/>
        </p:nvSpPr>
        <p:spPr>
          <a:xfrm>
            <a:off x="1301400" y="4302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0" name=""/>
          <p:cNvSpPr/>
          <p:nvPr/>
        </p:nvSpPr>
        <p:spPr>
          <a:xfrm>
            <a:off x="1325880" y="4302360"/>
            <a:ext cx="21960" cy="21600"/>
          </a:xfrm>
          <a:custGeom>
            <a:avLst/>
            <a:gdLst/>
            <a:ahLst/>
            <a:rect l="0" t="0" r="r" b="b"/>
            <a:pathLst>
              <a:path w="61" h="60">
                <a:moveTo>
                  <a:pt x="61" y="31"/>
                </a:moveTo>
                <a:cubicBezTo>
                  <a:pt x="61" y="70"/>
                  <a:pt x="0" y="70"/>
                  <a:pt x="0" y="31"/>
                </a:cubicBezTo>
                <a:cubicBezTo>
                  <a:pt x="0" y="-10"/>
                  <a:pt x="61" y="-10"/>
                  <a:pt x="61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1" name=""/>
          <p:cNvSpPr/>
          <p:nvPr/>
        </p:nvSpPr>
        <p:spPr>
          <a:xfrm>
            <a:off x="1325880" y="4302360"/>
            <a:ext cx="21960" cy="21600"/>
          </a:xfrm>
          <a:custGeom>
            <a:avLst/>
            <a:gdLst/>
            <a:ahLst/>
            <a:rect l="0" t="0" r="r" b="b"/>
            <a:pathLst>
              <a:path fill="none" w="61" h="60">
                <a:moveTo>
                  <a:pt x="61" y="31"/>
                </a:moveTo>
                <a:cubicBezTo>
                  <a:pt x="61" y="70"/>
                  <a:pt x="0" y="70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2" name=""/>
          <p:cNvSpPr/>
          <p:nvPr/>
        </p:nvSpPr>
        <p:spPr>
          <a:xfrm>
            <a:off x="1374840" y="4302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3" name=""/>
          <p:cNvSpPr/>
          <p:nvPr/>
        </p:nvSpPr>
        <p:spPr>
          <a:xfrm>
            <a:off x="1374840" y="4302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4" name=""/>
          <p:cNvSpPr/>
          <p:nvPr/>
        </p:nvSpPr>
        <p:spPr>
          <a:xfrm>
            <a:off x="2522880" y="430236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5" name=""/>
          <p:cNvSpPr/>
          <p:nvPr/>
        </p:nvSpPr>
        <p:spPr>
          <a:xfrm>
            <a:off x="2522880" y="430236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6" name=""/>
          <p:cNvSpPr/>
          <p:nvPr/>
        </p:nvSpPr>
        <p:spPr>
          <a:xfrm>
            <a:off x="2547000" y="4302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7" name=""/>
          <p:cNvSpPr/>
          <p:nvPr/>
        </p:nvSpPr>
        <p:spPr>
          <a:xfrm>
            <a:off x="2547000" y="4302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8" name=""/>
          <p:cNvSpPr/>
          <p:nvPr/>
        </p:nvSpPr>
        <p:spPr>
          <a:xfrm>
            <a:off x="2669400" y="4302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9" name=""/>
          <p:cNvSpPr/>
          <p:nvPr/>
        </p:nvSpPr>
        <p:spPr>
          <a:xfrm>
            <a:off x="2669400" y="4302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0" name=""/>
          <p:cNvSpPr/>
          <p:nvPr/>
        </p:nvSpPr>
        <p:spPr>
          <a:xfrm>
            <a:off x="2840400" y="430236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1" name=""/>
          <p:cNvSpPr/>
          <p:nvPr/>
        </p:nvSpPr>
        <p:spPr>
          <a:xfrm>
            <a:off x="2840400" y="430236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1"/>
                </a:moveTo>
                <a:cubicBezTo>
                  <a:pt x="59" y="70"/>
                  <a:pt x="0" y="70"/>
                  <a:pt x="0" y="31"/>
                </a:cubicBezTo>
                <a:cubicBezTo>
                  <a:pt x="0" y="-10"/>
                  <a:pt x="59" y="-10"/>
                  <a:pt x="59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2" name=""/>
          <p:cNvSpPr/>
          <p:nvPr/>
        </p:nvSpPr>
        <p:spPr>
          <a:xfrm>
            <a:off x="2889000" y="43023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3" name=""/>
          <p:cNvSpPr/>
          <p:nvPr/>
        </p:nvSpPr>
        <p:spPr>
          <a:xfrm>
            <a:off x="2889000" y="43023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4" name=""/>
          <p:cNvSpPr/>
          <p:nvPr/>
        </p:nvSpPr>
        <p:spPr>
          <a:xfrm>
            <a:off x="959760" y="4277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5" name=""/>
          <p:cNvSpPr/>
          <p:nvPr/>
        </p:nvSpPr>
        <p:spPr>
          <a:xfrm>
            <a:off x="959760" y="4277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6" name=""/>
          <p:cNvSpPr/>
          <p:nvPr/>
        </p:nvSpPr>
        <p:spPr>
          <a:xfrm>
            <a:off x="984240" y="427788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7" name=""/>
          <p:cNvSpPr/>
          <p:nvPr/>
        </p:nvSpPr>
        <p:spPr>
          <a:xfrm>
            <a:off x="984240" y="427788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8" name=""/>
          <p:cNvSpPr/>
          <p:nvPr/>
        </p:nvSpPr>
        <p:spPr>
          <a:xfrm>
            <a:off x="1008360" y="4277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9" name=""/>
          <p:cNvSpPr/>
          <p:nvPr/>
        </p:nvSpPr>
        <p:spPr>
          <a:xfrm>
            <a:off x="1008360" y="4277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0" name=""/>
          <p:cNvSpPr/>
          <p:nvPr/>
        </p:nvSpPr>
        <p:spPr>
          <a:xfrm>
            <a:off x="1032840" y="4277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1" name=""/>
          <p:cNvSpPr/>
          <p:nvPr/>
        </p:nvSpPr>
        <p:spPr>
          <a:xfrm>
            <a:off x="1032840" y="4277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2" name=""/>
          <p:cNvSpPr/>
          <p:nvPr/>
        </p:nvSpPr>
        <p:spPr>
          <a:xfrm>
            <a:off x="1057320" y="4277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3" name=""/>
          <p:cNvSpPr/>
          <p:nvPr/>
        </p:nvSpPr>
        <p:spPr>
          <a:xfrm>
            <a:off x="1057320" y="4277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4" name=""/>
          <p:cNvSpPr/>
          <p:nvPr/>
        </p:nvSpPr>
        <p:spPr>
          <a:xfrm>
            <a:off x="1081800" y="4277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5" name=""/>
          <p:cNvSpPr/>
          <p:nvPr/>
        </p:nvSpPr>
        <p:spPr>
          <a:xfrm>
            <a:off x="1081800" y="4277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6" name=""/>
          <p:cNvSpPr/>
          <p:nvPr/>
        </p:nvSpPr>
        <p:spPr>
          <a:xfrm>
            <a:off x="1106280" y="4277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7" name=""/>
          <p:cNvSpPr/>
          <p:nvPr/>
        </p:nvSpPr>
        <p:spPr>
          <a:xfrm>
            <a:off x="1106280" y="4277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8" name=""/>
          <p:cNvSpPr/>
          <p:nvPr/>
        </p:nvSpPr>
        <p:spPr>
          <a:xfrm>
            <a:off x="1154880" y="4277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9" name=""/>
          <p:cNvSpPr/>
          <p:nvPr/>
        </p:nvSpPr>
        <p:spPr>
          <a:xfrm>
            <a:off x="1154880" y="4277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0" name=""/>
          <p:cNvSpPr/>
          <p:nvPr/>
        </p:nvSpPr>
        <p:spPr>
          <a:xfrm>
            <a:off x="1179360" y="4277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1" name=""/>
          <p:cNvSpPr/>
          <p:nvPr/>
        </p:nvSpPr>
        <p:spPr>
          <a:xfrm>
            <a:off x="1179360" y="4277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2" name=""/>
          <p:cNvSpPr/>
          <p:nvPr/>
        </p:nvSpPr>
        <p:spPr>
          <a:xfrm>
            <a:off x="1203840" y="4277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3" name=""/>
          <p:cNvSpPr/>
          <p:nvPr/>
        </p:nvSpPr>
        <p:spPr>
          <a:xfrm>
            <a:off x="1203840" y="4277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4" name=""/>
          <p:cNvSpPr/>
          <p:nvPr/>
        </p:nvSpPr>
        <p:spPr>
          <a:xfrm>
            <a:off x="1228320" y="4277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5" name=""/>
          <p:cNvSpPr/>
          <p:nvPr/>
        </p:nvSpPr>
        <p:spPr>
          <a:xfrm>
            <a:off x="1228320" y="4277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6" name=""/>
          <p:cNvSpPr/>
          <p:nvPr/>
        </p:nvSpPr>
        <p:spPr>
          <a:xfrm>
            <a:off x="1252800" y="4277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7" name=""/>
          <p:cNvSpPr/>
          <p:nvPr/>
        </p:nvSpPr>
        <p:spPr>
          <a:xfrm>
            <a:off x="1252800" y="4277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8" name=""/>
          <p:cNvSpPr/>
          <p:nvPr/>
        </p:nvSpPr>
        <p:spPr>
          <a:xfrm>
            <a:off x="1277280" y="4277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9" name=""/>
          <p:cNvSpPr/>
          <p:nvPr/>
        </p:nvSpPr>
        <p:spPr>
          <a:xfrm>
            <a:off x="1277280" y="4277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0" name=""/>
          <p:cNvSpPr/>
          <p:nvPr/>
        </p:nvSpPr>
        <p:spPr>
          <a:xfrm>
            <a:off x="1301400" y="4277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1" name=""/>
          <p:cNvSpPr/>
          <p:nvPr/>
        </p:nvSpPr>
        <p:spPr>
          <a:xfrm>
            <a:off x="1301400" y="4277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2" name=""/>
          <p:cNvSpPr/>
          <p:nvPr/>
        </p:nvSpPr>
        <p:spPr>
          <a:xfrm>
            <a:off x="1325880" y="4277880"/>
            <a:ext cx="21960" cy="21240"/>
          </a:xfrm>
          <a:custGeom>
            <a:avLst/>
            <a:gdLst/>
            <a:ahLst/>
            <a:rect l="0" t="0" r="r" b="b"/>
            <a:pathLst>
              <a:path w="61" h="59">
                <a:moveTo>
                  <a:pt x="61" y="29"/>
                </a:moveTo>
                <a:cubicBezTo>
                  <a:pt x="61" y="69"/>
                  <a:pt x="0" y="69"/>
                  <a:pt x="0" y="29"/>
                </a:cubicBezTo>
                <a:cubicBezTo>
                  <a:pt x="0" y="-10"/>
                  <a:pt x="61" y="-10"/>
                  <a:pt x="61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3" name=""/>
          <p:cNvSpPr/>
          <p:nvPr/>
        </p:nvSpPr>
        <p:spPr>
          <a:xfrm>
            <a:off x="1325880" y="4277880"/>
            <a:ext cx="21960" cy="21240"/>
          </a:xfrm>
          <a:custGeom>
            <a:avLst/>
            <a:gdLst/>
            <a:ahLst/>
            <a:rect l="0" t="0" r="r" b="b"/>
            <a:pathLst>
              <a:path fill="none" w="61" h="59">
                <a:moveTo>
                  <a:pt x="61" y="29"/>
                </a:moveTo>
                <a:cubicBezTo>
                  <a:pt x="61" y="69"/>
                  <a:pt x="0" y="69"/>
                  <a:pt x="0" y="29"/>
                </a:cubicBezTo>
                <a:cubicBezTo>
                  <a:pt x="0" y="-10"/>
                  <a:pt x="61" y="-10"/>
                  <a:pt x="61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4" name=""/>
          <p:cNvSpPr/>
          <p:nvPr/>
        </p:nvSpPr>
        <p:spPr>
          <a:xfrm>
            <a:off x="2571480" y="4277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5" name=""/>
          <p:cNvSpPr/>
          <p:nvPr/>
        </p:nvSpPr>
        <p:spPr>
          <a:xfrm>
            <a:off x="2571480" y="4277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6" name=""/>
          <p:cNvSpPr/>
          <p:nvPr/>
        </p:nvSpPr>
        <p:spPr>
          <a:xfrm>
            <a:off x="2595960" y="4277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7" name=""/>
          <p:cNvSpPr/>
          <p:nvPr/>
        </p:nvSpPr>
        <p:spPr>
          <a:xfrm>
            <a:off x="2595960" y="4277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8" name=""/>
          <p:cNvSpPr/>
          <p:nvPr/>
        </p:nvSpPr>
        <p:spPr>
          <a:xfrm>
            <a:off x="2889000" y="427788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9" name=""/>
          <p:cNvSpPr/>
          <p:nvPr/>
        </p:nvSpPr>
        <p:spPr>
          <a:xfrm>
            <a:off x="2889000" y="427788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0" name=""/>
          <p:cNvSpPr/>
          <p:nvPr/>
        </p:nvSpPr>
        <p:spPr>
          <a:xfrm>
            <a:off x="959760" y="4253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1" name=""/>
          <p:cNvSpPr/>
          <p:nvPr/>
        </p:nvSpPr>
        <p:spPr>
          <a:xfrm>
            <a:off x="959760" y="4253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2" name=""/>
          <p:cNvSpPr/>
          <p:nvPr/>
        </p:nvSpPr>
        <p:spPr>
          <a:xfrm>
            <a:off x="984240" y="425376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3" name=""/>
          <p:cNvSpPr/>
          <p:nvPr/>
        </p:nvSpPr>
        <p:spPr>
          <a:xfrm>
            <a:off x="984240" y="425376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4" name=""/>
          <p:cNvSpPr/>
          <p:nvPr/>
        </p:nvSpPr>
        <p:spPr>
          <a:xfrm>
            <a:off x="1008360" y="4253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5" name=""/>
          <p:cNvSpPr/>
          <p:nvPr/>
        </p:nvSpPr>
        <p:spPr>
          <a:xfrm>
            <a:off x="1008360" y="4253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6" name=""/>
          <p:cNvSpPr/>
          <p:nvPr/>
        </p:nvSpPr>
        <p:spPr>
          <a:xfrm>
            <a:off x="1032840" y="4253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7" name=""/>
          <p:cNvSpPr/>
          <p:nvPr/>
        </p:nvSpPr>
        <p:spPr>
          <a:xfrm>
            <a:off x="1032840" y="4253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8" name=""/>
          <p:cNvSpPr/>
          <p:nvPr/>
        </p:nvSpPr>
        <p:spPr>
          <a:xfrm>
            <a:off x="1057320" y="4253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9" name=""/>
          <p:cNvSpPr/>
          <p:nvPr/>
        </p:nvSpPr>
        <p:spPr>
          <a:xfrm>
            <a:off x="1057320" y="4253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0" name=""/>
          <p:cNvSpPr/>
          <p:nvPr/>
        </p:nvSpPr>
        <p:spPr>
          <a:xfrm>
            <a:off x="1081800" y="4253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1" name=""/>
          <p:cNvSpPr/>
          <p:nvPr/>
        </p:nvSpPr>
        <p:spPr>
          <a:xfrm>
            <a:off x="1081800" y="4253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2" name=""/>
          <p:cNvSpPr/>
          <p:nvPr/>
        </p:nvSpPr>
        <p:spPr>
          <a:xfrm>
            <a:off x="1106280" y="4253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3" name=""/>
          <p:cNvSpPr/>
          <p:nvPr/>
        </p:nvSpPr>
        <p:spPr>
          <a:xfrm>
            <a:off x="1106280" y="4253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4" name=""/>
          <p:cNvSpPr/>
          <p:nvPr/>
        </p:nvSpPr>
        <p:spPr>
          <a:xfrm>
            <a:off x="1130760" y="4253760"/>
            <a:ext cx="21240" cy="21240"/>
          </a:xfrm>
          <a:custGeom>
            <a:avLst/>
            <a:gdLst/>
            <a:ahLst/>
            <a:rect l="0" t="0" r="r" b="b"/>
            <a:pathLst>
              <a:path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5" name=""/>
          <p:cNvSpPr/>
          <p:nvPr/>
        </p:nvSpPr>
        <p:spPr>
          <a:xfrm>
            <a:off x="1130760" y="4253760"/>
            <a:ext cx="21240" cy="21240"/>
          </a:xfrm>
          <a:custGeom>
            <a:avLst/>
            <a:gdLst/>
            <a:ahLst/>
            <a:rect l="0" t="0" r="r" b="b"/>
            <a:pathLst>
              <a:path fill="none" w="59" h="59">
                <a:moveTo>
                  <a:pt x="59" y="29"/>
                </a:moveTo>
                <a:cubicBezTo>
                  <a:pt x="59" y="69"/>
                  <a:pt x="0" y="69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6" name=""/>
          <p:cNvSpPr/>
          <p:nvPr/>
        </p:nvSpPr>
        <p:spPr>
          <a:xfrm>
            <a:off x="1154880" y="4253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7" name=""/>
          <p:cNvSpPr/>
          <p:nvPr/>
        </p:nvSpPr>
        <p:spPr>
          <a:xfrm>
            <a:off x="1154880" y="4253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8" name=""/>
          <p:cNvSpPr/>
          <p:nvPr/>
        </p:nvSpPr>
        <p:spPr>
          <a:xfrm>
            <a:off x="1203840" y="4253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9" name=""/>
          <p:cNvSpPr/>
          <p:nvPr/>
        </p:nvSpPr>
        <p:spPr>
          <a:xfrm>
            <a:off x="1203840" y="4253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0" name=""/>
          <p:cNvSpPr/>
          <p:nvPr/>
        </p:nvSpPr>
        <p:spPr>
          <a:xfrm>
            <a:off x="1228320" y="4253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1" name=""/>
          <p:cNvSpPr/>
          <p:nvPr/>
        </p:nvSpPr>
        <p:spPr>
          <a:xfrm>
            <a:off x="1228320" y="4253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2" name=""/>
          <p:cNvSpPr/>
          <p:nvPr/>
        </p:nvSpPr>
        <p:spPr>
          <a:xfrm>
            <a:off x="1252800" y="4253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3" name=""/>
          <p:cNvSpPr/>
          <p:nvPr/>
        </p:nvSpPr>
        <p:spPr>
          <a:xfrm>
            <a:off x="1252800" y="4253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4" name=""/>
          <p:cNvSpPr/>
          <p:nvPr/>
        </p:nvSpPr>
        <p:spPr>
          <a:xfrm>
            <a:off x="1277280" y="4253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5" name=""/>
          <p:cNvSpPr/>
          <p:nvPr/>
        </p:nvSpPr>
        <p:spPr>
          <a:xfrm>
            <a:off x="1277280" y="4253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6" name=""/>
          <p:cNvSpPr/>
          <p:nvPr/>
        </p:nvSpPr>
        <p:spPr>
          <a:xfrm>
            <a:off x="1301400" y="4253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7" name=""/>
          <p:cNvSpPr/>
          <p:nvPr/>
        </p:nvSpPr>
        <p:spPr>
          <a:xfrm>
            <a:off x="1301400" y="4253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8" name=""/>
          <p:cNvSpPr/>
          <p:nvPr/>
        </p:nvSpPr>
        <p:spPr>
          <a:xfrm>
            <a:off x="1325880" y="4253760"/>
            <a:ext cx="21960" cy="21240"/>
          </a:xfrm>
          <a:custGeom>
            <a:avLst/>
            <a:gdLst/>
            <a:ahLst/>
            <a:rect l="0" t="0" r="r" b="b"/>
            <a:pathLst>
              <a:path w="61" h="59">
                <a:moveTo>
                  <a:pt x="61" y="29"/>
                </a:moveTo>
                <a:cubicBezTo>
                  <a:pt x="61" y="69"/>
                  <a:pt x="0" y="69"/>
                  <a:pt x="0" y="29"/>
                </a:cubicBezTo>
                <a:cubicBezTo>
                  <a:pt x="0" y="-10"/>
                  <a:pt x="61" y="-10"/>
                  <a:pt x="61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9" name=""/>
          <p:cNvSpPr/>
          <p:nvPr/>
        </p:nvSpPr>
        <p:spPr>
          <a:xfrm>
            <a:off x="1325880" y="4253760"/>
            <a:ext cx="21960" cy="21240"/>
          </a:xfrm>
          <a:custGeom>
            <a:avLst/>
            <a:gdLst/>
            <a:ahLst/>
            <a:rect l="0" t="0" r="r" b="b"/>
            <a:pathLst>
              <a:path fill="none" w="61" h="59">
                <a:moveTo>
                  <a:pt x="61" y="29"/>
                </a:moveTo>
                <a:cubicBezTo>
                  <a:pt x="61" y="69"/>
                  <a:pt x="0" y="69"/>
                  <a:pt x="0" y="29"/>
                </a:cubicBezTo>
                <a:cubicBezTo>
                  <a:pt x="0" y="-10"/>
                  <a:pt x="61" y="-10"/>
                  <a:pt x="61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0" name=""/>
          <p:cNvSpPr/>
          <p:nvPr/>
        </p:nvSpPr>
        <p:spPr>
          <a:xfrm>
            <a:off x="1350360" y="4253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1" name=""/>
          <p:cNvSpPr/>
          <p:nvPr/>
        </p:nvSpPr>
        <p:spPr>
          <a:xfrm>
            <a:off x="1350360" y="4253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2" name=""/>
          <p:cNvSpPr/>
          <p:nvPr/>
        </p:nvSpPr>
        <p:spPr>
          <a:xfrm>
            <a:off x="2864520" y="4253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3" name=""/>
          <p:cNvSpPr/>
          <p:nvPr/>
        </p:nvSpPr>
        <p:spPr>
          <a:xfrm>
            <a:off x="2864520" y="4253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4" name=""/>
          <p:cNvSpPr/>
          <p:nvPr/>
        </p:nvSpPr>
        <p:spPr>
          <a:xfrm>
            <a:off x="2889000" y="42537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5" name=""/>
          <p:cNvSpPr/>
          <p:nvPr/>
        </p:nvSpPr>
        <p:spPr>
          <a:xfrm>
            <a:off x="2889000" y="42537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6" name=""/>
          <p:cNvSpPr/>
          <p:nvPr/>
        </p:nvSpPr>
        <p:spPr>
          <a:xfrm>
            <a:off x="959760" y="42292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7" name=""/>
          <p:cNvSpPr/>
          <p:nvPr/>
        </p:nvSpPr>
        <p:spPr>
          <a:xfrm>
            <a:off x="959760" y="42292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8" name=""/>
          <p:cNvSpPr/>
          <p:nvPr/>
        </p:nvSpPr>
        <p:spPr>
          <a:xfrm>
            <a:off x="984240" y="422928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0"/>
                </a:moveTo>
                <a:cubicBezTo>
                  <a:pt x="59" y="70"/>
                  <a:pt x="0" y="70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9" name=""/>
          <p:cNvSpPr/>
          <p:nvPr/>
        </p:nvSpPr>
        <p:spPr>
          <a:xfrm>
            <a:off x="984240" y="422928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0"/>
                </a:moveTo>
                <a:cubicBezTo>
                  <a:pt x="59" y="70"/>
                  <a:pt x="0" y="70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0" name=""/>
          <p:cNvSpPr/>
          <p:nvPr/>
        </p:nvSpPr>
        <p:spPr>
          <a:xfrm>
            <a:off x="1008360" y="42292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1" name=""/>
          <p:cNvSpPr/>
          <p:nvPr/>
        </p:nvSpPr>
        <p:spPr>
          <a:xfrm>
            <a:off x="1008360" y="42292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2" name=""/>
          <p:cNvSpPr/>
          <p:nvPr/>
        </p:nvSpPr>
        <p:spPr>
          <a:xfrm>
            <a:off x="1032840" y="42292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3" name=""/>
          <p:cNvSpPr/>
          <p:nvPr/>
        </p:nvSpPr>
        <p:spPr>
          <a:xfrm>
            <a:off x="1032840" y="42292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4" name=""/>
          <p:cNvSpPr/>
          <p:nvPr/>
        </p:nvSpPr>
        <p:spPr>
          <a:xfrm>
            <a:off x="1057320" y="42292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5" name=""/>
          <p:cNvSpPr/>
          <p:nvPr/>
        </p:nvSpPr>
        <p:spPr>
          <a:xfrm>
            <a:off x="1057320" y="42292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6" name=""/>
          <p:cNvSpPr/>
          <p:nvPr/>
        </p:nvSpPr>
        <p:spPr>
          <a:xfrm>
            <a:off x="1081800" y="42292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7" name=""/>
          <p:cNvSpPr/>
          <p:nvPr/>
        </p:nvSpPr>
        <p:spPr>
          <a:xfrm>
            <a:off x="1081800" y="42292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8" name=""/>
          <p:cNvSpPr/>
          <p:nvPr/>
        </p:nvSpPr>
        <p:spPr>
          <a:xfrm>
            <a:off x="1106280" y="42292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9" name=""/>
          <p:cNvSpPr/>
          <p:nvPr/>
        </p:nvSpPr>
        <p:spPr>
          <a:xfrm>
            <a:off x="1106280" y="42292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0" name=""/>
          <p:cNvSpPr/>
          <p:nvPr/>
        </p:nvSpPr>
        <p:spPr>
          <a:xfrm>
            <a:off x="1130760" y="422928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0"/>
                </a:moveTo>
                <a:cubicBezTo>
                  <a:pt x="59" y="70"/>
                  <a:pt x="0" y="70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1" name=""/>
          <p:cNvSpPr/>
          <p:nvPr/>
        </p:nvSpPr>
        <p:spPr>
          <a:xfrm>
            <a:off x="1130760" y="422928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0"/>
                </a:moveTo>
                <a:cubicBezTo>
                  <a:pt x="59" y="70"/>
                  <a:pt x="0" y="70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2" name=""/>
          <p:cNvSpPr/>
          <p:nvPr/>
        </p:nvSpPr>
        <p:spPr>
          <a:xfrm>
            <a:off x="1154880" y="42292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3" name=""/>
          <p:cNvSpPr/>
          <p:nvPr/>
        </p:nvSpPr>
        <p:spPr>
          <a:xfrm>
            <a:off x="1154880" y="42292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4" name=""/>
          <p:cNvSpPr/>
          <p:nvPr/>
        </p:nvSpPr>
        <p:spPr>
          <a:xfrm>
            <a:off x="1179360" y="42292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5" name=""/>
          <p:cNvSpPr/>
          <p:nvPr/>
        </p:nvSpPr>
        <p:spPr>
          <a:xfrm>
            <a:off x="1179360" y="42292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6" name=""/>
          <p:cNvSpPr/>
          <p:nvPr/>
        </p:nvSpPr>
        <p:spPr>
          <a:xfrm>
            <a:off x="1203840" y="42292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7" name=""/>
          <p:cNvSpPr/>
          <p:nvPr/>
        </p:nvSpPr>
        <p:spPr>
          <a:xfrm>
            <a:off x="1203840" y="42292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8" name=""/>
          <p:cNvSpPr/>
          <p:nvPr/>
        </p:nvSpPr>
        <p:spPr>
          <a:xfrm>
            <a:off x="1228320" y="42292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9" name=""/>
          <p:cNvSpPr/>
          <p:nvPr/>
        </p:nvSpPr>
        <p:spPr>
          <a:xfrm>
            <a:off x="1228320" y="42292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0" name=""/>
          <p:cNvSpPr/>
          <p:nvPr/>
        </p:nvSpPr>
        <p:spPr>
          <a:xfrm>
            <a:off x="1252800" y="42292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1" name=""/>
          <p:cNvSpPr/>
          <p:nvPr/>
        </p:nvSpPr>
        <p:spPr>
          <a:xfrm>
            <a:off x="1252800" y="42292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2" name=""/>
          <p:cNvSpPr/>
          <p:nvPr/>
        </p:nvSpPr>
        <p:spPr>
          <a:xfrm>
            <a:off x="1277280" y="42292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3" name=""/>
          <p:cNvSpPr/>
          <p:nvPr/>
        </p:nvSpPr>
        <p:spPr>
          <a:xfrm>
            <a:off x="1277280" y="42292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4" name=""/>
          <p:cNvSpPr/>
          <p:nvPr/>
        </p:nvSpPr>
        <p:spPr>
          <a:xfrm>
            <a:off x="1301400" y="42292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5" name=""/>
          <p:cNvSpPr/>
          <p:nvPr/>
        </p:nvSpPr>
        <p:spPr>
          <a:xfrm>
            <a:off x="1301400" y="42292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6" name=""/>
          <p:cNvSpPr/>
          <p:nvPr/>
        </p:nvSpPr>
        <p:spPr>
          <a:xfrm>
            <a:off x="1325880" y="4229280"/>
            <a:ext cx="21960" cy="21600"/>
          </a:xfrm>
          <a:custGeom>
            <a:avLst/>
            <a:gdLst/>
            <a:ahLst/>
            <a:rect l="0" t="0" r="r" b="b"/>
            <a:pathLst>
              <a:path w="61" h="60">
                <a:moveTo>
                  <a:pt x="61" y="30"/>
                </a:moveTo>
                <a:cubicBezTo>
                  <a:pt x="61" y="70"/>
                  <a:pt x="0" y="70"/>
                  <a:pt x="0" y="30"/>
                </a:cubicBezTo>
                <a:cubicBezTo>
                  <a:pt x="0" y="-10"/>
                  <a:pt x="61" y="-10"/>
                  <a:pt x="61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7" name=""/>
          <p:cNvSpPr/>
          <p:nvPr/>
        </p:nvSpPr>
        <p:spPr>
          <a:xfrm>
            <a:off x="1325880" y="4229280"/>
            <a:ext cx="21960" cy="21600"/>
          </a:xfrm>
          <a:custGeom>
            <a:avLst/>
            <a:gdLst/>
            <a:ahLst/>
            <a:rect l="0" t="0" r="r" b="b"/>
            <a:pathLst>
              <a:path fill="none" w="61" h="60">
                <a:moveTo>
                  <a:pt x="61" y="30"/>
                </a:moveTo>
                <a:cubicBezTo>
                  <a:pt x="61" y="70"/>
                  <a:pt x="0" y="70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8" name=""/>
          <p:cNvSpPr/>
          <p:nvPr/>
        </p:nvSpPr>
        <p:spPr>
          <a:xfrm>
            <a:off x="1350360" y="422928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9" name=""/>
          <p:cNvSpPr/>
          <p:nvPr/>
        </p:nvSpPr>
        <p:spPr>
          <a:xfrm>
            <a:off x="1350360" y="422928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0" name=""/>
          <p:cNvSpPr/>
          <p:nvPr/>
        </p:nvSpPr>
        <p:spPr>
          <a:xfrm>
            <a:off x="1057320" y="4204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1" name=""/>
          <p:cNvSpPr/>
          <p:nvPr/>
        </p:nvSpPr>
        <p:spPr>
          <a:xfrm>
            <a:off x="1057320" y="4204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2" name=""/>
          <p:cNvSpPr/>
          <p:nvPr/>
        </p:nvSpPr>
        <p:spPr>
          <a:xfrm>
            <a:off x="1081800" y="4204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3" name=""/>
          <p:cNvSpPr/>
          <p:nvPr/>
        </p:nvSpPr>
        <p:spPr>
          <a:xfrm>
            <a:off x="1081800" y="4204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4" name=""/>
          <p:cNvSpPr/>
          <p:nvPr/>
        </p:nvSpPr>
        <p:spPr>
          <a:xfrm>
            <a:off x="1106280" y="4204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5" name=""/>
          <p:cNvSpPr/>
          <p:nvPr/>
        </p:nvSpPr>
        <p:spPr>
          <a:xfrm>
            <a:off x="1106280" y="4204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6" name=""/>
          <p:cNvSpPr/>
          <p:nvPr/>
        </p:nvSpPr>
        <p:spPr>
          <a:xfrm>
            <a:off x="1130760" y="4204800"/>
            <a:ext cx="21240" cy="21960"/>
          </a:xfrm>
          <a:custGeom>
            <a:avLst/>
            <a:gdLst/>
            <a:ahLst/>
            <a:rect l="0" t="0" r="r" b="b"/>
            <a:pathLst>
              <a:path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7" name=""/>
          <p:cNvSpPr/>
          <p:nvPr/>
        </p:nvSpPr>
        <p:spPr>
          <a:xfrm>
            <a:off x="1130760" y="4204800"/>
            <a:ext cx="21240" cy="21960"/>
          </a:xfrm>
          <a:custGeom>
            <a:avLst/>
            <a:gdLst/>
            <a:ahLst/>
            <a:rect l="0" t="0" r="r" b="b"/>
            <a:pathLst>
              <a:path fill="none" w="59" h="61">
                <a:moveTo>
                  <a:pt x="59" y="30"/>
                </a:moveTo>
                <a:cubicBezTo>
                  <a:pt x="59" y="71"/>
                  <a:pt x="0" y="71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8" name=""/>
          <p:cNvSpPr/>
          <p:nvPr/>
        </p:nvSpPr>
        <p:spPr>
          <a:xfrm>
            <a:off x="1154880" y="4204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9" name=""/>
          <p:cNvSpPr/>
          <p:nvPr/>
        </p:nvSpPr>
        <p:spPr>
          <a:xfrm>
            <a:off x="1154880" y="4204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0" name=""/>
          <p:cNvSpPr/>
          <p:nvPr/>
        </p:nvSpPr>
        <p:spPr>
          <a:xfrm>
            <a:off x="1252800" y="4204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1" name=""/>
          <p:cNvSpPr/>
          <p:nvPr/>
        </p:nvSpPr>
        <p:spPr>
          <a:xfrm>
            <a:off x="1252800" y="4204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2" name=""/>
          <p:cNvSpPr/>
          <p:nvPr/>
        </p:nvSpPr>
        <p:spPr>
          <a:xfrm>
            <a:off x="1277280" y="4204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3" name=""/>
          <p:cNvSpPr/>
          <p:nvPr/>
        </p:nvSpPr>
        <p:spPr>
          <a:xfrm>
            <a:off x="1277280" y="4204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4" name=""/>
          <p:cNvSpPr/>
          <p:nvPr/>
        </p:nvSpPr>
        <p:spPr>
          <a:xfrm>
            <a:off x="1301400" y="4204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5" name=""/>
          <p:cNvSpPr/>
          <p:nvPr/>
        </p:nvSpPr>
        <p:spPr>
          <a:xfrm>
            <a:off x="1301400" y="4204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6" name=""/>
          <p:cNvSpPr/>
          <p:nvPr/>
        </p:nvSpPr>
        <p:spPr>
          <a:xfrm>
            <a:off x="1325880" y="420480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7" name=""/>
          <p:cNvSpPr/>
          <p:nvPr/>
        </p:nvSpPr>
        <p:spPr>
          <a:xfrm>
            <a:off x="1325880" y="420480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8" name=""/>
          <p:cNvSpPr/>
          <p:nvPr/>
        </p:nvSpPr>
        <p:spPr>
          <a:xfrm>
            <a:off x="1350360" y="420480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9" name=""/>
          <p:cNvSpPr/>
          <p:nvPr/>
        </p:nvSpPr>
        <p:spPr>
          <a:xfrm>
            <a:off x="1350360" y="420480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0" name=""/>
          <p:cNvSpPr/>
          <p:nvPr/>
        </p:nvSpPr>
        <p:spPr>
          <a:xfrm>
            <a:off x="1057320" y="418032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1" name=""/>
          <p:cNvSpPr/>
          <p:nvPr/>
        </p:nvSpPr>
        <p:spPr>
          <a:xfrm>
            <a:off x="1057320" y="418032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2" name=""/>
          <p:cNvSpPr/>
          <p:nvPr/>
        </p:nvSpPr>
        <p:spPr>
          <a:xfrm>
            <a:off x="1081800" y="418032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3" name=""/>
          <p:cNvSpPr/>
          <p:nvPr/>
        </p:nvSpPr>
        <p:spPr>
          <a:xfrm>
            <a:off x="1081800" y="418032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4" name=""/>
          <p:cNvSpPr/>
          <p:nvPr/>
        </p:nvSpPr>
        <p:spPr>
          <a:xfrm>
            <a:off x="1106280" y="418032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5" name=""/>
          <p:cNvSpPr/>
          <p:nvPr/>
        </p:nvSpPr>
        <p:spPr>
          <a:xfrm>
            <a:off x="1106280" y="418032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6" name=""/>
          <p:cNvSpPr/>
          <p:nvPr/>
        </p:nvSpPr>
        <p:spPr>
          <a:xfrm>
            <a:off x="1154880" y="418032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7" name=""/>
          <p:cNvSpPr/>
          <p:nvPr/>
        </p:nvSpPr>
        <p:spPr>
          <a:xfrm>
            <a:off x="1154880" y="418032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8" name=""/>
          <p:cNvSpPr/>
          <p:nvPr/>
        </p:nvSpPr>
        <p:spPr>
          <a:xfrm>
            <a:off x="1301400" y="418032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9" name=""/>
          <p:cNvSpPr/>
          <p:nvPr/>
        </p:nvSpPr>
        <p:spPr>
          <a:xfrm>
            <a:off x="1301400" y="418032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0" name=""/>
          <p:cNvSpPr/>
          <p:nvPr/>
        </p:nvSpPr>
        <p:spPr>
          <a:xfrm>
            <a:off x="1325880" y="4180320"/>
            <a:ext cx="21960" cy="21600"/>
          </a:xfrm>
          <a:custGeom>
            <a:avLst/>
            <a:gdLst/>
            <a:ahLst/>
            <a:rect l="0" t="0" r="r" b="b"/>
            <a:pathLst>
              <a:path w="61" h="60">
                <a:moveTo>
                  <a:pt x="61" y="30"/>
                </a:moveTo>
                <a:cubicBezTo>
                  <a:pt x="61" y="70"/>
                  <a:pt x="0" y="70"/>
                  <a:pt x="0" y="30"/>
                </a:cubicBezTo>
                <a:cubicBezTo>
                  <a:pt x="0" y="-10"/>
                  <a:pt x="61" y="-10"/>
                  <a:pt x="61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1" name=""/>
          <p:cNvSpPr/>
          <p:nvPr/>
        </p:nvSpPr>
        <p:spPr>
          <a:xfrm>
            <a:off x="1325880" y="4180320"/>
            <a:ext cx="21960" cy="21600"/>
          </a:xfrm>
          <a:custGeom>
            <a:avLst/>
            <a:gdLst/>
            <a:ahLst/>
            <a:rect l="0" t="0" r="r" b="b"/>
            <a:pathLst>
              <a:path fill="none" w="61" h="60">
                <a:moveTo>
                  <a:pt x="61" y="30"/>
                </a:moveTo>
                <a:cubicBezTo>
                  <a:pt x="61" y="70"/>
                  <a:pt x="0" y="70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2" name=""/>
          <p:cNvSpPr/>
          <p:nvPr/>
        </p:nvSpPr>
        <p:spPr>
          <a:xfrm>
            <a:off x="1350360" y="418032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3" name=""/>
          <p:cNvSpPr/>
          <p:nvPr/>
        </p:nvSpPr>
        <p:spPr>
          <a:xfrm>
            <a:off x="1350360" y="418032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4" name=""/>
          <p:cNvSpPr/>
          <p:nvPr/>
        </p:nvSpPr>
        <p:spPr>
          <a:xfrm>
            <a:off x="1081800" y="4155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5" name=""/>
          <p:cNvSpPr/>
          <p:nvPr/>
        </p:nvSpPr>
        <p:spPr>
          <a:xfrm>
            <a:off x="1081800" y="4155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6" name=""/>
          <p:cNvSpPr/>
          <p:nvPr/>
        </p:nvSpPr>
        <p:spPr>
          <a:xfrm>
            <a:off x="1106280" y="4155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7" name=""/>
          <p:cNvSpPr/>
          <p:nvPr/>
        </p:nvSpPr>
        <p:spPr>
          <a:xfrm>
            <a:off x="1106280" y="4155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8" name=""/>
          <p:cNvSpPr/>
          <p:nvPr/>
        </p:nvSpPr>
        <p:spPr>
          <a:xfrm>
            <a:off x="1154880" y="4155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9" name=""/>
          <p:cNvSpPr/>
          <p:nvPr/>
        </p:nvSpPr>
        <p:spPr>
          <a:xfrm>
            <a:off x="1154880" y="4155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0" name=""/>
          <p:cNvSpPr/>
          <p:nvPr/>
        </p:nvSpPr>
        <p:spPr>
          <a:xfrm>
            <a:off x="1179360" y="4155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1" name=""/>
          <p:cNvSpPr/>
          <p:nvPr/>
        </p:nvSpPr>
        <p:spPr>
          <a:xfrm>
            <a:off x="1179360" y="4155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2" name=""/>
          <p:cNvSpPr/>
          <p:nvPr/>
        </p:nvSpPr>
        <p:spPr>
          <a:xfrm>
            <a:off x="1228320" y="4155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3" name=""/>
          <p:cNvSpPr/>
          <p:nvPr/>
        </p:nvSpPr>
        <p:spPr>
          <a:xfrm>
            <a:off x="1228320" y="4155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4" name=""/>
          <p:cNvSpPr/>
          <p:nvPr/>
        </p:nvSpPr>
        <p:spPr>
          <a:xfrm>
            <a:off x="1252800" y="4155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5" name=""/>
          <p:cNvSpPr/>
          <p:nvPr/>
        </p:nvSpPr>
        <p:spPr>
          <a:xfrm>
            <a:off x="1252800" y="4155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6" name=""/>
          <p:cNvSpPr/>
          <p:nvPr/>
        </p:nvSpPr>
        <p:spPr>
          <a:xfrm>
            <a:off x="1277280" y="4155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7" name=""/>
          <p:cNvSpPr/>
          <p:nvPr/>
        </p:nvSpPr>
        <p:spPr>
          <a:xfrm>
            <a:off x="1277280" y="4155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8" name=""/>
          <p:cNvSpPr/>
          <p:nvPr/>
        </p:nvSpPr>
        <p:spPr>
          <a:xfrm>
            <a:off x="1301400" y="4155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9" name=""/>
          <p:cNvSpPr/>
          <p:nvPr/>
        </p:nvSpPr>
        <p:spPr>
          <a:xfrm>
            <a:off x="1301400" y="4155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0" name=""/>
          <p:cNvSpPr/>
          <p:nvPr/>
        </p:nvSpPr>
        <p:spPr>
          <a:xfrm>
            <a:off x="1325880" y="4155840"/>
            <a:ext cx="21960" cy="21600"/>
          </a:xfrm>
          <a:custGeom>
            <a:avLst/>
            <a:gdLst/>
            <a:ahLst/>
            <a:rect l="0" t="0" r="r" b="b"/>
            <a:pathLst>
              <a:path w="61" h="60">
                <a:moveTo>
                  <a:pt x="61" y="31"/>
                </a:moveTo>
                <a:cubicBezTo>
                  <a:pt x="61" y="70"/>
                  <a:pt x="0" y="70"/>
                  <a:pt x="0" y="31"/>
                </a:cubicBezTo>
                <a:cubicBezTo>
                  <a:pt x="0" y="-10"/>
                  <a:pt x="61" y="-10"/>
                  <a:pt x="61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1" name=""/>
          <p:cNvSpPr/>
          <p:nvPr/>
        </p:nvSpPr>
        <p:spPr>
          <a:xfrm>
            <a:off x="1325880" y="4155840"/>
            <a:ext cx="21960" cy="21600"/>
          </a:xfrm>
          <a:custGeom>
            <a:avLst/>
            <a:gdLst/>
            <a:ahLst/>
            <a:rect l="0" t="0" r="r" b="b"/>
            <a:pathLst>
              <a:path fill="none" w="61" h="60">
                <a:moveTo>
                  <a:pt x="61" y="31"/>
                </a:moveTo>
                <a:cubicBezTo>
                  <a:pt x="61" y="70"/>
                  <a:pt x="0" y="70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2" name=""/>
          <p:cNvSpPr/>
          <p:nvPr/>
        </p:nvSpPr>
        <p:spPr>
          <a:xfrm>
            <a:off x="1350360" y="415584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3" name=""/>
          <p:cNvSpPr/>
          <p:nvPr/>
        </p:nvSpPr>
        <p:spPr>
          <a:xfrm>
            <a:off x="1350360" y="415584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1"/>
                </a:moveTo>
                <a:cubicBezTo>
                  <a:pt x="60" y="70"/>
                  <a:pt x="0" y="70"/>
                  <a:pt x="0" y="31"/>
                </a:cubicBezTo>
                <a:cubicBezTo>
                  <a:pt x="0" y="-10"/>
                  <a:pt x="60" y="-10"/>
                  <a:pt x="60" y="31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4" name=""/>
          <p:cNvSpPr/>
          <p:nvPr/>
        </p:nvSpPr>
        <p:spPr>
          <a:xfrm>
            <a:off x="1179360" y="41313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5" name=""/>
          <p:cNvSpPr/>
          <p:nvPr/>
        </p:nvSpPr>
        <p:spPr>
          <a:xfrm>
            <a:off x="1179360" y="41313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6" name=""/>
          <p:cNvSpPr/>
          <p:nvPr/>
        </p:nvSpPr>
        <p:spPr>
          <a:xfrm>
            <a:off x="1203840" y="41313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7" name=""/>
          <p:cNvSpPr/>
          <p:nvPr/>
        </p:nvSpPr>
        <p:spPr>
          <a:xfrm>
            <a:off x="1203840" y="41313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8" name=""/>
          <p:cNvSpPr/>
          <p:nvPr/>
        </p:nvSpPr>
        <p:spPr>
          <a:xfrm>
            <a:off x="1228320" y="41313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9" name=""/>
          <p:cNvSpPr/>
          <p:nvPr/>
        </p:nvSpPr>
        <p:spPr>
          <a:xfrm>
            <a:off x="1228320" y="41313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0" name=""/>
          <p:cNvSpPr/>
          <p:nvPr/>
        </p:nvSpPr>
        <p:spPr>
          <a:xfrm>
            <a:off x="1252800" y="41313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1" name=""/>
          <p:cNvSpPr/>
          <p:nvPr/>
        </p:nvSpPr>
        <p:spPr>
          <a:xfrm>
            <a:off x="1252800" y="41313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2" name=""/>
          <p:cNvSpPr/>
          <p:nvPr/>
        </p:nvSpPr>
        <p:spPr>
          <a:xfrm>
            <a:off x="1277280" y="41313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3" name=""/>
          <p:cNvSpPr/>
          <p:nvPr/>
        </p:nvSpPr>
        <p:spPr>
          <a:xfrm>
            <a:off x="1277280" y="41313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4" name=""/>
          <p:cNvSpPr/>
          <p:nvPr/>
        </p:nvSpPr>
        <p:spPr>
          <a:xfrm>
            <a:off x="1301400" y="413136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5" name=""/>
          <p:cNvSpPr/>
          <p:nvPr/>
        </p:nvSpPr>
        <p:spPr>
          <a:xfrm>
            <a:off x="1301400" y="413136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6" name=""/>
          <p:cNvSpPr/>
          <p:nvPr/>
        </p:nvSpPr>
        <p:spPr>
          <a:xfrm>
            <a:off x="1325880" y="4131360"/>
            <a:ext cx="21960" cy="21240"/>
          </a:xfrm>
          <a:custGeom>
            <a:avLst/>
            <a:gdLst/>
            <a:ahLst/>
            <a:rect l="0" t="0" r="r" b="b"/>
            <a:pathLst>
              <a:path w="61" h="59">
                <a:moveTo>
                  <a:pt x="61" y="29"/>
                </a:moveTo>
                <a:cubicBezTo>
                  <a:pt x="61" y="69"/>
                  <a:pt x="0" y="69"/>
                  <a:pt x="0" y="29"/>
                </a:cubicBezTo>
                <a:cubicBezTo>
                  <a:pt x="0" y="-10"/>
                  <a:pt x="61" y="-10"/>
                  <a:pt x="61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7" name=""/>
          <p:cNvSpPr/>
          <p:nvPr/>
        </p:nvSpPr>
        <p:spPr>
          <a:xfrm>
            <a:off x="1325880" y="4131360"/>
            <a:ext cx="21960" cy="21240"/>
          </a:xfrm>
          <a:custGeom>
            <a:avLst/>
            <a:gdLst/>
            <a:ahLst/>
            <a:rect l="0" t="0" r="r" b="b"/>
            <a:pathLst>
              <a:path fill="none" w="61" h="59">
                <a:moveTo>
                  <a:pt x="61" y="29"/>
                </a:moveTo>
                <a:cubicBezTo>
                  <a:pt x="61" y="69"/>
                  <a:pt x="0" y="69"/>
                  <a:pt x="0" y="29"/>
                </a:cubicBezTo>
                <a:cubicBezTo>
                  <a:pt x="0" y="-10"/>
                  <a:pt x="61" y="-10"/>
                  <a:pt x="61" y="29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8" name=""/>
          <p:cNvSpPr/>
          <p:nvPr/>
        </p:nvSpPr>
        <p:spPr>
          <a:xfrm>
            <a:off x="1203840" y="41072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9" name=""/>
          <p:cNvSpPr/>
          <p:nvPr/>
        </p:nvSpPr>
        <p:spPr>
          <a:xfrm>
            <a:off x="1203840" y="41072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0" name=""/>
          <p:cNvSpPr/>
          <p:nvPr/>
        </p:nvSpPr>
        <p:spPr>
          <a:xfrm>
            <a:off x="1228320" y="41072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1" name=""/>
          <p:cNvSpPr/>
          <p:nvPr/>
        </p:nvSpPr>
        <p:spPr>
          <a:xfrm>
            <a:off x="1228320" y="41072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2" name=""/>
          <p:cNvSpPr/>
          <p:nvPr/>
        </p:nvSpPr>
        <p:spPr>
          <a:xfrm>
            <a:off x="1252800" y="41072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3" name=""/>
          <p:cNvSpPr/>
          <p:nvPr/>
        </p:nvSpPr>
        <p:spPr>
          <a:xfrm>
            <a:off x="1252800" y="41072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4" name=""/>
          <p:cNvSpPr/>
          <p:nvPr/>
        </p:nvSpPr>
        <p:spPr>
          <a:xfrm>
            <a:off x="1277280" y="4107240"/>
            <a:ext cx="21600" cy="21240"/>
          </a:xfrm>
          <a:custGeom>
            <a:avLst/>
            <a:gdLst/>
            <a:ahLst/>
            <a:rect l="0" t="0" r="r" b="b"/>
            <a:pathLst>
              <a:path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5" name=""/>
          <p:cNvSpPr/>
          <p:nvPr/>
        </p:nvSpPr>
        <p:spPr>
          <a:xfrm>
            <a:off x="1277280" y="4107240"/>
            <a:ext cx="21600" cy="21240"/>
          </a:xfrm>
          <a:custGeom>
            <a:avLst/>
            <a:gdLst/>
            <a:ahLst/>
            <a:rect l="0" t="0" r="r" b="b"/>
            <a:pathLst>
              <a:path fill="none" w="60" h="59">
                <a:moveTo>
                  <a:pt x="60" y="29"/>
                </a:moveTo>
                <a:cubicBezTo>
                  <a:pt x="60" y="69"/>
                  <a:pt x="0" y="69"/>
                  <a:pt x="0" y="29"/>
                </a:cubicBezTo>
                <a:cubicBezTo>
                  <a:pt x="0" y="-10"/>
                  <a:pt x="60" y="-10"/>
                  <a:pt x="60" y="29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6" name=""/>
          <p:cNvSpPr/>
          <p:nvPr/>
        </p:nvSpPr>
        <p:spPr>
          <a:xfrm>
            <a:off x="1228320" y="40827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7" name=""/>
          <p:cNvSpPr/>
          <p:nvPr/>
        </p:nvSpPr>
        <p:spPr>
          <a:xfrm>
            <a:off x="1228320" y="40827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8" name=""/>
          <p:cNvSpPr/>
          <p:nvPr/>
        </p:nvSpPr>
        <p:spPr>
          <a:xfrm>
            <a:off x="1252800" y="40827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9" name=""/>
          <p:cNvSpPr/>
          <p:nvPr/>
        </p:nvSpPr>
        <p:spPr>
          <a:xfrm>
            <a:off x="1252800" y="40827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0" name=""/>
          <p:cNvSpPr/>
          <p:nvPr/>
        </p:nvSpPr>
        <p:spPr>
          <a:xfrm>
            <a:off x="1277280" y="4082760"/>
            <a:ext cx="21600" cy="21600"/>
          </a:xfrm>
          <a:custGeom>
            <a:avLst/>
            <a:gdLst/>
            <a:ahLst/>
            <a:rect l="0" t="0" r="r" b="b"/>
            <a:pathLst>
              <a:path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1" name=""/>
          <p:cNvSpPr/>
          <p:nvPr/>
        </p:nvSpPr>
        <p:spPr>
          <a:xfrm>
            <a:off x="1277280" y="4082760"/>
            <a:ext cx="21600" cy="21600"/>
          </a:xfrm>
          <a:custGeom>
            <a:avLst/>
            <a:gdLst/>
            <a:ahLst/>
            <a:rect l="0" t="0" r="r" b="b"/>
            <a:pathLst>
              <a:path fill="none" w="60" h="60">
                <a:moveTo>
                  <a:pt x="60" y="30"/>
                </a:moveTo>
                <a:cubicBezTo>
                  <a:pt x="60" y="70"/>
                  <a:pt x="0" y="70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2" name=""/>
          <p:cNvSpPr/>
          <p:nvPr/>
        </p:nvSpPr>
        <p:spPr>
          <a:xfrm>
            <a:off x="1252800" y="4058280"/>
            <a:ext cx="21600" cy="21960"/>
          </a:xfrm>
          <a:custGeom>
            <a:avLst/>
            <a:gdLst/>
            <a:ahLst/>
            <a:rect l="0" t="0" r="r" b="b"/>
            <a:pathLst>
              <a:path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3" name=""/>
          <p:cNvSpPr/>
          <p:nvPr/>
        </p:nvSpPr>
        <p:spPr>
          <a:xfrm>
            <a:off x="1252800" y="4058280"/>
            <a:ext cx="21600" cy="21960"/>
          </a:xfrm>
          <a:custGeom>
            <a:avLst/>
            <a:gdLst/>
            <a:ahLst/>
            <a:rect l="0" t="0" r="r" b="b"/>
            <a:pathLst>
              <a:path fill="none" w="60" h="61">
                <a:moveTo>
                  <a:pt x="60" y="30"/>
                </a:moveTo>
                <a:cubicBezTo>
                  <a:pt x="60" y="71"/>
                  <a:pt x="0" y="71"/>
                  <a:pt x="0" y="30"/>
                </a:cubicBezTo>
                <a:cubicBezTo>
                  <a:pt x="0" y="-10"/>
                  <a:pt x="60" y="-10"/>
                  <a:pt x="60" y="30"/>
                </a:cubicBezTo>
              </a:path>
            </a:pathLst>
          </a:custGeom>
          <a:ln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4" name=""/>
          <p:cNvSpPr/>
          <p:nvPr/>
        </p:nvSpPr>
        <p:spPr>
          <a:xfrm>
            <a:off x="27720" y="5673600"/>
            <a:ext cx="1772280" cy="460080"/>
          </a:xfrm>
          <a:custGeom>
            <a:avLst/>
            <a:gdLst/>
            <a:ahLst/>
            <a:rect l="0" t="0" r="r" b="b"/>
            <a:pathLst>
              <a:path w="4923" h="1278">
                <a:moveTo>
                  <a:pt x="0" y="0"/>
                </a:moveTo>
                <a:lnTo>
                  <a:pt x="4923" y="0"/>
                </a:lnTo>
                <a:lnTo>
                  <a:pt x="4923" y="1278"/>
                </a:lnTo>
                <a:lnTo>
                  <a:pt x="0" y="127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5" name=""/>
          <p:cNvSpPr/>
          <p:nvPr/>
        </p:nvSpPr>
        <p:spPr>
          <a:xfrm>
            <a:off x="84600" y="573048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6" name=""/>
          <p:cNvSpPr/>
          <p:nvPr/>
        </p:nvSpPr>
        <p:spPr>
          <a:xfrm>
            <a:off x="131760" y="577764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9E73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7" name=""/>
          <p:cNvSpPr/>
          <p:nvPr/>
        </p:nvSpPr>
        <p:spPr>
          <a:xfrm>
            <a:off x="131760" y="577764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cap="rnd" w="8640">
            <a:solidFill>
              <a:srgbClr val="009E73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8" name=""/>
          <p:cNvSpPr/>
          <p:nvPr/>
        </p:nvSpPr>
        <p:spPr>
          <a:xfrm>
            <a:off x="84600" y="584568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9" name=""/>
          <p:cNvSpPr/>
          <p:nvPr/>
        </p:nvSpPr>
        <p:spPr>
          <a:xfrm>
            <a:off x="131760" y="589284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30"/>
                </a:moveTo>
                <a:cubicBezTo>
                  <a:pt x="59" y="70"/>
                  <a:pt x="0" y="70"/>
                  <a:pt x="0" y="30"/>
                </a:cubicBezTo>
                <a:cubicBezTo>
                  <a:pt x="0" y="-10"/>
                  <a:pt x="59" y="-10"/>
                  <a:pt x="59" y="30"/>
                </a:cubicBezTo>
                <a:close/>
              </a:path>
            </a:pathLst>
          </a:custGeom>
          <a:solidFill>
            <a:srgbClr val="D55E00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0" name=""/>
          <p:cNvSpPr/>
          <p:nvPr/>
        </p:nvSpPr>
        <p:spPr>
          <a:xfrm>
            <a:off x="131760" y="589284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30"/>
                </a:moveTo>
                <a:cubicBezTo>
                  <a:pt x="59" y="70"/>
                  <a:pt x="0" y="70"/>
                  <a:pt x="0" y="30"/>
                </a:cubicBezTo>
                <a:cubicBezTo>
                  <a:pt x="0" y="-10"/>
                  <a:pt x="59" y="-10"/>
                  <a:pt x="59" y="30"/>
                </a:cubicBezTo>
              </a:path>
            </a:pathLst>
          </a:custGeom>
          <a:ln cap="rnd" w="8640">
            <a:solidFill>
              <a:srgbClr val="D55E00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1" name=""/>
          <p:cNvSpPr/>
          <p:nvPr/>
        </p:nvSpPr>
        <p:spPr>
          <a:xfrm>
            <a:off x="84600" y="596124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2" name=""/>
          <p:cNvSpPr/>
          <p:nvPr/>
        </p:nvSpPr>
        <p:spPr>
          <a:xfrm>
            <a:off x="131760" y="6008040"/>
            <a:ext cx="21240" cy="21600"/>
          </a:xfrm>
          <a:custGeom>
            <a:avLst/>
            <a:gdLst/>
            <a:ahLst/>
            <a:rect l="0" t="0" r="r" b="b"/>
            <a:pathLst>
              <a:path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  <a:close/>
              </a:path>
            </a:pathLst>
          </a:custGeom>
          <a:solidFill>
            <a:srgbClr val="0072B2">
              <a:alpha val="8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3" name=""/>
          <p:cNvSpPr/>
          <p:nvPr/>
        </p:nvSpPr>
        <p:spPr>
          <a:xfrm>
            <a:off x="131760" y="6008040"/>
            <a:ext cx="21240" cy="21600"/>
          </a:xfrm>
          <a:custGeom>
            <a:avLst/>
            <a:gdLst/>
            <a:ahLst/>
            <a:rect l="0" t="0" r="r" b="b"/>
            <a:pathLst>
              <a:path fill="none" w="59" h="60">
                <a:moveTo>
                  <a:pt x="59" y="29"/>
                </a:moveTo>
                <a:cubicBezTo>
                  <a:pt x="59" y="70"/>
                  <a:pt x="0" y="70"/>
                  <a:pt x="0" y="29"/>
                </a:cubicBezTo>
                <a:cubicBezTo>
                  <a:pt x="0" y="-10"/>
                  <a:pt x="59" y="-10"/>
                  <a:pt x="59" y="29"/>
                </a:cubicBezTo>
              </a:path>
            </a:pathLst>
          </a:custGeom>
          <a:ln cap="rnd" w="8640">
            <a:solidFill>
              <a:srgbClr val="0072B2">
                <a:alpha val="85000"/>
              </a:srgbClr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4" name=""/>
          <p:cNvSpPr txBox="1"/>
          <p:nvPr/>
        </p:nvSpPr>
        <p:spPr>
          <a:xfrm>
            <a:off x="5051520" y="126360"/>
            <a:ext cx="33883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  Stratiﬁed permutation: no siting bias within provinces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5" name=""/>
          <p:cNvSpPr txBox="1"/>
          <p:nvPr/>
        </p:nvSpPr>
        <p:spPr>
          <a:xfrm>
            <a:off x="257040" y="5737680"/>
            <a:ext cx="13230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graft onto existing reserves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6" name=""/>
          <p:cNvSpPr txBox="1"/>
          <p:nvPr/>
        </p:nvSpPr>
        <p:spPr>
          <a:xfrm>
            <a:off x="257040" y="5852880"/>
            <a:ext cx="1317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 outside the reserve system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7" name=""/>
          <p:cNvSpPr txBox="1"/>
          <p:nvPr/>
        </p:nvSpPr>
        <p:spPr>
          <a:xfrm>
            <a:off x="257040" y="5968080"/>
            <a:ext cx="157860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 high exposure, already surveyed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8" name=""/>
          <p:cNvSpPr txBox="1"/>
          <p:nvPr/>
        </p:nvSpPr>
        <p:spPr>
          <a:xfrm>
            <a:off x="498240" y="3530160"/>
            <a:ext cx="345960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Upper warming tercile × lower recent-effort tercile; basemap GS(2019)1822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9" name=""/>
          <p:cNvSpPr/>
          <p:nvPr/>
        </p:nvSpPr>
        <p:spPr>
          <a:xfrm>
            <a:off x="4695120" y="3701160"/>
            <a:ext cx="4500360" cy="2823840"/>
          </a:xfrm>
          <a:custGeom>
            <a:avLst/>
            <a:gdLst/>
            <a:ahLst/>
            <a:rect l="0" t="0" r="r" b="b"/>
            <a:pathLst>
              <a:path w="12501" h="7844">
                <a:moveTo>
                  <a:pt x="0" y="0"/>
                </a:moveTo>
                <a:lnTo>
                  <a:pt x="12501" y="0"/>
                </a:lnTo>
                <a:lnTo>
                  <a:pt x="12501" y="7844"/>
                </a:lnTo>
                <a:lnTo>
                  <a:pt x="0" y="784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0" name=""/>
          <p:cNvSpPr/>
          <p:nvPr/>
        </p:nvSpPr>
        <p:spPr>
          <a:xfrm>
            <a:off x="4695120" y="3966120"/>
            <a:ext cx="725400" cy="529560"/>
          </a:xfrm>
          <a:custGeom>
            <a:avLst/>
            <a:gdLst/>
            <a:ahLst/>
            <a:rect l="0" t="0" r="r" b="b"/>
            <a:pathLst>
              <a:path w="2015" h="1471">
                <a:moveTo>
                  <a:pt x="0" y="0"/>
                </a:moveTo>
                <a:lnTo>
                  <a:pt x="2015" y="0"/>
                </a:lnTo>
                <a:lnTo>
                  <a:pt x="2015" y="1471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rgbClr val="009E7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1" name=""/>
          <p:cNvSpPr/>
          <p:nvPr/>
        </p:nvSpPr>
        <p:spPr>
          <a:xfrm>
            <a:off x="4695120" y="4848120"/>
            <a:ext cx="2960640" cy="529920"/>
          </a:xfrm>
          <a:custGeom>
            <a:avLst/>
            <a:gdLst/>
            <a:ahLst/>
            <a:rect l="0" t="0" r="r" b="b"/>
            <a:pathLst>
              <a:path w="8224" h="1472">
                <a:moveTo>
                  <a:pt x="0" y="0"/>
                </a:moveTo>
                <a:lnTo>
                  <a:pt x="8224" y="0"/>
                </a:lnTo>
                <a:lnTo>
                  <a:pt x="8224" y="1472"/>
                </a:lnTo>
                <a:lnTo>
                  <a:pt x="0" y="1472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2" name=""/>
          <p:cNvSpPr/>
          <p:nvPr/>
        </p:nvSpPr>
        <p:spPr>
          <a:xfrm>
            <a:off x="4695120" y="5730480"/>
            <a:ext cx="2152440" cy="529920"/>
          </a:xfrm>
          <a:custGeom>
            <a:avLst/>
            <a:gdLst/>
            <a:ahLst/>
            <a:rect l="0" t="0" r="r" b="b"/>
            <a:pathLst>
              <a:path w="5979" h="1472">
                <a:moveTo>
                  <a:pt x="0" y="0"/>
                </a:moveTo>
                <a:lnTo>
                  <a:pt x="5979" y="0"/>
                </a:lnTo>
                <a:lnTo>
                  <a:pt x="5979" y="1472"/>
                </a:lnTo>
                <a:lnTo>
                  <a:pt x="0" y="1472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3" name=""/>
          <p:cNvSpPr txBox="1"/>
          <p:nvPr/>
        </p:nvSpPr>
        <p:spPr>
          <a:xfrm>
            <a:off x="498240" y="3346200"/>
            <a:ext cx="17784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  Monitoring-grafting priority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4" name=""/>
          <p:cNvSpPr txBox="1"/>
          <p:nvPr/>
        </p:nvSpPr>
        <p:spPr>
          <a:xfrm>
            <a:off x="5485680" y="4192560"/>
            <a:ext cx="1303200" cy="9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4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157 cells · 58% inside reserves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5" name=""/>
          <p:cNvSpPr txBox="1"/>
          <p:nvPr/>
        </p:nvSpPr>
        <p:spPr>
          <a:xfrm>
            <a:off x="7718760" y="5074920"/>
            <a:ext cx="1250640" cy="9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4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641 cells · 0% inside reserves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6" name=""/>
          <p:cNvSpPr/>
          <p:nvPr/>
        </p:nvSpPr>
        <p:spPr>
          <a:xfrm flipV="1">
            <a:off x="4695120" y="3701160"/>
            <a:ext cx="0" cy="282348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7" name=""/>
          <p:cNvSpPr txBox="1"/>
          <p:nvPr/>
        </p:nvSpPr>
        <p:spPr>
          <a:xfrm>
            <a:off x="6910200" y="5957280"/>
            <a:ext cx="1250640" cy="9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4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466 cells · 7% inside reserves</a:t>
            </a:r>
            <a:endParaRPr lang="en-US" sz="7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8" name=""/>
          <p:cNvSpPr txBox="1"/>
          <p:nvPr/>
        </p:nvSpPr>
        <p:spPr>
          <a:xfrm>
            <a:off x="3208680" y="5957280"/>
            <a:ext cx="14137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C high exposure, already surveyed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9" name=""/>
          <p:cNvSpPr txBox="1"/>
          <p:nvPr/>
        </p:nvSpPr>
        <p:spPr>
          <a:xfrm>
            <a:off x="3437280" y="5074920"/>
            <a:ext cx="11797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B outside the reserve system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0" name=""/>
          <p:cNvSpPr/>
          <p:nvPr/>
        </p:nvSpPr>
        <p:spPr>
          <a:xfrm>
            <a:off x="4666680" y="599508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1" name=""/>
          <p:cNvSpPr/>
          <p:nvPr/>
        </p:nvSpPr>
        <p:spPr>
          <a:xfrm>
            <a:off x="4666680" y="511308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2" name=""/>
          <p:cNvSpPr/>
          <p:nvPr/>
        </p:nvSpPr>
        <p:spPr>
          <a:xfrm>
            <a:off x="4666680" y="423072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3" name=""/>
          <p:cNvSpPr/>
          <p:nvPr/>
        </p:nvSpPr>
        <p:spPr>
          <a:xfrm>
            <a:off x="4695120" y="6524640"/>
            <a:ext cx="4500000" cy="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4" name=""/>
          <p:cNvSpPr/>
          <p:nvPr/>
        </p:nvSpPr>
        <p:spPr>
          <a:xfrm flipV="1">
            <a:off x="4695120" y="652464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5" name=""/>
          <p:cNvSpPr/>
          <p:nvPr/>
        </p:nvSpPr>
        <p:spPr>
          <a:xfrm flipV="1">
            <a:off x="5618880" y="652464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6" name=""/>
          <p:cNvSpPr/>
          <p:nvPr/>
        </p:nvSpPr>
        <p:spPr>
          <a:xfrm flipV="1">
            <a:off x="6542280" y="652464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7" name=""/>
          <p:cNvSpPr/>
          <p:nvPr/>
        </p:nvSpPr>
        <p:spPr>
          <a:xfrm flipV="1">
            <a:off x="7466400" y="652464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8" name=""/>
          <p:cNvSpPr/>
          <p:nvPr/>
        </p:nvSpPr>
        <p:spPr>
          <a:xfrm flipV="1">
            <a:off x="8389800" y="652464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9" name=""/>
          <p:cNvSpPr txBox="1"/>
          <p:nvPr/>
        </p:nvSpPr>
        <p:spPr>
          <a:xfrm>
            <a:off x="3437280" y="4192560"/>
            <a:ext cx="11847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 graft onto existing reserves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0" name=""/>
          <p:cNvSpPr txBox="1"/>
          <p:nvPr/>
        </p:nvSpPr>
        <p:spPr>
          <a:xfrm>
            <a:off x="4669560" y="6576120"/>
            <a:ext cx="910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1" name=""/>
          <p:cNvSpPr txBox="1"/>
          <p:nvPr/>
        </p:nvSpPr>
        <p:spPr>
          <a:xfrm>
            <a:off x="5568120" y="6576120"/>
            <a:ext cx="1026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50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2" name=""/>
          <p:cNvSpPr txBox="1"/>
          <p:nvPr/>
        </p:nvSpPr>
        <p:spPr>
          <a:xfrm>
            <a:off x="6466320" y="6576120"/>
            <a:ext cx="1533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100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3" name=""/>
          <p:cNvSpPr txBox="1"/>
          <p:nvPr/>
        </p:nvSpPr>
        <p:spPr>
          <a:xfrm>
            <a:off x="7390080" y="6576120"/>
            <a:ext cx="1533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150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4" name=""/>
          <p:cNvSpPr txBox="1"/>
          <p:nvPr/>
        </p:nvSpPr>
        <p:spPr>
          <a:xfrm>
            <a:off x="8313840" y="6576120"/>
            <a:ext cx="1533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5" name=""/>
          <p:cNvSpPr txBox="1"/>
          <p:nvPr/>
        </p:nvSpPr>
        <p:spPr>
          <a:xfrm>
            <a:off x="6570720" y="6706080"/>
            <a:ext cx="73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Area (10⁴ km²)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6" name=""/>
          <p:cNvSpPr txBox="1"/>
          <p:nvPr/>
        </p:nvSpPr>
        <p:spPr>
          <a:xfrm>
            <a:off x="4695120" y="3530160"/>
            <a:ext cx="368712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Class A grafts onto existing reserve administrations; class B needs new capacity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7" name=""/>
          <p:cNvSpPr txBox="1"/>
          <p:nvPr/>
        </p:nvSpPr>
        <p:spPr>
          <a:xfrm>
            <a:off x="4695120" y="3346200"/>
            <a:ext cx="24390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  Magnitude of the two monitoring gaps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FigP3_pa_mismatch_monitoring</dc:title>
</cp:coreProperties>
</file>